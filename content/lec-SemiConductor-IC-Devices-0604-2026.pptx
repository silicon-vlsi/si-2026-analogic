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6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7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notesSlides/notesSlide8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notesSlides/notesSlide9.xml" ContentType="application/vnd.openxmlformats-officedocument.presentationml.notesSlide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notesSlides/notesSlide10.xml" ContentType="application/vnd.openxmlformats-officedocument.presentationml.notesSlide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notesSlides/notesSlide11.xml" ContentType="application/vnd.openxmlformats-officedocument.presentationml.notesSlide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notesSlides/notesSlide12.xml" ContentType="application/vnd.openxmlformats-officedocument.presentationml.notesSlide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05.xml" ContentType="application/inkml+xml"/>
  <Override PartName="/ppt/ink/ink106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notesSlides/notesSlide17.xml" ContentType="application/vnd.openxmlformats-officedocument.presentationml.notesSlide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notesSlides/notesSlide18.xml" ContentType="application/vnd.openxmlformats-officedocument.presentationml.notesSlide+xml"/>
  <Override PartName="/ppt/ink/ink127.xml" ContentType="application/inkml+xml"/>
  <Override PartName="/ppt/notesSlides/notesSlide19.xml" ContentType="application/vnd.openxmlformats-officedocument.presentationml.notesSlide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notesSlides/notesSlide20.xml" ContentType="application/vnd.openxmlformats-officedocument.presentationml.notesSlide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66.xml" ContentType="application/inkml+xml"/>
  <Override PartName="/ppt/ink/ink167.xml" ContentType="application/inkml+xml"/>
  <Override PartName="/ppt/ink/ink168.xml" ContentType="application/inkml+xml"/>
  <Override PartName="/ppt/notesSlides/notesSlide23.xml" ContentType="application/vnd.openxmlformats-officedocument.presentationml.notesSlide+xml"/>
  <Override PartName="/ppt/ink/ink169.xml" ContentType="application/inkml+xml"/>
  <Override PartName="/ppt/ink/ink170.xml" ContentType="application/inkml+xml"/>
  <Override PartName="/ppt/notesSlides/notesSlide24.xml" ContentType="application/vnd.openxmlformats-officedocument.presentationml.notesSlide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notesSlides/notesSlide25.xml" ContentType="application/vnd.openxmlformats-officedocument.presentationml.notesSlide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notesSlides/notesSlide26.xml" ContentType="application/vnd.openxmlformats-officedocument.presentationml.notesSlide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notesSlides/notesSlide27.xml" ContentType="application/vnd.openxmlformats-officedocument.presentationml.notesSlide+xml"/>
  <Override PartName="/ppt/ink/ink206.xml" ContentType="application/inkml+xml"/>
  <Override PartName="/ppt/ink/ink20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80" r:id="rId2"/>
    <p:sldId id="442" r:id="rId3"/>
    <p:sldId id="438" r:id="rId4"/>
    <p:sldId id="439" r:id="rId5"/>
    <p:sldId id="349" r:id="rId6"/>
    <p:sldId id="350" r:id="rId7"/>
    <p:sldId id="351" r:id="rId8"/>
    <p:sldId id="440" r:id="rId9"/>
    <p:sldId id="364" r:id="rId10"/>
    <p:sldId id="396" r:id="rId11"/>
    <p:sldId id="397" r:id="rId12"/>
    <p:sldId id="398" r:id="rId13"/>
    <p:sldId id="399" r:id="rId14"/>
    <p:sldId id="400" r:id="rId15"/>
    <p:sldId id="402" r:id="rId16"/>
    <p:sldId id="416" r:id="rId17"/>
    <p:sldId id="417" r:id="rId18"/>
    <p:sldId id="284" r:id="rId19"/>
    <p:sldId id="282" r:id="rId20"/>
    <p:sldId id="418" r:id="rId21"/>
    <p:sldId id="405" r:id="rId22"/>
    <p:sldId id="407" r:id="rId23"/>
    <p:sldId id="410" r:id="rId24"/>
    <p:sldId id="412" r:id="rId25"/>
    <p:sldId id="411" r:id="rId26"/>
    <p:sldId id="413" r:id="rId27"/>
    <p:sldId id="415" r:id="rId28"/>
    <p:sldId id="419" r:id="rId29"/>
    <p:sldId id="394" r:id="rId30"/>
    <p:sldId id="420" r:id="rId31"/>
    <p:sldId id="421" r:id="rId32"/>
    <p:sldId id="422" r:id="rId33"/>
    <p:sldId id="423" r:id="rId34"/>
    <p:sldId id="424" r:id="rId35"/>
    <p:sldId id="425" r:id="rId36"/>
    <p:sldId id="426" r:id="rId37"/>
    <p:sldId id="427" r:id="rId38"/>
    <p:sldId id="382" r:id="rId39"/>
    <p:sldId id="383" r:id="rId40"/>
    <p:sldId id="387" r:id="rId41"/>
    <p:sldId id="388" r:id="rId42"/>
    <p:sldId id="390" r:id="rId43"/>
    <p:sldId id="391" r:id="rId44"/>
    <p:sldId id="435" r:id="rId45"/>
    <p:sldId id="392" r:id="rId46"/>
    <p:sldId id="428" r:id="rId47"/>
    <p:sldId id="429" r:id="rId48"/>
    <p:sldId id="430" r:id="rId49"/>
    <p:sldId id="436" r:id="rId50"/>
    <p:sldId id="43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82184" autoAdjust="0"/>
  </p:normalViewPr>
  <p:slideViewPr>
    <p:cSldViewPr snapToGrid="0">
      <p:cViewPr varScale="1">
        <p:scale>
          <a:sx n="54" d="100"/>
          <a:sy n="54" d="100"/>
        </p:scale>
        <p:origin x="5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17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65F20-5173-4DB3-825D-5EAF54B043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27E2E-149C-4931-AFA3-1DB96051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49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6-03T14:41:53.00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5900 17150 89 0,'0'0'65'0,"0"0"-45"0,0 0-19 0,0 0 17 0,0 0 15 0,-3-5-12 0,1 5-13 0,2 0-8 0,0 0-7 0,-3 0 7 16,3 0 11-1,0 0-11-15,-2 0-2 0,2 0-17 16,-2 0-7-16,0 0-9 15,0 0 19-15,-3 0-24 16,3 0-26-16</inkml:trace>
  <inkml:trace contextRef="#ctx0" brushRef="#br0" timeOffset="685.91">5842 17170 27 0,'0'0'142'0,"0"0"-96"0,0 0-23 0,0 0 13 0,0 0 4 0,0 0-2 16,0 0-12-16,0 0-13 15,0-20 3-15,2 15-5 16,-2 5-2-16,2 0-3 16,-2-4-6-16,2 4 0 15,-2 0 0-15,0 0-19 16,0 0-20-16,0 0-52 16,0 0-82-16</inkml:trace>
  <inkml:trace contextRef="#ctx0" brushRef="#br1" timeOffset="71448.05">855 2413 21 0,'0'0'341'0,"0"0"-198"0,0 0-91 0,0 0-16 0,0 0 30 15,0 0 9-15,0 0 0 16,0 0-39-16,0 0 5 15,0 0-1-15,0 0-14 16,0 0-10-16,0 0-6 16,0 0-10-16,0 5-13 15,0 2 13-15,-6 6 9 16,1 2-9-16,-4 5 2 16,0 3 4-16,3 6-6 15,-2 0-14-15,4-1 5 0,2 1-2 16,2-4 10-16,0-2 1 15,0-3-1-15,0-8-8 16,0 2 1-16,0-5-10 16,0-4-6-16,0-3-11 15,0-2 5-15,0 0 18 16,0 0-1-16,0 0-13 16,0 0 19-16,0 0 7 15,0 0 25-15,0 0-12 16,0-2 14-16,0-3-4 15,0 2-3-15,0 2-2 0,0-1 2 16,0-1-7-16,0 1 0 16,0 2-3-16,0-2-8 15,0 2 13-15,0 0-14 16,0 0 9-16,0 0-8 16,0 0-1-16,0 0 0 15,0 0 0-15,0 0 1 16,0 0 6-16,0 0-8 15,0 0-7-15,0 0-24 16,0 0 1-16,0 0 14 16,0 0 15-16,0-7-13 15,0 4-15-15,0 0 14 16,0-5-25-16,0 2-5 16,0 2 13-16,0-3-31 15,0 0 38-15,0 0 20 0,0-2 5 16,0 5 7-16,0-3 7 15,0 1 9-15,2-1-2 16,-2 2-1-16,0 1 13 16,2 2-11-16,-2-1-9 15,0 3-13-15,0-4 1 16,0 4 11-16,0 0-4 16,0 0 23-16,0 0 9 15,0 0 2-15,2-2-7 16,-2-3-21-16,0 5-5 15,0 0-9-15,0 0 0 16,0 0-20-16,0 0-40 16,0 0-5-16,0 0 23 0,0 0 12 15,0 0-19-15,0 0-9 16,0 0-10-16,0 0 5 16,0 0-45-16,0 0-119 0</inkml:trace>
  <inkml:trace contextRef="#ctx0" brushRef="#br1" timeOffset="71948.25">837 2384 101 0,'0'0'532'0,"0"0"-388"0,0 0-106 0,0 0 41 0,0 0 45 15,0 0-21-15,0 0-31 16,0-47-24-16,0 46 9 16,0 1-9-16,0 0 1 15,0 0 15-15,-4 0-2 16,-1 0-25-16,5 0-14 16,0 0-1-16,0 0-9 15,0 0-13-15,0 6 1 16,0 9 5-16,0 15 8 15,0 10 18-15,-2 11-8 16,2 11-4-16,0 7 8 16,0 2-15-16,0 3 28 15,0-3-18-15,0-6 14 0,-2-4-12 16,0-13-5-16,-2-5 11 16,-2-12 0-16,6-9-14 15,-2-9 2-15,2-4-4 16,0-6-5-16,0-3 2 15,0 0 7-15,0 0-6 16,0 0 3-16,0 0-16 16,0 0-1-16,0 0 1 15,0-5 0-15,0-4-18 16,0-9-48-16,2 3-48 16,4-18-89-16,-2 6-111 15,0 0-250-15</inkml:trace>
  <inkml:trace contextRef="#ctx0" brushRef="#br1" timeOffset="72649.32">940 2170 697 0,'0'0'354'0,"0"0"-279"0,0 0-61 0,0 0 11 0,0 0 95 16,0 0-11-16,0 0-12 15,-47-77 34-15,36 65-40 16,-7 1-48-16,0-3-28 15,-2 8 21-15,0 1 1 16,0 1-5-16,-2 4-20 16,-1 0 6-16,-1 0-11 15,2 7-1-15,-3 11 3 16,-4 6-9-16,0 10 12 16,2 6-11-16,1 9-1 15,5 4 0-15,4 12-6 16,3 4 6-16,8 13 1 15,3-2-1-15,3 9 1 0,0-4-2 16,9-4 1 0,16-8-1-16,2-2-15 0,10-9 14 15,2-8-10-15,5-9 11 16,0-10-5-16,8-8 0 16,1-9-1-16,-4-9 7 15,7-9 0-15,-3 0 7 16,-1-7-5-16,-1-17-1 15,0-12-1-15,-3-8 9 16,-2-14-9-16,-4-5 18 16,-4-13-18-16,-9-4 0 15,-14-27 19-15,-15-22-1 16,0 9-12-16,-8 10 20 0,-21 26 19 16,-2 26-5-16,-1-2 14 15,-7 11-45-15,4 11 18 16,-2 15-27-16,-1 13-3 15,-6 10-19-15,-3 0-62 16,3 18-89-16,3 30-83 16,10-5-120-16,15-3-422 0</inkml:trace>
  <inkml:trace contextRef="#ctx0" brushRef="#br1" timeOffset="82693.82">2002 2482 675 0,'0'0'157'0,"0"0"-110"0,0 0-46 16,0 0-1-16,0 0-16 16,0 0 5-16,0 0-7 15,81 0-26-15,-79 0-60 16,5 0-12-16,-7 5 21 16,0-1-52-16,0 1 18 0</inkml:trace>
  <inkml:trace contextRef="#ctx0" brushRef="#br1" timeOffset="86163.8">2576 2436 1091 0,'0'0'243'0,"0"0"-173"0,0 0-60 0,0 0 51 0,0 0 67 16,0 0-51-16,0 0-76 15,-3-85 18-15,-4 45 6 16,-2-5-25-16,-9-2-1 15,-8-6-26-15,-7 6-2 16,-8 9 29-16,-5 7 6 16,-6 13-4-16,1 14 14 15,0 4-15-15,2 17-1 0,0 28 39 16,8 31-12-16,4 42 9 16,12 31-2-16,21-6-15 15,4-28-19-15,10-34-12 16,19-30-11-16,10 0 7 15,10-4 3-15,9-5 5 16,0-22-5-16,6-17 12 16,-1-3-57-16,13-47-122 15,-19-2-170-15,-14-2-556 0</inkml:trace>
  <inkml:trace contextRef="#ctx0" brushRef="#br1" timeOffset="87115.41">2769 2656 473 0,'0'0'296'0,"0"0"-199"0,0 0-97 0,0 0 13 16,0 0 146-16,0 0 7 15,0 0-53-15,48-47-13 16,-42 25-1-16,0-5-22 16,-4 1-20-16,-2-6-12 15,0 8-30-15,-8-1-15 16,-13 8-29-16,1 3 10 0,-4 10-1 15,-7 4 20-15,-5 7 0 16,-4 26 8-16,0 11 0 16,-1 14 31-16,10 7-24 15,7 1-4-15,10 2 2 16,10-10-13-16,4-7-6 16,2-16-16-16,19-6 15 15,1-15-2-15,12-9 9 16,5-5 0-16,3-23-1 15,6-15-11-15,-6-13-26 0,-3-5-13 16,-10-2-52-16,-6 4 51 16,-7 8 28-1,-10 8 10-15,-3 11 14 0,-3 16 0 16,0 11 0-16,0 0-2 16,0 22 2-16,-3 18 24 15,1 12-6-15,2 4-17 16,0-5-2-16,0-7-9 15,2-10-6-15,5-12 9 16,2-9-11-16,-2-13 7 16,6 0 11-16,0-15 12 15,5-21 0-15,5-11-12 16,-2-6-19-16,0-5-14 0,-1 2-17 16,-1 7-74-1,-5 9 102-15,-3 13 22 0,-7 14 56 16,2 11 23-16,-4 2-47 15,-2 15-25-15,0 21 17 16,0 15 58 0,0 11-23-16,2 3-17 0,0-2-31 15,0-10-3-15,3-11 1 16,-3-13 17-16,4-13-26 16,1-9-16-16,0-7 15 15,2-3 1-15,4-23 23 16,7-21 0-16,3-6-13 15,-1-8-20-15,2-4 7 16,-1 3-41-16,-3 9-21 16,-3 15 65-16,-5 11 14 0,-3 18 56 15,-5 9-22 1,0 11-40-16,8 27 57 0,-5 13 42 16,5 12-40-16,-2 6-27 15,1-2-15-15,-5-7-12 16,1-9-13-16,-5 3-24 15,-2-17-195-15,0-14-327 0</inkml:trace>
  <inkml:trace contextRef="#ctx0" brushRef="#br1" timeOffset="88316.79">4400 2580 794 0,'0'0'491'0,"0"0"-383"0,0 0-73 0,0 0 41 0,0 0 94 16,0 0-25-16,0 0-65 15,7-49-36-15,-7 25-17 0,-3-3-21 16,-17 0-6-16,-4 5-17 16,-12 4 17-16,-2 5 0 15,-6 13-6-15,-1 0-11 16,-1 4 15-16,-6 21 2 16,10 6 8-16,7 9 2 15,6 5-10-15,12 6-3 16,11-2-13-16,6-3 15 15,2-5-22-15,23-8 23 16,4-10 0-16,2-10 1 16,5-13-10-16,-1 0 3 15,3-7-26-15,-3-17 13 16,0-12-32-16,-10-7-21 0,-2 1 37 16,-3 0-6-16,-9 4 41 15,-7 9-10-15,-1 9-32 16,-3 9 28-16,0 11 14 15,0 0 5-15,0 9-4 16,0 22 22-16,0 11 44 16,0 7-37-16,0 2-20 15,14-1-9-15,7-10-2 16,6-11-9-16,-2-9-9 16,12-20-130-16,-3 0-100 15,-10-2-386-15</inkml:trace>
  <inkml:trace contextRef="#ctx0" brushRef="#br1" timeOffset="88802.7">5394 1972 63 0,'0'0'1210'0,"0"0"-997"0,0 0-171 0,0 0-16 0,0 0 73 16,0 0 22-16,0 0-43 16,0-45-78-16,0 57-16 15,0 21-22-15,2 19 38 16,0 19 36-16,-2 16 4 15,0 8-18-15,0-1-21 16,0 2 20-16,0-9-5 16,0-14-16-16,0-15 0 15,0-13-57-15,0-16-54 0,-4-16-80 16,-7-6-71-16,-3-7-328 0</inkml:trace>
  <inkml:trace contextRef="#ctx0" brushRef="#br1" timeOffset="89272.16">5146 2299 1242 0,'0'0'382'16,"0"0"-336"-16,0 0-37 16,0 0-9-16,0 0 9 15,160-8-8-15,-97 8 0 0,1 0-1 16,4 0-13-16,-6 13 12 15,-11 5-18-15,-6-1-23 16,-9 1 13-16,-7 5 23 16,-7-3-10-16,-5 5-4 15,-5-3-8-15,-5 7 28 16,-5 2 6-16,0 2 20 16,-2 3 13-16,0-3-13 15,2-2-15-15,-2-4-4 16,4-6 18-16,-1-4-6 15,-3-8-2-15,0-2-7 16,0-5 28-16,0-2 54 0,0 0 1 16,0 0 25-16,0-22-12 15,-11-8-57-15,-1-10-29 16,3-9-9 0,1-2 1-16,6-4-12 0,2 1-3 15,0 3 3-15,0 8 1 16,10 10 7-16,6 4-8 15,4 7-13-15,5 4-37 16,-3 7-44-16,3 4-62 16,4 7-143-16,-3 0-196 15,-6 0-633-15</inkml:trace>
  <inkml:trace contextRef="#ctx0" brushRef="#br1" timeOffset="89804.08">6332 2567 1157 0,'0'0'320'0,"0"0"-302"0,0 0-18 0,0 0 107 0,0 0-3 15,13-122-9-15,-13 90-44 0,0 3-51 16,-11 2-6 0,-9 12-3-16,-7 4-7 0,-9 11 4 15,-3 0 2 1,-4 16 10-16,-4 24 16 0,2 11-7 16,8 7-6-16,10 8-3 15,12 3-7-15,15-9-4 16,0-3-10-16,10-11 21 15,15-8 7-15,6-13-7 16,3-14 0-16,1-11-19 16,3 0 4-16,1-18 14 15,-4-18 1-15,-4-6 0 16,-6-5 1-16,-8 2 17 16,-3 5-7-16,-7 11 13 15,-3 9 12-15,-4 9 2 16,0 11-38-16,0 0-9 15,0 11 0-15,0 21 9 0,0 10 0 16,0 4-58-16,4 2-73 16,5-10-23-16,9-5 43 15,0-13-5-15,0-9-10 16,13-11-43-16,-4-18-6 16,-5-6-190-16</inkml:trace>
  <inkml:trace contextRef="#ctx0" brushRef="#br1" timeOffset="90186.13">6586 2447 1092 0,'0'0'371'0,"0"0"-228"0,0 0-85 0,0 0-58 0,0 0-49 16,0 0 49-16,0 0 13 16,13 122 18-16,-7-68 2 15,0-3-24-15,-2-4 9 16,0-14-17-16,-2-4 19 15,3-11 6-15,-5-11 3 16,0-5 3-16,0-2 9 16,4-2 44-16,0-23-6 15,4-10-64-15,2-10-8 16,3-7 1-16,1 6 2 16,-1 1 14-16,-1 12-11 0,-5 13 13 15,-5 9 10 1,0 11-30-16,0 0-6 15,0 13-17-15,5 20 6 16,2 14 11-16,0 4 7 0,2 10 8 16,0-3-1-16,-2-9-14 15,2-7-26-15,-4-11-39 16,2-9-61-16,2-13-130 16,3-9-99-16,-1 0-227 0</inkml:trace>
  <inkml:trace contextRef="#ctx0" brushRef="#br1" timeOffset="90569.95">7127 2425 731 0,'0'0'558'16,"0"0"-371"-16,0 0 9 16,0 0 0-16,0 0-46 0,0 0-92 15,0 0-58-15,0-99 14 16,-24 99-14-16,-5 5 1 15,-12 15 19-15,-1 11 2 16,2 0-1-16,9 3-9 16,11-5-12-16,11-3-18 15,9 3 5-15,0 2-27 16,22-2 30-16,16 5-21 16,9 0-1-16,11-2-6 15,-5 0-21-15,-4-1 3 16,-11 0 5-16,-16-4-3 15,-17 0 16-15,-5-5 9 0,-27 0 29 16,-20-4 48 0,-11-5 2-16,-6-6-9 0,-5-7-13 15,9 0-12-15,6-4-16 16,10-16-113-16,15-5-127 16,24-13-111-16,5 5-163 15,9 6-48-15</inkml:trace>
  <inkml:trace contextRef="#ctx0" brushRef="#br1" timeOffset="90871.19">7465 2104 1129 0,'0'0'396'0,"0"0"-260"0,0 0-86 0,0 0 0 0,0 0-1 0,0 0-27 16,0 0-22-16,-31 29 0 16,23 22 18-16,-3 15-18 15,-1 17 1-15,1 26 25 16,0 27-4-16,2 22-16 16,2-11-6-16,3-31-8 15,2-33 7-15,2-28-11 16,0 5 11-16,0 1-49 15,0-1-44-15,-16-15-56 16,3-14-40-16,-5-18-310 0</inkml:trace>
  <inkml:trace contextRef="#ctx0" brushRef="#br1" timeOffset="91373.95">7035 2714 1458 0,'0'0'306'16,"0"0"-258"-16,0 0-39 16,0 0 2-16,0 0 7 15,164-83-5-15,-96 63-13 16,13 0-6-16,-1 0 5 16,-2-2-28-16,-9 0-71 0,-11-3-72 15,-16 1 12 1,-13-5-4-16,-13 2 38 15,-16 3 64-15,0 6 62 0,0 2 117 16,-16 9-4-16,1 7-14 16,-5 0 1-16,-3 0-9 15,1 19 3-15,-2 12-4 16,3 9-27-16,1 13-54 16,13 3-9-16,3 2 0 15,4-5-9-15,0-6 10 16,2-9-1-16,12-9 1 15,1-16 0-15,6-2 6 16,-2-11 3-16,8-4 9 16,4-18-19-16,-4-16 1 15,0-9 16-15,-7-7-4 0,-9 1-13 16,-9 0 9-16,-2 4-9 16,-4 9 34-16,-17 11 24 15,-5 13-36-15,-2 14-19 16,-9 2-3-16,2 9-7 15,1 26-61-15,1 30-142 16,10-10-78-16,13-1-299 0</inkml:trace>
  <inkml:trace contextRef="#ctx0" brushRef="#br1" timeOffset="91755.09">8036 2496 1336 0,'0'0'183'0,"0"0"-183"0,0 0-17 0,0 0 17 0,27 120 10 16,-18-71 1-16,-1-3-10 15,2-3-1-15,-4-3 0 16,-1-13 8-16,-5-9 35 15,0-9 22-15,0-7 14 16,0-2 6-16,0 0 10 16,0-2 29-16,0-18-20 15,-5-14-67-15,3-6-12 0,2-6-13 16,0-11 3 0,9-3-5-16,9 3 8 0,2 3 0 15,0 12-14-15,0 11-4 16,0 8-13-16,-4 10-79 15,-5 6-53-15,-3 7-124 16,-2 0-284-16,-2 16-575 0</inkml:trace>
  <inkml:trace contextRef="#ctx0" brushRef="#br1" timeOffset="92538.3">8426 2623 945 0,'0'0'493'15,"0"0"-415"-15,0 0-25 16,0 0 18-16,0 0 28 16,0 0-37-16,0 0-55 15,45-52 8-15,-35 41-14 16,-4 7-1-16,-2 2 0 15,-4 2 0-15,0 0-42 16,0 0 15-16,0 17 10 16,0 8 17-16,0 2 12 0,0 1-12 15,0-5-20 1,0-6 1-16,-4 0 18 0,4-9 1 16,0-3 8-16,0-3 1 15,0-2 23-15,0 0 36 16,-4 0 6-16,4 0-5 15,0 0-7-15,0 0 12 16,0 0 4-16,0-13-35 16,0-7-42-16,0-7-1 15,0-5 12-15,8-8 7 16,5-2-19-16,1 0 0 16,-1-5-1-16,3 7-4 15,1 4-1-15,-1 8 6 16,-1 5-1-16,1 7-1 15,-5 3 1-15,2 8 1 0,1 5-1 16,-3 0-14 0,5 5-14-16,3 22 10 0,-3 10 17 15,5 13-26-15,-6 10-15 16,-7 4-26-16,2 3 26 16,-8-6 6-16,-2-8 24 15,0-11 13-15,0-13-1 16,0-6-8-16,0-15 9 15,0-5 1-15,0-3 10 16,-2-5 31-16,2-21 5 16,0-10-33-16,0-9 7 15,2-8 13-15,11-1-16 16,3 1 7-16,2 11-12 16,-2 10 22-16,-6 10-2 0,-3 11-32 15,-1 9-1-15,2 2-9 16,0 6-36-16,3 21 44 15,5 11-8-15,-1 6-3 16,-1 10-54-16,-5 0-20 16,-3-8-9-16,-6-8-65 15,0 2-47-15,-6-13-89 16,-7-11-611-16</inkml:trace>
  <inkml:trace contextRef="#ctx0" brushRef="#br1" timeOffset="93491.76">9096 2752 854 0,'0'0'527'0,"0"0"-393"16,0 0-98-16,0 0 28 0,0 0 73 0,0 0-31 15,0 0-54-15,25-4-9 16,-5-12 13-16,9-6-10 16,3-5 1-16,1-5-32 15,0 1-9-15,-4-7-6 16,-6 1-11-16,-8-6-1 15,-9 1-47-15,-6 4-4 16,0 5 21-16,-17 1 28 16,-12 12 13-16,-6 7 1 15,-4 8 0-15,-1 5 5 0,7 0-4 16,0 20 12-16,8 9-13 16,8 10-18-16,9 12-1 15,8 7-11-15,10 8 30 16,25-3 18-16,9 2-18 15,6-10-13-15,4-12 1 16,-2-10-7-16,0-15-38 16,-6-9-71-16,-1-9-41 15,-9 0-8-15,-9-25-85 16,-5-6-31-16,-13-7 99 16,-5-6 194-16,-4-3 19 15,0 0 151-15,0 2 1 0,-6 3-25 16,1 11 62-16,3 6 3 15,2 10-9-15,0 10-106 16,0 5-76-16,0 0-20 16,7 9-41-16,6 20 31 15,3 9-3-15,-1 18 12 16,1 4-40-16,-8 3-29 16,-1-1 38-16,-7-9 22 15,0-6 9-15,0-11 1 16,0-11 2-16,-4-10 50 15,-3-10 43-15,3-5 36 16,0 0-6-16,1-25-31 16,3-9-58-16,0-13-15 0,0-10 12 15,7-10 8 1,13 0-29-16,6 0-5 0,5 5 20 16,0 13-26-16,-2 11 6 15,-2 11-7-15,-6 14-34 16,-8 6-69-16,-4 7-53 15,-9 5-139-15,0 12-41 16,0-3-410-16</inkml:trace>
  <inkml:trace contextRef="#ctx0" brushRef="#br1" timeOffset="101548.88">10848 2208 518 0,'0'0'331'0,"0"0"-250"16,0 0-81-16,0 0-13 0,0 0 13 0,0 0 68 15,0-2-31-15,0 2-12 16,0 0 2-16,0 0 18 15,0 0 16-15,0 0-3 16,0 0-12-16,0 0-14 16,0 0-10-16,0 0-13 15,0 16 5-15,-2 8 38 16,-3 14 19-16,-3 11-36 0,-2 14 10 16,4 12 11-1,-3 10-4-15,2 10-30 0,-2 24-3 16,0-10-10-16,5-2-3 15,-5 2-5-15,2-13 15 16,-2 7-5-16,-2-8 0 16,7-12-11-16,0-17 7 15,-2-10-7-15,4-13 2 16,0-10-1-16,0-11 6 16,2-4-7-16,-4-7 0 15,4-6-1-15,0-3 0 16,0-2-5-16,0 0 6 15,0 0 5-15,0 0-5 16,0 0-19-16,0 0 12 0,0 0-19 16,0 0-27-16,0-5-18 15,0-17-54-15,0 0-109 16,0 1-261-16</inkml:trace>
  <inkml:trace contextRef="#ctx0" brushRef="#br1" timeOffset="102466.16">10714 2805 1197 0,'0'0'384'0,"0"0"-384"0,0 0-90 0,0 0 90 0,0 0 37 15,0 0 32-15,0 0-38 16,83-122-16-16,-41 102-13 16,8-3 24-16,2 6-17 15,6 1 13-15,0 0-15 16,3 7-7-16,-10 5-9 15,-7 2 8-15,-8 2-22 16,-16 9-40-16,-9 22 29 0,-11 12 21 16,0 12 13-1,-29 10 20-15,-15-1-11 16,-12 1-9-16,-9-10 1 0,-6-12 22 16,-3-7-4-16,5-14 32 15,7-13 0-15,10-7 17 16,13-2-19-16,14-11-16 15,8-18-33-15,9-7-48 16,8-2 1-16,0-9 29 16,19-4-15-16,12-2-39 15,2 2-43-15,5 3-11 16,0 8-21-16,-2 7-34 16,1 11-1-16,-3 4 38 15,-3 5 60-15,0 6 12 16,-4 3 27-16,-2 4 16 0,4 0 29 15,-6 0 3-15,2 0 7 16,2 0 43-16,-2 0 34 16,2 0-2-16,-3 0 2 15,-2 0 34-15,-2 0-18 16,-1 0-18-16,-4 4-41 16,-1 5 2-16,1 2-45 15,-2 14 7-15,-2 3 11 16,2 11 10-16,-1 5 10 15,-3 3-2-15,-1 0-17 16,-1-3-6-16,2-6-2 16,-6-5-5-16,1-8-7 0,-4-10 0 15,0-6 2-15,0-9 21 16,0 0 53-16,0 0-4 16,0 0 13-16,-4 0-6 15,-8-15-34-15,5-10-2 16,1-8-5-16,4-7 3 15,2-7-13-15,0 0-27 16,2 1 28-16,18 1-28 16,2 10 1-16,7 1 4 15,4 7-6-15,6 3-66 16,3 6-83-16,-2 7-57 16,5 6-26-16,-8 5-45 15,5 0-8-15,-11 0 25 0,-6 5-113 16</inkml:trace>
  <inkml:trace contextRef="#ctx0" brushRef="#br1" timeOffset="102766.5">11842 2569 406 0,'0'0'311'0,"0"0"-139"0,0 0-47 0,0 0 81 0,-41 119-40 0,22-68-41 16,-1 4-48-16,3 5-23 15,9-4-41-15,1-9-13 16,7-12-10-16,0-8-6 15,0-11 16-15,11-11 18 16,10-5 7-16,10 0 27 16,4-18 26-16,1-16-29 15,-1 0 8-15,-8-8 2 16,-7-2-7-16,-7-3-21 0,-10-2-29 16,-3 5-4-16,-7 6-8 15,-20 7 4-15,-6 10 6 16,-7 10-17-16,-5 9-14 15,1 2-75-15,0 0-90 16,1 20-76-16,12 5-216 16,8-5-195-16</inkml:trace>
  <inkml:trace contextRef="#ctx0" brushRef="#br1" timeOffset="102917.01">12178 2674 448 0,'0'0'0'0</inkml:trace>
  <inkml:trace contextRef="#ctx0" brushRef="#br1" timeOffset="104268.17">11953 2538 589 0,'0'0'345'0,"0"0"-213"0,0 0-101 0,0 0 4 0,0 0 69 16,0 0-4-16,0 0-56 15,-9-102 7-15,9 97-12 0,0 5-1 16,0 0 13-16,0 0 2 16,0 0-35-16,0 0-12 15,0 16-6-15,0 8 13 16,9 7-3-16,0 7-1 16,2 7 0-16,0 1-1 15,1 2-6-15,1-2 10 16,0-1-11-16,1-5 4 15,-4-7-4-15,2-2 0 16,-3-13 0-16,-3 0 0 16,-1-9 0-16,-3-5 1 15,-2-4 21-15,0 0 35 16,2 0 13-16,-2 0-1 16,0 0-17-16,0 0-11 15,0 0-10-15,2 0-4 0,-2 0-12 16,0 0-7-16,0 0-3 15,0 0-4-15,0 0 6 16,0 0-8-16,0 0 0 16,0 0-7-16,0 0 7 15,0 0 0-15,0 0-1 16,0 5-12-16,0 4 7 16,0 0 6-16,0 8 0 15,0-1 1-15,0 2 5 16,0-4-5-16,2 1 0 15,1-6 0-15,0-2-1 16,-3-1 0-16,0-3 0 16,0-1-1-16,0-2 1 0,0 0 1 15,4 0-1-15,-4 0 1 16,0 0-1-16,2 0 0 16,-2 0-6-16,2 0-4 15,0 0 8-15,1-5 2 16,3-8 24-16,-2-5 7 15,6-7-12-15,1-6-10 16,0-7-2-16,7-6-7 16,-2-7 0-16,3-5 5 15,2-2-4-15,-2 3-1 16,-1 10 11-16,-5 9-10 16,-3 12 12-16,-6 10-12 0,-2 10 10 15,-2 2-11-15,0 2-21 16,0 0-1-16,0 0-2 15,0 0-29-15,0 11-33 16,0 4-86-16,0 14-57 16,2-2-85-16,1-5-324 0</inkml:trace>
  <inkml:trace contextRef="#ctx0" brushRef="#br1" timeOffset="104534.6">12514 2691 503 0,'0'0'286'0,"0"0"-157"0,0 0-56 0,0 0 65 0,0 0 14 15,0 0-58-15,0 0-42 16,14-32-52-16,-14 43-17 16,0 18 5-16,0 17 12 15,-2 10 32-15,-8 8-17 16,6 3-2-16,-2-7-12 15,1-6 9-15,1-12-1 16,2-10-7-16,2-15-2 16,0-10-9-16,0-7-101 15,0-16-187-15,0-10-742 0</inkml:trace>
  <inkml:trace contextRef="#ctx0" brushRef="#br1" timeOffset="104702.17">12588 2284 62 0,'0'0'1493'0,"0"0"-1361"16,0 0-132-16,0 0-231 16,0 0-27-16,0 0 80 15,0 0-152-15</inkml:trace>
  <inkml:trace contextRef="#ctx0" brushRef="#br1" timeOffset="105486.23">13110 2741 130 0,'0'0'1073'0,"0"0"-906"16,0 0-112-16,0 0 38 15,0 0 98-15,0 0-10 16,0 0-73-16,13-20-60 16,-11 2-36-16,-2-2-12 15,0 0-6-15,-11 2-16 16,-11 4 22-16,-10 6 0 16,-3 8-15-16,-5 0 15 15,-5 8 7-15,5 20-6 16,7 4 12-16,2 11-13 15,15 6-16-15,7 2-1 0,9 1 16 16,0-6 0-16,9-7-14 16,15-13 1-16,5-12 14 15,5-10 8-15,3-4-8 16,4-16-6-16,1-17-4 16,-4-12-13-16,-3-11-26 15,-10-8 0-15,-3-1 25 16,-4-8-39-16,-9-3 25 15,-2 3 25-15,-5 4 13 16,-2 13 1-16,0 14 47 16,0 17 47-16,0 11-8 15,-2 10-39-15,-3 4-39 16,-1 12-9-16,-4 19-4 0,0 22 4 16,1 14 0-16,7 11-2 15,2 6-11-15,0 1 10 16,17-5 6-16,6-11-3 15,3-11 0-15,3-16 0 16,1-13 0-16,1-10 0 16,0-15 1-16,7-4 0 15,-1-16 8-15,-1-17-4 16,-3-14 5-16,-4-9-20 16,-11-6 7-16,-7-3-19 15,-7 5-8-15,-4 9 4 16,0 11 26-16,-8 11 23 0,-5 18 26 15,-5 11-23-15,-5 4-8 16,-1 29 3-16,-3 16 10 16,7 11-6-16,7 14-5 15,11-2-12-15,2-6-2 16,11-8 7-16,18-13-13 16,6-11 0-16,7-17 0 15,5-12-1-15,5-5-42 16,10-22-145-16,-15-12-216 15,-14-1-431-15</inkml:trace>
  <inkml:trace contextRef="#ctx0" brushRef="#br1" timeOffset="107738.51">14309 2166 839 0,'0'0'338'0,"0"0"-242"0,0 0-89 0,0 0 10 16,0 0 60-16,0 0-10 16,0 0-29-16,4-20-12 15,-4 20 10-15,0 0 18 16,0 0 9-16,0 0 2 15,0 0 7-15,0 0-11 0,0 0-18 16,0 9-42-16,0 20 30 16,0 11 23-16,0 11-1 15,0 11-25-15,0 8-14 16,0 12-3-16,0 5 12 16,0 7-17-16,0 4-6 15,0 4 0-15,0 0 1 16,0-1 0-16,0-5-1 15,0-10 0-15,0-5 9 16,0-12-6-16,0-14-3 16,0-6 8-16,0-15-8 15,0-12-2-15,0-9-8 16,0-6 3-16,0-3-1 0,0-4-18 16,0 0-11-16,0 0-13 15,0 0-36-15,0-20-63 16,0-8-86-16,0-39-52 15,-10 5-50-15,2-1-75 0</inkml:trace>
  <inkml:trace contextRef="#ctx0" brushRef="#br1" timeOffset="108089.18">14253 2562 763 0,'0'0'345'0,"0"0"-223"0,0 0-75 0,0 0 81 0,0 0 83 0,0 0-49 16,0 0-91-16,60-91-50 16,-33 87-11-16,6 4 3 15,3 0 6-15,10 18-9 16,-1 6-10-16,-5 9-1 16,-5 3 1-16,-6 4-6 15,-8 1-18-15,-13-6 7 16,-8 1-2-16,0-7 19 15,-10-5 6-15,-24-2-5 16,-15-2 6-16,-11-6 3 16,-5-10 12-16,1-4-6 15,5 0 6-15,15-11-6 16,11-13-11-16,10-5-5 16,15-2-68-16,8 4-31 0,13-3 0 15,51-2-133-15,-6 7-123 16,3 2-175-16</inkml:trace>
  <inkml:trace contextRef="#ctx0" brushRef="#br1" timeOffset="108991.02">14825 2471 773 0,'0'0'397'0,"0"0"-258"16,0 0-98-16,0 0 71 15,0 0 42-15,0 0-52 16,0 0-54-16,-18 22-22 15,5 19 5-15,4 12 1 16,-2 5-32-16,9 5 0 0,2-10-1 16,0-9-13-16,0-10 5 15,9-12 9-15,4-9 1 16,5-8 0-16,2-5 24 16,9-2-3-16,-1-25-8 15,3-2 20-15,-2-13-5 16,-6-5 12-16,-11-5-16 15,-8 1-12-15,-4-2-13 16,-7 6 6-16,-17 7-6 16,-7 11 25-16,-3 9-16 15,-2 13-9-15,-4 7-7 16,0 0 5-16,5 20-20 16,4 16-60-16,8 4-82 0,17 2-53 15,6 3 38 1,12-10-24-16,22 2 37 0,15-11 30 15,5-8 20-15,1-9 56 16,5-2 18-16,-4-7 17 16,-2 0 22-16,-8-9 3 15,-11-9 28-15,0-4 73 16,-16-1 48-16,-3 3 33 16,-7 2-16-16,-7 5 3 15,-2 4 5-15,0 4-10 16,0 5-93-16,0 0-69 15,0 14 9-15,-2 20-11 0,-5 6 22 16,1 6-16 0,6-1-6-16,0-7-7 0,0-12 0 15,0-10 7-15,4-9 2 16,7-7 12-16,5 0 7 16,6-14 29-1,5-15 5-15,4-11-30 0,0-6-16 16,-4-1-9-16,-2-3-20 15,-10 15-24-15,-1 8 40 16,-8 9 4-16,-4 9 0 16,-2 9-38-16,0 5-41 15,0 19 79-15,0 16 0 16,-2 9 16-16,2 5-16 16,0 0-6-16,7-10-6 15,11-11 12-15,1-8 1 0,4-12 6 16,-1-13 5-16,3 0-5 15,2-17 43-15,2-19-15 16,-5-13-17-16,-8-7 8 16,-1-10 2-16,-10-6-19 15,-5-1 13-15,0-1-15 16,-10 10-7-16,-2 10-19 16,-7 16 19-16,0 11-9 15,1 18-16-15,-5 9-58 16,4 0-53-16,-2 36-73 15,8 36-5-15,6-8-87 16,7-4-184-16</inkml:trace>
  <inkml:trace contextRef="#ctx0" brushRef="#br1" timeOffset="109675.63">15772 2739 192 0,'0'0'233'0,"0"0"-145"0,0 0 21 0,0 0 70 15,0 0 23-15,0 0-30 16,0 0-13-16,51 0-44 16,-40-5 22-16,5-1-8 15,4-6-19-15,7-3-19 16,2-6-35-16,0-3-26 16,0-5 1-16,-2-7-8 15,-3 5-5-15,-4-7-11 0,-9 3-5 16,-6 1 5-1,-5 3-7-15,0 5-34 0,-16 8 15 16,-8 4 19-16,-13 14 1 16,2 0 1-16,-7 18 6 15,-3 22 9-15,5 9-12 16,11 11-5-16,12 5-17 16,11-2-13-16,6-3-11 15,14-11 10-15,15-9 18 16,9-14 13-16,6-10 0 15,6-16-25-15,1 0-42 16,0-9-31-16,-2-20-19 16,-7-11-6-16,-5-4 8 15,-9-5 57-15,-10-1 26 0,-7 6 32 16,-4 8 68-16,-2 9 29 16,-5 12 15-16,0 10-7 15,0 5-93-15,0 0-12 16,0 29-38-16,0 14 35 15,2 10-6-15,0 10-66 16,0-5-63-16,4-1 64 16,-1-12 63-16,-5-14 11 15,0-9 6-15,0-11 49 16,0-8 21-16,0-3 88 16,0 0 48-16,0-16-44 0,-5-17-119 15,-1-7 4 1,6-11 6-16,0-10-10 0,0-4-12 15,6 5-14-15,13 0-2 16,2 11-15-16,6 7-6 16,-2 9-34-16,2 13-96 15,8 11-114-15,-4 2-147 16,-8 7-336-16</inkml:trace>
  <inkml:trace contextRef="#ctx0" brushRef="#br1" timeOffset="110033.27">17592 2690 11 0,'0'0'264'0,"0"0"-264"0</inkml:trace>
  <inkml:trace contextRef="#ctx0" brushRef="#br1" timeOffset="110810.53">17592 2690 735 0,'2'-92'349'16,"-2"85"-260"-16,5 3-68 15,-5-3 94-15,0-2-1 16,0 0-19-16,0 3-6 16,0-5-9-16,-7 2 0 15,-4 0-23-15,-7 0-26 16,1 0-2-16,-6 2-29 16,-6 5 22-16,-6 2-4 15,-10 0 7-15,1 0 14 16,-4 14 14-16,11 6-27 15,1 0-1-15,9 4-25 16,10 3 0-16,3-1-1 16,8-1 1-16,6-1-27 0,0-3 4 15,6-3 22-15,17-5-50 16,8-6 4-16,9-5 0 16,5-2-44-16,1 0-7 15,1-11 14-15,2-8-30 16,-6-1 63-16,-12 5 20 15,-2-2 31-15,-14 9 0 16,-6 2 30-16,-6 6 69 16,-3 0-4-16,0 0-8 15,0 0-43-15,-8 25-44 16,-3 13 26-16,-5 19 28 16,1 17-25-16,1 15-20 0,4 25-8 15,3-5-1-15,-2 0-1 16,0-2-90-16,-2-25 30 15,-2 1 31-15,-5-17 0 16,-9-18 17-16,0-19-8 16,-8-14 21-16,-5-13 94 15,-3-2 1-15,-1-13-3 16,4-20-23-16,5-17-27 16,8-12-7-16,8-14 14 15,19-31-48-15,0 5 24 16,11-10-10-16,24 8-14 15,2 22-1-15,9-1-3 16,6 20 3-16,10 12-18 0,5 18-3 16,2 3-24-1,9 13-2-15,-2 6-64 0,11-1-71 16,-18 10-138-16,-14-2-218 0</inkml:trace>
  <inkml:trace contextRef="#ctx0" brushRef="#br1" timeOffset="111443.46">18018 2496 771 0,'0'0'205'0,"0"0"-152"0,0 0 24 0,0 0 87 16,0 0-28-16,0 0-87 16,0 0-36-16,-65-38-5 0,34 53 15 15,-11 14 21 1,-5 11 34-16,7 5-12 0,-1 4-2 15,12 3-16-15,8-4-26 16,9-1-20-16,10-9-2 16,2-9 10-16,0-9-9 15,14-7-1-15,7-10 0 16,10-3 32-16,8 0 4 16,1-9-7-16,0-18-14 15,-2-6-15-15,-6-5 0 16,-3-2-20-16,-10 4-31 15,-5 4 30-15,-1 12 21 16,-9 9 5-16,-4 11-5 16,0 0-21-16,0 0 10 15,0 25 11-15,0 4 34 0,0 9 3 16,7-2-36-16,7-7 8 16,5-3-9-16,4-8 0 15,3-9 0-15,3-9 6 16,3 0 0-16,-1-13-6 15,6-19-36-15,-1-3-5 16,-2-7-11-16,-3-3 3 16,-7-2-5-16,-1 0 20 15,-7 3-15-15,-5 6 7 16,-3 9 42-16,-6 11 104 0,-2 11-34 16,0 7-22-1,0 0-39-15,0 14-3 0,-4 19-6 16,-7 12 52-16,3 8-37 15,0 5-9-15,8-3-12 16,0-5 12-16,0-10-2 16,0-9 6-16,10-9-10 15,-4-8-4-15,-1-8 4 16,1-6-1-16,-2 0-32 16,4-15-82-16,-4-14-48 15,-2-4-589-15</inkml:trace>
  <inkml:trace contextRef="#ctx0" brushRef="#br1" timeOffset="111579.46">18294 2262 1255 0,'0'0'184'0,"0"0"-184"0,0 0-637 0,0 0 348 0,0 0-44 0</inkml:trace>
  <inkml:trace contextRef="#ctx0" brushRef="#br1" timeOffset="111976.86">18577 2400 543 0,'0'0'286'0,"0"0"-169"16,0 0-52-16,0 0 16 15,0 0-5-15,0 0 47 16,0 129-38-16,-2-71-51 0,0 4-19 15,2 0-14-15,0 1 8 16,0-9-7-16,0-12 25 16,4-11 12-16,-2-11 32 15,0-11-5-15,0-5 11 16,-2-4 43-16,8 0 19 16,-2-6-20-16,1-19 3 15,11-8-72-15,-1-12-36 16,8-8-12-16,-2-3 10 15,6 3-12-15,-6 1 1 16,0 15 0-16,-7 8 14 16,-7 15-14-16,-5 12-1 15,-4 2-26-15,0 2-19 0,0 27 22 16,0 9 15-16,0 13 8 16,0 8 11-16,0-4-11 15,0-4-56-15,0 0-51 16,0-13-148-16,-7-13-327 0</inkml:trace>
  <inkml:trace contextRef="#ctx0" brushRef="#br1" timeOffset="112577.61">19555 2146 1053 0,'0'0'517'0,"0"0"-394"0,0 0-87 0,0 0 87 15,0 0 37-15,0 0-52 16,0 0-93-16,-10-90 0 16,27 82-15-16,5-1 1 15,14 0 12-15,4 3 1 0,3 6-13 16,-1 0 14-16,-1 0-15 15,-6 24-18-15,-9 7 5 16,-8 14-11-16,-12 8 7 16,-6 12 8-16,0 4 9 15,-19 4 0-15,-10-4-1 16,-4 3-21-16,-12-10-54 16,-16 10-98-16,8-15-153 15,4-12-250-15</inkml:trace>
  <inkml:trace contextRef="#ctx0" brushRef="#br1" timeOffset="112911.76">19642 2946 1149 0,'0'0'629'0,"0"0"-553"16,0 0-66-16,0 0 3 15,0 0 22-15,-72 134 28 16,51-90-33-16,5-2-30 16,11-4-1-16,5-9 1 15,0-7 1-15,5-11-1 16,19-6 0-16,3-5 35 16,9-7 25-16,-1-17 9 15,-4-12-2-15,-8-4-2 16,-10-2-5-16,-11 0-24 15,-2 4-3-15,-9 2-16 16,-20 9-17-16,-15 9 0 16,-9 9-91-16,-32 9-97 0,18 11-176 15,11 12-615-15</inkml:trace>
  <inkml:trace contextRef="#ctx0" brushRef="#br2" timeOffset="132083.35">4070 5363 484 0,'0'0'109'0,"0"0"-86"0,0 0 41 0,0 0 73 0,0 0 12 0,0 0-49 16,0 0-67-16,-9-11 31 16,9 11 15-16,0-2 15 15,0 0-1-15,0 2-20 0,0-3 11 16,0 3-15-16,0-2-17 15,0 2-7-15,0-2-18 16,0-2-4-16,7-1-22 16,4-2-1-16,5 1 10 15,4 1-9-15,0 1 7 16,2 2-8-16,1 2 0 16,0 0-1-16,4 0-1 15,-2 0 2-15,0 0-1 16,-5 4-5-16,-3 7-3 15,-5 3-4-15,-3 1-15 0,-5 3 0 16,-4 11-4-16,0 2 32 16,-4 9 0-1,-17 2 27-15,-3 3-16 0,-8-5-11 16,-1 5-1-16,-5-12-14 16,-6 3 15-16,-3-7 37 15,1-3-36-15,-4-6 32 16,1-4-14-16,9 0-18 15,0-8 48-15,5-3-21 16,10-5-21-16,5 0 2 16,5 0-9-16,10 0-44 15,2-11 19-15,3 0 16 16,0-3-17-16,18-1 25 16,11-5-5-16,7 4 5 0,7-2 1 15,5 3 0-15,4 1 0 16,4 3 0-16,-1 0 0 15,1 11 1-15,-5 0-1 16,-5 0-14-16,-9 0-14 16,-9 16 0-16,-6 2 11 15,-3 4 2-15,-4 0-7 16,-9 7 5-16,4 2 9 16,-6 0-8-16,-4-1 12 15,0 3 4-15,0-2 12 16,-18-2 1-16,1 4 7 15,-8-4-10-15,-6 0-10 0,-7-4 0 16,-5-5 33 0,-3-2-5-16,-6-5 25 0,6-4 27 15,1-5-33-15,7-4-9 16,7 0 17-16,11 0-55 16,3-13-25-16,12-5 3 15,5 0-3-15,0-2 0 16,5 0 6-16,14 0-11 15,12 2 17-15,6 3 1 16,2 2-9-16,3 1 6 16,6 10 8-16,-2 2 5 15,-1 0 2-15,-3 0-1 16,-2 14-23-16,-2 6-24 0,-12 2 7 16,-1 2-13-1,-11 3 16-15,-3 0-17 16,-9 4 6-16,-2-2 18 0,-2 2 20 15,-21-2 9-15,-8 0 4 16,-11-2 3-16,-7 0 22 16,-4-5-11-16,-3-2 40 15,-2-7 5-15,2-2-7 16,8-6 13-16,0-5-7 16,13 0-17-16,6 0-43 15,8-2-9-15,11-12-16 16,5 1 6-16,5 4 3 15,0-2 1-15,7 2-14 16,17 0 13-16,1 2 15 0,6 5 0 16,1 0-8-1,-1 2-1-15,0 0-39 0,-2 7-11 16,-3 10 21-16,-1 1 5 16,-5 7 10-16,-3-3 6 15,1 2-2-15,-7-1 5 16,-5 3 2-16,-4 2-16 15,-2-4 20-15,0 0-4 16,-16-1 13-16,-9-1 0 16,-8 0 14-16,-5-2 23 15,-6 0 38-15,-4-2 5 16,-3-2-6-16,7-3-6 16,0-4-3-16,5-2-36 15,10-5-12-15,10-2 2 16,5 0-11-16,12 0-8 0,2 0-33 15,0-2-48-15,4-12 61 16,12 1-25-16,3-5 29 16,4 2 14-16,-3 3-4 15,-7 6 5-15,-1 1 1 16,-6 1-9-16,-1 3 9 16,-5 0 9-16,0 2-8 15,0 0 3-15,0 0-4 16,0 0 0-16,0 0 0 15,0 0 1-15,0 0 12 16,0 0 9-16,0 0-4 16,0 0-7-16,0 0-10 15,0 0 6-15,0 0 3 0,0 0 1 16,0 0-10-16,0 2-1 16,0 7 3-16,0 2 47 15,4 9-4-15,0 7-7 16,1 6-7-16,0 5-10 15,1 13-3-15,3 5-18 16,2 4 14-16,-1 0-2 16,-4-2-12-16,0-2-2 15,-3-7 1-15,-3-4 0 16,0-12 0-16,0-4 0 0,0-4-9 16,0-10 9-1,0-8 13-15,0-3-12 0,0-1 14 16,0-3-6-1,0 0-8-15,0 0 18 0,0 0-12 16,0 0 2-16,0 0-3 16,0 0-6-16,0 0 1 15,0 0-2-15,0 0 1 16,0 0-47-16,-5 0-36 16,1 0-40-16,-7 0-124 15,2-3-68-15,0-1-258 0</inkml:trace>
  <inkml:trace contextRef="#ctx0" brushRef="#br2" timeOffset="133301.21">2630 7268 505 0,'0'0'616'0,"0"0"-577"0,0 0-39 0,0 0 0 0,0 0 46 16,0 0 16-16,0 0-49 15,-64 9-11-15,64-7 9 16,0-2 18-16,0 0 3 16,0 0-7-16,0 0 14 15,0 0-3-15,0 0-11 16,0 0-6-16,0 0-7 15,0 0 20-15,0 0-22 16,0 0 6-16,0 0 4 16,0 0-19-16,0 0-1 15,7 0 1-15,2 0 15 16,4 0 13-16,1 0 0 16,3 0 6-16,3 0 12 0,1 0-13 15,5 0-17-15,1 0 18 16,11 0-14-16,4-2-7 15,8 0 3-15,9-3-3 16,9 3 14-16,9-2-6 16,10-3 4-16,9 0-5 15,4 1-2-15,5-8 0 16,-7 3 6-16,-5 2-25 16,-12-2 3-16,-16 5-2 15,-17-1-1-15,-15 2 0 16,-4 1 2-16,-13 0-2 15,-7 1-6-15,-5 1 6 16,-1 2 2-16,-3 0-2 16,0 0 12-16,0 0-12 15,0 0-13-15,0 0-2 0,0 0 15 16,0 0-3-16,0 0-4 16,0 0 7-16,0 0 0 15,0 0-10-15,0 0 0 16,0 0 4-16,0 0 4 15,0 0-17-15,0 0-37 16,0 0-72-16,0 0-48 16,0 0 6-16,0 0-31 15,0 0-19-15,0 0-1 16,0 0-28-16,0 0 1 0</inkml:trace>
  <inkml:trace contextRef="#ctx0" brushRef="#br2" timeOffset="137222.18">4703 5936 203 0,'0'0'302'0,"0"0"-197"15,0 0-56-15,0 0 39 16,0 0 25-16,0 0-31 16,0-114-14-16,0 98-19 15,0-1 16-15,-7 3-1 16,5 1 26-16,-3 8-16 16,1 1-7-16,2 2-8 15,0 0-24-15,0 2-15 16,2 0-11-16,0 0-2 0,0 0-7 15,0 0 0 1,0 0-9-16,0 0-5 0,0 11 1 16,0 18 13-16,-3 13 103 15,1 12-9-15,-2 6-45 16,4 7-25-16,0-1 5 16,0 3-10-16,0 2-3 15,0-1-15-15,0-1 11 16,0-5-2-16,0-7-5 15,0-9-4-15,0-12-2 16,-2-9-5-16,-1-9 6 16,0-10 6-16,3-1-5 15,0-5 5-15,0-2-6 16,0 0 1-16,0 0-1 0,0 0 0 16,0 0-36-16,0 0-40 15,0 0-62-15,0-4-3 16,0-12-38-16,3-1-315 0</inkml:trace>
  <inkml:trace contextRef="#ctx0" brushRef="#br2" timeOffset="137639.42">4901 5773 920 0,'0'0'188'0,"0"0"-135"0,0 0-7 0,0 0 79 0,0 0-22 16,0 0-19-16,0 0-33 16,0-16-6-16,0 16 5 15,0 3-14-15,0 17-15 16,0 11 46-16,0 12 2 15,0 12-22-15,-2 10-1 16,-2 6-21-16,-1 5-1 16,3 1-11-16,0 0 3 15,-2-4-12-15,4-6 4 16,0-7-4-16,-3-11-4 16,0-11 1-16,1-11 1 15,2-9 4-15,0-7-6 0,0-7 0 16,0-2-29-16,0-2-54 15,0 0-27-15,0 0-19 16,0-4-37-16,0-12-62 16,2-4-421-16</inkml:trace>
  <inkml:trace contextRef="#ctx0" brushRef="#br2" timeOffset="141193.57">5530 5180 637 0,'0'0'283'0,"0"0"-199"0,0 0-78 0,0 0 20 15,0 0 76-15,0 0-9 0,0 0-26 16,26-35-9-16,-24 33-2 16,1 2 5-16,-3 0-1 15,0 0-16-15,0 0-4 16,0 0 5-16,0 0-31 15,2 4-7-15,-2 18 15 16,9 9 17-16,-5 9 11 16,3 10-14-16,-3 3-20 15,4 5 2-15,-4 2-15 16,0-4-2-16,0-5 4 0,-4-2-5 16,5-13 0-16,-3-9-1 15,-2-10-5 1,0-8 4-16,0-4 2 0,0-3 11 15,0 0-5-15,0-2 1 16,0 0-7-16,0 0-1 16,0 0-11-16,0 0 12 15,0 0 0-15,0-11 13 16,0-4-13-16,-7-5 0 16,-5 2-14-16,-5 0 4 15,0 5-8-15,-1 1 2 16,-5 6 16-16,-1 1-9 15,-2 5 8-15,-5 0-7 16,-4 7 6-16,2 11 2 16,0 4 11-16,1 3-11 0,3 6 0 15,6 2-6-15,4 3 0 16,7 6-3-16,6-2 2 16,6 0-5-16,0 1 3 15,10-6 8-15,9-4-7 16,4-6-20-16,4-7-4 15,2-10 19-15,4-5-6 16,0-3 10-16,-1 0-4 16,3-14-5-16,-6-4-9 15,-2 1-8-15,-7-6 17 16,-7 1 10-16,-4 2 0 16,-7-2-3-16,-2 4 2 15,0 0 7-15,-17 4 4 0,-8 8 14 16,-4 4 5-16,-6 2-8 15,-3 0-1-15,-3 13 30 16,1 12 22-16,3 4 13 16,3 4-30-16,5 3-8 15,7 6-18-15,7-2-21 16,5 0 0-16,10-4-10 16,0-2-6-16,0-2 16 15,16-7-2-15,7 0-20 16,4-10 9-16,1-3 4 15,6-8 3-15,1-4 6 16,1 0-10-16,2-2 4 16,-3-12-16-16,-2-6-5 0,-4 7-4 15,-6-5-1 1,-8 1-6-16,-10-1 16 0,-5-1 16 16,0 7 6-16,-2 2 34 15,-18 4 2-15,-7 6-9 16,-4 0-1-16,-5 0-14 15,-1 13 18-15,-6 10 18 16,1 6 2-16,4 4-12 16,3 5-29-16,6 2 19 15,6 2-28-15,9-2-8 16,10-4-8-16,4-1 6 16,0-5-17-16,18-10-36 0,9-7 44 15,6-13-14 1,5 0 5-16,6 0-16 0,1-9 21 15,-3-9-43-15,-3-2 8 16,-6 0-7-16,-7-5 2 16,-10 10 37-16,-5-1 10 15,-9 5 16-15,-2 4 52 16,-9 5 56-16,-15 2-30 16,-8 0-39-16,-7 11 34 15,-9 12 31-15,2 5-28 16,2 6-20-16,3 1-27 15,10 2-28-15,6-2 5 16,12-2-6-16,7-6-16 0,6-5-5 16,0-6-20-1,11-7 9-15,13-7 10 0,7-2 13 16,3 0 9-16,6-7 0 16,-2-10-8-16,-4 1-11 15,-5-2-21-15,-8 3 4 16,-5 1 2-16,-9 3 15 15,-3 5 19-15,-4 3 0 16,0 3 11-16,0 0 18 16,0 0-17-16,-9 0 1 15,-1 3-13-15,-2 8 0 16,-1 0 14-16,3 0-14 16,4 2-1-16,-1-6 1 15,5 0-1-15,0-3-14 16,2-4-8-16,0 0-16 15,0 0 5-15,0 0-4 0,0 0 15 16,0 0 23-16,0 0 6 16,0 0 12-16,0 0 15 15,0 0 1-15,0 0-4 16,0 0 14-16,0 0 20 16,0 0 1-16,0 0-14 15,0 0-10-15,0 2-16 16,0 3-16-16,-4 6-8 15,-1 7 12-15,0 11-4 16,1 8 1-16,0 12-9 16,-1 7 8-16,1 2-8 0,-3 0 6 15,2-7-6-15,-1-4 10 16,-3-9-10-16,7-7 0 16,0-8 0-16,2-10 4 15,0-6-5-15,0-5-24 16,0-2 23-16,0 0 1 15,0 0 5-15,0 0 2 16,0 0-7-16,0 0 0 16,0 0-11-16,0 0-22 15,0 0-43-15,0 0-58 16,-2 0-43-16,-5 0-82 16,0 0-142-16,2 2-297 0</inkml:trace>
  <inkml:trace contextRef="#ctx0" brushRef="#br2" timeOffset="141626.87">5233 7255 698 0,'0'0'532'0,"0"0"-438"0,0 0-84 0,0 0 43 0,0 0 24 15,0 0-49-15,0 0-27 16,15 0 17-16,1 0 34 0,7 0-13 16,6-5-13-16,7-1-12 15,10-1-3-15,10 0-5 16,10 5 1-16,6-4-6 15,4 3 0-15,2 1 15 16,-3 2-15-16,-8 0 0 16,-9 0-1-16,-16 0 1 15,-11 0-1-15,-15 0-1 16,-7 0-6-16,-9 0 7 16,0 0 99-16,0 0 1 15,0 0-45-15,0 0-41 16,-9 0-14-16,-1-2-44 0,2 0-63 15,-9 2-86 1,-4-3-65-16,6 3-421 0</inkml:trace>
  <inkml:trace contextRef="#ctx0" brushRef="#br2" timeOffset="144180.42">5462 5165 229 0,'0'0'357'0,"0"0"-213"0,0 0-96 0,0 0 12 0,0 0 86 0,0 0-23 16,0 0-29-16,0 0-30 16,0-2 20-16,0 2 0 15,6 0 8-15,-6 0-9 16,2 0-24-16,0 0-37 16,0 0-7-16,5-3-15 15,1 3 8-15,6 0 8 16,3-2 4-16,6 2 3 15,2-2-8-15,6-3-6 16,4 3 8-16,3-4-6 16,7-1 0-16,6 0 5 15,5-2-15-15,6-4 8 16,5 6 4-16,-1-6-13 16,8 6 1-16,-5-2 5 15,-9 3 4-15,-8 3-4 0,-14 1 9 16,-9 2-15-16,-14 0 0 15,-6 0 0-15,-4 0 23 16,-5 0 17-16,0 0 15 16,0 0-9-16,0 0-20 15,0 0-12-15,0 0-13 16,0 0 9-16,0 0-10 16,0 0 0-16,0 0-23 15,0 0 4-15,0 0-8 16,0 0 5-16,0 0-5 15,0 0 6-15,0 0 8 16,-2 0-25-16,-1 0-37 16,-1 0-14-16,-1 0-15 0,-4 0-31 15,1 0-54-15,-1 0-19 16,-5 0 28-16,5 2-19 16,1 1-81-16</inkml:trace>
  <inkml:trace contextRef="#ctx0" brushRef="#br2" timeOffset="146984.79">5850 7210 926 0,'0'0'306'0,"0"0"-246"0,0 0-45 0,0 0 78 16,0 0 3-16,0 0-37 15,0 0-40-15,-8 0-17 0,8 0 18 16,0 0 2-16,0-2 11 16,0 2 4-16,0 0-4 15,0 0 5-15,0 0-7 16,8 0-8-16,5 0-1 15,8 0 2-15,8 0-2 16,6-2-6-16,10 0-5 16,4 0-5-16,5-1 0 15,1 1-5-15,-2 2-1 16,-1 0-1-16,-5 0-5 16,-9 0 6-16,-7 0 14 15,-9 0-14-15,-6 0 2 16,-6 0-2-16,-7 0-9 0,0 0 9 15,-3 0 0-15,0 0 30 16,0 0-13-16,0 0 2 16,0 0 3-16,0 0-13 15,0 0-8-15,0 0 10 16,0 0-10-16,0 0 0 16,0 0-1-16,0 0-5 15,0 0 3-15,0 0 1 16,0 0 1-16,0 0-1 15,0 0 1-15,0 0 0 16,0 0 0-16,0 0 0 16,0 0 0-16,0 0 0 15,0 0 0-15,0 0 0 16,0 0 1-16,0 0-1 16,0 0-17-16,0 0 6 0,0 0 11 15,0 0 11-15,0 0-4 16,0 0-6-16,0 0-1 15,0 0 8-15,0 0-8 16,0 0-1-16,0 0 1 16,0 0 7-16,0 0-6 15,0 0 1-15,0 0-1 16,0 0 5-16,0 0-6 16,0 0 0-16,0 0 10 15,0 0-6-15,0 0 4 16,0 0-7-16,0 0 0 15,0 0-1-15,0 0 1 16,0 0-2-16,0 0 1 0,0 0 0 16,0 0 0-16,0 0 0 15,0 0-1-15,0 0-6 16,2 0-20-16,2 0 19 16,0 0 8-16,9 2-1 15,-1-2 1-15,3 3-1 16,1-3-8-16,-1 2 7 15,-1-2-9-15,1 2 1 16,-3-2 10-16,-3 0 0 16,-5 2 1-16,0-2-1 15,1 0 0-15,-5 0 1 16,2 0 9-16,-2 0 5 16,0 0 5-16,0 0-6 15,0 0-2-15,2 0-11 0,-2 0 8 16,0 0-8-16,3 0 1 15,-3 0 10-15,0 0-3 16,0 0-2-16,0 0 8 16,0 0-3-16,0 0-5 15,0 0 2-15,0 0 1 16,0 0 2-16,0 0-4 16,0 0-2-16,0 0-5 15,0 0 0-15,2 0 0 16,1 0 1-16,3 0-2 15,0 0 11-15,1 0-10 0,7 0-1 16,-3 0 1 0,5 0 1-16,3 0-2 0,2 0 0 15,-1 0 1-15,1 0-1 16,-2 0 1-16,-2 0 1 16,1 0-2-16,-5 0 1 15,1 0 0-15,-5 0 0 16,-1 0 0-16,-2 0-1 15,-2 0 0-15,-2 0 1 16,2 0 0-16,-4 0 0 16,0 0 0-16,0 0 1 15,0 0 0-15,3 0-2 16,-3 0-5-16,0 0 5 16,0 0 7-16,0 0-7 0,0 0-1 15,0 0 1-15,0 0 0 16,0 0 6-16,0 0-6 15,0 0 6-15,0 0-4 16,0 0 4-16,0 0-5 16,0 0 6-16,0 0-4 15,0 0-2-15,0 0 0 16,0 0 0-16,0 0-1 16,0 0-6-16,0 0-23 15,0 0-27-15,0 0-57 16,-13-2-112-16,-8-2-127 15,8-3-498-15</inkml:trace>
  <inkml:trace contextRef="#ctx0" brushRef="#br2" timeOffset="151388.26">6093 5080 678 0,'0'0'357'0,"0"0"-247"0,0 0-69 0,0 0-24 0,0 0 93 0,0 0-26 15,0 0-49-15,0 0-16 16,0 0 7-16,0 0 41 16,0 0 20-16,3 0 1 15,-1 0-17-15,0 0-22 16,6 0-19-16,6 0-6 15,6 5 10-15,9-3 15 16,12 5-21-16,5-3-3 16,10 3-18-16,4-1 8 15,2-1-15-15,3 1 0 16,-1 1 0-16,-3 0 0 16,-3 0 0-16,-9-3-10 0,-7 0-13 15,-11 1-5-15,-4-3 19 16,-14-2 2-16,-5 0 7 15,-8 0 0-15,0 0 6 16,0 0 5-16,0 0-1 16,0 0 5-16,0 0-7 15,0 0-1-15,0 0-7 16,0 0-11-16,0 0-23 16,0 0-8-16,0 0-27 15,0 0-10-15,0 0 6 16,0 0 4-16,0 0 1 15,0 0-11-15,0 0-24 0,0 0-7 16,0 0 42-16,0 0 32 16,0 0 28-1,0 0 8-15,0 0-1 0,0 0 1 16,0 0 0-16,4 0 0 16,-2 0 1-16,2 2 0 15,-2 1-1-15,5-3-1 16,-7 0 1-16,6 0-1 15,-3 0 1-15,0 0 1 16,-1 0 1-16,-2 0-1 16,0 0-1-16,2 0 1 15,-2 0 0-15,0 0 0 16,0 0 0-16,0 0 11 0,0 0 5 16,0 0 8-1,0 0 28-15,0 0 17 0,0 0-12 16,0 0-13-16,0 0-9 15,2 0-7-15,2 0-13 16,3 0 2-16,4 0 1 16,0 0-8-16,2 0-2 15,6 0-9-15,-2 0 1 16,5 0 8-16,1 0-9 16,6 0 6-16,0 0 2 15,4-5 7-15,1 1 4 16,1-3 3-16,-4 5 4 15,-4 0-11-15,-8-1-2 16,-7 3-12-16,-5 0 0 16,-3 0-1-16,-4 0 0 0,0 0 1 15,0 0 33-15,0 0-4 16,0 0-5-16,0 0-14 16,0 0 5-16,0 0-5 15,0 0-11-15,0 0-9 16,0 0-10-16,0 0 5 15,0 0-12-15,0 0-3 16,0 0 5-16,0 0 0 16,0 0 22-16,0 0 2 15,0 0 0-15,0 0 0 16,0 0-1-16,0 0-5 16,0 0 6-16,0 0 1 15,0 0 8-15,0 0-9 16,0 0 10-16,0 0-9 15,0 0 5-15,0 0 1 0,0 0 6 16,0 0-4-16,0 0 11 16,0 0 1-16,0 0 1 15,0 0-3-15,0 0 7 16,0 0 3-16,0 0-11 16,0 0-5-16,0 0-5 15,0 0-8-15,0 0-5 16,-2 11-11-16,-4 9 15 15,3 12 1-15,-1 4 8 16,0 4-8-16,2 9-13 0,2 0 13 16,0 4 6-16,0-6-6 15,0 4 5-15,0-8-5 16,4-1 2-16,-2-7 7 16,2-8-9-16,-1-9 1 15,-3-7 0-15,0-6 2 16,0-3 0-16,0 0-3 15,0-2 9-15,0 0-8 16,4 0 13-16,-4 0-13 16,0 0 0-16,0 0 5 15,0 0-6-15,0 0 0 16,0 0 0-16,2 0 0 16,0 0-5-16,-2 0 5 15,0 0 0-15,0 0 0 16,0 0 0-16,0 0 0 0,0 0 0 15,0 0 1-15,0 0 1 16,0 0-1-16,0 0 5 16,0 0-5-16,0 0-1 15,0 0-7-15,0 0-4 16,0 0-14-16,0 0-8 16,-8 0-18-16,-5 0 24 15,-12 0 26-15,-8 7-32 16,-8-1 33-16,-8 5-1 15,-2 1-1-15,0-1 2 16,0 2 3-16,1-4 9 16,8 4-11-16,5 1 12 15,14-8-13-15,5 1-8 0,14-3-17 16,4-1-4-16,0-1-44 16,0 0-29-16,18 0 62 15,9 1 24-15,6-3 8 16,5 0 2-16,1 0-10 15,7 0 15-15,0 0 1 16,3 0 0-16,2 2 8 16,3 1-8-16,1-2 12 15,-3-1 1-15,4 2-12 16,-8 1 15-16,-8 2-16 16,-1-1 1-16,-18-2 0 15,0 2-1-15,-15-2-22 16,-6 3-6-16,0-2 13 15,-21 3 15-15,-18 5 71 0,-12 1-24 16,-13-1-15-16,-8 2 32 16,-1-2 20-16,-1 0-3 15,3-2-39-15,2 0-18 16,9 4 11-16,6-1-35 16,14-1 13-16,11-2-13 15,9-3-24-15,11 1 16 16,5-5-2-16,4 0 0 15,0-2-16-15,0 3-10 16,0-1 20-16,13 0 11 16,7 0 5-16,7 1 1 15,6-3 5-15,7 2 4 16,10-2-4-16,3 2-5 16,6 2 6-16,4-1-5 15,-5 3 9-15,-2 5-11 0,-9 1-13 16,-11 3 7-16,-7 1-59 15,-7 1 1-15,-9 1 28 16,-6-2-15-16,-7-1-21 16,0 2 27-16,0-4 45 15,-23 0 16-15,-5 1 0 16,-9-1-6-16,-9 0-10 16,-5 1 13-16,-5-1 26 15,-2-2 5-15,-2 0 41 16,7-2-8-16,3 0-34 15,8-2 3-15,9-3-7 0,13-2-1 16,7 1-38-16,7-3-35 16,6 4 11-16,0-4-1 15,0 2 10-15,0 5-40 16,12-3 39-16,1 3 16 16,5 2 0-16,3-2 1 15,-2 1 14-15,1 1-9 16,0 3 1-16,0 1-6 15,-1 0 5-15,-4 3-6 16,-1 4-2-16,-2 3 2 16,-3 3 8-16,1 3 3 15,-6 5-11-15,-2-3 1 16,-2 4-1-16,0 1 2 16,0 4 11-16,0-2-10 15,-2 4 6-15,-2-4-8 0,-1 5 5 16,2-8 1-16,3-1-2 15,-2-3-4-15,2-2-1 16,0-5 0-16,0-2 1 16,0 1 9-16,0-1-10 15,0-2-6-15,0 0 6 16,0-2 2-16,0-5 5 16,0-1-6-16,0-3-1 15,0-3 0-15,0-1-1 16,0-3 1-16,0 0 0 0,0-2 1 15,0 2 0 1,0 1 0-16,0-3 0 16,0 4 5-16,0-2-5 0,2 0-1 15,1 5-1-15,-3-7 1 16,0 7 0-16,0-7 0 16,5 4-1-16,-5-4 1 15,2 2 1-15,-2-2 0 16,0 0 0-16,0 0 0 15,0 0 6-15,0 0-5 16,0 0 0-16,0 0-2 16,0 5 0-16,0-3 0 15,0-2 8-15,0 0-7 0,2 0-2 16,-2 0 2 0,0 0-1-16,0 0 1 15,0 0 5-15,0 0 8 0,0 0-5 16,0 0-8-16,0 0 10 15,0 5-9-15,0-5-1 16,0 0 5-16,0 0-6 16,0 0 0-16,0 0 0 15,0 0 27-15,-2 0 9 16,-12 0 3-16,-1-5-22 16,-3-2 20-16,-2 5-12 15,-2-2 5-15,-5-3-5 16,-4 5-13-16,-5-3-2 15,-5 3 2-15,4 2-12 16,-1 0 15-16,5 0-15 0,4 0 1 16,6 0 0-1,8 0-1-15,5 0 3 0,8 0-3 16,0 0-19 0,2 0-16-16,0 0-11 0,0 0 9 15,0 0 12-15,0-2 0 16,0 2-2-16,0-4-8 15,0 4-26-15,0-5-61 16,14-6-144-16,-3 2-232 16,-3 2-272-16</inkml:trace>
  <inkml:trace contextRef="#ctx0" brushRef="#br2" timeOffset="158950.76">2459 5292 416 0,'0'0'203'0,"0"0"-54"0,0 0 14 0,0 0 27 0,0 0-14 16,0 0-58-16,0 0-34 15,5 0-27-15,-3 0 17 16,0 0-32-16,0 0 8 15,3 0-5-15,6 0-7 16,4 0 18-16,14 0 4 16,11 0 13-16,10 0-38 0,8 0-6 15,13 0-14 1,3 4-5-16,10-1-2 0,3-3-7 16,0 4 1-16,-4-2 6 15,-4 1-7-15,-7-1-1 16,-7 0-11-16,-9 0 9 15,-10 1 2-15,-6-1 1 16,-4-2 0-16,-8 2 0 16,-1-2 0-16,-2 0 0 15,0 0 0-15,-1 0 1 16,1 0-1-16,-1 0-1 16,5 0 1-16,0 0 1 15,-5 0-1-15,3 0-1 16,-6 0 0-16,-8 0-1 0,-5 0 1 15,-6 0-1-15,1 0 0 16,-3 0-6-16,0 0 7 16,0 0 1-16,0 0-1 15,0 0 0-15,2 0 1 16,3 2-1-16,-3-2 0 16,7 2 1-16,-1 1-1 15,-1-1 2-15,0 0-1 16,-4 0 0-16,3-2-1 15,0 3 0-15,1-3 2 16,0 2-2-16,4 0 0 16,0-2 6-16,3 2-6 15,3-2 0-15,-1 2-1 0,-1-2-5 16,-3 3 5-16,3-1 0 16,-1 0 0-16,-3 0 1 15,2 1 0-15,1-1 0 16,-3 0-2-16,2 0 2 15,-2-2 2-15,-4 0-2 16,-1 0 1-16,-6 0-1 16,5 0 0-16,-5 0 0 15,0 0-10-15,0 0-1 16,0 0-25-16,-5 0-42 16,-8 0-54-16,-14 7-31 15,-2-7-164-15,2 7-196 0</inkml:trace>
  <inkml:trace contextRef="#ctx0" brushRef="#br2" timeOffset="170877.43">2948 6489 554 0,'0'0'518'0,"0"0"-364"0,0 0-112 0,0 0 6 0,0 0 11 15,0 0-14-15,0 0-33 16,0-5-12-16,0 5-11 15,0 0-53-15,0 0-52 16,0 2-127-16,0 2-163 0</inkml:trace>
  <inkml:trace contextRef="#ctx0" brushRef="#br2" timeOffset="180654.96">1031 6000 973 0,'0'0'181'16,"0"0"-180"-16,0 0 47 0,0 0 104 0,0 0-32 0,0 0-14 16,0-35-24-16,0 30-12 15,0 3-13-15,0 2-12 16,-7-4-11-16,-1 2-34 16,1 2-7-16,-5-5-2 15,-1 5 9-15,-3 0 1 0,-3 0-1 16,-4 0 0-1,-1 0-6-15,-1 5 17 0,1 3-19 16,-1 6 24-16,3-1-16 16,5 3 17-16,1-1-17 15,3 3-13-15,-1 2 12 16,1 5-10-16,3-1 4 16,4 5 7-16,-3 0 14 15,0 3-5-15,-2 1-7 16,2 2-1-16,0 1 5 15,3 0 1-15,-2-1-6 16,4 3-1-16,2-5-12 16,2 5-14-16,0-2 16 15,0-2 10-15,6 1 0 16,8-4-2-16,1 1 2 0,2-6 0 16,-2 1 2-1,7-3-2-15,-1-1 0 0,-4-3 10 16,1 0-10-16,-1-6 0 15,-3-2 0-15,1-3 0 16,1 1-7-16,0-4 7 16,4 1 2-16,0 1-2 15,4-8 11-15,-4 5-10 16,7-5 16-16,-2 0-4 16,0 0-12-16,1-5 8 15,-2-3-9-15,3-5 0 16,-2 2 12-16,0-5 1 15,-2-2-4-15,-2-2 1 16,-1 4 6-16,3-6-1 16,-4 0 17-16,4-1-12 0,-1-6-2 15,0 5-8-15,0-7 8 16,-1 0-8-16,-4 0-1 16,-1-1 3-16,-3 1-6 15,1 0 0-15,-3 4-5 16,-3 2 18-16,0-3-1 15,-4 5 3-15,0-3-8 16,1-1 3-16,-5 0 8 16,0-4-1-16,0-1-3 15,0 0-1-15,-9 0-6 16,-5-1 2-16,-11-3-15 16,2 7 0-16,-8-2-21 0,-6 4 21 15,-1 3 0-15,3 10-6 16,-1 3 6-16,1 7-19 15,-1 4 8-15,-2 0-21 16,2 0-42-16,3 11-67 16,-5 20-51-16,9 0-127 15,7-2-383-15</inkml:trace>
  <inkml:trace contextRef="#ctx0" brushRef="#br2" timeOffset="182222.95">779 6518 1000 0,'0'0'224'0,"0"0"-211"0,0 0-13 0,0 0 65 0,0 0 29 16,0 0-40-16,0 0 3 16,0 0 21-16,0 0 52 15,0 0 22-15,0 0-45 16,0 0-41-16,0-3-27 15,0-13-27-15,0-2-12 16,0-8 0-16,0 4 10 16,2-5-10-16,6 2-1 15,0 1 0-15,-1 4 1 0,1 4-7 16,2 3-10 0,-4 0 16-16,10 4-9 0,-3 2 10 15,3 0 0-15,-3 7 0 16,3 0-7-16,0 0 5 15,1 0-24-15,-1 16 24 16,-1 2-12-16,-1 0 4 16,-1 2-5-16,1 4 5 15,-3-2 8-15,2 1-9 16,1-3 3-16,-4-5-21 16,0-2-5-16,-1-4 20 15,-3-1 3-15,-2-5 3 16,1 0-1-16,6-3-7 0,0 0-37 15,3 0 15 1,1-9 38-16,3-11 0 0,2 2 18 16,-4-6-18-16,1-1 12 15,-3-2-5-15,-1 1 5 16,-3-1-6-16,-2 5-6 16,-3 4-8-16,-3 5-12 15,-2 6-15-15,0 7-115 16,-5 0-113-16,-11 0-286 0</inkml:trace>
  <inkml:trace contextRef="#ctx0" brushRef="#br2" timeOffset="183107.5">999 5403 459 0,'0'0'124'0,"0"0"-84"0,0 0 25 0,0 0 32 16,0 0-24-16,0 0-31 15,0 0-14-15,0-2 21 16,0 2 3-16,0 0 0 15,0 0 0-15,0 0 16 16,0 0 39-16,0 5-54 16,4 15-1-16,6 11 3 0,-1 11 10 15,0 10-22 1,-2 8 6-16,2 2-11 0,-3 2-12 16,1-1 14-16,-2-3-7 15,-5-4-15-15,4-7 5 16,-4-9 2-16,0-9-13 15,0-11-11-15,0-7 9 16,0-6-8-16,0-2 5 16,0-3-7-16,0 0 0 15,0 0 0-15,0-2 7 16,0 2-7-16,0 1-6 16,0-1-14-16,0-2-33 0,0 2-54 15,0 0-31 1,0-2-70-16,0 0-109 15,0 0-273-15</inkml:trace>
  <inkml:trace contextRef="#ctx0" brushRef="#br2" timeOffset="184408.53">1047 5276 363 0,'0'0'199'0,"0"0"-179"0,0 0-5 0,0 0 61 0,0 0 15 0,0 0-58 0,0 0 24 15,0-36 26-15,0 35 36 0,0-2-19 16,0 3-6-16,0-2-13 15,0-1-17-15,0 0-9 16,0 0-16-16,0-2-31 16,0 1 0-16,0-1 2 15,0 2-1-15,0-2-2 16,0 0-6-16,0 1-1 16,0 1 0-16,0 3-7 15,0 0 6-15,0 0-19 16,0 0-3-16,0 0 4 15,0 0 1-15,0 0-2 16,0 0-13-16,0 0 6 16,0 0 20-16,0 0 0 15,0 0-21-15,0 0 7 16,0 0-13-16,0 0 7 0,0 0 5 16,0 0 13-16,0 0 0 15,0 0 8-15,0 0-5 16,0 0-3-16,0 0-4 15,0 0 7-15,0 0 6 16,0 0 0-16,0 0 4 16,0 0-4-16,0 0-1 15,0 0-12-15,0 0 2 16,0 0-4-16,0 0 2 16,0 0 13-16,0 12 9 15,0 4 23-15,-2 4 1 16,-1 0 5-16,-1 0-2 15,4 4 28-15,0-2-35 16,0 1-22-16,0-1 15 16,0 5-12-16,0-5 0 0,0 0 3 15,0-4 2-15,0-7-7 16,0 2-2-16,0-6 6 16,0 0-11-16,0-5-1 15,0 2 12-15,0 1-12 16,0-2 0-16,0-3-1 15,0 1 0-15,0-1-6 16,0 0-31-16,0 0-59 16,0 0-37-16,0 0-35 15,0-4-116-15,0-5-397 0</inkml:trace>
  <inkml:trace contextRef="#ctx0" brushRef="#br2" timeOffset="187580.21">849 5363 513 0,'0'0'195'0,"0"0"-132"0,0 0-11 0,0 0 70 0,0 0 14 0,0 0-47 16,0 0-12-16,0 0 10 16,0 0-1-16,0 0-15 15,0 0 4-15,0 0-5 16,0 0-13-16,0 0-22 0,0 0-7 16,6 0-9-16,1 0-6 15,6 0 15-15,5 0 39 16,11 0-16-16,6 0 5 15,11-4-18-15,4 2-19 16,6-3 3-16,0 1-9 16,4 1-2-16,3 1-3 15,1 2-8-15,-2-2 6 16,3 0-6-16,-1 0 12 16,3-3-11-16,3 1 9 15,1-3-10-15,-2 3-11 16,2-1 11-16,-4 3 0 15,-6 0 0-15,-7 2 0 16,-6 0-2-16,-6 0 2 0,-7 0-6 16,-10 0-2-16,-3 0 7 15,-4 0 1-15,2 0-2 16,-6 0-4-16,-1 0 6 16,-2 0 6-16,1 0-5 15,-2 0 3-15,-1 0 3 16,-4 0-5-16,2 0-2 15,1 0-1-15,-3 0-1 16,-5 0 2-16,4 0 9 16,-4 0-9-16,0 0-2 15,0 0 1-15,0 0 1 16,0 0 1-16,0 0-1 16,0 0 2-16,0 0-2 0,0 0 0 15,0 0-1 1,0 0-1-16,0 0 2 0,0 0 0 15,0 0 6-15,0 0-3 16,0 0-6-16,0 0 3 16,0 0 0-16,0 0 6 15,0 0-6-15,0 0-6 16,0 0 6-16,0 0 0 16,0 0 2-16,0 0 7 15,0 0-4-15,0 0-4 16,0 0-2-16,0 0 0 15,2 0 0-15,0 0 1 16,1 0 0-16,0 0 0 0,-3 0-1 16,0 0 0-1,0 0 1-15,0 0-7 0,0 0-12 16,0 0-15-16,0 0-42 16,-6 0-43-16,-15 2-115 15,0 2-45-15,-1 1-278 0</inkml:trace>
  <inkml:trace contextRef="#ctx0" brushRef="#br2" timeOffset="189147.93">1045 6867 827 0,'0'0'275'0,"0"0"-230"0,0 0-6 0,0 0 97 0,0 0 8 16,0 0-21-16,0 0-38 0,0 0-30 15,0 0 12 1,0 0 24-16,0 0-3 0,0 0-31 16,0 0-40-16,0 0-16 15,0 0-1-15,0 7-5 16,0 13 5-16,0 7 10 16,0 4 24-16,0 11-13 15,0 3-20-15,0 8 19 16,0-1-11-16,0 3 2 15,-7-4-11-15,5-4-4 16,-6-5 4-16,4-4 13 16,-2-9-12-16,4-9 0 15,-1-4 5-15,3-10-5 16,0 2-1-16,0-8-10 0,0 4 8 16,0-2 2-1,0-2-2-15,0 0 2 0,0 5 1 16,0-4 0-16,0 2-2 15,0-3-24-15,0 0-3 16,0 0-37-16,-2 0-68 16,-2 0-79-16,0 0-53 15,0 0-136-15</inkml:trace>
  <inkml:trace contextRef="#ctx0" brushRef="#br2" timeOffset="189866.59">968 7482 399 0,'0'0'322'0,"0"0"-195"0,0 0-56 0,0 0 72 16,0 0-35-16,0 0-32 16,0 0 3-16,29 0 26 15,-10 0-25-15,3 0-9 16,9-5 2-16,9-1-12 16,9-3-23-16,10 0-12 15,7-2-4-15,5-3 4 0,4 6 2 16,2-1 7-16,2-2-5 15,0 2-16-15,1 0 4 16,0 2-8-16,1 3-4 16,-6-1-6-16,-1 1-1 15,-3-1 1-15,-9 1 0 16,-6-1 19-16,-9 3-12 16,-14-2 5-16,-4 4 0 15,-13-3-12-15,-7-1 26 16,-5 4-24-16,-2 0 0 15,0 0-2-15,-2 0 18 16,0 0-18-16,0 0 17 0,0 0-16 16,0 0-1-16,0 0 0 15,0 0-1-15,0 0-15 16,0 0 16-16,0 0-8 16,0 0-5-16,0 0 13 15,0 0 0-15,0 0 3 16,0 0 6-16,0 0-4 15,0 0-5-15,0 0-13 16,0 0 13-16,0 0-10 16,0 0 7-16,0 0 1 15,0 0 2-15,0 0 3 16,0 0-3-16,0 0 0 16,0 0 14-16,0 0-14 0,0 0-24 15,0 0-27 1,0 0-23-16,0 0-51 0,-13 0-53 15,-2 0-47-15,1 0-261 0</inkml:trace>
  <inkml:trace contextRef="#ctx0" brushRef="#br3" timeOffset="208770.64">4230 4361 169 0,'0'0'334'0,"0"0"-205"0,0 0-99 0,0 0 54 16,0 0 73-16,0 0-41 15,0-11-54-15,0 4 6 16,0-2 12-16,0 2 21 16,0-2-36-16,0-2-27 15,0-4 7-15,0 4 7 16,0-1-15-16,0-1-4 0,2-1-2 15,2 3-12-15,-2 0-12 16,0 4 6-16,0 1-4 16,-2 1 0-16,0 5 7 15,0 0 7-15,0 0 11 16,0 0 20-16,0 0-48 16,0 0-6-16,0 7-28 15,0 11 4-15,-6 11 24 16,-8 7 23-16,-5 6-23 15,2 7 13-15,-3-2 2 16,0-7-5-16,6-11 7 16,1-3 0-16,9-12-7 15,2-8-10-15,2-1 1 0,0-5-1 16,0 0-16-16,0 0 16 16,0-7 37-16,6-17-15 15,7-5-22-15,6-5-8 16,-2-6 7-16,3-4 0 15,-1-1-18-15,-4 3-13 16,-5 8 26-16,0 7 6 16,-4 12 0-16,-3 6 6 15,-1 5 29-15,-2 4 18 16,0 0-15-16,0 0-38 16,0 0-5-16,0 11-20 15,0 11 25-15,0 7 28 0,0 5-11 16,0 1-3-1,0 5-13-15,0-2-1 0,0 2 9 16,0-2-8-16,0-2 7 16,2-1-8-16,2-1 0 15,1-5-42-15,2-5 14 16,-5-1 15-16,2-8-9 16,-1-4 0-16,-3 1 9 15,0-6-5-15,0-4-17 16,0 5-28-16,0 0 9 15,-7-1 32-15,-13 3-21 16,-5 0 37-16,-4 0 6 16,-2 0 22-16,-2 0-11 0,1-5 24 15,5-1-19 1,6 1 3-16,7-4 27 0,8 0-5 16,3 0-31-16,3 0-10 15,0 0-19-15,0 0 12 16,5 0-5-16,9 0 12 15,3 0 8-15,8 0 4 16,1-4-12-16,8 1 6 16,3-1-5-16,3-1 6 15,5 1-7-15,2 0 8 16,-2 1 1-16,1 1-2 16,-13 0 5-16,-6 2-11 15,-6 0-1-15,-13 0-7 16,-3 0 6-16,-5 0-27 15,0 0-12-15,0 0-59 0,-3 0 3 16,-16 0-61-16,-1 0-187 16,1 0-636-16</inkml:trace>
  <inkml:trace contextRef="#ctx0" brushRef="#br3" timeOffset="209337.19">4821 4269 930 0,'0'0'338'0,"0"0"-286"0,0 0-46 0,0 0 100 0,0 0 51 16,0 0-49-16,0 0-35 15,0-62-7-15,-3 62-12 16,-3 0-39-16,-3 0-1 15,-4 0-14-15,-3 4-1 0,-4 9-8 16,3 4 8-16,5-2-10 16,3-2-4-16,3-1 9 15,6-6-7-15,0-1-3 16,0-4-12-16,0-1 8 16,10 0 20-16,4 0 12 15,2-1-2-15,0-13 6 16,1-3 2-16,-3-3-5 15,-3-1 3-15,-7 3-1 16,-2 5 32-16,-2 4 14 16,0 2-13-16,0 5-46 15,0 2-2-15,-6 0-8 16,-3 0-11-16,-5 7-68 16,-1 11-96-16,-5 19-14 15,0-3-70-15,6-3-140 0</inkml:trace>
  <inkml:trace contextRef="#ctx0" brushRef="#br3" timeOffset="209756.04">4834 4675 539 0,'0'0'325'0,"0"0"-179"0,0 0-37 0,0 0 57 0,0 0 2 15,0 0-48-15,0 0-64 16,-71 87-32-16,64-67-13 16,5 0 0-16,2-7-11 15,0-2-7-15,0-4 6 16,0-7 1-16,0 0 22 15,2 0-3-15,12 0 33 16,-1-2 17-16,3-14 1 16,-1-4-23-16,1 0-18 15,-5-2-4-15,1 2 3 16,-8 2-11-16,-4 7 10 0,0 2-3 16,0 4-4-1,0 5-10-15,0 0-10 0,0 0-23 16,-7 0-2-16,-4 0-8 15,-2 0-85-15,-5 0-93 16,2 5-112-16,3-3-255 0</inkml:trace>
  <inkml:trace contextRef="#ctx0" brushRef="#br3" timeOffset="210388.09">5082 4334 875 0,'0'0'250'0,"0"0"-221"0,0 0-1 0,0 0 82 0,0 0 16 0,0 0-43 16,0 0-34-16,2-13 11 16,-2 13-28-16,0 11-25 15,0 7 43-15,2 8 24 16,-2 10-31-16,4 6-18 16,1 0-12-16,-2 3 7 15,1-5-13-15,-2-6-6 0,0-8-1 16,-2-6 7-1,0-8-7-15,0-10 0 0,5 2 1 16,-5-4-1-16,2 0 34 16,2 0 64-16,3-11 9 15,2-11-45-15,2-9-38 16,5-5-6-16,1-4-4 16,2 0-6-16,-2 0-1 15,-1 6-7-15,-5 7 10 16,1 10-1-16,-4 3-2 15,-1 8 2-15,-3-1-9 16,0 5 8-16,1 2-7 0,-2 0-1 16,1 0-4-16,2 9 4 15,3 15 18 1,5 12-18-16,-1 10 18 0,-4 6-6 16,5 3-12-16,-8-1 1 15,0-7 8-15,-1-5-9 16,-3-6 0-16,-2-14-15 15,0-4-17-15,0-9-38 16,0-9-101-16,0 0-224 16,-13-7-692-16</inkml:trace>
  <inkml:trace contextRef="#ctx0" brushRef="#br3" timeOffset="-211530.18">7419 6330 812 0,'0'0'224'0,"0"0"-193"0,0 0-10 0,0 0 81 0,0 0 57 16,0 0-69-16,0 0-49 16,-4 0 2-16,4 0-8 15,0 0 13-15,0 0 3 16,0 0-13-16,0 11-12 16,0 12-5-16,-2 14 66 0,-3 10 10 15,0 15-34-15,3 3-24 16,2 2-14-16,0 0-17 15,0-9 6-15,0-3-13 16,0-12 6-16,0-10 1 16,0-8-7-16,0-12 6 15,0-4-2-15,2-9-5 16,-2 5-1-16,0-5 0 16,0 0 0-16,0 0-44 15,0 0-63-15,0-18-110 16,0-7-168-16,-4 1-183 0</inkml:trace>
  <inkml:trace contextRef="#ctx0" brushRef="#br3" timeOffset="-211030.76">7352 6430 773 0,'0'0'263'0,"0"0"-207"15,0 0-34-15,0 0 101 16,0 0 36-16,0 0-60 15,0 0-64-15,123-66 4 16,-96 66 24-16,-6 11 16 16,0 6-33-16,-6 4-18 15,-3 3-27-15,-6 3-1 16,-6 2-3-16,0-2 3 16,0-1 12-16,-9-3-6 0,-7 1 7 15,1-6 1-15,-3-2-8 16,3-5 7-16,-1-2 1 15,7-3 2-15,3-4 16 16,0 3-16-16,6-5 10 16,0 2-26-16,0-2-5 15,0 0 5-15,0 0 8 16,0 0 19-16,0 0-1 16,0 0-6-16,0 0-20 15,8 9 6-15,5 4-4 16,9 5 18-16,5 2-5 15,4 2 4-15,1-2-7 16,1 1-3-16,-6-4 1 0,-2-1-9 16,-6-2-1-16,-3-1 1 15,-1-5-1-15,-6 0-24 16,0-2-65-16,-4 1-80 16,-3-7-53-16,-2 4-57 15,0-4-96-15,0 0-341 0</inkml:trace>
  <inkml:trace contextRef="#ctx0" brushRef="#br3" timeOffset="-210481.37">7878 6796 809 0,'0'0'501'0,"0"0"-405"0,0 0-21 0,0 0 105 0,0 0 21 15,0 0-55-15,0 0-64 16,0-3-52-16,0 3-20 16,0 0 0-16,0 12 9 15,0 4 17-15,0 8-11 16,0 5-9-16,0 4 8 15,0 3-17-15,0 0-1 0,0-5-5 16,0-9 5 0,0-2-5-16,0-7 1 0,0-6-1 15,0 0 8-15,0-5-7 16,0-2 11-16,0 0 9 16,0 0-1-16,0 0 3 15,0 0-9-15,0 0-4 16,2 0-10-16,0 0 5 15,1 0-4-15,7 0 3 16,6 0-4-16,11-5 9 16,9-1-4-16,6-5-5 15,9 4 8-15,-1 5-9 16,-2-3 1-16,-8 3 8 16,-9 2-8-16,-8 0 0 15,-9 0 14-15,-8 0-8 0,-4 0 1 16,-2 0-2-16,0 0-6 15,0 0-1-15,-2 0-26 16,-12 0-45-16,-30 7-72 16,4 2-156-16,-5 2-561 0</inkml:trace>
  <inkml:trace contextRef="#ctx0" brushRef="#br3" timeOffset="-206427.18">592 5925 614 0,'0'0'251'16,"0"0"-186"-16,0 0-23 0,0 0 82 0,0 0 30 0,0 0-38 16,0 0-39-16,-13 0 13 15,13 0 41-15,-6 0 21 16,-4-7-34-16,-1-8-24 15,-5-8-65-15,-1-8 15 16,-6-5 29-16,1-8-28 16,0-1-11-16,0-6-23 15,1-5-11-15,8-2 9 16,-1 0-9-16,10-2-6 16,4-4-15-16,0 4 9 0,4-3-6 15,19 0-4-15,14 6 0 16,6 1 3-16,10 7 17 15,5 7 2-15,2 4 0 16,1 6 7-16,3 3-6 16,-6 14-1-16,-11 1 1 15,-9 6 0-15,-11 3-1 16,-10 1-8-16,-5 4-15 16,-6 0-5-16,-6 0-2 15,0 0-3-15,0 0 5 0,0 0-14 16,0 0-32-1,0 0-37-15,0 0-57 16,0 0 0-16,0 0-14 0,0 0 0 16,0 0 11-16,0 0 21 15,-6 0 1-15,-8 4 56 16,1-4-55-16,0 0-110 16,-1 0 258-16,8 0 15 15,-1 0-5-15,-2-2 190 16,-2-7-64-16,2 0 216 15,0-2-287-15,0 0 78 16,3 2 22-16,1 2 8 16,3 1-73-16,2-1-12 15,0 7 9-15,0 0-22 16,0 0-42-16,0 0-20 0,0 0-12 16,0 0 7-16,0 0-8 15,0 0-11-15,2 0 4 16,7 0 1-16,2 0 6 15,5 0 23-15,-1 0-22 16,7 7 11-16,-3-1-10 16,-4 1 8-16,-3 4-3 15,0-4-7-15,-3-1 1 16,-1 1-2-16,-8-2 1 16,0-3 0-16,0 2 11 15,0 1 7-15,0 6-9 16,-10 4 32-16,-5 5 17 15,-6 0-5-15,6 8-24 16,-1-4-13-16,1-6-1 16,3-3-15-16,2-3 0 0,-2-1-9 15,8-2 9-15,-1-3-54 16,3 1-93-16,2 0-75 16,0-5-71-16,0-2-274 15</inkml:trace>
  <inkml:trace contextRef="#ctx0" brushRef="#br3" timeOffset="-205659.79">1248 4708 796 0,'0'0'256'0,"0"0"-196"0,0 0-41 0,0 0 78 0,0 0 60 15,0 0-51-15,0 0-41 16,33-104-12-16,-31 95 14 0,0 2-2 16,1 3-3-1,-3 4-14-15,0 0-16 0,0 0-6 16,0 0-5-16,0 0 2 16,0 0-23-16,0 0-7 15,0 17-27-15,2 12 26 16,-2 11 0-16,6 7 8 15,1 9 9-15,2-1 1 16,2-1-10-16,2-3-30 16,3-6 21-16,-1-10-7 15,-3-8 5-15,3-9-2 16,1-11 7-16,-1-3 6 16,6-4 0-16,5-4 1 15,6-21 11-15,3-10 6 16,3-8-7-16,-1-3 7 0,-2-6 1 15,-4-4 0-15,-5-4 7 16,1 0-24-16,-9-2 8 16,-7 0 5-16,-7 8-3 15,-4 7-11-15,0 11 30 16,-2 12 14-16,-11 6-41 16,-1 9-4-16,-1 5 0 15,-1 2 6-15,5 2-6 16,-4 0-13-16,1 15-1 15,-3 12 12-15,5 4 1 16,1 9-27-16,5 2 28 16,4 3 10-16,2-2-10 15,0-6 0-15,10-5 1 0,11-4-1 16,2-1 6-16,2-9-6 16,0-3-9-16,4-3-93 15,6-1-110-15,-6-9-149 16,-2 5-487-16</inkml:trace>
  <inkml:trace contextRef="#ctx0" brushRef="#br3" timeOffset="-205324.99">2067 4828 1189 0,'0'0'530'0,"0"0"-530"0,0 0 0 0,0 0 16 0,0 0 65 15,0 0-53-15,0 0-28 16,-69 25 0-16,51 4 20 16,3 5 8-16,5 1-28 15,4-6-7-15,6 2 1 16,0-6-10-16,0-10 7 15,14-4-6-15,5-8 15 16,6-3 25-16,6 0-23 16,4-16-2-16,-1-6-10 15,-5-3-45-15,-4-17-113 16,-7 6-87-16,-10 0-376 0</inkml:trace>
  <inkml:trace contextRef="#ctx0" brushRef="#br3" timeOffset="-204958.98">2129 4490 448 0,'0'0'412'0,"0"0"-263"15,0 0-15-15,0 0 62 16,0 0-92-16,0 0-91 15,0 0-13-15,0 9-19 0,0 15 19 16,0-2 28 0,0 3-13-16,0-7-14 0,0-2 9 15,0-5-10-15,7-7 0 16,2-2 12-16,2-2-5 16,2-2 73-16,5-16-1 15,-1-9-2-15,0-4-32 16,-6-2-26-16,-6-1 14 15,-5 3 3-15,0 7-23 16,-14 1-13-16,-5 10-7 16,-6 11-5-16,-25 4-51 15,11 18-115-15,1 7-220 0</inkml:trace>
  <inkml:trace contextRef="#ctx0" brushRef="#br3" timeOffset="-202004.89">6682 4272 1044 0,'0'0'276'0,"0"0"-276"0,0 0 1 0,0 0 44 16,0 0 69-16,0 0-42 16,0 0-21-16,0-21-32 15,0 21 2-15,0 0 34 16,0 0-13-16,0 0-11 16,0 0-16-16,0 0-7 15,0 0-6-15,0 0 7 0,0 0 14 16,0 0-22-16,0 0 13 15,0 0-14-15,0 16-15 16,0 4 15-16,2 14 41 16,0 3-8-16,6 8-10 15,0 4-2-15,1-2 1 16,1-1-2-16,4-3-10 16,-3-10-10-16,2-4 2 15,1-6-2-15,-3-8-1 16,-2-6 1-16,0-9 0 15,2 0 1-15,7 0 32 0,5-13 36 16,2-10-7-16,4-8-29 16,0-3-10-16,3-1-14 15,-6-7 10-15,1-1 2 16,-2-3-7-16,-6-3-14 16,-2-7-19-16,-5 0 18 15,-4-2-31-15,-8 5 22 16,0 6-11-16,0 9 3 15,0 12 17-15,-5 10-18 16,0 7-9-16,-1 9 28 16,-3 0 0-16,-3 18-6 15,-5 15 6-15,-5 14 0 16,2 6 6-16,4 1-6 16,8 0 0-16,3-8 6 0,5-1-6 15,0-5 0-15,20-7-7 16,0-6-12-16,11-7-27 15,15 0-67 1,-5-13-118-16,-5-1-325 0</inkml:trace>
  <inkml:trace contextRef="#ctx0" brushRef="#br3" timeOffset="-201251.4">7413 4541 767 0,'0'0'276'0,"0"0"-193"0,0 0-1 0,0 0 88 0,0 0-9 15,0 0-71-15,0 0-55 16,-8-31-5-16,4 26-14 16,-5 5 0-16,-2 0 23 0,-3 0-10 15,-1 5-14-15,-3 8-14 16,-1 3 32-16,3 4-22 16,5 0 8-16,1 2-19 15,8 1-7-15,2-1 5 16,0-2 2-16,2-4-6 15,14-1 6-15,-1-4 0 16,4-9 1-16,-1-2 22 16,1 0-5-16,-3 0 14 15,-3-15 24-15,-2-7-5 16,-6-7-26-16,-5 0 19 16,0-2-30-16,0 1-13 15,-16 1-2-15,-1 9-21 0,-1 0 10 16,-3 11-58-16,0 5-87 15,-13 4-97-15,12 11-109 16,-1 5-214-16</inkml:trace>
  <inkml:trace contextRef="#ctx0" brushRef="#br3" timeOffset="-105763.23">2796 5140 680 0,'0'0'273'0,"0"0"-236"0,0 0-8 0,0 0-29 0,0 0 106 0,0 0-22 16,0 0-7-16,-49-46-16 16,49 46-2-16,0 0-10 15,0 0-1-15,0 0 13 16,0 0-15-16,0 0-9 15,0 0 4-15,2 0-3 16,4 0-7-16,6 0 1 16,1 13 37-16,9 2-18 15,10 3-26-15,-3 0-16 0,8-2 7 16,-1 4-4-16,-1-6-5 16,0-2-7-1,-6-1 13-15,-6-2-12 0,-7-1-1 16,-5-4 0-16,-7-2-11 15,-1-2 11-15,-3 2 0 16,0-2 0-16,0 0-6 16,0 0-13-16,0 3 8 15,0-3 0-15,0 0 11 16,0 0-13-16,0 2-11 16,-11 0-15-16,-2 7 39 15,-14 2 39-15,-8 5-18 16,-13 4 1-16,2-2-1 0,-3-1-20 15,3-1 14 1,9-1-14-16,8-3-1 0,7-6 0 16,10-1 12-16,8-5-12 15,4 2-36-15,0-2-18 16,0 0 25-16,0 0-14 16,0 0 1-16,4 0-9 15,3 0-3-15,3 0-58 16,3 0-97-16,-2 0-195 15,0 0-462-15</inkml:trace>
  <inkml:trace contextRef="#ctx0" brushRef="#br3" timeOffset="-105095.85">2323 5729 531 0,'0'0'311'16,"0"0"-200"-16,0 0-50 0,0 0 96 0,0 0 23 0,0 0-92 15,0 0-19-15,0-23-17 16,0 23-5-16,0 0 2 16,0 0-2-16,0 0 5 15,0 0-6-15,0 0-5 16,0 0-14-16,0 0-13 16,0 0-14-16,0 3-23 15,-7 14 23-15,-1 10 4 16,-3 13 14-16,-3 7 1 0,1 4 6 15,1 1-25-15,-1-1 0 16,9-4-3-16,2-7-3 16,2-3-6-16,0-8 4 15,0-4 7-15,2-5 1 16,11-4-21-16,-4-7 4 16,9-3 17-16,0-6 0 15,2 0 13-15,4 0-6 16,8-15-1-16,-3-10 10 15,2-6-15-15,-7-3-1 16,-6-1 5-16,-4-3-5 16,-12 2-47-16,-2-6-80 0,-18 9-115 15,-8 8-301-15</inkml:trace>
  <inkml:trace contextRef="#ctx0" brushRef="#br3" timeOffset="-104880.92">2304 5602 610 0,'0'0'0'0</inkml:trace>
  <inkml:trace contextRef="#ctx0" brushRef="#br3" timeOffset="-104478.59">2304 5602 718 0,'17'-27'387'0,"-19"23"-361"16,2 1-3-16,-3 3 5 15,3 0 76-15,-2 0-83 16,-2 0-20-16,-2 14 27 15,1 6-27-15,-2 4 34 16,2-2-25-16,1-1-1 16,4-1-9-16,0-9-6 15,0-2 5-15,0-7 2 16,0-2 2-16,0 0 71 16,9-2 29-16,0-18-14 15,0-7-37-15,0 0-23 16,-5-4-17-16,-4 4-3 0,0 9-8 15,0 5-1-15,0 4-20 16,-4 4-69-16,-11 5-109 16,1 5-164-16,-2 9-359 0</inkml:trace>
  <inkml:trace contextRef="#ctx0" brushRef="#br3" timeOffset="-103926.56">2657 6072 437 0,'0'0'315'16,"0"0"-204"-16,0 0-43 0,0 0 50 0,0 0-15 0,0 0-55 16,0 0-5-16,0 0-14 15,0 0 13-15,0 0 7 16,0 6-24-16,-2-1 20 15,-9 4 3-15,-3 6-3 16,1 1-16-16,3 4-8 16,0 0-5-16,6-5-15 0,4 4 6 15,0-6-6-15,0-2-1 16,0-2 1-16,14-4 13 16,-1-3 4-16,7-2 11 15,5 0-9-15,-2-2-5 16,6-15-3-16,-6 0 7 15,2-6 10-15,-10 1-9 16,-3 0 14-16,-6 0-8 16,-4 4 11-16,-2 5-9 15,0 1-28-15,0 6-18 16,-14 1-115-16,1 3-23 0,-9 2-130 16,2 0-273-16,4 0-136 15</inkml:trace>
  <inkml:trace contextRef="#ctx0" brushRef="#br3" timeOffset="-103359.59">2720 5809 1157 0,'0'0'294'0,"0"0"-294"0,0 0-10 0,0 0 10 0,0 0 147 16,0 0-107-16,0 0-23 15,-96 13-17-15,85 5-12 16,5-4 1-16,0 3-2 16,6-8 7-16,0-2 6 15,0-3 11-15,0-4-9 16,0 0 15-16,0 0 36 16,0-2-1-16,0-16 10 15,6-2-35-15,-4-2-12 16,0 2-3-16,-2 0-12 15,0 11-5-15,0-2-14 16,0 11-52-16,-4 0-98 0,-2 0-116 16,0 0-305-16</inkml:trace>
  <inkml:trace contextRef="#ctx0" brushRef="#br3" timeOffset="-100773.89">6343 4956 736 0,'0'0'194'0,"0"0"-194"0,0 0 1 0,0 0 67 0,0 0 40 15,0 0-24-15,0 0-49 16,-2-18 42-16,2 13-19 16,0 0-21-16,0 1 4 15,0 0-3-15,0 1 17 16,0-1 10-16,0-1-9 15,0-1 8-15,-2 4-20 16,-1-2-12-16,1-4 23 16,0 6-8-16,-3-2-46 15,3 2 2-15,-3-2-3 16,1 4 0-16,2-3 22 16,0 3-20-16,2 0 11 15,0 0-12-15,0 0-1 0,0 0 1 16,0 0 4-16,0 0-4 15,0 0-1-15,0 0 21 16,0 0-18-16,0 0-2 16,0 0-1-16,0 0 15 15,0 0 11-15,0 0-13 16,0 0-3-16,0 0-10 16,0 0-14-16,0 0 14 15,0 0-1-15,0 0-8 16,0 0 9-16,0 0-26 15,4 0 8-15,2 0 17 16,4 9 1-16,1 5 1 0,2 3 23 16,7 3-21-16,7 0-3 15,2 0 0-15,4 5 14 16,1-3-8-16,-3 0-6 16,0-4 0-16,-6-4 6 15,-6-1-2-15,-3 0-4 16,-1-6-2-16,-9 0 2 15,-2-5 2-15,-4-2 0 16,0 2 21-16,0-2-17 16,0 0-6-16,0 0 6 15,0 0-5-15,0 2 21 16,0-2-20-16,0 0-2 16,0 0-14-16,0 0 13 15,0 0 1-15,0 0 11 0,0 0-11 16,0 0 0-16,0 0-11 15,0 0 11-15,0 0 0 16,0 0-7-16,0 0 3 16,-4 0 2-16,-4 5-14 15,-5-1 16-15,-7 5 18 16,-2 2-6-16,-7 3 10 16,-2-3-15-16,0 4 8 15,2-1 15-15,2-3-29 16,2 0 13-16,5 0-14 15,5-4 0-15,4 0 10 16,6-5-10-16,5-2-33 0,0 2 14 16,0-2-5-16,0 0 23 15,0 0-11-15,0 0-4 16,0 0-28-16,0 0-6 16,5 0-6-16,-1 0-65 15,7 0-15-15,5 0-113 16,-3-4-147-16,-2-1-431 0</inkml:trace>
  <inkml:trace contextRef="#ctx0" brushRef="#br3" timeOffset="-100237.02">6142 5575 457 0,'0'0'176'0,"0"0"-166"0,0 0-8 0,0 0 68 0,0 0 84 15,0 0 12-15,0 0-36 16,20-63 21-16,-18 57-18 16,-2-1-25-16,0 5 5 15,0-1-11-15,0 3-43 0,0 0-28 16,0 0-18-16,0 0-13 16,0 0-25-16,-4 9 3 15,-7 11 22-15,-5 9 26 16,1 7-26-16,-1 7-1 15,3-1 1-15,1 2 9 16,8-4 4-16,2-2-4 16,2-4-9-16,0-5-12 15,0-7-7-15,4 3 10 16,6-10 0-16,5-1 2 16,1-8 7-16,-1-1 7 15,3-5-6-15,2 0 12 16,0 0-13-16,-5-5 0 0,6-10 9 15,-7-5-9 1,-6-5-3-16,-8-12-73 0,0 5-139 16,0 3-322-16</inkml:trace>
  <inkml:trace contextRef="#ctx0" brushRef="#br3" timeOffset="-99688.7">6096 5379 845 0,'0'0'528'0,"0"0"-528"0,0 0-229 0,0 0 229 0,0 0 84 15,0 0 8-15,0 0-60 16,2-9-24-16,0 9 6 16,-2 0 27-16,0 0 15 15,0 0-9-15,0 0 14 16,0 0-16-16,0 0-23 16,0 0-1-16,0 0-21 15,0 0-22-15,0 0 22 16,0 0-13-16,0 0 4 15,0 0-8-15,-4 0 4 0,-1 7 13 16,-3 6 30-16,0 5-20 16,2 2-3-16,-1-5-7 15,5-1-8-15,2-8 8 16,0 1 0-16,0-7 8 16,0 0 5-16,0 0 32 15,0-2 5-15,2-14 34 16,5-4-49-16,-1-2-7 15,-4-3-3-15,0 3-17 16,-2 4 12-16,0 3-20 16,0 4-17-16,-4 4-2 15,-7 7-35-15,1 0-48 16,-6 0-28-16,-11 11-85 0,7 7-98 16,2 2-192-16</inkml:trace>
  <inkml:trace contextRef="#ctx0" brushRef="#br3" timeOffset="-99005">6307 5929 334 0,'0'0'158'0,"0"0"-121"0,0 0 15 0,0 0 45 0,0 0-26 16,0 0-14-16,0 0 24 16,7 0 23-16,-7 0-2 15,0 0 21-15,0 0 22 16,0 0-19-16,0 0 24 16,0 0-1-16,0 0-31 0,0 0-45 15,0 0-19-15,0 0-9 16,0 0-45-16,-4 0-1 15,1 0 0-15,1 0 1 16,0 0-7-16,-2 0 7 16,-4 5 3-16,0 8-3 15,-3 5-12-15,-1 2 0 16,6 0 11-16,3 0-8 16,3-2 9-16,0-5 1 15,0-4 15-15,5-2-16 16,9-3-2-16,-1-4 1 15,5 0 1-15,1 0 0 16,4-13 16-16,-1-7-16 0,0-5 0 16,-4-1 0-16,-7 1 13 15,-4 1-1-15,-7 1 4 16,0 8 17-16,0 1 14 16,-20 3-47-16,-7 11-7 15,-4 0-5-15,-9 0-1 16,-3 0 13-16,-7 20-139 15,9-2-151-15,12-4-423 0</inkml:trace>
  <inkml:trace contextRef="#ctx0" brushRef="#br3" timeOffset="-94133.04">8901 3888 1206 0,'0'0'214'0,"0"0"-214"0,0 0-3 0,0 0 3 0,0 0 84 0,0 0 24 16,-7-78-53-16,7 78-36 16,0 0 10-16,0 0 6 15,0 0-12-15,0 0-5 16,0 0-8-16,0 0 6 15,0 0-14-15,0 0-2 16,0 9-12-16,0 11 12 16,0 11 10-16,0 14 44 15,0 9-43-15,0 12 12 16,2 10-4-16,-2 4-12 16,0 2-5-16,0 1 7 0,0-7 0 15,0-9-8-15,0-12 14 16,0-13-14-16,0-3 5 15,0-13 1-15,0-8 16 16,-2-7-6-16,2-6 11 16,0-3-11-16,0-2-10 15,0 0 3-15,0 0-10 16,0 0 1-16,0 0 8 16,-2 0-8-16,2 0-2 15,-4-7-13-15,-4-8-85 16,4-5-143-16,-11-27-76 15,3 7-195-15,-1-3-323 0</inkml:trace>
  <inkml:trace contextRef="#ctx0" brushRef="#br3" timeOffset="-93714.89">8961 3795 925 0,'0'0'692'0,"0"0"-583"0,0 0-87 0,0 0-10 0,0 0 159 16,0 0-86-16,0 0-85 16,6-54-1-16,8 54-7 15,17 0 8-15,5 0 9 16,8 0-8-16,5 14 13 0,0 8-6 15,-6 9-8-15,-10 2-17 16,-10 3 15-16,-10 6-22 16,-13-3 24-16,0-2-7 15,-15 1 1-15,-26-4 6 16,-15-3 0-16,-9-2 25 16,-8-7-24-16,7-7 31 15,1-6-4-15,11-4 3 16,12-5-19-16,13 0 7 15,9 0-19-15,13 0-25 16,7-2-43-16,0-3-80 16,7 3-72-16,33 2-38 0,-5 0-94 15,0 0 8-15</inkml:trace>
  <inkml:trace contextRef="#ctx0" brushRef="#br3" timeOffset="-93299.25">9333 4338 522 0,'0'0'404'0,"0"0"-291"16,0 0-80-16,0 0 2 16,0 0 99-16,0 0-11 15,-42 134-34-15,28-94-47 16,5 4-16-16,3-4-11 15,2-6 4-15,4-5-5 0,0-6 4 16,0-8-17-16,10-2 30 16,5-13 17-16,4 0 7 15,5 0-4-15,1-8 14 16,-3-15-13-16,-2-6-9 16,-7-4-15-16,-6 0-11 15,-7-1 0-15,0 0 6 16,-14 1-7-16,-12 11-16 15,-6 4 0-15,1 7 0 16,-4 6 0-16,-3 5 0 16,7 0-1-16,2 7-17 0,9 13-78 15,9 0-87 1,11 5-28-16,0-5-59 0,49 4 55 16,0-6 34-16,-2-9-95 15</inkml:trace>
  <inkml:trace contextRef="#ctx0" brushRef="#br3" timeOffset="-92797.8">9732 4459 577 0,'0'0'533'0,"0"0"-356"16,0 0-104-16,0 0-14 16,0 0-24-16,0 0 32 15,0 0-37-15,-42 145-25 16,36-110-5-16,6-8 0 15,0-11 8-15,0-3 1 0,0-11-8 16,0-2 38-16,12 0 48 16,1-13 13-16,8-10-1 15,5-8-56-15,1-4-21 16,0-4 7-16,-7 6-20 16,2 6-9-16,-11 10 9 15,-5 10-9-15,-6 5-2 16,0 2-7-16,0 4-11 15,0 21 4-15,0 8 16 16,-2 5 25-16,2 0-21 16,0-7-4-16,0-6 0 15,2-7 0-15,10-10 6 0,3-8-5 16,3 0 0 0,3-8 45-16,5-13-10 0,-2-5-14 15,-1-5-6-15,-5 6 0 16,-5 2-7-16,-6 8 3 15,-3 6-12-15,-4 7-9 16,0 2 3-16,0 0-9 16,0 0-45-16,0 11 6 15,0 7 7-15,0-3-51 16,0 1-67-16,0-5-33 16,10-11-55-16,0 0-13 15,5 0-301-15</inkml:trace>
  <inkml:trace contextRef="#ctx0" brushRef="#br3" timeOffset="-92347.84">10215 3904 894 0,'0'0'491'0,"0"0"-411"0,0 0-56 0,0 0 141 0,0 0 13 0,0 0-92 15,0 0-37-15,-4-20-42 16,4 20 19-16,0 0-17 15,0 0 10-15,0 11-18 16,0 11 13-16,0 11-4 16,0 10 33-16,0 8-35 15,0 9 22-15,0 7-14 16,0 6-1-16,0 4-5 16,0-2-9-16,0-1 4 15,-5-10-5-15,3-8 0 0,-3-9 3 16,1-14 0-16,0-8-3 15,2-12-1-15,-1-4 0 16,1-9-40-16,-2 0-45 16,-12-9-104-16,1-15-167 15,-6-1-650-15</inkml:trace>
  <inkml:trace contextRef="#ctx0" brushRef="#br3" timeOffset="-92064.44">9943 4278 1613 0,'0'0'496'15,"0"0"-487"-15,0 0 14 16,0 0 24-16,0 0 14 0,0 0-43 16,0 0-17-1,85-16 11-15,-22 10 7 0,14-6-13 16,10 1-4-16,0 2-2 15,-5-2 6-15,-14 9-6 16,-18 0 0-16,-18 0-22 16,-16 2-31-16,-14 0-19 15,-2 0-18-15,-36 0-103 16,-9 0-133-16,-1 0-625 0</inkml:trace>
  <inkml:trace contextRef="#ctx0" brushRef="#br3" timeOffset="-89660.76">11039 4301 718 0,'0'0'286'0,"0"0"-220"0,0 0-47 0,0 0 54 16,0 0 35-16,0 0-31 15,0 0-20-15,0-3-4 16,0 3 7-16,0-5 18 15,0 5 0-15,0 0 2 16,0-1-14-16,3 1-15 16,4 0-13-16,12-5-7 0,2 3 4 15,14 2-28-15,6-2 1 16,3 0 3-16,5 2-9 16,-2 0-1-16,0 0 0 15,-7 0 0-15,-7 0 0 16,-6 0 0-16,-8 4 0 15,-7-4 0-15,-5 0 2 16,-5 0-3-16,-2 0-1 16,0 0 0-16,0 0 1 15,0 2-1-15,0-2-24 16,0 0-60-16,0 5-45 0,0-5-48 16,-18 6-111-1,0 1-99-15,-2-5-420 0</inkml:trace>
  <inkml:trace contextRef="#ctx0" brushRef="#br3" timeOffset="-89260.13">11136 4490 860 0,'0'0'237'0,"0"0"-200"0,0 0-37 0,0 0 0 16,0 0 11-16,0 0 7 16,0 0 13-16,24 15 22 0,-11-8 18 15,3-7-21-15,2 0 5 16,4 0-1-16,7 0 23 16,5 0-24-16,8 0 9 15,2-2-18-15,7-5 22 16,-3 0-21-16,-6 1-17 15,-9 1-19-15,-6 5-1 16,-14 0-8-16,-1 0 8 16,-8 0 6-16,-4 0 20 15,0 0 16-15,0 0-9 16,0 0-18-16,0 0-9 16,0 0-14-16,0 0-16 15,0 0-22-15,0 0-30 16,-4 0-110-16,-8 0-28 15,-8 0 6-15,0 0-81 0,0 0-121 16</inkml:trace>
  <inkml:trace contextRef="#ctx0" brushRef="#br3" timeOffset="-82967.23">12485 4058 579 0,'0'0'168'0,"0"0"-125"0,0 0-23 0,0 0 115 15,0 0 9-15,0 0-70 0,23-97-31 16,-17 77 20-16,4 3-2 16,-4-3 0-1,1 0 24-15,1 0-8 0,0 0-23 16,-4 4-28-16,3 0-5 16,-5 8-7-16,0-1 27 15,0 6-6-15,-2 1-1 16,0 2 24-16,0 0-18 15,0 0-26-15,0 0 17 16,0 0-22-16,0 0-9 16,0 9-21-16,0 13 21 15,9 12 0-15,-2 10 22 16,4 7-21-16,0 8 0 0,3 1 6 16,-1-2-6-16,1-3 0 15,-2-4-1-15,2-8-30 16,-3-12 10-16,0-4-2 15,-1-7 10-15,-2-9 11 16,7-9-27-16,4-2 17 16,5 0 11-16,5-11 1 15,2-11-1-15,3-7 1 16,-3-7 10-16,0-9-10 16,-2-3-1-16,-7-10 1 15,-2-7 6-15,-6-2-7 16,-10-2-22-16,-4 7 22 15,0 8 7-15,-2 10 24 0,-12 8 11 16,1 14-5 0,2 2-18-16,2 13-16 0,5 5-3 15,-1 2 0-15,-1 0 0 16,-2 16-14-16,0 13-11 16,-3 11 19-16,5 4 7 15,6 3-1-15,0-3 12 16,0-1 4-16,15-7-10 15,5-3-6-15,-1-6-21 16,4-5-68-16,0-4-31 16,-2-5-53-16,6 3-70 15,-11-7-91-15,-1-5-219 0</inkml:trace>
  <inkml:trace contextRef="#ctx0" brushRef="#br3" timeOffset="-82599.67">13225 4140 712 0,'0'0'558'0,"0"0"-500"0,0 0-33 16,0 0-3-16,0 0 34 0,-31 125 7 15,26-97-17-15,5 0-34 16,0-6 2-16,0-7-13 15,7-3 6-15,11-6 37 16,5-6-14-16,4 0 7 16,2 0-5-16,0-11 6 0,-6-7 32 15,-7-4-7-15,-7-2 25 16,-9-4-2-16,0-1 1 16,-11-2-12-16,-13 9-35 15,-1 2-39-15,-4 7 24 16,-7 8-9-16,3 5-16 15,0 0 0-15,1 0-33 16,8 16-63-16,6 2-121 16,18 2-162-16,0-5-172 15,11-6-285-15</inkml:trace>
  <inkml:trace contextRef="#ctx0" brushRef="#br3" timeOffset="-82053.11">13439 3735 1240 0,'0'0'393'0,"0"0"-342"0,0 0-27 0,0 0 21 16,0 0 79-16,0 0-74 0,0 0-50 16,16-97 3-1,11 91 6-15,0 4-9 0,4-2 0 16,-2 4 19-16,0 0-7 16,-3 0-2-16,-2 6-2 15,-3 10-4-15,-6 4-4 16,-8 2-12-16,-7 5-30 15,0 4 20-15,-16 5 10 16,-17 1 11-16,-9 1 1 16,-3-2 29-16,1-5 28 15,3-4-27-15,15-7-2 16,8-4-16-16,7-7-12 16,11-3-43-16,0-4 42 15,0 1-14-15,15-3 15 16,14 0 1-16,13 0 15 0,14 0 6 15,9 0 0-15,7-5-13 16,-6-1 2-16,-8 1-9 16,-14 3-2-16,-15 2-7 15,-12 0-57-15,-15 0-90 16,-2 0-106-16,-37 13 26 16,-3 1-78-16,-2 1-322 0</inkml:trace>
  <inkml:trace contextRef="#ctx0" brushRef="#br3" timeOffset="-80684.34">12011 4770 683 0,'0'0'382'0,"0"0"-382"0,0 0-16 0,0 0 16 0,0 0 75 15,0 0-23-15,0 0-52 0,-67 12 11 16,65-12-10-16,2 0 56 15,0 0 21-15,0 0-1 16,0 0-8-16,0 0-18 16,0 0 2-16,0 0-5 15,0 0-24-15,0 0 16 16,0 0-1-16,0 0 1 16,0 0 5-16,4 0-16 15,7 0 6-15,10 0-10 16,12 0 54-16,14 0-9 15,12 0-3-15,18 0-44 16,10 0 2-16,4 0-11 0,9-3 0 16,-2 3-13-16,2 0 8 15,-9 0 6-15,-8 0-15 16,-12 0 0-16,-11 3 0 16,-17 1 9-16,-16-2-9 15,-12 3 1-15,-6-5-7 16,-7 0 7-16,-2 0-1 15,0 0 11-15,0 0-5 16,3 0-9-16,-1 0 12 16,1 0-18-16,1 0 4 15,5 0 5-15,-1 0 3 16,8 0-3-16,5 0-1 16,0 0 1-16,2 0 16 0,1 0-16 15,1 0-12-15,-3 0 12 16,-4 0 0-16,2 0 1 15,-7-5-1-15,-2 5 0 16,-3 0 0-16,-4 0 0 16,2 0 0-16,1 0 0 15,1 0 0-15,4 0 0 16,1 0 0-16,-1 0 6 16,1 0-6-16,-5 0-1 15,2 0 1-15,-6 0 5 16,3 0-5-16,-5 0-7 15,0 0 7-15,5 0 0 16,-3 0 1-16,3 0-1 0,-2 0 7 16,-3 0 0-1,7 0-13-15,-3 0 12 0,4 0-7 16,-2 0 1-16,-1 0-2 16,7 0 1-16,-4 0 0 15,-1 0 1-15,-1 0 0 16,0 0 0-16,-6 0-1 15,0 0 2-15,-2 0-1 16,3 0 0-16,-3 0 9 16,0 0-9-16,0 0-6 15,0 0 6-15,0 0 1 16,0 0 0-16,0 0-1 0,0 0 1 16,0 0 0-1,0 0-1-15,0 0 1 16,0 0 0-16,0 0 0 0,0 0-1 15,0 0 1-15,0 0 0 16,0 0-1-16,0 0-6 16,0 0-2-16,0 0-9 15,0 0-7-15,0 0-47 16,0 0-55-16,-21 0-83 16,2 0-118-16,-4 0-330 0</inkml:trace>
  <inkml:trace contextRef="#ctx0" brushRef="#br3" timeOffset="-80067.46">12516 5033 1202 0,'0'0'408'0,"0"0"-408"0,0 0-22 0,0 0 22 0,0 0 64 16,0 0-51-16,0 0-13 16,6 7 6-16,-6 11 0 15,0 11 71-15,0 6-13 16,-12 8-7-16,1 8-30 0,-3 5-16 16,-1 0 0-16,1-1 5 15,1 1-16-15,2-5 0 16,2-4 15-16,2-13-15 15,3-8 1-15,2-6-1 16,0-9 0-16,2-8-7 16,0-1 5-16,0-2-68 15,0 0-68-15,0-11-10 16,0-9-141-16,0-5-396 0</inkml:trace>
  <inkml:trace contextRef="#ctx0" brushRef="#br3" timeOffset="-79617.13">12448 5065 1047 0,'0'0'400'0,"0"0"-400"16,0 0-9-16,0 0 9 16,0 0 86-16,0 0-36 15,138-85-24-15,-100 78 23 16,4 7 14-16,-1 0 4 15,-8 0-11-15,-4 18-12 16,-12 7-31-16,-10 6-13 16,-7 2-20-16,0 1-3 15,-26 1 23-15,-13 1 0 0,-7-2 2 16,-6-8 43-16,6-1-4 16,3-10 27-16,10-1-17 15,12-5-13-15,11-5-26 16,5 1-12-16,5-3-46 15,0 2 34-15,0 5 12 16,0 2 11-16,11 3 2 16,3 6 11-16,3 0-1 15,4 0 1-15,1 2-5 16,9-2-19-16,-2 2 0 16,0 0 19-16,0-2-19 15,-3-1 9-15,-3-4-21 16,-7-1-1-16,-5-2-67 0,-7-4-78 15,0-2-66 1,-4 1-45-16,0-7-234 0,0 0-261 0</inkml:trace>
  <inkml:trace contextRef="#ctx0" brushRef="#br3" timeOffset="-79049.71">12975 5443 1160 0,'0'0'645'0,"0"0"-553"0,0 0-91 0,0 0 34 0,0 0 55 15,0 0-32-15,0 0-36 16,5-11-16-16,-5 11-6 16,0 9 2-1,0 7 20-15,0 4 27 0,0 9-18 16,0 7-11-16,0-1-4 15,-7 10 2-15,-3-5-9 16,-1 7-7-16,-1-7 5 16,3-3 2-16,3-3-8 15,-2-10 11-15,4-4-5 16,2-10 2-16,0 1 3 16,2-9-11-16,0-2-1 15,0 0-17-15,0 0 17 16,0 0 16-16,0 0-16 15,0 0 23-15,14 0-23 0,3 0 8 16,16-2 4-16,8-3 9 16,10-1-11-16,5-2-9 15,4 2-1-15,-2 0 9 16,-2 3 6-16,-8 1 8 16,-7-1-11-16,-15 3 14 15,-8 0-19-15,-11 0 8 16,-5 0 9-16,-2 0 13 15,0 0-9-15,0 0-15 16,0 0-11-16,0 0-1 16,0 0-1-16,0 0-23 15,0 0-26-15,0 0-23 16,0 0-32-16,-2 0-33 16,-9 0-61-16,0 0-160 15,-1 0-302-15</inkml:trace>
  <inkml:trace contextRef="#ctx0" brushRef="#br3" timeOffset="-77412.51">14533 4242 879 0,'0'0'206'0,"0"0"-191"0,0 0 15 0,0 0 54 16,0 0 18-16,0 0-31 0,0 0-54 16,0 0 25-1,0 0-1-15,-4 0 24 0,4 0-8 16,0 0-19-16,0 0 17 15,0 0-20-15,0 0 12 16,0 0-18-16,0 0-23 16,0 0 7-16,0 0-1 15,0 0 19-15,0 0-9 16,0 0-6-16,0 0-15 16,4 0 32-16,-2 0-16 15,3 0-2-15,-3 0 0 16,2 0-5-16,1 0 2 15,-2 0 12-15,-3 0-22 16,0 0 8-16,0 0-3 16,0 0-7-16,0 0 1 0,0 0 2 15,0 0-3 1,0 0 1-16,0 0-10 0,0 0 8 16,0 0-8-16,0 0 7 15,0 0-39-15,0 0 20 16,0 0-17-16,0 0 10 15,0 0 5-15,0 0 4 16,0 0 17-16,0 0-30 16,0 0 32-16,0 0-7 15,0 0 7-15,0 0 2 16,0 0-1-16,0 0 7 16,0 0 19-16,0 0-27 15,0 0 8-15,0 0 2 0,0 0-10 16,0 0-1-16,0 0 1 15,0 0-9-15,0 0 8 16,0 0-33-16,0 0 22 16,-6 0-27-16,4 0-12 15,-4 0-19-15,-1 0 1 16,-1 5-9-16,-4-3-63 16,5 2-4-16,-6 4-9 15,4-2-80-15,2-1-112 0</inkml:trace>
  <inkml:trace contextRef="#ctx0" brushRef="#br3" timeOffset="-76763.38">14338 4403 179 0,'0'0'785'0,"0"0"-649"0,0 0-123 0,0 0 9 0,0 0 63 0,0 0-5 16,0 0-34-16,-21 0-31 15,21 0 3-15,0 0 48 16,0 0 8-16,0 0 39 15,0 0 11-15,0 0-46 16,0 0-55-16,0 0 21 16,2 0-9-16,3 0-34 15,-1 0 22-15,6 0-17 16,3 0-5-16,9 0 32 16,11 0 27-16,9 0-7 0,14 0-10 15,7 0-25 1,3 0-8-16,1 0 17 0,-3 0-19 15,-8 0-8-15,-11 0-4 16,-13 2 4-16,-13 3 0 16,-9-5 1-16,-6 2-1 15,-4-2 19-15,0 0-12 16,0 0-7-16,0 0-9 16,0 0 0-16,0 0-16 15,-2 0-44-15,-10 4-59 16,-26 5-65-16,3-2-160 15,-3 2-266-15</inkml:trace>
  <inkml:trace contextRef="#ctx0" brushRef="#br3" timeOffset="-76309.58">14317 4748 118 0,'0'0'946'0,"0"0"-712"0,0 0-179 0,0 0-34 15,0 0 60-15,0 0 64 16,0 0-50-16,-37 18-60 16,37-18-10-16,0 0 19 15,0 0 65-15,0 0-47 0,0 0-16 16,0 0-1-16,0 0-25 15,2 0-20-15,8 0 6 16,11 0-6-16,6 0 28 16,10 0 10-16,12 2-15 15,5 0-3-15,8-2-14 16,2 3-4-16,-1-3 26 16,-5 2-16-16,-7-2-10 15,-15 4 17-15,-11-1-18 16,-10-3 10-16,-11 0-10 15,-1 4-1-15,-3-4 19 0,0 0 8 16,0 0-27 0,0 2-12-16,0-2 5 0,0 0-1 15,0 0-46-15,-7 0-66 16,-4 5-59-16,-18-3-40 16,2 5-132-16,0-5-302 0</inkml:trace>
  <inkml:trace contextRef="#ctx0" brushRef="#br3" timeOffset="-74040.37">16507 4396 781 0,'0'0'312'0,"0"0"-312"0,0 0-71 0,0 0 71 0,0 0 70 15,0 0-70-15,0 0-42 16,-2-11-31-16,2 11 56 16,0 0 10-16,0 0-12 15,0 0-47-15,0 0-76 0,-4 5-72 16</inkml:trace>
  <inkml:trace contextRef="#ctx0" brushRef="#br3" timeOffset="-71591.25">15778 4020 869 0,'0'0'287'0,"0"0"-287"0,0 0-10 0,0 0 10 0,0 0 74 0,0 0-48 15,0 0-11-15,16-20-4 16,-16 20 14-16,0 0 46 16,0 0 14-16,0 0-29 15,0 0-29-15,0 0-11 16,0 0-16-16,3 11 0 16,-1 9 13-16,2 9 18 15,-2 6-24-15,3 8 3 16,-3 3 12-16,5 3-9 15,-3-1-12-15,-1-8 11 16,1 0-12-16,-2-9-2 0,0-4-5 16,-2-7 7-16,0-9 2 15,2-2 8-15,-2-5-9 16,0-4-1-16,0 2 15 16,3-2-14-16,-3 0 15 15,2 0-2-15,-2 0 2 16,0 0-3-16,0 0 48 15,5 0 9-15,-1 0 23 16,3-13-42-16,1-5-13 16,4-4-28-16,1-5-10 15,0-4 0-15,1-2 6 16,-1-3-6-16,3-5 0 16,-5-1 1-16,3 0-1 15,-1 2-1-15,-3 7 1 0,7 4 1 16,-9 9-1-16,4 4 2 15,-3 7 7-15,-3 2-9 16,-2 5-1-16,5 2 0 16,-4 0-8-16,2 0 9 15,1 11 0-15,6 14 0 16,-1 8 2-16,2 7-2 16,1 5 19-16,-3 1-10 15,1 3-9-15,-3-4-1 16,-1-2 1-16,-2-3 2 15,1-5 5-15,-5-6-7 0,1-4-1 16,-3-5 0-16,-2-7-16 16,0-4 17-1,0-2-2-15,0-1 3 16,0-6-1-16,0 5 6 0,3-5 7 16,-3 0-12-16,0 0-1 15,0 0 9-15,0 0-9 16,2 0 0-16,-2 0 1 15,0 0-1-15,0 0-28 16,0 0-51-16,0-7-52 16,0-11-100-16,0 3-68 15,0 1-245-15</inkml:trace>
  <inkml:trace contextRef="#ctx0" brushRef="#br3" timeOffset="-70506.62">16636 4358 847 0,'0'0'241'0,"0"0"-219"0,0 0-13 0,0 0 49 0,0 0-31 16,0 0-5-16,0 0-14 0,50 3 40 15,-50-3 19-15,0 2-3 16,0 0-34-16,0-2-9 16,0 2-14-16,0-2-7 15,0 0-23-15,0 3 21 16,0-3 2-16,0 0 42 16,0 0-4-16,0 0 28 15,0 0 1-15,0 0-25 16,0 0 3-16,0 0-1 15,0 0-18-15,0 0-25 16,0 0 30-16,0-7-31 16,0-2-1-16,0 2-37 15,0 1 2-15,0-1 2 16,0 5-5-16,0 2-8 16,0 0-34-16,0 0-36 0,0 0-70 15,-5 0-86-15,0 0 30 16,-1 0 73-16,-1 0-40 15,3 2-29-15</inkml:trace>
  <inkml:trace contextRef="#ctx0" brushRef="#br3" timeOffset="-69771.35">16946 4040 1031 0,'0'0'310'0,"0"0"-254"0,0 0-35 0,0 0 48 16,0 0 17-16,0 0-38 16,0 0-23-16,20-31-18 15,-18 31-6-15,-2 0 15 16,5 0 8-16,-3 11 3 0,7 11-9 16,-2 9 4-16,0 11-8 15,-1 5-12-15,0 2 4 16,0 1 4-16,2-4 18 15,-1-8-18-15,-1-5-9 16,1-8 0-16,0-5-1 16,-2-9-10-16,3-2 1 15,1-7 9-15,0 0 10 16,2-2-9-16,2 0 21 16,10 0-6-16,-1-2-1 15,5-11-2-15,2-7-1 16,-2 0-4-16,2-7-2 15,-3-4 5-15,-1-5-4 0,-5-9 3 16,-3-1 5 0,-5-5-15-16,1-5 0 0,-11 3 15 15,-2 1-14-15,0 3 13 16,-2 7 30-16,-13 6-33 16,-1 5 3-16,3 6 1 15,1 10-15-15,3 4 0 16,3 6-25-16,2 3 25 15,-3 2-6-15,2 0 6 16,-4 18-31-16,-4 13 31 16,4 11 8-16,-2 7 1 15,7 5-8-15,1 2-1 16,3-3 5-16,0-4-5 16,18-7 6-16,4-4-6 15,3-8-43-15,10-9-74 0,17-5-85 16,-10-9-110-16,-2-5-363 15</inkml:trace>
  <inkml:trace contextRef="#ctx0" brushRef="#br3" timeOffset="-69505.08">17835 4182 1238 0,'0'0'542'0,"0"0"-529"0,0 0-13 0,0 0 69 0,0 0-47 16,0 0-1-16,0 0-21 0,-11 56 1 16,2-22 24-1,2-1-22-15,1 0-3 0,4-6 0 16,-3-7 0-16,5-2 0 16,0-9-7-16,0-2-5 15,0-5-11-15,9-2-17 16,2 0-56-16,3 0-18 15,-1-16-24-15,-2-4-160 16,-6-2-221-16</inkml:trace>
  <inkml:trace contextRef="#ctx0" brushRef="#br3" timeOffset="-69338.85">17855 3961 700 0,'0'0'905'16,"0"0"-725"-16,0 0-106 0,0 0-14 15,0 0-13-15,0 0-47 16,0 0-38-16,0-15-199 16,0 24-59-16,0 2-113 15,0 1-531-15</inkml:trace>
  <inkml:trace contextRef="#ctx0" brushRef="#br3" timeOffset="-68771.25">18172 3626 1053 0,'0'0'392'0,"0"0"-344"0,0 0-26 0,0 0-6 15,0 0 42-15,0 0 34 16,0 0-10-16,118 80-25 15,-76-29-19-15,-1 9-25 16,-4 7 0-16,-6 4-6 16,-11 3-11-16,-11 4 4 0,-9-3-23 15,-13-1 12 1,-27-5-6-16,-16-4-4 0,-15-10-47 16,-16-10-16-16,0-3-20 15,-9-9-13-15,-2-8-23 16,-29-11-36-16,27-1-64 15,9-9-128-15</inkml:trace>
  <inkml:trace contextRef="#ctx0" brushRef="#br3" timeOffset="-67853.51">15632 3396 193 0,'0'0'516'0,"0"0"-464"0,0 0-52 0,0 0 64 0,0 0 135 16,0 0-87-16,0 0-62 16,-36-27-27-16,25 27-5 0,-2 0-1 15,-8 0 24-15,-1 0-15 16,-3 7 23-16,-1 4 11 15,-3 0-7-15,-2 7 1 16,-2 2-2-16,-6 11 18 16,4 9-14-16,-1 14-7 15,1 11 10-15,1 35-39 16,5 24 5-16,9-1-25 16,7-14 1-16,11-11-1 15,2-25-10-15,6 1-2 16,19 9-7-16,10-17-4 15,12-8 22-15,9-13 1 16,4-7 1-16,11-9-1 0,22-9-48 16,-16-11-136-1,-13-5-225-15</inkml:trace>
  <inkml:trace contextRef="#ctx0" brushRef="#br3" timeOffset="-65901.48">18533 3349 799 0,'0'0'539'0,"0"0"-437"0,0 0-102 0,0 0 0 15,0 0 29-15,0 0 42 16,0 0-45-16,40-9-7 16,-20 3 21-16,7-3 5 15,4 2 19-15,2-2-19 16,3 4-21-16,-3 1-16 15,-2 4-7-15,-8 0-1 0,-6 0-1 16,-7 0-31-16,-6 11 19 16,-4 1-24-16,0 5 17 15,0 6-12-15,-16 3 32 16,-11 3 16-16,-2 2 4 16,2-4-10-16,1-3 15 15,6-6-6-15,7-4 7 16,6-5-26-16,4-5-11 15,3-4-6-15,0 2 17 16,0-2 7-16,3 2 0 16,11-2 8-16,10 0 4 15,10 0 45-15,8 0-30 16,7 0 7-16,6 0-32 0,1 0-3 16,0 0 3-1,-9 0-9-15,-14 0-74 0,-20 0-115 16,-11 0-146-16,-2 0-268 0</inkml:trace>
  <inkml:trace contextRef="#ctx0" brushRef="#br3" timeOffset="-63797.87">15402 4882 1026 0,'0'0'265'0,"0"0"-265"0,0 0-22 0,0 0 22 15,0 0 29-15,0 0-29 16,0 0-19-16,-9 0-21 16,9 0 40-16,0 0 0 15,0 0 24-15,0 0 0 16,0 0 28-16,-2 0-20 0,-2 0-5 15,4 0-2-15,0 0 1 16,0 0-3-16,0 0 1 16,0 0 10-16,0 0-4 15,0 0 2-15,0 0 0 16,0 0 8-16,0 0 6 16,0 0 0-16,0 0-3 15,0 0-17-15,0 0 3 16,0 0 1-16,0 0 9 15,9 0-38-15,1 0 24 16,11 4-2-16,8 3 28 16,13 0-1-16,7 0 0 15,16-6-32-15,12 8 13 0,10-4-24 16,9-3-6-16,7 2-1 16,17 1 18-16,20 0-18 15,14 2 1-15,-13-1 4 16,-28 1-5-16,-30-3 0 15,-19 1 8-15,17-1-8 16,14-2-6-16,10 5 0 16,-2-2 6-16,1-3-3 15,-2 2 3-15,1 1 0 16,-3-1 12-16,-2 3-11 16,-4-1-2-16,-7 1 0 15,-6 0 1-15,-6-1 0 16,-11 1 2-16,-8 0-8 0,-12-3 6 15,-10 1 0 1,-14-3 11-16,-4 0-10 0,-7 0 0 16,-7-2-1-16,0 3 0 15,-2-3-9-15,0 0 9 16,0 0 0-16,0 0 1 16,0 0 21-16,0 0-14 15,0 0-7-15,0 0 9 16,0 0-9-16,0 0 0 15,0 0-1-15,0 0-6 16,0 0-1-16,0 0-11 16,0 0 18-16,0 0-2 0,0 0-5 15,0 0-17 1,-2 0-54-16,-7 0 0 0,-9 0-69 16,-22 4-74-16,0 1-71 15,0-5-269-15</inkml:trace>
  <inkml:trace contextRef="#ctx0" brushRef="#br3" timeOffset="-63198.29">16015 5334 1198 0,'0'0'346'0,"0"0"-304"0,0 0-20 0,0 0 15 0,0 0 31 0,0 0-38 16,0 0-23-16,4-4-7 15,-4 4-20-15,2 4 20 16,0 14 36-16,3 2-1 16,0 14-4-16,2 3 1 15,-3 3-7-15,0 0-12 16,-2-1-6-16,3-4 1 16,-3-1-7-16,0-8 4 15,-2-1-5-15,0-7-6 16,0-5 0-16,0-2-6 15,0-2 0-15,0-5-2 16,0 1-37-16,0-1-21 0,0-1-43 16,0-3-28-16,0 0-34 15,0-7-23-15,5-11-89 16,0-2-303-16</inkml:trace>
  <inkml:trace contextRef="#ctx0" brushRef="#br3" timeOffset="-62726.92">16111 5321 875 0,'0'0'272'16,"0"0"-270"-16,0 0 35 15,0 0 85-15,0 0-10 16,0 0-43-16,0 0-16 16,124-73-14-16,-93 73-17 0,3 0 10 15,-5 0 0-15,-2 2-13 16,-7 13-19-16,-7 5 11 15,-9 9-5-15,-4 0 2 16,-4 5-8-16,-21-1-14 16,-15 3 14-16,-4-5 7 15,-7 0 30-15,-3-7 11 16,10-5 34-16,8-8 4 16,12-5-10-16,10 1-39 15,7-5-37-15,7-2-19 16,0 0-7-16,0 0 26 15,0 0 0-15,0 6 2 16,16-1 17-16,4 4 39 0,9 5-7 16,6 1 7-1,10 5-30-15,9 3-12 0,-3-1 15 16,5-2-22-16,-9 0-1 16,-9-2-8-16,-14-5-6 15,-6 0-19-15,-10-6-15 16,-8 0-30-16,0-1-33 15,0-1-58-15,0-3 25 16,-11 5-68-16,1-5-78 16,0-2-52-16,8 0 44 15,2 0-212-15</inkml:trace>
  <inkml:trace contextRef="#ctx0" brushRef="#br3" timeOffset="-62580.84">16588 5711 585 0,'0'0'0'0,"0"0"-152"0,0 0 138 0,0 0 14 0,0 0 0 0,0 0-42 15,0 0-30-15,13-42-149 0</inkml:trace>
  <inkml:trace contextRef="#ctx0" brushRef="#br3" timeOffset="-62093.59">16588 5711 140 0,'15'-56'303'15,"-15"54"-140"-15,0 0-26 0,0-1 19 16,0 1 30 0,2 0 7-16,-2 2-29 0,0 0-14 15,0 0-19-15,0 0-7 16,0 0-11-16,0 0-31 16,0 0-29-16,0 0-33 15,0 0-12-15,0 0-8 16,0 9 0-16,0 11 8 15,0 9-2-15,-4 6 22 16,-3 3-28-16,1 9 15 16,-2-3-8-16,4-1-5 15,0-7-2-15,2-7 0 16,2-5 0-16,-5-8 6 16,5-5-5-16,0-9-1 15,0 0 0-15,0-2-2 16,0 0-7-16,0 0-1 0,0 0 10 15,9 0 6-15,7 0 15 16,13 0-8-16,2-6 14 16,9-1-11-16,0 3-15 15,3-1 7-15,-3 1 17 16,-9 1 17-16,0 1-30 16,-11 2 8-16,-9 0 0 15,-7 0 4-15,-4 0-23 16,0 0 4-16,0 0 1 15,0 0-6-15,0 0 0 16,0 0-15-16,0 0-26 16,-4 0-72-16,-18 0-25 15,6 0-148-15,-4 2-354 0</inkml:trace>
  <inkml:trace contextRef="#ctx0" brushRef="#br3" timeOffset="-54354.63">19277 4799 1370 0,'0'0'167'0,"0"0"-167"0,0 0-55 0,0 0 55 16,0 0 17-16,0 0-17 15,-4-4-31-15,8 4 31 16,0 0 0-16,-2 0 34 0,-2 0 27 16,2 0 23-1,1 0-34-15,1 0-19 0,3 0 1 16,6 0-25-16,8 0 34 15,3 0-28-15,8 0 27 16,3 0-26-16,3 0-13 16,2 0 0-16,0 0 13 15,0 0-14-15,4 0 0 16,-8 0 0-16,2 0 15 16,-11 0-15-16,-9 0-31 15,-5 0 29-15,-4 0-20 16,-5 0 6-16,-4 0-12 15,0 0-34-15,0 0-45 16,0 4-21-16,0-1-36 16,-18 6-120-16,-1-3-19 0,-2 1-275 0</inkml:trace>
  <inkml:trace contextRef="#ctx0" brushRef="#br3" timeOffset="-54088.09">19441 4931 530 0,'0'0'254'0,"0"0"-166"16,0 0-59-16,0 0 33 16,0 0 46-16,0 0-27 15,0 0-81-15,-62 36-5 16,62-36-10-16,10 0 15 16,9 0 72-16,10 0 64 0,11 0-42 15,9-2-17 1,7-7-33-16,2 0 14 0,-5 2-29 15,-4 3-23-15,-5 1-6 16,-11 1-42-16,-10 2-79 16,-11 0-107-16,-3 0-132 15,-7 0-225-15</inkml:trace>
  <inkml:trace contextRef="#ctx0" brushRef="#br3" timeOffset="-52585.06">21220 3855 729 0,'0'0'524'0,"0"0"-524"0,0 0-37 0,0 0 37 0,0 0 50 15,0 0 16-15,0 0-40 0,6-18-18 16,-6 18 4-16,0 0 27 15,0 0 3-15,0 0-42 16,0 11 10-16,0 16-10 16,-2 11 56-16,-2 13-17 15,4 7 5-15,0 9-20 16,0-3-16-16,0-4-8 16,6-4 0-16,6-11 2 15,-1-5 4-15,2-9-6 16,1-11 0-16,-2-4-1 15,5-10-8-15,-2-6 9 16,7 0 1-16,5-4 22 16,4-16-13-16,3-7 5 15,-1-4 4-15,0-7-9 0,-4 4-9 16,-2-8 8-16,-6-5-2 16,-4-2 3-16,-3-6-10 15,-6-5-37-15,-3 0 11 16,-5-1 13-16,0 6-3 15,0 6 15-15,-9 9 0 16,-5 8-14-16,1 10-5 16,-3 7-6-16,1 12 26 15,-3 3 10-15,-4 0-7 16,-3 16-3-16,1 13 0 16,-1 11 6-16,2 7-6 15,8 8 32-15,7 5 5 16,6-1-20-16,2-1-1 0,0-5-4 15,8-6-12 1,13-7 13-16,-2-7-12 0,10-6-1 16,0-7 1-16,13-9-1 15,-1-4-169-15,-8-7-337 0</inkml:trace>
  <inkml:trace contextRef="#ctx0" brushRef="#br3" timeOffset="-49864.94">21930 4314 907 0,'0'0'292'0,"0"0"-292"0,0 0 0 0,0 0 123 0,0 0-4 0,0 0-61 16,0 0-34-16,0-61 22 16,0 61 11-16,0 0 4 15,0 0-2-15,0 0-35 16,0 0-19-16,0 0-4 16,-2 16 6-16,-6 7 1 15,-4 6 70-15,-1 11-44 16,-3 2-23-16,5 2-10 15,-2-1 6-15,3-1 11 16,4-4-17-16,-1-4-1 16,5-3 0-16,2-9 0 15,0-4-8-15,0-3 7 0,0-3 1 16,2-6 0 0,9-4-1-16,3 3 1 0,3-5 8 15,4 0-2-15,1 0-6 16,-2 0-35-16,0 0-46 15,-2-5-103-15,-5-3-135 16,-6-6-414-16</inkml:trace>
  <inkml:trace contextRef="#ctx0" brushRef="#br3" timeOffset="-49449.15">22007 4009 872 0,'0'0'356'0,"0"0"-277"0,0 0-50 0,0 0 34 0,0 0 85 15,0 0-39-15,0 0-62 16,4-31-37-16,-4 31-1 15,-10 17 30-15,-3 6 11 16,3 3-12-16,0 3-38 16,3 0 15-16,5-4-15 15,2-5 0-15,0-7-2 16,0-6-10-16,9-3 1 0,11-4 11 16,3 0 16-1,2-9 3-15,-2-9-6 0,0-4-7 16,-7 0 1-16,-5-3 2 15,-9 8-3-15,-2 1 19 16,0 3-25-16,-11 4-8 16,-7 7-8-16,-9 2-61 15,-19 0-62-15,5 11-100 16,10 2-367-16</inkml:trace>
  <inkml:trace contextRef="#ctx0" brushRef="#br3" timeOffset="-48698.08">22217 3326 665 0,'0'0'185'0,"0"0"-155"0,0 0 64 0,0 0 130 16,0 0-50-16,0 0-109 0,0 0-46 16,35-60-7-16,-12 49 21 15,9-4 14-15,6 6 11 16,6 0-7-16,0 2 35 16,-1 3-8-16,-3 4-27 15,-11 0-26-15,-6 0-25 16,-12 4-8-16,-3 10-6 15,-8 8-14-15,0 5 10 16,-13 10 18-16,-14 6 0 16,-10 8 38-16,-5 0-7 15,-1-2-13-15,5-4-1 16,9-10 20-16,7-10-6 16,11-7 1-16,7-4-32 0,4-8-13 15,0-1 7 1,0-4 11-16,17-1-5 0,12 0 24 15,8 0-3-15,11 0-4 16,8 0-17-16,2 0 11 16,-2-6-4-16,-10 0-14 15,-13 3 1-15,-31 3-126 16,-2 0-169-16,-13 0-375 0</inkml:trace>
  <inkml:trace contextRef="#ctx0" brushRef="#br3" timeOffset="-46595.96">20422 4936 943 0,'0'0'268'0,"0"0"-268"0,0 0-48 0,0 0 48 0,0 0 7 0,0 0 21 15,0 0 9-15,25 4 49 16,-15-4 4-16,0 0 25 16,1 0 14-16,2 0-46 15,3 0-1-15,6 2-15 16,4-2-8-16,5 0 3 16,10 0-17-16,5 3-14 15,10-1-14 1,9 0 3-16,7 2-4 0,7-1-3 15,27 1-6-15,23 1 5 0,27 1 0 16,6-4 3 0,-4 5-15-16,-11 0 1 0,-15 2-1 15,-6-3 0-15,-20 1 6 16,-24-3-5-16,-22 1 0 16,-11-1 9-16,9-1-9 15,-4 3-1-15,1-1 1 16,-14-1-1-16,-12 1 0 15,-12-1 0-15,-7-2-20 16,-6-2 8-16,-4 3 12 16,0-3 0-16,0 0 36 15,0 0-30-15,0 0 19 16,0 0-13-16,0 0-6 16,0 0-6-16,0 0 6 15,0 0-6-15,0 0 0 0,0 0-16 16,0 0-21-16,0 0-19 15,0 0-10-15,0 0-39 16,-8 0-19-16,-2 2-61 16,-19 0-74-16,4 2-121 15,-2-4-402-15</inkml:trace>
  <inkml:trace contextRef="#ctx0" brushRef="#br3" timeOffset="-44042.81">21099 5310 941 0,'0'0'505'0,"0"0"-470"0,0 0-22 0,0 0-13 0,0 0 73 16,0 0 13-16,0 0-24 16,9-5-13-16,-9 5-4 15,0 0 22-15,0 0 2 16,0 0-23-16,0 0-24 15,0 0-2-15,0 0-11 16,0 0-9-16,0 3-11 16,0 12 11-16,0 7 15 15,0 3-5-15,0 8 9 16,0 5-10-16,0 2-9 0,0 2 1 16,-9-2 9-1,1 8 2-15,3-6-11 16,1-2 6-16,-1-7-5 15,2-6 9-15,3-5-9 0,0-2-2 16,0-9-1-16,0-2 1 16,0-4-2-16,0-3-12 15,0-2-4-15,0 0-13 16,0 0-33-16,0 0-36 16,0 0-24-16,0-7-37 15,0-13-132-15,0 0-381 0</inkml:trace>
  <inkml:trace contextRef="#ctx0" brushRef="#br3" timeOffset="-43556.73">21164 5230 1242 0,'0'0'315'0,"0"0"-291"0,0 0-13 0,0 0 53 0,0 0-12 16,136-14-12-16,-98 17-11 16,2 12-10-16,-7 1-3 15,-4-1-16-15,-9 5-2 16,-7-2-25-16,-10-2-13 16,-3-1 20-16,-5 3 20 15,-22 0 4-15,-12 2 25 16,-6 0 11-16,-6 0-5 0,4-2 37 15,5-3-3 1,10-4-27-16,10-2 8 0,7-4-44 16,10-3-6-16,3 2-17 15,2 1-26-15,0 2 40 16,0 2 3-16,5 4 42 16,8 5-4-16,7 4-2 15,-1 1-4-15,13 3-10 16,-1-1-3-16,0-1-18 15,3-4 1-15,-3 0 7 16,-3-2 2-16,-5-5-2 16,-3 1-1-16,-11-5-8 15,3 0-35-15,-10 2-48 16,-2-5-75-16,0 1-49 0,-2-5-37 16,-10 5-164-16,1-7-292 0</inkml:trace>
  <inkml:trace contextRef="#ctx0" brushRef="#br3" timeOffset="-43074.94">21567 5709 970 0,'0'0'275'0,"0"0"-217"0,0 0 17 0,0 0 67 0,0 0-6 16,0 0-46-16,0 0-17 0,22-18-8 15,-22 18-5 1,0 0-5-16,0 0-20 0,0 2-13 16,0 9 15-1,0 5-2-15,0 4-4 0,0 6-10 16,0 3 0-16,-2 9-14 16,-2-5 3-16,-2 6-9 15,-4-4 0-15,3-1-1 16,3-5 1-16,0-5-1 15,0-4 7-15,1-4-7 16,-2-7 0-16,5 0 0 16,0-5 0-16,0-4-1 15,0 2-8-15,0-2 2 0,5 0 0 16,8 0 7-16,6 0 0 16,4 0 7-1,6 0 16-15,5 0-4 0,-3 0-10 16,0 0-9-16,-6 0 8 15,-5 0-14-15,-11 0 6 16,-3 0-2-16,-6 0-24 16,0 0-44-16,0 0-40 15,-8 0-119-15,-10 2-93 16,7-2-299-16</inkml:trace>
  <inkml:trace contextRef="#ctx0" brushRef="#br3" timeOffset="-42391.5">22618 5245 758 0,'0'0'303'0,"0"0"-216"0,0 0-48 0,0 0 109 0,0 0-23 16,0 0-45-16,0 0-28 15,6-31 3-15,-6 31 8 16,0 0 16-16,0 0 3 16,0 0-29-16,0 0-34 15,-2 9-6-15,-12 11 12 0,-5 9 26 16,-4 13-3-16,-6 5-30 16,-3 9-18-16,-3 4 17 15,2 2-16-15,-4 3 11 16,4 0-12-16,-1-1-1 15,5-8 0-15,3-2 1 16,4-12-1-16,2-7 8 16,7-6-7-16,3-11 15 15,4-5-15-15,3-6-18 16,1 0 8-16,2-7 0 16,0 0 2-16,0 0-37 0,0 0-46 15,0 0-47-15,0 0-50 16,2-7-87-16,7-6-325 0</inkml:trace>
  <inkml:trace contextRef="#ctx0" brushRef="#br3" timeOffset="-41790.76">22693 5588 894 0,'0'0'357'0,"0"0"-331"0,0 0-6 0,0 0 8 0,0 0 75 0,0 0-44 16,0 0-8-16,10 16 61 15,-10 13-17-15,0 7-10 16,0 4-37-16,0 2-32 15,-4 2 5-15,-2 4-12 16,-3-11-3-16,1-3-5 16,4-8 4-16,0-8-5 15,0-9 8-15,4-2-1 16,0-7 6-16,0 0 14 16,0 0 1-16,4-7 23 15,12-13 4-15,3-11-27 16,4-7-28-16,4-5 17 0,0 1-7 15,-4 0-10-15,2 8 27 16,-5 8-27-16,-4 8 0 16,-5 7-1-16,-4 4 1 15,-3 5 6-15,-4 2-5 16,2 0-2-16,0 0-20 16,3 0 21-16,4 4-15 15,4 12 15-15,3 6 0 16,-3 7 13-16,1 7-7 15,-3 6 2-15,-5 0 6 16,-3 5-8-16,-3-2 1 16,0-7-6-16,0-3-2 0,0-8 2 15,-3-7-2 1,-3-7-4-16,2-4-25 0,2-6-26 16,-3-3-23-16,-2-3-101 15,0-17-86-15,1 3-833 0</inkml:trace>
  <inkml:trace contextRef="#ctx0" brushRef="#br3" timeOffset="-41223.59">23149 5323 948 0,'0'0'491'0,"0"0"-491"0,0 0 6 0,0 0 22 0,0 0 53 16,0 0-37-16,0 0-18 15,47-24 44-15,-27 17 0 16,1 7-11-16,2 0-20 15,0 0 8-15,-1 0-7 16,-2 0-7-16,-2 13-15 16,-7 3-18-16,-9 6 0 15,-2 0 3-15,0 5-3 16,-22 4 0-16,-9-2 19 0,-4-4 9 16,0-3 26-1,6-6 10-15,10-8-10 0,7 0-15 16,8-7-38-16,4-1-1 15,0 0-10-15,0 0 10 16,0 0-1-16,7 0-15 16,8 0 16-16,12 0 22 15,9 0 13-15,11 0-2 16,4 0-14-16,7-1-7 16,2-4 1-16,-2 2-5 15,-9 1 5-15,-7 2-8 16,-15 0-5-16,-16 0-1 0,-7 0-7 15,-4 0-11-15,0 0-8 16,-19 0-65-16,-31 0 10 16,1 2-157-16,3 6-367 0</inkml:trace>
  <inkml:trace contextRef="#ctx0" brushRef="#br3" timeOffset="-39100.77">23960 4804 693 0</inkml:trace>
  <inkml:trace contextRef="#ctx0" brushRef="#br3" timeOffset="-38836.61">23960 4804 693 0,'-40'53'395'0,"40"-53"-239"0,0 0-107 0,0 0 204 15,0 0-214-15,0 0 28 16,0 0-27-16,0 0 9 15,0 0 18-15,7 0-17 16,4 0-25-16,7 0 9 16,9 0 7-16,6 0-6 15,7 0-25-15,5 2 2 16,3 3-10-16,0-3 9 0,-4 3 1 16,-4-3-5-1,-9 1-2-15,-7 1-5 0,-5-4 0 16,-11 0 5-16,-3 0-5 15,-3 0 0-15,-2 0 0 16,0 0-52-16,0 0-51 16,-24 2-151-16,2-2-47 15,-7 6-278-15</inkml:trace>
  <inkml:trace contextRef="#ctx0" brushRef="#br3" timeOffset="-38549.28">23954 5042 566 0,'0'0'231'0,"0"0"-146"15,0 0 3-15,0 0 84 16,0 0-21-16,0 0-57 16,-2 36 8-16,17-34 7 15,7 3 18-15,7-3-12 16,7 2-12-16,8-4-27 15,5 0-28-15,3 0-24 16,1 0 5-16,-6 0-8 16,0 0-11-16,-16 0-7 15,-7 0-3-15,-12 0 0 16,-8 0 0-16,-4 0-84 16,0 0-80-16,-14 0-132 0,-5-4-62 15,0 2-420-15</inkml:trace>
  <inkml:trace contextRef="#ctx0" brushRef="#br3" timeOffset="-38018.91">25065 4321 880 0,'0'0'399'0,"0"0"-274"0,0 0-86 0,0 0-17 15,0 0 77-15,0 0-26 16,0 0-37-16,-2-7-23 16,2 27 19-16,0 13 19 0,0 10 36 15,0 12-21 1,0 10-37-16,-4 1-14 0,0 11-11 15,0-8 14-15,2-3-24 16,2-8 13-16,0-4 5 16,0-12-12-16,0-6 0 15,0-9 13-15,0-12-12 16,0-4-1-16,0-6-17 16,0-3-21-16,0-2-53 15,0 0-7-15,0 0-52 16,-4-11-58-16,0-9-164 15,-3-7-483-15</inkml:trace>
  <inkml:trace contextRef="#ctx0" brushRef="#br3" timeOffset="-37651.85">25061 4321 928 0,'0'0'366'16,"0"0"-248"-16,0 0-83 15,0 0 7-15,0 0 44 16,0 0-3-16,0 0-24 16,113-34 7-16,-79 34-21 15,0 6 1-15,-1 13-23 16,5-4 1-16,-5 3-10 16,-6 2-14-16,-10 0 0 15,-9 0-7-15,-8 7-9 0,-10-3 13 16,-28 3 3-16,-20 0 25 15,-15-3-19-15,-12-2 41 16,0-4 20-16,8-8-13 16,12 1-2-16,20-10-8 15,16-1-31-15,16 5-13 16,9-2-4-16,4-3-79 16,0 6-120-16,15 1-37 15,26 2-22-15,-6 2-115 16,3-4-395-16</inkml:trace>
  <inkml:trace contextRef="#ctx0" brushRef="#br3" timeOffset="-36785.2">25475 4742 655 0,'0'0'321'15,"0"0"-236"-15,0 0-11 16,0 0 82-16,-73 117-29 15,44-80-42-15,6 3-21 16,6-3-32-16,5-1-17 16,8-7 24-16,4-5-27 15,0-6 8-15,6-4-1 16,19-8 47-16,0-6-3 16,6 0-8-16,-2-2-27 15,2-18-10-15,-6-4 2 16,-10-8 20-16,-8-3-15 15,-7 1-5-15,-3-3-20 0,-21 1 9 16,-8 4 9-16,4 3-11 16,-3 5 18-16,4 11-19 15,7 6-6-15,4 7 0 16,5 0-15-16,7 0-35 16,4 11-32-16,0 7 7 15,2 4 37-15,23-2 23 16,6 0-4-16,11-4 2 15,7-2-15-15,0-8 4 16,2-6 13-16,-1 0-5 16,-8 0-12-16,-7-2 4 15,-8-16 18-15,-9 7 10 0,-7-1 1 16,-4 1 27-16,-7 5 55 16,0 3 32-16,0 1-14 15,0 2-48-15,0 0-37 16,0 7-16-16,-5 13-9 15,-1 4 9-15,-1 10-8 16,5-3 8-16,0-4 0 16,2-2 6-16,0-12-6 15,0-4 13-15,2-7-13 16,11-2 1-16,3 0 3 16,6-7 14-16,2-13-6 15,3-4-12-15,0-1-2 16,-7 0 2-16,2 4 0 0,-8 2 1 15,-5 11-1 1,-5 1 0-16,-4 7 5 0,0 0 2 16,0 0-7-16,0 9-13 15,0 16 10-15,2 4 3 16,12 2 25-16,1 2-12 16,8-4-10-16,1-7 3 15,2-8 3-15,3-5-8 16,-2-9 17-16,0 0-3 15,-4-12 5-15,-6-14-8 16,-3-10 9-16,-12-2-9 16,-2-7-2-16,0 1-1 15,-4 4-3-15,-17 0 5 16,1 4 5-16,-4 5-16 0,-1 2-53 16,1 14-30-16,-7 6-87 15,6 4-172 1,5 5-194-16</inkml:trace>
  <inkml:trace contextRef="#ctx0" brushRef="#br3" timeOffset="-36434.76">26580 4307 1405 0,'0'0'299'0,"0"0"-223"0,0 0-64 0,0 0 64 0,0 0-69 16,0 0 5-16,0 0 7 15,-22 136 21-15,13-74 12 16,0 9-27-16,3 3-16 15,-1 0 8-15,0-3-16 16,3-2-1-16,-1-11 2 16,3-7 5-16,-2-11-7 15,-1-11-19-15,-4-9-80 16,-8-17-46-16,-1-3-96 16,-1 0-318-16</inkml:trace>
  <inkml:trace contextRef="#ctx0" brushRef="#br3" timeOffset="-36250.65">26266 4646 1424 0,'0'0'313'15,"0"0"-253"-15,0 0-17 16,0 0 62-16,0 0-1 16,171-27-39-16,-99 27-37 15,8 0-15-15,3 0-4 16,-5 2-9-16,-5 7-64 15,-17 0-147-15,-27-4-323 0</inkml:trace>
  <inkml:trace contextRef="#ctx0" brushRef="#br3" timeOffset="-33960.95">20527 2759 710 0,'0'0'198'0,"0"0"-188"0,0 0-10 0,0 0 0 0,0 0 81 15,0 0-26-15,0 0-29 16,0 0-14-16,0 0 2 16,0 0 47-16,0 0-8 15,0 0 33-15,0 4-19 16,2 14 37-16,5 9 14 16,1 8-51-16,1 12-17 15,1 9-20-15,0 9-5 16,-1 6 22-16,-5 4-14 15,-4 8-9-15,0 6-2 16,0 7 19-16,0-3-15 0,-6-4-18 16,-3-4 6-16,1 4 4 15,-4-4-12-15,3-1-5 16,1 1 0-16,-4 0 4 16,1-3-5-16,5-1 0 15,-3-1 1-15,-1-2 9 16,2-3 3-16,1-1 7 15,-2 0-8-15,0-3-9 16,3-2 12-16,-1 0-14 16,0-2-1-16,4-2 0 15,1-5 0-15,2-5 5 16,0-4 2-16,0 1 6 16,0-5 15-16,0-5-28 0,0 0 16 15,-4-4-8-15,0 7-1 16,-3-5 6-16,1 2-11 15,-4 1 16-15,4-1-5 16,-3 0-7-16,3-2-5 16,0 0-1-16,2-4 6 15,0 2 0-15,-1 0-5 16,-1-2 3-16,2-1-3 16,-1 1-1-16,0-3 7 15,3 3 14-15,-3-3-8 16,1 1-3-16,0-3-8 15,2 0 8-15,-3-4-1 0,0-2-3 16,-1-2-5-16,3-2 0 16,3-5 0-16,-2-1 19 15,2-4-20-15,-2-2-4 16,0 0 4-16,0-4 3 16,0-1-3-16,0 0-8 15,-1 1 2-15,1-3 6 16,2 0 1-16,-2 1-1 15,2-3 0-15,-3 0-1 16,3 0-33-16,0 0-19 16,0 0-17-16,0-20-29 15,0-47-176-15,0 2-86 16,0-6-268-16</inkml:trace>
  <inkml:trace contextRef="#ctx0" brushRef="#br3" timeOffset="-30810.84">20426 2810 659 0,'0'0'362'0,"0"0"-224"0,0 0-108 0,0 0 6 16,0 0 40-16,0 0-11 15,0 0-49-15,14-5-3 16,-12 5 7-16,0 0 46 15,1 0 35-15,1 0 1 16,5-4-32-16,9 4-36 16,9 0 27-16,15-4 27 15,9 1-33-15,12 3-22 16,8 0 1-16,5 0-33 0,-1 0 14 16,4 0-3-1,-2 0 11-15,-3 0-15 0,-1 0-7 16,3 3 1-16,0 1-2 15,3-4-6-15,4 4 6 16,6-1 15-16,5 1-14 16,2-2 0-16,2 3 0 15,5-3 5-15,-1 2-6 16,-2 1 0-16,1-1 0 16,-8 1 1-16,-6-1-1 15,-3 1 0-15,-5 1 0 16,-4-1 0-16,-2 1-1 15,4-1-8-15,-4 2 9 0,1-3-9 16,5-2 5-16,2 1 4 16,0 1-12-16,-2-4-13 15,6 2 1-15,-9 3 0 16,2-5 24-16,-7 6 0 16,-7-1 0-16,-1-1 1 15,-5-2-1-15,2 3 0 16,0-1 1-16,0 1-1 15,3-1 0-15,8-2 0 16,-1 3-7-16,-2-1 16 16,10-1-6-16,-4 2-3 15,-1-2 0-15,1 2 1 0,-3-3-2 16,-2 3 2-16,0 0 2 16,-1-4-3-1,-4 4-6-15,7-3 6 0,-2 1 14 16,3-2-14-16,5 2 1 15,0-3 10-15,0 2-10 16,2 2-1-16,-2 3 12 16,-1-3-12-16,-2-1 1 15,-6 4 5-15,4-3-6 16,-7 1 1-16,-3-1-1 16,-4 1 0-16,-5-1 0 15,1 1-3-15,-1-3-4 16,-2 4 14-16,-2-1-4 0,-1-3-2 15,-6 3 0 1,0-3-1-16,-7 0 1 0,2 0-1 16,0 0 0-16,3 1-3 15,5-3 3-15,1 2 0 16,4 0 1-16,-2 0-1 16,-5 1 2-16,4 1-1 15,-4-4 0-15,-4 4-1 16,3 1 1-16,-1-3 0 15,-1 3-1-15,-5-3 1 16,-3-2 0-16,-1 4-1 16,0-2 1-16,-2 1-1 15,-2-3 0-15,0 2 1 16,0-2 2-16,-4 2-3 16,2-2 6-16,-2 2-5 0,1-2 17 15,-4 0-8-15,-4 3-8 16,-3-3 8-16,-9 0-10 15,3 0-6-15,-4 0 6 16,-1 0 16-16,-2 0 18 16,0 0-7-16,0 0-12 15,0 0-12-15,0 2-2 16,0-2-1-16,0 0 19 16,0 0-13-16,0 2-5 15,0-2 0-15,0 2-1 16,0 0-12-16,0 1 12 15,0 8-7-15,-5 4 7 16,-2 8 1-16,3 12-1 16,-5 5 27-16,3 8-13 15,-6 3-3-15,7 2-11 0,-1 0 6 16,-3 1 4-16,7-3-9 16,-5-2 1-16,2-2-1 15,1 0 6-15,-4-3-2 16,5 3-5-16,-1 0 0 15,-3 2 0-15,2-3 1 16,-1 2 5-16,1 1-4 16,-1-5-2-16,0 5 1 15,0-2 0-15,0-3-1 16,4 1 0-16,-3 0 0 0,1-1 0 16,0-2-1-16,2 1 1 15,2-1 0-15,0 0 1 16,0 1-1-16,0-1-9 15,0-2 8-15,0 0 1 16,0 0 5-16,0 0 4 16,-4-2-8-16,-2 0-1 15,4-2 1-15,0 2-1 16,-3-2 6-16,1 1-14 16,0-1 16-16,2 0-7 15,-6-1-1-15,4 3-7 16,-1-5 7-16,-1 7 16 15,2-6-15-15,-3 0-1 16,0-1 0-16,2-2 6 16,-1-2 0-16,2 5 5 0,-3-3-11 15,7 0 1-15,-5-2 5 16,3-3-4-16,0 3 8 16,2-4-10-16,-3 2 6 15,3 0-6-15,-2-3 0 16,2 1 2-16,0-3 2 15,-2 2 2-15,2-1-6 16,0 1 0-16,0-2 1 16,0 5 0-16,-2-3 0 15,2 1-1-15,0 2 1 16,-2-2 5-16,2-1 0 16,-2 1-5-16,2-3 0 15,-3 2-1-15,1 1 1 0,0 1 4 16,0-1-3-16,0 4-2 15,-1-2 2-15,1 0-2 16,-1-3-7-16,1-2 6 16,2-2 1-16,-2 0 14 15,-2-2-14-15,4-2-5 16,-2-3 5-16,-1 1 1 16,3-1 4-16,0-6-4 15,0 4-1-15,0-9 0 16,0 5 1-16,0-7-1 15,0 4 3-15,0-4-3 16,0 0-1-16,0 0-19 0,0 0-1 16,0 0-22-16,0 0-18 15,0 0-13-15,-14-4-38 16,2-10-190-16,-9 1-332 16</inkml:trace>
  <inkml:trace contextRef="#ctx0" brushRef="#br3" timeOffset="-27506.31">20291 6341 556 0,'0'0'170'0,"0"0"-128"0,0 0-15 0,0 0 33 0,0 0 39 15,0 0 1-15,0 0-28 16,2 0-30-16,-2 0 41 16,0 0 11-16,0 0-14 15,0 0-41-15,0 0-4 16,0 0-15-16,0 0 18 0,0 16 13 15,-2 2 3-15,-7 6-12 16,-3 5-10-16,4 2-7 16,-3 0 0-16,1 3 7 15,2-3 2-15,-1-4-34 16,5-2 12-16,1-10-5 16,0-4-6-16,3-4-1 15,0-7 0-15,0 2 4 16,0-2-4-16,0 0 0 15,0 0 18-15,0 0-18 16,0 0-27-16,0 0 22 0,0 0 3 16,0 0-2-16,0 0-5 15,0 0-19-15,0 0 28 16,0 0-1-16,0 0-8 16,0 0 9-16,0 0 15 15,0 0-1-15,0 0-8 16,0 0 1-16,0 0 2 15,0 0 1-15,0 0 1 16,0 0 2-16,0 0-4 16,8 0 8-16,11 0 18 15,8 0-2-15,4-2-8 16,12 2-5-16,6-2 0 0,9 2 10 16,4-3-17-1,11 3 21-15,-1 0-25 0,1 0 16 16,-2 0-12-16,1 0-13 15,-5 0 5-15,-5 0-13 16,-4 0 8-16,-2 0 0 16,-5 0 0-16,3 0 0 15,-3 0 16-15,4 0-16 16,-1 0 1-16,10 0-4 16,-1 0 10-16,1 0-4 15,4 3-2-15,-6-1 1 16,3 0-1-16,-7 3-1 15,-3 1 1-15,-6-6-1 16,1 7 0-16,-6-5 0 16,3-2-5-16,-1 0 4 0,1 0 1 15,0 0 9-15,2 0-9 16,2 0 0-16,2 0-1 16,1 0 8-16,-2 0-7 15,3 5 0-15,1-3 1 16,-1 2-1-16,1-1-11 15,0-1 11-15,-1 0 10 16,1 0-10-16,-2 0 1 16,0 1-1-16,-2-1 2 15,-2 0-14-15,1 0 11 16,-4 3 1-16,2-3 13 16,-3 2-13-16,4-1-3 15,1-1 3-15,0 0 1 0,3 0-1 16,1 3 3-16,-2-3-12 15,1 0 19-15,-5 0-15 16,0 1 6-16,-2-1-1 16,-5 2 2-16,5-1-1 15,-3-1 1-15,2 0 4 16,0-2-6-16,3 0 0 16,2 4-12-16,0-4 12 15,3 0-1-15,2 0 12 16,-3 3-21-16,0-3 10 15,1 0 0-15,-2 4 9 16,-2-2-8-16,0-2-1 16,0 5-5-16,0-5 5 15,1 2 1-15,-2-2 19 16,-2 0-20-16,-3 0 0 0,1 0 0 16,2 0 6-16,-4 0-8 15,-4 0 14-15,5 0-11 16,-3 0 1-16,1 0 4 15,3 0-5-15,2 0-1 16,0 0 1-16,1 0-1 16,2 0 1-16,-4 0-1 15,3 0 1-15,-4 0-1 16,0 0 1-16,-6 0-2 16,-1 0 2-16,1 4-2 15,-6-4 2-15,-2 0-1 16,3 3 2-16,-3-3-1 0,0 0 7 15,0 0-8-15,3 0 5 16,-1 0-5-16,0 0 0 16,7 0-8-16,1 0 8 15,-4 0 0-15,1 0 10 16,-2 4-7-16,-3-2-2 16,-2-2-1-16,-2 3 0 15,0-1 0-15,-2 0 0 16,-2 0 0-16,-1 1 1 15,5-1 0-15,0 0 0 16,-1 2 0-16,-3-1 0 16,4 2-1-16,-4-4 1 15,-2 2 0-15,-6-1-1 0,1 0 1 16,-1-2 0 0,-1 0 6-16,-3 2-6 0,6-2 1 15,-7 0 4-15,5 2-5 16,0-2 6-16,-1 3-6 15,2-3 0-15,-1 2 0 16,-1 1-1-16,2-2 6 16,-2 2 1-16,-1-3-5 15,1 2 4-15,-3 1-6 16,7-1 1-16,-2-2 6 16,0 0 0-16,0 4-7 15,1-2 1-15,-2-2-1 16,2 3 1-16,-1 1 5 15,-3-4-6-15,4 2 1 16,-7-2-1-16,0 5 1 0,-7-5 8 16,1 0-1-16,-6 0 12 15,0 0 10-15,0 0 10 16,0 0-10-16,0 0 7 16,0 0 2-16,0 0 19 15,0 0-30-15,0-5 3 16,0-1-5-16,0-3-17 15,0 2 7-15,2-7-4 16,-2 1 10-16,2-5 2 16,-2-4-7-16,6-3-2 0,-2-8 0 15,2-5-9 1,3-9-5-16,3-6-2 0,1-5 2 16,0-5-10-16,1 8 8 15,-6 4-1-15,-3 4-67 16,-5 7-63-16,-38-5-81 15,-8 8-159-15,-12 9-695 0</inkml:trace>
  <inkml:trace contextRef="#ctx0" brushRef="#br3" timeOffset="-25005.01">9231 6295 505 0,'0'0'685'0,"0"0"-536"0,0 0-137 0,0 0-11 0,0 0 66 15,0 0-18-15,6-23-25 0,-2 21-14 16,-4 0-4-16,0 2 27 16,0 0-1-16,0 0 5 15,0 0-16-15,0 0 0 16,0 0-20-16,0 0 10 16,0-5-5-16,0 5-5 15,0 0-1-15,0-2 0 16,0-2-10-16,-4 4 10 15,4-2-2-15,-2-3-37 16,0 5 23-16,0 0 0 16,0 0 4-16,-1-2 5 15,3 2 7-15,-5 0 0 16,5 0-1-16,0 0-68 0,0 0-31 16,-4 0-39-16,-3 0 30 15,1 0 4-15,-6 0-48 16,-3 0 4-16,2 2-20 15,-1-2-134-15</inkml:trace>
  <inkml:trace contextRef="#ctx0" brushRef="#br3" timeOffset="-21250.95">9721 6738 1036 0,'0'0'506'15,"0"0"-506"-15,0 0-3 16,0 0-12-16,0 0 8 15,0 0-92-15,0 0-163 0,29 29-124 16</inkml:trace>
  <inkml:trace contextRef="#ctx0" brushRef="#br3" timeOffset="-9670.12">13680 6767 1448 0,'0'0'489'15,"0"0"-489"-15,0 0 0 16,0 0 0-16,0 0 0 16,0 0-117-16,0 0-93 15,4 22-196-15</inkml:trace>
  <inkml:trace contextRef="#ctx0" brushRef="#br3" timeOffset="4262.41">9206 7217 526 0,'0'0'584'0,"0"0"-468"0,0 0-97 0,0 0 3 0,0 0 56 0,0 0 12 0,0-36-39 15,0 36-29-15,0 0 10 16,0 0 24-16,0 0 32 16,0 0-28-16,0 0-14 15,0 0 7-15,0 0 14 16,0 0 11-16,0 0-28 15,0 7-25-15,0 15-9 16,-2 12 62-16,2 8-10 16,-2 7-31-16,-3 9-28 15,5 2 13-15,-2 0-13 16,-3 1 3-16,1-1 4 16,-1-3-1-16,1-3 3 15,0-5-17-15,-1-4 8 16,1-7 2-16,1-7 4 15,-1-7 4-15,4-6-7 0,0-5-3 16,0-6 2-16,0-3-9 16,0-1-2-16,0-3-5 15,0 0 5-15,0 0 18 16,0 0-17-16,0 0 8 16,0 0-9-16,0 0-33 15,-3 0 3-15,3-7-54 16,-4-9-74-16,0-6-17 15,-3 0-58-15,1-5-38 16,-4-17-38-16,2 10-39 16,5 1-424-16</inkml:trace>
  <inkml:trace contextRef="#ctx0" brushRef="#br3" timeOffset="4862.87">9195 7110 62 0,'0'0'1202'0,"0"0"-1007"0,0 0-194 0,0 0 44 0,0 0 121 15,0 0-34-15,0 0-55 16,-7-83-23-16,7 75-8 16,0 1-6-16,0-4-12 15,2 2-8-15,5-2-6 16,6-3-3-16,-2 3 2 15,9-2-3-15,1 2 4 16,6 2-13-16,4 0 13 16,2 5 11-16,3 4 0 15,1 0-14-15,-1 2-1 16,-1 16-10-16,-6 4-3 16,-4 11 3-16,-7-2 0 0,-9 3-1 15,-7 1 2-15,-2 1-1 16,0 0 2-16,-22-3-1 15,-7 3-1-15,-13-5 1 16,-10-2 0-16,-3-2 23 16,-7-5 12-16,-2-2-36 15,7-9 26-15,10-4 11 16,12-5-3-16,8-2 0 16,8 0-29-16,11 0-5 15,8 0-36-15,0-2-56 0,4-3-33 16,27 5-152-1,-4 0-205-15,0 0-84 0</inkml:trace>
  <inkml:trace contextRef="#ctx0" brushRef="#br3" timeOffset="5446">9613 7618 776 0,'0'0'562'0,"0"0"-457"0,0 0-47 0,0 0 96 15,0 0-11-15,0 0-27 16,0 0-56-16,-2-7-5 15,2 7-3-15,0 0-20 16,0 0-32-16,-2 14 19 16,0 6 21-16,-2 6-9 0,2 6-12 15,2 1-5-15,0 0-13 16,0-2 1-16,0-6 8 16,0 0-9-16,0-7-1 15,0-5 1-15,0-4-8 16,0-5 15-16,0 1-5 15,0-1-3-15,0-2-11 16,0 1 10-16,0-1 1 16,0-2 3-16,0 0-3 15,0 0-16-15,0 0-34 0,0 0-10 16,0-13-71 0,0-10-210-16,-3-6-391 0</inkml:trace>
  <inkml:trace contextRef="#ctx0" brushRef="#br3" timeOffset="5631.23">9605 7453 1190 0,'0'0'171'0,"0"0"-171"15,0 0 0-15,0 0 121 16,0 0-39-16,0 0-64 15,0 0-18-15,0-25-23 16,2 25-34-16,-2 0-148 16,0 0-282-16</inkml:trace>
  <inkml:trace contextRef="#ctx0" brushRef="#br3" timeOffset="6147.22">9705 7663 1029 0,'0'0'498'15,"0"0"-477"-15,0 0-15 0,0 0-6 16,0 0 45 0,0 0 25-16,0 0-11 15,33 105-21-15,-29-73-5 0,-1 0 15 16,0-1 10-16,-3-2-23 15,0-7 6-15,0-4 0 16,0-7 13-16,0-2-10 16,0-7-13-16,0 1-21 15,0-3 20-15,0 0-9 16,2 0 14-16,4 0-2 16,3-14 1-16,2-10 7 15,7-3-11-15,2-8-13 16,2-8-11-16,1 3 0 15,1 2-5-15,-3 7-1 16,-6 11-10-16,-4 9 9 16,-6 6 1-16,-1 5-26 15,-2 0 14-15,0 0-22 0,3 9 34 16,1 13 4-16,4 7 21 16,1 10 5-16,-3 3-25 15,-1 0 2-15,5-2-14 16,-6-6 5-16,-2-3-14 15,-4-7-38-15,0-11-27 16,0 1-59-16,0-10-133 16,0-4-217-16,0 0-714 0</inkml:trace>
  <inkml:trace contextRef="#ctx0" brushRef="#br3" timeOffset="6631.96">10590 7513 743 0,'0'0'574'0,"0"0"-418"0,0 0-47 0,0 0 94 0,0 0-7 16,0 0-77-16,0 0-59 15,0 0-15-15,0 0 0 16,2 0-24-16,2 0-13 15,-2 0-2-15,5 0-6 16,0 0-1-16,6 0-2 16,8 0 3-16,8 0 3 15,8 0 19-15,7 0-3 16,4 0-17-16,-4 0 7 16,1 0-5-16,-10 0-4 15,-1 3-8-15,-12-1-37 16,-5 0 1-16,-10-2-9 15,-7 5-49-15,0-3-24 0,-9 4-11 16,-13 1-34-16,-4 2-197 16</inkml:trace>
  <inkml:trace contextRef="#ctx0" brushRef="#br3" timeOffset="6949.06">10471 7748 1522 0,'0'0'290'0,"0"0"-274"0,0 0-1 16,0 0 67-16,0 0-30 16,0 0-34-16,0 0 14 15,132 0-16-15,-83 0-3 16,3 0-1-16,0-3 3 15,-2 1-14-15,-8 2 22 16,-7 0-22-16,-14 0 13 16,-3 0-14-16,-14 0-2 15,-2 0-5-15,-2 0-8 16,0-3-32-16,0 3-53 16,-16 0-56-16,1-2-189 15,1 2-342-15</inkml:trace>
  <inkml:trace contextRef="#ctx0" brushRef="#br3" timeOffset="7598.53">11294 7366 1411 0,'0'0'262'16,"0"0"-187"-16,0 0-45 0,0 0 76 15,0 0 9-15,0 0-44 16,0 0-36-16,11 42 24 15,-5-10-25-15,4 8-2 16,1 5-15-16,-1 1-16 16,2-1 14-16,1-1-9 15,-4-4-6-15,0-9 0 16,0-6 8-16,-3-7-8 16,-1-9-13-16,2-4 13 15,0-5 8-15,3 0 1 16,9-9 30-16,4-16-13 0,10-9-6 15,0 1-2-15,0-9-18 16,-4-5 9 0,-3-4 1-16,-1-5-10 0,-9-7 1 15,-5 3-8-15,-7 3 7 16,-4 3-43-16,-2 16 34 16,-21 12 9-16,-3 10 19 15,-3 9-2-15,-4 7 14 16,0 0-12-16,4 5-1 15,2 13-18-15,6 2 0 16,8 4 0-16,6 3-6 16,7 2 6-16,0 0 0 15,0-3 7-15,20 3-7 16,9-6 6-16,9-6-2 0,5-6-4 16,5-3-46-16,2-2-53 15,-4 0-55-15,-3 2-164 16,-12 3-262-16,-16-2-411 0</inkml:trace>
  <inkml:trace contextRef="#ctx0" brushRef="#br3" timeOffset="8183.3">11830 6847 928 0</inkml:trace>
  <inkml:trace contextRef="#ctx0" brushRef="#br3" timeOffset="14077.41">11878 7763 85 0,'0'0'385'0,"0"0"-161"0,0 0-114 0,0 0 27 0,0 0 36 16,0 0-53-16,0 0-40 16,0-67 14-16,0 67-6 15,0 0 8-15,0 0 17 16,0 0-13-16,0 0-27 16,0 2-12-16,0 11-1 15,0 5 0-15,0 7-29 16,0 1 4-16,-2 4-20 15,-4 5-7-15,2-1 0 16,0-3-2-16,-3 7 0 16,1-7 12-16,-1-2 11 15,0-7-28-15,0 3 8 16,3-9-9-16,2-4 0 0,2 0 0 16,0-5 5-16,0-3-5 15,0-2-2-15,0 1-4 16,0-2 5-16,8-1-8 15,4 0-1-15,5 0 9 16,4 0-6-16,0 0-6 16,0-6 4-16,1-5-15 15,-7-1-14-15,-3 1-65 16,-5 2-38-16,-5-2-22 16,-2 2-22-16,0-4-21 15,-4 2-172-15,-10 6-396 0</inkml:trace>
  <inkml:trace contextRef="#ctx0" brushRef="#br3" timeOffset="14573.26">11926 7413 685 0,'0'0'642'0,"0"0"-568"0,0 0-58 0,0 0 37 0,0 0 39 0,0 0-47 15,0 0-22-15,-4 7 46 16,-5 15 54-16,3 4-49 16,-2 2-40-16,6-4-19 15,0 1-15-15,2-8 1 16,0-5-2-16,0-4-12 16,12-8 12-16,7 0 0 15,6 0 1-15,4-13 14 16,0-7 24-16,-2-4-16 15,-5-1 9-15,-9 2-5 16,-6 2 15-16,-7 5 7 0,0-2 0 16,0 9-3-16,-11 4-31 15,-7 5-14-15,-7 0-10 16,-1 0 3-16,-5 14-69 16,-8 17-135-16,8-4-109 15,12-5-397-15</inkml:trace>
  <inkml:trace contextRef="#ctx0" brushRef="#br3" timeOffset="15190.21">12397 7513 964 0,'0'0'361'0,"0"0"-273"0,0 0-50 0,0 0 48 16,0 0-15-16,0 0-30 15,0 0-22-15,0-2 4 16,0 2 5-16,0 5 23 16,-8 6 43-16,-9 11-7 0,1 3-31 15,-1-1-22 1,-1 3-8-16,3-1-7 0,1-1-17 15,3-3-2-15,4-4 1 16,0-5 5-16,5-4-6 16,2-4-33-16,0-3-54 15,0 1-77-15,0-3-34 16,0 0-98-16,0 0-111 16,0-5-363-16</inkml:trace>
  <inkml:trace contextRef="#ctx0" brushRef="#br3" timeOffset="15407.45">12265 7551 761 0,'0'0'609'15,"0"0"-455"-15,0 0-64 16,0 0 13-16,0 0-18 16,0 0-6-16,0 0 27 15,20 36-36-15,-5-16-33 16,1 0-23-16,5 7-3 15,-2-3-3-15,2-4-8 16,-6 0-37-16,-1-7-114 16,-4 4-54-16,-3-9-109 15,-5-6-280-15</inkml:trace>
  <inkml:trace contextRef="#ctx0" brushRef="#br3" timeOffset="16408.2">12869 7357 1039 0,'0'0'300'0,"0"0"-252"0,0 0 14 0,0 0 75 0,0 0-34 16,0 0-46-16,0 0-28 0,11-15 1 15,-11 15 27-15,0 0 23 16,0 0-9-16,0 0-20 16,0 0-10-16,0 0-15 15,0 0-2-15,0 0-23 16,0 0 13-16,0 0-2 16,0 0-1-16,0 0-10 15,0 0-1-15,0 0 0 16,0 0-1-16,0 0 1 15,0 0 8-15,0 0-8 16,0 0 0-16,0 0 0 16,0 0 8-16,0 0-8 15,0 0-7-15,0 0 7 0,0 0 16 16,0 0-9-16,0 0-1 16,0 0-5-16,0 0 5 15,0 0-1-15,0 0-5 16,0 0 0-16,0 0 18 15,0 0-6-15,0 0 2 16,0 0-8-16,0 0 5 16,0 0-6-16,0 15-4 15,0 5 28-15,-5 7-6 16,-3 5-6-16,-2 5-7 16,2 1-8-16,-1 2-1 15,-5 5 8-15,1-1-9 16,0 1 0-16,-1-1 1 15,6-4 3-15,1-4-4 16,5-9-1-16,2-7-8 0,0-7 0 16,2-6 0-16,15-5-7 15,8-2 7-15,6 0 8 16,7 0-4-16,3 0 4 16,-1-4 2-16,-3-5 0 15,-4 0-1-15,-8 2 0 16,-7 1 1-16,-9 6 2 15,-5-2-2-15,-1-3-1 16,-3 5-13-16,0 0-31 16,0 0-45-16,0 0-30 0,-3-7-146 15,-5 5-274-15</inkml:trace>
  <inkml:trace contextRef="#ctx0" brushRef="#br3" timeOffset="16674.97">12940 6996 1565 0,'0'0'502'0,"0"0"-502"0,0 0 20 0,0 0-2 0,0 0 53 0,0 0-71 16,0 0-49-16,-2-33-54 15,2 33-86-15,2 0-123 16,-2 2-349-16</inkml:trace>
  <inkml:trace contextRef="#ctx0" brushRef="#br3" timeOffset="17993.81">13098 8126 478 0,'0'0'342'0,"0"0"-188"0,0 0-72 0,0 0 58 16,0 0 37-16,0 0-29 0,0 0-8 15,23 0-16-15,-21-3 3 16,-2 3-14-16,2 0-17 16,-2 0-30-16,0 0-19 15,0 0-7-15,0 0-3 16,0 0-10-16,0 0-7 16,0 0-9-16,0 0-4 15,0 0 2-15,0 0-3 16,0 0 12-16,0 0-10 15,0 0-8-15,0 0 0 16,0 0-1-16,0 0-13 16,0 10 14-16,0 5 1 0,0 3 27 15,0 2-20-15,0 5-7 16,0 1-2-16,0 1 11 16,0 2-17-16,0 0 18 15,0-2-10-15,0-3 0 16,0 1 5-16,0-8-6 15,0 6-8-15,0-5 7 16,0-5 1-16,0-2-10 16,0-4 9-16,0-2-5 15,0-1 6-15,4-2-17 16,10-2 1-16,3 0 1 16,4 0 5-16,3 0-4 15,5-4-24-15,1-3 10 0,-4-2-39 16,-6 0-40-1,0-6-90-15,-9 4-66 0,-9-1-229 0</inkml:trace>
  <inkml:trace contextRef="#ctx0" brushRef="#br3" timeOffset="18545.81">13293 7709 710 0,'0'0'438'0,"0"0"-437"0,0 0 67 16,0 0 16-16,0 0-30 15,0 0-22-15,-8-2 11 16,8 2 40-16,0 0 3 16,0 0-19-16,-2 0-10 15,-7 2-43-15,-1 9 21 16,-9 12 71-16,4-1-51 0,-1 3-30 15,3-1-3-15,1 1-17 16,10-3-5 0,2-2-7-16,0-4 7 0,0-5 0 15,7-5-12-15,9-6-17 16,4 0 28-16,4 0 1 16,7-11 9-16,0-11-2 15,-4-2 4-15,-4-3-5 16,-10 0 2-16,-8 7 22 15,-5 2 16-15,0 7 0 16,0 5-3-16,-20 3-23 0,-5 3-20 16,-4 0 0-1,-7 0-75-15,-13 11-180 16,9 2-128-16,5-3-592 0</inkml:trace>
  <inkml:trace contextRef="#ctx0" brushRef="#br3" timeOffset="47643.83">13945 7553 573 0,'0'0'274'0,"0"0"-170"0,0 0-17 0,0 0-25 15,0 0-1-15,2-2-15 16,5 2 22-16,-3 0 15 16,6 0-15-16,-6 0-13 0,3 0 16 15,-3 0 20-15,0 0-43 16,3 0 9-16,-2 0-25 15,8 0-2-15,2 0 11 16,5 0-30-16,9 0 8 16,7 0-3-16,9 0 9 15,3 0-12-15,6 0-6 16,-2 2-6-16,-10 5 7 16,-5 0-8-16,-12-3-4 15,-9 1-2-15,-9-3-10 16,-5-2 5-16,-2 2 11 15,0-2-27-15,-7 0-28 0,-13 0-26 16,-34 2-50-16,4 1-152 16,0-3-246-16</inkml:trace>
  <inkml:trace contextRef="#ctx0" brushRef="#br3" timeOffset="47910.71">14014 7674 535 0,'0'0'134'0,"0"0"-95"16,0 0 34-16,0 0 130 16,0 0-56-16,0 0-8 15,0 0-27-15,2 57-8 16,5-57-25-16,2 7-15 16,2-5-4-16,9 3 8 15,6-1-18-15,9 1-8 0,9-3-18 16,3 0-7-16,1 0-8 15,0 1-9-15,-8-1-11 16,-9 1-65-16,-13-2-67 16,-16-1-68-16,-2 0-180 15,0 0-508-15</inkml:trace>
  <inkml:trace contextRef="#ctx0" brushRef="#br3" timeOffset="48613.07">15079 7496 1136 0,'0'0'340'0,"0"0"-261"0,0 0-53 0,0 0 31 15,0 0 21-15,0 0-9 0,0 0 0 16,0-3-25-16,0 3-33 15,0 12 0-15,0 14-5 16,-2 12 61 0,-5 11-23-16,0 7-22 0,1 1-12 15,6 6-9-15,0-12-1 16,0-2 2-16,0-11 4 16,4-9-3-16,9-9-3 15,1-7-1-15,3-8 0 16,8-5 1-16,6 0 13 15,5-13-4-15,7-12 1 16,-1-6-2-16,-3-5-8 0,2-6 0 16,-5-7-3-1,-7-6-9-15,-5-8-1 0,-8-2-10 16,-3 5 9-16,-8 5-16 16,-5 3 30-16,0 12 0 15,-10 6 16-15,-5 10-5 16,-3 4-10-16,7 7 6 15,0 10-7-15,-3 3 6 16,1 0-12-16,-3 9-4 16,-5 18 10-16,-4 9 4 15,5-1 7-15,2 6-11 16,7-3 0-16,11-5 0 16,0-2 0-16,0-2 1 15,22-7 0-15,5-2-1 16,9-2-1-16,-1-5-94 0,14 1-109 15,-4-5-119 1,-10-3-361-16</inkml:trace>
  <inkml:trace contextRef="#ctx0" brushRef="#br3" timeOffset="48946.27">15839 7738 983 0,'0'0'602'0,"0"0"-519"0,0 0-82 0,0 0-1 0,0 0 26 0,0 0 29 16,0 0 19-16,-53 136-17 16,39-100-35-16,1 6 20 15,-1-6 5-15,10-5-6 16,-1-4-18-16,1-1-9 15,4-7-3-15,0-7 3 16,0-3-4-16,0-4 3 16,11-5 2-16,5 0-8 15,1 0 8-15,6-2 0 16,1-13-15-16,-1-8-26 16,-6-15-95-16,-6 5-205 15,-6 4-544-15</inkml:trace>
  <inkml:trace contextRef="#ctx0" brushRef="#br3" timeOffset="49364.51">15905 7533 811 0,'0'0'328'0,"0"0"-230"16,0 0-60-16,0 0 114 0,0 0 13 15,0 0-63 1,0 0-57-16,0-22-25 0,0 22-20 16,0 0-1-16,0 0-11 15,0 0 12-15,-4 2 10 16,-3 5-3-16,3 0-7 15,2-1 0-15,2-6-10 16,0 0-6-16,0 0 9 16,0 0 5-16,2 0 2 15,16 0 34-15,2-15-11 16,-2-1-7-16,-3-1-4 16,-5 0-3-16,-6 5 1 15,-4-2 37-15,0 8-28 16,0-2-19-16,-16 8-19 15,-20 0-53-15,3 0-119 16,4 8-166-16</inkml:trace>
  <inkml:trace contextRef="#ctx0" brushRef="#br3" timeOffset="50198.25">16516 7647 1077 0,'0'0'210'0,"0"0"-210"0,0 0-1 0,0 0 1 15,0 0 74-15,0 0 30 16,0 0-31-16,14 0-31 0,-14 0 13 15,0 0 17 1,0 0 12-16,0 0-25 0,0 0-5 16,0 4-22-16,0 3-2 15,-4 2-13-15,-6 4 24 16,-1 5 0-16,-3 0-7 16,1 2-19-16,5-5-6 15,-2-1-8-15,4-5 1 16,3-3 4-16,1-3-6 15,2-3 3-15,0 0-15 16,0 0 16-16,0 0-5 16,0 0 1-16,0 0-2 15,0 0 2-15,0 0 0 16,0 0 0-16,0 0 0 16,0 0-1-16,0 0 0 0,0 0-12 15,0 0 4-15,0 0 3 16,0 0 6-16,0 0 0 15,0 0 1-15,0 0 0 16,0 0-1-16,0 0 1 16,0 0-1-16,0 0 2 15,0 0 7-15,0 0-8 16,0 0-1-16,-6 7 2 16,-3 2-4-16,-5 2-1 15,6-2 3-15,-6 4 16 16,3 0-4-16,0 1-12 15,-1-3 6-15,6-4 0 16,-1-1-5-16,5-1-2 0,0-5-26 16,2 2-39-1,0-2-44-15,0 0 2 0,0 0-28 16,0-2-5-16,2-12-134 16,3-1-366-16</inkml:trace>
  <inkml:trace contextRef="#ctx0" brushRef="#br3" timeOffset="50430.88">16429 7620 890 0,'0'0'493'0,"0"0"-420"0,0 0-21 0,0 0 86 0,0 0-9 0,22 120-31 16,-8-81-12-16,4-2-7 15,0-1-36-15,3-3-3 16,0-4-30-16,-3-4-4 16,-5-7 5-16,-1-5-11 15,-8-6-36-15,0-7-110 16,-4 0-145-16,0 0-283 0</inkml:trace>
  <inkml:trace contextRef="#ctx0" brushRef="#br3" timeOffset="50949.08">16915 7651 1270 0,'0'0'553'0,"0"0"-553"0,0 0 0 16,0 0 0-16,0 0 48 15,0 125-7-15,-7-87-13 16,1-2-6-16,2-5-21 16,-1-4 14-16,0-9 3 15,1-3 16-15,4-8-4 16,0-5-17-16,0-2 18 16,0 0-5-16,0 0 25 15,0-2 12-15,0-16-7 0,11-4-39 16,4-9-15-1,-1-7-2-15,6 2-7 0,2-4 1 16,-4-3-1-16,6 8-7 16,-5 4 1-16,3 4 3 15,-7 9-2-15,1 7 12 16,-5 7-1-16,-2 1 1 16,-5 3 0-16,3 0 17 15,0 0 5-15,-1 9 5 16,3 11 18-16,3 14-19 15,1 6 12-15,-7 6-16 16,0 2-13-16,-4 1 0 0,-2-5-8 16,0-6-1-16,0-3-1 15,0-8-21-15,0-2-41 16,-2-12-5-16,-6-2-53 16,-7-11-107-16,3 0-257 15,4 0-209-15</inkml:trace>
  <inkml:trace contextRef="#ctx0" brushRef="#br3" timeOffset="51648.39">17793 7607 940 0,'0'0'357'0,"0"0"-290"0,0 0-57 0,0 0 48 0,0 0-4 15,0 0-5-15,0 0-9 16,9-7-3-16,-9 9 14 16,0 14 57-16,0 6-11 15,0 7-19-15,-9 7-15 16,-1 7-6-16,2 1-1 15,-3 3-9-15,-1-1-9 0,8-1-8 16,-2-5 4-16,3-4-24 16,3-7 9-1,0-1-5-15,0-5-14 0,11-6 0 16,7-3 13-16,7-5 1 16,6 0-8-16,7-4 10 15,6-5-1-15,1 0-9 16,-5 0-12-16,-5-5 6 15,-6-10-12-15,-8-3-25 16,-6-7-43-16,-12 0-47 16,-8-17-162-16,-19 6-250 0,-7 1-640 15</inkml:trace>
  <inkml:trace contextRef="#ctx0" brushRef="#br3" timeOffset="51899.68">17866 7348 1174 0,'0'0'214'0,"0"0"-214"0,0 0 0 0,0 0 40 0,0 0-40 0,0 0-94 16,0 0-123-16,-4-2-93 0</inkml:trace>
  <inkml:trace contextRef="#ctx0" brushRef="#br3" timeOffset="52156.5">17866 7348 1013 0</inkml:trace>
  <inkml:trace contextRef="#ctx0" brushRef="#br3" timeOffset="52417.11">17866 7348 1013 0,'34'45'308'16,"-37"-50"-233"-16,3 3-59 0,-2 0 112 15,2 0-89-15,-2 2-5 16,-2 0-15-16,-3 0-15 0,-4 2 5 15,-5 14 22-15,-4 4 11 16,5 2-26-16,3 3-15 16,6 1 7-16,4-3-8 15,2-6-8-15,0-1-11 16,4-5 19-16,14-6 13 16,4-5 16-16,7 0-12 15,0 0-17-15,0-9-1 16,-5-9-30-16,-3-2-4 15,-10 0 3-15,-9-2 17 16,-2 2-30-16,0 0 0 16,-17 4 12-16,-22 0-36 15,6 5-129-15,1 4-447 0</inkml:trace>
  <inkml:trace contextRef="#ctx0" brushRef="#br3" timeOffset="53487.22">18427 8095 332 0,'0'0'385'0,"0"0"-212"0,0 0-103 0,0 0 22 0,0 0 27 15,0 0 11-15,0 0-8 16,8 0-9-16,-8 0 7 16,0 0 20-16,0 0-10 15,0 0-42-15,0 0-24 16,0 0-15-16,0 0-12 16,0 0-5-16,0 0-26 15,0 0 12-15,0 0-17 16,0 0 1-16,-10 0-2 15,-3 7 0-15,-5 3 9 0,-3 4-8 16,-6 11-1-16,4 1 0 16,1 6-3-16,4-1 3 15,4 0 9-15,6-4-4 16,6-3-5-16,2-4-1 16,0-2-22-16,0-5 23 15,10-3-11-15,11-4 9 16,6-2 1-16,13-4-7 15,-3 0-8-15,10 0-11 16,-2-4 13-16,-8-12 9 16,-6-4 4-16,-2-2 2 15,-10-3-1-15,-9 1 22 16,-7 2 19-16,-3 4 23 0,0 2-15 16,-16 5-8-16,-10 0-11 15,-6 2-30-15,-5 0-1 16,-6 3-35-16,-22 1-53 15,15 1-184-15,7-3-530 0</inkml:trace>
  <inkml:trace contextRef="#ctx0" brushRef="#br3" timeOffset="82785.07">19861 8166 49 0,'0'0'96'0,"0"0"-54"0,0 0-4 0,0 0 35 0,0 0 8 15,0 0-19-15,0 0-21 16,0 0-18-16,0 0 14 16,0 0-11-16,0 0 16 15,0 0-12-15,0 0-11 16,0 0-3-16,0 0-13 16,0 0-3-16,0 0-3 15,0 0 3-15,0 0-13 16,0 0-6-16,0 0-14 0,0 0 23 15,0 0-17-15,0 0-12 16,0 0-15-16,0 0 17 16,0 0-11-16,0 0-7 15,0 0-46-15,0 0 2 16</inkml:trace>
  <inkml:trace contextRef="#ctx0" brushRef="#br3" timeOffset="86471.62">19408 7961 455 0,'0'0'218'0,"0"0"-128"0,0 0-57 0,0 0 12 0,0 0 66 16,0 0 44-16,0 0-60 15,-42-29-12-15,38 27-12 16,-4-5 10-16,4 3-17 16,-3 2 10-16,5-1-20 15,0-1-21-15,0 4 13 16,2 0 5-16,0 0-7 0,0 0-8 16,0 0-2-16,0 0 16 15,0 0 1-15,0 0-19 16,0 0-3-16,0 0 2 15,0 0-12-15,0 0-4 16,0 0-3-16,0 0-3 16,0 0 2-16,0 0-10 15,0 0-1-15,0 0 0 16,2 0-8-16,2 0-10 16,7 0-1-16,5 0 18 15,9 0 1-15,4 0 8 16,13 0-7-16,0 0 14 15,5 7-8-15,1-5-6 16,-2 2-1-16,-6 3-34 16,-5-5 22-16,-8 3-15 0,-7-5-1 15,-7 2 8-15,-7-2-9 16,-6 0-2-16,0 0-4 16,0 2-22-16,-8-2-91 15,-29 0-61-15,3 0-148 16,-1 0-401-16</inkml:trace>
  <inkml:trace contextRef="#ctx0" brushRef="#br3" timeOffset="86807.07">19335 8071 611 0,'0'0'293'0,"0"0"-217"0,0 0-40 0,0 0 32 0,0 0 34 0,0 0-14 16,0 0-40-16,-2 8-16 15,2-6 11-15,8 0 31 16,5 1 24-16,8 2 7 16,8-4 0-16,6 2-26 15,8-1-27-15,1 1-18 16,4-1-16-16,-7-1-12 15,1 4 2-15,-6-2-7 16,-7-2 6-16,-6 2-6 16,-3-1-1-16,-7-2 0 15,-5 3-73-15,-4-3-54 0,-4 0-76 16,0 0-121-16,-8 0-281 0</inkml:trace>
  <inkml:trace contextRef="#ctx0" brushRef="#br3" timeOffset="87522.72">20050 7932 1038 0,'0'0'353'0,"0"0"-353"16,0 0-32-16,0 0 32 15,0 0 65-15,0 0-4 16,0 0-33-16,6-9-15 16,-6 9-11-16,0 0 8 15,0 0 3-15,0 3 36 16,2 14 15-16,-2 6 1 15,0 5 19-15,0 8-27 16,0 0 3-16,0 1-30 16,0 0-19-16,0-2-11 0,0-4 0 15,0-6 13-15,0-10-12 16,0-1-1-16,0-8-17 16,0-3 17-16,3-3 0 15,8 0 21-15,9 0 19 16,11-16-4-16,5-6-11 15,6-3-11-15,-2-6-6 16,5 0-2-16,-3-5-6 16,-2-4 0-16,-7-2 3 15,-1-3-3-15,-3 3 0 16,-11 2 1-16,-7 2-1 16,-9 2 0-16,-2 11 28 15,0 4 10-15,-2 2-28 0,-11 7-8 16,-3 2-2-16,5 3-8 15,-7 5 8-15,3 2 0 16,-2 0 14-16,2 0-14 16,-1 0 0-16,-1 9-14 15,3 9 3-15,1 5 5 16,2 1 6-16,0 3 0 16,8-3-13-16,3 1 7 15,0-1-3-15,9-1 8 16,16 1 0-16,8-2 1 15,12-4 8-15,9-2-8 16,3-5-66-16,11 2-126 16,-10-2-127-16,-16-6-389 0</inkml:trace>
  <inkml:trace contextRef="#ctx0" brushRef="#br3" timeOffset="88078.55">20910 8097 425 0</inkml:trace>
  <inkml:trace contextRef="#ctx0" brushRef="#br3" timeOffset="88108.39">20910 8097 425 0,'73'-174'0'0</inkml:trace>
  <inkml:trace contextRef="#ctx0" brushRef="#br3" timeOffset="90392.74">20937 8157 708 0,'0'0'360'0,"0"0"-254"0,0 0-77 0,0 0 50 0,0 0 82 0,0 0-47 15,0 0-43-15,-12-22-4 16,12 22-19-16,0 0-7 15,0 0 9-15,0 0 8 16,0 0-11-16,0 0-14 16,0 0-13-16,-2 0-8 15,2 0-12-15,-2 0-1 16,-3 0-6-16,-1 5 7 16,-3 6 12-16,0 2-2 15,-4 3 0-15,0-1 2 16,-5 7 2-16,-1 3 0 15,-2 4-14-15,-2 2 16 0,3 2 7 16,3 3-8 0,3-3-3-16,3-6-4 0,9 5-8 15,2-10-9-15,0-2-4 16,0-5 13-16,17-3 1 16,3-4 12-16,7-3 2 15,4-1 4-15,1-4-7 16,1 0-5-16,-4 0 2 15,-4 0-18-15,-8-11 2 16,-7-4-41-16,-10-14-73 16,0 0-213-16,-6-1-478 0</inkml:trace>
  <inkml:trace contextRef="#ctx0" brushRef="#br3" timeOffset="90826.41">20981 7917 938 0,'0'0'768'0,"0"0"-599"0,0 0-169 0,0 0-38 0,0 0 38 16,0 0 9-16,0 0-9 16,0-3-6-16,0 3-2 15,0 3 8-15,0 3 0 16,0 1-2-16,0-5-5 16,0-2 7-16,0 0 16 15,4 0 60-15,2-6 34 16,2-12-57-16,-3-9-35 15,-1-2-11-15,-4-4 15 16,0 8 25-16,0 3-7 16,-2 8-3-16,-5 5-25 15,-1 8-2-15,2 1-10 16,0 1-29-16,-1 24-44 16,7 20-104-16,0-1-163 0,19-6-387 0</inkml:trace>
  <inkml:trace contextRef="#ctx0" brushRef="#br3" timeOffset="99952.69">21556 7988 1073 0,'0'0'259'0,"0"0"-226"0,0 0-27 0,0 0-6 0,0 0 50 0,9 0 9 16,-9 0-20-16,0 0-7 16,2 0 2-16,-2 0-7 0,0 0-2 15,0 0 6-15,0 0-12 16,0 0-6-16,0 0-4 15,0 0-8-15,0 0 8 16,2 0-8-16,-2 0-1 16,0 0 6-16,0 0-6 15,2 0 1-15,4 0-1 16,-6 0 1-16,2 0 0 16,-2 0 6-16,2-2-7 15,-2 2 0-15,2-5 0 16,2 5 0-16,1-2-1 15,1 0 1-15,2-1-16 16,-2 1 6-16,-2 0 10 16,-2 2 1-16,-2 0-1 15,3 0 1-15,-3 0-1 0,0 0 0 16,0 0 0 0,0 0 1-16,0 0 0 0,0 0 6 15,0 0-1-15,0 0 1 16,0 0 2-16,0 0-9 15,0 0 1-15,-7 9 0 16,-5 6 15-16,-1 3 5 16,-7 2 14-16,-1 7 16 15,-6-3 8-15,4-1-36 16,1-3 11-16,0 2-28 16,2-2 11-16,1-2-14 15,4 0 8-15,3-5-22 16,4 3 10-16,1-7 1 15,5-5 3-15,0 3-2 16,0-3-2-16,2-1 1 0,0-3 0 16,0 0 2-1,0 2-2-15,0-2-8 0,0 0-44 16,0 0-50-16,0 0-46 16,-4 0-60-16,1 0-153 0</inkml:trace>
  <inkml:trace contextRef="#ctx0" brushRef="#br3" timeOffset="100436.92">21405 8055 1032 0,'0'0'386'0,"0"0"-304"0,0 0-82 0,0 0 0 0,0 0 11 0,0 0 35 15,0 0 2-15,6 0-20 16,-2 0 5-16,2 0 36 16,-4 4-27-16,2 8 9 15,0-4-15-15,1 4-19 16,-1 0-5-16,2 0-6 15,2-1-5-15,-4 3 12 0,3 1-5 16,1 1 8-16,2-1-2 16,-4 1-2-16,5-1 6 15,0 1-17-15,-1-3 8 16,3 1-1-16,-2-5 1 16,-2-1 0-16,-3 1-7 15,1-4 9-15,-5-1-1 16,-2 1-8-16,2-3 9 15,-2-2 1-15,6 2-11 16,-6-2 8-16,0 0-8 16,0 0-1-16,0 0 0 15,0 0 0-15,0 0-68 16,0 0-70-16,0 0-58 16,0 0-112-16,-8-9-458 0</inkml:trace>
  <inkml:trace contextRef="#ctx0" brushRef="#br3" timeOffset="102141.66">22223 8086 174 0,'0'0'534'0,"0"0"-534"0,0 0-105 0,0 0 105 0,0 0 65 0,0 0 29 15,0 0-42-15,6-7-7 16,-6 5-5-16,0 2 11 16,0 0 5-16,0 0 34 15,0 0-18-15,0 0-24 16,0 0-12-16,0 0-8 16,0 0-5-16,0 0 0 15,0 0 0-15,0 0-4 0,0 0-4 16,0 0 8-1,0 11 37-15,0 9-2 0,-2 3 0 16,-10 6-10-16,1 0-19 16,1-1-17-16,-2 1-4 15,8-4 0-15,-3-5-8 16,5-5 1-16,0-3 1 16,2-6-1-16,0-6 8 15,0 5 1-15,0-5 28 16,0 0 25-16,0 0 13 15,0 0-20-15,0 0-14 16,0 0-8-16,8 0 10 16,3-9-21-16,1-2-4 15,5-5-4-15,1-2-8 16,5-2 1-16,-1-4-7 0,4-5 5 16,-1 0-5-16,0 0-1 15,0 0-15-15,-4 2 5 16,4 2 10-16,-5 5-6 15,0 3 5-15,0 3-9 16,-6 5-3-16,-1 0 5 16,-2 9 1-16,-4 0 0 15,0 0-14-15,-1 0 3 16,1 0 18-16,4 0-2 16,0 0 1-16,-4 16-12 15,1 2 4-15,0 6 9 16,-4 7 29-16,-4 6-10 0,0 0-5 15,0 1-8-15,0 0 5 16,-2 2-8-16,-6-4 3 16,-2-7 9-16,3 2-8 15,1-5-7-15,1-7 11 16,2-6-19-16,1-5 16 16,2-5-4-16,0-1 2 15,0-2-5-15,0 0 0 16,0 0 6-16,0 0-7 15,0 0-13-15,0 0-75 16,0-5-43-16,0-15-148 16,5 0-309-16,0 5-375 0</inkml:trace>
  <inkml:trace contextRef="#ctx0" brushRef="#br3" timeOffset="102822.93">23212 8286 122 0,'0'0'1011'0,"0"0"-794"0,0 0-217 0,0 0-8 0,0 0 8 0,0 0 22 16,0 0 26-16,0 9-13 15,0-9-3-15,0 3 10 16,0-3 19-16,0 0-9 16,0 0-20-16,0 0-8 15,0 0-5-15,0 0 8 16,0 0 22-16,0 0-13 15,0 0-29-15,0-3 5 16,0-3-11-16,2-3-1 16,2 2 1-16,-2 3-2 0,1-1-7 15,-1 3-31-15,0 0-14 16,4-1-33-16,8 1-103 16,-5 2-137-16,3 0-325 0</inkml:trace>
  <inkml:trace contextRef="#ctx0" brushRef="#br3" timeOffset="103206.65">23735 8079 173 0,'0'0'352'0,"0"0"-183"0,0 0-116 0,0 0-20 16,0 0 41-16,0 0-25 16,0 0-33-16,0-8 12 0,0 8-27 15,0 0 1 1,0 0-2-16,0 0-26 0,0 0-30 16,0 0-54-16,0 0-104 15,0 0-145-15</inkml:trace>
  <inkml:trace contextRef="#ctx0" brushRef="#br3" timeOffset="108197.17">23541 8133 131 0,'0'0'179'0,"0"0"-163"0,0 0-10 0,0 0 60 0,0 0 13 16,0 0-12-16,0 0-41 15,-4-21 30-15,4 17-3 16,0 2-15-16,0-1-9 16,0 2 5-16,0-1-19 15,0-1 4-15,0-2-3 16,0 4-16-16,0-4 12 16,0 0-11-16,0 3 14 15,0-2 4-15,0 0-9 16,0-1 14-16,0-2 2 15,2 5-24-15,0-5 35 0,0 0 11 16,3-1 14 0,-3 3-1-16,1-4-15 0,-1 5 1 15,0-1 18-15,-2 1-6 16,4-1 7-16,-4 3-43 16,2 0-11-16,1 2 4 15,-3 0-5-15,0 0-4 16,0 0 1-16,0 0-2 15,0 0 7-15,0 0-3 16,0 0-10-16,0 0-8 16,0 0-3-16,0 0-12 15,0 0 14-15,0 2 9 16,0 9 31-16,-9 5-3 16,2-1-8-16,0 8-4 0,-2-3-15 15,1 0 14-15,3-3-5 16,-1 0-3-16,-1 5-6 15,0-7 5-15,1 3-6 16,-1-2 1-16,3-1 0 16,-4 1 0-16,6-3 6 15,0-2-6-15,0-2 0 16,0 0 0-16,2-2 0 16,-2-3-1-16,2-1 0 15,0-3-1-15,-3 0 1 16,3 0 1-16,0 0 5 15,0 0-5-15,0 0 6 16,0 0 1-16,0 0 8 0,0 0 16 16,0 0 6-16,0 0-2 15,0 0-11-15,0 0 1 16,0 0-14-16,0 0 0 16,0 0-11-16,0 0 6 15,0 0-6-15,0 0 0 16,0 0-1-16,0 0-8 15,0 0 7-15,0 0-1 16,0 0-6-16,0 0 8 16,0 0 8-16,0 0-8 15,0 0-1-15,0 0-6 16,0 0 6-16,0 0-11 16,0 0 2-16,0 0 9 15,0 0-8-15,0 0 2 16,0 0 6-16,-2 0 0 0,0 2 1 15,-2 0 0-15,2 0 0 16,-4 3 12-16,6-3-6 16,0-2-5-16,-2 0 0 15,2 0 10-15,0 0-10 16,0 4-1-16,0-4 1 16,0 0 6-16,0 0 5 15,0 0-2-15,0 0 22 16,0 0 5-16,0 0 16 15,0 0-5-15,0-4-7 16,8-3-20-16,0-6-19 16,3-5 12-16,3-2-7 15,1-4-6-15,1-1-1 0,4-4-1 16,0 0-11-16,0 0-15 16,0 3 20-16,-2 3-5 15,-3 1 12-15,1 6 6 16,-5 3-6-16,1 6 0 15,-4 0-9-15,-3 3 9 16,-1-1 0-16,-2 3 6 16,2 2-5-16,-4 0-1 15,0 0 0-15,0 0-1 16,0 0-13-16,0 0 3 16,0 0 2-16,0 0 9 15,0 11 4-15,0 0-2 0,0 3 4 16,0-1 4-16,0 1-10 15,0 2 6-15,0 1-5 16,0-2 0-16,0 5 1 16,0 1-1-16,0 1 0 15,0 3-1-15,0 1 1 16,0-1 4-16,0 2 5 16,-6-5-10-16,2-2 24 15,-3-2-15-15,5-5-6 16,-2-2 3-16,1-2 1 15,3-5 0-15,0 1-1 16,0-5-6-16,0 0 1 16,0 0 0-16,0 0 0 0,0 0-1 15,0 0-8 1,0 0-62-16,0 0-122 0,7-2-115 16,4-7-333-16</inkml:trace>
  <inkml:trace contextRef="#ctx0" brushRef="#br3" timeOffset="108563.79">23927 8229 917 0,'0'0'408'0,"0"0"-408"0,0 0-7 0,0 0 7 0,0 0 2 16,0 0 38-16,0 0-39 16,75 11 26-16,-75-5 25 15,0 5 20-15,0-2-30 16,0-2 6-16,0 0 9 16,-9-3 5-16,-1 1-9 15,-4-3 7-15,3-2-5 16,2 0-6-16,2 0-7 15,5 0 2-15,2 0-6 16,0 0-28-16,0 0-10 16,0-9-22-16,0-4 22 15,0 1-36-15,2-1-45 0,5 2-89 16,6-2-19-16,-4 8-170 16,-2-1-389-16</inkml:trace>
  <inkml:trace contextRef="#ctx0" brushRef="#br3" timeOffset="109430.54">24531 7910 486 0,'0'0'731'16,"0"0"-581"-16,0 0-126 15,0 0-16-15,0 0 49 16,0 0-2-16,0 0 13 16,0-2-17-16,0 2-32 15,0 0 3-15,0 0-6 16,0 0 12-16,0 9 17 15,-3 13 18-15,-1 5-18 16,-5 1 10-16,0 8-11 16,-2 6-15-16,2 1-7 15,-2-5-8-15,5 0-3 16,-2-5-11-16,4-4 0 16,2-2 3-16,2-5-3 0,0-6-1 15,0-3-15 1,6-6 15-16,8 1 1 0,11-5 0 15,6-3 18-15,5 0-3 16,3-7-14-16,3-11 14 16,1-4-15-16,-3-5 14 15,-2-2-4-15,-3-2-9 16,0-2 5-16,-10-1-5 16,0 1 8-16,-9 4-8 15,1 2 0-15,-7 0 0 16,-1 7 7-16,-5 0 1 15,2 2 13-15,-3 3-5 0,3-1 0 16,-3 3 1 0,2 0 9-16,-3 6-20 0,-2 0 8 15,0 1-15-15,0-1 0 16,0 2-8-16,0 1-8 16,0-3-1-16,0 3 17 15,0-3 7-15,0 3-1 16,0-1-6-16,-5 1 1 15,3-1-1-15,2 5 1 16,-3-2-1-16,3 2 0 16,-4 0 0-16,4 0 0 15,-2 0-1-15,-1 0-5 16,-5 0-13-16,-6 9 7 0,-1 9 6 16,-6 4 5-1,2 3-2-15,5 1 3 0,1 3 0 16,5-2-1-16,2 0 0 15,6-7-12-15,0 2 13 16,0-4 0-16,16-2-5 16,9-6-23-16,8 1-5 15,11-1-21-15,27-3-120 16,-10 4-146-16,-8-7-487 0</inkml:trace>
  <inkml:trace contextRef="#ctx0" brushRef="#br3" timeOffset="109748.58">25244 8144 1099 0,'0'0'332'0,"0"0"-300"0,0 0-8 0,0 0-21 0,0 0 57 16,0 0-22-16,0 0 11 15,-27 40 8-15,13-13-32 16,1 4 0-16,-1 0-9 16,1 0-6-16,7-2-3 15,1-4-5-15,3-5-1 16,2-5 11-16,0-1-11 16,2-6 11-16,16 4 30 15,6-8-10-15,5-4-10 0,9 0-17 16,0 0-5-1,-2-7-50-15,-9-13-130 16,-16-4-228-16</inkml:trace>
  <inkml:trace contextRef="#ctx0" brushRef="#br3" timeOffset="110167.23">25355 7823 1235 0,'0'0'0'0,"0"0"-28"16,0 0 28-16,0 0 80 16,0 0 3-16,0 0-54 15,0 0-28-15,38 2 59 16,-38 12 18-16,0 6 7 15,0 2 36-15,-5 2-42 16,-6 1-46-16,0-1-1 16,0-1-2-16,8-6 3 15,-1-1 12-15,4-9-26 16,0-3-5-16,0 1-8 16,0-5-5-16,4 0 44 15,13 0 19-15,4-14-20 16,8-6-16-16,-2-4-27 0,0-5 11 15,-7-2-12-15,-5-3-23 16,-7-1-5-16,-4 6-5 16,-4 7-7-16,-9-6-115 15,-13 11-219-15,-3-1-944 0</inkml:trace>
  <inkml:trace contextRef="#ctx0" brushRef="#br3" timeOffset="111670.13">23237 8487 225 0,'0'0'277'0,"0"0"-189"0,0 0-68 0,0 0-7 0,0 0 26 16,0 0 3-16,-119-20-35 16,105 18 5-16,-1 0-4 15,1 2 20-15,-1-3 19 16,1 3-3-16,4-2-20 16,-1 2-24-16,-1 0 1 15,-1-2-2-15,9 2 2 16,-6-2 5-16,6 2 11 15,-1 0 31-15,3 0 37 0,0 0-1 16,2 0-19-16,0 0-31 16,0 0 8-16,0 0-21 15,0 0 30-15,0 0 10 16,0 0-13-16,0 0 4 16,0 0-8-16,0 0 11 15,0 0 6-15,0 0-5 16,0 0-20-16,0 0-18 15,0 0 1-15,0 0-5 16,0 0-6-16,0 0 2 16,0 0 3-16,0 0 0 15,0 0 5-15,0 0-11 0,0 0 8 16,0 0-4-16,0 0 3 16,0 0 5-16,7-2-19 15,4-5 1-15,7 7 6 16,9-5 2-16,6 0-9 15,5 1 0-15,13 2-5 16,11 2 5-16,9 0 1 16,6 0-1-16,12 0 0 15,2 0 0-15,3 2 0 16,-1 7 1-16,-1 0-1 16,-1-2 0-16,-5 2-16 15,-5-5-14-15,4 1 22 16,-10-1 8-16,6-4 1 15,-6 2 7-15,-1-2-8 16,4 0 0-16,-6 0 0 0,-4 0 1 16,-5 0 0-16,-7 0 1 15,-10 3 8-15,-8-1 15 16,-5-2 0-16,-6 2 7 16,0 0 2-16,-3 1 7 15,-1-1-22-15,-2 0 0 16,4 0-3-16,-2 3-8 15,1-1-2-15,-4-2-5 16,-2 3-1-16,-5-1 1 16,-1-2 5-16,-6-2-5 15,-4 3 5-15,1-3 4 16,3 0-8-16,-1 0 7 16,2 0-8-16,1 4 13 0,1-4-4 15,3 0-9-15,-4 2 1 16,1-2 7-16,-2 0-8 15,-4 0 8-15,1 0-9 16,-4 3 1-16,0-3 0 16,0 0 9-16,0 0-9 15,0 0 8-15,0 0-8 16,0 0 5-16,0 0-5 16,0 0 0-16,0 2-1 15,0-2-1-15,0 0 0 16,0 0-9-16,0 0-2 15,0 0 12-15,0 0-1 16,0 0-12-16,0 0-13 0,0 2-42 16,-2-2-76-16,-10 2-10 15,-15 3-3-15,1-1-98 16,-1-2-322-16</inkml:trace>
  <inkml:trace contextRef="#ctx0" brushRef="#br3" timeOffset="112951.76">24012 8676 645 0,'0'0'217'0,"0"0"-155"0,0 0-42 0,0 0 52 0,0 0 25 0,0 0-27 16,0 0-30-16,0-6 7 15,0 6-2 1,0 0-24-16,0 0 8 0,0 0 18 16,0 0-8-16,0 0 0 15,0 0-14-15,0 0-3 16,0 0 13-16,0 11 3 16,0 0-9-16,0 2-12 15,0 3 6-15,0 1 7 16,0 2-3-16,0 1 0 15,-5 0 12-15,2 2-7 16,-1 0-2-16,0 9-1 16,-3 1-1-16,3 1-6 15,-6-2-8-15,8-2-2 0,0 0-10 16,-2-5 6 0,1-4-7-16,1-6 13 0,2-3-6 15,0-4 0-15,0-5 1 16,0-2-8-16,0 0 2 15,0 0 4-15,0 0 0 16,0 0 2-16,0 0 1 16,0 0-8-16,0 0-2 15,0 0-18-15,0 0-31 16,0-9-63-16,5-4-68 16,1-3-44-16,-1-6-74 15,4 2-110-15,-7 2-117 0</inkml:trace>
  <inkml:trace contextRef="#ctx0" brushRef="#br3" timeOffset="113536.31">24058 8781 484 0,'0'0'327'0,"0"0"-185"0,0 0-97 0,0 0 36 0,0 0 60 15,0 0-22-15,0 0-39 16,78-43-9-16,-58 42-23 16,0 1 0-16,5 0-10 15,0 0-22-15,-2 1 2 16,2 7-17-16,-4 1 1 0,-1-3 7 16,-5 3-8-1,-4 0-1-15,-2 0 1 0,-4 0 0 16,-5 2 10-16,0 2 11 15,0 1-12-15,-19 1 11 16,-7-1 2-16,-3 1-5 16,-7-2 5-16,-4 1-5 15,0-5 5-15,2-5-2 16,4 3-8-16,3-3 4 16,10-4 2-16,7 3-4 15,5-3 0-15,7 0-15 16,2 0 1-16,0 2-2 15,0-2 10-15,0 0 4 0,0 2-12 16,0-2 5-16,0 2 7 16,7 3-4-16,5 1 6 15,7 3 25-15,5 2 6 16,3 0-15-16,7 3-10 16,1-1-7-16,-2 0 1 15,-1 1-9-15,-8-3-5 16,-1-2 9-16,-10-2-10 15,0-3-1-15,-6 0-35 16,-5-4-67-16,-2 0-52 16,3 0-29-16,-1 0-85 15,-2-6-407-15</inkml:trace>
  <inkml:trace contextRef="#ctx0" brushRef="#br3" timeOffset="114035.78">24544 8937 1032 0,'0'0'504'0,"0"0"-438"0,0 0-50 0,0 0 16 16,0 0 79-16,0 0-3 15,0 0-47-15,0 0-30 16,0 11 19-16,0 5-2 15,-7 1 5-15,3 1-25 16,-3 4-10-16,0-1-3 0,1-1-9 16,-1-4 5-16,5-1-10 15,-2-4 6-15,1-2-1 16,1-2-5-16,2-5 1 16,0 0-1-16,0 1 1 15,0-3-1-15,0 0 0 16,0 0 8-16,0 0 0 15,0 0 4-15,9 0-3 16,11 2 5-16,11 0 4 16,14 0 1-16,9 3-6 15,3-1-5-15,-1 1-8 16,-1-1 7-16,-7 0-1 16,-13 1 8-16,-6-3 1 0,-9 0 4 15,-11 1 6-15,-4-3 11 16,-5 0-1-16,0 0-12 15,0 0-11-15,0 0-13 16,0 0-28-16,0 0-30 16,-23 0-92-16,-2 0-182 15,-2 0-742-15</inkml:trace>
  <inkml:trace contextRef="#ctx0" brushRef="#br3" timeOffset="118374.06">26246 8302 981 0,'0'0'204'0,"0"0"-142"0,0 0 2 0,0 0 66 0,0 0-60 16,0 0-47-16,-11-9-7 15,11 9 6-15,0 0 16 16,0-2 0-16,0 2 1 0,0 0 18 16,0 0 6-16,0 0-9 15,0 0-6-15,0 0-14 16,0 0-9-16,0 0-4 16,0-2-9-16,0 2-11 15,0 0 9-15,0 0-10 16,0 0-6-16,7-3 6 15,3 3 10-15,13 0-1 16,4 0-1-16,4 0 8 16,7 0-14-16,2 0 10 15,2 0-6-15,-4 0-5 16,0 0 7-16,-7 0-6 0,-4 0 4 16,-5 0-6-16,-3 0 6 15,-7-2-6-15,-3 2 0 16,-7-2 9-16,6 2-7 15,-8-2 13-15,2 2 5 16,-2 0-9-16,0 0 0 16,0 0-3-16,0 0-8 15,0 0 0-15,0 0-1 16,0 0-18-16,0 0-14 16,0 0-48-16,0 0-53 15,-2 0 3-15,-10 0-41 16,-1 0 8-16,-5 6-69 15,-7 1-13-15,-4 4 61 16,3 0 10-16,1-4-99 0</inkml:trace>
  <inkml:trace contextRef="#ctx0" brushRef="#br3" timeOffset="118824.54">26202 8467 645 0,'0'0'338'0,"0"0"-234"0,0 0-94 0,0 0 9 0,0 0 61 15,0 0-35-15,0 0-15 0,15 5 34 16,-3-5 39-16,1 2-19 15,-3-2-7-15,11 0 3 16,1 0-7-16,7 0-8 16,5 0-13-16,6 0-8 15,5 0 8-15,3 0 8 16,4 0-25-16,-6 0 7 16,-7-2-8-16,-8 2-20 15,-10 0-7-15,-5 0-6 16,-11 0 9-16,1 0-1 15,-4 0-7-15,-2 0 9 16,0 0 10-16,0 0-5 16,0 0-14-16,0 0-2 0,0 0-1 15,0 0-34-15,0 0-54 16,0 0-20-16,-13 0-85 16,-3 0-38-16,1 0-262 0</inkml:trace>
  <inkml:trace contextRef="#ctx0" brushRef="#br3" timeOffset="120126.89">27295 7868 915 0,'0'0'240'0,"0"0"-210"0,0 0-29 16,0 0 64-16,0 0-1 0,0 0-41 16,0 0-23-16,0-5-18 15,0 5 18-15,5 0 18 16,-2 16 19-16,1 4 28 15,0 11-19-15,-4 9-9 0,0 7-7 16,0 4-11-16,0 4-4 16,0-3-14-16,3-3 11 15,1-9-5-15,-2-6-6 16,2-10-1-16,1-8-1 16,0-8-18-16,1-3 19 15,1-5 0-15,4 0 18 16,7 0 43-16,-1-16 9 15,10-8-26-15,2-1-9 16,0-6-15-16,-2-7-1 16,0 1-13-16,-7-10 1 15,2-5-5-15,-4-10-2 16,-5 2 0-16,-1-7-10 0,-4 5 10 16,-3 8 14-1,-3 7 14-15,-2 14 15 0,0 8 4 16,0 8-17-16,0 10-30 15,0 5 0-15,0 2-2 16,-2 0-23-16,-1 6-7 16,-3 19 32-16,-3 8 6 15,2 7 5-15,-2 10-10 16,5-4 8-16,2 6 0 16,0-6-2-16,2-3-7 15,0-8-18-15,0-4 17 16,10-6-15-16,9-5 9 0,0-6-36 15,20-8-40-15,-6-1-120 16,-2-4-279-16</inkml:trace>
  <inkml:trace contextRef="#ctx0" brushRef="#br3" timeOffset="120494.07">27995 8168 1338 0,'0'0'270'0,"0"0"-216"0,0 0-53 0,0 0-1 0,0 0 3 15,0 0-3-15,0 0 7 16,-33 118 18-16,24-80 17 15,5 2-10-15,-1-1-14 16,5-4 2-16,0-6-2 16,0-4-8-16,5-8 8 15,8-3-7-15,0-3 1 16,3-7-6-16,-1-4-4 16,3 0 7-16,-3-4 0 15,1-16-9-15,-5-7-21 16,-1-4-43-16,-10-25-101 15,0 7-199-15,0 2-607 0</inkml:trace>
  <inkml:trace contextRef="#ctx0" brushRef="#br3" timeOffset="120876.75">28062 7872 996 0,'0'0'378'16,"0"0"-305"-16,0 0-72 15,0 0 40-15,0 0 10 16,0 0-27-16,0 0-22 16,2-2 24-16,-2 2 31 0,0 2-6 15,-4 14-16 1,-7 4 19-16,1 9 3 0,4 0-26 15,2-1-10-15,4-1-21 16,0-2 0-16,0-8 0 16,0-8 5-16,0-4-5 15,0-5 0-15,8 0 18 16,0-9 77-16,-2-16-13 16,3-1-57-16,-5-10-25 15,-4 7-15-15,0-4-24 16,-2 11-11-16,-13 4 15 15,-14 9-96-15,6 4-155 16,-2 5-504-16</inkml:trace>
  <inkml:trace contextRef="#ctx0" brushRef="#br3" timeOffset="121377.2">28018 7346 955 0,'0'0'330'0,"0"0"-261"0,0 0-48 0,0 0 32 0,0 0 27 16,0 0-49-16,0 0-21 15,113-98-9-15,-70 94 8 16,-6 2 6-16,1 2-1 16,-7 0 5-16,-8 0-17 15,-7 8-2-15,-16 12-19 16,0 7 19-16,0 4 29 15,-23 9 29-15,-6 3-5 16,-2-6 1-16,0 6 22 16,4-14-13-16,9-2-19 0,7-9-27 15,11-7-17 1,0-2-12-16,2-5 12 0,23-2 29 16,8-2-10-16,13 0-8 15,6 0 14-15,2-6-6 16,-3-5-19-16,-7-1-65 15,-6 6-56-15,-7 6-69 16,-10 0-74-16,-13 0-220 0</inkml:trace>
  <inkml:trace contextRef="#ctx0" brushRef="#br3" timeOffset="122411.17">26899 8716 134 0,'0'0'679'0,"0"0"-533"0,0 0-58 0,0 0 24 0,0 0 18 15,0 0-24-15,0 0-60 16,-20-11-24-16,20 11-7 16,0 0-1-16,0 0-2 0,0 0 2 15,0 0-1 1,0 0 15-16,0 0 4 16,0 0 3-16,0 0-4 0,0 0 18 15,0 0-5-15,0 0-28 16,0 0-6-16,0 0-10 15,0 0 1-15,0 0 12 16,0 0-4-16,9 0 4 16,5 0 29-16,5 0 37 15,8 0-7-15,11 0-24 16,11 0-17-16,9 0-7 16,11 0-7-16,12 0-2 15,5 0-4-15,23 0 14 16,27 0-15-16,25-2-9 0,6 2 8 15,-14 0-3 1,-34 0-5-16,-40 0 0 0,-19 0 5 16,-12 0-6-16,0 0 0 15,-1 0 9-15,-5 0-8 16,-10 0-1-16,-14 0 0 16,-7 0 0-16,-4 2-9 15,-7-2-7-15,0 0 14 16,0 2-30-16,0-2 26 15,0 0 6-15,0 0-1 16,0 0-31-16,0 0-24 16,-7 5-19-16,-6-2-22 15,-21 3-90-15,5 0-95 16,-2 2-127-16</inkml:trace>
  <inkml:trace contextRef="#ctx0" brushRef="#br3" timeOffset="122914.39">27108 8966 520 0,'0'0'278'0,"0"0"-171"0,0 0-62 0,0 0 17 0,0 0 80 15,0 0-41-15,0 0-7 16,0-49 1-16,2 49-1 15,-2 0-11-15,0 0-36 16,3 0-18-16,-1 0-17 16,1 2-11-16,1 14 34 15,0 6 11-15,-1 7 30 16,-3 6-32-16,0 8-23 16,0 6-11-16,0 7 6 0,0-1-15 15,0-3-1-15,0-6 0 16,0-7 0-16,0-8 0 15,0-9-118-15,0-6 74 16,0-8 44-16,0-5-117 16,0-3-62-16,0-9 15 15,0-7-194-15</inkml:trace>
  <inkml:trace contextRef="#ctx0" brushRef="#br3" timeOffset="123598.15">27144 8977 629 0,'0'0'600'16,"0"0"-415"-16,0 0-90 0,0 0 46 16,0 0 21-16,156-51-54 15,-105 49-36-15,3-3-28 16,-6 5-10-16,-5 0-1 16,-14 0-33-16,-11 5-10 15,-18 8-21-15,0 3-30 16,-24 4 61-16,-21 4 0 15,-9 0 9-15,-1 1 11 16,-3-2-8-16,6 1 16 16,13-4 16-16,10 2-16 15,10-2-22-15,11 3-6 16,6-3-12-16,2 2 12 16,2 0 14-16,18-2 5 0,8 2 14 15,9-4-19 1,2 2 1-16,1-4-9 0,1-1 6 15,-5-3-12-15,-5-6-25 16,-4 1-74-16,-12-4-106 16,1-3-32-16,-5 0-26 15,-1 0 15-15,-5-16 50 16,-2-4 58-16,-1-3 140 16,-2-3 6-16,6-1 36 15,-1 2 20-15,1 5 116 16,-1 7 65-16,-1 4-43 15,-1 5 9-15,-3 2-16 16,2 2-52-16,-2 0-47 16,0 0-26-16,0 0-32 0,0 0-26 15,0 8-10-15,0 12 10 16,4 7 16-16,-1 6-1 16,-3 8-13-16,2-1-5 15,-2 2 3-15,0-4-4 16,0-4-6-16,0-6 2 15,2-5-2-15,2-8 0 16,-2-6-2-16,5-2-4 16,-2-3-7-16,6-4-9 15,6 0 22-15,6 0-8 16,10 0-8-16,3-11 7 16,-2 0-16-16,-3-2-28 15,-7-1-34-15,-6-1-114 0,-7 1-134 16,-9 1-435-16</inkml:trace>
  <inkml:trace contextRef="#ctx0" brushRef="#br3" timeOffset="124013.63">28169 8904 1291 0,'0'0'265'0,"0"0"-230"0,0 0 4 0,0 0 79 0,0 0-29 16,0 0-51-16,0 0-25 15,7-14 42-15,-7 14 20 16,0 0-16-16,0 0-13 15,0 9-31-15,-9 11 13 16,-7 16 38-16,-4 6-11 16,-2 11-27-16,2 8-4 15,-7 6-2-15,2 2-16 16,-1 0 1-16,2-3-1 16,3-5-5-16,4-8 8 0,3-10-1 15,5-8-8-15,3-8-7 16,6-9 1-1,0-7-37-15,0-9-87 0,0-2-121 16,0-2-280-16,2-12-395 16</inkml:trace>
  <inkml:trace contextRef="#ctx0" brushRef="#br3" timeOffset="124480.82">28160 9122 40 0,'0'0'1550'0,"0"0"-1310"15,0 0-228-15,0 0-5 0,0 0-7 16,0 0 30-16,0 0-7 16,43 109-7-16,-37-62 2 15,3 0 5 1,-3-2-4-16,-3-5 2 0,-3-7-3 15,3-11 10-15,-3-8-14 16,0-6 11-16,0-8-16 16,2 0 2-16,2 0 19 15,5-4 33-15,1-18 7 16,9-9-23-16,5-9-24 16,3-10-22-16,2-1-2 15,0 4-15-15,-3 7 16 16,-3 7 2-16,-7 13 13 15,-8 9-14-15,-3 8 6 16,-1 3-7-16,-2 5-16 0,0 22 16 16,4 8 29-16,-2 10-17 15,-4 4 0-15,6 0-3 16,-6-2 1-16,0-5-10 16,0-9 0-16,0-10-26 15,0-3-20-15,0-9-60 16,-20-11-103-16,5 0-109 15,-3 0-441-15</inkml:trace>
  <inkml:trace contextRef="#ctx0" brushRef="#br3" timeOffset="124897.91">28583 8910 1272 0,'0'0'611'0,"0"0"-554"0,0 0-56 0,0 0 37 0,0 0-1 16,0 0-29-16,0 0-7 16,102-20 1-16,-79 22-1 15,-7 12-1-15,-5 6-11 16,-9 2 11-16,-2 5 17 15,-2-3 7-15,-19 7 17 0,-4-6-7 16,0-2 26-16,2-6-1 16,10-8-16-16,4 2-15 15,7-8-28-15,2-3-4 16,0 0 4-16,0 0 5 16,8 0-4-16,19 0-1 15,10 0 27-15,11-9-7 16,4-2-9-16,-4 0-11 15,-3 2-19-15,-12 1-40 16,-8 4-76-16,-18 0-119 16,-7 1-58-16,0-1-375 0</inkml:trace>
  <inkml:trace contextRef="#ctx0" brushRef="#br3" timeOffset="125965.59">29082 8415 1206 0,'0'0'314'0,"0"0"-288"0,0 0-20 0,0 0 4 0,0 0 34 16,0 0-12-16,147 0-13 15,-91 0 13-15,5 0 26 16,-3 0-4-16,0 3-20 16,-10-3-9-16,-1 0 35 15,-15 0-25-15,-6 0-9 0,-11 0 1 16,-8 0-15 0,-7 0 8-16,0 0-6 0,0 0-14 15,-7 0-54-15,-17 0-157 16,2 0-154-16</inkml:trace>
  <inkml:trace contextRef="#ctx0" brushRef="#br3" timeOffset="126283.66">29190 8601 1255 0,'0'0'503'0,"0"0"-462"16,0 0-40-16,0 0-1 16,0 0 51-16,0 0-38 15,0 0-13-15,60 28 45 16,-29-21 4-16,7-2 7 16,4-3-4-16,7-2-8 15,-3 0-11-15,6 0-2 16,-5 0-17-16,-11 0-8 15,-5 0-6-15,-16 0-19 16,-1 0-71-16,-10 0-72 16,-4-2-55-16,0-10-77 15,0 8-540-15</inkml:trace>
  <inkml:trace contextRef="#ctx0" brushRef="#br3" timeOffset="126800.73">30074 8046 973 0,'0'0'376'0,"0"0"-291"16,0 0-62-16,0 0 84 15,0 0 68-15,0 0-64 16,0 0-55-16,28-36 4 16,-22 34 15-16,-4 2-14 15,-2 0-13-15,0 0-7 16,0 0-3-16,0 0-16 15,0 0-22-15,0 9-10 16,0 13 10-16,0 10 10 16,0 12 17-16,0 5-15 15,0 7-6-15,0 6-5 0,-2-2 7 16,-4 1-7-16,2-4 5 16,0-8-4-16,-3-2 6 15,7-7-7-15,-2-9-1 16,0-6 0-16,0-10 2 15,0-4-2-15,2-4 0 16,0-5-1-16,0-2-20 16,-2 0-11-16,2 0-38 15,-6 0-90-15,-2-2-107 16,-3-13 9-16,1-3-624 0</inkml:trace>
  <inkml:trace contextRef="#ctx0" brushRef="#br3" timeOffset="127167.68">30029 7837 1587 0,'0'0'262'0,"0"0"-238"0,0 0-2 0,0 0 19 0,0 0 9 0,0 0-45 16,150-23-4-16,-104 32 20 15,1 7-21-15,-3 4 0 16,-5 2 0-16,-6 0-9 16,-13-2-1-16,-4 5 1 15,-16-3 0-15,0 2 2 16,-20-1 0-16,-22 3 7 16,-19-1 36-16,-15-5 6 15,-4-5 8-15,2-3-7 0,9-5 1 16,13-3-32-16,19-4-5 15,14 0-7-15,14 0-47 16,9 0-94-16,0 0-144 16,13 5-40-16,26 1 5 15,-6-3 17-15,5 5-297 0</inkml:trace>
  <inkml:trace contextRef="#ctx0" brushRef="#br3" timeOffset="128036.82">30343 8226 488 0,'0'0'107'0,"0"0"-85"0,0 0-22 16,0 0 0-16,0 0 0 16,0 0-7-16,0 0-5 15,83 105-7-15,-83-87 19 16,0 2 150-16,0 4 63 16,-13 6-9-16,-3 3-23 15,1 3-55-15,1-1-17 16,3 1-51-16,4-3-17 15,2-4 0-15,5-7-15 16,0-4-7-16,0-5-7 16,5-6-6-16,9-5 14 15,6-2 17-15,0 0 46 16,4-20 8-16,-1-9-36 16,-4-8-40-16,-3-8 25 15,-9-2-15-15,-5 1-3 0,-2-2-22 16,0 11 6-16,-9 5-2 15,-2 8 18-15,0 11-8 16,2 6-14-16,-2 7-2 16,2 0 1-16,-2 7-23 15,2 15 14-15,2 5-37 16,7-1-12-16,0 4 17 16,9-6-4-16,11-2-10 15,9-6 18-15,2-7 28 16,0-7 10-16,3-2-1 15,-1 0-30-15,-4-2-26 16,-4-14-43-16,-1 1 47 16,-5-1 24-16,-9 2 29 0,-5 4 3 15,-5 3 39 1,0 4 59-16,0 3-15 0,0 0-52 16,-7 3-34-16,-7 19 0 15,4 5-6-15,-1 2-3 16,9 2 9-16,2-4 22 15,0-7-21-15,0-5 0 16,10-6 0-16,9-7 18 16,2-2 3-16,8 0-7 15,2-8-15-15,1-12-13 16,-1-5-22-16,-7-2-12 16,-3 5 24-16,-6 0 0 15,-9 2-1-15,-2 10 24 0,-4 6 31 16,0 4-5-1,0 0-26-15,0 12-15 0,0 12 15 16,-4 7 26-16,4 3 0 16,0-1 9-16,10-2 11 15,7-6-9-15,4-8 1 16,-6-8 4-16,5-9 5 16,1 0 22-16,-2-4 7 15,-3-23-22-15,-3-2-24 16,-6-9-30-16,-7-2-30 15,0-4-4-15,-16-3 0 16,-13 7 8-16,-2 4-2 0,-6 5-3 16,-5 6-80-1,-12 8-73-15,7 8-89 0,11 4-334 0</inkml:trace>
  <inkml:trace contextRef="#ctx0" brushRef="#br3" timeOffset="128368.63">31239 7839 1127 0,'0'0'543'0,"0"0"-476"0,0 0-58 0,0 0 31 0,0 0-4 0,0 0-1 16,0 0 75-16,7 102-10 16,-7-44-33-16,0 11-14 15,0 9-14-15,-7 7-14 16,-6 4-7-16,9-5-17 16,-6-3 0-16,1-8 5 15,5-10-6-15,-5-14-2 16,0-12-60-16,0-12-40 15,-10-20-156-15,1-5-125 16,-1 0-681-16</inkml:trace>
  <inkml:trace contextRef="#ctx0" brushRef="#br3" timeOffset="128552.2">31014 8209 1857 0,'0'0'302'0,"0"0"-260"15,0 0-25-15,0 0 19 16,127-16-9-16,-58 16-25 16,9 0-2-16,7 0 0 15,-5 7-7-15,0-3-69 16,-19 1-261-16,-24-5-516 0</inkml:trace>
  <inkml:trace contextRef="#ctx0" brushRef="#br3" timeOffset="130304.05">26721 7213 584 0,'0'0'214'0,"0"0"-159"0,0 0-32 0,0 0 7 0,0 0 6 15,0 0-14-15,0 0-15 16,0 0 12-16,0 0 42 15,0 0 12-15,0 0-10 16,0 0-23-16,0 0-11 16,0 0-3-16,2 0 26 15,3 13 28-15,-1 5-1 16,0 8-21-16,0 10-23 16,1 4 0-16,0 5-6 0,-3 6-4 15,-2 0-17-15,0 5-6 16,0-3 15-16,0-1-11 15,0 1-5-15,0-6 6 16,-2-2-6-16,0-5 5 16,-1 0-6-16,3-5 1 15,0-3-2-15,0-1 1 16,0-5-2-16,0-1 1 16,0-3-6-16,0-1 7 15,0-4 2-15,0 1 6 16,0-4-8-16,0-3 0 15,0-2 0-15,0-3 1 16,0-1-1-16,0-1 0 16,0-2 0-16,0 3 0 15,0-3 0-15,0 0 1 0,0 0 6 16,0 1-7-16,0-1-7 16,0 0 7-16,0-2 0 15,3 2 7-15,-3-2-7 16,0 0 6-16,0 0 0 15,0 0 3-15,0 0-8 16,0 0 22-16,0 0 5 16,0 0 1-16,0 5-23 15,0 4 3-15,0 0-8 16,0 6 20-16,0 3-14 16,0 6 9-16,0 5 6 15,0 3-7-15,0 5-2 0,0 1-4 16,-5 7 0-16,2 0-8 15,1 6 5-15,0 0 1 16,-2 2-1-16,4 1-6 16,0 0 2-16,0-3 7 15,0 2 8-15,0 1-11 16,0-1 14-16,0 0-2 16,0 1-6-16,-2 2-1 15,-3-3-2-15,1-2 0 16,2 5 6-16,-3-7-8 15,0-2 6-15,3-2-1 16,-4-3 18-16,6-2-11 16,-5-2-10-16,3-3 16 0,-2-1-10 15,2-5-14-15,-1-3 0 16,0-6-1-16,1 0 10 16,0-6-9-16,2 0 0 15,-2-3 0-15,-2 0 5 16,4 0-6-16,0 0-1 15,0-2 1-15,0-2 1 16,0-3-1-16,0-2-10 16,0-2-12-16,0 0-12 15,-2 0-28-15,2-15-54 16,-7-45-113-16,3 4-270 16,-4-7-409-16</inkml:trace>
  <inkml:trace contextRef="#ctx0" brushRef="#br3" timeOffset="132956.56">26794 7148 569 0,'0'0'338'0,"0"0"-224"0,0 0-83 0,0 0 11 0,0 0 55 15,0 0-21 1,0 0-63-16,0-27 44 0,0 25 87 15,0 2 0-15,0-3-31 16,0 3-37-16,0 0-55 16,0-2-20-16,9 2-1 15,13-1 6-15,10-2 9 16,13-2-4-16,3 3-5 16,8-2 3-16,6-1 0 15,3 3-8-15,4-2-1 16,7-1 0-16,4 1 9 15,7 4 0-15,4-3-9 16,21 3 0-16,23 0 0 16,23 0 4-16,4-4-4 15,-12 4-5-15,-34 0 5 0,-29 0 2 16,-18 0-2 0,-2 0 5-16,16 0-4 0,8 0-1 15,17 0 1-15,-4 0 0 16,4 7-1-16,0-1 1 15,-4-3 1-15,8 1-2 16,-5 0-15-16,-6-1-13 16,-1 1 9-16,-11 1 2 15,-6 0 15-15,-10 1 2 16,-7 0 0-16,-1 3 0 16,-5 1-7-16,0-4 6 15,3 5 1-15,5-2-1 0,4 2 1 16,6 1 0-1,5 1 0-15,-4-2-1 16,2 0-13-16,-5-2 12 0,-5 2-30 16,-6-2 13-16,-7-2 12 15,-5-1 7-15,-4-1-1 16,-4-1 2-16,-5 1-1 16,0-3 2-16,-5 0-1 15,2-2 5-15,0 2 0 16,1-2-6-16,2 0 1 15,3 3 0-15,-1 1 0 16,5-2 9-16,-1 3-1 16,4-1-8-16,-6 1 4 0,-5 1-4 15,2-3-1 1,-12 1 0-16,-2-2-1 0,-3 3 1 16,-4-3 11-16,-1-2-11 15,-2 4 6-15,-3-1-12 16,-4-3 12-16,-1 0-2 15,3 0-4-15,-1 0 1 16,-3 0 0-16,6 4-1 16,-3-4 0-16,0 2 0 15,-2-2 1-15,-4 5 7 16,3-1 3-16,-6-2-1 16,1-2 6-16,-3 3 32 15,0-3 15-15,0 0 4 16,0 0-9-16,0 0-17 15,0 0-13-15,0 0-28 0,0 0 9 16,0 2 0 0,0 0-9-16,0 3-14 0,0 3 1 15,-7 8 13-15,-1 4 13 16,-4 7 9-16,-3 7-10 16,4 6-9-16,-5 9 7 15,1 4-4-15,-4 5 5 16,3-3-1-16,1 8-9 15,1-3-1-15,1 0 7 16,3 0-6-16,-2 1-1 16,5 4 8-16,1-1-8 15,4 3-10-15,2 0 2 16,-5 1 8-16,5 1 6 0,0-1 0 16,-4-2-6-1,1 1 1-15,-1-5-1 0,-1-2 1 16,1-3 0-16,2-2-1 15,2-1 1-15,0-1-3 16,0-4 2-16,0 3-6 16,0-3 5-16,0-1 1 15,0-1-8-15,0-2 8 16,0 1 0-16,0-1 0 16,0-2-1-16,0-1 0 15,0-2-16-15,0-7-5 16,0 3 12-16,0-9 9 15,0-5 1-15,0-4 0 16,0-7 0-16,0 0 0 0,0-9-1 16,0 3 1-16,0-1-2 15,0-2-5-15,-2-2 6 16,2 0-9-16,0 0 10 16,-2 0 1-16,2 3 0 15,-5-1-1-15,1-2 0 16,-6 2 16-16,0 5-3 15,-9-2 6-15,-8 1-4 16,-2-1 1-16,-4-4-10 16,-11 7-6-16,2-4 1 15,-7 0-1-15,-3 0 1 16,-1 1 0-16,-7 0 15 16,-8-1-15-16,-3 2-1 0,-8-3-8 15,-8 4 8 1,0 0 22-16,-7 1-7 0,3-1-14 15,-3 0 1-15,1-1 17 16,1-1 4-16,3 2-15 16,0-1 17-16,6 3 6 15,6 0-6-15,6 2-23 16,3-2 5-16,10-2-1 16,3 2-6-16,3-5 0 15,3 3 0-15,1-5-1 16,0 0 0-16,2-2-9 15,-1 0 1-15,-2 0-6 16,0 0 14-16,3 0-8 16,1 0 6-16,0 0 2 15,0 0 2-15,6 0-2 0,-3 0 1 16,-4-2-1-16,2 2 2 16,-3-2-1-16,1 2 1 15,-1 0 0-15,2 0-1 16,-2 0-2-16,3 0 2 15,-3 0 0-15,-2 0 0 16,-2 0 1-16,-5 0 5 16,0 0-6-16,-4 0 0 15,0 0 0-15,-1 0 13 16,4 0-11-16,-1 0 1 16,0 0 4-16,2 0-7 15,3-7 1-15,-5 3 3 0,3-1 2 16,-1-4-1-16,0 5-4 15,2-1 12-15,6 1-1 16,-2 2 4-16,13-1 0 16,-1 3-4-16,4-2-11 15,0 2 7-15,3 0-8 16,-4 0 0-16,1 0 0 16,-1 0 2-16,-7 0-2 15,5 0-1-15,-2 0 1 16,-1 0 0-16,4 0 0 15,3 0 12-15,2 0-11 16,4 0 8-16,2 0 2 16,3-2-10-16,2 2 0 0,2 0 11 15,-2 0-12-15,0 0 0 16,-2 0-10-16,1 0 10 16,0 0 11-16,0 0-10 15,3 0 0-15,3 0 0 16,-3 0 1-16,3 0-2 15,-4 0 0-15,-3 0 0 16,0 0 1-16,-3 0-2 16,1 0 2-16,-3 0 3 15,7 0-4-15,-2 0 0 16,2 0-3-16,2 0 11 16,6 0-7-16,2 0-1 15,5 0 2-15,1 0-2 16,4 0-14-16,0 0 7 15,0 0-4-15,0 0 2 0,0 0 8 16,0 0 0-16,0 0 1 16,0 0 0-16,0 0 0 15,-2 0-28-15,2 0-38 16,-3 0-26-16,-4 0-42 16,-1 0-159-16,-1 0-82 15,2-9-350-15</inkml:trace>
  <inkml:trace contextRef="#ctx0" brushRef="#br1" timeOffset="141818.18">28905 1682 1245 0,'0'0'189'0,"0"0"-189"0,0 0-9 0,0 0 9 0,0 0 23 0,0 0-23 15,-8-22-35-15,8 22 23 16,0 0 12-16,0 0 19 16,0 0-7-16,0 0 1 15,0 0 13-15,0-2-26 16,0 2 2-16,0 0 9 16,0 0-10-16,0 0 0 15,0 0 0-15,0 0 5 16,0-2-6-16,0 2 1 15,0 0 0-15,0 0 9 16,0 0-3-16,0 0 8 16,0 0-6-16,0 0-9 0,0 2-9 15,0 16 9-15,0 8 0 16,0 10 7-16,0 9 6 16,-2 8 12-16,-2 12 10 15,-5 10 16-15,3 5-3 16,-4 8-24-16,1-2-4 15,1-5 3-15,1-3-8 16,2-7-14-16,1-11 17 16,-1-11 7-16,3-11 22 15,2-9-6-15,-2-14-9 16,2-3-13-16,0-8 6 16,0-4 16-16,0 0 1 15,0 0-9-15,0 0 12 16,0 0-25-16,0 0-6 0,0 0-13 15,0 0 8-15,0 0-8 16,0 0-1-16,0 0-6 16,0-4 5-16,0-8-20 15,0 1-11-15,0-4-43 16,0-5-100-16,0-11-58 16,-11 2-77-16,0 6-256 0</inkml:trace>
  <inkml:trace contextRef="#ctx0" brushRef="#br1" timeOffset="142268.67">28833 1689 1115 0,'0'0'299'0,"0"0"-240"0,0 0-51 0,0 0 18 0,0 0 38 15,0 0-44-15,147-109-10 16,-87 107-9-16,3 2 1 15,-1 0 11-15,-8 22 9 0,-8 11-22 16,-15 7-9-16,-13 10 8 16,-18-1 1-16,0 4-1 15,-24 0 1-15,-23-4 10 16,-9-6 24-16,-10-5 40 16,-4-10 30-16,5-8-26 15,7-3-1-15,14-9-10 16,9-3-28-16,14-5-25 15,11 0-14-15,10 0-20 16,0 0-149-16,24 2-218 16,2 0-206-16</inkml:trace>
  <inkml:trace contextRef="#ctx0" brushRef="#br1" timeOffset="142585.45">29229 2213 1575 0,'0'0'238'0,"0"0"-238"16,0 0-60-16,0 0 60 16,0 0 9-16,-2 131 8 15,7-75-1-15,3 9-8 16,2-8 2-16,-4-1-3 15,3-7 8-15,-5-6-8 16,4-10-6-16,-4-11 34 0,0-6-25 16,-4-3 5-16,2-8-2 15,-2-1-6-15,0-4-5 16,0 0-2-16,0 0-19 16,-4-38-101-16,-12 4-163 15,1-6-284-15</inkml:trace>
  <inkml:trace contextRef="#ctx0" brushRef="#br1" timeOffset="142702.3">29167 2130 1340 0,'0'0'210'16,"0"0"-210"-16,0 0-104 16,0 0 21-16,0 0-79 0,0 0-201 0</inkml:trace>
  <inkml:trace contextRef="#ctx0" brushRef="#br1" timeOffset="143085.28">29510 2344 682 0,'0'0'221'0,"0"0"-152"16,0 0 31-16,0 0 66 15,0 136-19-15,0-94-53 16,0-2-40-16,0 0-24 15,0-11 8-15,0-9 28 0,0-6 24 16,0-8 5-16,0-6 20 16,0 0 0-16,7 0-25 15,0-8-7-15,6-15 1 16,5-10-33-16,4-5-50 16,5-4 14-16,-3 2-14 15,-1 6 0-15,-8 10 0 16,-5 11-1-16,-6 4 0 15,-2 9-27-15,-2 0-38 16,2 26 49-16,5 12 16 16,1 11 6-16,6 7 11 15,1 2-17-15,1-2-1 16,0-7-54-16,-3-11-50 16,-2-7-100-16,3-16-91 15,-7-8-235-15,-1-7-420 0</inkml:trace>
  <inkml:trace contextRef="#ctx0" brushRef="#br1" timeOffset="143302.3">30141 2242 1074 0,'0'0'711'0,"0"0"-578"0,0 0-113 0,0 0-2 0,140-16 48 16,-93 16-39 0,2 0-19-16,-9 7-8 0,-6 4-92 15,-10 0-45-15,-17 7-109 16,-7-5-143-16,0-2-351 0</inkml:trace>
  <inkml:trace contextRef="#ctx0" brushRef="#br1" timeOffset="143519.45">30114 2511 444 0,'0'0'952'16,"0"0"-818"-16,0 0-134 16,0 0 0-16,0 0 111 0,0 0 49 15,131 11-68-15,-70-11-59 16,-3 0 11-16,-7 0-44 15,-7 0-3-15,-8 0-49 16,-7-8-138-16,-11 3-89 16,-7-4-225-16</inkml:trace>
  <inkml:trace contextRef="#ctx0" brushRef="#br1" timeOffset="143803.19">30653 2215 1138 0,'0'0'785'16,"0"0"-616"-1,0 0-136-15,0 0-15 0,0 0-18 16,0 0-3-16,0 0-4 16,0 67 7-16,0-16 7 15,0 9 11-15,0 0-12 16,2 7-5-16,-2-7-1 15,0-2-2-15,0-6-4 16,0-10-17-16,0-9-32 16,2-10-46-16,-2-10-61 15,0-2-34-15,0-11-41 16,0 0-125-16,-2-18-372 0</inkml:trace>
  <inkml:trace contextRef="#ctx0" brushRef="#br1" timeOffset="144104.4">30575 1943 1142 0,'0'0'386'15,"0"0"-244"-15,0 0-86 16,0 0 27-16,0 0-19 16,127-96-36-16,-71 94-1 15,7 2 0-15,1 0-16 16,3 7 5-16,-9 8 9 15,-14 3-19-15,-13 0-6 16,-13-2-22-16,-15-5-18 16,-3 2 27-16,-25 0 13 15,-26 3 20-15,-19 4 56 0,-11-2-17 16,-9 7-18 0,3-4-1-16,16-1-19 0,13 1-21 15,21 1-27-15,14 5-136 16,23 13-138-16,0-4-51 15,23-3-238-15</inkml:trace>
  <inkml:trace contextRef="#ctx0" brushRef="#br1" timeOffset="144457.98">31045 2453 1034 0,'0'0'330'0,"0"0"-282"16,0 0-23-16,0 0 27 16,-22 116 28-16,13-65-35 15,3 3-13-15,4 0-30 16,2-5-2-16,0-9 0 16,4-7-2-16,9-11 2 15,3-8-16-15,1-10 16 16,1-4 6-16,3-4 69 15,-6-23 6-15,-3-7-25 16,-8-8-40-16,-4-5 22 16,-2-1 35-16,-21 0-42 15,-8 13 11-15,-2 6-18 16,-5 9 7-16,-1 18-31 0,2 2-24 16,1 2-68-16,18 40-123 15,9-2-177-15,9-4-365 0</inkml:trace>
  <inkml:trace contextRef="#ctx0" brushRef="#br1" timeOffset="144953.65">31280 2569 1633 0,'0'0'369'15,"0"0"-299"-15,0 0-70 0,0 0-35 16,0 0 35-16,0 0-38 16,-10 122 26-16,10-85 11 15,2-6 0-15,10-7-12 16,-1-13-12-16,5 0 19 16,-1-11 1-16,8 0 5 15,-1-11 46-15,2-11-18 16,1-5-2-16,-3-4 2 15,-7 2-11-15,-7 3-16 16,-2 12 13-16,-4 3 39 16,-2 8-12-16,0 3-41 15,0 0-4-15,0 7 4 0,0 14 14 16,0 5-14 0,2 3-14-16,11-2 9 0,8 2-3 15,6-11 14-15,4-5-6 16,2-9 0-16,3-4 19 15,-3 0-19-15,0-15 19 16,-4-7-7-16,-2-7 1 16,-9-2-1-16,-5-6-12 15,-6 2-39-15,-7-3-83 16,0 2-4-16,-4 1-86 16,-16-3-82-16,-13-22-28 15,6 11 4-15,2 5-275 0</inkml:trace>
  <inkml:trace contextRef="#ctx0" brushRef="#br1" timeOffset="145223.3">31754 1921 854 0,'0'0'677'0,"0"0"-502"0,0 0-109 0,0 0-44 0,0 0-2 16,0 0 102-16,0 118-49 15,0-56-34-15,0 7-12 16,0 3-2-16,0 3-7 16,8-1 17-16,-2-5-16 15,-4 2 2-15,0-11-12 16,-2-11-9-16,2-1 18 16,-2-17-18-16,0-9-7 15,0-4-5-15,0-9-121 16,0-9-120-16,-14 0-120 0,-3-14-341 0</inkml:trace>
  <inkml:trace contextRef="#ctx0" brushRef="#br1" timeOffset="145404.7">31473 2311 1820 0,'0'0'343'0,"0"0"-288"15,0 0-55-15,0 0 0 16,0 0 15-16,136-25 32 15,-60 25-16-15,7 0-19 0,-8 0-12 16,-13 0-36-16,-24 11-126 16,-13-4-355-16,-23 0-235 0</inkml:trace>
  <inkml:trace contextRef="#ctx0" brushRef="#br1" timeOffset="147291.63">28290 3810 72 0,'0'0'892'0,"0"0"-796"0,0 0-95 0,0 0-1 15,0 0 53-15,0 0-6 0,0 0-20 16,21-20-12-16,-16 18 21 16,-2 0 12-16,-3 0-5 15,0-1 15-15,0 3-11 16,0 0-20-16,0 0-1 16,0 0-26-16,0 0 0 15,0 0 0-15,0 0 0 16,0 0-32-16,0 0-23 15,0 0-29-15,0 0-32 16,0 0-13-16,0 0-20 16,0 0 23-16,6 0 2 15,-1 0-3-15,-3 0-72 0</inkml:trace>
  <inkml:trace contextRef="#ctx0" brushRef="#br1" timeOffset="148091.48">28527 3512 797 0,'0'0'576'0,"0"0"-448"0,0 0-90 0,0 0-18 0,0 0 24 16,0 0-18-1,0 0-26-15,0 15 1 0,0 12 57 16,0 8 39-16,0 14 28 16,-13 10-37-16,-3 10-32 15,8 4-19-15,-5 5-12 16,3 0-12-16,4-6 3 15,1-6-14-15,1-15-1 16,4-8 9-16,-2-17-10 16,2-7 8-16,0-10-8 15,0-7 0-15,0-2 1 16,0 0-9-16,0 0 8 0,0-2-17 16,0-18-60-16,0-8-135 15,-4-23-49-15,-6 4-144 16,-1 3-456-16</inkml:trace>
  <inkml:trace contextRef="#ctx0" brushRef="#br1" timeOffset="148392.23">28392 3626 923 0,'0'0'552'15,"0"0"-448"-15,0 0-63 16,0 0 64-16,0 0 40 15,0 0-57-15,0 0-47 16,56-30-29-16,-27 32 45 16,6 18-3-16,7 8-51 0,3 5 33 15,4 7-35-15,-2 4 0 16,-3 3 14-16,1 4-15 16,-5-2 13-16,-4-1-11 15,-5-4 4-15,-4-6-5 16,-7-5-1-16,-5-8-9 15,-1-5-28-15,-7-5-40 16,-3-6-63-16,-4-4-68 16,0-5-82-16,0 0-289 0</inkml:trace>
  <inkml:trace contextRef="#ctx0" brushRef="#br1" timeOffset="148725.02">29007 3487 1378 0,'0'0'251'16,"0"0"-204"-16,0 0-3 16,0 0 108-16,0 0-50 15,0 0-102-15,0 0 11 16,0 36-11-16,0 6 68 15,0 11-3-15,0 8-18 16,-4 3-30-16,-1 3-6 16,3 0 0-16,-1-6-4 15,3-6 8-15,0-8-14 0,0-12-1 16,0-6-5 0,0-11 4-16,0-9-14 0,0-5-37 15,0-4-78-15,0 0-113 16,5-8-47-16,2-8-359 0</inkml:trace>
  <inkml:trace contextRef="#ctx0" brushRef="#br1" timeOffset="149112.08">29439 3646 131 0,'0'0'1423'16,"0"0"-1217"-16,0 0-206 16,0 0 54-16,0 0 51 15,0 0-77-15,0 0-26 16,-45 64 37-16,21-13 18 16,2 7-45-16,6-2 1 15,9-5-13-15,7-4-1 16,0-9-13-16,10-7 14 15,13-11 0-15,6-9-9 16,7-11 9-16,7 0 27 16,-1-15 8-16,3-17-13 15,-9-8-5-15,-15-7 5 16,-9-8-3-16,-12 1-1 16,-7-1 5-16,-24 8 22 0,-10 9 15 15,-3 14-17-15,-1 12-43 16,1 12-18-16,2 21-81 15,9 14-179-15,15 3-265 0</inkml:trace>
  <inkml:trace contextRef="#ctx0" brushRef="#br1" timeOffset="149579.95">30393 3672 858 0,'0'0'1084'0,"0"0"-873"0,0 0-159 0,0 0-51 0,0 0 18 0,0 0-19 16,0 0-3-16,0 85 3 15,0-27 12-15,0 8-4 16,0 3-7-16,0 3-1 16,0-5-1-16,4-7 1 15,3-9 8-15,-3-9-8 16,5-8-12-16,-4-12-47 16,-5-13-84-16,0-9-97 15,-5 0-71-15,-11-20-295 0</inkml:trace>
  <inkml:trace contextRef="#ctx0" brushRef="#br1" timeOffset="149862.17">30287 3683 1200 0,'0'0'344'16,"0"0"-219"-16,0 0-58 16,0 0-26-16,0 0-10 15,0 0 3-15,143-53-15 16,-91 61-8-16,-1 15 4 15,-2 8-9-15,-5 5 38 16,-13-1-40-16,-12 3-4 16,-19-4-32-16,-5-3 28 15,-35-7 4-15,-18 3 19 16,-14-9 6-16,-5-4 26 16,6-5-18-16,13-6 10 15,17 0-34-15,17-3-9 0,19 0-80 16,13 0-125-1,18-3-126-15,10-8-199 0</inkml:trace>
  <inkml:trace contextRef="#ctx0" brushRef="#br1" timeOffset="150193.33">30816 3788 955 0,'0'0'485'15,"0"0"-398"-15,0 0-7 16,0 0-52-16,0 0 43 0,0 0 67 15,-85 138-68 1,63-80-48-16,7 2-22 0,7-6-9 16,8-5 8-1,0-9-20-15,8-14 9 0,13-6 11 16,8-11 1-16,3-9 20 16,10 0 14-16,0-15 4 15,-2-16-10-15,-6-9-26 16,-10-9 16-16,-12-7-12 15,-12-4-5-15,-5-2-1 16,-23 1 22-16,-11 8-1 16,-7 13 33-16,-4 13-33 15,0 16-21-15,3 11-24 16,-9 9-158-16,16 15-167 16,13 3-535-16</inkml:trace>
  <inkml:trace contextRef="#ctx0" brushRef="#br1" timeOffset="150780.19">31101 3846 1000 0,'0'0'743'0,"0"0"-550"0,0 0-130 0,0 0-25 0,0 0 13 16,0 0-51-16,0 0-15 15,2 71 15-15,-2-27 16 0,0 6 2 16,0-3-3-16,0-5-14 16,0-9 9-16,7-8-10 15,1-10-19-15,4-8 18 16,3-7-19-16,4 0 20 15,5-11 54-15,3-16-27 16,1-6 10-16,1-7-30 16,-4-7 0-16,-5 5-5 15,-7 3 10-15,-8 6 8 16,2 13 13-16,-7 9-1 16,0 9-21-16,0 2-11 15,0 2-24-15,0 27 17 0,-7 6 7 16,7 8 7-16,0 4 9 15,0-9-16-15,9 2-6 16,6-14-1-16,6-5 7 16,-1-13-1-16,2-5-14 15,2-3 15-15,3-9 25 16,-6-20-10-16,-2-9 0 16,-5-6 4-16,-10-8-8 15,-4 1-10-15,0-3 9 16,-18 10 5-16,-1 4-15 15,-4 9-5-15,-2 11-29 16,-1 13-32-16,1 7-88 16,1 4-82-16,4 36-24 15,4-2-109-15,13-2-210 0</inkml:trace>
  <inkml:trace contextRef="#ctx0" brushRef="#br1" timeOffset="151212.05">31772 3824 955 0,'0'0'563'0,"0"0"-426"0,0 0-14 0,0 0-40 16,0 0-36-16,0 0-46 15,0 0 33-15,-7 73 59 16,0-26-9-16,1 4-44 15,6 3 0-15,0-3-24 16,0-4-1-16,2-7-3 16,16-9-5-16,-1-7-6 15,8-5-1-15,2-8 17 16,4-5-7-16,2-6-10 16,1 0-10-16,-1-11-52 15,-12-38-138-15,-4 7-170 0,-12-5-1076 0</inkml:trace>
  <inkml:trace contextRef="#ctx0" brushRef="#br1" timeOffset="151411.82">31823 3797 797 0,'0'0'1027'16,"0"0"-882"-16,0 0-134 0,0 0 33 15,0 0 43 1,0 0-28-16,120-7-30 0,-75 9-13 15,-5 7-10-15,-7 0-6 16,-8 2-82-16,-25 7-198 16,0-2-124-16,-14-3-309 15</inkml:trace>
  <inkml:trace contextRef="#ctx0" brushRef="#br1" timeOffset="152095.51">31683 3993 879 0,'0'0'370'15,"0"0"-277"-15,0 0-54 16,0 0 33-16,0 0 51 16,0 0 73-16,0 0-45 15,144 16-89-15,-90-16-30 0,2 0-16 16,-5 0-16 0,-5 0-28-16,-10 0-114 0,-9 0-124 15,-11 0 3-15,-7-7-91 16,-7-2 105-16,-2-3-57 15,0 0 306-15,0 4 286 16,0 5 67-16,0-2-54 16,0 5-104-16,0 0-80 15,-2 0-55-15,2 20-21 16,-3 11 87-16,1 9-38 16,0 9-38-16,-2 2-30 15,2-2-9-15,-4-4-10 16,2-10 10-16,2-7-11 15,0-11-1-15,2-8 0 16,0-9 0-16,0 0-16 16,0 0-17-16,0-13 2 15,0-18-107-15,0-10 57 0,8-10 51 16,8-7 22-16,3-6-21 16,-4 6 20-16,1 5 20 15,1 10 47-15,-1 12 41 16,-3 17-51-16,0 5 1 15,1 9-38-15,-3 0 3 16,-2 0-2-16,2 16-2 16,-9 11-8-16,-2 4 30 15,-4 3-9-15,-23 6-7 16,-8-2 6-16,-5-5 1 16,1-6 7-16,10-12 20 0,10 1-6 15,9-10-28-15,10-3-15 16,0-1-14-16,0 2-15 15,16 5 29-15,11 0 6 16,6 7 68-16,5-1-32 16,4 3-3-16,3 0-9 15,-5-3-14-15,-5 1-10 16,-8-2-6-16,-8-5-40 16,-9 4-60-16,-10-4-86 15,-22 4-123-15,-14 3 16 16,-6-5-366-16</inkml:trace>
  <inkml:trace contextRef="#ctx0" brushRef="#br1" timeOffset="152582.83">30709 4675 179 0,'0'0'932'0,"0"0"-772"0,0 0-146 0,0 0 157 0,0 0-50 16,0 0-51-16,0 0-36 15,-114-101-33-15,83 88 15 16,-3 6 43-16,-3 5 48 16,-5 2 7-16,-3 0-22 15,1 9-20-15,4 14-36 16,3 8-19-16,11 2-17 15,8 7 0-15,14 5-20 16,4-3 0-16,11 5 13 16,24-5 0-16,4-4 6 15,5-7-8-15,7-11-4 0,2-6 7 16,1-10 5-16,0-4-25 16,-6 0-37-16,-5-18-128 15,-16-7-90-15,-12-1-384 0</inkml:trace>
  <inkml:trace contextRef="#ctx0" brushRef="#br1" timeOffset="152847.13">30530 4788 1001 0,'0'0'381'0,"0"0"-300"16,0 0-39-16,0 0 98 0,0 0 42 15,0 0-63-15,0 0-56 16,106 16-19-16,-87-5-3 15,-1 5-29-15,-5 6-5 16,-5 5 2-16,-6 9-6 16,-2 4 6-16,0 4 3 15,-10 3 11-15,0-7-12 16,-1 2 0-16,1-11-11 16,1-6-10-16,7-5-80 15,2-6-27-15,0-13-174 16,0-1-87-16,5 0-378 0</inkml:trace>
  <inkml:trace contextRef="#ctx0" brushRef="#br1" timeOffset="153280.17">30979 4653 1795 0,'0'0'265'0,"0"0"-217"16,0 0-24-16,0 0-24 16,-48 142-25-16,38-89 25 15,1 1 0-15,3-5-15 16,0-9 0-16,2-11 15 16,2-11 0-16,2-9 0 15,0-9-9-15,0 0-31 16,0-9 6-16,0-18-56 15,8-11 10-15,4-8 56 16,-1-8 24-16,1 0 12 0,1 1 5 16,-3 4 14-16,0 16 88 15,-3 13-31-15,-1 11-43 16,-4 9-37-16,12 0-8 16,-1 6 0-16,10 17 43 15,0 10-31-15,8 12 4 16,-2 1-2-16,-2 3-14 15,-2-4-5-15,-9-2-51 16,-9-8-54-16,-7-6-37 16,-19-13-38-16,-10-8-92 0,-2-5-325 15</inkml:trace>
  <inkml:trace contextRef="#ctx0" brushRef="#br1" timeOffset="153630.4">30838 4851 1087 0,'0'0'515'0,"0"0"-428"15,0 0 33-15,0 0-1 16,0 0-78-16,0 0 30 16,0 0-28-16,154-32-27 15,-101 32-7-15,-3 0-3 16,0 0-6-16,-5-4-28 16,-11-5-68-16,-3-2-17 15,-12-9 16-15,0 0 37 16,-9-7 37-16,2 1 15 15,-5-1 8-15,-3 11 38 0,-2 3 64 16,0 8-8-16,-2 3-25 16,0 2-18-16,0 0 11 15,2 5-57-15,6 15-4 16,-2 11 28-16,3 11 9 16,0 7-13-16,-2 4-13 15,2 1-5-15,-5-5-7 16,-2-6 0-16,5-8-75 15,-5-8-107-15,5-12-84 16,0-6-281-16,-1-9-475 0</inkml:trace>
  <inkml:trace contextRef="#ctx0" brushRef="#br1" timeOffset="154247.87">31571 4724 1213 0,'0'0'302'16,"0"0"-193"-16,0 0 84 15,0 0 5-15,0 0-105 16,0 0-81-16,0 0-2 16,2 87 8-16,-2-36-11 15,-2 0 4-15,-4 1-4 16,-1-10-7-16,0-7-9 16,0-12-20-16,3-8-5 15,0-10-67-15,-5-5-27 16,-1 0-18-16,2-16-151 0,-5-13-61 15,5-6 201 1,0-8 131-16,3-6 26 0,1-5 101 16,4 1 44-16,0 2-8 15,0 11-2-15,0 9 38 16,9 15-17-16,-1 9-67 16,4 7-33-16,1 0 1 15,10 14 44-15,1 15-51 16,5 11 3-16,3 4-25 15,-1 7-18-15,0-2-4 16,-6-4-6-16,0-9-22 16,-4-9-16-16,-3-12-33 15,-5-8-3-15,5-7-4 16,2 0-16-16,-4-16-37 16,-3-13 4-16,1-8-53 0,-10-6 54 15,-2-6 10 1,-2-2 116-16,0-3 0 0,0 5 41 15,0 9 137-15,0 11 56 16,0 12-71-16,0 9-15 16,0 8-18-16,0 0-51 15,0 5-79-15,0 22 2 16,0 13-1-16,0 16 33 16,0 8-8-16,0 7-25 15,0 3 12-15,0-7-13 16,0-9-6-16,-14-2-134 15,-5-19-151-15,-4-14-414 0</inkml:trace>
  <inkml:trace contextRef="#ctx0" brushRef="#br1" timeOffset="159622.37">27839 1210 336 0,'0'0'62'16,"0"0"2"-16,0 0 95 0,0 0-41 0,0 0 201 0,7-133 64 16,-5 105-283-16,0 4-58 15,0 2-20-15,-2 2 6 16,0 4 61-16,0 3-32 16,0 2 3-16,0 2 36 15,0 0 5-15,0 2-27 16,0 5-29-16,0 2-27 0,0 0-16 15,0 0 20 1,0 0-15-16,0 0-6 0,0 2-1 16,0 23-13-16,-2 19 13 15,-2 21 10-15,-3 17 18 16,3 12-7-16,-3 8-15 16,2 3 0-16,3 0-5 15,0-1 0-15,2-1 9 16,0-3-9-16,0 0-1 15,-2-2 1-15,-5-2 11 16,5 2-12-16,-4 0-1 16,-1 1 1-16,2-1 10 0,3-3-10 15,2 1-1 1,0-4-8-16,0-1 1 0,0-7 8 16,0 8 0-16,0-5 7 15,0-5 0-15,-2-1-7 16,2-3 0-16,0-5 0 15,0-4 0-15,0-5-7 16,0 1 7-16,0-5-1 16,0-4 1-16,0 0 0 15,4-5 1-15,-4-2-1 16,0 0 0-16,0 2 0 16,0 3 6-16,0-1-6 15,0 5 13-15,-4-2-6 16,-3 2-6-16,1-2-1 15,3-1 0-15,-1-1-1 16,4 1-6-16,-5-1 6 0,5 2 1 16,-2-3 0-16,2 0 0 15,-5 1 0-15,3-5 1 16,-2 0 0-16,0-9 0 16,-1-4 0-16,3-7 0 15,0-7-1-15,2-6 0 16,-5-1-1-16,5-8 1 15,0 4 0-15,0-2 0 16,-3 2 0-16,1 0 1 16,0 3 0-16,0-3-1 15,2 0 0-15,-2-2 1 16,2-3-1-16,0-1 0 16,0-1-6-16,0-2 5 15,0-2 1-15,0 0 10 0,0 0 8 16,0 0-2-16,0 0-4 15,0 0-11-15,0 0-1 16,0 3 0-16,0-1-1 16,0 2 1-16,0 1-1 15,0-1 1-15,2 1 2 16,0 0-2-16,0 1 0 16,0 3 0-16,-2 2-9 15,3 3 9-15,-3-1 2 16,0 5-1-16,5 0 1 0,-3-1 8 15,2 1-10 1,-1 0 1-16,1 0 4 16,0 2-4-16,-2 0 0 0,3 2-1 15,-3 0 5 1,5 3-5-16,-2-1 0 0,-1 1 0 16,-2-5 0-16,-2-2 0 15,2-5-1-15,-2-4 0 16,0-2 1-16,0 2 0 15,0-2-5-15,0-1 4 16,0 1 1-16,0 2 0 16,0-3 4-16,0 3-3 15,-2-4 0-15,0-1 7 16,2-4-7-16,0 0-1 16,0 0 6-16,0 0-6 0,0 0 10 15,0 0 8-15,0 0 7 16,0 0-7-16,0 0 5 15,0 0-13-15,0 0-4 16,0 0-6-16,0 0 0 16,2 0-13-16,9 0 4 15,16 0 9-15,4 0 9 16,10 0-2-16,9 0-7 16,8 0 2-16,13 0 8 15,8 0-10-15,10 0 1 16,9 0-1-16,18 0 8 15,24 0-8-15,-16 0 0 16,-10 0 0-16,-16 3 1 16,-17 1-1-16,10 3 0 15,11-5-1-15,-4 5 1 0,-2-3 0 16,-5-2 0-16,1 3-1 16,-3-3 1-16,0 2-12 15,0 1 11-15,-2-3-16 16,-2 0-3-16,-1 3 13 15,-3-3-4-15,-3 0 11 16,-4 3 0-16,-1-3 0 16,-4 0 0-16,-2 0 3 15,0 0-3-15,-3-2-1 16,-3 3 1-16,-1-1 0 16,-4 0-5-16,-4 0 5 15,0 1-6-15,-3 1 6 16,-2 0 0-16,-2-1 0 0,1 3 0 15,-3-3 1-15,-3 3-1 16,2-1 0-16,-1-3-8 16,5 2-10-16,-2-1-4 15,3 3 13-15,0-1-3 16,-2-3 11-16,-3 5-1 16,-2-3-5-16,0 3 6 15,-2-3 0-15,-3-2-1 16,4 3-5-16,-6-1 7 15,5-1-1-15,-3 2 1 16,-1-2 0-16,-1 2 13 16,3-2-13-16,0 3 0 0,-3-2-1 15,3 3 1 1,-3-4 0-16,1 1-1 0,-3-2 1 16,-2 3 0-16,-2-3 0 15,-3 2-1-15,2-1 1 16,-3-1 0-16,-1 0 0 15,-1 0 0-15,0 1 0 16,2-1 6-16,-1 0-6 16,0 0-1-16,1 0 1 15,-5 1 0-15,-3-3 1 16,-3 2 0-16,-6-2 0 16,-2 0 0-16,-1 0 13 15,-3 0 6-15,0 0 13 0,0 0-3 16,0 0-9-16,0 0 10 15,0 0-22-15,2 0-2 16,-2 0 2-16,0-7-8 16,4-4 0-16,-2-2-1 15,0-6 7-15,1 7-2 16,-3-4 13-16,0 0-12 16,0-4 18-16,0 4-24 15,3-4 0-15,-1-2 11 16,0-5-1-16,2-4-10 15,-2-4 7-15,1-3-6 16,3-7-1-16,1-2 10 16,0-6-10-16,2-3-13 0,-3-2 13 15,1 0 6 1,2-2-5-16,0-2-1 0,2 6 7 16,3-4-6-1,-2-2-1-15,5-1 0 0,-2-4 0 16,3 0 0-16,-5-2 13 15,7 0-12-15,-5-4-1 16,1-3 1-16,2 3-1 16,-7 1 0-16,7 3-1 15,-4 7-4-15,-1 8 4 16,-7 5 1-16,6 5-1 16,-6 4 1-16,3 0 2 0,3 0-2 15,-6-3 2 1,3-2-2-16,-1-1 0 0,2-1 0 15,-6-2 0-15,-2 0 0 16,1 5 9-16,1-1-9 16,-4 5-14-16,0 4 13 15,2-4 1-15,-2 9 7 16,0-3-7-16,0 3 6 16,2-2-4-16,-2 2-2 15,2-3-2-15,2 1-4 16,-4-3 6-16,0-2 0 15,0-2-19-15,0 2-2 16,-4-2 12-16,-6 0 8 16,3 0 1-16,-5 8 8 15,6 4 3-15,-1 3-4 0,3 1-1 16,2-3-6 0,0 7 0-16,2-5-8 0,0 1 8 15,0-3 1-15,0 3 0 16,0-1 5-16,0 0 6 15,0 1-12-15,0-1 5 16,0 1-4-16,-2-3-1 16,2 1 6-16,0-1-6 15,0-4-6-15,0 0 5 16,-5-5 2-16,5-2-7 16,-5-2 3-16,1-7-4 15,-3 5 13-15,3 2-6 16,2 0 0-16,0-1-1 0,2 6 1 15,0-1 0-15,0 2 1 16,0 2 0 0,0 0 6-16,0-1-1 0,0-1-3 15,2 3-3-15,-2-2 8 16,0-1-4-16,2 3-4 16,-2-2-4-16,0 2 4 15,0-5 6-15,0 4-5 16,0 1 6-16,0 2-5 15,0 3 7-15,0-1-8 16,0 5-1-16,0-1 0 16,0 1-12-16,0 2-1 0,0 0 5 15,0 0 8 1,2-3 5-16,-2 8-4 16,2 1 5-16,-2 1-5 0,0 0 6 15,0-3-6-15,0-2-1 16,0 1 0-16,0 1-1 15,0 3 1-15,0 2-1 16,0 4-4-16,0 0 4 16,0-2 1-16,0 7-9 15,0 0 8-15,0 2 1 16,0 0-11-16,0 0 2 16,-2 0-6-16,0 0-1 15,-5 0-5-15,-6 0-4 16,-12 9 13-16,-6 6 12 15,-11 3 13-15,-2 2-4 0,-4-4-1 16,2-1-7-16,-3-4 8 16,-1 3-7-16,0-8 6 15,-4-1-7-15,2-3 5 16,-4-2 2-16,-1 0-8 16,-5 0-12-16,-6 0 12 15,-5 0 0-15,-12-4 0 16,1-7 16-16,-9-3-15 15,-8-1-1-15,-20-8 5 16,-18-6-5-16,-22-2 1 16,-4 2-1-16,13 5 0 15,34 4-1-15,32 2 1 16,21 7 1-16,0 2 0 0,-4-3 0 16,-8 0 8-1,-8 1-9-15,4 2 0 0,8 1 0 16,6 5-15-16,3 0 15 15,1-2-1-15,1 5-3 16,2 0 4-16,0 0 0 16,-1 0 12-16,3 0-11 15,0-4 0-15,2-1-1 16,1 1 0-16,2-3 0 16,1 1 0-16,3-1 8 15,0 0-7-15,4 1 0 16,3-3-1-16,3 2 6 15,-2-2-6-15,1 2-1 16,0 1 1-16,-1-1-1 16,1 3-12-16,1 1 12 0,1 3 0 15,-1 0 1-15,6 0 1 16,2 0-1-16,0 0 0 16,2 0-1-16,0 0 0 15,3 0-14-15,-3 0 5 16,6 0 9-16,1 0 0 15,-1 3 0-15,4-3 1 16,-6 0-1-16,0 4-6 16,1-2 7-16,-2-2-7 15,1 3 7-15,-4-1 0 16,9-2 0-16,-3 2 0 16,-1-2-1-16,0 2 0 0,-1 0 1 15,0 1 1-15,4 1 0 16,-4-2 0-16,2-2 0 15,3 5-1-15,-2-3 0 16,2-2 0-16,0 2 0 16,-2-2 0-16,2 0 1 15,-1 0 0-15,0 0-1 16,-2 0 0-16,5 0 0 16,-2 2 0-16,4-2 0 15,-1 3-1-15,3-3 1 16,3 2 0-16,0 0 0 15,4-2 0-15,1 5 0 16,1-5 1-16,-1 0-1 0,3 2-1 16,-2-2 1-1,1 0 0-15,0 2 0 0,-1 0 5 16,1-2-5-16,0 3-1 16,2-3 1-16,-1 0 0 15,0 0-1-15,3 0 0 16,-2 0 1-16,2 0 6 15,0 0-6-15,0 0-1 16,0 0 0-16,0 0 1 16,0 0 0-16,0 0 1 15,0 0 0-15,0 0-1 16,0 0-1-16,0 0 0 16,0 0-1-16,0 0-3 0,0 0 4 15,0 0 1 1,0 0 0-16,0 0-1 0,0 0 0 15,0 0 1 1,0 0-1-16,0 0 1 0,0 0 0 16,0 0 1-16,0 0 0 15,0 0-1-15,0 0-9 16,0 0 8-16,0 0-6 16,0 0-26-16,0 0-13 15,0 0-36-15,0 0-17 16,0 0-55-16,0 2-101 15,0 2-79-15,8 1-184 16,0-5-86-16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4:53:03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 7578,'0'0'1104,"-16"-9"-2504,16 26 335,-5-5 105,-11 1-3097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6-03T14:53:29.298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380 11230 1051 0,'0'0'407'0,"0"0"-407"16,0 0-60-16,0 0 60 15,0 0 35-15,0 0 74 16,0 0 10-16,-2-32-54 16,2 24-13-16,2-1-20 15,8-5 5-15,3-1-3 16,5-3-1-16,6-2-32 0,3 0 9 15,4 0 8-15,2 2-7 16,4-2 0-16,-2 7 6 16,5 4-9-16,-5-2-7 15,-1 6-2-15,-7 1 1 16,-5 4 0-16,-7 0-7 16,-3 0-6-16,-8 6-5 15,1 12 11-15,-5 4 7 16,0 10 3-16,0 3-3 15,-16 7 0-15,-8 3 24 16,-7 4-8-16,-8 3-16 0,-5-3 14 16,-8-5-6-1,-3-4-7-15,-1-9 31 0,9-2-10 16,7-11 9-16,7-5 13 16,15-6-12-16,9-5-32 15,7-2-13-15,2 0-5 16,0 0 11-16,0 0-14 15,13 0 10-15,12 0 11 16,6-7 20-16,9-1-20 16,7-4 15-16,11-1-14 15,0 2 6-15,2 2 5 16,-5 0-12-16,-5 5 11 16,-11 2 2-16,-10-1-13 15,-13 3-10-15,-7 0-2 16,-9 0-26-16,0 0 11 0,0 0-20 15,0 0-13-15,-2 0-63 16,-7 0-9-16,0 5-28 16,0-3 3-16,0-2-54 15,3 0-118-15,-4 0-391 0</inkml:trace>
  <inkml:trace contextRef="#ctx0" brushRef="#br0" timeOffset="717.73">1140 10900 1130 0,'0'0'212'0,"0"0"-212"15,0 0 0-15,0 0 26 16,0 0 86-16,-15-129-24 16,3 102-2-16,-3-2-23 15,-3-2 10-15,-5-1 0 16,-6 3-20-16,-2 1-3 16,-4 3-15-16,1 5 1 15,-1 7-8-15,4 6 3 16,-5 5-9-16,1 2-12 0,-6 0-1 15,1 2 7 1,-4 18-7-16,-1 5-8 0,-3 8-1 16,-4 10 19-16,3 12 18 15,0 8-9-15,4 6-19 16,7 13-2-16,5 3-7 16,4 8-4-16,14-1 4 15,5-4 7-15,8-5-7 16,2-5-1-16,4-9-8 15,19-4 3-15,2-8 5 16,8-3-13-16,3-7 14 16,5-7-8-16,2-9 8 15,4 3 25-15,2-14-16 16,1 0-3-16,0-11-5 0,2-7-1 16,6-2-13-16,0-7 12 15,-1-17 1-15,3-7 18 16,0-7-11-16,-4-5-5 15,-9-6 2-15,0-4 3 16,-14-7 5-16,-4-5 9 16,-11-6 6-16,-9-3 20 15,-9-6-11-15,0-2-1 16,-4 4-11-16,-19 6 9 16,-6 7 11-16,2 13-9 15,-6 7-9-15,-3 11-26 16,5 5-10-16,-4 14-20 15,-1 1-32-15,-1 10-91 0,-17 4-90 16,12 0-133-16,3 9-541 16</inkml:trace>
  <inkml:trace contextRef="#ctx0" brushRef="#br0" timeOffset="1201.43">1778 10691 1257 0,'0'0'379'0,"0"0"-322"0,0 0-56 16,0 0 21-16,0 0 61 15,0 0-13-15,0 0-18 16,-25-48-32-16,23 57-18 0,0 23-2 15,0 8 64 1,-3 16-36-16,0 13 6 0,3 9-24 16,-3 2 5-16,3 5-14 15,2-5 0-15,0-5-1 16,0-5 7-16,0-10-7 16,0-11 0-16,5-11-25 15,-3-12-22-15,0-10 8 16,3-9-74-16,4-7-121 15,-3-12-130-15,3-8-183 0</inkml:trace>
  <inkml:trace contextRef="#ctx0" brushRef="#br0" timeOffset="1501.42">2096 10486 1493 0,'0'0'502'0,"0"0"-468"16,0 0-34-16,0 0 0 16,0 0 0-16,0 0 0 15,0 0 0-15,2 66 8 16,-2-10 15-16,0 20-7 16,0 4-15-16,0 7 0 15,0 6 0-15,-4-3 10 16,-5-3-1-16,9-10-4 15,0-8-12-15,0-8-18 16,0-12-7-16,0-11-8 16,0-12-22-16,0-8-67 15,0-7-48-15,0-11-50 0,0 0-137 16,-14-13-174-16</inkml:trace>
  <inkml:trace contextRef="#ctx0" brushRef="#br0" timeOffset="2004.21">1720 11149 1732 0,'0'0'276'0,"0"0"-276"15,0 0-82-15,0 0 41 16,0 0 41-16,0 0 0 16,0 0 18-16,166-53-18 0,-97 38 13 15,3-3-1 1,1 4-12-16,-4-1 2 0,-6 1 4 15,-3 8-5-15,-13-3 7 16,-9 9-7-16,-11 0 5 16,-11 0-6-16,-8 0-14 15,-8 0 14-15,0 0 7 16,0 22 18-16,-8 7 9 16,-11 11-1-16,-5 9-6 15,-3 4-11-15,0 4 6 16,3-5-21-16,6-4 0 15,7-8-1-15,9-7-13 0,2-11 7 16,0-6-10 0,9-7-2-16,18-9 18 0,8 0 9 15,7-20 9-15,7-16-12 16,1-2-6-16,-8-8 1 16,-9-8 8-16,-12-6-1 15,-9 2 9-15,-12 0-4 16,0 9-1-16,-12 11 11 15,-13 14 19-15,-13 10-17 16,-5 14-24-16,-7 0 11 16,5 18-12-16,0 11-22 15,10 7-71-15,14 26-121 16,8-11-271-16,13-9-399 0</inkml:trace>
  <inkml:trace contextRef="#ctx0" brushRef="#br0" timeOffset="2486.57">2834 11087 1719 0,'0'0'252'0,"0"0"-252"0,0 0-44 0,0 0 44 16,-52 129 17-16,43-80-16 15,3-4-1-15,4-7 0 16,2-11-1-16,0-14-9 16,0-6 10-16,13-7 12 15,9-5-12-15,12-21 15 16,3-12-9-16,4-7-6 0,-3-2 0 16,-5 3-14-16,-8 10 14 15,-8 10 0-15,-5 8 1 16,-10 14 7-16,-2 2 40 15,0 9-35-15,0 22 15 16,-2 5-3-16,-4 6-15 16,4-2-2-16,2-6-8 15,0-10-1-15,0-8-8 16,16-14 9-16,5-2 6 16,2-18 41-16,9-20-13 15,-3-13-7-15,-7-9-14 16,-11-5 0-16,-11-4 1 0,0 2-6 15,-15 5-8-15,-14 8 0 16,-4 21-11-16,-5 8-56 16,-22 21-70-16,10 4-170 15,8 0-373-15</inkml:trace>
  <inkml:trace contextRef="#ctx0" brushRef="#br0" timeOffset="4288.35">4545 11096 771 0,'0'0'809'16,"0"0"-809"-16,0 0-87 16,0 0 87-16,-29-124 67 15,15 96 65-15,1 6-62 16,2 6-29-16,0 3-16 15,0 9-6-15,-5 4 19 16,-4 0-36-16,-14 13-2 0,-8 25 9 16,-9 16 0-1,-4 15 26-15,-1 11-35 0,9 2 0 16,11-1 2-16,16-12-4 16,15-14-14-16,5-15 6 15,5-13 0-15,19-11 5 16,10-16 5-16,9 0 10 15,7-23-1-15,4-17 0 16,4-9 7-16,-6-4-15 16,-13 2 0-16,-12 1-1 15,-9 6-15-15,-9 8 15 16,-7 12 5-16,-2 8 36 16,0 12-1-16,0 4 13 0,0 2-53 15,-2 27 0 1,-7 15 8-16,-2 13-8 0,9 5 1 15,2 0 7-15,0-4-8 16,2-9-1-16,18-11-8 16,-3-9 7-16,2-12-12 15,3-10-39-15,0-7-27 16,5-4-46-16,2-28-38 16,-3-10-48-16,6-40-130 15,-10 11-45-15,-9-3-250 0</inkml:trace>
  <inkml:trace contextRef="#ctx0" brushRef="#br0" timeOffset="5105.16">4792 10623 134 0,'0'0'1150'0,"0"0"-900"0,0 0-250 16,0 0-31-16,0 0 31 16,0 0 50-16,0 166 9 15,0-91-45-15,0 10 10 16,0 6 23-16,0 1-11 15,0-6-5-15,-5-7 9 16,3-15 8-16,2-17 15 16,0-14-27-16,0-17-21 15,0-14-15-15,0-2-4 16,16-15 4-16,11-23 48 16,4-9-23-16,7-6-25 15,-1-6 1-15,-1 10-1 0,-3 9-1 16,-4 11 0-16,-4 14-16 15,-9 13-11-15,-7 2-4 16,-5 17 10-16,-4 19 22 16,0 6 7-16,0 7 14 15,-13-2-15-15,-5-2 16 16,-5-5 18-16,-3-11-1 16,0-2 21-16,1-12-13 15,2-4-4-15,6-11-27 16,3 0-16-16,3-11-40 15,3-18-39-15,0-4-18 16,6-9-25-16,2-3-17 16,0-4 4-16,10 6 18 15,16 6-18-15,3 1 9 16,9 3 12-16,4 2 72 0,2 6 42 16,-1 3 0-16,-5 4 7 15,-7 7 23-15,-8 9 38 16,-10 2 77-16,-7 2-36 15,-4 25 41-15,-2 13-28 16,0 9-18-16,0 8-44 16,0-3-31-16,0 4-18 15,0-9-1-15,10-9-10 16,1-11-13-16,5-9 12 16,1-11-43-16,8-9 44 0,6-7 0 15,6-19 16 1,1-17 9-16,1-11-15 0,-8-8-1 15,-9-5 1-15,-13-2 0 16,-9 7 9-16,0 7 12 16,-16 14 35-16,-13 19 21 15,-9 15-50-15,-4 7-36 16,-3 18 23-16,-1 26-24 16,3 12-1-16,12 9-64 15,14 2-19-15,14-5 8 16,3-4-38-16,24-11-14 15,13-11-9-15,7-14 33 16,5-15-24-16,27-7-11 16,-12-14-139-16,-8-8-263 0</inkml:trace>
  <inkml:trace contextRef="#ctx0" brushRef="#br0" timeOffset="5573.27">5837 10933 1213 0,'0'0'582'0,"0"0"-577"0,0 0-4 16,0 0 11-16,0 0 86 15,0 0-38-15,0 136-25 16,0-91-3-16,0 4 6 16,0-5-16-16,0 5-2 15,0-8-12-15,0-8-6 16,0-6 10-16,0-9-12 15,0-9-9-15,0-7-19 16,0-2 6-16,9 0 22 0,2-20 20 16,5-14-9-16,3-8-4 15,4-16 6-15,0 0-13 16,-4-9 0 0,-3 5 1-16,-3 6-1 0,-3 14 9 15,-6 15-8-15,-4 13 1 16,0 14 37-16,0 0-8 15,0 21-22-15,0 19-4 16,0 9 8-16,0 9-13 16,0 4 0-16,0-4 0 15,4-5 0-15,9-10 4 16,1-7-4-16,-1-14-35 16,-1-6-18-16,1-14-12 15,1-2-9-15,1-5-44 16,5-21-33-16,2-28-76 0,-2 5-106 15,-7 2-244-15</inkml:trace>
  <inkml:trace contextRef="#ctx0" brushRef="#br0" timeOffset="5822.97">6299 10514 1185 0,'0'0'248'0,"0"0"-170"0,0 0-18 16,0 0 77-16,0 0 7 15,0 0-40-15,0 0-58 0,2-42-45 16,-2 78 11-16,0 15 30 16,0 16-21-16,0 16 7 15,0 3 9-15,0 8-17 16,0-3-14-16,0-4 6 16,0-9-12-16,4-13-6 15,5-8-40-15,-3-17-31 16,-4-12-54-16,-2-24-90 15,0-4-137-15,0 0-480 0</inkml:trace>
  <inkml:trace contextRef="#ctx0" brushRef="#br0" timeOffset="6023.16">6085 10844 1916 0,'0'0'487'16,"0"0"-479"-16,0 0-2 15,0 0-6-15,0 0 0 16,0 0-22-16,0 0 22 16,135-38 7-16,-68 27-7 15,2 0-61-15,-9 2-78 16,-17 5-47-16,-24 4-107 16,-16 0-91-16,-3 0-297 0</inkml:trace>
  <inkml:trace contextRef="#ctx0" brushRef="#br0" timeOffset="13214.86">7502 11152 667 0,'0'0'241'0,"0"0"-213"0,0 0-27 16,0 0 35-16,0 0 55 15,0 0 1-15,21-14-16 16,-18 10-23 0,-1-5 11-16,1 0-18 0,-3 0 1 15,0-2-18-15,0-2-16 16,0-3-13-16,-8-2-14 16,-9 1-13-16,-5-1-2 15,-10 2 16-15,-1 2 13 16,-5 5 32-16,0 6 4 15,0 3-20-15,0 0-2 16,5 2 5-16,2 18-7 16,2 6-2-16,2 12 2 15,7 5 11-15,5-1-23 0,6 0-1 16,7-9 1-16,2 4-8 16,0-11 8-16,6-4 1 15,9-6 18-15,6-3 0 16,3-6-17-16,3-5 11 15,2-2-5-15,9 0-6 16,0-9-2-16,-1-8-13 16,-1-6-5-16,-3-2 2 15,-6-1-8-15,-7-5 12 16,-5 2-11-16,-7-5 10 16,1 1 13-16,-7 6 8 15,-2 3-6-15,0 10 30 16,0 8 35-16,0-1 6 0,0 7-6 15,0 0-28-15,0 0-33 16,0 0-6-16,0 4-13 16,0 10 13-16,0 8 16 15,0 7 7-15,0 7-12 16,-2-1-1-16,2 3-4 16,0 0-6-16,0-4 0 15,10-8-7-15,11-3-5 16,-1-8-10-16,2-4-10 15,0-8-10-15,7-3-53 16,7 0-17-16,-9-12-97 16,-5-3-296-16</inkml:trace>
  <inkml:trace contextRef="#ctx0" brushRef="#br0" timeOffset="13784.57">8433 10657 1046 0,'0'0'110'0,"0"0"-110"16,0 0 0-16,0 0 66 0,0 0 76 15,0 0-52-15,0 0-52 16,-7-22-23-16,7 22 14 16,-5 5 1-16,1 21 34 15,-5 10 60-15,1 11-67 16,1 6-29-16,0 3-9 15,2 1-19-15,5 2 0 16,0-6 0-16,0-4 1 16,0-7 0-16,0-6 15 15,0-7-16-15,0-7-40 16,0-9-45-16,2-1-4 16,-2-10-18-16,0-2-47 15,0 0-119-15,-10-14-442 0</inkml:trace>
  <inkml:trace contextRef="#ctx0" brushRef="#br0" timeOffset="14250.43">8215 10953 1039 0,'0'0'521'0,"0"0"-464"16,0 0-57-16,0 0 0 16,0 0 65-16,0 0-14 15,0 0-23-15,122-80-4 16,-78 71-13-16,4 9-3 15,0 0-1-15,1 0-7 16,-4 9 7-16,0 11 11 16,-1 5-7-16,-3 6-2 15,-6 4-9-15,-4 1-1 0,-7 2-15 16,-4-2 8-16,-11-3 8 16,1-4-24-16,-8-4 7 15,-2-5 2-15,0-5 15 16,-7-1 0-16,-11-10 28 15,-2 0 20-15,-7-4 31 16,3 0-33-16,4-6 18 16,-5-16 1-16,10-3 16 15,3-8 0-15,8-3-29 16,4-4-24-16,0-2-9 16,0 6-8-16,16 2-5 15,3 5 3-15,6 5-9 16,2 8-1-16,-2 3-8 0,4 6 2 15,2 5-5-15,-6 2-37 16,-2 0-31-16,-2 5-17 16,-5 15-75-16,1 0-56 15,-1 6-68-15,-1-1-194 16,-6-7-2-16</inkml:trace>
  <inkml:trace contextRef="#ctx0" brushRef="#br0" timeOffset="15133.51">9102 11016 383 0,'0'0'360'0,"0"0"-204"0,0 0-98 15,0 0 93-15,0 0 37 0,117-92-56 16,-101 72-44-16,-3 2-6 16,-3 1 4-16,-8-1 29 15,0 9-39-15,-2 2-13 16,0 3 0-16,-8 4-25 15,-11 0-10-15,-10 2-28 16,-11 20-9-16,-11 7 9 16,-3 9 1-16,5 3 5 15,6-1-6-15,10 0 0 16,11-2-16-16,13-10 3 16,9-1 12-16,0-9-22 15,9-7 17-15,13-7 4 16,9-4-8-16,9 0 10 15,3-13 1-15,9-14 6 16,-4-1-7-16,-3-6-6 16,-5 1-12-16,-9 4 4 15,-8 4 14-15,-10 9 0 0,-5 10 0 16,-8 6 3-16,0 0-19 16,0 5 28-16,-4 21-12 15,-7 5 22-15,-1 7-12 16,4 0-10-16,6-2-13 15,2-5-17-15,0-9-55 16,0-6 8-16,4-10-5 16,10-6-24-16,3 0 1 15,1-2 5-15,7-18-22 16,-1-7-14-16,0-4-10 16,-1-4 92-16,4-3 53 15,-2 0 1-15,-2 2 26 0,0 5 40 16,-3 4 14-16,-7 11 17 15,-4 8 22-15,-4 8 16 16,-5 0 12-16,0 0-69 16,0 22-24-16,0 7 24 15,0 6-36-15,0 4-23 16,0 1 13-16,0 0-5 16,0-7-5-16,0-4-3 15,-2-11-7-15,2-7 10 16,0-4-1-16,0-7-9 15,0 0-2-15,0 0 12 16,6-16 17-16,12-11-14 16,6-6-9-16,5-5-7 0,0 0 0 15,1 3-8 1,-6 4 0-16,1 6-1 0,-12 11-6 16,-4 8 0-16,-5 6-28 15,-4 0 34-15,0 11 18 16,0 14 29-16,0 6-13 15,0 0-17-15,0 5-16 16,0-5 9-16,0-5-10 16,0-3-49-16,0-8-42 15,3-4-82-15,1-11-123 16,-2 0-252-16,3 0-350 0</inkml:trace>
  <inkml:trace contextRef="#ctx0" brushRef="#br0" timeOffset="15567.33">10313 10822 1225 0,'0'0'630'0,"0"0"-621"0,0 0 4 0,0 0 81 15,0 0-45-15,0 0-24 16,-145 33 9-16,97-10 15 15,-2 3 7-15,11-3-13 16,10-1-27-16,6-2-16 0,8 0-8 16,10-4-16-1,5-1-3-15,0 8-6 0,16-6 27 16,11 6 5-16,2-3-9 16,4 0 10-16,-2-2 0 15,-6-3 6-15,-1-2-6 16,-11-1 0-16,-6-6-1 15,-5 1 1-15,-2-5-24 16,0 0 15-16,0 1 8 16,-6 1 1-16,-5-2 18 15,-5 1-2-15,-3 3-15 16,-2-4-1-16,-2-2-12 16,-1 0-46-16,-1 0-43 15,3 0-37-15,-2 0-61 16,10-4 0-16,3-7-52 0,11 2-75 15,0 0-245-15</inkml:trace>
  <inkml:trace contextRef="#ctx0" brushRef="#br0" timeOffset="16706.81">10629 10791 858 0,'0'0'391'0,"0"0"-281"0,0 0-66 16,0 0 47-16,0 0 30 15,0 0-37-15,0 0-11 16,-87 67 22-16,54-30-21 16,2 6-17-16,6-1-24 15,8-2-27-15,8-2-4 16,6-7-4-16,3-6-11 16,5-7 5-16,19-7 8 15,7-7 8-15,12-4-7 0,4-2-1 16,13-20 0-16,-2-5-22 15,-2-6-29 1,-9-1 8-16,-7 0 19 0,-11 6 7 16,-12 5 17-1,-5 8 0-15,-8 8 25 0,-4 5 41 16,0 2-2-16,0 0-29 16,-8 18-17-16,-2 7 11 15,-1 4-29-15,5-1-3 16,3-1 3-16,3-5-1 15,0-6-12-15,13-5 13 16,10-6 11-16,10-5 4 16,5 0 1-16,4-12-16 15,3-8 0-15,-5-2-13 0,-7-2-11 16,-8 6 20-16,-9 2-2 16,-10 2-2-16,-3 6 0 15,-3 5 8-15,0 3 19 16,0 0-6-16,-9 0 13 15,-5 0 0-15,-1 0-1 16,5 3 20-16,4-1 1 16,4 1-7-16,2-3-20 15,0 0-18-15,0 0 0 16,0 0 9-16,0 0-10 16,0 0 1-16,0 0-1 15,0 0 1-15,0 0 6 16,0 0 1-16,0 0-8 15,0 0 0-15,0 0-1 0,0 0 1 16,0 0 0-16,0 0 0 16,0 0 1-16,0 0 7 15,0 0-7-15,0 0 14 16,0 0 6-16,0 0-6 16,0 0 1-16,0 0-9 15,-7 2-7-15,-1 8-1 16,-8 6 1-16,-3 4 14 15,-2 5-5-15,0-1-9 16,1 3 0-16,5-2-1 16,2-3-1-16,1-2 2 15,8-5 0-15,2-3-9 16,2-4-3-16,0-3-9 16,0-3-10-16,15-2 0 0,12 0 12 15,8-4 19-15,8-14-9 16,1-7 9-16,-1-6-1 15,-3-2 1-15,-15-7 0 16,-6-5 12-16,-14 8 17 16,-5-2 20-16,-14 6 30 15,-21 6 0-15,-5 9-23 16,-11 5-3-16,-3 6-30 16,-2 7-23-16,10 0-1 15,4 11-42-15,11 12-70 16,10 6-71-16,15 4-50 0,6 3-37 15,35 11 14-15,7-12-123 16,3-3-350-16</inkml:trace>
  <inkml:trace contextRef="#ctx0" brushRef="#br0" timeOffset="18071.81">11427 10969 1371 0,'0'0'276'0,"0"0"-276"0,0 0 0 15,0 0 39-15,0 0-6 16,0 0-17-16,0 0-10 16,0 23 29-16,0 1-3 15,0 5 8-15,0-2-20 16,0-5-1-16,0-7 6 15,0-3-10-15,0-6-6 16,0-6-3-16,0 0 8 16,7 0 32-16,11-18 8 15,7-6-20-15,4-7-20 0,0-3-6 16,-1-3-7-16,-1 3 7 16,-5 3-8-16,-1 4 10 15,-11 9-10-15,-1 7 0 16,-7 11-12-16,-2 0-16 15,0 2 20-15,0 18 8 16,0 9 9-16,0 5 1 16,0-1-1-16,0 1-9 15,16-8-39-15,9-3 0 16,4-10-36-16,4-4 6 0,3-9-34 16,4 0-14-1,0-9-8-15,0-11 26 0,-7-9 52 16,1 0 28-16,-7-5 19 15,-7 1 11-15,-5 2 29 16,-8 2-1-16,-5 7 9 16,-2 8 78-16,-2 8 22 15,-20 6-55-15,-5 0-69 16,-11 20-23-16,-7 13 8 16,1 5-7-16,4 2-2 15,13 0-1-15,12-6-19 16,10-1-1-16,5-8 12 15,0-8 1-15,20-8 7 16,9-9 1-16,9 0-8 16,6-11-8-16,6-20-58 0,0-2-31 15,-4-12-6-15,-7-4 35 16,-3-9 36-16,-7-4 8 16,-4-7-15-16,-8-3-15 15,-5 7-18-15,-8 14 80 16,-4 11 60-16,0 18 133 15,-9 11 19-15,-7 11-88 16,1 0-51-16,-5 24-23 16,2 14-15-16,2 9-20 15,2 11 4-15,4 7-7 16,10-1-12-16,0 1 8 16,0-5-5-16,0-8-3 15,0-15-25-15,4-3-15 0,8-14-11 16,3-9-33-1,3-11 4-15,11 0-29 0,4-5-28 16,5-19-40-16,-2-5-100 16,-1-7 27-16,-2-6 77 15,-4-1 114-15,-2 6 59 16,-6 1 71-16,-8 16 128 16,-7 9 78-16,-6 11-1 15,0 0-35-15,0 15-95 16,-11 17-9-16,1 12-52 15,0 1-64-15,8 2 6 16,2-3-9-16,0-6-18 0,2-9 0 16,10-7-10-16,3-11 10 15,7-8 1 1,5-3-1-16,4-9-4 0,7-18-15 16,0-9-24-16,-2-4-42 15,-2 0-1-15,-5-5 26 16,-8 3 27-16,-3 9-18 15,-9 6 51-15,-5 11 7 16,-4 12 101-16,0 4 10 16,0 2-50-16,-15 23-37 15,-1 8-3-15,1 7-10 16,-1 2-16-16,7 6-2 16,3-6 0-16,2-4-1 15,4-7-12-15,0-9-53 16,0-9-47-16,0-13-68 0,6 0-199 15,1 0-803-15</inkml:trace>
  <inkml:trace contextRef="#ctx0" brushRef="#br0" timeOffset="18657.93">13000 10820 1396 0,'0'0'407'0,"0"0"-359"15,0 0-42-15,0 0 71 0,0 0 4 16,-116 22-40-16,99 0-41 16,5 5 0-16,3 0-5 15,7-1 5-15,2-3 6 16,0-1-5-16,0-6 11 15,2-3-12-15,12-4-1 16,6-4 0-16,7-5 1 16,4 0-1-16,9 0-16 15,3-3-10-15,3-10-5 16,-3-5-42-16,-6-2 5 16,-1-5-2-16,-5-6 24 15,-4-2-29-15,0-7-20 16,-5-5-64-16,-4-2-40 15,0-19-5-15,-3-2-60 16,-6 17-140-16,-4 5 82 0,-5 30 323 16,0 0 355-16,0 8-45 15,0-4-70-15,0 4-12 16,0 5 21-16,-5 1-44 16,5 2-40-16,0 0-35 15,-3 11-77-15,-1 16-3 16,-4 11 17-16,-1 13-7 15,5 7-17-15,-4 7-31 16,4 1-3-16,4-1-1 16,0-3 7-16,0-11-15 15,0-6-13-15,0-11-20 16,0-12-18-16,0-9-38 0,0-8-103 16,8-5-72-16,0-18-47 15,-8-4-416-15</inkml:trace>
  <inkml:trace contextRef="#ctx0" brushRef="#br0" timeOffset="19421.62">13285 10766 1265 0,'0'0'295'0,"0"0"-295"0,0 0 0 16,0 0 52-16,0 0 10 15,0 0-10-15,141-2-27 16,-97 2 1-16,8 0-1 15,-1 0 15-15,-5 0 5 0,-10 0 11 16,-7 0-6 0,-13 0-14-16,-9 0 1 0,-7 0 8 15,0 0 5-15,-7 9-38 16,-16 13 1-16,-6 12 4 16,-4 1 5-16,6 7-16 15,3-1 4-15,8-5-10 16,8-10-12-16,8-1 11 15,0-10-18-15,0-6 5 16,15-7-3-16,5-2 17 16,3 0 8-16,-2-17 1 15,0-8 0-15,-6-6-1 16,-5-3-8-16,-10-1-1 16,0-5-1-16,0 4 2 15,-17 3-8-15,5 8 8 0,-2 10-45 16,3 3-43-16,4 10-11 15,3 2-38-15,2 0-58 16,2 0-84-16,0 9-72 16,11 2 107-16,9-6 84 15,4-1-25-15,3-4-49 16,2 0 234-16,-2 0 143 16,4 0 55-16,0-4 23 15,-2-3 10-15,-2 5-18 16,-2 2-12-16,-6 0-3 15,-1 0-28-15,-3 11-18 16,3 13-61-16,1 12-31 0,-2 8-20 16,1 5-22-16,-3 3-2 15,-1-5-16-15,-3-5 0 16,-7-4 11-16,-2-16-10 16,-2-6 18-16,0-10-10 15,0-6 7-15,-2 0 16 16,-6-6 42-16,-1-17-53 15,2-8 1-15,2-7 11 16,5-6 17-16,0 0-25 16,19-4-4-16,7 6-15 15,8 6 8-15,6 12-8 16,4 8-6-16,3 10-2 16,-3 6-20-16,1 0-39 0,-5 11-111 15,-13 11-120 1,-14-6-334-16</inkml:trace>
  <inkml:trace contextRef="#ctx0" brushRef="#br0" timeOffset="24829.34">14702 10521 1295 0,'0'0'216'0,"0"0"-216"16,0 0 0-16,0 0 58 15,0 0 116-15,0 0-63 16,0 0-50-16,0-40-33 15,0 38-15-15,0 2 14 16,0-5 7-16,8 3-10 16,5-4-14-16,5 1-1 15,5-4 7-15,7 3-14 0,6-1 5 16,4 7 12-16,2 0-17 16,5 0 4-16,-5 0-6 15,-2 0-1-15,-9 7 1 16,-6 1-1-16,-7 1-8 15,-12 0 9-15,-1 0-35 16,-5 0-14-16,0 7 7 16,-18 4 42-16,-8 9 28 15,-10 2-14-15,-3 6 4 16,-3 6 4-16,3 2-7 16,2 1-3-16,9 1-12 15,6-2-2-15,6-3-21 16,9-2 21-16,5-4-14 0,2 0-72 15,0 1-95-15,0-8-85 16,0-4-354-16</inkml:trace>
  <inkml:trace contextRef="#ctx0" brushRef="#br0" timeOffset="25145.71">14863 11207 1077 0,'0'0'410'0,"0"0"-318"16,0 0-54-16,0 0-29 0,0 0 44 15,-64 130-9-15,59-110-26 16,5-2-18 0,0-9 0-16,9-5 9 0,11-4 39 15,9 0 21-15,4-2 6 16,2-18-15-16,-2-5-14 15,-5 1-28-15,-10 4 19 16,-14 1 10-16,-4 6 14 16,-2 9-33-16,-25 4-28 15,-11 0-30-15,-6 0-30 16,-21 34-125-16,12-6-205 16,10-3-816-16</inkml:trace>
  <inkml:trace contextRef="#ctx0" brushRef="#br1" timeOffset="31685.99">2007 14320 59 0,'0'0'1118'0,"0"0"-1035"0,0 0-83 15,0 0 0-15,0 0 36 16,0 0 91-16,0 0-41 15,0-29-25-15,0 29-29 16,0-2 22-16,0 2 13 16,0-2 2-16,0-3-25 15,0 5-27-15,-2-9 18 16,-5 5-18-16,-1-3 9 16,-6 1-13-16,1 1 8 15,-6 1-15-15,-1-1 13 16,-2 3-3-16,-2 2-4 15,-3 0 15-15,0 0-21 16,-4 0 4-16,0 11-10 16,-3 11 8-16,-1 7 42 15,-5 9-37-15,-3 13-13 0,3 8 24 16,3 5 13-16,5 3-25 16,10 2-12-16,7 0-1 15,9-14-8-15,6 1 8 16,0-9 0-16,6-5-12 15,13-4-1-15,8-4-2 16,6-8-2-16,9-1 12 16,6-10 5-16,3-1-6 15,7-12 6-15,1-2 1 16,5 0 0-16,-5-2 6 16,-1-18 10-16,-2-5-15 15,-4-8 0-15,-6 2 8 0,-1-9 8 16,-7 0-8-1,-7-5 0-15,-9-7 13 0,-4-8 28 16,-11-2-1-16,-7-9 36 16,0-5-10-16,-16-4-26 15,-11 2-3-15,-4 9-16 16,-2 11-15-16,-1 11 16 16,-1 18-31-16,4 16-18 15,-7 13-43-15,-12 2-41 16,-34 63-73-16,13-3-182 15,6 0-593-15</inkml:trace>
  <inkml:trace contextRef="#ctx0" brushRef="#br1" timeOffset="32419.72">1660 14944 336 0,'0'0'152'0,"0"0"-151"0,0 0 7 16,0 0 49-16,0 0 46 15,0 0 14-15,0 0 73 16,-14 7 11-16,11-7-12 15,3 0-43-15,0 0-31 16,0 0-24-16,0 0-11 16,0 0 12-16,0 0 8 15,0 0-15-15,0-14-29 0,0-1-30 16,0-10-24 0,3-4 17-16,4-4-4 15,0-3-4-15,5 2-11 0,5 8-5 16,-2 6 5-16,1 0 0 15,-1 9 8-15,-1 4-7 16,-1 7-2-16,1 0 1 16,-1 2-5-16,5 20 4 15,1 7 1-15,4 5-1 16,1 6-11-16,1 0 12 16,-5-6-31-16,2-8 4 15,-7-8 8-15,-1-7 3 16,1-4-3-16,-1-7-2 0,3-7-8 15,4-17 29 1,1-14 25-16,3-7-11 0,-1-6 12 16,-4 6-25-16,-2 1 19 15,-5 8-19-15,-4 1 8 16,-4 10-7-16,0 5-2 16,-5 2-18-16,2 12-133 15,-2 3-166-15,0 3-193 16,0 0-130-16</inkml:trace>
  <inkml:trace contextRef="#ctx0" brushRef="#br1" timeOffset="33155.78">1886 13661 501 0,'0'0'192'0,"0"0"-140"0,0 0-30 0,0 0 31 16,0 0 24-16,0 0-11 15,0 0-18-15,10-18 13 16,-10 16 20-16,2 2 13 16,-2 0-7-16,0 0-22 15,0 0-17-15,0 0 10 16,0 2-29-16,0 18-29 16,0 13 51-16,0 14 31 15,7 8-40-15,-1 8-41 16,1 4 18-16,4-2-2 15,0-1 6-15,-2-4-23 16,-5-7 0-16,4-3 11 0,-6-10-10 16,2-7-1-16,-2-10 0 15,-2-8-1-15,4-6-6 16,-4-2-44-16,3-7-56 16,3 0-67-16,-1 0-155 15,0-11-275-15</inkml:trace>
  <inkml:trace contextRef="#ctx0" brushRef="#br1" timeOffset="34004.87">1976 13621 556 0,'0'0'355'0,"0"0"-227"0,0 0-108 15,0 0 0-15,0 0 63 16,0 0 8-16,0 0-38 15,0-20-34-15,0 8-10 16,0 3-2-16,6-4 11 16,-1-2-1-16,0-3-7 15,-3 2 0-15,2-2-4 16,-4 0 38-16,2 3-15 16,-2-1-15-16,0 0-4 0,2 5 4 15,-2 5-4-15,0-1-9 16,0 0 8-16,0 7-3 15,0-2-5-15,0 0 9 16,0-7-9-16,0 4-1 16,0-6-9-16,3 5 9 15,-1-3 1-15,-2 2 2 16,0 0 3-16,0 5-6 16,0 0 0-16,0 0 1 15,0 0-1-15,0-1 0 16,0 1 0-16,0-2-1 15,4 1 1-15,-4 1 0 16,0 2 0-16,0 0-1 16,0 0 1-16,0 0-17 15,0 5 2-15,0 12 7 0,0 19 8 16,0 6 80-16,0 12-34 16,2 6-12-16,4 3-4 15,-2 1-8-15,0-2-3 16,3-4-4-16,-3 0-14 15,2-11-1-15,0-7 6 16,-2-9-6-16,-4-6 0 16,2-12-11-16,-2-6-85 15,0-5-41-15,0-2-53 16,0 0-146-16,0-9-349 0</inkml:trace>
  <inkml:trace contextRef="#ctx0" brushRef="#br1" timeOffset="34604.94">1969 13373 926 0,'0'0'190'0,"0"0"-190"0,0 0 0 16,0 0 53-16,0 0 46 15,0 0-30-15,0 0-50 16,0-20-17-16,0 20 40 15,0-2 4-15,7-3 8 16,11-1-13-16,3-3 30 16,11-2 9-16,11 0 5 15,8 2-24-15,6 2 11 16,8 3-12-16,9 4-17 16,3 0-29-16,4 2 14 15,0 13-19-15,5 1 2 16,1 2-11-16,2-5 2 15,4-2 7-15,21 0-9 0,24-11 1 16,25 0-1 0,6 0-1-16,-6-17-9 0,-36 3 1 15,-35 3-4-15,-23 7 0 16,-13 1 1-16,1 1-19 16,3 2-16-16,-2 0-14 15,-13 0 7-15,-16 0 3 16,-14 0-27-16,-3 0-3 15,-10 0 15-15,-2 0-7 16,0 2-49-16,0 1 8 16,-2 6-54-16,-10-1-36 15,3 1-200-15</inkml:trace>
  <inkml:trace contextRef="#ctx0" brushRef="#br1" timeOffset="37091.68">1597 15091 738 0,'0'0'214'0,"0"0"-158"0,0 0-38 15,0 0-7-15,0 0 20 16,0 0-24-16,0 0-7 15,0 0-10-15,0 0-32 16,-2 0-123-16,-12 0-367 0</inkml:trace>
  <inkml:trace contextRef="#ctx0" brushRef="#br1" timeOffset="38628.8">1824 15084 670 0,'0'0'195'0,"0"0"-183"0,0 0-5 0,0 0 23 16,0 0 24-1,0 0 9-15,0 0 4 0,47-36-21 16,-45 34 1-16,1 2 28 16,-3 0 31-16,2 0-22 15,-2 0-32-15,0 0-10 16,0 0 14-16,0 0-7 16,0 0-14-16,0 16 5 15,0 2 44-15,0 7-13 16,0 6-30-16,0-2-11 15,0 6-6-15,0 1-8 16,0 2-16-16,0 2 10 16,0-5-3-16,0 3-7 15,0-2 6-15,0-5-9 16,0-2 3-16,0-2 0 0,0-5 2 16,0 3-2-16,0-8-1 15,0-3 1-15,0-1 0 16,0-2 14-16,0-4-13 15,0-3 0-15,0-4 0 16,0 0-1-16,0 0-60 16,0 0-72-16,-5 0-34 15,-3 3-16-15,-2-1-55 16,-1 2-756-16</inkml:trace>
  <inkml:trace contextRef="#ctx0" brushRef="#br1" timeOffset="42414.87">4282 15367 698 0,'0'0'315'0,"0"0"-261"16,0 0-47-16,0 0 9 15,0 0 47-15,0 0-2 16,0 0-3-16,25-49 12 16,-21 49-6-16,-4-2-5 15,0 2 2-15,2-2-10 16,-2 2-9-16,0 0-21 16,0 0-11-16,0 0 1 15,0 0 23-15,0 0-11 0,0 0-22 16,0 0 8-16,0 0-9 15,0 4-5-15,0 12 5 16,0-1 31-16,0 10-6 16,0-1-2-16,0 3 2 15,0 2-12-15,0 0-12 16,0 0 8-16,0-7-8 16,0 3 0-16,0 2 8 15,0-7-7-15,0-5-2 16,0 1 0-16,0-7 1 15,0-3-1-15,0-1 13 16,0-5-13-16,2 0 0 16,-2 0 3-16,0 0-1 15,2 0 3-15,-2 0-3 16,0 0-2-16,0 0-13 0,0 0-55 16,0 0-37-16,0-11-52 15,0 2-177-15,0 0-351 0</inkml:trace>
  <inkml:trace contextRef="#ctx0" brushRef="#br1" timeOffset="48022.27">1862 15771 1046 0,'0'0'484'15,"0"0"-416"-15,0 0-68 16,0 0 0-16,0 0 0 16,0 0 20-16,0 0-2 15,36-5 27-15,-19 5 53 16,8-6 14-16,2 3-43 15,4 1 1-15,5-7-11 16,3 9-35-16,2-5 5 16,3 1 2-16,2 4-4 15,4 0-14-15,0 0 6 16,8 0-8-16,4 0 3 0,0 0-3 16,5 0-1-16,2 0-8 15,-3 0 8-15,4 4-5 16,-5 1-5-16,4-5 0 15,-5 4 5-15,-1-2-4 16,-5 1 0-16,-3-1-1 16,1-2 1-16,-1 0-1 15,3 0 0-15,2 0 9 16,5 0-9-16,0 0 0 16,-5 0-1-16,0 0 4 15,-2 0-4-15,-4 0 1 16,-1 0 0-16,-2 0 0 15,-2 0 0-15,0 0 1 0,-2 0-1 16,-3-2 0-16,4-3 0 16,-4 1 0-16,1-1 0 15,-1-4 13-15,-1 7-9 16,-1 0-4-16,-5 0 0 16,1-3-7-16,1-1 7 15,-6 6 0-15,5-3 1 16,2 1-1-16,-2 0 0 15,6 2 0-15,-4 0 1 16,5 0-1-16,-3 0 0 16,-2 0 1-16,3 0-1 15,-3 0 0-15,-5 0-8 16,1 0 6-16,-5 0 2 0,8 0 6 16,-4 0-6-16,3 0-1 15,1 0 1-15,4 0 1 16,-1-2 0-16,6-3 0 15,2 5-1-15,6 0 0 16,2 0 0-16,7-4 1 16,-1 2-1-16,5 2 0 15,1-3 0-15,-3 1 1 16,1 0-1-16,-3 0 0 16,-3-1 0-16,3 1 0 15,-5 2-6-15,0 0 6 16,-4 0 0-16,-4 0 7 15,4 0-1-15,-6 0-6 0,2 0 0 16,-2 0 0-16,2 0 1 16,-3 0 0-16,0 0-1 15,0 0-11-15,-3 0 11 16,4 0 6-16,-3 0-6 16,2 0 0-16,0 0 0 15,-3 0 1-15,4 0-1 16,-4 0-1-16,1 0 1 15,-3 0 0-15,1 0 2 16,-3 0-2-16,-2 0-1 16,-1 0 1-16,-4 0-1 15,-6 0 1-15,-2 0 2 0,-5 0-2 16,-2 0 0-16,3 0 0 16,-4 0 0-16,8 0 0 15,0 0 0-15,-2 0 0 16,1 0 1-16,-6 0-1 15,0 2 0-15,1 1 0 16,-11-1 0-16,-1-2 6 16,-4 2-6-16,-2-2 0 15,-1 0 7-15,-2 0 8 16,0 0 7-16,0 0-4 16,0 0-8-16,0 0 1 15,0 0-6-15,0 0-4 16,0 0-1-16,0 0 0 0,0 0 6 15,0 0-6 1,0 0-1-16,0 0 1 0,0 0-23 16,0 0-17-16,0 0-14 15,0 0-1-15,-10 0-25 16,-3 0-73-16,-16 0-141 16,2 0-214-16,0-7-651 0</inkml:trace>
  <inkml:trace contextRef="#ctx0" brushRef="#br1" timeOffset="50792.3">6684 14367 1296 0,'0'0'189'0,"0"0"-189"0,0 0-42 15,0 0 42-15,0 0 74 16,0 0-7-16,0 0-15 15,2-27 27-15,-2 27-2 16,0 0 35-16,0 0-11 16,0 0-30-16,0 2-32 15,0 18-13-15,0 3 21 16,0 10-23-16,0 0-11 16,0 3-11-16,0 2 7 0,0 2-8 15,0 0 1 1,0-2-1-16,0 0 0 0,0 0 5 15,0-9-6-15,0 0-1 16,0-3-1-16,0-7 2 16,0-4 5-16,0-4-5 15,0-4-8-15,0-3-18 16,4-4-7-16,-2 0-16 16,0 0-17-16,1 0-59 15,4-4-50-15,-5-9-62 16,3-1-293-16</inkml:trace>
  <inkml:trace contextRef="#ctx0" brushRef="#br1" timeOffset="51245.54">6682 14349 723 0,'0'0'562'16,"0"0"-497"-16,0 0-56 15,0 0 29-15,0 0 58 16,0 0-6-16,0 0-19 16,0-65-7-16,0 65-15 15,-3 7 3-15,-15 11-12 16,-1 11 7-16,-6 2 10 16,-6 11-10-16,0-6-4 15,4-2-4-15,4-5-16 0,8-9-11 16,6-9-6-16,4-2-6 15,5-7 0-15,0-2 0 16,0 0 0-16,10 0-8 16,5-11 8-16,14-7 11 15,2-4-5-15,7-8 3 16,-3 4-7-16,2-1-2 16,-6 5-2-16,-7 8 1 15,-4 8 1-15,-9 1 0 16,-2 5 0-16,0 0 27 15,2 9 14-15,7 7 0 16,5 8-13-16,8-2-17 16,4 1-5-16,3-3-6 0,14 0-77 15,-13-4-135 1,-7-12-368-16</inkml:trace>
  <inkml:trace contextRef="#ctx0" brushRef="#br1" timeOffset="55496.9">8853 14451 192 0,'0'0'310'15,"0"0"-203"-15,0 0-73 16,0 0-9-16,0 0 33 16,0 0-9-16,0 0-23 15,0-15-18-15,0 12-7 16,0 1 0-16,0 0-1 15,0 0 0-15,4 0-20 0,0-1-20 16,-4 1 2-16,4 0-17 16,-4 2-46-1,0 0-10-15,0 0-23 0,0 0-114 0</inkml:trace>
  <inkml:trace contextRef="#ctx0" brushRef="#br1" timeOffset="55821.97">8853 14451 379 0</inkml:trace>
  <inkml:trace contextRef="#ctx0" brushRef="#br1" timeOffset="56930.85">9659 14382 1527 0,'0'0'645'0,"0"0"-596"0,0 0-49 16,0 0 0-16,0 0 0 15,0 0 6-15,0 0-6 16,0 0-49-16,0 0-31 16,0 0-63-16,0 0-34 15,-3 0-59-15,-8 0-257 16,4 0-405-16</inkml:trace>
  <inkml:trace contextRef="#ctx0" brushRef="#br1" timeOffset="59085.03">6704 14971 592 0,'0'0'345'0,"0"0"-264"0,0 0-65 0,0 0 55 16,0 0 81-16,0 0-5 15,0 0-52-15,7-12-26 16,-7 12-11-16,0 0 13 0,0 0 10 16,2 0-8-16,-2 0-28 15,0 0 4-15,0 0 2 16,0 5 16-16,0 15-20 15,-2 2 39-15,-5 12-27 16,0 3-33-16,0 3-24 16,1 3 6-16,1 2 1 15,1-1-4-15,0-2-4 16,-2 1 5-16,2-3-5 16,4-5 8-16,0-1-8 15,0-7 9-15,0-3-8 16,0-4 5-16,0-6 1 15,0-3-7-15,0-2 6 16,0-9-6-16,0 0-1 16,0 0 0-16,0 0 2 0,0 0 4 15,0 0-5-15,0 0 0 16,0 0-1-16,0 0 0 16,0 0-16-16,0 0-2 15,0 0-25-15,0 0-16 16,0 0-7-16,0-18-68 15,0-2-108-15,0-20-23 16,-2 2-105-16,0 4-151 0</inkml:trace>
  <inkml:trace contextRef="#ctx0" brushRef="#br1" timeOffset="61988.51">6844 14039 1004 0,'0'0'377'0,"0"0"-307"0,0 0-68 16,0 0 35-16,0 0 48 16,0 0-7-16,0 0-18 15,-58-69-6-15,43 56 12 16,-6 4-27-16,2 2-2 0,-6 3 3 15,1 2-5-15,-3 2-12 16,-7 0-12-16,5 4 3 16,-2 12 8-16,-2 2 6 15,2 4-18-15,-1 2-3 16,3 3-6-16,0 4 8 16,-2 0-9-16,4 3 1 15,0-3 0-15,1 7 0 16,4 0 0-16,2 0 0 15,1-1 0-15,4 6 7 16,5-5-8-16,-2 2 2 16,5-3-1-16,1-3-1 0,4 0 0 15,2-3 0-15,0-2-3 16,0-3 0-16,0 3 3 16,10 0 2-16,1-2 6 15,5-3-8-15,-1-1 0 16,4 2 0-16,3-4 1 15,1-2-1-15,3-2 0 16,5-1 2-16,2 0-1 16,4-5-1-16,2-5 5 15,3-1-5-15,-1-3 0 16,-1 0 0-16,-2-2 0 16,-3 0 1-16,1 0-1 15,-2 0 0-15,-3-2 1 0,-3-5-1 16,-1 1 0-1,0-5 0-15,-5 2 1 0,3-2 0 16,-3-1 6-16,-2-1-6 16,3 0-1-16,-4-3 7 15,1-2 2-15,-1-4 4 16,-2-1 6-16,-1-3-5 16,-5-8 2-16,5-3 7 15,-7-1-12-15,1-7-2 16,0 1-8-16,-4-1 18 15,-1 2-18-15,-3 3 4 16,-2 0 17-16,0 5-9 16,0-1-2-16,0-4-10 15,0 5 18-15,-7-3-2 16,-1 6-8-16,-6 3 7 0,-1 0-3 16,-8 3 2-16,-2 1-15 15,-6 3 13-15,-4 2-13 16,-1 2 1-16,-9 2-8 15,-1 1 7-15,-6 6-12 16,-1 2-14-16,0 7-30 16,-1 0-34-16,-10 0-102 15,14 5-206-15,10 4-509 0</inkml:trace>
  <inkml:trace contextRef="#ctx0" brushRef="#br1" timeOffset="63688.49">6677 13282 847 0,'0'0'199'16,"0"0"-177"-16,0 0-12 0,0 0-10 15,0 0 106-15,0 0-16 16,0 0-21-16,0-25-15 15,0 25-22-15,0 0 13 16,0 0 22-16,0 0 11 16,0 0-14-16,0 0-23 15,0 18-22-15,0 11 59 16,0 11-2-16,0 11-21 16,0 9-38-16,0 8-7 15,0-2-9-15,0 6 11 16,0-3 4-16,0-3-16 15,0-3 0-15,0-7 3 16,0-10 2-16,0-1 6 16,0-7-9-16,0-5-2 15,0-6 0-15,5-7 0 0,-3-5 0 16,0-7 0-16,-2-5-1 16,0 0 0-16,0-3 1 15,0 0-20-15,0 0-24 16,0-9-118-16,0-5-111 15,0-1-1054-15</inkml:trace>
  <inkml:trace contextRef="#ctx0" brushRef="#br1" timeOffset="68160.12">6597 13229 721 0,'0'0'217'0,"0"0"-181"15,0 0-14-15,0 0 67 16,0 0 20-16,0 0-44 16,0 0-24-16,0-17-11 15,0 17 35-15,0-1 25 16,0 1 14-16,0 0-13 15,0-5-19-15,0 5-9 0,8-2-24 16,8-2 1-16,5-6 2 16,10 6-15-16,7-5 15 15,6 4-23-15,7-4 16 16,5 7-10-16,6-2-16 16,5-1 10-16,4 3-1 15,3 2-9-15,4 0 11 16,-2 0-12-16,8 0-8 15,3 0 0-15,2 0-8 16,0 0 8-16,5 0 12 16,-3 0-6-16,-4 0-5 15,3 0-1-15,-9 0-6 16,-2 0 6-16,2 0 0 0,-8 0 6 16,-2 2-5-1,3 1 0-15,-3-1-1 0,0-2-6 16,3 0 1-16,-3 0 5 15,-2 0 0-15,-5 0 0 16,4 0 1-16,-11 0-1 16,-1 0 1-16,0 0 13 15,-3 0-14-15,-2 0-5 16,-2 0 5-16,3 0 12 16,-4 0-12-16,2 0 0 15,-2 0 0-15,4 0 0 16,-3 0 0-16,-2-2 6 0,-2 2-6 15,-5 0 0-15,-5 0 0 16,-2 0 0 0,-6 0 1-16,-2 0-1 0,-5 0-5 15,-2 0 5-15,-8 0 1 16,2 0-1-16,-3 0 0 16,-3 0 0-16,4 0 2 15,1 0-2-15,5 0-1 16,-1 0-9-16,3 0 20 15,-3 0-10-15,3 0 1 16,-5 0-1-16,1 0 0 16,-3 0-9-16,0 0 9 15,-5 0-1-15,8 0 1 0,-3 0 0 16,-1-3 0-16,-4 3 0 16,1 0 1-16,-3-2 0 15,-2 2-1-15,0 0 0 16,-2 0 0-16,0 0 1 15,0 0 0-15,0 0 0 16,0 0 9-16,0 0 9 16,0 0 7-16,0 0 7 15,0 0 1-15,0 0-19 16,0 0 3-16,0 0 13 16,0 0-30-16,0 0 8 15,0 0-3-15,0 0 3 16,0 0-3-16,0 0-5 0,0 0 5 15,0 0 9 1,0 0-15-16,0 0 0 0,0 0 1 16,0 0 0-16,0 0 18 15,0 0-19-15,0 0 0 16,0 0 1-16,0 0 12 16,0 0-13-16,0 0-3 15,0 0-4-15,0 0 1 16,0 0 4-16,0 0 1 15,0 0 1-15,0 0 0 16,0 0-1-16,0 0 0 16,0 0-6-16,4 0-1 15,2 0 8-15,0 0-2 16,3 0 2-16,5 0 0 16,1 0 1-16,-4 0 0 15,7 0 0-15,-5 0-1 0,1 0 2 16,-3 0-2-16,-3 0 1 15,2 0 0-15,-6 0-1 16,-2 0 6-16,-2 0-5 16,5 0-1-16,-5 0 1 15,0 0 1-15,0 0-2 16,0 0 2-16,0 0-2 16,0 0 0-16,0 0 5 15,0 0-4-15,0 0 2 0,0 0-3 16,0 0-1-1,0 0 1-15,0 0 1 0,0 0-1 16,0 0 7-16,0 0-7 16,0 0 0-16,0 0 2 15,0 0-2-15,0 0 0 16,0 0 1-16,0 0 7 16,0 0 4-16,0 0-11 15,0 0-1-15,0 0 0 16,0 7 0-16,0 6-24 15,0 9 24-15,0 10 1 16,0 8 16-16,-5 7-16 16,3 2 10-16,-2 6-10 15,2 1 0-15,-6-4 11 16,8-1-12-16,-2 2 2 0,0-4-1 16,-2 0 0-1,1-2-1-15,3-4 5 0,-2-3-5 16,2-5-1-16,0-6 1 15,0-7 0-15,0-2 1 16,0-2-1-16,0-7 5 16,0-4-4-16,0-5-1 15,0 5 14-15,0-5-14 16,0 0 0-16,0-2 0 16,0 0 1-16,0 0-1 15,0 0 0-15,0 0 0 16,0 0 6-16,0 0-6 15,0 0 1-15,0 0-10 16,0 0 18-16,0 0-9 16,0 0 0-16,0 0 0 0,0 0 1 15,0 0 0-15,0 0 0 16,0 0 9-16,0 0-10 16,0 0 1-16,0 0 0 15,0 0 0-15,0 0-1 16,0 0 0-16,0 0 0 15,0 0 8-15,0 0-8 16,0 0 0-16,0 0 0 16,0 0-1-16,0 0-14 15,0 0-2-15,0 0 12 16,-6 0 4-16,-10 3 2 16,-8 5 2-16,-10-1 6 0,-6 2-8 15,-4-2 15-15,-4-1-7 16,9-1 0-16,10-1 5 15,4-2-14-15,10 1 7 16,5-1-7-16,6-2-6 16,4 2-9-16,0-2 3 15,0 0 0-15,0 0-2 16,0 0-7-16,2 2 10 16,12 1 0-16,8 1 10 15,9 1 1-15,14 1 7 16,9 1-1-16,6 2-5 15,4 2-1-15,1 2-6 16,-5-2 6-16,5 0 6 0,-12 3-6 16,-4-5 0-1,-12 2 13-15,-12-2-13 0,-9-4-15 16,-12-1 10-16,-4-2 5 16,0 1 1-16,-11-1 24 15,-15 4-25-15,-19 3 7 16,-11 5 11-16,-11-5-8 15,-6 2 4-15,4-2-7 16,4 2-5-16,8 0 16 16,7-2-17-16,15 0-1 15,12-5 13-15,10 1-13 16,9-3-13-16,4 0-4 16,0-2 5-16,0 0-3 15,0 2-10-15,6 0 3 16,9 5 13-16,10-2 8 0,11-1-1 15,7 5-2-15,7-5 2 16,8 5 4-16,0 0 6 16,5 2-7-16,-5 3 6 15,-2 1-7-15,-10 1-16 16,-8-3 13-16,-14-2-1 16,-8-4-16-16,-11 0 2 15,-5-2 18-15,0-1 2 16,-19 4 11-16,-12 4 7 15,-9 1-14-15,-4 1 7 16,-3-5-6-16,9 0 17 16,5-3-12-16,13-1-12 15,9-3-1-15,9 0-5 16,2-2-3-16,0 2-19 0,0-2-11 16,0 0 14-16,0 5 13 15,4-1 12-15,5-4 0 16,-3 2 2-16,-2-2 7 15,2 3-8-15,-2 3 6 16,0-1 0-16,3 4 13 16,1 4-14-16,0 3 20 15,5 1-9-15,-5 6-8 16,2-3-8-16,-3 2-1 16,-1 0-6-16,-4 5 6 15,-2 2 12-15,0 0-4 16,0 7-7-16,0 2 7 15,0-1 4-15,-4 1-6 0,-3-2 3 16,3 4-1-16,-3-7-8 16,4 1-8-16,1-3 8 15,2-2 1-15,0-2 12 16,0-5-13-16,0 0 5 16,0-4-13-16,0 0 16 15,0 0-16-15,0-5 19 16,0 0-10-16,0-1 1 15,0 1-1-15,0 0-1 16,0-2 0-16,0-2-8 16,0-2 8-16,0 0 1 15,0-1 5-15,0-1-5 16,0 1-1-16,0-3 0 0,0 8 1 16,0-7 1-16,0-2-2 15,0 3 1-15,0-1-1 16,0-1 0-16,0 3 0 15,0-6-2-15,0 0-8 16,0 0-2-16,0 0-11 16,0 0 22-16,0 0 0 15,-2 5 1-15,-4-5 1 16,-5 5 0-16,1-4 6 16,-3 4-1-16,-1 0-5 15,-1-5 0-15,-1 0-1 16,-1 0 0-16,-6 0-1 15,-6 0-15-15,0 0 16 0,-6 0 7 16,-5 0-7-16,-1 0 7 16,-1 0-7-16,-4 0-1 15,-3 0 1-15,-1 0 6 16,0 0-4-16,-2 0 8 16,0 0-9-16,0 0 11 15,-2 0-11-15,0 0-1 16,-2 0 9-16,4 0-9 15,-2 0 1-15,2 0 7 16,2 0-7-16,-2 4-1 16,5-2 6-16,-2 1-5 15,4 1 7-15,-1 1-8 0,3-3 1 16,1 2 0-16,-2-2 6 16,3 1-5-16,1-1-2 15,1-2 6-15,-2 2-6 16,1-2 0-16,0 0 0 15,5 0 0-15,-4 0-1 16,4 0 1-16,-1 0 7 16,3 0-7-16,-3 0 0 15,3 0-1-15,2 0 2 16,0 0-2-16,-1 2 2 16,1 1 8-16,0 3-9 15,0-6 0-15,0 0 1 16,2 5 0-16,-3-1 6 0,1-2-7 15,2 1 1 1,-2-3-1-16,2 2 1 0,0 2 1 16,4 1 4-16,-2-3-6 15,-2 0 2-15,6 0-1 16,-6 3 0-16,6-1 11 16,-2 1-3-16,3-5 0 15,0 6-2-15,2-3-6 16,-1-1 0-16,2-2 0 15,-1 0 0-15,-1 2 5 16,2 5-4-16,-4-3-1 16,3-4 5-16,1 0-5 15,-4 2-1-15,0-2 1 16,2 0-1-16,-4 5 0 16,-2-3 1-16,3 0-1 0,-1-2 7 15,0 3-6-15,4-1 0 16,-4-2 1-16,0 0-2 15,3 0 1-15,-2 4 0 16,-1 1 0-16,0-5 0 16,1 2 2-16,-1-2 6 15,3 2-2-15,2-2 1 16,0 0-2-16,5 0-5 16,-4 0-1-16,4 0 9 15,3 0-9-15,2 0 2 16,-1 0 4-16,-1 0-5 15,1 0-1-15,1 0 1 0,0 0 6 16,-1 0-6-16,3 0 0 16,-4 0 7-16,-1 0-7 15,4 5 0-15,-3-3 1 16,6-2 4-16,-1 4 1 16,3-4 1-16,2 0-7 15,0 0-1-15,2 0 0 16,0 0 0-16,0 0 0 15,0 0 0-15,0 0-1 16,0 0 1-16,0 0-5 16,0 0 5-16,0 0 1 15,0 0 0-15,0 0-1 16,0 0-6-16,0 0 0 16,0 0 5-16,0 0-11 15,0 0 3-15,0 0 9 0,0 0-5 16,0 0 4-16,0 0 1 15,0 0-18-15,0 0-11 16,0 0-9-16,0 0-19 16,0 0-10-16,0 0-25 15,0 0-26-15,0 0-13 16,0 0-23-16,0-11-78 16,0-4-166-16,0-3-155 15,0-2-188-15</inkml:trace>
  <inkml:trace contextRef="#ctx0" brushRef="#br2" timeOffset="81474.97">2337 14959 150 0,'0'0'362'0,"0"0"-232"0,0 0-110 16,0 0-20-16,0 0 0 15,0 0 28 1,0 0 1-16,0 0 19 0,0 0-16 15,0 0-5-15,0 0 2 16,0 0 9-16,0 0-18 16,0 0-13-16,0 0 0 15,0 0-2-15,0 0-4 16,0 0 6-16,0 0-5 16,0 0 15-16,0 0 48 15,0 0 25-15,0-2-19 16,0-2-10-16,0 4 18 15,0 0 1-15,0 0-7 0,0 0-8 16,0 0-17-16,0 0 7 16,0 0 1-16,0 0 12 15,0 0-5-15,0 0 5 16,0 0-29-16,0 0-15 16,0 0-8-16,0 0-3 15,0 0 11-15,0 11 7 16,0 0-22-16,0 7 21 15,0 11-1-15,0-3-16 16,0 12-8-16,0-2 5 16,0 7-8-16,2-3-2 15,2 0-3-15,5-14-3 16,-4 1 0-16,2-7 6 16,1-4 0-16,-3-7-11 15,1-3 10-15,4-1-8 0,-2-5 7 16,3 0-4-16,5 0 5 15,5-5-9-15,0-15 0 16,2 0 9-16,4-11 1 16,-5 0 0-16,-2-2 0 15,0-5 1-15,-9-2 5 16,-5 1 2-16,-6-5 12 16,0-3-14-16,0 0 22 15,-6 1-18-15,-5 1 2 16,-1 10 1-16,1 10-5 15,3 7 7-15,-1 7-14 16,6 11 18-16,-1 0 14 16,-1 0-17-16,3 0-16 0,-4 14-1 15,4 7 1 1,-5 7 6-16,0 3-3 0,2 0-3 16,3 2-13-16,2-6 12 15,0 0 1-15,2-3 0 16,10-6-1-16,1-3-11 15,3-3-8-15,1-1-44 16,6-9-103-16,8 2-94 16,-2-1-129-16,-9-1-412 0</inkml:trace>
  <inkml:trace contextRef="#ctx0" brushRef="#br2" timeOffset="81975.97">2776 15116 560 0,'0'0'165'0,"0"0"-165"0,0 0-6 0,0 0 6 15,0 0 5-15,0 0-4 16,0 0 5-16,53 0 48 16,-53 0 37-16,0 0 71 15,0 0-23-15,0 0 11 16,0 0-18-16,0 0-8 15,0 0-32-15,0 0-21 16,0 4-14-16,0-2-9 16,0 7-8-16,0-4 2 15,0 6 1-15,0-1-11 0,0 4-12 16,-2-3 2-16,-2 3-2 16,2 1-7-16,-2-1-1 15,0 1-5-15,2 1-1 16,0-1 11-16,2 3-6 15,-2-2-1-15,2-3-1 16,0 3-9-16,0-1-8 16,0-4 7-16,0 5 1 15,0-3 21-15,4-4-21 16,2 0 6-16,0-2 0 16,2-3-6-16,-1-4 2 15,2 0-2-15,2 0 0 16,4 0-1-16,1 0-5 0,2 0 0 15,0-9-41-15,0-2-59 16,-7-13-95-16,-2 4-102 16,-9 0-565-16</inkml:trace>
  <inkml:trace contextRef="#ctx0" brushRef="#br2" timeOffset="82394.03">2916 14828 1366 0,'0'0'517'16,"0"0"-517"-16,0 0-164 0,0 0 164 16,0 0 179-16,0 0-87 15,0 0-92-15,0-20-4 16,0 20 4-16,0 0 25 15,-4 11 4-15,-6 0-6 16,4 3-17-16,-1 4 6 16,1-3-6-16,-1 1-6 15,7-7-2-15,0-5-5 16,0-2-2-16,0-2 9 16,0 0 6-16,0 0-6 15,7-9-16-15,6-15 16 16,7-3 2-16,0-8 7 0,-2 1-9 15,-5 3-28-15,-3 4 3 16,-8 11 25-16,-2 5 16 16,0 11 26-16,0 0-24 15,-10 0-18-15,-7 0-21 16,-14 25-97-16,2-5-185 16,0-5-444-16</inkml:trace>
  <inkml:trace contextRef="#ctx0" brushRef="#br2" timeOffset="92421.02">2161 15855 219 0,'0'0'1096'0,"-123"218"-1096"0,54-95-32 16,2-1-965-16</inkml:trace>
  <inkml:trace contextRef="#ctx0" brushRef="#br2" timeOffset="92474.87">1641 16738 311 0,'0'0'90'16,"-106"144"-90"-16,54-79-279 0</inkml:trace>
  <inkml:trace contextRef="#ctx0" brushRef="#br1" timeOffset="101082.04">4224 13331 17 0,'0'0'600'0,"0"0"-502"0,0 0-85 15,0 0-13-15,0 0 30 16,0 0 35-16,0 0-27 16,0-58-15-16,0 54-10 15,0-1 13-15,2 1 17 16,-2 1-4-16,2 1 29 15,-2 0-23-15,2 0-20 16,-2-3-1-16,0 5-9 16,2 0-9-16,-2 0-6 15,0 0 0-15,0 0-18 16,0 0-21-16,0 0 0 16,0 0 18-16,0 0 14 15,0 0-3-15,0 0 1 0,0 0-7 16,0 0 14-1,0 0-5-15,0 0 6 0,0 0 1 16,0 0 0-16,0 0-1 16,0 0-8-16,0 0 8 15,0 0-12-15,0 0-10 16,0 0 11-16,0 0 12 16,0 0 0-16,0 0 45 15,0 0-3-15,0 0-3 16,0 0 1-16,0 0 7 15,0 0-8-15,0 0-6 16,0 0-11-16,0 0 0 16,0 0-1-16,0 0-6 15,0 0 5-15,0 0 0 16,0 0 1-16,0 0-1 0,0 0 0 16,0 0-4-16,0 0 2 15,0 0-7-15,0 0-2 16,0 0 0-16,0 0-3 15,0 0 8-15,0 0 8 16,0 0 0-16,0 0-2 16,0 0 6-16,0 0 9 15,0 0-6-15,0 0 2 16,0 0 8-16,0 0-9 16,0 0 15-16,0 0-14 0,0 0 1 15,0 0 2 1,0 0-2-16,0 0-9 0,0 0 2 15,0 0-12-15,0 0-1 16,0 5-3-16,0 8-9 16,0 9 37-16,4 12 12 15,-2 8-12-15,-2 14 8 16,0 4 7-16,0 5-28 16,0-1-6-16,0 1-4 15,0-3-2-15,0-4 4 16,0-7-2-16,-2-8-1 15,-4-12-3-15,4-11-9 16,2-9 0-16,0-4 1 16,0-5-1-16,0-2 0 15,0 0 5-15,0 0-5 0,0 0 0 16,0 0 0 0,0 0 11-16,0 0-11 0,0 0 1 15,0 0-2-15,0 0 1 16,0 0-1-16,0 0-2 15,0 0 1-15,0 0 1 16,0 0-6-16,0 0 5 16,0 0 1-16,0 0 1 15,0 0 0-15,0 0 0 16,0 0-1-16,0 0 5 16,0 0-5-16,0 0 0 15,0 0-1-15,0 0 2 16,0 0-2-16,0 0 1 15,0 0 0-15,0 0-8 16,0 0-1-16,0 0-1 0,0 0 10 16,0 0 0-16,0 0 0 15,0 0 0-15,0 0-9 16,0 0-7-16,-6 0-12 16,-5 0-3-16,-7 4 31 15,-11 5 10-15,-11 2 6 16,-10 1-5-16,2-1-10 15,3-2 14-15,5 2 0 16,11-2-9-16,4-5-5 16,12 0 6-16,7-1-7 15,4-3-16-15,2 2-21 16,0-2-3-16,0 0 30 0,0 0-15 16,8 0-24-16,12 0 39 15,7 0 10-15,6 0 7 16,16 0 6-16,5 0-12 15,6 0 7-15,5 0-2 16,1 2 7-16,1 5-13 16,-7-1 0-16,-8 3 1 15,-10-2 14-15,-11 2-15 16,-15-5-6-16,-9 1-23 16,-5-3 28-16,-2 3-21 15,0-1 20-15,-16 5 2 16,-13 4 3-16,-11 1 18 15,-16 3-5-15,-4 3 5 16,-7-1-11-16,-4 3 0 16,0-4 5-16,3-3-7 0,4-1-1 15,11-3-6-15,8-2 5 16,14-5 5-16,14 1-11 16,7-5-1-16,10 0-45 15,0 0-10-15,0 0 10 16,12 2 5-16,17-2 41 15,8 0 2-15,12 0 14 16,11 0-9-16,10 0-5 16,3 0 11-16,2 0-7 15,-3 0-5-15,-1 0 14 16,-8 0-13-16,-16 9-1 16,-12-3-1-16,-19 3-8 15,-7-2-32-15,-9 0 21 0,-5-1 18 16,-31 8 1-16,-20 1 42 15,-10 5-5-15,-16 0-23 16,-3-6 0-16,2-1 17 16,8-4 8-16,15 0-26 15,17-3-12-15,10-1 8 16,17-1-9-16,10-1-5 16,6-3-45-16,0 2 17 15,6 0-15-15,19 1 31 16,6-2 17-16,16-1 8 15,9 0-8-15,4 0 9 16,4 0 0-16,1 0-8 16,-3 0-1-16,-4 0 12 15,-11 0-12-15,-13 0-22 16,-15 5-13-16,-7-2 14 0,-12-2-30 16,0 9 48-16,-20-6 3 15,-18 7 16-15,-12 5 0 16,-10 2 5-16,-4-3-5 15,1 1 21-15,12-3-8 16,9 3-10-16,15-7-14 16,12 2-5-16,7-9-24 15,8 5-10-15,0-3 12 16,0 1 9-16,17 1-11 16,5-1 23-16,2-1 1 0,3-2 9 15,0 1-3 1,-7-3 2-16,-5 2-8 0,-3 2 8 15,-6-4-7-15,-1 0 0 16,-5 0-1-16,0 2 5 16,0-2-5-16,0 3 0 15,0 1 11-15,0 1 1 16,0 3-1-16,0 6 11 16,0 6 4-16,2 4-7 15,2 15-10-15,-2 1 8 16,4 9-6-16,-4 2 9 15,0 2-4-15,-2 1-3 16,0-3 2-16,0-6 0 16,0-1 3-16,0-2-18 15,0-4 6-15,0-2 7 0,0 2-3 16,0-9 1-16,0 2 4 16,0-5-5-16,-2-3-1 15,0-3 3-15,2-6-2 16,0-3-4-16,0-2-5 15,0-3 1-15,-4 1 7 16,4 0-1-16,0-5-2 16,-2 7-4-16,2-5 7 15,0-4-3-15,0 7 3 16,-2-5-9-16,2 5 2 16,0-7 3-16,0 4-4 0,0-2 0 15,0 3-1 1,-2-3 0-16,2 9 0 0,-2-9 0 15,0 10 0-15,-1-1 10 16,3-7-3-16,0 7-6 16,0-6-1-16,0-5 0 15,0 2 1-15,0-2-1 16,-2 2 2-16,2 3-1 16,0 1 8-16,-2 3 6 15,2 2-9-15,-2 3-5 16,2 1 5-16,-2-6-6 15,2 2 0-15,0-6 0 16,0-1 1-16,0-2-1 16,0-2-1-16,0 0 0 0,0 0 1 15,0 0 7-15,0 0-6 16,0 0-1-16,0 0 1 16,0 0 0-16,0 0-1 15,0 0 0-15,0 0 2 16,0 0-2-16,0 0 1 15,0 3 0-15,0-3 10 16,0 6-11-16,0-1 0 16,0-5 0-16,0 0 9 15,0 0-9-15,0 0-1 16,0 0 1-16,0 0-1 16,0 0 1-16,0 0 0 15,0 0 6-15,0 0-6 0,0 0 5 16,0 0-5-1,0 0 0-15,0 0 9 0,0 0-3 16,0 0 2-16,0 0-1 16,0 0 11-16,0 0-18 15,0 0 0-15,0 0 0 16,0 0 1-16,0 0 3 16,0 0-4-16,0 0 0 15,0 0 0-15,0 0 0 16,0 0 8-16,0 0-7 15,0 0 5-15,0 0-1 16,0 0-4-16,0 0-1 16,0 0 1-16,0 0 5 15,0 0 0-15,0 0-5 16,0 0-1-16,0 0 1 0,0 0-1 16,0 0 0-16,0 0 1 15,0 0 0-15,0 0 4 16,0 0-5-16,0 0-1 15,0 0 1-15,0 0 0 16,0 0 7-16,0 0-7 16,0 0 0-16,0 0-3 15,0 0 4-15,0 0-1 16,0 0 0-16,0 0 0 16,0 0 0-16,0 0 0 15,0 0 0-15,0 0 0 16,0 0-12-16,0 0-2 15,0 0 13-15,0 0-14 0,0 0 15 16,0 0-2 0,0 0-5-16,0 0 5 0,0 0 2 15,0 0-1-15,0 0 1 16,0 0-8-16,0 0 8 16,0 0 0-16,0 0 0 15,0 0 0-15,0 0 0 16,0 0 1-16,0 0 1 15,0 0-2-15,0 0 5 16,0 0-3-16,0 0-4 16,0 0-5-16,0 0 7 15,0 0 0-15,0 0-1 0,0 0 0 16,0 0 0 0,0 0-17-16,0 0-2 0,0 0 1 15,0 0-17-15,0 0-20 16,0 0-62-16,0 0-45 15,6-11-107-15,5 2-223 16,1-5-391-16</inkml:trace>
  <inkml:trace contextRef="#ctx0" brushRef="#br2" timeOffset="108306.8">4525 14937 659 0,'0'0'359'16,"0"0"-330"-16,0 0-29 15,0 0 0-15,0 0 42 16,0 0 32-16,0 0-13 0,-5-29-25 16,5 29-10-1,0 0-11-15,0 0-8 0,0 0 2 16,0 0 8-16,0 0-16 15,0 0 0-15,0 0 6 16,0 0 0-16,0 0 1 16,0 0-8-16,0 0-6 15,0 0-26-15,0 0-68 16,0 0-49-16,0 0 10 16,0 0 52-16,0 0 40 15,0 0-31-15,0 0-93 16,0 0-19-16</inkml:trace>
  <inkml:trace contextRef="#ctx0" brushRef="#br2" timeOffset="109223.8">4458 14897 598 0,'0'0'128'0,"0"0"-128"0,0 0 0 15,0 0 43-15,0 0 9 0,0 0 9 16,0 0-9-16,0-69-7 16,0 60-26-16,0 3-1 15,0 1 19-15,0 0 16 16,0 5 11-16,0-4 4 15,0 4-3-15,0 0-23 16,0 0-3-16,0 0-5 16,0 0-5-16,0 0-12 15,0 0 15-15,0 0 16 16,0 0-9-16,0 0-8 16,0 0-2-16,0 9 18 0,0 5 17 15,0 8-3 1,0 7-10-16,0 0-1 0,0 6-15 15,0 10 2-15,0 1 13 16,0 6-9-16,0 4-7 16,-2-3-5-16,0-2-1 15,-4-2-3-15,4-4 3 16,2-3-7-16,-4 0 0 16,2-11 10-16,0 3-15 15,2-14 8-15,0 5-11 16,0-12 3-16,-2-6-7 15,2-1-9-15,0-3 6 16,0-1 1-16,0-2-6 16,0 0 5-16,0 0 4 15,0 0-10-15,0 0 1 0,0 0 5 16,0 0-5-16,0 0-1 16,0 0-7-16,0 0-18 15,0 0-9-15,0 0-6 16,0 0-22-16,0-7-39 15,0-6-50-15,2-7-117 16,4-11-56-16,4 2-54 16,-6 2-302-16</inkml:trace>
  <inkml:trace contextRef="#ctx0" brushRef="#br2" timeOffset="110057.68">4487 15048 759 0,'0'0'311'0,"0"0"-236"0,0 0-52 15,0 0 44-15,0 0 58 16,0 0-17-16,0 0-17 16,0-42-24-16,0 38 1 15,0-5-23-15,2 4-13 16,3-1 1-16,-1-1 2 0,2-2-2 16,4 7-15-16,5-5-17 15,5 1 6-15,7-6 5 16,7 10 1-16,1-4 11 15,1-1-11-15,-1 5-4 16,-6 2 5-16,-4 0 1 16,-10 0-4-16,-3 11-10 15,-8 2 7-15,-2 5 12 16,-2 0 21-16,0 6-19 16,-2 3 9-16,-16 2-8 15,-9 4 14-15,-6-3 2 16,-5 2-5-16,-6 0 7 15,-3-1-13-15,-2-6-8 0,-2-5 5 16,5 0-9-16,7-11 3 16,10-3-13-16,9-1 2 15,4-1 0-15,14-4-8 16,2 0-20-16,0 0-8 16,0 0 17-16,0 0 11 15,0 0 6-15,0 0-6 16,0 0 1-16,2 0 7 15,9 0-7-15,1 5 15 16,15-1 2-16,2 12-2 16,10-1-4-16,6 3-5 15,4 2 10-15,11 2-16 16,-2 1 8-16,2-3 0 0,-7-2-9 16,-8-3-7-1,-9-3 6-15,-14-6 1 0,-7-1 0 16,-7-5 0-16,-6 2 9 15,-2-2-8-15,0 0 7 16,0 0 14-16,0 2-8 16,0-2 0-16,0 0-5 15,0 0-9-15,0 0-18 16,0 0-11-16,0 0-20 16,-2 0-44-16,-10 0-11 15,-1 0-105-15,-9-9-100 16,1 0-39-16,2-2-191 0</inkml:trace>
  <inkml:trace contextRef="#ctx0" brushRef="#br2" timeOffset="110542.13">4986 15245 1034 0,'0'0'164'0,"0"0"-164"0,0 0 0 0,0 0 29 16,0 0 37 0,0 0 5-16,0 0 8 0,0-5-15 15,0 5 4-15,0 0 43 16,0 0 6-16,0 0-38 15,0 0-13-15,0 0-44 16,0 0 16-16,0 0-37 16,0 0 10-16,0 16 25 15,-2 2 2-15,0 6 2 16,0-2-17-16,-1 7-9 16,1-2 6-16,2-5-9 15,0-2-1-15,0 0-2 16,0-9-7-16,0-1-1 15,0-1 6-15,0-5-5 16,0-2-1-16,0-2-1 0,2 3 1 16,7-3 5-1,4 0-5-15,5 0 0 0,7 0 0 16,4-7-11-16,0-4-33 16,-5 0-73-16,-10-9-104 15,-8 6-72-15,-6-2-362 0</inkml:trace>
  <inkml:trace contextRef="#ctx0" brushRef="#br2" timeOffset="111025.44">5046 15011 887 0,'0'0'292'0,"0"0"-289"0,0 0 10 16,0 0 16-16,0 0 93 15,0 0-6-15,0 0-47 16,5-5-19-16,-5 5-22 15,0 0-20-15,0 7 4 0,-5 6-5 16,-1-2 12 0,-2 5-4-16,2 2-4 0,4-7 8 15,0-2-7 1,2-3 1-16,0-3-4 0,0-1 19 16,0-2 18-16,0 0 4 15,0 0-9-15,12-11 25 16,5-7-22-16,3-2-18 15,-1-2-12-15,-3 2-13 16,-5 2 9-16,-6 2 3 16,-3 5 0-16,-2 7 2 15,0-1-15-15,-7 1-2 16,-10 4-27-16,-24 0-94 0,6 11-155 16,1 2-491-16</inkml:trace>
  <inkml:trace contextRef="#ctx0" brushRef="#br2" timeOffset="114946.75">7232 15015 1034 0,'0'0'317'0,"0"0"-317"16,0 0-110-16,0 0 110 16,0 0 119-16,0 0-16 15,0 0-63-15,38-64-31 16,-28 52 13-16,-2 10 26 15,-2-11 16-15,-1 8 13 16,-1-1-18-16,0-8-13 16,1 3-21-16,-2-2-1 15,-1 0 8-15,-2-1-6 16,0 1-2-16,0 2 23 0,0 1-7 16,-10 4-9-16,-7-3-31 15,1 3-1-15,-7 1 0 16,0 5-9-16,-9 0 10 15,-1 0 11-15,-3 15-11 16,0 6-1-16,1 5 0 16,3 3-1-16,3 5 2 15,9-1-25-15,3-2 12 16,13 7 6-16,4-7 7 16,0-4-2-16,4-5 2 15,13-6-14-15,3-7-2 16,7-9 4-16,2 0 3 0,3 0 9 15,3-20 6-15,1-7 6 16,-7 0-12-16,2-4 0 16,-9 2 0-16,-7 2 7 15,-3 1 8-15,1 6 22 16,-6 6 2-16,-7 8-7 16,5-1 12-16,-5 7-8 15,0 0-22-15,0 0-2 16,0 0-12-16,0 0-8 15,2 0-9-15,2 13 14 16,3 5 3-16,1 4 9 16,4 12 2-16,1-1-5 15,-1 7-6-15,-1 5 1 0,-3-5-1 16,1 0-6-16,1 0-20 16,-6 0-10-16,-4-2 7 15,0-9 13-15,0 2 15 16,0-4-6-16,-2-5 6 15,-5-6 1-15,0-5 0 16,0 2-11-16,3-8 11 16,0 0 7-16,-1-4 0 15,-1-1 5-15,1 0 6 16,-2 0-9-16,1 0-9 16,4-6-6-16,-1-14 4 15,3-5 2-15,0-13 5 16,0 1 6-16,3-1 3 15,12 0-8-15,3 2-6 16,7 5 14-16,1 0-14 0,6 13-1 16,1-2-6-16,5 2 7 15,-5 9-6-15,-2 7 6 16,-2 2 0-16,-6 0-13 16,-2 9-2-16,-7 11-1 15,1 0 1-15,-1 6 14 16,-7 6 1-16,-3-1 1 15,0 0 0-15,-2-2 0 16,-2-4-1-16,0-10-5 16,0 1 4-16,0-3-5 0,0-13 6 15,0 0 12 1,0 0-4-16,0 0 4 0,0 0-11 16,0-15 17-16,6-14 1 15,-2-9-17-15,7-7 11 16,2-6-3-16,1 0 2 15,1 2-12-15,1 9 0 16,-3 11 12-16,-1 4-11 16,-4 19-1-16,-6-1 0 15,5 7-11-15,-5 0-3 16,0 0-20-16,3 20 3 16,0 7 31-16,-1 8 5 15,3 1 14-15,-3 2-18 16,0-1 7-16,2-3 1 15,-4-9-8-15,2-7 7 0,-2-7-7 16,0-7-1-16,-2-2 1 16,2-2 0-16,1 0 14 15,-3 0 4-15,6-11 14 16,6-15-2-16,3-3-18 16,3-9-7-16,6-3-6 15,1 6 0-15,-3-1 12 16,1 7-3-16,-8 11-8 15,-3 5-1-15,1 2 2 16,-9 9-2-16,-2 2 0 16,2 0-10-16,-2 0-2 15,4 2-1-15,0 20 13 16,-4 5 12-16,7 6 1 16,-5 3-5-16,1-1-2 15,-2-3-6-15,-3-1-18 0,0-6-31 16,0-5-47-16,0-9-134 15,0-2-259-15,0-9-478 0</inkml:trace>
  <inkml:trace contextRef="#ctx0" brushRef="#br2" timeOffset="115347.86">8339 14962 1525 0,'0'0'166'0,"0"0"-166"0,0 0-153 16,0 0 145-16,0 0 8 16,0 0 27-16,0 0 0 15,0 9 13-15,0-3 11 16,0 5 55-16,0-6 21 15,-2-1-18-15,-2 1-30 16,-1-5-29-16,2 0-1 16,3 0 0-16,0 0-12 15,0 0-35-15,0-11-2 16,0 2 14-16,0 0-13 16,0 2 11-16,0 5-12 0,0-3 0 15,0 5-12 1,0 0-28-16,0 0-20 0,0 0-49 15,0 0-96-15,8 0-48 16,1 0-270-16,-3-2-572 0</inkml:trace>
  <inkml:trace contextRef="#ctx0" brushRef="#br2" timeOffset="115948.71">8526 14730 902 0,'0'0'621'16,"0"0"-621"-16,0 0-111 16,0 0 111-16,0 0 78 15,0 0 5-15,0 0-61 16,5 4 3-16,-1 14 52 15,0 9 5-15,1 2-15 16,2 11-13-16,-3-4-29 16,7 2-10-16,-2 4-14 15,3-2 12-15,-4-4-12 16,6-5-1-16,-3-9 0 16,-2-4 12-16,-3-9 2 15,6 2 1-15,-4-11 0 16,3 0 14-16,3-9 24 0,7-8-2 15,-2-15-26 1,6-6-6-16,-3-6-8 0,-2-10 8 16,-2-6-19-16,-3-9 1 15,-1 0 16-15,-3 4-17 16,-5 1 1-16,-4 10 12 16,-2 14 8-16,0 11 9 15,-2 7 10-15,-9 8 10 16,-4 10-19-16,-3 4-31 15,-4 0-1-15,-8 11 1 16,1 13 9-16,-2 8-7 16,2 4-2-16,10 4-18 0,3 0 12 15,11-2-8-15,5-3 13 16,0 1-4-16,9-10 4 16,16 2 1-16,6-4-39 15,7-4-14-15,2-4-11 16,2-5-36-16,12 2-119 15,-12-4-77-15,-13-2-302 0</inkml:trace>
  <inkml:trace contextRef="#ctx0" brushRef="#br2" timeOffset="116398.21">9179 14975 1168 0,'0'0'280'0,"0"0"-209"0,0 0-50 0,0 0 82 16,0 0 27-16,0 0-13 16,0 0-72-16,-2 36-21 15,-11-12 42-15,-5 7-6 16,-1 5-12-16,4-2 4 0,1-1-36 16,6-2-4-16,8-4-3 15,0-7-3-15,0-2 0 16,0-7 0-16,12-2 5 15,1-9-10-15,11 0 1 16,1 0 8-16,1-7-4 16,1-11-6-16,-3 3-9 15,-3-10-10-15,-6 5-18 16,-1-4-41-16,-14-5-136 16,0 2-174-16,0 7-841 0</inkml:trace>
  <inkml:trace contextRef="#ctx0" brushRef="#br2" timeOffset="116765.85">9268 14803 1165 0,'0'-10'489'15,"0"0"-489"-15,0 4-6 16,0 1 6-16,0 5 173 15,0 0-42-15,0 0-87 16,0 0-44-16,0 5 0 16,-8 12 7-16,-4 3 31 15,1 5-14-15,5-5-10 0,-4-2-3 16,10-7-11 0,0-4-10-16,0-5-4 0,0-2 14 15,0 0 27-15,0 0 9 16,0-13 35-16,0-12-31 15,0-4-19-15,0 2-2 16,0-8 2-16,0 12-5 16,-9 3 20-16,-8 9-36 15,-3 9-20-15,-1 2-51 16,-6 13-66-16,8 21-185 16,3-3-419-16</inkml:trace>
  <inkml:trace contextRef="#ctx0" brushRef="#br2" timeOffset="118821.07">10723 14451 712 0,'0'0'322'0,"0"0"-237"16,0 0-70-16,0 0 54 15,0 0 79-15,0 0-31 16,0 0-38-16,9-84 4 16,-4 75 15-16,-3 4 7 15,2-1 5-15,-4-1-35 16,5 5-33-16,-5 0-3 15,0 2-3-15,2 0-13 0,-2 0-5 16,0 0 13-16,0 0-21 16,0 0-10-16,0 4-1 15,0 21 1-15,0 6 27 16,0 11 2-16,0 10-8 16,0 3-14-16,0 1-5 15,0-3 7-15,4-4-9 16,0-4 0-16,6-8 0 15,-6-5 13-15,1-10-13 16,-1-6 0-16,-2-7 0 16,-2-5 0-16,0 1 1 15,0-5-1-15,0 0 0 16,0 0-11-16,0 0-34 16,5 0-15-16,-5 0-48 15,2 0-84-15,3 0-26 0,-1-18-22 16,3 0-132-16,-3-25 117 15,-2 12 47-15,0-7-135 0</inkml:trace>
  <inkml:trace contextRef="#ctx0" brushRef="#br2" timeOffset="119302.5">10814 14436 173 0,'0'0'497'0,"0"0"-322"16,0 0-41-16,0 0-6 0,0 0 15 15,0 0-17 1,0 0-48-16,38-85-24 15,-26 81 1-15,7-1-11 16,-1 5 10-16,3 0 20 16,-4 0-20-16,1 5-1 15,0 6-5-15,-4 11-17 0,-6-2 9 16,-1 2-14-16,-5 1-8 16,-2-1 6-16,0 1-6 15,0-1 3-15,-15 0-4 16,-12-4 1-16,-9 4 8 15,-3-4 13-15,-2 0 1 16,1-7-5-16,9-2 17 16,10-7-12-16,8-2-17 15,11 2-17-15,2-2-6 16,0 0 0-16,0 0 5 16,0 2 7-16,0 1-11 0,9 6 1 15,7 2 15-15,1 4 1 16,8 5 0-16,2-2-2 15,2 2 1-15,2-2-4 16,2-3-11-16,-1 5 4 16,-3-6 2-16,-5-5-7 15,-4 0-1-15,-9-4 0 16,-2 1-36-16,-7-6-41 16,-2 0-50-16,0 0-71 15,0 0-81-15,5 0-58 16,1 0-163-16,-2 0-148 0</inkml:trace>
  <inkml:trace contextRef="#ctx0" brushRef="#br2" timeOffset="119768.76">11162 14734 885 0,'0'0'533'0,"0"0"-405"16,0 0-1-16,0 0 67 15,0 0-14-15,0 0-73 16,0 0-37-16,3-2-39 15,-3 2-16-15,0 0 5 16,0 7-5-16,0 4 7 16,0 11 24-16,0 0-26 15,0 8-6-15,-3-1-12 16,1 0 8-16,-5 2-9 16,7-7 0-16,-2 3-1 0,0-5 1 15,2-6 0 1,0-7 7-16,0-3-8 0,0-1-6 15,0-1 6-15,0-4 2 16,0 0-2-16,4 0 0 16,12 0 1-16,6 2 10 15,9 1 8-15,5-3-1 16,8 2-6-16,-2-2-1 16,-8 0-9-16,-5 2 13 15,-9-2-8-15,-11 0 13 16,-5 2 2-16,-4-2 14 15,0 0-2-15,0 0-21 16,0 3-11-16,0-3-2 0,0 0-18 16,0 2-52-16,-2 2-49 15,-4-4-32-15,-10 5-94 16,0-3-145-16,-1 0-490 0</inkml:trace>
  <inkml:trace contextRef="#ctx0" brushRef="#br2" timeOffset="123072.59">11637 12928 387 0,'0'0'119'0,"0"0"-96"0,0 0-23 16,0 0-3-16,0 0-4 15,0 0-17-15,19 0-54 16,-9 0 10-16,-6 0-72 15,0 0 42-15</inkml:trace>
  <inkml:trace contextRef="#ctx0" brushRef="#br3" timeOffset="132466.97">12051 12245 604 0,'0'0'258'0,"0"0"-133"16,0 0 2-16,0 0 5 0,0 0-12 16,0 0-45-16,4 0-34 15,-1 0-12-15,-1 0 6 16,1 0-7-16,-1 5-7 16,0-1 1-16,-2 4 23 15,0-5 14-15,4 0-30 16,-4 4-3-16,2-3-5 15,-2 1 1-15,3-1 10 16,-3 3 6-16,2 2-9 16,-2 4 11-16,2 3-15 15,0 6 3-15,-2 5 1 0,2 2-6 16,0 13 2 0,-2 2-4-16,3 5-5 0,0 2-4 15,-3 8 4-15,4-4-3 16,-4 1 1-16,0-3 0 15,0-1-3-15,0-7 6 16,2-8-15-16,-2-5 4 16,2-12-5-16,-2-5 0 15,0-4 8-15,2-9-8 16,-2-2 0-16,0 0-1 16,0 0 1-16,3 0-1 15,-3 0 0-15,0 0-43 16,2 0-33-16,2-4-9 15,0-12-73-15,2-6-49 0,0-13 1 16,-2 1-101-16,1 3-57 16</inkml:trace>
  <inkml:trace contextRef="#ctx0" brushRef="#br3" timeOffset="132966.87">12092 12355 996 0,'0'0'278'0,"0"0"-201"16,0 0 23-16,0 0 63 15,0 0 9-15,0 0-33 16,-21-116-42-16,21 102-30 15,0 8-17-15,0-1-25 16,0 3-13-16,5-5-12 16,11 2 17-16,9-2-9 15,10 2-7-15,5 3 8 16,4 0-8-16,1 4-1 16,-5 0 0-16,-5 0-12 15,-6 6 4-15,-6 8-5 16,-8 8-8-16,-8-4 21 15,-7 7-25-15,0 1 25 16,-18 1 0-16,-11 0 12 16,-11-1 7-16,-11 1-12 0,-5-2 23 15,1 1-2-15,-5-6 7 16,6-2-4-16,7-5 0 16,11-4-14-16,11-2-7 15,10-3-9-15,9-1-1 16,4-3-1-16,2 2-66 15,0 0-66-15,0 3-145 16,10 3-5-16,6 1-86 16,0 0-143-16</inkml:trace>
  <inkml:trace contextRef="#ctx0" brushRef="#br3" timeOffset="133971.62">12302 12634 698 0,'0'0'236'0,"0"0"-174"16,0 0-39-16,0 0-1 16,0 0 79-16,0 0-52 15,0 0-26-15,70 4-3 16,-65 9 63-16,-3 5 33 16,0 2-13-16,-2 7-15 15,0 2-26-15,0 4 7 16,0 3-8-16,0-1-20 15,-2 1-17-15,2-4 5 0,0-6-17 16,0-6-12 0,10-2 0-16,7-7 12 0,2-2-6 15,4-9-1 1,1 0 8-16,5 0-1 0,-2-13 2 16,-2-12 16-16,-8 3-3 15,1-7 17-15,-13-3-11 16,-5-1 36-16,0 2-37 15,-19-2-23-15,-7 10 28 16,0 3-23-16,-3 5 0 16,2 8-14-16,2 7-1 15,0 0-14-15,6 0-29 16,5 13-52-16,3 5-54 16,11 0-10-16,0 6 16 0,9-8 36 15,11 6 3 1,4-6-15-16,10-5 4 0,2-4-16 15,1-2 53-15,1-5-1 16,7 0 28-16,-5-5-14 16,-4-9-1-16,1-3 28 15,-6-1 39-15,-6-2 39 16,-5 4 45-16,-7 3 55 16,-4 4 43-16,-4 2 15 15,-3 5-18-15,-2 2 1 16,0 0-66-16,0 0-73 15,0 11-35-15,0 9 4 16,0 9 49-16,0 4-19 16,0-4-30-16,0-1-10 15,3-8-11-15,7-5 11 0,1-8 0 16,3-5 1-16,-1-2 1 16,3 0 21-16,9-16 18 15,-1-9-3-15,0-6-17 16,1-2-12-16,-2 2 5 15,-6 2-5-15,-1 4 6 16,-10 8 10-16,3 8 4 16,-7 4 14-16,-2 5-43 15,0 0-1-15,0 9-5 16,0 16 6-16,0 8 9 16,-2 9 3-16,2 1-6 15,0-3-6-15,0-7-2 16,7-6 2-16,2-9 0 0,4-5-1 15,-1-10-14 1,3-3-4-16,5 0 19 0,0-14 0 16,4-10 0-16,1-3-17 15,0-6-15-15,-5 2-39 16,-5-1 2-16,-4 7-11 16,-6 8 6-16,-2 8 42 15,-3 9-40-15,0 0-75 16,-10 13 67-16,-5 16 57 15,1 0-140-15,5 3-162 16,7-4 122-16,2-5 125 16,7-8-28-16,9-6-459 0</inkml:trace>
  <inkml:trace contextRef="#ctx0" brushRef="#br3" timeOffset="134351.66">13415 12279 665 0,'0'0'796'0,"0"0"-783"0,0 0 0 15,0 0-13-15,0 0 176 0,0 0-19 16,0 0-100-16,-2-40-32 15,-1 40 7-15,-2 26-17 16,3 11 68 0,0 12-5-16,2 6-30 0,0 10-28 15,0-1-9-15,0 3-2 16,0-4-9-16,2-3 2 16,8-7 5-16,-4-11-7 15,1-8 0-15,-3-10 0 16,1-8-1-16,-3-10-61 15,-2-3-74-15,2-3-37 16,-2-3-42-16,0-14-48 16,0-1-503-16</inkml:trace>
  <inkml:trace contextRef="#ctx0" brushRef="#br3" timeOffset="134588.31">13214 12593 1645 0,'0'0'330'0,"0"0"-309"16,0 0 15-16,0 0-36 16,0 0 47-16,0 0-41 15,0 0 16-15,104-27-3 16,-48 23 20-16,9-5-2 16,-1 2-15-16,0 1-9 15,-9-1-7-15,-12 5-5 16,-12-1-1-16,-12 3-37 15,-11 0-50-15,-8 0-105 16,0 0-63-16,-16 0-57 0,-3 0-436 0</inkml:trace>
  <inkml:trace contextRef="#ctx0" brushRef="#br3" timeOffset="135003.62">14147 12647 1210 0,'0'0'647'0,"0"0"-532"16,0 0-115-16,0 0 10 15,0 0 57-15,0 0-55 16,0 0-6-16,12-2-6 16,13-1 10-16,8-1 3 15,7 4 0-15,2-4-4 16,3-1-1-16,-5-2-8 15,0 7 1-15,-11-2 0 16,-9 2-1-16,-7 0-22 0,-11 0-94 16,-2 0-83-16,-6 0-39 15,-16 0-160-15,-7 2-469 0</inkml:trace>
  <inkml:trace contextRef="#ctx0" brushRef="#br3" timeOffset="135269.54">14061 12829 858 0,'0'0'779'0,"0"0"-620"15,0 0-121-15,0 0-29 16,0 0 102-16,0 0-35 16,0 0-54-16,57-2 0 0,-12-7-12 15,4-2 12 1,2 4-3-16,5-2-13 0,-2 5-5 15,-10-3 0-15,-6 5 0 16,-11 2-1-16,-9 0-25 16,-9 0-44-16,-5 0-22 15,-4 0-26-15,0 0-41 16,-13 0 18-16,-7 0-186 16,0 0-245-16</inkml:trace>
  <inkml:trace contextRef="#ctx0" brushRef="#br3" timeOffset="141293.07">15583 12362 1159 0,'0'0'535'0,"0"0"-535"0,0 0-98 15,0 0 98-15,0 0 79 16,0 0 1-16,0 0-58 16,18-108-16-16,-12 93 1 15,-3-3-1-15,-1-4 13 16,-2 2-13-16,0-5-6 0,0 1-1 15,0-1 1-15,-7 1-6 16,-5 4 6-16,-3 0 6 16,-3 6 10-16,1 8 3 15,-4-1-10-15,1 7-9 16,-2 0 2-16,-2 0 9 16,-5 20-10-16,2 7 0 15,-2 4 0-15,4 5-1 16,10 1-22-16,1-1 16 15,10 0 6-15,4-8 31 16,0 0-14-16,4-8-4 16,14-5-4-16,3-6 4 0,2-4-12 15,6-5 10-15,5 0-3 16,9-3 1-16,1-12 3 16,-1-3-5-16,-3-2-7 15,-11-1-4-15,-2 4 4 16,-10 2 0-16,-10 3 1 15,2 3 24-15,-9 7 10 16,0 2 0-16,0 0-16 16,0 0-19-16,0 2-2 15,0 14 1-15,2 15 1 16,2 7 26-16,1 7-7 16,1 6-13-16,2 4-4 15,-4 1 3-15,-2-3-5 0,-2-3 0 16,0-6 0-16,0-6 0 15,-4-11-16-15,-10-5 16 16,1-9 0-16,-1-4 18 16,1-4 8-16,2-5-10 15,6 0 1-15,-2 0 12 16,7 0-17-16,0-9-12 16,0-16 0-16,0-4 3 15,12-11 3-15,3-2 3 16,4-2 1-16,2-1-8 15,4 5 5-15,2 6-7 16,2 8 0-16,2 6-8 16,2 4-3-16,-2 12 11 15,1-1 0-15,-6 5 0 16,-7 0-12-16,-2 13 6 0,-5 12 5 16,-6 4 1-16,-1 6 1 15,-5 1 14-15,0 2-14 16,0-7 8-16,0-2-8 15,0-9 1-15,0-6 5 16,0-5-7-16,0-9 1 16,0 4 7-16,0-4-1 15,0 0-7-15,0 0 2 16,4-11-2-16,2-9 21 16,1-7-2-16,0 1-17 15,4-2 5-15,-7 4 3 16,5 6-9-16,-2 7 0 15,-4 7-1-15,-3 4-12 0,0 0 11 16,0 0-17-16,0 4-1 16,0 14 19-16,0 5 15 15,0 1-3-15,0 3-6 16,2-3 1-16,2-6-1 16,-4-5-6-16,4-2 0 15,-1-8-8-15,-1 1 7 16,-2-4 0-16,2 0 0 15,0 0 0-15,0-4 1 16,6-10 0-16,0-12 6 16,1-6 8-16,9-4-3 15,-1-4-11-15,2 0-7 0,-1 7 7 16,-3 6 9-16,-4 5-8 16,-4 11 5-16,0 6 2 15,-7 3 11-15,2 2-9 16,0 0-10-16,0 5-6 15,5 10 6-15,2 12 9 16,0 2 2-16,2 9-10 16,0-5 10-16,0 0-11 15,-4-1 0-15,-1-10-1 16,-4 1-30-16,-2-8-33 16,0-4-44-16,0-6-112 15,0-5-107-15,0 0-317 0</inkml:trace>
  <inkml:trace contextRef="#ctx0" brushRef="#br3" timeOffset="141645.01">16590 12435 1409 0,'0'0'625'0,"0"0"-625"0,0 0-52 15,0 0 52-15,0 0 18 16,0 0-17-16,0 0-1 16,0 25 0-16,0-14 0 15,0 0 6-15,0-5-6 16,0-1-3-16,0-3 3 16,0-2 8-16,0 0 7 0,0 0 43 15,0 0 18-15,0-7-37 16,0-8-22-16,0-1-5 15,-2 3 6-15,2 2-2 16,-2 2 6-16,-1 7-10 16,0 2-12-16,1 0-16 15,-2 0-52-15,-11 0-116 16,1 11-135-16,-1 0-505 0</inkml:trace>
  <inkml:trace contextRef="#ctx0" brushRef="#br3" timeOffset="142613.42">16721 12268 1121 0,'0'0'388'0,"0"0"-325"16,0 0-33-16,0 0 24 15,0 0 102-15,0 0-17 16,0 0-67-16,29-112-43 15,-29 112-14-15,0 0-2 16,0 0 21-16,0 0-10 16,0 0-24-16,0 14-18 15,0 13 18-15,0 10 47 16,0 11 5-16,5 0-31 16,-3 4-8-16,0-1-4 15,2-4-8-15,0-10 5 0,4-3-6 16,-2-12-1-1,-1-6 0-15,-1-9 1 0,0-7-6 16,1 0-1-16,6 0 7 16,5-5 33-16,8-17-1 15,7-2-15-15,3-10-11 16,1-6 1-16,-1-9 3 16,-2-5-9-16,-4-10-1 15,-6-6-7-15,1-3-33 16,-8 0 14-16,-8 6 22 15,-7 9 4-15,0 13 12 16,0 14 3-16,-7 11-1 0,-6 9 9 16,0 11-6-16,-3 0-17 15,-4 6 0-15,-2 22 1 16,0 7-1-16,3 7-1 16,6 5 1-16,7 4 0 15,6-2 1-15,0 0 0 16,0-4-1-16,8-8 1 15,8-3-12-15,6-9 5 16,3-5-61-16,0-5-60 16,12-1-128-16,-3-3-97 15,-10-7-300-15</inkml:trace>
  <inkml:trace contextRef="#ctx0" brushRef="#br3" timeOffset="142894.85">17289 12379 598 0,'0'0'361'0,"0"0"-214"0,0 0-73 0,0 0 106 16,0 0 3-16,0 0-52 16,0 0-35-16,97-4 0 15,-97 13-9-15,0 18 1 16,0 6-40-16,0 5-24 16,-4-3-14-16,4 1 2 15,-2-7-12-15,2-2 0 16,0-7 1-16,0-7 4 15,0-6-5-15,2-5-1 16,6-2-9-16,3 0 10 16,-1 0 17-16,4-9-17 15,4-11-5-15,-4-6-80 16,-6-21-89-16,-1 4-104 16,-5 3-435-16</inkml:trace>
  <inkml:trace contextRef="#ctx0" brushRef="#br3" timeOffset="143028.29">17438 12148 1202 0,'0'0'696'15,"0"0"-676"-15,0 0-20 16,0 0-57-16,0 0 56 16,0 0-75-16,0 0-185 15,-19 8-399-15</inkml:trace>
  <inkml:trace contextRef="#ctx0" brushRef="#br3" timeOffset="144030.7">17608 11749 554 0,'0'0'590'0,"0"0"-505"15,0 0-85-15,0 0 0 16,0 0 41-16,0 0 18 0,0 0-17 16,11-2 51-16,3 19 19 15,3 8 3-15,6 11-1 16,8 8-14-16,0 9-18 16,5 10-27-16,-3 8-5 15,-2 9-28-15,-6 3-15 16,-12-3-6-16,-11 0-2 15,-2-6 1-15,-13-3 0 16,-16-6 0-16,-15-9-1 16,-12-5-15-16,-9-11-30 15,-4-9-49-15,-2-4 20 16,2-12-81-16,-10-4-49 16,19-11-70-16,14 0-102 0</inkml:trace>
  <inkml:trace contextRef="#ctx0" brushRef="#br3" timeOffset="145716.56">15175 11804 311 0,'0'0'107'16,"0"0"-107"-16,0 0-153 0,0 0 106 15,0 0 47-15,0 0 88 16,0 0-88-16,-64-6-156 16,50 6 156-16,7 0 79 15,-1 0-7-15,0 2-39 16,4 0-24-16,0 5-8 16,-1-3 11-16,1-1-1 15,2 6 35-15,0-5 6 16,-1 7-14-16,3-6 34 15,0 3-24-15,-2-5-24 16,2 3 8-16,-2-3 31 16,2-3 1-16,0 0 1 15,0 2 19-15,0-2 20 16,0 0-1-16,0 0-11 16,0 0-2-16,0 0-7 0,0 0-15 15,0 0-10-15,0 0-4 16,0 0 1-16,0 0 2 15,0 0-6-15,0 0-14 16,-3 0-21-16,1 0 2 16,0 0 1-16,-3 2-2 15,-5 5-11-15,-9 4 25 16,-2 7 10-16,-4 4-10 16,-4 7-5-16,0 5 13 15,0 10-11-15,6 7-11 16,1 7-7-16,2 4-4 15,12 6 10-15,3 1-10 0,5 0 1 16,5-3-1-16,19-1 1 16,5-2 2-16,8-8-3 15,2-4-5-15,3-6 21 16,-2-7-8-16,-2-9-4 16,-4-3-1-16,-8-7 3 15,-6-9-12-15,-6 0 0 16,-3-6-1-16,-5-4-16 15,1 0-15-15,2 0-49 16,13-4-116-16,-2-12-93 16,3-2-280-16</inkml:trace>
  <inkml:trace contextRef="#ctx0" brushRef="#br3" timeOffset="147166.39">17608 11439 807 0,'0'0'671'0,"0"0"-549"16,0 0-121-16,0 0-1 0,0 0 62 16,0 0 38-1,127-95-27-15,-87 81-35 0,5 1-2 16,-3 3 13-16,4 6-5 15,-3 2-6-15,-5 2-19 16,-9 0-19-16,-9 5-6 16,-13 12-32-16,-3 6 20 15,-4 6 18-15,-11 0 9 16,-16 8 14-16,-4-5-23 16,0-4 21-16,4-5 26 15,7-8-18-15,11-4 22 16,5-6-48-16,4-5-3 15,0 0 0-15,0 0 11 16,0 0-11-16,0 0-14 16,13 0 14-16,7 0 11 15,11 0 6-15,9 0-11 16,16 0-6-16,-2 0-21 0,6 0-44 16,-12 0-92-16,-7 0-99 15,-21 7-341-15</inkml:trace>
  <inkml:trace contextRef="#ctx0" brushRef="#br3" timeOffset="147901.35">18250 12471 1240 0,'0'0'310'0,"0"0"-269"0,0 0 7 15,0 0 43-15,0 0-37 16,0 0-22-16,0 0-23 16,0-5-9-16,0 5 25 15,0 0-3-15,0 0-10 16,0 0-7-16,0 0-3 16,-16 0-2-16,5 7 12 15,-3 0 21-15,3-3-8 16,1-4 5-16,7 0 15 15,3 0-11-15,0 0-8 16,0 0-24-16,0-4-1 16,0-10 2-16,9 1-3 15,-2 6-22-15,-5-2-18 16,0 7-52-16,-2 2-87 16,0 0-94-16,0 0-355 0</inkml:trace>
  <inkml:trace contextRef="#ctx0" brushRef="#br3" timeOffset="148684.84">18568 12199 42 0,'0'0'1239'16,"0"0"-1000"-16,0 0-186 0,0 0-46 16,0 0 19-16,0 0 18 15,0 0 40-15,15 40 19 16,-5-11-24-16,-4 5-23 16,1 1-15-16,5 7-5 15,-4 3-18-15,1 2-5 16,-3-1-7-16,-1-1-5 15,-2-10 1-15,-3-1 4 16,0-7-6-16,0-9 1 16,0-7-1-16,0-7-42 0,0-1-56 15,0-3-31 1,0 0-27-16,-5-7-50 0,-4-15-344 16,0-7 293-16,-2-10 226 15,0-1 31-15,2-6 21 16,5-12 29-16,2 0 1 15,2 2 11-15,0 1 1 16,2 8 28-16,6 7 184 16,3 6-144-16,1 10-27 15,1 6-22-15,-2 5-5 16,3 1 12-16,-1 4-15 16,5 1-24-16,2 0-8 15,2 5 4-15,7 2-30 16,2 0 7-16,0 0-11 15,3 2-3-15,-5 12 3 0,-5 6-3 16,-8 0-9 0,-7 4 1-16,-9 5-1 0,0 2 1 15,-27-1 9-15,-17 3 3 16,-12-2 14-16,-8-4-2 16,1-3 36-16,10-6 35 15,7-9-11-15,25 2-27 16,9-11-52-16,10 2 1 15,2 0-7-15,0 3 0 16,2-1-1-16,16 5 1 16,5 0 9-16,8 4-1 15,7 5 2-15,6-2-1 16,3-3-2-16,1 1-7 16,-2-3 0-16,0-2-46 15,-10-1-56-15,-4-1-60 0,-13-2-112 16,-9-5-78-16,-8 0-288 15</inkml:trace>
  <inkml:trace contextRef="#ctx0" brushRef="#br3" timeOffset="149220.21">19013 12466 343 0,'0'0'852'0,"0"0"-599"16,0 0-141-16,0 0 26 15,0 0 34-15,0 0-41 16,0 0-60-16,3-4-43 16,-3 4-20-16,0 2 5 0,3 14 17 15,-1 6 8-15,0 4-3 16,2 11-15-16,-1 3-3 16,1 0-8-16,0 0-1 15,-2 0-7-15,3-7 6 16,-5-4-1-16,2-7 3 15,-2-4 0-15,0-9 17 16,0-2-8-16,0-5 13 16,0-2-7-16,0 0-5 15,0 0 8-15,0 0-3 16,0 0-4-16,3 0-2 16,-1 0-6-16,0 0 0 0,-2 0-6 15,9 0-6 1,2 0-1-16,7 0 1 0,11 0 13 15,9 0-1-15,7-2-12 16,1-1 9-16,-1 3-8 16,1 0 0-16,-8 0 8 15,-9 0 0-15,-6 0 5 16,-13 0-6-16,-2 0 1 16,-8 0 15-16,0 0 19 15,0 0-11-15,0 0-22 16,0 0-10-16,-5 0-40 15,-6 0-30-15,-8 3-46 16,-22-1-98-16,5 0-290 16,1-2-359-16</inkml:trace>
  <inkml:trace contextRef="#ctx0" brushRef="#br3" timeOffset="161883.06">12073 14133 733 0,'0'0'279'0,"0"0"-279"0,0 0 1 16,0 0 22-16,0 0 123 15,0-123 33-15,0 99-100 16,0 4-9-16,0-2-22 16,0 10 13-16,0 4 15 15,0 1-10-15,0 5-8 16,0 2-11-16,0 0 1 15,0 0 17-15,0 0-38 16,0 20-26-16,0 11 6 16,0 13 63-16,0 7-20 15,0 12-27-15,3 2-5 16,3 2-6-16,4 1-3 16,-4 1-3-16,1-2-5 0,-5-6 0 15,2-15 5-15,-2-3-5 16,0-17-1-16,-2-8 1 15,0-11 0-15,0-3-1 16,0-4 3-16,0 0-3 16,0 0-42-16,0-11-82 15,0-31-93-15,0 0-99 16,0 4-251-16</inkml:trace>
  <inkml:trace contextRef="#ctx0" brushRef="#br3" timeOffset="162317.46">12147 13846 92 0,'0'0'1261'0,"0"0"-1149"16,0 0-112-16,0 0 0 15,0 0 97-15,0 0 30 16,0 0-63-16,65-92-36 15,-29 83-16-15,1 5 8 16,7 1 29-16,4 3 36 16,-2 0-25-16,-3 20 1 15,-6 7-21-15,-8 3-39 16,-13 11-2-16,-13 0 1 16,-3 1-8-16,-25 5 1 15,-24-3 7-15,-12-1 18 0,-10-8-6 16,-3-6 21-16,3-8-19 15,13-10 9-15,12-2-1 16,13-9-8-16,12 0 1 16,10 0-15-16,7 0-26 15,4 0-12-15,0-8 6 16,19 7 12-16,8-1 3 16,5-1-13-16,-1 3-46 15,0 0-101-15,-4 0-49 16,6 9-17-16,-8 2-45 15,0 3-83-15</inkml:trace>
  <inkml:trace contextRef="#ctx0" brushRef="#br3" timeOffset="162652.12">12715 14291 1034 0,'0'0'377'0,"0"0"-299"0,0 0-63 16,0 0 71-16,0 0 13 15,0 0-35-15,0 0-29 16,5 0-22-16,-5 5 46 16,0 3-2-16,0 10-48 15,0 9 32-15,-7 6-3 0,-3 10-19 16,6-1-8-16,0 1 1 15,0-3-6-15,4-9-5 16,0-2-1-16,0-9 1 16,0-9-1-16,0-2 1 15,0-5-1-15,0-4-1 16,0 0-56-16,-3-6-50 16,-7-12-67-16,2-2-437 0</inkml:trace>
  <inkml:trace contextRef="#ctx0" brushRef="#br3" timeOffset="162817.63">12715 14055 1317 0,'0'0'550'0,"0"0"-550"15,0 0-402-15,0 0 35 16,0 0 263-16,0 0 20 0</inkml:trace>
  <inkml:trace contextRef="#ctx0" brushRef="#br3" timeOffset="163218.01">12944 14324 1117 0,'0'0'582'0,"0"0"-537"16,0 0-14-1,0 0-31-15,0 0 47 0,-4 116 32 16,4-82-31-16,0-6-22 16,0-5-17-16,0-3 9 15,0-9 25-15,0-2-23 16,0-7-6-16,0-2 0 16,0 0 47-16,0 0 18 15,9-13-8-15,2-7-14 16,4-13-27-16,6-3-20 15,-1 0-2-15,0 7-2 16,-4 9-6-16,-8 7-6 16,-1 11-2-16,-7 2-12 15,0 0 8-15,0 13-7 0,0 20 19 16,0 7 25-16,0 11-4 16,0 1-6-16,0 4-6 15,0-7-8-15,0-7-1 16,0-4-36-16,2-14-28 15,0-8-57-15,3-12-115 16,0-4-103-16,-1 0-402 0</inkml:trace>
  <inkml:trace contextRef="#ctx0" brushRef="#br3" timeOffset="163552.44">13600 14324 1657 0,'0'0'551'16,"0"0"-551"-16,0 0-26 0,0 0 26 15,0 0 37-15,0 0-37 16,0 0-54-16,60-6 53 16,-26-1 1-16,8 0 10 15,-1 5-4-15,0-4-4 16,-7 3-2-16,-10 3-40 16,-6 0-119-16,-10 0-76 0,-8 3-68 15,-8 10-229-15,-10 0-17 16</inkml:trace>
  <inkml:trace contextRef="#ctx0" brushRef="#br3" timeOffset="163735.56">13584 14510 1064 0,'0'0'525'16,"0"0"-464"-16,0 0-61 16,0 0 35-16,0 0 83 15,0 0-13-15,0 0-31 16,62 4-32-16,-22-11-7 15,10-4-13-15,1 2-11 0,0 0-11 16,-4 2-2-16,-3 6-128 16,-11 1-154-1,-10 0-361-15</inkml:trace>
  <inkml:trace contextRef="#ctx0" brushRef="#br3" timeOffset="164988.23">14649 14144 1510 0,'0'0'209'0,"0"0"-209"16,0 0 0-16,0 0 47 15,0 0 126-15,0 0-104 16,0 0-69-16,-9-38 0 15,9 38-12-15,0 0 4 16,0 7 8-16,0 15 67 16,0 2-11-16,5 12-29 15,4 2-11-15,-1 2-4 16,3 0-11-16,1-4-1 16,-1-5 1-16,3-6 9 15,-4-8-10-15,1-6-1 16,1-4-5-16,-1-7 0 0,9 0 6 15,0 0 0-15,6-13 12 16,6-7 4-16,1-5-7 16,0 1-8-16,-2 2 5 15,-4-3-5-15,2 1-1 16,-8-3 7-16,-6-2-6 16,-6-4 11-16,-6 2-11 15,-3-3 1-15,0 0 12 16,-10 1 1-16,-7 4 21 15,-6 5 1-15,4 6 0 16,-4 7-29-16,-2 6-8 16,5 5 0-16,-1 0 0 15,-2 5-4-15,7 10-2 0,3 7 5 16,6 3-8-16,7 2 9 16,0-1 0-16,0 5-7 15,11-3 7-15,10 7 0 16,6-10 1-16,6-1 5 15,2-4-6-15,3-4-27 16,0-5-22-16,0 2-47 16,2-8-103-16,-7-1-117 15,-10-2-332-15</inkml:trace>
  <inkml:trace contextRef="#ctx0" brushRef="#br3" timeOffset="165704.97">15235 14298 1136 0,'0'0'361'0,"0"0"-265"16,0 0-63-16,0 0 52 15,0 0 62-15,0 0-40 16,0 0-61-16,0 0-29 15,0 9-11-15,-2 8 38 16,-5 10 0-16,-2 4-16 16,3 5-13-16,1 2-15 15,1-7 6-15,4 3-5 0,0-8 0 16,0-6 0-16,0-4-1 16,0-5 0-16,11-2 0 15,0-2-31-15,2-7-46 16,5 0-36-16,4-7-86 15,-3-13-92-15,-9 2-282 0</inkml:trace>
  <inkml:trace contextRef="#ctx0" brushRef="#br3" timeOffset="165871.98">15231 14082 1396 0,'0'0'579'0,"0"0"-570"0,0 0 32 15,0 0-19-15,0 0 35 16,0 0-54-16,0 0-3 16,-5-12-137-16,5 12-29 15,0 7-72-15,0 2-389 0</inkml:trace>
  <inkml:trace contextRef="#ctx0" brushRef="#br3" timeOffset="166506.47">15402 13623 330 0,'0'0'1055'0,"0"0"-877"0,0 0-151 16,0 0 6-16,0 0 97 16,0 0-41-16,0 0-48 15,25-56-23-15,-3 47-17 16,0 3 18-16,3-2 0 15,-5 8 9-15,-1 0 0 16,0 0-2-16,-6 3-26 16,-4 19 10-16,-2 3-4 15,-7 6 19-15,0 5-6 16,0 1-17-16,-16 1 12 0,-4-4-5 16,4-8 10-16,5-7 5 15,5-9 1-15,4-5-25 16,2-3-6-16,0-2-3 15,0 0 6-15,15 0 3 16,14-2 11-16,11-9-11 16,5-1 0-16,1 1-75 15,-3 2-57-15,-1 7-51 16,-15 2-51-16,-9 0-315 0</inkml:trace>
  <inkml:trace contextRef="#ctx0" brushRef="#br3" timeOffset="167172.92">14190 14799 1006 0,'0'0'169'0,"0"0"-160"0,0 0-9 16,0 0 113-16,0 0 55 16,0 0-65-16,0 0-50 15,-60 4-10-15,60-4 46 16,0 0 1-16,0 0-32 16,0 0-21-16,0 0 14 15,0 0 6-15,7 0-28 16,9 0-18-16,7 0 5 15,16-10 2-15,7 2-11 16,12 0 0-16,13-4-5 0,8 1 7 16,10 5 2-1,9-3-5-15,4 2-5 0,5-2 5 16,2 5-5-16,-1-1 0 16,-4 1 21-16,-4 2-16 15,-9-1-6-15,-10 3 0 16,-10 0 0-16,-13 0 7 15,-11 0-7-15,-9 0-6 16,-13 0 5-16,-10 0-5 16,-7 0 5-16,-2 0-5 15,-6 0-1-15,0 0 6 16,0 0-17-16,0 0-44 16,0 3-59-16,-8 3-77 0,-23 10 39 15,0-5-110 1,-3 0-283-16</inkml:trace>
  <inkml:trace contextRef="#ctx0" brushRef="#br3" timeOffset="167573.68">14664 15066 809 0,'0'0'395'0,"0"0"-303"0,0 0-80 0,0 0 50 0,0 0 63 0,0 0 31 15,0 0-32-15,0-15-19 16,0 15-23-16,0 0-6 15,0 0-26-15,0 0-29 16,0 15-14-16,0 3 3 16,-2 11 17-16,0 5-14 15,0 4-11-15,2 2-1 16,0 0-1-16,0-9-26 16,0-4-2-16,0-1-12 15,0-8-41-15,0-5-29 16,0-4-54-16,0-9-71 0,0 0-166 15,0 0-317-15</inkml:trace>
  <inkml:trace contextRef="#ctx0" brushRef="#br3" timeOffset="167956.47">14645 14913 1253 0,'0'0'382'0,"0"0"-316"15,0 0-46-15,0 0 68 16,0 0 11-16,0 0-52 16,131-25-14-16,-95 25-19 0,-3 5-13 15,-8 6 7-15,-8 4-8 16,-9 3-29-16,-8 4 10 16,0 1 13-16,-17 1-3 15,-14 3 9-15,-9 0 1 16,-7-3 2-16,1-2 4 15,5-6 21-15,10-2 25 16,9-3 0-16,8-7-24 16,10 2-22-16,4-1-7 15,0 2 8-15,4 0-1 16,17 4 15-16,8 2 3 16,6-2-7-16,9-2-9 15,6 0-9-15,4-2 0 16,-4-3-22-16,-5 1-65 15,-3-1-109-15,-8 1-140 0,-14-3-278 16</inkml:trace>
  <inkml:trace contextRef="#ctx0" brushRef="#br3" timeOffset="175164.84">17104 14019 212 0,'0'0'759'0,"0"0"-746"16,0 0-13-16,0 0 0 0,0 0 30 15,0 0 54-15,2 0-28 16,3 0-35-16,-5 0-5 16,3 0 27-16,-3 0 45 15,0 0-5-15,4 0-29 16,-4 0-24-16,0 0-8 16,0 0-3-16,0 0 7 15,0-6-5-15,0 6-10 16,0 0-1-16,2 0-8 15,2-5 11-15,3 1 3 16,-3-5-7-16,6 0-9 16,-2 0 15-16,1 0-14 15,-1-2 0-15,-4 2 7 16,0 2-6-16,0 3 20 0,-1-1-6 16,-3 3 17-16,0 0 8 15,0 2-10-15,0 0-9 16,0 0 9-16,0 0 10 15,0 0-12-15,0 0-29 16,0 0-8-16,0 0 1 16,0 13 2-16,0 12 5 15,0 13 11-15,0 13 66 16,0 9-34-16,0 9-15 16,0 0-14-16,0 2 1 15,0-2-14-15,0-4 10 16,2-7-10-16,4-7 1 15,-6-6 4-15,8-12-6 16,-8-4 0-16,2-13 0 0,-2-7-1 16,0-3-1-16,0-3 2 15,0-3 1-15,0 0-1 16,0 0-41-16,0 0-104 16,0-14-60-16,0-6-157 15,0-9-519-15</inkml:trace>
  <inkml:trace contextRef="#ctx0" brushRef="#br3" timeOffset="175898.93">17220 13855 1281 0,'0'0'608'0,"0"0"-533"0,0 0-75 15,0 0-81-15,0 0 49 16,0 0 32-16,0 0 27 16,83 86-26-16,-58-48 7 15,-8 2-8-15,-1-6-2 16,-10-8-4-16,-6-3 5 16,0-6 1-16,-4-6 11 15,-16-4 20-15,-9-2 3 16,2-3-8-16,-7-2-4 15,5 0-10-15,-2 0-12 0,4 0-24 16,4 0-10 0,2 0-23-16,5 0-4 0,10 0-49 15,1 0-55-15,5 0-41 16,0 11-15-16,19 3 69 16,2 1 69-16,16 3 23 15,0-5 13-15,1 1 21 16,-3-5 16-16,-3-3 9 15,-6-3 1-15,-3-3 12 16,-8 0 31-16,-3 0 32 16,-3 0 58-16,-5 0 5 15,-4 0-28-15,4 0 16 16,-4 0-52-16,0 17-68 16,0 15 52-16,0 8 34 15,0 6-17-15,0 12-29 0,0 3-27 16,0-10-2-16,0-2 9 15,0-9-20-15,4-7-6 16,6-13 6-16,-1-6-6 16,-1-10-5-16,4-4 5 15,1 0 4-15,-2-4 56 16,7-21 16-16,-5-4-17 16,5-9-15-16,-7-2-19 15,-3 0-5-15,-8 5 1 16,0-4-6-16,0 10-3 15,-8 9-12-15,-3 3-21 16,-2 14 20-16,-3 3 2 16,-4 0-8-16,-2 9 5 0,0 16-5 15,3 4-37-15,7-3-91 16,7 4-54-16,5 5-9 16,17-8-68-16,4-9-137 0</inkml:trace>
  <inkml:trace contextRef="#ctx0" brushRef="#br3" timeOffset="176466.57">17779 14438 1415 0,'0'0'478'0,"0"0"-478"0,0 0-37 0,0 0 37 16,0 0 32-16,0 0 42 15,0 0-51-15,-35 132-14 16,35-97-8-16,0-8-1 16,0-5 1-16,0-8 12 15,4-8-13-15,0-6-6 16,8 0 6-16,7-4 9 16,2-16 25-16,4-9-14 15,-3-2-6-15,0-5-2 16,-4 7-5-16,-7 5 2 15,-2 4-3-15,-6 9 13 16,-3 6 8-16,0 5-22 0,0 0-5 16,0 6-7-16,0 17 7 15,0 4 12-15,0 2-4 16,0-3-8-16,0-6-1 16,10 0 1-16,9-6-1 15,0-12-17-15,8-2 11 16,4 0-2-16,0-11 8 15,3-14-12-15,-1 3 0 16,-6-5-12-16,-7-4 10 16,-7-3 14-16,-9 2 1 15,-4-5 15-15,0 6 7 16,-2 2 15-16,-9 12 10 16,-2 1 5-16,6 9-14 15,-2 3-38-15,3 4-25 16,4 0-44-16,-5 0-106 0,7 7-96 15,0 13-84-15,0-5-194 16,9 1-55-16</inkml:trace>
  <inkml:trace contextRef="#ctx0" brushRef="#br3" timeOffset="177117.08">18336 14490 649 0,'0'0'275'0,"0"0"-188"16,0 0 33-16,0 0 103 15,0 0-27-15,0 0-27 16,0 0-30-16,89 4-32 16,-64-13-47-16,0-5-3 15,4-1-30-15,-7-5-1 0,-2 0-4 16,-8 0-21-16,-4 4 28 16,-8 1 5-16,0-1 12 15,0 5-19-15,-20 4-8 16,-5 7-18-16,-8 0 6 15,-3 7-7-15,-1 17 6 16,1 5-6-16,7 7-16 16,13-3 4-16,12 3 11 15,4-7-23-15,8 0-7 16,19-4-13-16,2-10-23 16,7-4-9-16,0-6-24 15,0-5-31-15,-3 0-26 0,0-20-23 16,-2-3-36-1,-6-5 12-15,-5-1 125 0,-4-3 72 16,-6 1-7-16,-3 2 14 16,-2 4 78-16,-3 8 122 15,-2 8-6-15,0 9-74 16,0 0-77-16,7 0-30 16,-3 24 41-16,3 5-7 15,2 7-19-15,0 2-17 16,0 0 2-16,-1-5-11 15,0-4 11-15,-4-7-4 16,-2-6 1-16,-2-9 30 16,0-5 30-16,0-2 40 15,0 0 12-15,0-7-16 16,0-13-74-16,0-11 1 0,0 0-8 16,2-9-4-16,9-1-8 15,3 3-11-15,-1 5 14 16,3 9-6-16,1 1-9 15,1 12-1-15,5 9-34 16,1 2-42-16,0 0-64 16,12 11-111-16,-7 9-86 15,-6 5-370-15</inkml:trace>
  <inkml:trace contextRef="#ctx0" brushRef="#br3" timeOffset="177384.51">19404 14485 1115 0,'0'0'258'0,"0"0"-258"0,0 0 0 16,0 0 76-16,0 0 15 16,0 0-62-16,0 0-28 15,73-47-1-15,-73 47-4 16,0 0-76-16,0 0-7 15,-2 0 35-15,-9 0-15 16,0 2 3-16,4 0 34 16,-2 3-21-16,3-2-55 15,-1-2-11-15,5-1-63 16,-3 5-552-16</inkml:trace>
  <inkml:trace contextRef="#ctx0" brushRef="#br3" timeOffset="178720.81">19684 14539 1121 0,'0'0'272'0,"0"0"-223"0,0 0 30 16,0 0 129-16,0 0 3 16,0 0-100-16,0 0-57 15,9-69-24-15,-13 61 8 16,-11 2-19-16,-12 6-18 15,-7 0-1-15,-5 0 7 16,-7 0-7-16,2 9 12 16,6 7-11-16,9-3-1 15,11 0-24-15,8 1 14 16,6-5-5-16,4-3-3 16,0-1 6-16,14-1 5 15,11-4 1-15,4 0 6 0,11 0 1 16,-2-4 12-16,-3-3-7 15,-6-2 1-15,-11 7-6 16,-3 0-1-16,-9 2 0 16,-6 0-28-16,0 0-7 15,0 11 35-15,0 11 26 16,0 18 1-16,0 9-4 16,0 11-11-16,0 5-10 15,0 6-2-15,6-2-3 16,1-2-31-16,-1-7 1 15,-4-9-1-15,-2-6-7 0,0-14 14 16,-13-4 14-16,-9-11 13 16,-7-10 48-16,-7-6 15 15,3 0-20-15,2-6 13 16,6-17 0-16,5-8-22 16,9-4-3-16,9-10-16 15,2-9-3-15,11-6 7 16,18-4-19-16,9-1-13 15,6 5-7-15,4 11-5 16,0 6 4-16,4 10-22 16,-2 4 23-16,2 5-5 15,-5 1-17-15,-3 6-36 16,-8-1-55-16,-3 2 28 16,-8 1 36-16,-5-4 31 15,-7 4 12-15,-9-1 20 0,-2 5 6 16,-2 2 43-16,0 3 37 15,-4 3 8-15,-11 3-54 16,-10 0 17-16,-2 9-24 16,-10 16 1-16,-1 1 3 15,0 8 12-15,6 0-11 16,11-3-23-16,7 2 0 16,7-6-2-16,7-3-1 15,0-8 11-15,7-3-1 16,15-13-1-16,3 0-1 15,11 0-3-15,3-9 4 16,1-15-15-16,1-3-2 16,-5-4 1-16,-5-5-8 0,-9 5 1 15,-4 0 7 1,-7 4-16-16,-6 9 17 0,-5 9 0 16,0 8 8-16,0 1-7 15,0 0 1-15,0 6-2 16,-12 12 0-16,8 9 2 15,-3-3-2-15,3 3 0 16,4-5-1-16,0-2 1 16,0-4 1-16,0-12-1 15,0-2 6-15,4-2-6 16,12 0 0-16,-1-13 0 16,10-9 0-16,0-3-13 15,-4-1-3-15,0-2-12 16,-3 2 4-16,-5 6 12 15,-7 4 11-15,-1 9 1 0,-5 7-2 16,0 0-6-16,0 3 8 16,0 17 8-16,0 11 17 15,0 3-10-15,5 1-5 16,3 3-3-16,3-2-5 16,1-10 4-16,1-3-6 15,-4-8 2-15,5-8-2 16,-4-5-6-16,4-2-15 15,-5 0-20-15,2-9-104 16,-11-31-94-16,0 2-131 16,0 1-379-16</inkml:trace>
  <inkml:trace contextRef="#ctx0" brushRef="#br3" timeOffset="178852.64">20181 14115 143 0,'0'0'1275'0,"0"0"-1275"0,0 0-154 0,0 0-65 16,0 0 154-16,0 0 32 16,85 134-500-16</inkml:trace>
  <inkml:trace contextRef="#ctx0" brushRef="#br3" timeOffset="180704.37">20426 14429 675 0,'0'0'515'0,"0"0"-515"16,0 0-116-16,0 0 116 0,0 0 96 15,0 0-35-15,0 0-43 16,-2-13-2-16,2 13-1 15,0 0 37-15,0 0 29 16,0 0-24-16,0 0-25 16,0 9 38-16,4 6-3 15,-2 7 11-15,6 6-18 16,-6 3-28-16,-2 0-1 16,2-2-10-16,-2 0-4 15,0-5 8-15,0-8 7 16,0-5 4-16,0-7 2 15,0-1-11-15,0-3 1 16,0 0 10-16,0 0-1 16,2 0-3-16,1 0 9 15,1-7 6-15,2-9-24 0,6-4-15 16,-1-4 1-16,2-3-11 16,3-2 0-16,-1 0 0 15,1 0 0-15,-1 4-12 16,-1 3-2-16,-3 9 0 15,-1 2 8-15,-6 6 0 16,0 5 5-16,-2 0-20 16,0 0-8-16,1 11 24 15,1 17 5-15,-2 3 25 16,2 9-3-16,-1-5-11 0,0 3-10 16,-3-2 0-1,4-12 0-15,-2-4-1 0,-2-9-23 16,0-2-20-1,2-9-56-15,-2 0-146 0,0 0-150 0</inkml:trace>
  <inkml:trace contextRef="#ctx0" brushRef="#br3" timeOffset="181105.36">21082 14304 1336 0,'0'0'591'0,"0"0"-559"15,0 0-4-15,0 0 115 16,0 0-13-16,0 0-51 16,0 0-64-16,9-13-15 15,4 13 1-15,5-4-1 16,15 1 14-16,5 1-6 16,9-2-8-16,1 4 2 15,2 0 4-15,-8 0-6 16,-5 0 0-16,-5 0-12 15,-12 0 4-15,-9 4-38 0,-8 1-47 16,-3 1-120-16,-18 10-96 16,-13-3-69-16,-5 3-419 0</inkml:trace>
  <inkml:trace contextRef="#ctx0" brushRef="#br3" timeOffset="181306.08">21066 14523 1213 0,'0'0'410'0,"0"0"-321"16,0 0-78-16,0 0 40 0,0 0 99 16,0 0-26-1,0 0-78-15,29 2-24 0,0-2-9 16,11 0 0 0,5 0-5-16,-3 0-8 0,-2 0-67 15,-9 0-91-15,-9 0-101 16,-13 0-246-16</inkml:trace>
  <inkml:trace contextRef="#ctx0" brushRef="#br3" timeOffset="183341.21">22020 13616 609 0,'0'0'523'16,"0"0"-419"-16,0 0-96 16,0 0-8-16,0 0 33 15,0 0 19-15,0 0-45 16,2 0 8-16,2 0-15 0,0 20 78 15,2 9 14-15,-2 11 15 16,0 13 41-16,1 12-53 16,-5 2-48-16,0 0-30 15,4-3-3-15,-4-6-4 16,2-9-4-16,-2-8 1 16,2-3-5-16,-2-14 0 15,0-4-2-15,0-9 2 16,0-4-2-16,0-5-7 15,0-2-47-15,0 0-103 16,-11 0-22-16,-3 0-135 16,2-4-385-16</inkml:trace>
  <inkml:trace contextRef="#ctx0" brushRef="#br3" timeOffset="183676.77">22007 13587 1097 0,'0'0'400'0,"0"0"-365"15,0 0-35-15,0 0-9 16,0 0 9-16,119-49 44 16,-78 51-15-16,1 18-17 15,-2 9-11-15,-6 9-1 16,-10-2 0-16,-10-1-11 15,-10-3 11-15,-4-4 2 0,-9-3 31 16,-22-3 46-16,-12-2-19 16,-7-2-9-16,-4-5 2 15,0-3-8 1,10-4 5-16,7-1-15 0,14-5-23 16,7 0-12-16,11 0-66 15,5 0-105-15,7 2-103 16,15 0-125-16,5 3 10 0</inkml:trace>
  <inkml:trace contextRef="#ctx0" brushRef="#br3" timeOffset="184024.77">22347 13952 1059 0,'0'0'340'0,"0"0"-250"16,0 0-77-16,0 0 41 15,0 0 9-15,-20 143-15 16,14-101-23-16,1-1-24 16,5-8 6-16,0-2-7 15,0-9-1-15,0-4 1 16,9-13 7-16,4-5 22 16,7 0-2-16,7-5 36 15,2-17-8-15,4-7-30 16,1-7-13-16,-7-1-3 0,-5 1-9 15,-11 0 0 1,-9 3 0-16,-2 6-31 0,0 7 31 16,-20 7 29-16,-4 10-29 15,-7 3-19-15,-4 0-4 16,2 18-39-16,2 15-61 16,12-4-104-16,7-4-261 0</inkml:trace>
  <inkml:trace contextRef="#ctx0" brushRef="#br3" timeOffset="184524.9">22799 14024 887 0,'0'0'867'0,"0"0"-647"0,0 0-220 15,0 0-8-15,0 0 8 16,0 0 17-16,0 0 8 15,-31 123-24-15,31-91 12 16,0-9 0-16,0-7-6 16,9-7 2-16,4-9 0 15,8 0 0-15,3-5 33 16,7-19-11-16,3-5-7 16,-1-3-24-16,-1 1-3 15,-9 2-22-15,-4 5-3 16,-9 8 27-16,-8 9 1 15,-2 7-18-15,0 0 12 16,0 5-26-16,-8 17 30 0,-5 5 2 16,3 4 11-1,4-4-11-15,6 0-10 0,0-7 10 16,4-11 26-16,10-3 14 16,11-6-13-16,4 0 7 15,2-20-2-15,0-9-5 16,0-4-21-16,-5-3 1 15,-8-4-6-15,-9 0-1 16,-9 0-11-16,0 2-9 16,-4 7-3-16,-14 4 7 15,-6 13-23-15,-3 8-9 16,0 6-83-16,-8 11-68 0,6 12-86 16,6-1-302-16</inkml:trace>
  <inkml:trace contextRef="#ctx0" brushRef="#br3" timeOffset="184959.36">23420 13658 1602 0,'0'0'61'0,"0"0"-61"0,0 0-18 15,0 0 18-15,0 0 14 16,0 0-14-16,0 0 0 16,-6 3-1-16,4 3 1 15,0 1-1-15,0-3-13 16,-1 1-58-16,-3-1-59 0,4-2-73 15,-3 1-101-15,0-3-500 0</inkml:trace>
  <inkml:trace contextRef="#ctx0" brushRef="#br3" timeOffset="185326.8">23420 13658 733 0,'-39'9'341'0,"39"-11"-240"16,0-2-52-16,0 1 102 0,0 1-4 16,0 2-79-1,0 0-30-15,0 0 6 0,0 0 55 16,0 0 36-16,0 0-43 16,0 0-38-16,0 0-32 15,0 9-16-15,0 9 19 16,0 11 18-16,2 4-14 15,2 9-8-15,4 12-9 16,-4 2 4-16,5-1-3 16,-1 3 3-16,2-2-14 15,-2-5 7-15,3-9-8 16,-1 1 0-16,-2-14 1 16,-1-7 7-16,-3-8-9 15,-2-8-8-15,1-3-45 16,2-3-47-16,-1 0-62 0,0-14-97 15,-1-4-427-15</inkml:trace>
  <inkml:trace contextRef="#ctx0" brushRef="#br3" timeOffset="185545.21">23312 13946 1711 0,'0'0'354'15,"0"0"-299"-15,0 0-54 16,0 0 20-16,0 0-2 16,0 0-10-16,0 0 7 15,143-5-14-15,-83 5 5 16,2 0-5-16,-1 0-1 16,-2 0-1-16,-12 0-72 0,-16 0-196 15,-16 0-133-15,-15 0-397 0</inkml:trace>
  <inkml:trace contextRef="#ctx0" brushRef="#br3" timeOffset="186494.51">21855 14855 966 0,'0'0'279'0,"0"0"-278"0,0 0 9 16,0 0 92-16,0 0 46 16,0 0-49-16,0 0-48 15,-10-7-21-15,10 7 23 16,0 0 42-16,0 0-7 15,3-4-22-15,8 2-21 16,12-3-6-16,12-2 7 16,14 1-6-16,17-4-12 15,31-1-12-15,30 1-5 16,33-4 9-16,11 0-11 0,-5 8-2 16,-19-1-1-1,-38 5-6-15,-20 2 1 0,-20-2 0 16,-9 2 0-16,7-3 0 15,-3-1 0-15,2 2 0 16,-20 2 0-16,-15 0-1 16,-11 0 1-16,-9 0-1 15,-4 0 1-15,-7 0-1 16,2 0 0-16,-2 0 1 16,0 0-1-16,0 0-2 15,5 0 2-15,-1 0-27 16,1 0-13-16,1 0-41 0,-1 0-68 15,-3 0-43 1,0 2 49-16,-2 5 6 0,0-3 8 16,-9 9-49-16,-9-6-90 15,-4 0-516-15</inkml:trace>
  <inkml:trace contextRef="#ctx0" brushRef="#br3" timeOffset="186912.66">22376 15111 1019 0,'0'0'309'0,"0"0"-250"0,0 0-17 0,0 0 118 0,0 0 31 16,0 0-36-16,0 0-27 16,5-45-43-16,-5 45-33 15,0 0-26-15,0 0-26 16,0 16 1-16,0 7 7 15,0 8 21-15,-5 13-5 16,0 5-8-16,3 2-10 16,2 3-6-16,0-3-1 15,0-7-15-15,0-5-3 0,0-4-27 16,0-10-19-16,2-12-53 16,0-6-68-16,8-7-104 15,1 0-18-15,-3-14-330 0</inkml:trace>
  <inkml:trace contextRef="#ctx0" brushRef="#br3" timeOffset="187198.24">22447 15026 1318 0,'0'0'409'0,"0"0"-342"15,0 0-58-15,0 0 30 0,0 0 67 16,121-60-34-16,-71 58-23 15,4 2-12-15,-2 0-21 16,-10 9-9-16,-13 6-7 16,-15 3-22-16,-14 4-6 15,-6-2 22-15,-31 3 6 16,-14-3 13-16,-14 2-4 16,-6-4-2-16,4 0 10 15,5-5-16-15,10 1-2 16,12 1-55-16,20-1-124 15,20 8-128-15,0-4-301 16,24-9-357-16</inkml:trace>
  <inkml:trace contextRef="#ctx0" brushRef="#br3" timeOffset="187445.77">22917 15245 421 0,'0'0'1255'0,"0"0"-986"15,0 0-247-15,0 0-3 16,0 0 30-16,0 0-21 16,0 0-10-16,-4 100 4 15,0-56-21-15,-1 10 8 16,3-7-7-16,2-5-1 16,0 0-1-16,0-10 0 15,0-10 0-15,0-7-1 0,0-8-106 16,0-7-111-16,0-4-103 15,-7-16-341-15</inkml:trace>
  <inkml:trace contextRef="#ctx0" brushRef="#br3" timeOffset="187579.35">22919 15011 1182 0,'0'0'581'16,"0"0"-581"-16,0 0-186 15,0 0-21-15,0 0 136 16,0 0-201-16</inkml:trace>
  <inkml:trace contextRef="#ctx0" brushRef="#br3" timeOffset="187912.81">23065 15294 1059 0,'0'0'398'16,"0"0"-283"-16,0 0-73 15,0 0 31-15,0 0 19 16,0 144-44-16,0-110-14 16,0-3-32-16,0-6 6 15,0-14 17-15,2-2 21 16,0-9-7-16,2 0 52 16,8-18-13-16,3-9-37 15,5-13-4-15,5-5-26 16,-1 1-11-16,-2 4 1 0,-5 6 12 15,-2 19-6-15,-9 4 5 16,-4 11 10-16,-2 0 1 16,0 15-15-16,0 12-8 15,0 11 29-15,0 8-10 16,0 2-19-16,0-2-32 16,8-8-70-16,2-9-130 15,-3-9-122-15,2-13-427 0</inkml:trace>
  <inkml:trace contextRef="#ctx0" brushRef="#br3" timeOffset="188580.72">24145 14681 1423 0,'0'0'352'0,"0"0"-337"16,0 0-5-16,0 0 134 16,0 0-27-16,0 0-63 15,0 0-47-15,-6-5-7 16,21 3 0-16,9 2 10 15,10-4 0-15,11 2 5 16,8-3-15-16,9 1 6 16,6 1-4-16,-4 1 8 15,-4 2 5-15,-11 0-8 16,-14 0-1-16,-16 0 0 16,-11 0-5-16,-8 0 0 15,0 0 58-15,0 0-23 16,-17 0-36-16,-12 5-11 15,-14 1-91-15,-22 5-179 16,10 1-265-16,4-4-276 0</inkml:trace>
  <inkml:trace contextRef="#ctx0" brushRef="#br3" timeOffset="188914.81">24103 14884 1001 0,'0'0'586'0,"0"0"-474"16,0 0-95-16,0 0 4 15,0 0 56-15,0 0-42 16,0 0-23-16,46 9-11 0,-10-9 7 16,7 0 4-16,1 0 1 15,3 0 8-15,2 0-2 16,-2 0 28-16,-1 0 5 15,-5 0-18-15,-8 0-3 16,-9 0-15-16,-8 0-14 16,-9 0 6-16,-7 0-7 15,0 0-1-15,0 0-20 16,0 0-52-16,-7 0-74 16,-15 0-24-16,0 0-179 15,2 0-532-15</inkml:trace>
  <inkml:trace contextRef="#ctx0" brushRef="#br3" timeOffset="196456.16">25926 14170 905 0,'0'0'155'0,"0"0"-155"0,0 0 0 16,0 0 7-16,0 0 128 15,0 0-60-15,39-88-46 16,-34 65 48-16,-3 3 48 16,-2 0-13-16,0-2 4 0,0 4-24 15,-7-2-23-15,-1 2-6 16,-6 1-30-16,-1-1-7 16,-4 0 4-16,0 0-30 15,-1 4 0-15,-1 8-16 16,2 3-3-16,-8 3 18 15,2 3-4-15,-6 22 4 16,-4 8-7-16,-3 3 8 16,1 10 0-16,4-1-1 15,7-1-1-15,6-4 2 16,9-4 4-16,6-7 4 16,5-6 13-16,0-6-21 0,11-8-14 15,7-4 5-15,4-5-2 16,9 0 10-16,1-18 1 15,1-7 9-15,-2-3-9 16,-2-4 11-16,-4-1-10 16,-3 1 25-16,-4 1-2 15,-2 5 2-15,-8 12-7 16,-1 1 17-16,-5 11-4 16,-2 2-10-16,2 0-4 15,0 0-18-15,2 2-20 16,6 20 20-16,3 7 6 15,5 9 0-15,3 6 1 16,-4 6-6-16,6 5 1 0,-10 5-2 16,-2-2-8-16,-8 5-14 15,-3-3 3-15,0-4 10 16,-10-12-7-16,-7-4-5 16,-8-6 19-16,2-10 2 15,-3-6 15-15,6-5 4 16,4-11 5-16,3-2-14 15,7 0 9-15,0 0 12 16,4-6-31-16,2-14 0 16,0-11 7-16,0-7 11 15,14-9-16-15,7-2 14 16,0 0-7-16,2 0-9 16,1 9 2-16,-2 11-2 0,-2 9 1 15,1 6-2-15,-6 12-4 16,-3 2-1-16,-2 0-6 15,-5 7-7-15,-1 17 8 16,0 10 11-16,-4 6 10 16,0 0-2-16,0 3-8 15,0-8 6-15,0-6 6 16,0-4-11-16,0-12 6 16,0-9-7-16,0 1 2 15,0-5-2-15,0 0-1 16,2-5 1-16,8-10 9 15,1-12-8-15,3-2 10 0,3-9 0 16,1 1-11-16,-3 0-5 16,1 6 2-16,-3 11 2 15,-6 9 1-15,-2 7-2 16,-5 4-5-16,0 0-14 16,0 15-7-16,0 14 27 15,0 2 1-15,0 5 16 16,-3-3-15-16,3-3 0 15,0-12 10-15,0-5-11 16,0-9-6-16,0 1 6 16,0-5 1-16,0 0-1 15,7-14 24-15,9-8-6 16,2-9-2-16,9-3-8 0,-4-6-8 16,4 2-11-1,-4 3-3-15,-1 8 13 0,-11 9-5 16,-2 7 4-16,-4 9 2 15,-5 2-1-15,0 0-14 16,0 22 13-16,0 7 2 16,0 11 18-16,0 0-5 15,0 2-5-15,-3-3-1 16,-1-6-6-16,1-11-1 16,-3 1-15-16,6-12-25 15,-4-5-35-15,-3-6-101 16,0 0-144-16,2 0-393 0</inkml:trace>
  <inkml:trace contextRef="#ctx0" brushRef="#br3" timeOffset="197040.97">26404 13756 1180 0,'0'0'339'15,"0"0"-270"-15,0 0-31 16,0 0 103-16,0 0-6 15,20-115-84-15,5 95-42 16,6 6-18-16,-2 5 2 0,-2 5 7 16,-7 4 24-1,-6 0 1-15,-10 7-24 0,-4 15 9 16,0 9 29-16,-7 4-20 16,-17 6-1-16,-10-1-17 15,-3-5 21-15,-4-4 23 16,12-6 11-16,7-7-3 15,8-9-16-15,10-5-37 16,4-4-15-16,0 0-7 16,20 0 22-16,12-6 4 15,12-10-4-15,3 2 0 16,-1 4-47-16,-6 0-28 16,-3 9-73-16,-14 1-72 15,-2 0-71-15,-11 15-250 16,-4 1-213-16</inkml:trace>
  <inkml:trace contextRef="#ctx0" brushRef="#br3" timeOffset="197223.94">26830 13981 573 0,'0'0'72'16,"0"0"-72"-16,0 0-80 16,0 0 18-16,0 0-179 0</inkml:trace>
  <inkml:trace contextRef="#ctx0" brushRef="#br3" timeOffset="197624.42">26776 14170 1193 0,'0'0'574'16,"0"0"-538"-16,0 0-20 15,0 0 62-15,0 0-27 16,0 0-51-16,0 0-10 15,0 0-2-15,0 12 12 0,-2 4 2 16,-2 1-2-16,-3-1-1 16,-4 0-5-16,7-5 6 15,-6-5 7-15,4-3 24 16,-1-3 29-16,3 0-16 16,-1 0-8-16,5-7-36 15,0-11-4-15,0-2-3 16,0-4-13-16,0 4 19 15,9 0 0-15,2 6-15 16,-2 9-17-16,3 3-92 16,-6 2-30-16,-2 0-83 15,-1 16-39-15,-3 0-263 0</inkml:trace>
  <inkml:trace contextRef="#ctx0" brushRef="#br3" timeOffset="198357.39">27175 13915 867 0,'0'0'401'0,"0"0"-274"0,0 0-54 0,0 0 75 16,0 0 1-16,0 0-109 0,0 0-20 15,-13 62 18-15,2-20-6 16,4 5 14-16,-4 6-29 16,2 6-9-16,-2 1 0 15,0 4-2-15,4-13-6 16,-1 7-4-16,0-13 4 15,2-11 3-15,4-8-3 16,2-10-17-16,0-9-58 16,0-7-83-16,0 0-7 15,0 0 0-15,0-23-92 16,12-8-254-16,0-7 237 16,-1-9 242-16,-2-6 32 0,-2-10 29 15,2-6 4-15,-1-4 175 16,-1 1-70-16,0 10 37 15,2 11 135-15,-3 15 31 16,1 12-85-16,0 8-125 16,4 7-59-16,2 3-45 15,7 4-6-15,3 2-8 16,6 0-3-16,0 2-1 16,2 16-9-16,-4 10 0 15,-5 4-25-15,-8 8 9 16,-10 2-8-16,-4 0 4 0,-14 0 3 15,-19-8-1 1,-14 1 18-16,-2-10 25 0,5-5 17 16,3-6 18-16,13-5 14 15,10-5-10-15,11-4-23 16,5 2-19-16,2-2-14 16,0 3 33-16,0 1-29 15,0 3-11-15,9 8 6 16,9 1-7-16,4 6 0 15,9 0 0-15,4 3 0 16,6-1-7-16,-1-4-63 16,9-6-117-16,-11-3-182 15,-7-7-580-15</inkml:trace>
  <inkml:trace contextRef="#ctx0" brushRef="#br3" timeOffset="198741.13">27530 14182 1355 0,'0'0'749'0,"0"0"-606"15,0 0-105-15,0 0-2 16,0 0 2-16,0 0-36 16,0 0-2-16,20 51 8 15,-14-15 20-15,-1 8-10 16,-5 5-9-16,0 2-8 15,0-2 11-15,0 1-3 16,-2-10-9-16,-1-5 0 16,3-6 6-16,0-11-6 15,0-4-1-15,0-6 1 0,3-3-1 16,12-3 1 0,9-2 1-16,8 0 26 0,11 0-2 15,5-9-18-15,1-4 0 16,-2 4-7-16,-2 7 0 15,-12-3-5-15,-8 5 4 16,-10 0-31-16,-9 0-38 16,-6 0-54-16,-10 0-109 15,-15 9-48-15,-4 0-109 0</inkml:trace>
  <inkml:trace contextRef="#ctx0" brushRef="#br3" timeOffset="199678.25">25670 15285 454 0,'0'0'121'0,"0"0"-91"0,0 0 2 15,0 0 73-15,0 0-19 16,0 0-39-16,0 0-8 15,-41 4 23-15,36-2 22 16,-1-2-10-16,-3 0-17 0,-5 0-33 16,4 0-5-1,-4 3-6-15,1-1-5 16,-1 0-8-16,1 0-29 0,-2 3-49 16,5-5 7-16,-1 0 17 15,0 4 40-15,4-4 13 16,-1 0 1-16,1 0 25 15,-3 0 4-15,6 2 11 16,-4-2 11-16,1 0-11 16,1 0 4-16,-2 0 25 15,6 0 8-15,0 0 0 16,2 0-16-16,0 0 6 16,0 0-26-16,0 0 13 15,0 0 6-15,0 0-8 16,0 0 24-16,0 0-14 0,0 0-37 15,0 0-8-15,0 0-11 16,0 0-5-16,0 0 4 16,0 0-5-16,0 0-31 15,0 0-45-15,0 0-16 16,-4 0-23-16,1 0-5 16,-1 0 14-16,0-2 5 15,2-2-24-15,2-5-60 16,0 2-54-16,0 3-316 0</inkml:trace>
  <inkml:trace contextRef="#ctx0" brushRef="#br3" timeOffset="209001.43">26772 14893 735 0,'0'0'235'0,"0"0"-168"16,0 0-47-16,0 0 83 15,0 0 33-15,0 0-27 16,-2 0-59-16,2 0 14 16,0 0 31-16,0 0 14 15,0 0-11-15,0 0-14 16,0 0-5-16,0 0-27 15,0 0-12-15,0 0-14 16,0 0 2-16,0 0 12 16,0 0-7-16,0 0-13 15,0 0-11-15,0 0-7 16,9 0 11-16,13 0-7 0,9 0 3 16,18 0-2-16,12-5-1 15,7 3-4-15,11 0 8 16,3 2-10-16,2 0 9 15,1 0-2-15,5 0-7 16,-9 0-5-16,0 0 5 16,-8 0 0-16,-3 0 0 15,-8 0 0-15,-7 0-6 16,-8 0 6-16,-5 0 0 16,-8-2 0-16,-10-1 0 15,-5 3 1-15,-8-2 1 16,-5 2-2-16,-2 0 1 0,-4 0-1 15,0 0-11-15,0 0 11 16,0 0-8-16,0 0 8 16,0 0 0-16,0 0-5 15,0 0-3-15,0 0-2 16,0 0-2-16,0 0-6 16,0 0-5-16,0 0-5 15,0 0 4-15,0 0 5 16,0 0-5-16,0 0-1 15,0 0-39-15,0 0-23 16,0 0-11-16,0 0-7 16,0 0 35-16,0 0 12 15,0 0-2-15,0 0 21 0,0 0 24 16,0 0 8-16,0 0 4 16,0 0 3-16,0 0-1 15,0 0-14-15,0 0 10 16,0 0 5-16,-2 0 11 15,2 0-11-15,0 0 0 16,0 0 14-16,0 0 28 16,0 0 16-16,0 0-1 15,0 0 6-15,0 0-3 16,0 0-24-16,0 0 2 16,0 0-3-16,0 0-7 15,0 0-3-15,0 0 21 16,0 0 15-16,0 0-13 15,2 0-5-15,6 0-6 16,3 0-25-16,1 0 1 0,0-2-12 16,5 0 1-16,0 2 5 15,-4 0-6-15,3 0 1 16,-3 0-2-16,-4 0 0 16,0 0 0-16,-5 0 6 15,0 0-6-15,1 0 0 16,-5 0 7-16,2 0-7 15,-2 0 0-15,0 0-1 16,0 0 1-16,0 0-2 16,0 0-4-16,0 0-20 15,0 0-66-15,-17 0-130 16,-6 0-37-16,-4 2-232 0</inkml:trace>
  <inkml:trace contextRef="#ctx0" brushRef="#br3" timeOffset="-190083.3">15208 15309 16 0,'0'0'219'0,"0"0"-120"16,0 0 2-16,0 0 21 16,0 0 41-16,0 0 32 0,0 0-20 15,5-13-48-15,-5 13-28 16,0 0-21-16,2 0-26 16,-2 0-5-16,0 0-5 15,0 0-6-15,0 0 6 16,0 0 34-16,0 0-22 15,0 0-17-15,0 0-8 16,0 0-4-16,0 13-16 16,0 7-8-16,0 9 25 15,-7 13 12-15,-1 6-11 16,0 7-10-16,4-4-3 16,2 3-14-16,2-5 1 15,0-5 1-15,0-4-1 16,0-9-1-16,0-6-5 0,6-7 4 15,4-11-22-15,3-5 7 16,5-2 16-16,4 0 7 16,9-2 10-16,4-14-7 15,6-4 0-15,-5 6-8 16,-7-1-2-16,-5 4-49 16,-8 2-36-16,-10-2-58 15,-6 0-30-15,0-3-356 0</inkml:trace>
  <inkml:trace contextRef="#ctx0" brushRef="#br3" timeOffset="-189381.66">15369 15073 892 0,'0'0'369'0,"0"0"-274"15,0 0-94-15,0 0 22 16,0 0 55-16,0 0 17 16,0 0-9-16,-11-22-48 15,3 22-31-15,-2 9-1 16,-3 8 10-16,-1 3 3 0,1 0-5 16,1-1-13-16,6-4-1 15,3-4-3-15,3-2 2 16,0-4-1-16,0-5-28 15,0 0 30-15,14 0 0 16,6-11 29-16,9-5 9 16,0-13-17-16,2 2-15 15,-6 0 0-15,-10-6 8 16,-6 2-13-16,-9 4 18 16,0 3 23-16,-2 10 9 15,-20-1 17-15,-5 12-14 16,-4 1-26-16,-3 2-13 15,5 0-8-15,2 0-4 0,5 7-3 16,7 6-46-16,10 3-125 16,5 17-95-16,0-4-120 15,11-4-329-15</inkml:trace>
  <inkml:trace contextRef="#ctx0" brushRef="#br3" timeOffset="-173817.46">28363 14169 160 0,'0'0'306'0,"0"0"-162"16,0 0-93-16,0 0-31 15,0 0 32-15,0 0 27 16,0 0-33-16,4-2-18 16,-4 2-12-16,0-3-10 15,2 3 11-15,-2 0 10 16,0 0 28-16,0 0 18 15,0 0 13-15,0 0 11 16,0 0 6-16,0 0-36 16,0 0-16-16,0 0-35 15,0 0 12-15,0 0-21 16,0 0 13-16,0 0 5 0,0 0-6 16,0 3-5-16,-10 14 10 15,-7 6 40-15,-4 3-1 16,1 3-15-16,-1 0-9 15,2-4-12-15,3-5-2 16,3-5-5-16,3-4-4 16,4-4-10-16,-1 0-6 15,7-3 1-15,0-2 1 16,-2 1-1-16,2 3 1 16,-2-6-2-16,2 0-3 15,0 0-34-15,0 0-50 16,0 0-55-16,0 0-65 0,0 0-123 15,0 0-79-15</inkml:trace>
  <inkml:trace contextRef="#ctx0" brushRef="#br3" timeOffset="-173450.27">28205 14193 735 0,'0'0'377'0,"0"0"-206"0,0 0-171 15,0 0 3-15,0 0-3 0,0 0 52 16,0 0-7-16,11-9-13 16,-5 14 0-16,6 10-3 15,1 5 27-15,3 5-9 16,1 8 11-16,1-2 15 15,0 3-39-15,-2 1-17 16,-6-4-5-16,2-4-11 16,-3-2 10-16,-3-8-10 15,1-3 1-15,-2-3-2 16,-1-2 0-16,-1-2-25 16,1 0-81-16,7-5-62 15,-2 0-97-15,-2-2-110 0</inkml:trace>
  <inkml:trace contextRef="#ctx0" brushRef="#br3" timeOffset="-173066.35">28717 14068 902 0,'0'0'298'15,"0"0"-298"-15,0 0-26 16,0 0 11-16,0 0 15 0,0 0 84 16,0 0 2-16,22 67-9 15,-18-33-14 1,-1 8 4-16,-1 7-4 0,-2-5-27 15,0 3 9-15,0-2-30 16,0-5-8-16,0-2 2 16,0-7 4-16,0-6-1 15,-5-3-11-15,1-7 5 16,2-3-6-16,0-8 1 16,2 5-1-16,-2-7-75 15,0-2-51-15,-5 0-72 16,3-2-35-16,-2-11-530 0</inkml:trace>
  <inkml:trace contextRef="#ctx0" brushRef="#br3" timeOffset="-172548.7">28751 14050 915 0,'0'0'269'16,"0"0"-211"-16,0 0-50 16,0 0-7-16,0 0 31 15,0 0 31-15,0 0-26 16,127-53 0-16,-94 53-4 0,1 2-16 16,-1 18 17-1,-6-2-34-15,-3 4-2 0,-8 1-6 16,-8-3-5-16,-8 2 7 15,0-2 5-15,-4 5 1 16,-25-1 20-16,-11-2 24 16,-4 1 4-16,-10-3 9 15,-2-5 33-15,5-1 18 16,11-5-24-16,13-3-14 16,14-6-9-16,7 2-43 15,6-2-18-15,0 3-35 16,0 1 33-16,15 3 2 15,7 6 28-15,5 5 10 16,9 4-4-16,1 7 3 16,3 0-6-16,1 2 10 0,1-1-18 15,-2 1-13 1,-2-5 5-16,-4-3-11 0,-3 1-3 16,-8-6-1-16,-4-5 0 15,-8-4-44-15,-4-4-17 16,-3-3-55-16,-2-2-94 15,-2 0-52-15,5 0-30 16,-3-5-25-16,0-1-500 0</inkml:trace>
  <inkml:trace contextRef="#ctx0" brushRef="#br3" timeOffset="-172097.18">29304 14487 738 0,'0'0'330'0,"0"0"-228"0,0 0-58 0,0 0 57 16,0 0 59-16,0 0-31 15,0 0-25-15,2-6-33 16,-2 6 1-16,0 0-6 16,0 0-25-16,0 0-13 15,0 0-9-15,0 0-6 16,0 0 6-16,0 0 3 15,0 0 7-15,0 0-7 16,0 0 5-16,0 0-15 16,0 0-12-16,0 0-6 15,0 9-3-15,0 3 9 0,0 11 3 16,0 4 19-16,-2 2-11 16,2 4 6-16,0-2-6 15,0-2-10-15,0-2 0 16,0-5-1-16,2 0 0 15,4-4-9-15,3-7 3 16,-3-2 6-16,2-2 0 16,-4-4 0-16,0-3-1 15,1 0 1-15,1 0-17 16,6 0 6-16,-1-10-9 16,4-8-44-16,-1-24-100 15,-3 9-77-15,-5-3-301 0</inkml:trace>
  <inkml:trace contextRef="#ctx0" brushRef="#br3" timeOffset="-171682.12">29446 14258 1001 0,'0'0'345'0,"0"0"-324"0,0 0 14 16,0 0-32-16,0 0 97 0,0 0-43 15,0 0-57-15,0-18-4 16,-5 22-8-16,-1 12 12 16,-1 2 35-16,0 0-6 15,3-3-22-15,4-2-7 16,0-1 0-16,0-8-15 15,0-4 1-15,6 0 14 16,10 0 10-16,7 0 32 16,-2-16 9-16,4-1-13 15,-5-6-1-15,-11 1-10 16,-3 2 16-16,-6 0-15 16,0 2 23-16,-13 7 16 15,-9 2-8-15,-1 4-20 16,-6 5-39-16,3 0-42 15,-7 16-138-15,4 7-191 0,9-3-908 0</inkml:trace>
  <inkml:trace contextRef="#ctx0" brushRef="#br3" timeOffset="-154582.89">27345 14937 124 0,'0'0'200'0,"0"0"-132"16,0 0-48-16,0 0-20 16,0 0 9-16,-11 0-9 15,3 0-15-15,4 0-29 16,0 0-135-16</inkml:trace>
  <inkml:trace contextRef="#ctx0" brushRef="#br3" timeOffset="-66215.15">12339 16274 34 0,'0'0'210'0,"0"0"-140"16,0 0-45-16,0 0-17 16,0 0-6-16,-8 13 15 15,8-13 21-15,0 9-31 16,0 0-7-16,0 2-50 15,0-2-97-15</inkml:trace>
  <inkml:trace contextRef="#ctx0" brushRef="#br3" timeOffset="-64046.21">12337 16015 710 0,'0'0'203'0,"0"0"-135"0,0 0-39 15,0 0 64-15,0 0 54 16,0 0-28-16,0 0-64 16,-14-20-47-16,14 20 3 15,0 0 18-15,0 0-8 16,-2 0-20-16,2 0 0 16,0 0 14-16,-5 20-15 15,5 9 26-15,-2 11 14 16,0 3-29-16,2 13-2 0,0-5-9 15,0 7 23 1,2-5-2-16,5 3-14 0,-1-5 25 16,-2-2-16-16,4 0 10 15,-4-13-4-15,1-3 0 16,-3-8-12-16,0-5-2 16,0-5-7-16,-2-6 9 15,2-2-1-15,-2-3-7 16,0 5-2-16,4-9-22 15,-4 0 6-15,3 0 8 16,0 0-12-16,-1 0-71 16,2 0-99-16,1 0-68 0,-1-13-110 15</inkml:trace>
  <inkml:trace contextRef="#ctx0" brushRef="#br3" timeOffset="-63679.37">12049 16203 76 0,'0'0'1001'0,"0"0"-849"0,0 0-152 0,0 0 7 0,0 0 16 0,0 0 92 16,0 0-46-16,-63-65-69 15,63 61-29-15,0 4 29 0,0 0 17 16,5 0 24-16,6-5-2 16,11 5 6-16,5-2-6 15,18 0 4-15,6 0-8 16,14-3-9-16,10 1 7 16,1-1-11-16,-2-1-7 15,-5 3-5-15,-14 3-10 16,-13 0 2-16,-17 0-2 15,-12 0 0-15,-10 0-37 16,-3 0-81-16,-24 9-33 16,-12 7-102-16,-5 2-348 0</inkml:trace>
  <inkml:trace contextRef="#ctx0" brushRef="#br3" timeOffset="-63109.29">12516 16341 421 0,'0'0'1022'0,"0"0"-881"16,0 0-141-16,0 0-34 15,0 0 34-15,0 0 22 16,0 0-11-16,25-14-11 15,-9 23 0-15,-3 2 12 16,10 3 5-16,-6 6 16 16,1-5-32-16,0 1 4 0,0-1 3 15,-4-1-4-15,5-3 6 16,-5-2-3-16,-1 0 1 16,1-7-8-16,-6 1-6 15,1-3-3-15,0 0 9 16,-2 0 10-16,0 0-4 15,-3 0 3-15,2-3-2 16,-1-8-5-16,-3 0 20 16,5-2-21-16,-5 2 25 15,1 2-10-15,-3-1 15 0,0 9 5 16,0-4 12 0,0 5-14-16,0 0-34 0,0 0 1 15,0 0-2-15,0 0-11 16,0 0-20-16,-5 16 19 15,-6 13 13-15,-7 15 8 16,-4 10 19-16,-1 6-27 16,4 4 0-16,1 1 1 15,5-9-1-15,1-3-1 16,5-13 1-16,-1-11-19 16,8 2-60-16,-2-15-74 15,2-7-93-15,0-5-156 16,8-4-493-16</inkml:trace>
  <inkml:trace contextRef="#ctx0" brushRef="#br3" timeOffset="-62294.7">13000 16426 1117 0,'0'0'374'0,"0"0"-359"15,0 0 15-15,0 0-30 16,0 0 40-16,0 0-40 16,0 0 0-16,-8 80 23 15,1-27-17-15,2 3-6 16,0-1-1-16,3-1-5 16,2-9 6-16,0-1 10 0,0-15-8 15,0-4 5 1,0-10-7-16,0-6 0 0,0-7-68 15,0-2-80-15,0 0-3 16,0-24 31-16,0-7-158 16,0-14 144-16,-8-4 108 15,1-7 26-15,-2-6 30 16,4 2 16-16,1 4 67 16,4 3 30-16,0 8 37 15,0 14-72-15,0 6-29 16,0 10 50-16,0 10-54 15,0 1-48-15,0 4-11 0,0 0-16 16,18 0-6 0,2 4 6-16,4 12-2 0,3-1-20 15,-2 5 21-15,-5 0-20 16,-9 0-26-16,-7 3 12 16,-4-7 24-16,0-1 11 15,-18 1 11-15,-8-3 2 16,2-2 20-16,-3-2-20 15,4-4-2-15,6-5 12 16,7 0 3-16,6 0-11 16,4 0-15-16,0-9-45 15,4-7 34-15,17 1-18 16,10-10 16-16,6 1 0 16,9-5 3-16,0 4 3 15,-1 5-6-15,-5 4 13 0,-5 7 0 16,-10 3 2-16,-2 6-1 15,-11 0-1-15,-1 0 0 16,-1 6-13-16,-6 12-12 16,1 9 25-16,-5 2 0 15,0 2 38-15,0-2-26 16,0 0 18-16,0-4-12 16,4-10-18-16,-2-6-8 15,0-4 7-15,0-3-9 16,0-2 4-16,1 4 4 15,-3 1-47-15,7-5-27 0,-3 0-16 16,5 0-26 0,0 0-102-16,0 0-50 0</inkml:trace>
  <inkml:trace contextRef="#ctx0" brushRef="#br3" timeOffset="-62124.57">13339 16118 1175 0,'0'0'278'0,"0"0"-278"0,0 0-262 16,0 0 93-16,0 0 73 16,0 0 62-16,0 0-122 0,71 89-376 15</inkml:trace>
  <inkml:trace contextRef="#ctx0" brushRef="#br3" timeOffset="-61844.29">13707 16287 186 0,'0'0'182'0,"0"0"-125"15,0 0-41-15,0 0-4 16,0 0 14-16,0 0 73 16,0 0 17-16,41-4 33 15,-41 4 8-15,0 0-56 16,-8 0-72-16,-5 9 9 15,-5 11 18-15,-5 4 7 16,-1 7 31-16,0 8-33 16,1-10 3-16,10-3-24 15,6-6-27-15,5-2-13 0,2 0-25 16,0-9 6-16,18 0 3 16,9-7 6-16,8-2-16 15,28 0-116-15,-8-2-159 16,-6-7-114-16</inkml:trace>
  <inkml:trace contextRef="#ctx0" brushRef="#br3" timeOffset="-60992.64">14030 16323 515 0,'0'0'720'0,"0"0"-601"15,0 0-118-15,0 0 11 16,-114 64 10-16,92-39 7 16,7-2-9-16,5-1-19 15,8-4-2-15,2-3-17 16,0-10-31-16,0-3 23 16,12-2 26-16,0 0 7 15,9 0 15-15,0-2 1 16,4-16 13-16,4 2-14 15,-4-4-14-15,-5 0-7 16,-5 5 16-16,-6 1 4 16,-4 9-20-16,-3 5-1 15,-2 0 0-15,0 0-15 0,0 0 15 16,0 19 5 0,0 1 11-16,0 4 33 0,7-4-45 15,2 0 4-15,1-9 1 16,2-2-9-16,1-4-8 15,1-5 8-15,1 0 11 16,10-5-2-16,2-15-18 16,2-9-74-16,0-6 28 15,-2-6-74-15,-8 1 61 16,-1 0-80-16,-7-2-13 16,3 2-21-16,-3 0 67 15,-5 6 115-15,-2 12 78 0,-4 9 46 16,0 2 25-1,0 11-23-15,0 0-67 0,-2 6-43 16,-6 23 20-16,-1 7 50 16,3 13-47-16,-4 2-23 15,10-2-16-15,0-5 1 16,0-4 2-16,12-6-3 16,-1-9 0-16,-3-12-5 15,2-2-10-15,-2-11 15 16,5 0 9-16,3-4 10 15,2-16-19-15,4-14-50 16,1-2 32-16,-4-8 7 16,2-7-55-16,-5 2 14 15,-3 0-3-15,-3-7-7 16,-4 7 33-16,0 14 29 0,-4 5 62 16,-2 12 11-1,0 12 99-15,0 6-67 0,0 0-65 16,0 0-27-16,0 20-1 15,0 15 45-15,-8 15 15 16,2 5 3-16,0 8-47 16,6-3-12-16,0 0-9 15,0-11 3-15,0-4-10 16,0-10-3-16,0-6-108 16,12-9-161-16,-4-11-384 0</inkml:trace>
  <inkml:trace contextRef="#ctx0" brushRef="#br3" timeOffset="-60474.06">14747 16336 1057 0,'0'0'550'15,"0"0"-535"-15,0 0-4 0,0 0-3 0,0 0 53 0,0 0-61 16,0 0-12-16,-4 25 12 16,15-1 0-16,3-2 0 15,5 1 12-15,1-3-12 0,5-4 0 16,-1-7-1-16,1-3 1 15,-1 3-22-15,-1-4 12 16,-2-5 10-16,0 0 3 16,-3 0-2-16,-1-16-2 15,-5 3-12-15,1-7 13 16,-7 0 2-16,-3 0 19 16,-1-1-11-16,-2 3 16 15,0 7 8-15,0 7 14 16,0-3 18-16,-2 7-21 15,-5 0-43-15,-8 7 10 16,-5 26-7-16,-16 14 1 0,-9 18 9 16,-8 17 1-1,-3-2-16-15,9 5 5 16,7-11-6-16,7-10 1 0,10-10-18 16,13-8-61-16,10-12-96 15,0-9-141-15,4-19-334 0</inkml:trace>
  <inkml:trace contextRef="#ctx0" brushRef="#br3" timeOffset="-59738.26">15665 16236 171 0,'0'0'975'0,"0"0"-799"15,0 0-134-15,0 0-2 16,0 0 44-16,0 0-23 15,0 0-61-15,0-4-7 0,0 28 7 16,-2 16 21-16,-3 9 0 16,-2 7-12-1,7-5 1-15,0-2-10 0,0 0 0 16,0-13-2-16,0-7 2 16,10-9-8-16,-6-7-3 15,1-11-61-15,-3-2-13 16,0 0 74-16,-2-22-17 15,2-11 18-15,-2-7 10 16,0-16 9-16,0-2 1 16,0-2-10-16,0-5-4 15,2 7 4-15,3 9 40 16,-1 9 19-16,1 14 26 16,2 10-20-16,-3 3 4 15,0 8-40-15,5 3-13 0,3 2-16 16,3 0-4-16,7 0 2 15,-1 16-22-15,3 4 17 16,-8 6-46-16,1 8 4 16,-10-5-2-16,-5 2 29 15,-2-2 22-15,0-3-14 16,-13 1 6-16,-7-5 8 16,0-2 7-16,-1-1 22 15,4-4 25-15,1-1 17 16,7-3-27-16,3 4 1 15,6-6-20-15,0 2 0 16,0 3-16-16,2-3-8 16,15 2 25-16,6-2-13 15,8 3-1-15,5-3-10 16,4-5-1-16,0-1-1 0,4-1-5 16,-1-4-131-16,1 0-104 15,-4 0-146-15,-15 0-359 0</inkml:trace>
  <inkml:trace contextRef="#ctx0" brushRef="#br3" timeOffset="-59506.82">16135 16385 968 0,'0'0'488'16,"0"0"-405"-16,0 0-73 16,0 0 47-16,0 0 12 15,0 0-7-15,0 0-9 16,-53 116-19-16,46-67-34 15,7-4-6-15,0-5-7 0,0-7 13 16,0-8 13-16,0-10-13 16,7 1-24-16,1-7-50 15,4-9-78-15,7 0-19 16,0-14-191-16,-3-8-500 0</inkml:trace>
  <inkml:trace contextRef="#ctx0" brushRef="#br3" timeOffset="-59375.19">16146 16049 558 0,'0'0'833'0,"0"0"-833"0,0 0-410 16,0 0 25-16,0 0-5 0</inkml:trace>
  <inkml:trace contextRef="#ctx0" brushRef="#br3" timeOffset="-58724.66">16842 16381 562 0,'0'0'597'0,"0"0"-522"0,0 0-74 15,0 0 24-15,0 0 73 16,0 0-37-16,0 0-35 16,0-5-17-16,0 5-8 15,0 0 9-15,0 9-7 16,0 12 32-16,0 3 6 0,2 12-8 15,6-5-4-15,-1 7 3 16,0-7-30 0,-2 7 6-16,3-7 3 0,-3-2-9 15,4-9-1-15,-4-7-1 16,-1 3 0-16,-2-10-1 16,0-1-11-16,0-5-8 15,-2 0-98-15,0-16-143 16,0-4-573-16</inkml:trace>
  <inkml:trace contextRef="#ctx0" brushRef="#br3" timeOffset="-58574.31">16784 16192 1300 0,'0'0'196'0,"0"0"-196"16,0 0-88-16,0 0 1 15,0 0-134-15,0 0-142 0</inkml:trace>
  <inkml:trace contextRef="#ctx0" brushRef="#br3" timeOffset="-58222.33">17080 16327 591 0,'0'0'303'0,"0"0"-218"16,0 0-64-16,0 0 107 15,0 0 84-15,0 0-66 0,0 0-28 16,42-6-71 0,-42 6-41-16,-2 0-9 0,-12 4 10 15,1 12 18-15,0 4 4 16,-3-5-29-16,5 1 18 16,7-2-18-16,2 1-9 15,2-1-11-15,0 1-20 16,4-4 30-16,11 3 5 15,12 1 5-15,4-4 21 16,-2 5-21-16,0-3-1 16,-10 1-1-16,-9-3-20 15,-7-5-17-15,-3-1 29 16,-3-1 10-16,-21 1 67 16,-5-1-19-16,-7-2-19 15,-1 1-29-15,3-3-10 0,-1 0-111 16,12 0-187-16,5 0-538 15</inkml:trace>
  <inkml:trace contextRef="#ctx0" brushRef="#br3" timeOffset="-57823.97">17610 16118 1031 0,'0'0'318'0,"0"0"-233"16,0 0-43-16,0 0 83 15,0 0 9-15,0 0-73 16,0 0-27-16,-6-11-22 16,6 18-11-16,-2 13 11 15,-1 15 22-15,-2 14-5 16,5 7-5-16,0 6-24 16,0-2 17-16,5 5-17 15,4-9 0-15,2-3-10 16,0-4-41-16,1-15-37 15,3-8-29-15,-4-8-84 0,0-7-200 16</inkml:trace>
  <inkml:trace contextRef="#ctx0" brushRef="#br3" timeOffset="-56470.51">17906 16475 970 0,'0'0'357'15,"0"0"-261"-15,0 0-87 16,0 0 63-16,0 0 40 16,0 0-24-16,0 0-34 15,29-108-21-15,-29 108-33 0,0 0-14 16,-6 0 13 0,-9 14 0-16,-8 11 1 0,-2 4 33 15,-2 6-31-15,8-4-2 16,3 5-15-16,12-3 2 15,4 1 3-15,0-12-18 16,2 0 21-16,14-11 7 16,-1-2 16-16,7-9-10 15,3 0 8-15,1 0-3 16,3-20-11-16,-2-4-7 16,-2-10-26-16,-7-1-2 15,-1-3 24-15,-5 2-3 0,-3 10 4 16,-7 3 10-1,2 12 26-15,-2 0 2 0,-2 8-18 16,0 3-10-16,2 0-34 16,0 0-2-16,3 14 4 15,2 6 32-15,2 9 23 16,6-4-8-16,-1 6-7 16,3-7 4-16,1 5-5 15,-2-9-7-15,0 0 0 16,-3-4 0-16,3-3 7 15,-8-2 4-15,2-2-10 16,-8-7-1-16,0-2 2 16,0 3 17-16,-2-3-6 0,0 0 3 15,0 0 91 1,0 0 17-16,0 0-20 0,0-18-8 16,0-7-62-16,0-6 3 15,0-4-18-15,2-3-11 16,3 2-2-16,-1 7-6 15,5 0 0-15,-4 14 0 16,1-1-22-16,1 7-37 16,2 4-73-16,2 3-81 15,9 2 17-15,2 0 17 16,7 0-69-16,5 0-15 16,-1 0 66-16,3 2-8 15,-5 1 51-15,-2-1 154 16,-2-2 4-16,-5 0 159 15,-5 0-17-15,2-2 10 16,-11-7 25-16,0 4-22 16,-8-4-1-16,0 7-16 0,0 0-6 15,0 2-79-15,-8 0 0 16,-7 0-32-16,-10 18-14 16,-4 7 14-16,-2 4 0 15,4-3-17-15,10-1-8 16,8-12-22-16,4-2-3 15,5-2 24-15,0-7-2 16,0-2 3-16,0 0 0 16,5 0 8-16,8 0 13 15,7 0-8-15,2-6-6 16,-1 1-2-16,-4 5-4 16,-3 0-2-16,-5 0-22 0,1 25 5 15,0 10 10-15,1 14 8 16,0 7 2-16,0 13 5 15,-2 5-5-15,7 1-2 16,-5-1-22-16,2-5 17 16,-4-13 4-16,-6-7 1 15,-3-16-22-15,0-11-3 16,0-8-1-16,0-10 26 16,-3-4 36-16,-1 0 46 15,-3-4-13-15,2-16-48 16,1-9-15-16,4-11-6 0,0-9 28 15,2-7-10-15,16-7-18 16,9-1-7-16,7 2-2 16,1 4-50-16,3-3 17 15,2 3 17-15,0 3-15 16,-2 4 29-16,-7 4 0 16,-6 7-3-16,-10 9 14 15,-3 11 1-15,-12 6 16 16,0 9-4-16,0 5 20 15,-21 0-16-15,-3 9-1 16,-5 21-15-16,0 5 0 16,6 5-1-16,8 9-21 15,11-4-3-15,4-5 24 16,0-5 28-16,27-6-1 16,4-4-5-16,8-11 5 0,11-8-9 15,5-6-15-15,28-11-3 16,-17-14-240-16,-12 1-548 0</inkml:trace>
  <inkml:trace contextRef="#ctx0" brushRef="#br3" timeOffset="-47411.06">20551 16789 408 0,'0'0'170'0,"0"0"-111"15,0 0-4-15,0 0 63 16,0 0 31-16,0 0 36 0,0 0 8 15,16 18-38-15,-16-18 8 16,0 0-37-16,0 0 19 16,0 0-43-16,-12 0-24 15,-5 0-7-15,-12-14-45 16,-7-6-5-16,-7 0-9 16,-1-9-12-16,-5-7 19 15,5-2 0-15,-1-2-1 16,7-4 16-16,5 4-34 15,8-5-6-15,8 10-11 16,5-1-14-16,10 7 30 16,2 9 1-16,0 0-12 15,2 4-4-15,14 7 15 0,1 5 0 16,2-7 1 0,-3 11-1-16,-6 0 1 0,-1 0-41 15,-5 0-14-15,-1 17 5 16,0 6 46-16,-3 12 2 15,0 6 2-15,-6 8-6 16,-9-5 2-16,-7 7 4 16,-5-2 1-16,2-4 9 15,6-7 6-15,1-7-7 16,7-11 2-16,4-6-11 16,7-10-19-16,0-2-11 15,0-2 30-15,11 0 4 16,20 0-3-16,11-2 9 0,10-7 6 15,10-9 9 1,3 7-25-16,-1-5-18 16,-6 7-90-16,-6 5-121 15,-6-1-88-15,-13 3-192 0,-12 2-435 0</inkml:trace>
  <inkml:trace contextRef="#ctx0" brushRef="#br3" timeOffset="-46162.44">21357 16619 839 0,'0'0'536'0,"0"0"-515"15,0 0 16-15,0 0 27 16,0 0 103-16,0 0-52 15,0 0-20-15,14-118-16 16,-32 107-15-16,-4-4-38 16,-11 1 15-16,-8 8-41 0,-7 3 7 15,-10 3 0-15,-2 0 1 16,4 14-8-16,4-3 6 16,12 2 13-16,13-6-11 15,17-3-8-15,10 1-47 16,0-1-27-16,13-4 65 15,16 0 6-15,14 0-12 16,7 0 16-16,6-11-2 16,-2 2 1-16,-6 0-9 15,-7 0 7-15,-14 7 1 16,-14 2-7-16,-2 0-10 16,-11 0-13-16,0 7 3 15,0 15 28-15,0 14 12 0,0 8 16 16,0 12-27-1,0 2-1-15,0 7 0 0,2 4 0 16,5-3-5-16,4 3-89 16,-5-11 74-16,-1-6 14 15,-5-8-6-15,0-10-4 16,0-14 16-16,-15-5 0 16,-1-6 54-16,-2-9 28 15,0 0-32-15,3-9 2 16,-1-15-52-16,7-12 13 15,3-8 15-15,6-6 6 16,0-5-15-16,2-10-19 16,20 12 8-16,2 2-8 15,1 13-15-15,6 7-1 16,-2 12-2-16,-2 8-19 0,-2 11-21 16,-2 0 31-16,-2 16-3 15,-3 18 18-15,-5 6 12 16,-4 4 12-16,-2 1 4 15,-3-1-16-15,-4-8-5 16,0-12 5-16,0-8-1 16,0-12 1-16,0 1 17 15,0-5 6-15,0 0 11 16,0-5 4-16,0-15-36 16,3-9 5-16,3-6 11 15,1-1-5-15,2 3-8 16,-2-1-5-16,3 14-1 0,-3 9-1 15,-5 7-8-15,3 4-41 16,-2 4 2-16,-1 21 49 16,2 10 6-16,0 5 6 15,1 3 3-15,-1-3-15 16,0-9 6-16,6-7-6 16,-4-10-2-16,-1-8-14 15,-1-1 12-15,0-5 4 16,6-5 13-16,1-15 17 15,7-13 1-15,-1-3-15 16,6-8-2-16,-3-3-12 16,-1 0 4-16,4 3-6 15,-5 8 0-15,-3 5-15 16,-4 13 3-16,-3 13 2 16,-6 5-50-16,-2 0 18 0,0 23 42 15,0 13 6-15,0 4 16 16,0 4 12-16,0 5-33 15,0-9 23-15,0 5-24 16,0-16 0-16,0-5-49 16,4-2-124-16,-2-8-125 15,0-9-399-15</inkml:trace>
  <inkml:trace contextRef="#ctx0" brushRef="#br3" timeOffset="-44911.46">22167 16635 951 0,'0'0'310'16,"0"0"-258"-16,0 0-51 15,0 0 39-15,0 0 24 16,0 0-12-16,0 0-51 16,0 0-1-16,0 0-8 15,0 0 8-15,0 0 9 0,0 0 4 16,0 0-7-16,0 0-6 16,0 0 9-16,0 0-8 15,0 0 0-15,0 0 5 16,0 0-5-16,0 0 1 15,0 0 18-15,0 0-20 16,0 0 0-16,0 0 0 16,0 0-1-16,0 0-1 15,0 0-4-15,0 0 6 16,0 0 9-16,0 0-8 16,0 0 0-16,0 0 1 0,0 0 5 15,0 0-5 1,0 0-2-16,0 0 11 0,0 0-9 15,0 0-1-15,0 0-1 16,0 0 0-16,0 0 7 16,0 0-7-16,0 0-8 15,0 0 7-15,0 0 1 16,0 0-2-16,0 0 2 16,0 0 0-16,0 0 0 15,0 0-2-15,0 0 1 16,0 0-12-16,0 0-9 15,0 0 12-15,0 0-17 16,0 0 3-16,0 0-22 16,0 0-27-16,0 0-38 15,0 0-106-15,0 0-173 0</inkml:trace>
  <inkml:trace contextRef="#ctx0" brushRef="#br3" timeOffset="-42674.6">21627 16078 738 0,'0'0'390'0,"0"0"-239"16,0 0-105-16,0 0 56 15,0 0 96-15,0 0-7 16,0 0-86-16,-33-29-61 0,33 29-10 16,0-5-18-1,0 3 0-15,0 0-16 16,0 0-8-16,4-1-17 0,4 1 4 15,4-2 21-15,9-5 30 16,3 4-9-16,5-1-21 16,2 6-17-16,-2-5-14 15,-2 5-14-15,-3 0 2 16,-5 0-28-16,-4 0-37 16,-9 5 43-16,-4 1-3 15,-2 8 29-15,0-1 15 16,-13 8 24-16,-13 3 18 15,-8 3 15-15,-6 2-4 16,2 6 8-16,2-6 24 16,9-4-11-16,10-10-9 15,9-8-41-15,4-3-3 16,4-1-16-16,0-3 1 0,0 0-30 16,16 0 48-16,7 0 15 15,6 0 2-15,2 0-17 16,9 0-12-16,-2 0-7 15,2 0-56-15,-4 0-17 16,-3 0-74-16,1 0-125 16,-7 0-87-16,-10 0-287 0</inkml:trace>
  <inkml:trace contextRef="#ctx0" brushRef="#br3" timeOffset="-41924.38">22294 16341 645 0,'0'0'353'0,"0"0"-229"0,0 0-56 15,0 0 35-15,0 0 9 16,0 0-28-16,0 0-49 16,0-5-28-16,0 5-6 15,0 0 5-15,0 5 4 16,0 15 30-16,0 15 11 15,0 10 8-15,0 13-21 16,0 9-4-16,0 2-18 16,2-9-13-16,2 3 1 15,0-14-4-15,1-3 22 16,-5-10-2-16,0-9 2 16,0-7 21-16,0-9-10 0,0-5-15 15,0-3-2-15,0-1-1 16,0-2-5-16,0 0 2 15,0 0-12-15,0 0-13 16,5 0-78-16,2-11-101 16,-1-14-10-16,-2 1-411 0</inkml:trace>
  <inkml:trace contextRef="#ctx0" brushRef="#br3" timeOffset="-41123.48">22331 16381 971 0,'0'0'332'16,"0"0"-297"-16,0 0-34 15,0 0 43-15,0 0 92 16,0 0-37-16,0 0-55 16,87-45-38-16,-72 50 0 15,-3 10-5-15,-7 10 1 16,-3 6 19-16,-2 3-13 15,0 1 9-15,-13 3-7 16,-8-2 1-16,-3-5 8 16,-1-7 29-16,6-4-4 15,0-2 19-15,9-11-24 16,3-3-5-16,2 1-33 0,5-5-1 16,0 0 0-16,0 4-17 15,0-4 17-15,0 5 0 16,9 1 11-16,4 5 17 15,3 3-8-15,6 1 9 16,3 4-17-16,2 1 20 16,6 0-20-16,-4 0-3 15,0-5-8-15,-4 5 6 16,-6-4-7-16,-3 2-25 16,-9-7-41-16,1-2-64 15,-6-3-30-15,2-1 15 16,-4-1-44-16,2 1-30 15,2-5 10-15,0 0 72 16,5 0 66-16,5-5 38 16,3-6 24-16,4-2-1 0,1 2-6 15,0-3-4-15,0-1 20 16,-1 4 15-16,-6 2 37 16,-4 0 58-16,-4 7 68 15,-3-1-2-15,-4 3 21 16,0 0-31-16,0 0-7 15,0 0-33-15,0 3-65 16,0 14-39-16,0 8 57 16,0 8-14-16,-2 3-36 15,0 2-29-15,0-3 17 16,0 1-17-16,2-2 10 16,0-8-10-16,0-3 0 0,0-12-9 15,0-2-4-15,0-3 7 16,0-1 4-16,4-5-6 15,9 0 8-15,5 0 1 16,7 0 9-16,10 0-1 16,3-5 6-16,2-6-8 15,3 2-7-15,-6-2-3 16,-3 2-72-16,-5 0-105 16,-7-2-73-16,-7 0-91 15,-8-3-393-15</inkml:trace>
  <inkml:trace contextRef="#ctx0" brushRef="#br3" timeOffset="-40622.78">23613 16495 604 0,'0'0'591'16,"0"0"-426"-16,0 0-120 0,0 0-6 15,0 0 63-15,0 0-22 16,0 0-80-16,2 22 9 16,-2 11 55-16,0 3 18 15,2 8-21-15,5 5-33 16,-3-10-28-16,6-4 13 16,-4-6-12-16,-2-9-1 15,1-4 16-15,-1-12-16 16,-4-2 21-16,0-2 29 15,0 0 11-15,0 0-47 0,0 0-2 16,0 0 10 0,4 0-20-16,-4 0 17 0,0 0-19 15,0 0-9-15,0 0-87 16,0 0-42-16,0 3-64 16,0-3-93-16,-4 2-201 15,0-2 164-15</inkml:trace>
  <inkml:trace contextRef="#ctx0" brushRef="#br3" timeOffset="-40356.74">23568 16274 1089 0,'0'0'332'0,"0"0"-241"16,0 0-40-16,0 0 38 15,0 0 17-15,0 0-79 16,0 0-17-16,-5-20-10 16,5 20-76-16,0 0-36 15,0 0-83-15,0 4-159 16,0 5-205-16</inkml:trace>
  <inkml:trace contextRef="#ctx0" brushRef="#br3" timeOffset="-39822.74">23831 16506 845 0,'0'0'242'0,"0"0"-157"16,0 0 98-16,0 0 14 15,0 0-39-15,0 0-78 16,0 0-19-16,113 0-18 16,-101 0-20-16,-4-5-23 15,-5 5 0-15,-1 0-8 16,-2 0-5-16,0 0 0 16,0 0 10-16,0 0-3 15,-13 0-13-15,-5 14 19 16,-4 1 22-16,-5 5 9 15,0-4-31-15,3 2 15 0,3-3-2 16,13-8-13-16,1 2-5 16,1 0 2-16,6-5-6 15,0 3-6-15,0 2 14 16,6-3-43-16,9 8 44 16,12-5 10-16,4 6 1 15,7-6-4-15,1 7-7 16,-4 4-7-16,-4-4-19 15,-8-1-6-15,-8 1-5 16,-7-3 17-16,-8 1-4 16,0-3 13-16,-15-2 11 15,-20 2 64-15,-12-7 4 0,-9 1-5 16,-7-5 1 0,11 0 6-16,2 0-48 0,13 0-17 15,12-9-5-15,12-2-87 16,11-3-80-16,6-1-75 15,20-3-51-15,5 2-406 0</inkml:trace>
  <inkml:trace contextRef="#ctx0" brushRef="#br3" timeOffset="-39322.78">24535 16276 807 0,'0'0'314'0,"0"0"-231"0,0 0-49 16,0 0 30-16,0 0 23 15,0 0-29-15,0 0-11 16,-4 42 60-16,8 1 3 16,9 3-23-16,-2 8-22 15,3 2 5-15,-1 2-39 16,3-5-8-16,-5-2-10 16,1-11-13-16,-2-1 0 15,-3-13 1-15,-3-1-8 16,0-7-32-16,0-7-87 15,-2-5-81-15,4-6-47 0,-4 0-143 16,7 0-187-16</inkml:trace>
  <inkml:trace contextRef="#ctx0" brushRef="#br3" timeOffset="-38539">24880 16699 721 0,'0'0'285'0,"0"0"-235"15,0 0-2-15,0 0 114 16,0 0-9-16,0 0-71 16,0 0 1-16,49-95 3 15,-49 86 0-15,0 0-10 16,0 4-4-16,-4 3-44 16,-9 2 6-16,-10 0-18 15,-8 0-4-15,-7 16 24 0,-4 4 34 16,4 4-2-16,6 1-31 15,11-1-36-15,7 6-2 16,5-4-7-16,7 3 8 16,2-9 0-16,0 0 0 15,0-6 0-15,2-3-6 16,9-7 5-16,5-4-5 16,6 0-13-16,5 0 19 15,4-20-28-15,4-4 21 16,0-1-15-16,-4-4 7 15,-2 3-17-15,-10 3 11 0,-5 12 15 16,-7 6 5 0,-7 5-18-16,0 0 11 15,0 0-2-15,0 0 10 0,0 16 7 16,0 7 5-16,0-3-5 16,0 4-7-16,0-6-2 15,6-5-7-15,1-2-25 16,4-6 5-16,0-5-30 15,4 0-1-15,3-7 25 16,5-13-30-16,2-4 6 16,-2-1 1-16,0-9 20 15,-3 14 19-15,-4 0 18 16,-5 5-1-16,-4 6 2 16,-5 9 17-16,-2 0 34 0,0 0-17 15,0 9-5-15,0 15 47 16,0 7-24-1,0 8-27-15,2 5-12 0,0-4-7 16,3-4-5-16,-1-12 0 16,-2-4 8-16,-2-11 0 15,0-2 10-15,0-7 54 16,0 0 22-16,2 0-34 16,3-11-2-16,2-14 5 15,-1-10-46-15,11-3 1 16,-5-2-2-16,9-5-17 15,-6 9-26-15,1 3 26 16,-3 6 0-16,1 9-95 0,-1 7-93 16,9 11-94-1,-4 0-54-15,0 0-225 0</inkml:trace>
  <inkml:trace contextRef="#ctx0" brushRef="#br3" timeOffset="-37803.59">25612 16566 356 0,'0'0'759'0,"0"0"-533"0,0 0-117 15,0 0 22-15,0 0 51 16,0 0-28-16,-117-7-34 16,91 23-57-16,5-3-28 0,6 3-35 15,9-5-24 1,0-7 24-16,6 1 6 0,0-5-6 15,0 0 0-15,0 0-9 16,0 0-10-16,3 0 19 16,6 0 10-16,2 2-9 15,-3 2 11-15,9 10 1 16,-4 1-13-16,3 14-18 16,-1 7 18-16,5 18 20 15,-2 10-8-15,0 5-3 16,-4 11-9-16,-4 5 0 15,-1 0 0-15,-5-7-18 16,-1-9 18-16,-3-9 1 16,0-15-1-16,0-14-19 15,-9-11 19-15,-6-11 21 16,-6-9 36-16,1 0-1 0,3-5-2 16,3-15-18-16,3-13-36 15,4-12 0-15,7-11-1 16,0-4 1-16,7-9-13 15,18 0-60-15,6 4-9 16,4 10-49-16,7 10-46 16,3 10-2-16,-3 8 51 15,8 7 37-15,-6 9 57 16,-5-3 34-16,0 8 16 16,-7-5 17-16,-6-3 6 15,-6 3 2-15,-2-9-4 0,-5 0-4 16,-6-4-13-16,-4 4-5 15,-3-3-6-15,0 7-8 16,0 5 30 0,-14 2 13-16,-9 9-25 0,-5 0-1 15,-8 0 8-15,2 20 53 16,1 5 21-16,6 4-29 16,10-2-31-16,10 2-8 15,7-5 7-15,0 1-20 16,2-5-18-16,18-5 15 15,9-6-10-15,9 2-6 16,13-11-31-16,28 0-89 16,-8 0-199-16,-16-6-389 0</inkml:trace>
  <inkml:trace contextRef="#ctx0" brushRef="#br3" timeOffset="-37304.18">26948 16497 1046 0,'0'0'610'0,"0"0"-527"0,0 0-50 15,0 0 58-15,0 0 48 16,0 0-63-16,-116-31-27 16,87 46-21-16,-2 10-12 15,2 6-10-15,7 2 19 16,2 1-23-16,11-3 2 16,2-2 3-16,4-9-5 0,3-7-2 15,0-2-9-15,0-1-21 16,17-10-17-16,5 0-2 15,9 0-68-15,7-10-25 16,4-8-51-16,22-13-41 16,-16 0-122-16,-4 7-152 0</inkml:trace>
  <inkml:trace contextRef="#ctx0" brushRef="#br3" timeOffset="-36920.21">26948 16497 744 0,'102'109'346'0,"-106"-85"-164"16,-5 10-67-16,5-1-25 0,0 8-3 15,4-6-19-15,0-4-39 16,2-6-29-16,13-7 12 16,1-7 1-16,3-7 6 15,2-4-18-15,8-9 27 16,-2-15-14-16,2-12-14 16,-2-4 0-16,-4-9 0 15,0-2-6-15,1-3-1 16,-3-1 7-16,-2 6 7 15,-3 4-5-15,-3 12-1 16,-6 12 34-16,0 12-10 16,-5 9-19-16,-2 0-6 15,3 9-6-15,-3 16 6 16,2 11 51-16,0 4-24 16,-2 7-13-16,0-3 2 0,0-4-5 15,-4-4-10-15,-17-12 0 16,-4-4 7-16,-8-15-8 15,-7 0 19-15,-5-5-19 16,-1 0-61-16,-1-30-81 16,11 1-17-16,11 0-325 0</inkml:trace>
  <inkml:trace contextRef="#ctx0" brushRef="#br3" timeOffset="-35919.57">27993 16372 1097 0,'0'0'198'0,"0"0"-181"16,0 0-16-16,0 0 42 16,0 0 2-16,0 0 27 15,0 0-25-15,-2 125-11 16,2-83 15-16,0-2 3 16,0-9-15-16,8-2 12 15,-1-13-17-15,0-3-12 0,0-6 7 16,2-3 17-1,4-4-38-15,5 0 25 0,2-6-7 16,7-12-26-16,-3-2-6 16,5 0-22-16,-7 0-20 15,-4 0-18-15,-9 4 22 16,0 3 22-16,-7 6 9 16,-2 5 13-16,0 2 43 15,0 0 2-15,0 0-22 16,0 0-17-16,0 9 19 15,0 4 6-15,0 3-31 16,0-3 27-16,0-2-26 0,0-4 0 16,10-5 11-1,0-2-6-15,5 0 22 0,4-4 30 16,-1-16-32-16,1-3 11 16,-5-3-21-16,-5-3-4 15,-7 0-12-15,-2 2 0 16,0-2-6-16,-20 4-1 15,-8-4 7-15,-7 14-25 16,-7-1-44-16,2 5-66 16,-9 11-72-16,9 0-126 15,16 0-363-15</inkml:trace>
  <inkml:trace contextRef="#ctx0" brushRef="#br3" timeOffset="-35169.06">28412 16450 811 0,'0'0'313'0,"0"0"-242"15,0 0-37-15,0 0 18 16,0 0 42-16,118-87-50 16,-107 65-17-16,-9 4 1 15,-2 2-9-15,0 1-8 16,-16 6 43-16,-7 2-41 15,-10 7 8-15,0 0 2 16,0 2 12-16,6 18-3 16,8 7-9-16,5 9-1 15,7 4 12-15,7 0-5 0,0 0-4 16,21-2 0-16,1-7-9 16,2-6-2-16,5-10 5 15,2-6 8-15,0-4-7 16,3-5-17-16,6 0-3 15,-2-18-48-15,-5-7-41 16,-1-6-14-16,-6-4 38 16,-5-10 21-16,-6-4-30 15,-4 0 9-15,-6-7-2 16,-3 3 15-16,-2 4 2 16,0 13 46-16,0 7 4 15,0 23 146-15,0 6-61 16,0 0-43-16,-5 20-13 15,-4 24 124-15,3 7-17 0,-1 16-61 16,5 4-39-16,2 3-15 16,0-7-14-16,7-5-1 15,8-15-6-15,3-9 0 16,0-14-1-16,-3-17-4 16,6-7 5-16,3 0 29 15,8-16-14-15,1-15-15 16,5-13-17-16,-5-5-42 15,0-11 11-15,-6-3 13 16,-7-4 23-16,-2-2 11 16,-8 5-18-16,-2 6 8 0,-4 13 11 15,-4 19 58 1,0 12 51-16,0 12-27 0,0 2-50 16,0 11-23-16,-2 18 4 15,-12 18 16-15,-1 15 15 16,-1 14-16-16,3-1-15 15,4 4-11-15,2-8-2 16,3-4 0-16,4-18-25 16,0-9-109-16,0-14-205 15,0-12-805-15</inkml:trace>
  <inkml:trace contextRef="#ctx0" brushRef="#br0" timeOffset="-23906.85">21606 12745 659 0,'0'0'153'0,"0"0"-102"0,0 0-51 15,0 0 38-15,0 0 8 16,0 0-11-16,10-5-27 15,-10 5 3-15,2 0-9 16,-2 0 6-16,0 0-2 16,0-2-6-16,3 2-16 15,-3 0-71-15,4-2-126 16</inkml:trace>
  <inkml:trace contextRef="#ctx0" brushRef="#br0" timeOffset="-22340.43">21629 13253 30 0,'0'0'520'0,"0"0"-387"15,0 0-87-15,0 0-4 0,0 0 65 16,0 0-6-16,0 0-41 15,-2-29-21-15,2 29 3 16,0 0 26-16,0 0 7 16,0 0-32-16,0 0 10 15,0 0-7-15,0 0 5 16,0 0-15-16,-2 0 5 16,2 0-8-16,0 0-8 15,0 0-3-15,0 0-17 16,0 0-4-16,0 13 11 15,0 5 10-15,9 7-4 16,0 1 2-16,-2 6-1 16,3 3-4-16,0 3 1 0,-1 0 3 15,-1 5-3-15,-3-1-10 16,-1 4-5-16,-1 1 7 16,-1 2-7-16,-2 0 7 15,0-2-8-15,0 4-1 16,0-2 1-16,0 0 16 15,0-2-14-15,-2-2 17 16,-1-3-9-16,1-2-10 16,0-2 0-16,2-2-2 15,-3-1 1-15,3 3 1 16,-2-2 8-16,0-3-2 16,0-2-4-16,-2 3-2 15,4-8 5-15,0 1-3 0,0 0 3 16,0-5 11-16,0 2-15 15,-2 4 6-15,2-4 4 16,-3 3 10-16,1 2-20 16,2-3 14-16,-2 1-12 15,0 0 5-15,-3 2-13 16,2-3 7-16,1 3-2 16,0 0 1-16,-4-2 11 15,6 2-12-15,-5-2-4 16,1 4 4-16,2-4 0 15,-3 2 9-15,-2 2-2 16,1 2 2-16,3 1-1 16,-1-3 2-16,0 3-2 15,2-5-7-15,-4 6 4 0,4-4-4 16,0 3 10-16,0-3-5 16,0-4-6-16,0 4 0 15,-1-5 0-15,1-3 0 16,0 6 2-16,0-2-1 15,0-3 0-15,0 3 19 16,0-3-7-16,2 10-13 16,-6-5 16-16,4-5-15 15,2 1-1-15,0-3 13 16,0-4 5-16,-2-3-18 16,2-1-7-16,0 1 7 15,-2 1 2-15,2-5-1 16,0 3 1-16,-2 1 8 0,2-4 7 15,-3 3-17-15,3-5-1 16,-2 2 1-16,2-7 0 16,0 1 1-16,0-5-1 15,0 0-6-15,0 0-1 16,0 0-2-16,0 0-7 16,0 0-15-16,0 0-26 15,0 0 4-15,0-3-17 16,0-10-81-16,0-19-60 15,0 6-130-15,0-8-387 0</inkml:trace>
  <inkml:trace contextRef="#ctx0" brushRef="#br0" timeOffset="-16983.57">21398 12892 854 0,'0'0'303'0,"0"0"-217"16,0 0-62-16,0 0 104 15,0 0-8-15,0 0-42 16,0 0-51-16,-2-7-12 15,2 5 26-15,0 2 18 16,0-3 0-16,0 3-11 0,0-2-16 16,4 1-4-16,3-2 0 15,9 1-18-15,7-2 17 16,14-4-4-16,9 2-2 16,8-1-14-16,8 0-5 15,5 3 9-15,2 0-11 16,7 1 11-16,2 1 2 15,2 2-3-15,3 0-9 16,-3 0 8-16,-2 0-9 16,-3 0 0-16,-2 0 0 15,-1 0 9-15,-3 0-9 16,-4-4 0-16,-1 1 1 16,-3 3-1-16,-1-2 0 0,-2 2-1 15,-2-2 1-15,0 2-5 16,-2-2 5-16,2 2 0 15,2 0 1-15,5-5-1 16,-3 3 1-16,9 2-1 16,1-2 0-16,-2 0-4 15,3-1 4-15,-2 3 0 16,1-4 0-16,-5 2 0 16,1 2-5-16,-3-3 5 15,-5 1 0-15,-8 0 1 16,0-2 1-16,-5 4 5 15,-5-3-7-15,2 3-7 16,-2-2 6-16,4 2 2 16,6 0-2-16,3-2 3 15,3 2-2-15,2 0 1 0,4 0 0 16,0 0 1-16,3 0-2 16,1 0 1-16,1 0-1 15,5 0 0-15,-1 0-5 16,2 0 5-16,1 0 0 15,0 0 1-15,0 0 0 16,-3 0 0-16,0 0-1 16,3 0 0-16,-3 0 0 15,2 0 1-15,-3 0-1 16,-1 0 1-16,-3 0 0 0,1-2 0 16,0-3-1-1,5 3 1-15,-1 0-1 0,-3 2 0 16,6 0 0-16,0-2 7 15,-3-1-7-15,1 1 0 16,-1 2 0-16,2-2-1 16,1 0 1-16,-5-1 0 15,4 1 0-15,-1 2 1 16,-1-2-1-16,-2 0 1 16,3 2-1-16,-1-2 0 15,-3 2 7-15,3 0-7 16,-3 0-3-16,1 0 2 15,-2 0 0-15,1 0 0 16,1-3 1-16,3 3 0 16,1-2 1-16,-1 2-1 0,-3 0 1 15,-2 0-1-15,-5 0 0 16,3 0 0-16,-3 0 1 16,-4 0 1-16,4 0-1 15,-3-2-1-15,-4 2 0 16,-4 0 1-16,1 0 0 15,1 0-1-15,0 0-6 16,5 0 6-16,-2 0 1 16,2 0 6-16,0 0-6 15,-2 0 0-15,-3 0 0 16,0 4 0-16,-1 1-1 16,-6-1 2-16,-1-2 10 15,-7 3-12-15,4-3-3 0,-5 0 3 16,-4 1 0-16,0-3-6 15,1 2 6-15,-3-2 1 16,2 0-1-16,-2 0 1 16,3 2 0-16,-5-2 0 15,0 2-1-15,-5-2 0 16,-4 0 0-16,-2 5 0 16,0-5 0-16,-3 0 0 15,1 0 0-15,-1 0 0 16,4 0 0-16,-4 2 0 15,3-2 0-15,-3 0 1 16,1 2-1-16,-1-2 0 0,-1 0 4 16,-1 0-4-1,1 0-1-15,1 0 0 0,1 0 0 16,2 2 1-16,4-2 1 16,1 0 0-16,0 3-1 15,2-3 0-15,-2 4 1 16,-3-4-1-16,-5 2 1 15,-2-2-1-15,-3 0 0 16,0 2 0-16,1-2 0 16,3 0 0-16,-1 0 0 15,3 0 0-15,1 3 0 16,0-3-1-16,5 0 1 16,-2 0 0-16,-2 0 4 15,-3 0 2-15,-3 2-9 16,-2-2 3-16,-3 0-1 0,0 0 0 15,2 0 1-15,-3 0 4 16,5 0 5-16,-1 4-12 16,-4-4 3-16,-1 0 0 15,1 0 10-15,-4 0-9 16,-2 0-1-16,0 3 9 16,0-3-9-16,0 0 16 15,0 0 6-15,0 0 15 16,0 0-16-16,0 0-12 15,0 0-8-15,0 2 5 16,0 0-6-16,0 5-9 16,0 2-20-16,0 15 29 15,0 7 7-15,0 12 8 0,0 4-5 16,0 11-2-16,0-1 6 16,0 8 18-1,-4-1-22-15,0 1-4 0,-3 0 16 16,-1-3-20-16,-2 7-2 15,-1-4 0-15,-5 0 12 16,5 4-11-16,-4-5 12 16,6 1 12-16,0 0-25 15,2-3 1-15,1-4 1 16,3 0 5-16,-1-7-5 16,-1-2 29-16,3 2-31 15,-7-4 14-15,7 2 20 16,-4-2-22-16,-4-3 1 0,2 1-13 15,5-2 9 1,-1 1-7-16,2-2-1 0,0 5 1 16,0 0 3-16,-2-3-5 15,2 1-2-15,2-5-1 16,0-2 3-16,0-5 1 16,-2 1 5-16,2-1-6 15,0-4 0-15,-2 2 2 16,2-2-10-16,-2 2 20 15,0-2-22-15,-3-4 19 16,5-3-18-16,-2 1 18 16,0-2-9-16,-2-2 7 0,2 5-7 15,-1-4 1 1,0 0-1-16,1-2 0 0,0 2 0 16,0 0 0-16,-2 0 1 15,1-2-1-15,-1 4 1 16,2-4 1-16,2 4-2 15,-2-2 1-15,0 0-1 16,-1-6 2-16,0 4-2 16,-1 0 1-16,4-3-1 15,0 1 0-15,-2-1 0 16,2 5 1-16,0-2-1 16,0-4 0-16,0 1 1 15,0 1-1-15,0-1 0 16,0 1-12-16,0-1 12 15,0-1 2-15,0-1-2 0,0-2 1 16,0 3 0-16,0-3 0 16,0-5 5-16,0 8-6 15,0-5 0-15,0-4 0 16,0 6 1-16,0-5-1 16,0 3 0-16,0-4 0 15,0-1-2-15,0-2-7 16,-2-2-5-16,-1 3 8 15,1-3-5-15,-2 0 11 16,0 2-5-16,-3 0 5 16,-2 5 0-16,-2-7 0 15,0 4 3-15,-5-4 7 16,3 0-10-16,-5 2 7 16,-3-2-5-16,0 3 4 15,-6-3 3-15,-4 0-9 0,0 0 0 16,-3 0 6-16,-4 0-6 15,-4 0 11-15,-2 0-2 16,-2 0-9-16,2 0 0 16,1 0 6-16,1 0-4 15,0 0 4-15,4 0 0 16,-6 0-5-16,6 0-2 16,-7 0 7-16,-1 0-15 15,-2 0 17-15,0-3-9 16,-4 1 1-16,3 2 0 15,-2-4 10-15,2 4-9 16,1-5 9-16,-2 3 4 0,-4 0-13 16,6 0 11-16,-4-1-10 15,1 1 4-15,-2-1-6 16,-1-3 0-16,3 6 7 16,-3-4 9-16,3 2-16 15,2-1 1-15,3-2 0 16,3 5 16-16,3 0-7 15,2 0-10-15,1 0 0 16,2 0 1-16,2 0 0 16,4 0 5-16,0 0-5 15,1 0-1-15,-1 0 0 16,0 0 8-16,-2 0-8 16,-1 0 5-16,1 0-4 0,-5 0-1 15,2 0 0-15,-1 0 0 16,-1 0-1-16,1 0 1 15,0 0 0-15,-1 0 7 16,0 0-7-16,-6 0-1 16,2 0 1-16,-3 0-1 15,-6 0 1-15,0 0 0 16,1 0-1-16,-6 8 1 16,2-6 0-16,4 2 0 15,-2-4-7-15,3 6 7 16,7-3-6-16,-2-1 5 15,2 3 1-15,2-3 6 16,-4 5-6-16,2-7-7 16,-3 4 7-16,1-4 16 15,-1 2-16-15,6-2 2 0,-5 3 1 16,4-1 3-16,-1-2-6 16,4 2 1-16,-3-2 1 15,5 2-2-15,0 3 0 16,1-5 2-16,1 4-1 15,2-2-1-15,-4 1-11 16,4-1 11-16,-5 2 0 16,1 1 8-16,2-1-2 15,-2 1-6-15,4-3 0 16,0 2 0-16,4-1 2 16,-2 3-2-16,0-1 0 15,-2-5 0-15,-2 4 0 16,2-2 0-16,-2 1 1 0,0-3 0 15,-1 2-1-15,1 2 0 16,-4-4 0-16,-3 5 1 16,0-5 5-16,-2 4-6 15,0 3-16-15,0-3 15 16,1-4 0-16,2 5 1 16,-3-1-6-16,0 1 6 15,-1-3 5-15,-1 2-5 16,2 1 0-16,-2-1-1 15,2-4-5-15,-2 7 6 16,1-3-1-16,-1 1 2 16,0-1 3-16,1 1-3 0,1-3 7 15,3 2-3-15,1 1-4 16,0-1-2-16,2-4-7 16,1 7 8-16,-2-3 2 15,-3 1 7-15,0-1-9 16,-2 1 0-16,0-1-8 15,-2 1 7-15,-5-3 2 16,7 2-1-16,-5 1 0 16,0-5 0-16,-2 4 0 15,5-4 14-15,-5 2-14 16,1 1 0-16,-2-1-1 16,4-2 1-16,0 0 0 15,1 0 0-15,3 0 0 0,3 0 6 16,0 0-6-1,4 0-9-15,-3 0 9 0,1 0 1 16,2 0-1-16,-5 0 0 16,0 0 0-16,0 0-4 15,-4 0 3-15,6 0 1 16,-1 0 0-16,0 0 0 16,2 4 0-16,-1 1-5 15,5-1 5-15,2 1 0 16,4 1 6-16,2-1-6 15,0-1 0-15,-2 1 1 16,7-3 0-16,-1 1-1 16,-2 1 0-16,-4 3 2 15,6-7-1-15,-10 4-1 16,4-4 1-16,-2 0 11 0,-2 0-12 16,-2 0-2-16,7 0 2 15,-3 0 10-15,-1 0-10 16,-1 0-6-16,0 0 4 15,0 0 2-15,2 0 6 16,0 0-6-16,-2 0-5 16,2 0 5-16,0 0 0 15,0 0-7-15,1 0 7 16,-1 0 1-16,1 0 17 16,-3-4-17-16,-3 4-1 15,-1 0 0-15,0 0-4 16,-3 0 4-16,0 0 1 0,5 0-1 15,-3 0 1 1,-1 0-1-16,1 0 1 0,3 0-1 16,0 0 0-16,2 0 0 15,2 0-4-15,0 0-1 16,6 0 4-16,-2-5-9 16,1 3 9-16,-3-2-6 15,8-1 0-15,-2 0 6 16,2 1-7-16,1-5 7 15,-1 4 1-15,-1 3 0 16,2-7 4-16,-4 3-4 16,0 1 0-16,5-4-3 15,-4 5 3-15,2-1-1 0,-3 1 0 16,1 2-5-16,2-3 6 16,-5 5 0-16,6 0 12 15,-2-4-12-15,0 4-2 16,3 0 2-16,-1-2 9 15,5 2-9-15,5 0 0 16,-4 0 3-16,10 0 10 16,-2 0-23-16,2 0 10 15,0 0 0-15,0 0-3 16,0 0 3-16,0 0-16 16,0 0 15-16,0 0 0 15,0 0-15-15,0 0 14 16,0 0 4-16,0 0-10 15,0 0 8-15,0 0 0 0,0 0 0 16,0 0-13-16,0 0-17 16,0 0-13-16,0 0-11 15,0 0-7-15,0 0-3 16,0 0-26-16,0 0-17 16,0-3-43-16,0-1-31 15,18-16-66-15,-3 2-42 16,8-6-312-16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7-21T05:51:42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4496 10002 407 0,'0'0'58'0,"0"0"-45"0,0 0 66 15,0 0 35-15,0 0-51 16,0 0 2-16,0 0-35 16,-42-10 14-16,42 8 16 15,0 0-13-15,0 2 8 16,0 0-20-16,0 0-11 16,0 0 24-16,0 0-43 15,13 0 2-15,22 0 8 16,15 0 1-16,10 0 2 15,4 0-18-15,5-2 0 16,7 0 6-16,-2 2-2 16,-8 0-4-16,-8 0 0 15,-14 0 0-15,-15 0 1 16,-10 0-1-16,-13 0 1 16,-6 0 12-16,0 0 1 15,0-2 29-15,-8 2-32 0,-15-4-7 16,0 4-8-16,4 0-3 15,3 0-35-15,10 0-25 16,6 0-135-16,0 0-295 16</inkml:trace>
  <inkml:trace contextRef="#ctx0" brushRef="#br0" timeOffset="342.91">5784 9990 685 0,'0'0'95'0,"0"0"-88"15,0 0 21-15,0 0 107 16,0 0-53-16,147-2-24 15,-107 0-5-15,6 2-26 16,8 0 19-16,4 0-18 16,0 0-23-16,-4 0 9 15,-8 0-14-15,-8 0 1 16,-7 0 3-16,-13 0-4 16,-7 0-1-16,-7 0-15 0,1 0-59 15,-5 0-112-15,0 0-220 16</inkml:trace>
  <inkml:trace contextRef="#ctx0" brushRef="#br0" timeOffset="621.29">6947 10032 705 0,'0'0'134'0,"0"0"-99"16,0 0 56-16,0 0 56 16,136 0-59-16,-105 0-56 15,2 0 11-15,12 0-43 16,4 0 17-16,6-2-9 16,4-2-4-16,-1 0 2 15,-6 0-6-15,0 2-19 16,-3 0 1-16,-5 0-76 15,-35 2-137-15,-1 0-263 16</inkml:trace>
  <inkml:trace contextRef="#ctx0" brushRef="#br0" timeOffset="855.01">8252 10102 831 0,'0'0'187'16,"0"0"-182"-16,127 0 19 15,-71-8 26-15,4 2-22 16,3 2-24-16,-1 0 0 16,3 4-8-16,-1 0-1 15,-2 0-26-15,-4 0-61 16,-45 0-143-16,1 0-157 15</inkml:trace>
  <inkml:trace contextRef="#ctx0" brushRef="#br0" timeOffset="1074.99">9807 10078 954 0,'0'0'28'15,"0"0"-28"-15,0 0-21 0,0 0 20 16,0 0 1-16,149-14-8 16,-91 10-78-1,17 0-35-15,9-2 65 0,5 2 39 16,6 0-54-16,-3 0-89 16,-65 2 84-16,-5 2-268 15</inkml:trace>
  <inkml:trace contextRef="#ctx0" brushRef="#br0" timeOffset="1255.08">11155 10036 611 0,'0'0'230'0,"114"0"-131"16,-70 0-4-16,12-2 0 0,9-6-74 16,7 0 19-1,9 2-40-15,9-4-2 16,10 4-52-16,7-2-69 15,5 2-115-15,-79 4-79 0,-2 0-104 16</inkml:trace>
  <inkml:trace contextRef="#ctx0" brushRef="#br0" timeOffset="1379.09">12644 9960 449 0,'117'-6'212'0,"-74"2"-90"16,-9 0 45-16,-3 0-27 15,-2-2-54-15,2 0-44 16,3-2-42-16,7-4 0 15,7 3-43-15,-33 4-148 16,1 3-137-16</inkml:trace>
  <inkml:trace contextRef="#ctx0" brushRef="#br0" timeOffset="1524.24">13702 9856 883 0,'0'0'120'16,"118"-19"-58"-16,-69 6-17 15,5 0-20-15,-1 3-11 16,3 2-14-16,1 2-51 16,-41 4-216-16,0 0-153 15</inkml:trace>
  <inkml:trace contextRef="#ctx0" brushRef="#br0" timeOffset="1793.55">14791 9796 735 0,'0'0'0'0,"0"0"-20"16,127 4 2-16,-84-4-37 15,1 0-51-15,-1 0 54 16,4 1-55-16,2 1 28 16,2-2 79-16,-2 3-2 15,0-3-22-15,-4 0-98 16,-1 1 122-16,1 2 90 15,-1-2 24-15,1 2 12 16,-1 1 60-16,1-1-81 16,-5 1-67-16,-2 0-6 15,5-1-5-15,-4 1-20 16,-28-4-7-16,-1 0-227 16</inkml:trace>
  <inkml:trace contextRef="#ctx0" brushRef="#br0" timeOffset="1941.54">16224 9865 618 0,'0'0'367'16,"0"0"-348"-16,0 0-17 16,127 4-2-16,-114-4-103 15,-1 0-278-15</inkml:trace>
  <inkml:trace contextRef="#ctx0" brushRef="#br0" timeOffset="2100.34">16739 9976 977 0,'0'0'236'0,"0"0"-236"16,113 12-130-16,-90-14-80 15,-14-6-324-15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7-21T06:03:00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17530 11191 392 0,'0'0'126'0,"0"0"-97"16,0 0-25-16,0 0 56 16,0 0 16-16,0 0-36 15,0 0-22-15,0-10-16 16,0 8 9-16,0 2-11 16,0 0 0-16,0 0 2 15,0 0 9-15,0 0-10 16,0 0 0-16,0 0-1 15,0 0-1-15,0 0-10 16,0 0 6-16,0 0 5 16,0 0-3-16,0 0 3 0,0 0 0 15,0 0 9 1,0 0-6-16,0 0 6 0,0 0-9 16,0 0 1-16,0 0 8 15,0 0-9-15,0 0 0 16,0 0 7-16,0 0-4 15,0 0 0-15,0 0-3 16,0 0-8-16,0 0 2 16,0 0-41-16,0 0-18 15,0 0-36-15,0 0-46 16,0 0-24-16</inkml:trace>
  <inkml:trace contextRef="#ctx0" brushRef="#br0" timeOffset="1182.61">15699 7550 287 0,'0'0'14'0,"0"0"-12"16,149-22 28-16,-98 15-1 16,0 3 0-16,1 2-9 15,1 0-15-15,0 2 10 16,-1 0-9-16,-1 0-1 15,0 0 8-15,1 0-10 16,-2 0-2-16,-2 0-1 16,-4 0 4-16,-6 0-5 15,-12 0 1-15,-3 0 0 16,-9 0-4-16,-8 0-2 16,-6 0-33-16,0 0-49 15,0 0-231-15</inkml:trace>
  <inkml:trace contextRef="#ctx0" brushRef="#br0" timeOffset="1397.66">15846 7724 436 0,'0'0'0'0,"0"0"-11"0,0 0-12 16,0 0-17-16,0 0-178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8T16:01:1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14711,'0'0'1504,"0"0"-1504,0 0-592,0 0 384,0 0 208,0 0 0,0 0 0,28 0-1104,-28 0-289,0 0-512,0 0-656,0 0-2097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8T16:01:1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6675,'0'0'1313,"0"0"-1313,0 0-2001,0 0 1296,0 0 705,0 0 0,-14 21-128,14-15-832,0-6-65,0 0-751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8T16:02:53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5138,'0'0'0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8:38:21.61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2364 7740 26 0,'0'0'39'0,"0"0"5"16,0 0-8-16,0 0-10 0,0 0 0 16,0 0-4-16,0 0-1 15,0 0 8-15,0 0-6 16,0 0-6-16,0 0 7 0,0 0 41 15,0-7-33-15,0 5-11 16,0-1 10-16,0-4-14 16,0 4 2-1,0-6 10-15,0 6-6 16,0-3 0-16,0 0-14 16,0 2 6-16,0 2 11 15,0 2-14-15,0-3 7 16,0 3 10-16,0 0 0 15,0 0-1-15,0 0 4 16,0 0-13-16,0 0-3 0,0 0 0 16,0 0-3-16,0 0 9 15,0 0-2-15,0 0-5 0,0 0-3 16,0 0-11-16,0 0 6 16,0 0-6-16,0 0-1 15,0 0 0-15,0 0-2 0,0 0-3 31,0 0 2-31,0 0-6 16,0 3-2-16,0 15 11 16,0 9 5-16,0 1 3 15,0 13-4-15,0 2-2 16,0 3 0-16,0 9 0 16,0 10 7-16,0 0-9 15,0 3 0-15,0-1 4 0,0-5-3 16,0 3 1-16,0 0 2 15,0-4 0-15,0 4 3 16,0-6 1-16,0-1 8 16,0-5-2-16,0-7-8 0,4-9-5 15,-4-3 6-15,4-7-4 16,-4-8 3-16,0-3-2 0,0-11-1 16,0-2 10-1,0 1-4-15,0-4-3 0,0 0 0 16,0 0-1-16,0 0 5 15,0 0 1-15,0 0-2 16,0 0 1-16,0 0-4 16,0 0-6-1,0-4-15-15,0-14-91 16,0 9-78-16,0-7-107 16</inkml:trace>
  <inkml:trace contextRef="#ctx0" brushRef="#br0" timeOffset="1292.33">2376 7570 39 0,'0'0'120'0,"0"0"-85"15,0 0-33-15,0 0 3 16,0 0 17-16,0 0 21 16,0 0 20-16,0-9 39 15,0 9-43 1,0 0-17-16,0 0-5 0,0 0-4 0,0 0-10 31,-4 0-5-31,4 0-2 16,0 0-5-16,0 0-3 15,0 0-2-15,0 0-6 16,0 0 0-16,0 0 1 0,0 3 2 16,0 12 8-16,0 7 1 15,0 6-4-15,0 6 3 16,0 3 3-16,0 3 8 15,0-6-8-15,4 0-6 0,4-3-5 16,-3-13-1-16,-5-3-1 16,0-2 5-16,4-7-5 15,-4-3 2-15,0 0-1 16,0-3-2-16,0 0 1 16,0 0 1-16,0 0 0 15,0 0-2 1,0 0-49-16,0 0-25 0,0 0-46 15,0 0-215 1</inkml:trace>
  <inkml:trace contextRef="#ctx0" brushRef="#br0" timeOffset="2646.71">2351 7527 198 0,'0'0'131'16,"0"0"-117"0,0 0-11-16,0 0 80 0,0 0 8 15,0 0-24-15,-16-12-25 16,16 12-3-16,0 0-16 16,0 0 13-16,0 0 9 15,0 0 6-15,0 0-6 0,0 0-9 16,0 0-1-16,0 0-9 15,0 0-8-15,0 0-5 16,0 0-9-16,16 0 26 16,9 0 13-16,4 0-23 15,4 0-4-15,3 0-11 16,2 0-2-16,3 0 10 16,4 0-12-16,0 0 1 0,4 0-2 31,1 0 1-31,3 0-2 15,5 0 2-15,11 0 0 16,5 0 0-16,16 0-1 16,5 0 0-16,8 0 0 15,3-7 1-15,5 2-1 0,-4-2 1 16,0 1-1-16,-5 3-2 16,1-3 1-16,-13 0 1 0,4-1 0 15,1-1 4 1,-1-2-4-16,9 4 0 0,0-3 1 15,-5 3-3-15,-8-1 3 16,5 1-1-16,-9 3 1 16,0 3 0-16,-8 0-2 15,0 0 0 1,-4 0 1-16,0 0 0 16,-4 0 0-16,-5 0 0 15,1 0 3-15,-1 0-3 16,-7 0 0-16,4 0 0 15,-5 0-2-15,5 0 2 16,-5 0 0-16,9 0 0 0,-4 0 2 16,3 0-3-16,6 0 1 15,2 0 0-15,5 0 0 16,4 0 2-16,-4-6-2 16,0 0-3-16,-9 0 3 0,6 0 2 15,-9 2-2-15,7 1 0 16,-6-3-1-16,2 0 1 15,1 0 1-15,-5 3 0 0,1 0 0 16,-1-3-1-16,2 6 0 16,-6-3 0-16,1 3-3 31,-5 0 3-31,4 0 3 16,1 0-3-16,-5 0 1 15,1 0 0-15,0 0-1 0,-1 0 0 16,5-4 0-16,-5 1-2 15,9 0 1-15,-1 0 1 0,1 3 2 16,-4 0-2 0,-5 0-1-16,1 0 1 0,-1 0 0 15,1 0 0 1,0 0-2-16,2 0 4 0,3-6-1 16,2 3-1-16,1-3 0 0,-5 6-1 15,5-3 1-15,-5-1-1 16,1 4 1-16,0 0 0 15,-1 0 3-15,-3 0-3 16,-1 0 0-16,0 0 1 16,-3 0-1-16,3 0 1 15,-3 0 0 1,0 0 3-16,-2 0-2 16,6 0 0-16,-1 0 8 15,9 0 3-15,-1 0-7 0,1 0 2 16,1 0-4-1,-11 0-1-15,-10 0-2 16,-9 0 1-16,-13 0 1 0,-8 0-2 16,-7 0 0-16,-9 0 0 15,0 0 1-15,0 0-1 0,0 0 1 16,0 0-2-16,0 0 0 16,0 0-13-16,0 0-46 15,0 0-63-15,0 0-202 16</inkml:trace>
  <inkml:trace contextRef="#ctx0" brushRef="#br0" timeOffset="4579.04">2467 8881 35 0,'0'0'50'0,"0"0"-47"16,0 0-1-16,0 0 5 15,0 0 19-15,0 0-2 16,0 0-13-16,-45 0 12 0,40 0 9 31,1 0 24-31,0 0-15 0,0 0-27 16,0 0-13-16,0 0-1 15,-4 0 0-15,3 0 3 16,1 0-3-16,0 0 1 16,4 0 2-16,-8 0 5 15,8 0 24-15,-4 0 53 16,4 0-21-16,0 0-4 0,0 0-16 16,0 0-3-16,0 0 3 15,0 0-8-15,0 0 6 16,0 0 9-16,0 0 3 15,0 0-4-15,0 0-11 16,0 0-18-16,0 0-12 16,12 0 13-16,13 0 4 0,12 0 6 15,8-10-10 1,4 1 0 0,13 3-7-16,7-3 1 15,10 0-4-15,-1-1-8 0,4 4 2 16,4 3-4-16,4 0 4 15,1 3-6-15,-1 0 2 16,4 0-1-16,-3 0-1 0,-1 0 0 16,1-3 1-16,-1 0 1 15,4-4-2-15,5 4 1 16,-1-3-1-16,0 0 2 16,1 6-2-16,4-3 0 15,3 0 0 1,-3 3-1-16,4 0 1 0,-13 0 0 0,8-3 0 15,-2 0-2-15,-2-1 2 16,0 2 0-16,1-5 0 16,-13 4 1-16,0 0 0 15,1 0-1-15,-14 3 0 16,1 0 2-16,-4 0-2 0,0 0 0 31,-9 0 0-31,1 0 0 16,0 0 1-16,-5 0-1 0,5 0 2 15,-1 0-2 1,5 0 0-16,-1 3-3 0,-3 0 3 16,-4-3 0-16,-1 0 0 15,-3 0 0-15,-5 0 0 16,0 0 0-16,9 0 0 0,-1 0 0 16,0 0 0-16,5 0 1 15,4 0-1-15,0 0 1 16,3 0 0-16,1 0-1 15,-1 0 2-15,6 0 0 16,-6 0-2-16,-3 0-1 16,-1 0 1-16,6 0 1 0,-10 0 1 15,9 0-3-15,-8 0 2 16,3 0-1-16,-3 0 0 16,7 0 1-16,6 3-1 15,-6 1 0-15,5-1 1 0,0-3-3 16,0 2 1-16,-5-2 1 31,2 0 0-31,2 0-1 16,2 0 1-16,-2 0 1 0,-7 0 0 15,-9 0-1-15,1 0 0 16,-4 0 1-16,-2 0-1 16,2 0 0-16,3 0 1 15,5 0-1-15,-4 0 2 0,7 0-1 31,-3 0-1-31,3 0 0 0,-3 0 0 16,-5 0 0-16,1 0 0 16,0 0 0-16,-6-2 0 15,6-1 0-15,4-1 0 16,-5 1 1-16,-3 3-2 16,-10-3 1-16,2 0 0 15,-5 3-1-15,-8-6 1 0,-5 6 0 16,-7-6 1-16,-5 6-1 15,-8-3 2-15,-3 0 6 16,-5 3 5-16,0 0 7 0,0 0-3 16,0 0-5-1,0 0-9-15,0 0-2 0,0 0-2 32,0 0 1-32,0 0 0 15,0 0 0-15,0 0 0 0,0 0-5 16,0 0-30-16,0 0-15 15,-5 0-21-15,-15-4-59 16,-1-2-108-16,9 3-105 16,5-6 84-16</inkml:trace>
  <inkml:trace contextRef="#ctx0" brushRef="#br0" timeOffset="5944.66">10127 7336 85 0,'0'0'30'0,"0"0"-29"15,0 0 4-15,0 0 62 16,0 0-10-16,0 0-28 15,0 0 17-15,-17 3 31 16,17-3-38-16,0 0-6 0,0 0 13 16,0 0 8-16,0 0 8 15,0 0 7-15,0 0-6 16,0 0 6-16,0 0-13 16,0 0-8-16,0 0-7 15,0 0-13-15,0 0-6 16,0 0-9-1,0 0-6-15,0 3 0 16,0 0-5-16,0 6-2 0,0 10 0 16,0 9 10-1,0 9 10-15,0 6-2 0,0 3-7 16,0 10 3 0,0-1-1-16,4 7-6 0,5 6 4 15,-1-4-1-15,4 4-6 0,-3 0 2 16,3-3 10-16,-1-1-7 15,-2-2-6-15,3-6 8 16,0 2-4-16,-7 1-5 16,-1-7 1-16,0 0-2 15,-4-5 1-15,0-4 3 16,0-6-4 0,0-6 1-16,0-4 7 15,0-5-8-15,0-7 0 16,0-2 0-16,0-4 0 15,0-3 1-15,0 0-2 16,0 1 0-16,0-1 2 16,0-3-1-16,0 0 1 0,0-3 0 15,0 0-1-15,0 0 3 16,0 3-3-16,0 0-1 0,0-3 4 16,0 0-2-16,0 0 1 15,0 0 0 1,0 0 0-16,0 0 1 15,0 0-4-15,0 0 0 0,0 0 1 16,0 0 0 0,0 0-1-16,0 0 1 15,0 0-1-15,0 0 1 16,0 0-1-16,0 0 1 16,0 0 2-16,0 0-3 15,0 0 2-15,0 0-1 16,0 0-1-16,0 0 0 15,0 3-1-15,0-3 0 0,0 0 0 16,0 3 1-16,0-3 0 16,0 0 0-16,0 0 2 0,0 0 1 15,0 0 8 1,0 0-4-16,0 0 10 0,0 0-9 16,-4 0 2-1,-9 0-4-15,-19 6-5 0,-21-6 3 16,-30 0-4-16,-32 0 0 0,-37 0-26 15,83 0-73-15,-1-3-366 16</inkml:trace>
  <inkml:trace contextRef="#ctx0" brushRef="#br0" timeOffset="17930.43">2442 7536 198 0,'0'0'116'0,"0"0"-115"16,0 0 4-1,0 0-5-15,0 0 29 16,0 0-7-16,0 0 6 15,0 0-11 1,0 0 6-16,0 0-17 0,-4 3-5 16,4-3 4-16,0 0-4 15,0 0 1-15,0 0-1 0,0 0-2 16,0 0 4-16,0 0-3 16,0 0 2-16,0 0 3 15,0 0-1-15,0 0-4 0,0 0-1 16,0 0-2-1,0 0 0-15,0 0 1 0,0 0 4 16,0 0 0-16,0 0 1 16,0 0-3-16,0 0 6 15,0 0-3-15,0 0-1 16,0 0 1-16,0-3 0 16,0 3-2-16,0-3 5 15,0 3 11-15,0 0-2 0,0 0 4 31,0 0-3-31,0 0 3 16,0 0-5-16,0 0-2 16,0 0 1-16,0 0 3 0,0 0-5 15,0 0 0-15,0 0-9 16,0 0-1-16,0 0-1 16,0 0 3-16,0 0 5 15,0 0-4-15,0 0 7 0,0 0-4 16,0 0 0-16,-4 6 16 15,-8 10 33-15,-5 6-23 16,-8 2-4-16,-4 10 11 16,1 0-12-16,-9 6 3 15,0 0 1-15,0-3-8 16,5-3-11-16,3-6-8 0,4-6 2 31,4-4 0-31,9-6-6 0,4-6 5 16,4 1-5-16,4-5 0 15,0 2 1-15,0-1 0 16,-5 0-2-16,5 0 0 16,0-3 1-16,0 0-1 15,0 0 1-15,0 0 1 0,0 0-2 16,0 0 0-16,0 0-2 16,0 0-3-16,0 0-7 15,0 0-16-15,0 0-9 0,0 0-29 31,0 0-52-31,0 0-42 16,0 0-217-16</inkml:trace>
  <inkml:trace contextRef="#ctx0" brushRef="#br0" timeOffset="19333.82">2343 8862 26 0,'0'0'87'16,"0"0"-85"-16,0 0 5 0,0 0-5 15,0 0 25-15,0 0-22 16,0 0-1-16,12-9 28 16,-12 9 29-16,0 0 11 15,0 0 1-15,0 0 9 16,0 0-47-16,0 0-2 16,0 0 3-16,0 0 3 15,0 0-10-15,0 0-1 16,0 0-5-16,0 0 0 0,0 0-4 15,0 0-2-15,0 0-7 16,0 0-5-16,0 0 3 16,0 0-2-16,0 9 3 0,-8 15 0 15,-8 4 16 1,-12 7 10-16,-1 4-8 16,-4 5-6-16,0 2 8 15,1-3-12-15,3-6 16 0,8 0-21 0,4-13 6 16,5 1-11-16,4-9-3 15,4-4-1-15,0-6 0 16,4 0-3-16,0-6 2 16,0 4 2-16,0-4 0 15,0 0-1-15,0 0-1 16,0 0-2 0,0 0 0-16,0 0-2 15,0 0 0-15,0 0-5 16,0 0-28-16,0 0-14 15,0 0-12-15,12-4-31 16,-8-2-56-16,0 0-143 16</inkml:trace>
  <inkml:trace contextRef="#ctx0" brushRef="#br0" timeOffset="20759.71">2076 7959 145 0,'0'0'61'15,"0"0"-61"-15,0 0 1 0,0 0 17 16,0 0 35 0,0 0-3-16,0 0-2 0,0-13 34 15,0 13-30-15,0 0 10 16,0 0 1-16,0 0-13 0,0 0-22 15,0 0-13-15,0 0 1 16,0 0 4-16,0 0 4 16,0 0-8-16,0 0-5 31,0 0 2-31,0 0-3 0,0 0-1 16,0 0-1-16,0 0-5 15,0 0-1-15,0 0 0 16,0 0-2-16,0 0-1 15,0 0-1-15,0 0-3 16,0 0-1-16,0 7 5 0,0 8 1 16,0 10 2-16,0 6 4 15,0 6-4-15,0 6 7 16,0 3 1 0,0 6-2-16,0 7 9 15,5 2-7-15,-1 5-6 16,4 1 0-16,-4 7-1 15,-4-6-1-15,4 0 4 16,-4-1-2-16,0-5-1 16,0 3 8-16,0-3-3 15,0-10 9-15,0-6-13 0,0-9 4 16,0-12 4-16,0-7-6 16,0-2-5-16,0-7 4 15,0-3 0-15,0-3-1 16,0-3-3-16,0 3 1 0,0 0 1 15,0-3 4-15,0 0 1 16,0 0 1-16,0 0-1 16,0 0-8-16,0 0-28 0,0-6-49 15,0-6-11-15,0 6-9 32,0-3-16-32,0 6-116 15,0-1-11-15</inkml:trace>
  <inkml:trace contextRef="#ctx0" brushRef="#br0" timeOffset="23797.46">2138 9374 124 0,'0'0'79'16,"0"0"-79"-16,0 0 5 0,0 0-5 16,0 0 23-16,0 0-6 15,0 0-4-15,-8-16-2 16,8 16 33-16,0 0 32 15,-4 0 10-15,4-3-43 0,0 0-17 16,0 3-12-16,0 0 13 31,0 0-11-31,-4-3-4 16,4 0 1-16,0 3-5 0,0-3 16 16,0 3 14-16,0-3-11 15,0 3-5-15,0 0 3 16,0-3 2-16,0 3 4 15,0-4-6-15,0 4-8 16,0 0 2-16,0 0-7 16,0-2 2-16,0 2-3 15,0-3 0-15,12-1 6 16,1-2-6-16,3 3-4 0,1 0 0 16,2 0-5-16,6 0 1 15,-4-3-1-15,4 3 0 16,4-1 3-16,-1-1-4 0,5 5 3 15,-4 0-1-15,-1 0-3 16,-3 0 0-16,3 0 0 31,1 0 1-31,0 0-1 16,12 0 1-16,1 0 0 0,-6 0 0 16,5-4-1-16,1 4 1 15,-2-6-2-15,1 0 0 16,1 0 1-16,3 0 0 15,-9 6 0-15,1-3-1 16,1 3 1-16,-5 0 1 0,3 0-1 16,1-4 0-16,0 1-1 15,5 0 1-15,2 0 2 16,-3 0-2-16,5 0-1 16,-6 3 1-16,-3 0 0 0,-3 0 0 15,-1 0 0 1,-10 0 0-16,6 0 0 0,-8 0 0 15,0 0-3-15,-5 0 2 16,5 0 1-16,0 0 0 16,2 0 0-16,2 0 1 0,4 0 0 15,8 0 1-15,-4 0-2 16,8 0 1-16,0 0-1 16,0 0 0-1,4 0 1 1,-4 0-1-16,0 0 0 0,-3 0 0 15,-6-3 1-15,9 0 1 16,-4 0-2-16,-4 0 0 16,-1 3 0-16,1-4 0 15,1 1 0-15,-1 3 1 16,-1 0-1-16,1 0 0 0,0 0 0 16,0 0 0-16,-4 0 0 15,3 0-1-15,1 0 1 16,-4 0-2-16,8 0 0 15,-8 0 2-15,-5 0 2 16,5 0-2-16,-9 0 2 16,9 0-2-16,-4 0 0 15,-1 0 0-15,5 0 0 16,4 0 0 0,0 0 0-16,0 0 1 15,3 0 0-15,1 0-2 0,5-2 2 16,-5-2-2-16,-1 4 1 15,-7 0 0-15,0 0 0 0,-4 0 1 16,0 0-1-16,-6 0 0 16,6 0 1-16,-4 0-1 15,8 0 0-15,-4 0 0 16,3 0 2-16,5 0-1 16,-5 0 3-16,1 0-2 15,0 0-2-15,3 0 2 16,-3-3-1-16,4 0 1 0,0 3-1 0,1 0 0 31,-2 0-1-15,1 0 0-16,-4 0 0 0,4 0 3 15,-4 0-2-15,3 0 0 16,1 0 4-16,-4 0-5 16,8 0 0-16,-5-3 3 15,5 0-3-15,4 0 3 0,5 3-3 16,3-3 1-1,4 0 0-15,-7 3-1 16,2-6 1-16,-2 2-1 0,-9 1-1 16,7 3 1-16,-2-3 3 15,-5 1-3-15,-4 2 2 16,3 0-2-16,-3 0 0 0,0-4 0 16,-4 4 1-16,-1 0-1 15,1 0 0 1,4 0 0-16,-4 0 1 15,0-3-1-15,-5 3 0 16,5 0 0-16,0 0 0 16,0 0 1-16,0 0-1 15,-1-3 1-15,5 0-1 0,0 0 0 16,8 0 1 0,-5-1 0-16,1-1-1 15,1 5 1-15,-1-3-1 16,-4-1-1-16,3 4 1 0,1 0 0 15,-4 0 1 1,-4 0-1-16,3 0 1 0,-7 0-2 0,8 0 1 16,-8 0 0-16,0 0 0 15,3 0 0-15,-3 0 0 16,-1 0 0-16,1 0 0 16,0 0 1-16,0 0-1 15,-1 0 0-15,0 0 0 16,1 0 0-16,4 0 0 0,-4 0 0 15,-4 0 0-15,2 0 0 16,6 0 0-16,0 0 0 16,0 0 0-16,0 0 0 15,7 0 1-15,2 0-1 16,-5 0-2-16,4 0 2 16,-1 0 0-1,-3 4-1-15,4-4 1 0,-8 0 0 16,3 0 0-1,-3 0 0-15,8 0 0 0,1 0 0 16,-5 0 0 0,3 3-1-16,-3-3 1 0,0 0 1 15,-4 0-1 1,3 0 0-16,1 0 0 0,0 0 1 0,0 0-1 16,3 0 0-16,2 0 0 15,3 0 1-15,-4 0-1 16,8 0 0-16,0 0 0 15,-4 0 1 1,4 0-1-16,-4 0 0 16,0 0 0-16,5 0 1 15,-2 0-1-15,6 0 0 16,0 0 0-16,-2 0-1 16,-2 0 2-16,-9 3-1 15,-1-1 0-15,1 5 0 0,-4-7 0 16,0 3 0-1,-1-3 0-15,-3 0 13 16,4 0-11-16,-4 0 0 0,0 0 1 16,-4 0-1-16,3 0 1 0,-3 0-2 15,0 0 4-15,-1 0 1 16,1 0-6-16,-1 0 1 16,1 0-1-16,-4 0 0 15,-1 0 0-15,-7 0 0 31,-1 0 1-31,-8 0-1 0,0 0 1 16,-4 0 0-16,0 0 17 16,0 0 7-16,0 0-8 15,0 0-8-15,0 0-2 16,0 0 2-16,0 0-9 16,0 0 1-16,0 0-1 15,0 0 0-15,0 0-2 0,0 0-30 16,0 0-49-16,0 0-49 15,-4 0-116-15,-4 0-408 16</inkml:trace>
  <inkml:trace contextRef="#ctx0" brushRef="#br0" timeOffset="24451.16">10258 8742 185 0,'0'0'144'16,"0"0"-135"-16,0 0-7 15,0 0 106-15,0 0-17 0,0 0-43 16,0 0-30-16,-8-10-11 15,4 10-3-15,0 0 1 16,-1 0 4-16,-7 0 15 16,0 4 20-16,3 5-1 15,-7 6-2-15,3 1 0 16,-2 8-3-16,-6 14-12 0,1 2 17 16,-9 8-17-16,0 2-7 15,-3-1 0-15,-1-6-1 16,-1-5-13-16,6-11 1 0,-1-5-4 15,8-10-2 1,18-12-89-16,3 0-221 0</inkml:trace>
  <inkml:trace contextRef="#ctx0" brushRef="#br0" timeOffset="37745.83">5853 8125 137 0</inkml:trace>
  <inkml:trace contextRef="#ctx0" brushRef="#br1" timeOffset="87901.9">6132 8054 196 0,'0'0'54'0,"0"0"-49"15,0 0-1-15,0 0 29 16,0 0-2-16,0 0-16 15,0 3 2-15,0-3 50 16,0 0-31-16,0 0-14 0,0 0-4 16,0 0 4-16,0 0 1 15,0 4-10-15,0-4-8 16,0 0 0-16,0 0 6 16,0 0 3-16,0 0 7 15,0 0-8-15,0 0 4 0,-4 0 1 16,4 0 3-16,-4 3-3 0,0-3-13 15,0 3 2-15,-5-3-4 16,6 6 3 0,-5-3 4-16,0 3-4 0,-1 4 6 15,1-5 7-15,-4 8-5 16,3 2-2-16,-3-2 11 16,4 2-14-1,0 0 9-15,3 1-13 16,1-1 12-16,4 4-12 15,0-4-1-15,0 1 4 16,0-1-7-16,0-6 1 16,9-3 1-16,3-3 0 15,0-3-3-15,5 0 5 16,8 0-3-16,3-9 9 0,5-9-11 16,0-1 0-16,-4 1 0 0,-5-4 0 15,-4 1-3 1,-7-1 3-16,-1 0 1 15,-8 7 2-15,-4-4 10 16,0 1 25-16,0 6-1 0,-8 2-3 16,-13 4-7-1,-3 6-16-15,0 0-11 16,-5 0-13-16,4 0-26 16,8 0-42-1,1 13-18-15,7-7-44 0,9-3-99 16,0-3-32-16</inkml:trace>
  <inkml:trace contextRef="#ctx0" brushRef="#br1" timeOffset="89306.21">6958 8051 323 0,'0'0'95'0,"0"0"-95"31,0 0-56-31,0 0 56 16,0 0 49-16,0 0-29 16,0 0-11-16,8-6-6 0,-8 6-2 15,0 0 21 1,0 0 48-16,0 0-10 0,0 0-29 15,0 0-11-15,0 0 8 16,0 0-1-16,0 0-3 0,0 0-6 16,0 0-1-16,0 0-3 15,0 0-5-15,0 0 0 16,-4 0-2-16,-8 6 1 16,3 0 0-16,5 4 6 15,-4 2-2-15,0 1-12 16,4-5 3-1,-1 5-1-15,5-4 1 16,0 0 2-16,0 4-1 16,0-7-3-16,0 3 1 15,0-3 1-15,0 0 2 16,13-2 0-16,-1-1-3 0,1-3 2 0,3 0-4 16,-4 0 11-1,4 0-1-15,-3 0 0 16,-1 0 0-16,-4 0 2 15,5-7-5-15,-5 1 7 0,0-3-12 16,-4-3 8-16,-4-1 0 16,0 1-5-16,0 0 4 15,0 0 14-15,0-4-9 16,-16 4-3-16,-1 2-7 0,1 4 0 16,-1 3-4-16,1 3-29 15,4 0-33-15,0 0-24 16,-1 0-62-16,9 0-81 15,4 3-133-15</inkml:trace>
  <inkml:trace contextRef="#ctx0" brushRef="#br1" timeOffset="90233.26">7762 8033 291 0,'0'0'144'0,"0"0"-144"15,0 0 5-15,0 0 9 16,0 0 31-16,0 0-7 16,-50 6 3-16,42 6 21 15,1 1-14-15,3 2-10 16,-4 3-15-16,-1 1 18 15,5-4-9-15,0 4-13 0,4-4 2 16,0-2-9-16,0-1-8 16,0-3 4-16,4-2-2 15,17-2 3-15,-6-5-1 16,10 0-3-16,0 0 4 16,0-5 2-16,-5-11-5 15,-3-3 8-15,-9-5 5 0,-4 2-4 0,-4 1 0 16,0 2 5-16,0 7 5 15,-4 0-6-15,-12 2-19 16,-5 4-10 0,-4 3-30-16,-4 3-44 0,17 0-111 15,4 0-192-15</inkml:trace>
  <inkml:trace contextRef="#ctx0" brushRef="#br1" timeOffset="91066.25">8493 8017 121 0,'0'0'150'0,"0"0"-150"15,0 0 2-15,0 0 77 16,0 0-12-16,0 0 13 15,0 0-30-15,-13-24-20 16,1 24-10-16,-5 0-3 16,5 0 8-16,-3 0 23 15,-2 0-13-15,5 12-6 0,-1 0-15 16,5 4-5-16,4 2-2 16,0-2 6-16,4-4 2 15,0 4-4-15,0-4-7 16,0-3-2-16,0 0 6 15,8-3-3-15,8-6-1 0,5 0 3 32,3 0-2-32,1 0-3 15,4 0-2-15,-9-15-3 0,1-4 2 16,-4 1 0-16,-5 3 1 0,-4-4 7 16,-8 0-6-16,0 4 2 15,0 3-3-15,0-1-7 16,-8 8-9-1,-21-2-20-15,-8 4-29 0,12 3-100 16,0 0-171-16</inkml:trace>
  <inkml:trace contextRef="#ctx0" brushRef="#br1" timeOffset="92603.5">5349 8119 436 0,'0'0'180'0,"0"0"-180"0,0 0 0 31,0 0 33-31,0 0 5 15,0 0-29-15,0-3-7 16,0 3 1-16,0 0 0 16,0 0-2-16,0 0 1 15,0 0 15-15,0 0-4 0,0 0 2 16,0 0 4 0,-9 0-6-16,-3 0 3 0,0 15-2 15,-5-2 8-15,5 2-3 16,-1 1 3-16,1-1-17 15,8 1 4-15,0-1-9 16,4-3 0-16,0-3 2 0,0 0 1 16,0-2 0-16,0-7 2 15,4 0-2-15,12 0 6 16,5 0-4-16,4 0 0 0,4-16 12 16,-5-2-10-1,0-7-3-15,-7 4-3 16,-5 2 0-16,-4 0-1 15,-3 7 1 1,-5 0 5-16,0 6-6 0,-5 0-4 16,-28 6-9-16,-7 0-45 15,-18 0-53-15,33 0-102 16,-4 0-260-16</inkml:trace>
  <inkml:trace contextRef="#ctx0" brushRef="#br1" timeOffset="93470.56">4847 8147 184 0,'0'0'38'0,"0"0"-35"16,0 0 0-16,0 0 82 15,0 0-17-15,0 0-46 0,0 0 29 16,-20 0-23-16,11 0 2 16,5 0 0-16,-4 0 1 15,0 0 6-15,-4 0-13 16,4 0-9-16,4 0-7 0,-4 0-4 15,4 0-3-15,-1 0-1 16,5 0 3-16,-8 0-2 16,0 3 7-16,0 3 10 15,-9 3 21-15,9 1 9 16,-5-1-15-16,1 0-4 16,0-3-4-1,8 3-9-15,-5-2-4 16,5-1-4-16,4 3 2 0,0-6-4 15,0 3-1-15,0 1-1 16,0-4-4-16,4-1 6 16,9-2-3-16,-1 0-3 15,0 0 2-15,5 0 2 16,4 0-2-16,-5-9 0 0,5-6-1 16,-9-1-2-16,-3 1 2 15,-2-3-1-15,-3 2 3 16,-4 1-2-16,0 6-2 15,0-4-4-15,0 4-1 0,-24 0-7 16,-9 9-17 0,-12 0-52-16,20 0-74 0,1 0-194 31</inkml:trace>
  <inkml:trace contextRef="#ctx0" brushRef="#br1" timeOffset="94294.9">4141 8144 146 0,'0'0'112'16,"0"0"-98"-16,0 0-12 0,0 0 11 15,0 0 41-15,0 0-8 16,0 0-13-16,-28 0 32 15,28 0-21-15,0 0 9 16,0 3-10-16,0 0-5 0,-5 6 2 16,1 0-16-1,0 4 11-15,-4-1 0 16,4-3-4-16,4 7-3 0,0-7-16 16,0 3 8-16,0-2 3 15,0-4-17-15,0 0-2 16,0-3 1-16,12 0-2 15,1-3 1-15,3 0 1 0,-4 0-1 16,5-3-3-16,-5-12 1 16,-3-1-1-16,-5 1 5 15,-4-1-2-15,0 1 0 16,0-4-1-16,0 7 3 16,0 0 8-1,-17-1-14-15,-8 13 0 0,-3 0-15 16,-14 0-44-1,-11 0-65-15,33 9-133 16</inkml:trace>
  <inkml:trace contextRef="#ctx0" brushRef="#br1" timeOffset="95028.43">3621 8178 174 0,'0'0'8'16,"0"0"-8"-16,0 0 0 16,0 0 40-1,0 0 10-15,0 0-21 16,-54 18-2-16,50-12 36 15,0 3 29-15,4-2-27 16,-5-1-23-16,5 3-9 0,0 4-18 16,0-4 3-1,0 0-3-15,0-3-1 16,0 3-7-16,0-2-2 0,0-4-2 16,0 0 2-16,0 0 1 0,0-3 3 15,9 0 6-15,-1 0 6 16,4 0 10-16,-3 0 2 15,3-13-23-15,-8-2-2 16,4 3 4-16,-8-1-2 31,0-2-4-31,0-1 5 0,0 1 5 16,-8 0 24-16,-13 2-5 16,1 4-11-16,3 3-24 15,-8 3-14-15,1 3-44 16,15 0-79-16,-6 0-156 15</inkml:trace>
  <inkml:trace contextRef="#ctx0" brushRef="#br1" timeOffset="95668.39">3152 8224 316 0,'0'0'14'0,"0"0"-14"16,0 0 0-16,0 0 64 16,0 0 39-16,0 0-68 15,-86 86-20-15,86-71 10 16,0-2 4-16,0-1-4 15,0-9-5-15,0 1-9 16,0-4-3-16,16 0 7 0,-4 0 49 16,5-13 8-16,0-6-30 15,-5-2-21-15,-4 3-3 0,-8-4-5 16,0 4-5 0,0 2-6-16,0-3 8 15,-16 7-10-15,-1 9-29 16,9 3-98-16,0 0-75 15</inkml:trace>
  <inkml:trace contextRef="#ctx0" brushRef="#br1" timeOffset="97190.36">3082 7718 206 0,'0'0'96'0,"0"0"-91"15,0 0-1-15,0 0 44 16,0 0 31-16,0 0-58 15,0 0-11-15,0 0 8 0,0 0 0 16,0 0 10 0,0 0 7-16,0 7-5 0,-4 1-3 15,-4-1-3-15,4 2 11 0,-1 6-6 16,1 1-6-16,4 0 0 16,0-4-7-16,0 7-10 15,0-4-5-15,0-3 0 16,0 0 0-16,0-6 3 15,9-3 0-15,3-3 1 16,4 0-1 0,1 0 6-16,0-5 6 15,3-11 8-15,-3-6-1 16,-1 1-17-16,-7-1-3 16,-5 1-2-16,-4 5 1 15,0 4-2-15,0 3-13 16,-4 3-3-16,-17 2-14 15,0 4-39-15,-4 0-28 0,17 0-115 16,0 0-78-16</inkml:trace>
  <inkml:trace contextRef="#ctx0" brushRef="#br1" timeOffset="97859.62">3661 7752 304 0,'0'0'106'0,"0"0"-101"15,0 0 4-15,0 0 45 16,0 0-23-16,0 0-25 16,-32-19 2-16,28 19 7 15,-5 0 3-15,1 0-5 16,4 0 18-16,-4 0 2 15,-5 0-6-15,5 10 3 0,0 3-2 16,4-1-10-16,0 0 8 16,-1 0-12-16,5-2-11 15,0-1-1-15,0 0 4 16,0-9-2-16,9 0-3 16,7 0 2-16,5 0 1 15,4-6-4-15,-6-12-5 16,-2-4 5-1,-1 0 1-15,-3 3 1 16,-9-2 0-16,-4 9 2 16,0 0 1-16,0-1-3 0,0 7-2 15,-8 6-23-15,-5 0-28 16,9 0-76-16,0 0-158 16</inkml:trace>
  <inkml:trace contextRef="#ctx0" brushRef="#br1" timeOffset="98530.47">4084 7706 176 0,'0'0'89'15,"0"0"-66"-15,0 0-1 16,0 0 88-16,0 0-33 16,0 0-31-16,0 0-29 15,-24 0 19 1,24 0 2-16,0 0-11 15,0 0-8-15,0 0-8 16,0 0-5-16,0 0 6 16,0 3 9-16,0 6 2 15,0 1-3-15,0-5-15 0,0 8-3 16,0-3 6-16,8-5-3 16,-1 2 0-16,2-4 0 0,7 0 1 15,-3-3 0 1,3 0-4-16,1 0-2 0,3 0-2 15,-3-13-6-15,-5-2 7 16,1-3 1-16,-6-1 0 16,-7-2 4-16,4 2-2 15,-4 0-1-15,0 4-1 0,0 0-18 32,-4 9 15-32,-12-1 0 0,-4 7-12 15,-1 0-6-15,-4 0-37 16,0 13-36-16,17-7-148 15</inkml:trace>
  <inkml:trace contextRef="#ctx0" brushRef="#br1" timeOffset="99224.01">4741 7620 314 0,'0'0'73'15,"0"0"-67"-15,0 0 55 0,0 0 48 16,0 0-49-16,0 0-48 16,-25-6-5-16,21 6 2 15,-4 6 6-15,-1 9 2 16,1 4-4-16,4 2 13 15,0-2-5-15,4-1-14 16,0-2 4 0,0-4-4-16,0-6-5 15,0 0-2-15,16-6 0 16,5 0 0-16,4 0 0 16,0-21 2-16,0-7 0 15,-2-3-2-15,-6 0 0 0,-9 4 0 16,-4-1 0-1,-4 9 4-15,0 7 6 0,0 6 8 16,-8 3 3-16,-9 3-21 16,5 0-57-16,8 3-123 0,-3 6-212 15</inkml:trace>
  <inkml:trace contextRef="#ctx0" brushRef="#br1" timeOffset="99842.43">5283 7601 321 0,'0'0'55'0,"0"0"-55"16,0 0 0 0,0 0 86-16,0 0 51 15,0 0-52-15,8-6-37 16,-8 6-6-16,0 0-8 16,0 0-16-16,0 0-11 15,0 0-7-15,0 3 0 16,0 13 9-16,-8-4-8 15,3 3 2-15,5 1-1 0,0-7-2 16,0 0 0-16,0-3 0 16,5-2-2-16,15-4 2 15,1 0 0-15,4 0 2 0,-5-16-2 16,0-6 4 0,1 1 1-16,-13-1-3 0,4 1 2 15,-8 5-1 1,-4 1 3-16,0 6 0 15,0 2 19-15,0 4-23 16,-4 3-2-16,-16 0-20 16,-5 0-44-16,13 0-52 15,0 10-198-15</inkml:trace>
  <inkml:trace contextRef="#ctx0" brushRef="#br1" timeOffset="100583.07">6140 7589 290 0,'0'0'22'15,"0"0"31"-15,0 0-20 16,0 0 120-16,0 0-91 16,0 0-43-16,0 0 1 0,-24 9 8 15,12 7-3-15,4-1 5 16,0 3-8-16,-1 4-8 15,9 6 10-15,0 3-16 16,0-10-8-16,13-2-5 0,6-7 0 16,2-9 1-1,0-3 4 1,8 0 1-16,4 0-1 16,0-15-1-16,3-10-5 15,-15 0 6-15,-1-5 0 16,-11 2 2-16,-9 0 7 0,0 3-7 15,0 7-2-15,-17-1 0 16,1 13 4-16,-1 3-4 16,-4 3-19-16,13 0-58 15,1 0-222-15</inkml:trace>
  <inkml:trace contextRef="#ctx0" brushRef="#br1" timeOffset="101365.11">7069 7595 145 0,'0'0'293'0,"0"0"-293"0,0 0 19 16,0 0-6-16,0 0 55 15,0 0-46-15,-71-6-17 16,67 6 17-16,0 0 22 15,0 0-13-15,0 0-7 16,0 12 2-16,4 1 0 16,-4-4 2-16,4 6-3 15,0 1-12-15,0-4-8 0,0-6-2 16,4 3-3-16,12-9-3 16,5 0-3-16,4 0-14 15,4 0-20-15,-1-3 8 16,-4-12 3-16,1-3 14 0,-13-4 15 15,1 0 3 1,-13 0 3-16,0 4 3 0,0 0-9 16,0 6 4-16,-13 5-4 15,-3 4-34-15,3 3-86 16,5 0-262-16</inkml:trace>
  <inkml:trace contextRef="#ctx0" brushRef="#br1" timeOffset="102119.59">7824 7567 545 0,'0'0'98'16,"0"0"-88"-16,0 0-5 15,0 0 26-15,0 0-14 16,0 0 11-16,0 0 9 16,-45 53 1-16,45-35-21 15,0-2-6-15,0-4-7 16,0 0 1-16,0-2 1 0,16-8-2 16,9-2-1-16,0 0 0 0,3 0 0 15,-4-9 2 1,5-15 2-16,-8-7-1 15,-4 0 3-15,-5 0-5 16,-8 0 2-16,-4 6-2 0,0 7 13 16,0 3-6-1,-16 8-11-15,-9 4-18 16,4 3-54-16,9 0-58 16,-1 0-138-1</inkml:trace>
  <inkml:trace contextRef="#ctx0" brushRef="#br1" timeOffset="102959.96">8522 7521 349 0,'0'0'163'0,"0"0"-151"16,0 0 15-16,0 0 73 15,0 0-54-15,0 0-13 16,-21 10-16-16,21 2 10 16,0-3-4-1,0-3-9-15,0 0-6 16,0-3-3-16,0-3 4 16,4 0 8-16,13 0 21 0,-1-6-1 15,5-9-24-15,3 0-7 16,0-4-3-1,1 3-2-15,-4 7 1 0,-13 0-1 16,-4 3 2-16,-4 2-2 16,0-1-1-16,-4 5 0 0,-16 0-8 15,-9 0 5-15,0 0 2 16,1 0 2-16,3 0 5 16,8 0-1-16,5 0 7 15,0 0-11-15,3 0 0 16,5 12 2-16,0 3 0 0,4 3 4 15,0 5-1-15,0-5 0 16,0 0-2-16,8-2-1 16,5-4-3-16,-1 0-1 15,1-9-1-15,-1 1-2 0,5-4 0 16,-1 0 4-16,0-13 5 31,4-9-3-31,1-8 2 16,-5 2-4-16,-3-3-4 15,-9 4-1-15,-4 5 2 16,0 6-18-16,0 7 14 16,0 9-34-16,-4 0-188 15</inkml:trace>
  <inkml:trace contextRef="#ctx0" brushRef="#br1" timeOffset="104679.66">3082 8603 171 0,'0'0'29'16,"0"0"-25"-16,0 0 52 15,0 0 27-15,0 0-4 16,0 0-16 0,0 0-24-16,-32 68-12 15,32-59-2-15,0-6-19 16,0 3 2-16,0 1-1 0,0-7 1 16,0 3 1-16,3-3 0 15,-3 0-2-15,0 0 6 16,0 0 0-16,4 0 5 15,-4 0 8-15,0 0 4 0,0 0 2 16,4 0 4-16,-4 0-11 16,0 0-10-16,5-3-9 15,-5 3-3-15,0 0 2 16,0 0-2-16,0 0 3 16,0 0 10-16,0 0-16 15,0 0 7 1,0 0-3-16,0 0 0 15,0 0-2-15,0 3-1 16,0-1 1-16,0 2 0 16,4 2-1-16,0 3 0 15,4 0-1-15,0 1 0 16,1-1 1-16,7-3 2 16,-3 0-2-16,3-6 3 0,5 0-4 15,-1 0 0-15,0 0-1 16,5-18-9-16,-4-4 3 0,-1-2 0 15,-7-4 7-15,-1 0-24 16,-8 3 15-16,-4 0 9 16,0 7 0-16,0 3 0 15,-16 5 8-15,-5 8 5 0,-4 2 1 16,-12 0-14-16,1 6 0 16,-6 12-2-16,5 3-1 15,12-2-38-15,6 3-69 16,15-13-124-16,4-6-149 15</inkml:trace>
  <inkml:trace contextRef="#ctx0" brushRef="#br1" timeOffset="105304.13">3838 8532 274 0,'0'0'144'16,"0"0"-144"-16,0 0 0 16,0 0 12-16,0 0 59 0,0 0-31 15,0 0-11-15,-90 74 15 16,73-55-1-16,5-4-11 16,8-2 0-16,4-1-11 15,0-3-13-15,0 0-2 0,0-6-2 31,4 0-2-31,12-3 2 0,5 0-3 0,-9 0 13 16,4-15-4 0,-8-3-5-16,0-7 5 15,1 3-3-15,-9-2-1 16,0 2 3-16,0 4 11 16,0 8 26-16,-9 4-34 15,-3 3-12-15,4 3-45 16,-4 0-43-16,8 0-71 15,0 6-159-15</inkml:trace>
  <inkml:trace contextRef="#ctx0" brushRef="#br1" timeOffset="105835.13">4187 8535 12 0,'0'0'499'0,"0"0"-499"15,0 0 7 1,0 0-7-16,0 0 92 16,0 0-56-16,0 0-27 0,-12-6 6 15,7 22 49 1,-3 2-17-16,0 4-11 15,0-1 8-15,3 4-11 16,5-3-24-16,0-7-1 0,0-3-4 16,0-9-4-16,0 0-1 0,5-3-1 15,7 0 2-15,5-12 6 16,-1-13-5 0,-4-3 1-16,0-3 3 0,-8-2 0 15,-4 8-4-15,0 4 10 16,0 2 3-16,-4 13 10 15,-3 0-22-15,-2 2-2 0,-3 4-38 16,8 0-86-16,0 0-136 16,4 7-194-16</inkml:trace>
  <inkml:trace contextRef="#ctx0" brushRef="#br1" timeOffset="106539.54">4745 8529 221 0,'0'0'283'0,"0"0"-225"15,0 0-57 1,0 0 53-16,0 0 3 16,0 0-34-16,-33-3-16 15,25 6 3-15,-1 6 8 16,-3 4 7-16,0-1 13 16,3 7-3-16,1-1-10 15,5 3-14-15,3-2-3 16,0-6 5-16,0-5-12 0,7-4 4 0,14-4-2 15,4 0-3 1,0 0-3-16,-1-25 2 16,1 0-1-16,-5-2 0 15,-4-7-3-15,-7 3 3 0,-5 9-2 16,-4 1 4-16,0 8 6 16,0 7 13-16,-13 6-4 0,-6 0-15 15,-6 0-37-15,12 0-100 16,5 3-226-16</inkml:trace>
  <inkml:trace contextRef="#ctx0" brushRef="#br1" timeOffset="107278.43">5345 8486 66 0,'0'0'216'0,"0"0"-216"0,0 0 14 16,0 0 19 15,0 0 75-31,0 0-80 0,0 0-2 16,-42-3 12-16,38 3 16 15,0 0 6-15,0 0-1 16,0 9 6-16,0 0-15 0,-1 7-12 16,1-4-14-16,4 6-1 15,0 1-6-15,0-3-6 16,0-1-8-16,0-3 2 16,9 0-1-16,7-5-3 15,1-4-1-15,-5-3-4 16,5 0 0-16,-1 0-8 0,4-3 1 15,-4-19 4 1,-3-2-12-16,-1-1 6 0,-4-3 6 16,-8 3 7-16,0 4 0 15,0 2-1-15,0 10 1 0,-12 3 26 16,0 6-26-16,-5 0-28 16,1 0-58-16,12 0-87 15,-4 0-216-15</inkml:trace>
  <inkml:trace contextRef="#ctx0" brushRef="#br1" timeOffset="108097.05">6173 8476 126 0,'0'0'216'0,"0"0"-216"16,0 0-1-16,0 0 1 16,0 0 57-16,0 0 12 15,0 0-22-15,-49 4 27 16,45 5-11-16,-5 3-12 0,9 4-3 15,0-4 2-15,0 6-5 16,0-2-27-16,0-4-11 0,0-2-1 31,0-5 1-31,13-5 2 0,3 0-1 0,5 0 6 16,4 0-2-16,0-12 6 31,4-9-7-31,-1-7-11 0,-4-3-4 16,-3 4-11-16,-9 5-4 15,-7 4 5-15,-5 8 10 16,0 4-20-16,0 3 21 16,-17 3-46-16,-4 0-49 15,13 0-149-15</inkml:trace>
  <inkml:trace contextRef="#ctx0" brushRef="#br1" timeOffset="108930.54">6958 8471 227 0,'0'0'144'16,"0"0"-95"-16,0 0 25 0,0 0 10 16,0 0-27-16,0 0-17 15,12 0-9-15,-12 0 3 16,0 0 31-16,0 0 15 15,0 0-17-15,0 0-7 16,0 0-23-16,0 0-22 16,0 0-9-1,0 0-2-15,0 15 0 16,0 0 1-16,0 7 5 16,0 0-2-16,0 2-1 15,4-3-3-15,12 4 0 16,9 0 0-16,0-9-3 15,-1-7 1-15,1-6 1 0,-8-3-4 16,2 0 0-16,6-3 2 16,0-16-11-16,0-2 4 15,-9-1-3-15,-7 1 8 0,-9-4 5 16,0 3 5-16,-21 1 7 16,-12 5 4-16,-4 1-1 15,0 8-8-15,9 7-7 16,-1 0-12-16,8 0-79 0,17 0-129 15,4 0-210-15</inkml:trace>
  <inkml:trace contextRef="#ctx0" brushRef="#br1" timeOffset="109830.73">7832 8492 437 0,'0'0'72'16,"0"0"-66"-16,0 0 45 15,0 0 53-15,0 0-54 16,0 0-30-16,4-3-11 0,-8 3-2 16,0 6 11-16,-4 10 14 15,0 2 0-15,4-2-7 16,-1 2-13-16,5 1-10 15,0-7 12-15,0 0-6 16,0-5-2-16,0-5-2 0,0-2 3 16,13 0 0-1,-1 0 2 1,5 0 19-16,-6-12-5 16,-3-6-12-16,1-4 16 0,-9 1-4 15,0-4-12-15,0 6 21 16,-5 4-13-16,-7 8-19 15,-3 2-2-15,2 5-16 16,5 0-41-16,4 0-142 0,0 0-260 16</inkml:trace>
  <inkml:trace contextRef="#ctx0" brushRef="#br1" timeOffset="110564.95">8345 8480 109 0,'0'0'254'0,"0"0"-173"16,0 0-76-16,0 0 64 16,0 0 16-16,0 0-27 15,-73 46-17-15,68-30-11 16,1-1 1-1,4 3-12-15,0-5-12 16,0-4-4-16,4-3 3 16,13-6 4-16,3 0 5 15,4 0-4-15,10 0 7 16,-6-3 2-16,6-12-8 0,-2-7-6 16,-12 1-2-16,-3-4-1 15,-13 0 5-15,-4 0-8 16,0 7-13-16,-33 5 7 0,-7 10-15 15,19 3-81-15,-4 0-341 16</inkml:trace>
  <inkml:trace contextRef="#ctx0" brushRef="#br2" timeOffset="118602.32">6120 7728 191 0,'0'0'109'16,"0"0"-109"-16,0 0 1 15,0 0 20-15,0 0 38 16,0 0-34-16,0 0-16 15,-4 0-6-15,4 0 1 16,0 0 27-16,0 0-17 16,0 0 21-16,0 0 4 15,0 0-8-15,0 0 2 0,0 0-5 16,0 0-9-16,0 0-13 16,0 0-3-16,0 3-2 15,0-3 4-15,0 2 0 0,0-2 3 16,0 4 5-1,0-1 6-15,0 6 10 16,0 0-9-16,-5 7 0 0,1 6-6 16,1-1-1-16,-1 7 3 0,-4 2-2 15,4 1-1-15,0-3 1 16,4 0-10-16,0-7 10 16,0-2-6-16,0-4-2 15,0-8 1-15,0-5-5 16,0 1 4-1,0-3-6-15,0 0 3 16,0 0-3-16,0 0-20 0,0 0-26 16,0 0-38-16,0 0-26 15,0 0-79-15,0-3-86 16</inkml:trace>
  <inkml:trace contextRef="#ctx0" brushRef="#br2" timeOffset="119039.68">6231 7771 246 0,'0'0'44'0,"0"0"-42"15,0 0 6-15,0 0 44 16,0 0-6-16,0 0-19 16,0-3 19-16,0 3-8 15,0 0 2 1,0 0 10-16,0 9 24 0,0 6-12 0,-8 7-12 15,-8 3 1-15,3-4-17 16,1 7-18-16,8-1-3 16,-1-2-6-16,1 0-4 15,4-4 1-15,-4-2 0 16,4-7 0-16,0-5-4 0,-4-2-3 16,4-1-52-16,0-4-26 15,0 0-52-15,0 0-177 16</inkml:trace>
  <inkml:trace contextRef="#ctx0" brushRef="#br2" timeOffset="120369.36">6223 8085 200 0,'0'0'54'15,"0"0"-48"-15,0 0 16 16,0 0 47-16,0 0-46 16,0 0-12-16,0-3 4 0,0 3 11 15,0-3 4-15,0 3 4 16,0 0 15-16,0 0-1 16,0 0-11-16,0 0-13 15,0 0-7-15,0 0-6 16,0 0-6-1,4 0-2-15,9 0 15 16,10 0 12-16,6 0-16 16,4 0-4-16,9-3-5 15,6 0-1-15,-2-3-3 16,8 3-1-16,-10 3 1 16,-3 0-1-16,5 0 0 15,-9 0 0-15,-9 0 0 0,-3 0 0 0,0 0-1 16,-9 0 1-16,-4 0-1 15,1 0-8 1,-1 0-2-16,-3 0 0 16,2 0-11-16,-3-7-10 0,-4 7-14 15,0-3-19-15,-4 3-20 16,0 0-54 0,0 0 44-16,0 0-3 15</inkml:trace>
  <inkml:trace contextRef="#ctx0" brushRef="#br2" timeOffset="120854.85">6288 8187 125 0,'0'0'240'0,"0"0"-240"16,0 0-31-16,0 0 31 16,0 0 127-16,0 0-86 15,-16 3-25-15,24-3 36 16,4 0 8-1,-3 0-7-15,7 0-16 16,1-6 2-16,-1 6-11 16,13-6-9-16,-1 3-9 15,9-1 5-15,5-2-8 0,-1 6-2 16,3-3-2 0,6 3 1-16,-9 0-3 0,4-3 0 15,-8 3-1-15,-8 0 2 16,-8 0-2-16,-5 0 1 15,-3 0-1-15,-9 0 0 0,0 0 0 16,-4 0-4-16,0 0-14 16,0-3-25-16,0 0-91 15,-13 3-155-15</inkml:trace>
  <inkml:trace contextRef="#ctx0" brushRef="#br2" timeOffset="121734.45">6046 8431 132 0,'0'0'131'0,"0"0"-131"16,0 0 8-16,0 0 19 16,0 0 75-16,0 0-66 15,0 0-19-15,29-68 13 0,-25 65 11 16,-4 0-7-16,0-1 1 16,0 1-1-16,0 3-9 15,0 0-12-15,0 0 4 16,0 0 6-16,0 0-2 15,0 0-14-15,0 0 1 16,5 0-5-16,-5 0-2 0,0 0-2 31,0 0 1-31,0 0-1 16,0 0-6-16,0 0 7 16,0 3 0-16,0 16 29 0,0 5 13 15,4 1-21 1,-4 3-5-16,4-1-5 0,-4 1-9 15,8-6 1-15,-8-6 1 0,4-1-1 16,-1-6 0-16,-3-6-3 16,0-3-11-16,0 0-33 15,0 0-34-15,0 0-47 16,4 0-113-16,-4 0-44 16</inkml:trace>
  <inkml:trace contextRef="#ctx0" brushRef="#br2" timeOffset="122056.17">6223 8295 186 0,'0'0'99'0,"0"0"-99"15,0 0 0-15,0 0 12 16,0 0 63-16,0 0 1 16,8-9-45-16,-8 9 31 15,0 12 32-15,0 10-16 0,0 2-32 16,0 4-11-16,0 3-9 16,0-3-13-16,0-1-4 15,0-9-8-15,0 1-1 16,4-3-1-16,-4-10-52 15,0-6-24-15,0 0-81 16,0 0-185-16</inkml:trace>
  <inkml:trace contextRef="#ctx0" brushRef="#br2" timeOffset="122995.43">5397 8202 178 0,'0'0'0'0,"0"0"0"0,0 0 67 16,0 0 104-16,0 0-83 15,0 0-58 1,0-9-15-16,0 9 6 15,0 0 20-15,0 0 13 16,0 0-8-16,0 0-15 16,0 0-20-16,0-3-3 0,9 0-4 15,3 0-2-15,13 0 2 16,8 0-3-16,8 0 0 16,4-1 0-16,12-2 1 15,4 3 5-15,6-3 14 16,2 3-12-16,1-3-5 15,-12 6-2-15,-1-3-2 16,-16 3 1-16,-12 0-1 16,-16 0-7-16,-9 0 0 0,-4 0-19 15,0 0-1-15,-13 0-17 0,-12 0-39 32,5 0-180-32,3 0-22 15</inkml:trace>
  <inkml:trace contextRef="#ctx0" brushRef="#br2" timeOffset="123478.39">5443 8264 271 0,'0'0'116'0,"0"0"-107"16,0 0 21-16,0 0 80 16,0 0-65-16,0 0-30 15,114 0-7-15,-68-3 16 16,4-7-7-16,2 5-2 16,6-5 12-16,-8 7-4 0,-14 0-7 15,1 3-10-15,-12 0-5 16,-4 0 0-16,-5 0 1 15,-8 0-2-15,-4 0 1 0,0-3-1 16,-4 0-6-16,0 3-13 16,0-6-25-16,0 6-69 15,0 0-113-15</inkml:trace>
  <inkml:trace contextRef="#ctx0" brushRef="#br2" timeOffset="125550.83">5455 7592 84 0,'0'0'169'0,"0"0"-167"15,0 0 13-15,0 0 33 0,0 0 95 16,0 0-84-16,0 0-36 16,-4 0-3-16,4 0 0 15,0 0 11-15,0 0 8 16,0 0-2-16,0 0-10 16,0 0-4-1,0 0-10-15,0 0-7 16,0 0-5-16,12 0 0 15,13 0 1-15,8 0 2 16,8 0 5-16,4 0-3 16,9-3-1-16,-6 0 1 0,2 0-4 15,0-1-1 1,-6 2-1-16,-3-1-1 0,-8-1 1 16,0 4-19-1,-9 0-11-15,-7 0-13 0,-9 0-12 16,-8 0-15-16,0 0-21 0,0 0-56 15,0 0 10-15</inkml:trace>
  <inkml:trace contextRef="#ctx0" brushRef="#br2" timeOffset="125903.38">5439 7666 240 0,'0'0'84'0,"0"0"-75"15,0 0 27 1,127-3 78-16,-78-3-41 0,8-4-29 15,5 4-5-15,8-6 15 16,0 6-18-16,-12 3-7 16,-6-3-12-16,-6 6-8 0,-13 0-9 15,-8 0 0-15,-9 0 0 16,-13 0-5-16,1 0-31 16,-4 0-48-1,0 0-43-15,0 0-101 16,-7 0-38-16</inkml:trace>
  <inkml:trace contextRef="#ctx0" brushRef="#br2" timeOffset="126638.17">5389 7694 286 0,'0'0'137'16,"0"0"-137"-16,0 0 0 15,0 0 28-15,0 0 19 16,0 0-30-16,4 0-12 16,-4 0 5-16,0 0-7 15,0 0 3-15,0 0 4 0,0 12 10 16,0 7 29-16,0 2-30 16,0 10 21-16,0 0-15 15,0 6 4-15,-4 0-14 16,4 0-8-16,0 0-3 15,0-3 1-15,0-7-3 0,0-5-1 16,0-4-1-16,0-5-13 31,0-4-6-31,0-3-12 0,0 1-20 16,0-2-17 0,0-2-7-16,0 1-84 0,0-4 24 15,0 0-79-15</inkml:trace>
  <inkml:trace contextRef="#ctx0" brushRef="#br2" timeOffset="127024.57">5270 7733 229 0,'0'0'213'0,"0"0"-177"16,0 0-32-16,0 0 3 15,0 0 8-15,0 0 6 0,0 25 50 16,0 0 3-16,0 6-24 15,0 0-8-15,0 3-13 16,0 2-13-16,0-1-1 16,0-2-11-16,0-5-1 15,0-6-1-15,0-7-2 0,0-6-4 16,0 1-35-16,0-7-33 16,0 0-65-16,0-3-100 0,0 0-10 15</inkml:trace>
  <inkml:trace contextRef="#ctx0" brushRef="#br2" timeOffset="127679.88">4729 7604 100 0,'0'0'276'0,"0"0"-273"16,0 0 16 0,0 0 20-16,0 0 53 0,0 0-48 15,0 0-22 1,-13 6-19-16,13-2-2 15,13-4 3-15,11 0 22 16,1 0 16-16,15 0-16 0,14-7-14 16,15-5-3-16,10 0-5 0,3-1 5 15,0 4-7 1,-12 6 0-16,-17 3-2 0,-15 0-4 16,-14 0-20-16,-15 0 15 15,-9 0-4-15,0 0-18 16,0 0-34-16,-5 0 6 15,-15 0-187-15</inkml:trace>
  <inkml:trace contextRef="#ctx0" brushRef="#br2" timeOffset="128028.4">4749 7690 71 0,'0'0'213'0,"0"0"-163"15,0 0-38-15,0 0 65 16,0 0 30-16,0 0-92 16,-33 7-6-1,46-7 0-15,3 0 28 0,5 0 25 0,-1 0-29 16,4-3 0-16,5-3-8 15,12-1 5-15,5-2-15 16,-2 0-3-16,14 0 0 16,-4 2-10-16,-10 1 1 15,-2 3-3-15,-9 0-1 16,-8 3-18 0,-10 0-25-16,-2 0-23 15,-5 0-45-15,-8 0-109 16,0 0-71-16</inkml:trace>
  <inkml:trace contextRef="#ctx0" brushRef="#br2" timeOffset="128621.77">4643 7827 311 0,'0'0'82'0,"0"0"-81"16,0 0-1-16,0 0 65 15,0 0-35-15,0 0-24 32,0-4 4-32,0 13 34 0,0 13 3 15,-4 6-4-15,4 9 4 16,-9 3-20-16,9 9 5 15,0 0-18-15,0-2-10 16,0-7-4-16,0-6-14 16,0-13 2-16,0-9-9 15,0-5-10-15,0-4-22 0,4-3-52 0,-4 0-69 32,5 0-14-32</inkml:trace>
  <inkml:trace contextRef="#ctx0" brushRef="#br2" timeOffset="128945.9">4724 7808 104 0,'0'0'41'0,"0"0"-23"0,0 0 30 0,0 0 42 16,0 0-3-16,0 0-56 0,0 0 21 16,0 24 50-16,0 7-20 15,0 3-40-15,0 3-17 16,0-3-13-16,0 3-3 16,0-3-6-16,0-3 3 15,0-4-6-15,0-8 4 16,0-7-4-16,0-2-7 15,0-8-35-15,0-2-28 16,0 0-79-16,5 0-133 0</inkml:trace>
  <inkml:trace contextRef="#ctx0" brushRef="#br2" timeOffset="129522.33">4791 8199 178 0,'0'0'48'0,"0"0"-9"15,0 0 23-15,0 0 73 16,0 0-67-16,0 0-52 16,0 0-13-16,-9-9-1 15,18 6 29 1,6-3 17-16,14 0-7 15,4-4-20-15,8 4-6 0,8 0 4 16,5-3-4-16,4 3-1 16,-2-1-6-16,-2 4-8 15,-8 0 0-15,-10 3-1 16,-11 0-19-16,-5 0-10 0,-3 0-1 16,-17 0-7-16,0 0-21 15,0 0-9-15,0 0-67 16,0 0-12-16</inkml:trace>
  <inkml:trace contextRef="#ctx0" brushRef="#br2" timeOffset="129891.05">4802 8249 28 0,'0'0'231'0,"0"0"-186"16,0 0-38-16,0 0 32 0,0 0 68 15,0 0-102-15,-49 9 3 16,66-9-3-16,-5 0 21 16,8 0 21-16,5 0-7 15,8 0-11-15,4 0-6 16,7-7-14-16,6 2 3 0,4-2-3 31,-6 1 3-31,6-3-2 16,-4 3-9-16,-2-1 2 15,-10 2-2-15,-14 5-1 0,-3-4-10 16,-13 4-17-16,-4 0-14 16,-4 0-30-16,0 0-77 15,0 0-31-15</inkml:trace>
  <inkml:trace contextRef="#ctx0" brushRef="#br2" timeOffset="130524.2">4667 8292 290 0,'0'0'82'0,"0"0"-82"15,0 0 0-15,0 0 66 16,0 0 39-16,0 0-44 16,-24-53-34-16,24 53-11 15,0 0-2-15,0 7 24 0,-4 17 36 16,4 4-25-16,-5-1-12 0,5 11-13 15,0-5-12-15,0-2-10 16,0 0 4-16,0-3-6 16,0-3-2-16,5-7-13 15,-5-5-12-15,4-4 7 16,0-3-15-16,-4-3-23 16,0-3-15-16,4 0-28 0,-4 0-68 15,0 0-52-15</inkml:trace>
  <inkml:trace contextRef="#ctx0" brushRef="#br2" timeOffset="130810.55">4791 8233 303 0,'0'0'74'0,"0"0"-72"16,0 0 37-16,0 0 38 16,0 0-2-16,0 0 22 0,7 28-40 15,-7-3-25-15,0-1-9 16,0 4-5-16,0-1-3 16,0 4-10-16,0-9-1 15,0 0-3-15,0-4-1 16,0-5-5-16,0-8-37 15,0-1-58 1,0-4-82-16,0 0-163 16</inkml:trace>
  <inkml:trace contextRef="#ctx0" brushRef="#br2" timeOffset="131558.37">4749 8575 97 0,'0'0'69'0,"0"0"-47"16,0 0 24-16,0 0 44 0,0 0 1 0,131-24-25 15,-85 18-4-15,-2 6-3 16,10-3-3-16,-13 3-19 16,0 0-25-16,-4 0-6 15,-8 0-3-15,-4 0-2 16,0 0 0-16,-14 0 0 16,5 0 0-1,-7 0-1-15,-5 0-10 16,4 0-39-16,-8-7-46 15,0 7-40-15,0-3-79 16</inkml:trace>
  <inkml:trace contextRef="#ctx0" brushRef="#br2" timeOffset="131927.97">4724 8643 100 0,'0'0'132'0,"0"0"-131"0,0 0 2 15,0 0 39-15,0 0 38 16,0 0-6-16,90 0-44 15,-61 0 9-15,8-6-4 16,1 0-7-16,10-4 1 0,14-2-2 16,-1-3 8-16,5-4-8 15,1 7-2-15,-15 3-14 16,-10 6-11-16,-13-1 0 16,-17 4-1-16,0-2-2 15,-12 2-9-15,0 0-23 16,0 0-23-16,0 0-29 0,0 0-89 15,0-3-130-15</inkml:trace>
  <inkml:trace contextRef="#ctx0" brushRef="#br2" timeOffset="132314.7">5361 8239 100 0,'0'0'409'0,"0"0"-377"0,0 0-29 31,0 0 0-31,0 0 13 16,0 0 27-16,-16 130-29 16,16-99-9-16,0-7-4 0,0-5 1 15,0-1-4-15,0-8 1 16,0-5-41-16,4-5-22 0,0 0-26 15,-4 0 2 1,0 0-22-16,0 0-61 0</inkml:trace>
  <inkml:trace contextRef="#ctx0" brushRef="#br2" timeOffset="132545.23">5455 8230 561 0,'0'0'72'0,"0"0"-68"15,0 0-1 1,0 0-3-16,0 0 4 0,0 108-4 31,0-83-63-31,0-4-76 16,0-17-5-16,0-4-29 15</inkml:trace>
  <inkml:trace contextRef="#ctx0" brushRef="#br2" timeOffset="133350.12">5418 8578 229 0,'0'0'33'15,"0"0"-28"-15,0 0 50 0,0 0 85 16,0 0-70-16,0 0-50 0,-12 0-11 16,12 0 19-1,0 0 31-15,4 0-5 16,4-3-20-16,13-3-5 0,12-3-6 15,0 0-8-15,15 0-7 16,6-4 3-16,4 1-7 31,3-4 3-31,1 4 3 0,-1-1 8 16,-3 8-13-16,-9-2 3 16,0 4-7-16,-4 3 2 15,-16-3-1-15,-4 3-2 16,-13 0 0-16,-8 0 1 0,-4 0-2 15,0 0 3 1,0 0 0-16,0 0-2 0,0 0-10 16,0 0-18-16,0 0-24 0,-13 0-36 15,6 0-102-15,-1 0-71 16</inkml:trace>
  <inkml:trace contextRef="#ctx0" brushRef="#br2" timeOffset="133720.37">5529 8588 29 0,'0'0'3'0,"0"0"40"15,0 0 49-15,0 0-17 0,0 0-38 16,0 0-11-16,-70 21 22 15,70-21-8-15,4 0-27 0,17 0 31 32,4 0 28-32,3 0-8 0,5 0-18 0,8-3-17 15,9-6-12-15,3 2 8 16,4-5-6-16,9 0 0 16,4-3 2-16,-1 6 1 0,1 2-10 31,-12 1 1-31,-22 6-11 15,-11 0-1-15,-8 0-1 0,-9-3-3 16,-4 0 3 0,0 3-8-16,-4 0-62 0,0 0-47 15,-16 0-95-15,3 0-63 16</inkml:trace>
  <inkml:trace contextRef="#ctx0" brushRef="#br2" timeOffset="134972.31">6244 7663 115 0,'0'0'321'0,"0"0"-290"16,0 0-19-16,0 0-12 16,0 0 70-16,0 0-33 15,0 0-14-15,127-18 23 16,-91 14-2 0,5-2-11-16,5 0 14 0,7 0-15 15,0 3-18-15,1 3-2 16,-5-3-6-16,-4 3-6 15,-8 0 0-15,-4 0-3 0,-13 0-24 16,-3 0-18-16,-13 0 1 16,-4 0-33-16,0 0-10 15,0 0-41-15,-4 0-31 16</inkml:trace>
  <inkml:trace contextRef="#ctx0" brushRef="#br2" timeOffset="135454.75">6338 7749 203 0,'0'0'242'0,"0"0"-200"16,0 0-41-16,0 0 44 15,0 0 37 1,0 0-70-16,0 0-7 15,0 7-4-15,25-7 9 0,4 0 4 16,3 0-4 0,5 0-1-16,4-7-1 15,8 1 7-15,4 0 8 16,1 0-2-16,7 0 7 16,1-1-14-16,-5 4-7 15,-7-3-3-15,-9 3-2 16,-12-3-1-16,-9 3-1 15,-8 3 0-15,-12 0-37 0,0 0-20 16,0 0-7-16,0 0-56 16,0 0-123-16</inkml:trace>
  <inkml:trace contextRef="#ctx0" brushRef="#br2" timeOffset="136287.14">7031 7761 459 0,'0'0'0'0,"0"0"-15"15,0 0 15 1,0 0 67-16,0 0-21 16,0 0-38-16,-4-33-3 0,4 33 8 31,0-3 18-31,0 3 25 16,0 0 0-16,0 0-14 0,0 0-22 15,0 0-15-15,0 0 0 0,0 3 10 16,0 15 22-16,0 4-12 15,0 2-12 1,0 1-7-16,0 9-1 16,0 3-1-16,0 0 0 0,0-3-2 15,0-7-2-15,0-2 0 16,0-10-7-16,0-2-12 16,0-7-12-16,0-6-17 15,4 0-32-15,-4 0-70 16,4 0-146-16</inkml:trace>
  <inkml:trace contextRef="#ctx0" brushRef="#br2" timeOffset="136641.81">7134 7697 142 0,'0'0'111'16,"0"0"-74"-16,0 0-23 16,0 0 41-16,0 0 71 0,0 0-33 31,0 24-19-31,0-2-24 15,0 3 7-15,0-1-15 16,0 4-17-16,0 3-13 0,0 0 1 16,0 0-9-16,0-7-2 15,0 1-2-15,0-10-2 16,0-2-11-16,0-4-9 16,0-3-34-16,0-6-32 0,0 0-41 15,0 0-122-15</inkml:trace>
  <inkml:trace contextRef="#ctx0" brushRef="#br2" timeOffset="137496.51">7040 8276 148 0,'0'0'305'0,"0"0"-287"16,0 0 3-16,0 0-19 16,0 0 91-16,0 0-10 15,0 0-58-15,0-15-9 16,0 18-11-16,0 12 32 0,0 4 10 16,0 5-27-16,0 4-13 15,0 0 0-15,0 3-3 16,4-4-2-1,0 1-1-15,4-6-1 0,-4-4-2 0,5-5-14 16,-9-7-14-16,4-3-11 16,-4 0-13-16,4-3-27 15,-4 0-26-15,8 0-49 32,-8 0 4-32</inkml:trace>
  <inkml:trace contextRef="#ctx0" brushRef="#br2" timeOffset="137790.96">7129 8184 202 0,'0'0'93'0,"0"0"-28"15,0 0-24-15,0 0 34 16,0 0-27-16,0 0-21 0,0-6 19 15,0 18-4-15,0 6-13 16,0 4 3 0,0 6 5-16,0 0 3 0,0 3-21 15,5-1-12 1,3-2 3-16,-4-7-7 16,0 1-2-16,-4-7 2 15,0-5-3-15,4-1-24 16,-4-9-30-16,0 3-29 15,0-3-60-15,0 0-146 16</inkml:trace>
  <inkml:trace contextRef="#ctx0" brushRef="#br2" timeOffset="138700.04">6100 8590 136 0,'0'0'162'16,"0"0"-100"-16,0 0-61 0,0 0 79 16,0 0 12-16,0 0-27 15,0-12-19-15,0 12-8 16,4 0-21-16,-1 0 9 0,10 0 11 16,12-3 5-16,3 3-10 15,10-6-22-15,2 6 2 16,10 0-1-16,3 0 4 15,0-6 4-15,9 6-9 16,-8-6 1-16,3 6-3 16,5-3-7-16,-10 0 0 15,2 3 1-15,-13-4-2 16,-12 2 1-16,-13 2-1 16,-8 0 0-16,-8 0 3 0,0 0 0 15,0 0 5-15,0 0-8 16,0 0-14-16,0 0-21 0,-11 0-38 15,-2 0-1-15,5 0-38 32,4 0-96-32,0 0-61 15</inkml:trace>
  <inkml:trace contextRef="#ctx0" brushRef="#br2" timeOffset="139101.14">6305 8600 233 0,'0'0'82'16,"0"0"-82"-16,0 0 0 0,0 0 49 15,0 0 46 1,0 0-79-16,0 0-12 0,-13 3 22 31,13-3 33-31,0 0 2 16,0 0-12-16,0 0-18 15,0 0-18-15,9 0-6 0,7 0 10 16,1 0 1-16,7-6-7 16,1-1-9-16,3 5 0 15,-7 2-2-15,4-3 0 16,-5 0 0-16,5 3-3 0,-8-4 3 15,-1 4-4-15,0 0-16 16,-8 0-23-16,-4 0-22 16,0 0-70-16,-4 0-77 15,0 0-81-15</inkml:trace>
  <inkml:trace contextRef="#ctx0" brushRef="#br2" timeOffset="139682.47">6403 8476 291 0,'0'0'202'16,"0"0"-174"-16,0 0-26 0,0 0 13 16,0 0 32-1,0 0-18-15,62 0 12 0,-33 0 3 16,4 0-7-16,7 0-3 0,10 0 5 15,4 0-3 1,2 0-8-16,6 0-6 0,-1 0-14 16,-3 0-7-16,-16 7 0 15,-6-4-1-15,-7 0-3 16,-13-3 0-16,-7 0 3 16,-5 0 0-1,-4 0 1-15,0 0 0 16,0 0 0-16,0 0-1 15,0 0-46-15,0 0-63 16,-4 0-33-16,-5 0-124 16</inkml:trace>
  <inkml:trace contextRef="#ctx0" brushRef="#br2" timeOffset="140826.84">7220 7721 159 0,'0'0'96'31,"0"0"-91"-31,0 0 2 0,0 0 40 16,0 0 30-16,0 0-9 16,0 0-42-16,0 0 6 15,0 0 0-15,0 0 5 16,0 0 4-16,0 0-3 16,0 0-17-16,0 0-11 15,0 0-4-15,0 0-5 0,0 0 2 16,17-3-2-16,4 3 2 15,2-6 1-15,2 3 1 16,8 3-5-16,5-3 6 0,2-3 0 16,9 6 1-1,1-6-3-15,-1 6 2 0,0 0-4 16,-3 0-2-16,-9-4 0 16,-1 4-1-16,-7 0 0 0,-12 0-5 15,-9 0-1-15,-8-2 1 16,0 2-17-16,0 0-5 15,0 0-32-15,-17 0-11 16,5 0-89-16,0 0-7 16</inkml:trace>
  <inkml:trace contextRef="#ctx0" brushRef="#br2" timeOffset="141310.21">7208 7657 196 0,'0'0'54'0,"0"0"-39"15,0 0 88-15,0 0 12 0,0 0-47 16,0 0-29-16,123-7-13 15,-82 4 10-15,0 3-19 16,8-2-10-16,5 2 13 16,-5 0 5-16,0 0-12 15,-7 0-7-15,-9 0-5 16,-10 0 0-16,-10 0 0 0,-5 0 0 31,-8 0-1-31,0 0 0 0,0 0 6 0,0 0-6 16,0 0-24-16,-12 0-69 0,-5 0-60 15,6 0-54 1</inkml:trace>
  <inkml:trace contextRef="#ctx0" brushRef="#br2" timeOffset="142134.87">7163 8067 371 0,'0'0'38'15,"0"0"-38"-15,0 0 0 0,0 0 54 16,0 0-27-16,0 0-26 15,-17-3 0-15,17 3 25 32,0 0-1-32,0 0-13 0,8 0 29 15,13 0 7-15,12 0-12 16,4-3-16-16,8-1-11 16,8-2-2-16,1 6 2 15,7-6-5-15,1 3-2 16,-5 0 1-16,1 0-1 15,-13 0-2-15,-4 3 0 0,-12 0 0 16,-13 0-2-16,-12 0-3 16,-4 0-3-16,0 0 1 15,0 0-8-15,0 0-26 16,-4 0 13-16,-12 0-101 16,3 0-13-16,5 0-21 0</inkml:trace>
  <inkml:trace contextRef="#ctx0" brushRef="#br2" timeOffset="142550.44">7134 8125 196 0,'0'0'151'0,"0"0"-151"15,0 0 18-15,0 0 20 16,0 0 40-16,0 0-40 16,-20 3-9-16,20-3 25 15,4 0-25-15,-1 0-9 0,5 0-9 16,5 0 12-16,3 0 5 16,13 0-6-16,9 0-6 15,3 0-10-15,8 0-5 16,0 0 5-16,0 0 1 15,0 0-1-15,1 0 9 0,-5-3-4 16,-8 3 0 0,-4 0-11-1,-13-3 0-15,-3 0 2 16,-13 3-2-16,-4 0 0 16,0 0 0-16,0 0-3 0,0 0-37 15,0 0-42-15,-17 0-52 16,9 0-56-16,0 0 21 15</inkml:trace>
  <inkml:trace contextRef="#ctx0" brushRef="#br2" timeOffset="143398.97">7097 8625 114 0,'0'0'127'0,"0"0"-127"15,0 0 9-15,0 0 43 16,0 0 46-16,0 0-16 16,-20 0-55-16,20 0-15 15,0 0-4-15,8 0 13 16,4 0 13-16,12 0 5 16,1 0-13-16,12 0-13 0,5-7-2 15,-1 2 9-15,8 1 4 16,0 1 3-16,4-3-3 15,-4 3 4-15,1 0-14 16,-9-1-9-16,-4 4-4 16,-13 0 0-16,-3 0-1 15,-13 0 0-15,-4 0 2 0,-4 0-2 0,0 0-3 16,0 0 1-16,0 0-31 16,0 0-52-1,-4 0-7-15,-4 0-74 0,0 0-27 16</inkml:trace>
  <inkml:trace contextRef="#ctx0" brushRef="#br2" timeOffset="143684.99">7179 8671 163 0,'0'0'9'16,"0"0"4"-16,0 0-13 16,0 0 78-16,0 0-9 0,0 0 1 15,0 0 23-15,29-3-44 16,-17-4-10-16,-3 4-1 16,-5 1-2-1,0-1-21-15,4 3-15 16,1-4-15-16,-5 1-22 15,4 0-15-15,-1-3-58 16,-3 0-25-16,0 3 12 16</inkml:trace>
  <inkml:trace contextRef="#ctx0" brushRef="#br2" timeOffset="144122.31">7254 8492 278 0,'0'0'168'16,"0"0"-148"-16,0 0-19 15,0 0 37-15,0 0-14 16,0 0-10-16,4 9 11 16,7-6 6-16,10-3 0 0,4 0-9 15,8 0 8-15,4 0 9 16,-1 0-17-16,9 0 8 16,-3 0 5-16,-1 0-7 15,-1 0-7-15,-11 0-6 16,-4 0-10-16,-8-3-4 15,-9 3 0-15,-8 0-1 0,4 0 2 0,-4 0-1 16,0 0-1 0,0 0 0-16,0 0-17 15,0 0-34 1,0 0-34-16,0 0-54 16,0 0-163-16</inkml:trace>
  <inkml:trace contextRef="#ctx0" brushRef="#br2" timeOffset="144821.57">7918 8511 12 0,'0'0'126'16,"0"0"-126"-16,0 0 1 16,0 0 37-16,0 0 67 15,0 0 50-15,-8 0-49 16,8 0-17-16,0 0-18 0,0 0-13 16,0 0-6-16,0 0-13 15,0 0-24-15,0 0-7 16,0 0-8-16,0 0 1 0,12 0 2 15,13 0 2-15,4 0 5 16,3 0 0-16,9-7-5 16,1 7-2-16,3-6-1 15,-5 0 4 1,6 0-2-16,-5 3-3 16,-13-4-1-16,-3 5 0 0,-4-1 0 0,-13-1-4 15,-8 4-8-15,0 0-10 16,0 0-14-16,0 0-28 15,-4 0-35-15,-17 0-29 16,5 0-127-16</inkml:trace>
  <inkml:trace contextRef="#ctx0" brushRef="#br2" timeOffset="145164.34">7881 8590 158 0,'0'0'326'0,"0"0"-326"0,0 0 26 16,0 0-26 0,0 0 77-16,0 0-58 15,-29 7-13-15,37-7 3 16,13 0 21-16,0 0-9 0,3 0-8 15,1-7 2-15,8 5 10 16,3-4 8-16,6-1 9 0,3 4-4 16,-9-3-8-16,10 3-4 15,-5-3-8-15,-4 0-10 16,-9 2-7-16,-3 2-1 16,-12-1-6-16,-5 3-59 15,-4-4-35-15,-4 1-7 16,0 3-12-16,0-3-120 0</inkml:trace>
  <inkml:trace contextRef="#ctx0" brushRef="#br2" timeOffset="145895.21">7856 8017 153 0,'0'0'207'0,"0"0"-207"15,0 0-14-15,0 0 14 16,0 0 94-16,0 0-29 16,0 4-37-16,21 1-2 15,-1-5 1-15,9 0 6 16,9 0 11-16,6 0 0 16,2 0-7-1,11 0-22-15,0 0 29 16,9 0-13-16,-1 0-17 15,6-2-11-15,-6-5 1 16,-7 1 4-16,-9 0-3 16,-16 3-3-16,-17 0 2 15,-12 3-4-15,-4 0 2 16,0-3-2-16,0 0-10 0,-16 3-6 0,-12 0-79 16,-14 0-67-1,26 0-107-15</inkml:trace>
  <inkml:trace contextRef="#ctx0" brushRef="#br2" timeOffset="146249.04">7845 8162 451 0,'0'0'70'0,"0"0"-70"16,0 0-3-16,0 0 3 0,0 0 28 16,0 0-26-16,-9 13 16 0,33-13 12 15,13 0-5 1,1 0-3-16,7 0-8 16,4 0 13-16,0-4 4 15,5-5-1-15,-1 3 16 0,1-3-16 16,-2 0-13-16,-6 2-10 0,-13 1-2 15,-8 6-3-15,-17-3 1 16,0 0-3-16,-8 3 0 16,0 0-4-1,0-3-15-15,0 3-53 0,-8 0-45 16,-5 0-161-16</inkml:trace>
  <inkml:trace contextRef="#ctx0" brushRef="#br2" timeOffset="147067.62">7976 7620 152 0,'0'0'225'15,"0"0"-151"-15,0 0-47 16,0 0 82-16,0 0 2 15,0 0-34-15,53 0-22 0,-16 0-20 16,4-3-3-16,4-4-6 16,0 4-17-1,1-3-3-15,-5 3-4 16,-5 0 2-16,-3-3-4 16,-4 3 1-1,-4 0-1-15,-13-1-1 0,-3 4-17 16,-9 0-43-16,0 0-43 15,0 0-13-15,-4 0-73 16,-13 0-87-16</inkml:trace>
  <inkml:trace contextRef="#ctx0" brushRef="#br2" timeOffset="147416.31">7959 7737 242 0,'0'0'123'0,"0"0"-111"16,0 0-11-16,0 0 98 16,0 0-25-16,0 0-40 15,0 0-9-15,123-4 11 0,-81-8 3 16,2 3-11-16,6-3 2 15,-5 2 5-15,-4-2-10 16,0 3-15-16,-4 0-3 16,-12-1-1-16,-8 7 0 15,-10 1 11-15,-3-2-10 0,-4 4-3 32,0 0 2-32,0 0-6 15,0 0-18-15,0 0-58 16,0 0-20-16,0 0-34 0,-7 0-74 15,3 0-82-15</inkml:trace>
  <inkml:trace contextRef="#ctx0" brushRef="#br2" timeOffset="149425.07">4113 7740 92 0,'0'0'178'16,"0"0"-147"-16,0 0-29 0,0 0 4 16,0 0 48-16,0 0 15 15,0 0-44-15,-9 0-3 16,9 0 16-16,0 0-17 15,0 0-8-15,0 0 2 16,0 0 16-16,0 0-3 16,0 0-8-16,0 0-3 15,0 0 3-15,0 0-7 16,0 0-5-16,0 0-7 16,0 0 6-16,9 0-2 15,7 0 23 1,5 0-8-16,4 0-5 0,8 0-7 15,11-7 1-15,2 2 5 16,16-5 6-16,-1 1-7 16,5 3-10-16,-14 0 0 15,-10 3-3-15,-13 3 0 16,-17 0-1-16,-8 0-2 16,-4 0 1-16,0 0-5 0,0 0-35 15,-8 0-20-15,-13 0-44 16,5 0-147-16,3 0-17 15</inkml:trace>
  <inkml:trace contextRef="#ctx0" brushRef="#br2" timeOffset="149893.94">4195 7811 151 0,'0'0'0'0,"0"0"-36"16,0 0 36-16,0 0 47 16,0 0 16-16,0 0-34 15,-25 0-7-15,25 0 11 16,0 0 44-16,0 0 46 15,0 0-57-15,0 0-9 0,0 0-22 16,0 0-14-16,0 0-19 16,0 0 1-16,9 0 9 15,11 0 11-15,8-3 5 16,9-6-2-16,13-4-5 16,7-2-2-16,13 2-2 0,-5 1 8 31,-3-1-14-31,-12 8-7 15,-17 2-3-15,-13-1 0 16,-12 4-1-16,-8 0-2 0,0 0-3 16,0 0 1-16,0 0-29 15,-4 0-38-15,-13 0 14 16,-2 0-70-16,-2 0-35 16,13 0 19-16,-1 0-24 0</inkml:trace>
  <inkml:trace contextRef="#ctx0" brushRef="#br2" timeOffset="150882.49">4179 8224 162 0,'0'0'99'0,"0"0"-93"0,0 0-1 15,0 0 73-15,0 0 15 0,0 0-59 16,0 0-19-16,0 0 43 16,12 0 8-16,-4 0 1 15,8 0-10-15,5-3-1 16,3-3-12-16,9-1-11 16,9 1-10-16,-2 3-10 15,1 3-5 1,-3 0-2-16,-5 0-6 15,-10 0 1-15,-6 0-1 16,0 0 1-16,-13 0-1 16,4 0 0-16,0 0-1 15,-4 0-7-15,0 0-15 0,1 0-19 16,3 0-13 0,4 0-34-16,-12-3-44 0,0 3-148 15</inkml:trace>
  <inkml:trace contextRef="#ctx0" brushRef="#br2" timeOffset="151302.34">4240 8289 135 0,'0'0'92'16,"0"0"-92"-16,0 0 6 16,0 0 24-16,0 0 55 0,0 0 24 0,0 0-68 31,-13 6-4-31,13-6-11 16,0 0 24-16,0 0 2 15,0 0-11-15,0 0-19 0,9 0-5 16,11 0 20-1,5-9-18-15,12 2-4 16,8-2-12-16,0-3 6 0,9 3 8 16,-6 2-8-16,2-2 5 0,0 3 0 15,-13 3-9-15,-9 3-4 16,-3-3 0-16,-13 0-2 16,0 3 0-16,-7 0-12 15,-5 0-17-15,0 0-5 16,0 0-8-16,0 0-26 15,0 0-67-15,0 0-100 16,0 0-18-16</inkml:trace>
  <inkml:trace contextRef="#ctx0" brushRef="#br2" timeOffset="152340.47">4219 8613 111 0,'0'0'40'16,"0"0"-10"-1,0 0 36 1,0 0 37-16,0 0-25 0,0 0-3 16,0 0-18-16,45-10-10 15,-28 7-17-15,0 0-4 16,-1-4-13-16,5 5-5 15,-1-4-4-15,0 2 7 16,9 1 15-16,4-3-1 0,4 0-4 0,-1 0-3 16,6-4-2-1,-5 5-8-15,4-2-5 16,0 1-2-16,-8 6-1 16,-4-3-4-16,-9 0-15 0,-3 3 0 15,-13-3-4 1,0 3 8-16,-4 0-10 15,0 0 0-15,0 0-24 16,0 0 6-16,0 0 43 16,-8 0-44-16,-9 3-28 15,9 0-38-15,0 0-55 16</inkml:trace>
  <inkml:trace contextRef="#ctx0" brushRef="#br2" timeOffset="152738.6">4433 8613 201 0,'0'0'52'16,"0"0"-45"-16,0 0-6 15,0 0 18-15,0 0 4 16,0 0-8-16,0 0-4 0,-98 27 1 16,94-24 34-16,4-3 35 15,0 0-47-15,0 0 7 0,0 0-7 16,0 0 5-16,0 0 1 15,0 0-15-15,0 0-20 32,0 0-4-32,4 0 3 0,8 0 12 15,8 0 12 1,5 0-7-16,8-3-5 16,8-9-12-16,3 5 11 15,6 1-3-15,0-3-8 0,-13 6 8 16,-5 3-10-16,-7 0-1 15,-13-3 0-15,1 3-1 16,-5 0 0-16,-8-3 0 16,0 3-10-16,0-3-15 0,0-1-27 15,-4 4-54-15,-9 0-138 16,1-2-57-16</inkml:trace>
  <inkml:trace contextRef="#ctx0" brushRef="#br2" timeOffset="153841.15">3702 7768 154 0,'0'0'48'16,"0"0"-40"-16,0 0 14 16,0 0 68-16,0 0 17 15,0 0-46-15,0 0-12 0,21-10 2 16,-13 10 1-1,5-6 5-15,-1 3-7 0,4 0-14 16,0 0-6-16,9 0 2 16,4 0-4-16,0-1-21 15,8 4-5-15,3-5 4 0,-3 2-4 16,1-1-1-16,-5 1 0 16,-14 3 0-16,6 0-2 15,-12 0-3-15,-1 0-12 31,-8 0-16-31,0 0-22 0,0 0-22 16,-4 0-17-16,0 0-55 16,4 0-10-16,-4 0 26 15</inkml:trace>
  <inkml:trace contextRef="#ctx0" brushRef="#br2" timeOffset="154226.29">3702 7848 61 0,'0'0'67'0,"0"0"-41"16,0 0 36-16,0 0 7 15,0 0-27-15,0 0-28 16,-20 9 13-16,24-9 66 0,-4 0-36 16,4 0-29-1,4 0 7-15,4 0 17 0,5 0-11 16,8-3-13-16,3-3-13 16,5 3-5-16,4-7-7 15,4 7 2-15,4-2 0 16,0-5-1-16,-3 4-2 15,-5 3 1-15,-9-1-2 16,-12 2-2-16,5 2-5 0,-13 0-55 16,-4 0-26-16,-4 0-63 15,0 0-49-15</inkml:trace>
  <inkml:trace contextRef="#ctx0" brushRef="#br2" timeOffset="155200.1">3583 8202 177 0,'0'0'73'16,"0"0"-63"-16,0 0 15 0,0 0 32 15,0 0 21-15,0 0-47 32,0 0-7-32,0 0 30 15,0 0-14-15,17 0 2 16,-5 0-18-16,9 0-4 0,7 0-6 15,1 0-1-15,12-3 0 16,8-6-2-16,0 3-4 16,9-7-4-16,3 4 6 15,-7 3-8-15,-4-3 1 0,-14 9-4 16,-11 0 1-16,-9-3-7 16,-12 3 3-16,0 0-1 15,-4 0-3-15,0 0 3 16,0 0-23-16,0 0-50 15,-4 0 13-15,-8 0-14 16,-1 0-31 0,5 0 26-16,4 0-23 15</inkml:trace>
  <inkml:trace contextRef="#ctx0" brushRef="#br2" timeOffset="155549.57">3625 8258 78 0,'0'0'64'0,"0"0"-50"16,0 0 19-16,0 0 52 16,0 0-50-16,0 0 5 15,0 0 7 1,28 3 46-16,-4-9-43 15,1 0-11-15,8-1 0 0,4-2-2 16,0 3-19-16,0-3-8 16,4 2 4-16,0-2-1 15,4 3 5-15,0 0-7 16,1 0-3-16,-6 0-5 16,-7 3-2-16,0-1-1 0,-4 1 0 15,-9 0-34-15,-3 3-30 16,-9 0-33-16,-8 0-51 15,0 0-49-15</inkml:trace>
  <inkml:trace contextRef="#ctx0" brushRef="#br2" timeOffset="156334.25">3821 8597 175 0,'0'0'65'0,"0"0"-55"16,0 0 17-16,0 0 52 31,0 0-28-31,0 0-30 0,0 0-12 0,-4 0-3 15,8 0 40-15,4 0-11 32,9 0 13-32,8 0-13 0,4-7-5 15,7 2-1-15,1-5-4 16,4 4-11-16,1 0-10 16,-6-3 1-16,1 0-5 0,-8 6 0 15,-4-4-1-15,0 4-1 16,-10 3-8-16,-2 0-15 15,-5 0 0-15,0 0-15 16,-8 0-21-16,0 0-56 16,0 0 10-16,0 0-11 15</inkml:trace>
  <inkml:trace contextRef="#ctx0" brushRef="#br2" timeOffset="156702.74">3887 8653 128 0,'0'0'61'0,"0"0"-58"0,0 0-1 15,0 0 64-15,0 0-16 16,0 0-37-16,-4 5 15 15,12-5 37-15,5 0 25 16,-1 0-48-16,4-5-6 16,4-5 6-16,9 4-10 15,4-3-5-15,5-4-12 0,-2 1 1 16,1 3-2-16,-8 5-4 16,-4-1-8-16,-9 2-2 15,-3 3-1-15,-9 0-5 0,-4 0-10 16,0 0-25-16,0 0-9 15,0 0-32-15,0 0-80 32,0 0-2-32</inkml:trace>
  <inkml:trace contextRef="#ctx0" brushRef="#br2" timeOffset="157568.26">3090 8621 131 0,'0'0'158'16,"0"0"-91"-16,0 0-58 16,0 0 43-16,0 0 18 15,0 0-29 1,58-12-15-16,-37 9 2 15,7 0-3-15,5 0 7 16,4 0 2-16,4 3-22 0,-4-3 2 16,0-1-10-1,4 2-1-15,-4-4-2 16,-5 6 2-16,1 0-3 16,-8 0-14-16,4-4-11 0,-4 1 2 0,-4-3-5 15,-2 3 8-15,2 0-2 16,-4 3-6-16,-1 0-29 15,-8 0-49-15,1-3 29 16,-9 3 18-16,0 0-20 16</inkml:trace>
  <inkml:trace contextRef="#ctx0" brushRef="#br2" timeOffset="157939.87">3333 8661 131 0,'0'0'178'16,"0"0"-162"-16,0 0-11 0,0 0 16 16,0 0 102-16,0 0-66 15,-25 7-44-15,25-7-13 16,0 0 14-16,9 0 20 15,3 0 5 1,4 0-5-16,0 0-15 16,9-7-6-16,12-1-3 15,0-2-3-15,12-2 1 16,5 2-1-16,-5 2 2 0,-4-2 1 16,-8 4-10-16,-12 6 0 15,-9-3-2-15,-12 3-7 16,-4 0-4-16,0-4-23 0,0 4-18 15,0 0-50-15,-8 0-141 16</inkml:trace>
  <inkml:trace contextRef="#ctx0" brushRef="#br2" timeOffset="158773.81">3103 8258 198 0,'0'0'22'0,"0"0"-21"0,0 0 0 15,0 0 6 1,0 0 24-16,0 0-4 16,4 12-1-16,8-12 10 15,-3 0 58-15,7 0-52 16,5 0 3-16,4 0-15 15,2 0-4-15,11 0-6 16,7-6 6-16,-3-3-3 16,2 0-7-16,-3 2-10 0,-8 4-2 15,-8 0-4-15,-9 3-14 16,-4 0-34-16,-8 0-12 16,0 0-77-16,-4 0-33 0,0 0-68 15</inkml:trace>
  <inkml:trace contextRef="#ctx0" brushRef="#br2" timeOffset="159128.9">3185 8344 170 0,'0'0'12'0,"0"0"-12"0,0 0 0 16,0 0 64-1,0 0-26-15,0 0-38 0,-16 6 7 16,24-6 20 0,0 0 51-16,1 0 17 15,2 0-47-15,6-6 6 16,3 3-31-16,9 0-10 15,8-6 12 1,4 0-6-16,4-4 0 0,1 4-6 16,-5 0-8-16,-1-1-2 15,-11 4-3-15,-12 0-6 16,-1 3-28-16,-12 0-39 0,-4 0-13 16,0-4-28-16,0 7-51 15</inkml:trace>
  <inkml:trace contextRef="#ctx0" brushRef="#br2" timeOffset="159948.43">3194 7851 134 0,'0'0'80'0,"0"0"-66"16,0 0-6-16,0 0 39 16,0 0-13-1,0 0 39-15,15-3-11 0,-15 3-3 16,4 0-7-16,0 0-6 15,1 0-10-15,3 0 9 16,8 0-8-16,5 0-14 0,0 0 3 16,8 0-9-16,3 0-6 15,1-3-3-15,4 0-3 16,0-4 1-16,4 4-5 16,-4-2-1-16,-8-2 0 15,0 7-3-15,-13 0-34 16,-12 0-23-1,0 0-12-15,-4 0-10 16,0 0-31-16,-16 0 62 0,-1 3-88 16,1 1-53-1</inkml:trace>
  <inkml:trace contextRef="#ctx0" brushRef="#br2" timeOffset="160217.34">3345 7913 3 0,'0'0'75'15,"0"0"-5"-15,0 0-28 0,0 0 1 16,-123 52-16-16,106-49 4 15,6 6-2-15,2-5 1 16,5-4 1-16,4 0 0 16,0 0-11-16,0 0 60 15,0 0-35-15,0 0-25 16,0 0-16-16,9 0 13 0,6 0 26 16,6 0-7-16,8 0-10 15,8-10-4-15,8 1-10 16,-4-3-1-16,4 2-8 15,1 1 2-15,-10 3-5 0,-11 6-40 16,-5 0-50 0,-7 0-41-1,-13 0-73-15,0 0-63 16</inkml:trace>
  <inkml:trace contextRef="#ctx0" brushRef="#br2" timeOffset="162112.79">7852 7715 137 0,'0'0'285'0,"0"0"-285"16,0 0-97-16,0 0 97 15,0 0 28-15,0 0 9 16,4-55-14-16,-4 55 5 15,0 0 19-15,0 0-6 0,0 0-16 16,0 0-5-16,0 0-15 16,0 0-5-16,0 0 2 15,0 0 17-15,-4 12 15 16,-3 4-3-16,-6 5-21 0,5 7-4 16,0 3 4-16,-5 3 12 15,5 3-11 1,0-4-3-1,-5 1-3-15,5-3-2 0,4-6-1 16,0-6 0-16,4-7-4 16,0-3-4-16,0-6-14 15,0-3-25-15,0 0-36 16,0 0-14-16,0 0-32 16,0 0-13-16</inkml:trace>
  <inkml:trace contextRef="#ctx0" brushRef="#br2" timeOffset="162478.21">7976 7626 199 0,'0'0'267'16,"0"0"-208"-16,0 0-56 15,0 0 17-15,0 0 22 16,0 0 20-16,12-25-5 16,-12 25-17-16,0 0-25 0,0 0-4 15,0 3 2-15,0 16 29 16,-4 5-5-16,-8 7-13 16,4 3-15-16,-1 0 3 15,1 0-9-15,0-3-2 16,4-3-1-16,0-10 1 0,-1-3-2 15,1-2-10-15,0-4-17 16,0 3-13-16,0-5-6 16,4-1-15-16,0 0-33 0,0-6-57 31,0 0-121-31</inkml:trace>
  <inkml:trace contextRef="#ctx0" brushRef="#br2" timeOffset="163432.57">8587 7601 183 0,'0'0'89'0,"0"0"-78"16,0 0 14-1,0 0 46-15,0 0 64 16,0 0-83-16,0 0-23 0,-12 71-11 16,4-43 12-16,4 0-2 0,0 2-4 15,0 1-5-15,4-6-15 16,0 0-2-16,0-10-1 16,0-3 0-16,0 1-1 15,0-7-5-15,0-6-28 16,0 0-24-16,0 0-28 15,0 0-25 1,0 0-58-16,0 0-18 16</inkml:trace>
  <inkml:trace contextRef="#ctx0" brushRef="#br2" timeOffset="163765.04">8657 7574 272 0,'0'0'79'0,"0"0"-79"16,0 0 0-16,0 0 50 0,0 0 60 0,0 0-57 15,-12 101-14-15,3-61-4 16,-3 1-10-16,4-1-11 15,-1-9-2-15,5-1-8 16,0-8 4-16,0-4-4 16,0-2-3-16,4-10 0 15,0 3-1 1,0-9-38-16,0 3-47 16,0-3-49-16,0 0-19 15,0 0-63-15</inkml:trace>
  <inkml:trace contextRef="#ctx0" brushRef="#br2" timeOffset="164197.76">8830 7614 72 0,'0'0'64'15,"0"0"-64"-15,0 0 0 16,0 0 60-16,0 0 51 0,0 0-26 15,0 0-5-15,-17-7-35 16,17 7-5-16,0 0-12 16,0 0-17-16,8 0 4 15,13 0 1-15,7 0 1 0,9 0-6 16,9 0-6-16,3 0-3 31,8 0-2-31,-3 0 3 16,-1 0 0-16,-8 0-3 0,-4 0 0 15,-12 0-3-15,-12 0-50 16,-10 7-109-16,-7-7-15 16,0 3-10-16</inkml:trace>
  <inkml:trace contextRef="#ctx0" brushRef="#br2" timeOffset="164500.24">8703 7706 269 0,'0'0'192'16,"0"0"-192"-16,0 0 4 16,0 0-4-16,0 0 46 15,0 0-18-15,85 0-10 16,-47 0-1-16,6 0-5 31,1 0 15-31,1 0 3 16,-1 0 2-16,0 0-5 0,0 0-14 15,-7 0-12-15,-11 0-1 16,2 0-43-16,-29 0-78 16,0 0-140-16</inkml:trace>
  <inkml:trace contextRef="#ctx0" brushRef="#br2" timeOffset="165254.16">8730 8017 490 0,'0'0'148'15,"0"0"-148"1,0 0 11-16,0 0-6 0,0 0 21 31,0 0-13-31,0 0 16 16,38-3 9-16,-9 3-10 15,8 0-9-15,-1 0 6 0,9 0 8 16,1 0-14-16,-5 0-12 16,-9 0-6-16,1 0-1 15,-8 0-48-15,-12 0-23 16,-5 0 8-16,-4 0-16 0,-4 0-91 16,0 0-58-16</inkml:trace>
  <inkml:trace contextRef="#ctx0" brushRef="#br2" timeOffset="165554.68">8587 8110 511 0,'0'0'89'0,"0"0"-89"0,0 0 0 16,0 0 14-16,0 0-8 16,0 0-3-16,16 3-1 0,22-3 19 15,3 0-4-15,-1 0-8 16,6 0 11-16,3-6 5 16,0 3-8-16,0-4-9 15,1 5-6 1,-13 2-2-16,-5 0-35 0,-11 0-61 0,-21 0-132 15,0 0 17-15</inkml:trace>
  <inkml:trace contextRef="#ctx0" brushRef="#br2" timeOffset="166190.54">8690 8403 182 0,'0'0'215'0,"0"0"-215"15,0 0 21-15,0 0 25 16,0 0 54 0,0 0-85-16,0 0-13 0,13 0 2 15,6 0 22-15,6 0-8 16,0 0-10-16,0-3 6 16,8-4 5-1,0 4-7-15,-1 3-7 16,-3-6-5-16,-4 6-1 15,-9 0-64-15,-12 0-99 16,0 0 21-16,-4 0 30 16</inkml:trace>
  <inkml:trace contextRef="#ctx0" brushRef="#br2" timeOffset="166488.54">8665 8504 514 0,'0'0'35'16,"0"0"-35"-16,0 0 0 16,0 0 9-16,0 0 48 15,0 0-11-15,25 13 9 16,7-13-28-16,5 0-11 15,1 0-2-15,3 0 7 16,-5 0 2-16,-3 0-9 0,-4 0-14 16,-12 0-2-16,-5 0-56 15,-12 0-35-15,0 0-30 0,0 0-94 16,-4 0-118 0</inkml:trace>
  <inkml:trace contextRef="#ctx0" brushRef="#br2" timeOffset="167006.2">8399 8076 23 0,'0'0'234'15,"0"0"-188"-15,0 0-37 0,0 0 38 16,0 0 5-16,0 0 1 16,-9 6 15-16,9 9-26 15,-8 7 12-15,8-3-16 16,0 2-5-16,-4 4-6 15,4-1-21-15,-4 1 0 16,4-7-4-16,-4 1 3 0,4-7-5 16,0-2 0-16,0-7 0 15,0 0-43-15,0 0-33 16,0-3-54-16,0 0-95 16,0 0-46-16</inkml:trace>
  <inkml:trace contextRef="#ctx0" brushRef="#br2" timeOffset="167275.13">8513 8079 295 0,'0'0'66'15,"0"0"-55"-15,0 0 55 0,0 0 48 16,0 0-53-16,0 0-29 15,74 18 39-15,-74 7 1 16,0 0-28-16,0-1-13 0,0 4-4 16,0-6-14-16,-8-1-9 15,4-8-4-15,-4-4-13 32,4 0-13-32,4-3-38 15,-4-3-28-15,0-3-70 0,4 0-131 16</inkml:trace>
  <inkml:trace contextRef="#ctx0" brushRef="#br2" timeOffset="167861">7741 8224 221 0,'0'0'38'16,"0"0"-37"-16,0 0 15 15,0 0 45-15,0 0 22 16,0 0-35 0,0 0-5-16,0 58 7 15,0-30-15-15,0 3 1 16,0 0-11-16,0-7-12 15,0-5-10-15,0-3 0 0,0-4 1 16,0-3-4-16,0-3-6 16,0-3-29-1,0 0-40-15,0 0-88 0,0-3-2 16,0 0-71-16</inkml:trace>
  <inkml:trace contextRef="#ctx0" brushRef="#br2" timeOffset="168130.05">7889 8239 283 0,'0'0'348'15,"0"0"-293"-15,0 0-50 0,0 0-3 16,0 0 3-16,0 0 19 16,0 114-13-16,0-95-9 15,0 2-2-15,0-5-7 16,-4-7-14-16,4 4-16 16,-4-13-61-16,0 0-141 15</inkml:trace>
  <inkml:trace contextRef="#ctx0" brushRef="#br2" timeOffset="169650.98">4075 7848 103 0,'0'0'84'0,"0"0"-72"16,0 0-10-16,0 0 13 15,0 0 34-15,0 0-5 16,0 0-14-16,-4 0 2 0,1 6 8 16,3-3 27-16,0 0-16 15,0-3-6-15,0 6-22 16,0 0-19-16,-4 4 10 15,0 2 1-15,0 7 6 0,0 5 10 16,-5 4-8-16,1 9-6 16,-4 0 3-16,12-3-11 15,-5 3-4-15,5-3 2 16,0-13-7-16,0-2 0 16,0-7-11-16,0-9-25 15,0 0-52 1,0-3-53-16,0 0-62 15</inkml:trace>
  <inkml:trace contextRef="#ctx0" brushRef="#br2" timeOffset="169986.23">4227 7814 297 0,'0'0'89'16,"0"0"-84"-16,0 0 93 16,0 105-15-16,0-74-16 15,-4 0-36-15,-4-1-6 16,8-2-19-16,-3-10-3 15,3-2 0-15,0-10 3 16,0 0-6 0,0 1-9-16,0-7-38 15,0 3-37-15,0-3-88 16,0 0-17-16</inkml:trace>
  <inkml:trace contextRef="#ctx0" brushRef="#br2" timeOffset="170832.98">3567 7943 226 0,'0'0'139'15,"0"0"-139"1,0 0 0-16,0 0 22 15,0 0 11-15,0 0-33 16,0-3 0-16,0 3 0 16,0 0 16-16,0 13 2 15,-4 2 18-15,-5 7 30 16,1 5 1-16,0 7-29 16,0 0-10-16,-1 0-12 0,9 3-8 15,0-12-8-15,0-7 0 16,0-6-11-16,0-2-42 15,0-7 11-15,9-3-36 0,-1 0-22 16,-8 0-32-16,4 0-29 16</inkml:trace>
  <inkml:trace contextRef="#ctx0" brushRef="#br2" timeOffset="171102.95">3760 7900 208 0,'0'0'189'16,"0"0"-168"-16,0 0-11 0,0 0 59 16,0 0 39-16,0 0-21 15,8 43-33 1,-16-12-28-16,0 0 0 15,0 0-14-15,8 0-9 0,-5-6 0 0,1-1 0 32,-4-9-3-32,8-6-10 0,0-2-36 15,0-7-43-15,0 0-62 16,0 0-107-16</inkml:trace>
  <inkml:trace contextRef="#ctx0" brushRef="#br2" timeOffset="171904.97">3094 7977 291 0,'0'0'59'0,"0"0"-59"0,0 0 0 15,0 0 25-15,0 0 77 16,0 0-15-16,0 49-10 15,0-8-31-15,0-1 1 0,0 3-8 16,0 3-3 0,0-9-22-16,0-6-9 0,0 0 3 15,0-16-8 1,0-3 0 0,0-5-4-16,0-4-39 15,0-3-49-15,0 0-40 0,0 0-90 16,5 0-51-16</inkml:trace>
  <inkml:trace contextRef="#ctx0" brushRef="#br2" timeOffset="172189.56">3325 7851 303 0,'0'0'287'0,"0"0"-274"16,0 0-1-16,0 0 25 15,-4 126 21-15,0-86-15 16,4-3-16-16,0 1-26 0,-4-8 2 16,4-5 1-1,0-7-3-15,0-5 1 0,0-1 0 16,0-6-2-16,0-3 0 15,0 0-57-15,0 1-25 16,0-4-67-16,0 0-99 0</inkml:trace>
  <inkml:trace contextRef="#ctx0" brushRef="#br2" timeOffset="172814.34">2569 7783 325 0,'0'0'85'0,"0"0"-85"15,0 0 0-15,0 0 57 0,0 0-13 31,0 0-36-31,9 3 3 16,11-3 22-16,4 0 19 16,9 0-13-16,4 0-10 15,9 0-6-15,-2-3-1 0,10-6-9 16,12-4 12-16,-1 1 16 16,6 3-17-16,-10 0-17 15,-8 6-7-15,-20 0-19 0,-17 3-62 16,-8 0 9-1,-8 0-1-15,0 0-14 0,-8 0 16 16,-8 0-101-16</inkml:trace>
  <inkml:trace contextRef="#ctx0" brushRef="#br2" timeOffset="173114.94">2799 7851 81 0,'0'0'104'0,"0"0"-85"15,-115 31-11-15,94-28 51 16,9 0 64-16,8-3-6 0,4 0-54 16,0 0-33-1,0 0-7 1,12 0-17-16,13 0 6 0,4 0 35 16,12 0-7-16,4 0-19 15,4-9-11-15,1 2 0 16,7 1 5-16,-3-6 2 15,-2 6 1-15,-2 0-12 0,-17 3-6 16,-8 3-13-16,-17 0-36 16,-4 0-6-1,-4 0-14-15,0 0-52 0,-8 0 8 16,-4 0-80-16</inkml:trace>
  <inkml:trace contextRef="#ctx0" brushRef="#br2" timeOffset="173701.21">2639 8276 84 0,'0'0'113'0,"0"0"-60"15,0 0-3 1,0 0 81-16,0 0-43 15,0 0-23-15,0 0-30 16,-4 6-27-16,8-6 6 0,16 0 26 16,13-6 13-16,0-3-30 0,12 0-15 15,0-3 1-15,5-1 0 32,7 1 5-32,-8 2-13 0,-7 1 2 15,-9 6-3-15,-9 0-7 16,-12 3-24-16,-8 0-7 15,-4 0-19-15,0 0-16 16,0 0-38-16,0 0 7 16,-16 0-49-16</inkml:trace>
  <inkml:trace contextRef="#ctx0" brushRef="#br2" timeOffset="173986.39">2651 8363 492 0,'0'0'19'0,"0"0"-19"16,0 0 0-16,0 0 10 15,0 0 28-15,0 0-31 16,-16 15-3 0,49-15 5-1,0 0 22-15,8-9-1 0,-1 3-7 16,6-7-11-16,-1 4 2 15,8 3-2-15,1-4-4 16,-1 5-3-16,-8-2-5 16,0 4-1-16,-12 3-20 15,-8 0-42-15,-12 0-31 0,-13 0-117 16,0 0 41-16</inkml:trace>
  <inkml:trace contextRef="#ctx0" brushRef="#br2" timeOffset="174805.93">2635 8720 160 0,'0'0'397'15,"0"0"-334"-15,0 0-63 0,0 0 0 16,0 0 25-1,0 0-5-15,0 0-17 0,16 0 1 16,13 0 0-16,0 0 1 16,0-6-1-16,3 0 16 15,1-3-1-15,4-1-10 16,0 4 2-16,-5-3 2 16,2 3-12-16,-10-1-1 0,1 2-13 15,-8 2-45-15,-1 3-34 16,-12 0-22-16,5 0-33 15,-9 0 10-15</inkml:trace>
  <inkml:trace contextRef="#ctx0" brushRef="#br2" timeOffset="175091.89">2676 8772 351 0,'0'0'181'16,"0"0"-174"-16,0 0 3 16,0 0 22-16,0 0-6 15,0 0-23-15,0 16 2 0,33-19 15 16,8-10 3-16,0 4 5 0,4-6-13 16,5-1 1-16,-2 1 12 15,10-3-8 1,3 2-7-16,-3 1-4 15,-4 0-9-15,-6 2-2 0,-6 4-38 16,-9 6-28 0,-8-4-33-16,-25 7-104 15,0 0 19-15</inkml:trace>
  <inkml:trace contextRef="#ctx0" brushRef="#br2" timeOffset="175585.64">3190 8313 326 0,'0'0'212'16,"0"0"-187"-16,0 0-18 15,0 0 8-15,0 0 30 16,0 0-28-16,-5-3-11 16,5 3-5-16,0 0 3 15,0 12 31 1,0 13 13-16,0 3-28 16,0 3-4-16,0-1-12 15,0 5 0-15,0-2-4 16,0-8-3-16,0-3-28 15,0-7-7-15,0-6-7 0,0-2-16 16,0-4 6-16,0-3-31 16,0 0-21-16,0 0-23 0,0 0 15 15</inkml:trace>
  <inkml:trace contextRef="#ctx0" brushRef="#br2" timeOffset="175850.13">3242 8363 203 0,'0'0'249'16,"0"0"-185"-16,0 0-61 0,0 0 26 31,0 0 34-31,0 0-13 16,9-13-19-16,-9 26 13 15,0 8 3-15,0 4-21 16,0-1-14-16,4 7-9 0,-4-3 0 15,4 6 2-15,-4-9-5 16,0-1-4-16,0-9-18 16,0-5-11-16,0-4-28 0,4-3-23 15,-4-3-81-15,4 0-89 16</inkml:trace>
  <inkml:trace contextRef="#ctx0" brushRef="#br2" timeOffset="176483.62">3673 8286 241 0,'0'0'95'15,"0"0"-95"-15,0 0 48 0,0 0 43 16,0 0-36-16,0 0-36 15,-8-7-14-15,8 7 2 16,0 0 5-16,0 0 6 16,0 0 14-16,0 10-2 0,0 5 5 15,0 1 13-15,0 5-2 16,0 3-8-16,0 4-21 16,0 0-9-16,0-3-6 0,0-4 3 15,0 1-3-15,4-7-2 16,0-2-3-16,-4-7-4 15,4 0-22-15,1-6-8 16,-5 0-17-16,0 0-16 16,0 0 2-16,0 0-13 15,4-6-8 1,0-16-86-16,-4 13 37 16</inkml:trace>
  <inkml:trace contextRef="#ctx0" brushRef="#br2" timeOffset="176761.93">3777 8242 260 0,'0'0'351'0,"0"0"-297"16,0 0-51-16,0 0-1 16,0 0 24-16,0 0 2 0,3 40 9 15,-3-12-22-15,4 0 0 16,-4 6-5-16,4-3-1 31,0-7-2-31,-4 1 1 0,4-6-5 16,-4-4 1-16,4-6-3 15,1-3-2-15,-1 0-36 16,0-2-41-16,0-4 14 16,0 0-43-16,0 0-99 15,0 0 14-15</inkml:trace>
  <inkml:trace contextRef="#ctx0" brushRef="#br2" timeOffset="177300.19">4137 8233 170 0,'0'0'32'15,"0"0"-32"-15,0 0 0 16,0 0 8-16,0 0 62 16,0 0 10-16,0-18-16 0,0 18-5 15,0 0-9-15,0 0-9 16,0 0-4-16,0 0-15 16,0 0-14-16,0 0-7 15,0 0 6-15,0 0 1 16,0 0 4-16,0 15 10 0,0 4 4 15,0-1-1 1,0 7-10-16,0 0 3 16,-4 2-1-16,4-2-6 15,0 2-10 1,0-5 2-16,0 0 0 0,0-7-2 16,0 1-1-16,0-7-11 15,0-6-15-15,4 0-5 16,-4-3-29-16,4 0-30 0,1 0-6 15,3 0-43-15,-8-3 17 16</inkml:trace>
  <inkml:trace contextRef="#ctx0" brushRef="#br2" timeOffset="177568.29">4231 8242 351 0,'0'0'268'0,"0"0"-268"16,0 0-3 0,0 0 3-16,0 0 45 0,0 0-9 15,0 0-18 1,0 75-7-16,0-48 6 16,0 1 4-16,0 3-14 15,0-3 1 1,0-7-5-16,0-2-1 0,0-7-2 15,0-3-1-15,0 0-40 16,0-6-47-16,0-3-109 16,0 0-1-16</inkml:trace>
  <inkml:trace contextRef="#ctx0" brushRef="#br3" timeOffset="212321.97">2651 9679 184 0,'0'0'367'0,"0"0"-367"16,0 0-69-16,0 0 69 15,0 0 90-15,0 0-50 0,0 0-9 16,0 0-30-16,4 3 4 15,0-9 7-15,-4-6 36 16,0 2-20-16,0 1-24 16,0-3 5-16,-4-1 8 15,-12 1-13 1,-8 3-4-16,-5 3-5 16,4 2 2-16,0 4 6 15,1 0 1-15,-1 0-3 16,-3 0 2-16,3 10 3 15,-4 8 8-15,0 10 8 0,-4 9 1 16,1 3 18 0,7 0-19-16,5 6-19 0,7-3 1 15,13 0-4-15,0-2-6 16,0-7 5-16,8-7-4 0,17-8 5 16,4-10 6-16,7-6-4 15,6-3-4-15,3 0 2 16,8-19-4-16,-4-2-16 15,-3 6-62-15,-14-1-58 16,-32 13-137-16,0 3-79 0</inkml:trace>
  <inkml:trace contextRef="#ctx0" brushRef="#br3" timeOffset="212785.52">2635 9854 196 0,'0'0'32'0,"0"0"-27"0,0 0 49 16,0 0 72 0,0 0-33-16,0 0-22 0,16-12-32 15,-12 12-25-15,4 0-1 16,5 0 16-16,-1 0 17 0,1 16 1 15,-1 2-16-15,5 7-12 16,-1 3 12-16,-3-1-17 16,2 1-12-16,-3-4 3 15,1-5-3-15,-13-13 1 16,0 4-1 0,0-10 5-16,0 0 12 15,0 0 22-15,-17 0 16 16,1-4-35-16,-8-20-21 15,7 2 2-15,5-2 0 16,8 2 2-16,4 0 0 16,0 1-5-16,4 2-4 15,25-2 1-15,7 2-1 0,6 1-3 16,7-1-30-16,-4 7-11 16,0-1-10-16,-8 8-9 15,-12 5-31-15,-25 0-71 0,0 0-140 16</inkml:trace>
  <inkml:trace contextRef="#ctx0" brushRef="#br3" timeOffset="213074.96">2971 9811 343 0,'0'0'107'16,"0"0"-99"-16,0 0 75 15,0 0 37-15,0 0-52 0,0 0-19 16,13-9-35 0,-9 9-13-16,-4 6 14 0,4 10-2 0,4 2-5 15,1 1-1-15,3 2-6 16,0 1 4-16,-3-4-2 16,6-5 3-16,-2-1-2 0,-1-6-3 31,0-6-1-31,5 0-16 15,0 0-45-15,3 0-27 16,1-6-75-16,-17 0-69 16,-4 0 31-16</inkml:trace>
  <inkml:trace contextRef="#ctx0" brushRef="#br3" timeOffset="213682.1">3169 9808 7 0,'0'0'457'0,"0"0"-457"0,0 0-8 16,0 0 8-16,0 0 45 15,0 0-36-15,0 0-9 16,0-6 5-16,0 6-6 15,4-3 1-15,0 3 0 0,0 0-4 16,-4 0 4-16,0 0 0 16,0 0 0-16,0 0 0 15,0 0 6-15,0 0-2 16,0 0-1-16,0 0 7 0,0 0 14 31,0 0 7-31,0 0 13 16,0 0 4-16,0 0-6 15,0 0-13-15,0 0-4 16,0 0-6-16,0 15 9 0,-12 10 7 16,-9 9-12-16,-4 15 11 0,1 7 3 15,-5 12-25-15,5 5-5 16,3-2-5-16,9-3-2 16,4-18 0-16,3-19-66 15,5-13 66-15,0-15-1 16,0-3-35-1,0 0-72-15,5-6-82 16,3-9-284-16</inkml:trace>
  <inkml:trace contextRef="#ctx0" brushRef="#br3" timeOffset="214275.39">3460 9808 49 0,'0'0'264'0,"0"0"-215"15,0 0-37-15,0 0 103 16,0 0-47-16,0 0-25 16,13-12-33-16,-13 12-8 15,0 0 9-15,0 0 21 16,0 0-2-16,-21 0-9 16,0 0 3-16,-12 18 16 15,4-5 7 1,2 5-5-16,2 1-13 15,8-4-19-15,9 0-10 16,4-2-1-16,4-4-4 16,0-3 0-16,0 1-4 15,12-1 5-15,13-4-3 0,7-2-16 16,9 0 7-16,-3 0-11 16,-1 0-36-16,-5 4 8 0,-12 5 20 15,-7 1 13 1,-9 2-8-16,-4-3 30 0,0 3 25 15,-8-2 44-15,-17 2-3 16,-11-3-1-16,-10-2-32 16,1 1-15-16,5-8-3 15,-2 0 7 1,13 0-22-16,17 0-16 16,4-18-55-16,8 3-45 15,0-4 36-15,24 7-69 16,-3 6 12-16,0-3-1 15</inkml:trace>
  <inkml:trace contextRef="#ctx0" brushRef="#br3" timeOffset="214530.17">3625 9667 335 0,'8'-25'307'0,"-8"25"-282"15,0 0-25-15,0 0 29 16,0 0 19-16,0 0-48 15,0 12 12-15,0 19-9 0,0 9 22 32,0 3-13-32,0 0-2 15,0-3-8-15,0-2 1 0,0-5-1 16,0-2-1-16,0-9 2 16,3-4-1-1,1-5-2-15,0-11-18 0,-4 2-55 16,0-4-70-16,0 0-124 15</inkml:trace>
  <inkml:trace contextRef="#ctx0" brushRef="#br3" timeOffset="-214381.39">3563 9879 347 0,'0'0'225'16,"0"0"-225"-16,0 0-10 15,0 0 10-15,0 0 45 0,0 0-19 16,58-30-19-16,-26 26 1 15,9-2-8-15,9 0 0 16,-2-3 6-16,6-4-5 16,0-2-2-16,-6 2-13 15,-2 4-61 1,-9-3-18-16,-12 6-58 16,-10 0 84-16,-11 6 60 15,-4 0 7-15,0 0 90 16,0 0 67-16,-4 0-60 15,-15 0-23-15,-2 12-13 16,0 4 9-16,-4 5-11 0,9 4-29 16,-5 0-15-16,13-4-5 15,-4-2-2-15,12-4-5 16,-4-3-2-16,4-6 0 16,0 1 2-16,0-7-3 0,0 0 0 15,0 0-1-15,12 0-4 16,8-10-8-16,5-8-15 15,0-7-5-15,0 10-24 16,0-4-18-16,-6 10 31 0,-10 9 44 16,-1 0 2-16,-8 0 45 15,0 0 29-15,0 16-10 16,4 11 17-16,-4 1-45 16,4 0-13-16,4-4-7 15,1-5-11 1,3-10-2-16,-8-3-4 15,4-6 2-15,5 0 9 16,8-9-5-16,3-19-7 16,4-9-7-16,5 0-54 15,-4 0-25-15,-4-3-55 16,-17 25-104-16,-4-4-88 16</inkml:trace>
  <inkml:trace contextRef="#ctx0" brushRef="#br3" timeOffset="-214186.81">4375 9645 638 0,'0'0'239'16,"0"0"-239"-16,0 114-83 16,0-74 65-16,0-3 18 15,0-3 9 1,0 0-7-16,0-9-2 16,8-10-15-16,-8-6 4 15,4-9 3-15,5 0-13 16,3 0-56-16,5-18 17 15,3-10-76-15,1-3 27 16,-17 16-20-16</inkml:trace>
  <inkml:trace contextRef="#ctx0" brushRef="#br3" timeOffset="-213948.88">4535 9577 104 0,'0'0'148'0,"0"0"10"16,0 0-23-1,0 0-19-15,0 0-18 16,0 0-58-16,9 31 37 15,-9 6-15-15,0 6-36 16,0 6-14-16,0 1-11 16,0-1 6-16,0-3-7 15,0 1 0 1,0-7 2-16,0-6-1 0,8-10 0 16,0-12-1-16,4-5 0 15,1-7-75-15,16 0 42 16,-17-10-77-16,5-5-260 0</inkml:trace>
  <inkml:trace contextRef="#ctx0" brushRef="#br3" timeOffset="-213732.56">4814 9774 799 0,'0'0'57'15,"0"0"-57"-15,0 0 0 16,0 0 28-16,0 0 9 0,0 0-22 15,9 108 0-15,-1-83-1 16,0-3-7-16,5-4 6 16,-5-9 4-1,0-3-17-15,0-6 0 16,5 0-38-16,-1 0-50 16,-4-21-43-16,-8 5-134 15,0 1-120-15</inkml:trace>
  <inkml:trace contextRef="#ctx0" brushRef="#br3" timeOffset="-213602.02">4852 9614 495 0,'-5'-12'410'0,"5"12"-410"16,0 0-195-16,0 0 162 16,5 15 31-16,-1-8-76 15,4-2-217-15</inkml:trace>
  <inkml:trace contextRef="#ctx0" brushRef="#br3" timeOffset="-213082.14">4979 9740 477 0,'12'25'152'0,"-4"-7"-106"0,-4 4 14 16,1 0 46 0,-1 2-25-16,0 1-43 0,4 0-21 15,-4-10 0-15,0 1-12 16,1-11 24-16,-1-5 6 0,-4 0-6 15,4 0 4-15,4 0 1 16,4-21 2-16,5-6-31 16,3-1-4-16,4-3-2 15,-3 3-5-15,0 9-5 16,-5 10 8-16,-7 6-3 16,-5 3 2-16,0 0-5 0,0 0 9 15,4 19 4-15,5 12 5 16,-6-1-6-16,9 1 3 15,1-6-6-15,4-7 1 16,-1-8 4-16,9-4-3 16,4-6-4-16,-1-6 2 15,10-22-24 1,-1-9-5-16,-8-3-12 0,-9-7 7 16,-8 4-6-16,-7 7-10 15,-9 5 13-15,0 12 37 16,0 10 7-16,-17 9 60 15,-8 0-20-15,-3 24 0 16,-9 17 6-16,8 8-14 16,9 0-17-16,16-3-15 0,4-2-6 15,8-7 4-15,25-16-5 0,16-2 4 16,8-19-4 0,9 0-19-16,8-6-58 0,-49-10-94 15,-5 4-422 1</inkml:trace>
  <inkml:trace contextRef="#ctx0" brushRef="#br3" timeOffset="-211923.84">6679 9491 425 0,'0'0'125'0,"0"0"-116"15,0 0 5-15,0 0 66 16,0 0 5-16,0 0 1 15,0 0-27 1,11-13-29-16,-18 13-23 16,-14 4 11-16,-12 11-1 15,-12 3 17-15,-4 7 20 16,0 0-15-16,-9 3-6 0,17-7-9 16,4-2-9-16,21-7-8 15,3-3-6-15,9-6 0 0,4-3-1 16,0 0-10-1,0 0-16-15,13 0 19 16,11 0 2-16,9 0 3 16,4 7-6-16,0-4 8 0,4 3-1 15,-1 3 2 1,-2-3-2-16,11 6 1 0,-3 0 0 0,-2 4-1 16,-2-1 1-1,-9 1-6-15,-17-1-3 16,-12-2-8-16,-4 2 3 0,-4 1 7 15,-33-4 7-15,-21 0 18 16,-3-3-7-16,-1-6-2 0,17-3 32 31,4 0-12-31,25 0-9 16,7-5-20-16,9-17-24 16,0 0 10-16,17-5-20 15,20-1 11-15,12-3 1 16,13 6-17-16,3 7 15 15,1-1 22-15,-9 13 2 16,-7 0 0-16,-5 3 7 0,-16 3 15 16,-9 0 4-16,-8 0-10 15,-4 6 6-15,-4 13-10 0,-4 5-8 16,0 1 8-16,0 2-4 16,0-2 3-16,0-3 0 15,0-7-11-15,0-2 3 16,0-7-1-1,0 0-2-15,0-6-28 16,0 0-47-16,0 0-107 16,0-9-87-16</inkml:trace>
  <inkml:trace contextRef="#ctx0" brushRef="#br3" timeOffset="-211807.13">6994 9439 310 0,'0'0'562'16,"0"0"-562"-16,0 0-469 16,0 0 345-16</inkml:trace>
  <inkml:trace contextRef="#ctx0" brushRef="#br3" timeOffset="-211369.41">7163 9340 390 0,'0'0'459'0,"0"0"-459"16,0 0-88-16,0 0 88 0,0 0 63 15,0 0 11-15,0 0-37 16,-9 126-15-16,5-74 3 16,4 1-2-16,-4 5-1 15,4-5-3-15,0-4-5 31,0-6-12-31,0-15 0 0,0-6 5 16,0-7-6 0,0-9 2-16,4-2-3 0,9-4-8 15,-1 0-13-15,13-4-33 16,0-11-44-16,-17 3-99 16,0-1-281-16</inkml:trace>
  <inkml:trace contextRef="#ctx0" brushRef="#br3" timeOffset="-211137.9">7356 9558 593 0,'0'0'288'0,"0"0"-288"16,0 0-21-16,0 0 21 16,0 0 33-16,8 106-12 15,-8-70-9-15,0 1-6 16,0-9-4-16,4-6 1 0,-4-7-3 15,4-9 3-15,-4-3-3 16,5-3-10-16,-1 0-52 16,0-9-42-1,0-3-195-15,-4-10-117 16</inkml:trace>
  <inkml:trace contextRef="#ctx0" brushRef="#br3" timeOffset="-211006.36">7401 9420 780 0,'0'0'143'0,"0"0"-143"16,0 0-91-16,0 0 75 0,0 0-72 15,0 0-166 1</inkml:trace>
  <inkml:trace contextRef="#ctx0" brushRef="#br3" timeOffset="-210381.25">7799 9571 412 0,'0'0'417'0,"0"0"-391"15,0 0-19 1,0 0 55-16,0 0-4 16,0 0-28-16,-82 40 8 0,58-6-2 15,-1 3-33-15,8 0 2 16,9 0-5 0,4-6 2-16,4-4-3 15,0-5 1-15,0-9 0 0,4-8 2 16,17-1-2-1,8-4 0-15,3 0-4 16,13-4-12-16,9-17-35 16,-5-4-34-16,-4-2-39 0,-8-7-8 15,-8-3 15-15,-5 3-1 0,-12 3 35 16,-12 15 83-16,0 7 125 16,0 9 36-16,0 0-3 15,-8 0-38-15,-4 0-41 16,-4 19-43-16,0 9-17 15,3 5-2-15,5 4 2 16,4-3-5-16,4-3-10 0,0-9 0 16,0-1-2-16,0-8 2 15,8-10 11-15,13-3-7 16,3 0 2-16,17-3-3 16,9-22-6-16,2-6 6 15,-2-6-7-15,-17 0-2 16,-16 3-6-1,-9 4 5-15,-8 8 3 16,0 4 5-16,-4 8 8 0,-17 7-13 16,-4 3-8-1,-4 0-23-15,0 0-53 16,18 13-126-16,3-4-160 16</inkml:trace>
  <inkml:trace contextRef="#ctx0" brushRef="#br3" timeOffset="-209952.05">8435 9617 453 0,'0'0'499'16,"0"0"-473"-16,0 0-26 15,0 0-21-15,0 0 21 16,0 0 10-16,21 65 1 15,-21-37-1-15,0 2-8 16,4-8 3-16,-4-6 9 16,4-7 16-16,-4-6-6 15,4-3-6-15,4 0 6 0,0 0 17 16,5-16-5-16,8-8-23 16,-5-7-10-16,13-3-3 0,-1-6 0 15,1 9-6 1,0 6 3-16,-4 7 0 15,-5 12-4-15,1 6 3 16,-6 0-1-16,-2 3 5 0,3 18 5 16,-3 7 6-16,-1 3-6 0,1 3 2 15,-1-9-4-15,-4-4 1 16,-4-6 1-16,9-5-5 16,-5-7 0-1,5-3-31-15,6 0-75 0,-6 0-104 16,-5-6-345-1</inkml:trace>
  <inkml:trace contextRef="#ctx0" brushRef="#br3" timeOffset="-202405.51">9363 9328 244 0,'0'0'0'0,"0"0"0"16,0 0-7-16,0 0 7 16,0 0 16-16,0 0 2 0,0 0 2 0,0 0 2 15,0 3-9-15,0-3-4 16,0 0-1-16,0 0 3 16,0 0 2-1,0 0-5-15,4 0 7 16,-4 0 10-16,0 0-10 15,0 0 5-15,0 0 5 16,0 0 31-16,0 0-18 16,0 0-11-16,0 0-6 0,0 0 6 15,0 0-10-15,0 0-3 16,0 0 8-16,0 0 12 16,0 0 13-16,0 0-9 15,0 0-17-15,0 0-10 16,0 0-8-16,0 0 0 0,0 0-3 15,-4 0 0-15,0 0 7 16,0 0-4-16,-13 0 1 16,1 6-2-16,-4 9 5 15,-5 4 10-15,-4 5 2 16,0 10 10-16,-8 12 11 16,1 10-5-1,-5 15 14-15,8 6-22 16,8 0-10-16,8 0-7 15,17-12-9-15,0-7 1 16,0-6-2-16,17-11 0 16,3-11 0-16,1-8 2 15,-4-9 1-15,7-10 3 0,-3-3 4 16,3 0-6-16,1 0 5 0,-5 0-9 16,-11 0 0-16,-1 0 4 15,-8 0-4 1,0 0 3-16,0 0-2 0,0 0-1 15,0 0 0-15,0 0-29 16,0 0-15-16,0 0-22 16,0 0-72-1,0-3-46-15,0-4-173 16</inkml:trace>
  <inkml:trace contextRef="#ctx0" brushRef="#br3" timeOffset="-201507.6">9626 9518 211 0,'0'0'360'0,"0"0"-325"15,0 0-15-15,0 0 0 16,0 0 71-16,0 0-29 15,0 0-44-15,0-21-14 16,0 21 6-16,0 0 8 16,-5 0 8-1,-11 0-2-15,-8 0-9 16,-9 18 0-16,-8 4 28 0,-5-1-9 16,-2 4-3-16,6 3 0 15,5-3-7-15,5-4-7 16,11-2-17-16,9-7 0 15,4-3 0-15,8-2-1 16,0-4 1-16,0 2-7 16,0-1-4-16,20 2 5 15,12 0-2-15,1 1 0 0,9-5 7 16,-5 8 1-16,-1-1 0 16,-7 3-1-1,0 1 1-15,0-4-1 0,-4 6 0 16,-1-2 0-16,-4-1-7 0,-3-6-29 15,-13 7 11 1,0-8-2-16,-4 2 3 0,0 5-16 16,-21-3 41-16,-19 3 8 15,-5 4 12-15,-5-4-4 16,1 3 18-16,0-5 7 31,12-1-10-31,12-5-11 0,12-4-12 16,13 0-4-16,0 0-4 15,0 0-19-15,25-13-12 16,12-12-40-16,9 4-14 16,2 2 20-16,6-2-38 15,-4 5-82-15,-2 1 75 16,-2-1 47-16,-34 13-36 0,1 0-73 16</inkml:trace>
  <inkml:trace contextRef="#ctx0" brushRef="#br3" timeOffset="-201259.61">9877 9712 444 0,'0'0'209'0,"0"0"-179"16,0 0-26-1,0 0 11-15,0 0 18 0,0 0-21 16,15-8-4-16,-15 11 0 0,-4 18 11 16,-7 4 16-16,-6 3-5 15,5-1 17-15,-1 4-14 0,5-3-6 16,8-1-17-16,0-8-1 15,0-3-5 1,0-4 1-16,0-6-5 16,0 0 0-16,4-6-1 15,4 0-27-15,5 0-61 16,-13 0-28-16,0-12-126 16</inkml:trace>
  <inkml:trace contextRef="#ctx0" brushRef="#br3" timeOffset="-201074.68">9848 9528 808 0,'0'0'0'16,"0"0"-187"-1,0 0 95-15,0 0 92 16,0 0 19-16,0 0-19 15,0-10-128-15,0 10-69 16</inkml:trace>
  <inkml:trace contextRef="#ctx0" brushRef="#br3" timeOffset="-200385.58">10073 9411 541 0,'0'0'116'0,"0"0"-105"16,0 0 14-16,0 0 56 15,0 0-40-15,0 0-28 16,0 0 10-16,74-7 30 0,-29 14-3 31,0 17 0-31,1 10 6 16,-6 12 4-16,-11 10-16 15,-12 2-35-15,-17 1 0 0,0 3-1 16,-17-7-5-16,-31-6-1 16,-10-2 2-16,-4-13-4 15,9-7 0-15,12-8-40 16,16-13-31-16,25-6-132 0,0 0-359 16</inkml:trace>
  <inkml:trace contextRef="#ctx0" brushRef="#br3" timeOffset="-191389.38">4060 10261 491 0,'0'0'0'15,"0"0"-32"-15,0 0 32 0,0 0 50 16,0 0 0-16,0 0-28 15,0 0-15-15,0 0 1 16,0-3 9-16,0 3 11 16,0 0 2-16,0 0-9 15,0 0-9-15,0 0-4 0,0 3 13 16,0 16 40-16,0 9-29 16,0 3 1-16,0 5-12 15,-4 8 2-15,0-1-8 16,-5-3-7-16,5-3 0 15,4-9-6-15,-4-7-2 16,0-5 5-16,4-4-5 0,0-9 0 16,0 3-12-16,0-6-56 15,-4 0-29-15,0 0-15 16,-5 0-30-16,-3 3-25 0,-5-3 38 16,-3 7 25-16,-9 2 16 15,-3 0 88-15,-10 0 78 31,1 0 31-31,8 0-9 16,9 1 4-16,4-7 44 0,15 0-63 16,5-3-19-16,0 0-18 15,0 3-10-15,0-3-5 16,5 3-12-16,19-3-1 16,8 0 13-16,6 0-3 15,7 0-3-15,0 0-7 0,4-3-3 16,1-6-6-16,-2-3-4 15,-6-1-3-15,3 4-4 16,-12-3-21-16,-13 3-47 16,-8-1-30-16,-12 1-17 15,0 3-31-15,0 3-237 16</inkml:trace>
  <inkml:trace contextRef="#ctx0" brushRef="#br3" timeOffset="-191189.05">3809 10344 1 0,'0'0'799'0,"0"0"-799"16,0 0-194-16,0 0 172 16,0 0 22-16,0 0 78 15,58-73-59-15,-21 67-17 16,3-1-1-16,1-2-1 15,1 6-1-15,-30 3-82 16,-4 0-169 0</inkml:trace>
  <inkml:trace contextRef="#ctx0" brushRef="#br3" timeOffset="-190722.6">4208 10372 264 0,'0'0'407'0,"0"0"-404"0,0 0 4 16,11 121-4-16,-11-88 1 15,0 5 67-15,0-2-46 16,0-1 3-16,0-2-19 16,0-5 3-16,0-9 15 15,0-10 10-15,0-3-10 0,0-3-13 16,0-3-6-16,0 0 4 15,0 0 8-15,0-3-10 16,17-19-10-16,3-2-7 16,5-10-10-16,-4 6-3 15,8 3-26-15,-5 7 26 16,-4 8 12 0,1 8 5-16,-1-1-1 15,-7 3 1-15,-1 0 3 16,1 0 1-16,-9 9 13 15,4 10 30-15,0-1-19 16,1 7-8-16,-5-1-3 16,0-5-9-16,4-4-4 15,-8-3 5-15,4-6-6 0,-1-2-20 0,1-4-33 16,5 0-55-16,-1 0-46 16,-4-7-87-16,4-5-93 15</inkml:trace>
  <inkml:trace contextRef="#ctx0" brushRef="#br3" timeOffset="-190486.75">4679 10351 202 0,'0'0'294'16,"0"0"-227"-16,0 0-61 16,0 0 51-16,0 0 23 15,0 0-26-15,25-12-37 0,-25 42 25 16,0 13-14-16,0-2-17 15,4 5-8-15,0 0 0 0,0-6-2 16,0-3 0 0,0-9 3-16,-4-7-4 0,5-5 0 15,-1-10-44-15,-4-6-32 16,0 0-46-16,0 0-101 16,0-6-182-16</inkml:trace>
  <inkml:trace contextRef="#ctx0" brushRef="#br3" timeOffset="-189854.92">4700 10499 561 0,'0'0'186'0,"0"0"-186"16,0 0-78-16,0 0 78 0,0 0 33 16,0 0-8-16,70-16-16 15,-42 16-4-15,5 0-4 16,4 0 0-16,0 10 4 15,-1-4 3-15,-7 6-6 16,-4-2-1-16,-8 2 0 0,-5 0-1 16,-4-3-7-16,-8 1-14 15,0-1 0-15,0-3-25 0,0 0 4 16,0 1 9 0,0-7-20-16,0 0-39 0,0 0 37 15,0 0 4-15,0 0-29 16,0-10 80-16,0 1 4 15,0 0 29-15,0 2 9 16,0 1 38 0,0 6 34-16,0-3-44 15,0 3-21-15,0 0-27 16,0 0-22-16,0 0-1 16,0 0 1-16,0 0 23 15,0 9 18-15,0 7-11 16,0 3 2-16,0 2 12 0,5 3-19 15,-1 4 3-15,0-3-14 16,4-4-7-16,-8-2-5 16,4-7 0-16,0-8 1 15,-4-4 1-15,0 0 7 0,0 0 30 16,0-4 17-16,0-23-15 16,4-10-41-16,-4-1 0 31,9 2 6-31,-1-1-8 0,8 9-1 15,0 0-2 1,-8 10 2-16,9 2-4 0,-9 4 5 16,5 2-1-16,3 1-4 15,5 3 0-15,4 0 1 16,-2 0-20-16,6 6-21 16,0-3-55-16,-21 3-65 0,-3 0-192 15</inkml:trace>
  <inkml:trace contextRef="#ctx0" brushRef="#br3" timeOffset="-189555.02">5320 10529 530 0,'0'0'226'0,"0"0"-226"0,0 0-99 16,0 0 99-1,0 0 120-15,0 0-74 0,0-3-46 32,0 3-4-32,0 13 4 0,0 12 27 15,0 3 3-15,4-1-18 16,0 1-6-16,4-4-1 16,-4-2 1-16,5-7-5 15,-5-2 5-15,0-7-5 16,0-3-1-16,0-3-36 15,0 0-27-15,0 0-45 0,-4-6-6 16,0-7-333-16</inkml:trace>
  <inkml:trace contextRef="#ctx0" brushRef="#br3" timeOffset="-189438.9">5328 10339 491 0,'0'0'82'16,"0"0"-82"-16</inkml:trace>
  <inkml:trace contextRef="#ctx0" brushRef="#br3" timeOffset="-189031.66">5328 10339 328 0,'106'160'197'0,"-101"-142"-141"16,-1-2-47-16,0 5 15 0,0 1 45 15,0 6 7-15,0-1-47 16,0 1-17-16,5-3-8 16,-5-10-1-16,0-3 24 15,0-5 3-15,-4-4-1 0,0-3-10 16,4 0 4-16,0 0 18 16,5 0 14-16,-1-16-26 15,4-9-23-15,0-5-6 16,4-1-2-16,-3-3 0 15,7 13-2-15,-3 2 1 16,-1 7 0-16,-3 5-4 16,-9 7 1-1,-4 0-3-15,4 0 9 16,-4 7 10-16,4 14 21 16,9 4-19-16,-5 0-9 0,3-4 1 15,2-2 0-15,-1-1-3 16,5-5 0-16,-5-4-1 15,4-3-17-15,1-3-32 16,4-3-54-16,-1 0-72 0,-11 0-83 31,-2 0-64-31</inkml:trace>
  <inkml:trace contextRef="#ctx0" brushRef="#br3" timeOffset="-188490.94">5972 10459 469 0,'0'0'369'15,"0"0"-369"-15,0 0 35 16,0 0-35-16,0 0 78 16,0 0-54-16,0 0-21 15,-86-19 2-15,57 38 8 16,13-1-6-16,3 1-3 16,9-4-4-16,4-2-6 0,0 2 0 15,17 0-6-15,3 0-7 16,9 4 16-16,0 0-2 15,0-1 1-15,-5-3 0 0,-12 1-1 16,1-1 5 0,-13-6-7-16,0 1 0 0,0-1-12 15,-13 0 19-15,-11-2 21 0,-9-4-15 16,0-3-5-16,4 0-1 16,9-3-1-16,12-16-16 15,8-6-48-15,0 4 14 16,8-4 34-16,17 7-26 15,8-4 21-15,4 4 22 16,-1-1 0 0,5 0 8-16,1 4 33 15,3 0 5-15,-13 6 11 16,-3 5-9-16,-16 1-22 0,-9 3-7 16,-4 0-4-1,0 7 13-15,0 20-2 16,0 1-9-16,-9 6-8 15,-7 3-5-15,12-9-3 0,0-4 6 16,0-5-7-16,4-7 0 0,0-3-1 16,0-6-11-16,0-3-29 15,0 0-40-15,12 0-39 16,-8-12-17-16,-4-7-197 16</inkml:trace>
  <inkml:trace contextRef="#ctx0" brushRef="#br3" timeOffset="-188367.5">6145 10317 885 0,'0'0'66'0,"0"0"-66"0,0 0-113 16,0 0 89-16,0 0-10 16,0 0-194-16,8-3-161 15</inkml:trace>
  <inkml:trace contextRef="#ctx0" brushRef="#br3" timeOffset="-188031.85">6407 10450 560 0,'0'0'25'16,"0"0"-25"-16,0 0 0 16,148-44 0-16,-115 26 0 15,-4 5-22-15,-13 1 0 16,-7 3 22-16,-9 3 49 15,0 2 19-15,0-1 14 16,0 5-17-16,-13 0-20 16,-7 0-19-16,-9 0-10 0,-9 18 14 15,2 4 9-15,3 5 10 16,4 1-5-16,13 3-22 16,7-3-16-16,9 0-3 15,0-10 10-15,5 0-7 0,24-11-3 16,8-4 6-16,12-3-5 15,21 0-4-15,11-16 0 16,14-6-9 0,-9 4-35-16,-57 12-123 15,-21-3-347-15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8:44:47.44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2266 6390 157 0,'0'0'103'16,"0"0"-79"-16,0 0-17 16,0 0 54-16,0 0 22 15,0 0-31-15,-21 0 2 16,17 0-30-16,0 0-19 0,4 0 6 16,-5 0 27-16,5 0-12 15,0 0-5-15,-4 0-6 16,4 0 9-16,0 0-9 15,0 0-8-15,0 0 3 16,-4 0 0-16,4 0 10 16,0 0 3-1,0 0-8-15,0 0 8 16,0 0 12-16,0 0-5 16,0 0 0-16,0 0-13 15,0 0-2-15,0 0-3 0,0 0-2 16,0 0-7-16,0 0 1 15,0 0-2-15,0 0-2 16,0 0 15-16,0 0-9 16,4 0 8-16,0 0-12 0,5 0 0 15,7-4-1-15,9 2 10 16,8-4-5-16,12-1 5 16,0-2-11-16,9 3 7 15,7-3 2-15,9 0-7 16,12 5-1-16,0-2 4 0,4 0-1 15,4 0-3-15,1 0-1 16,-1-1 0-16,8 4 0 16,1 3 0-16,0-6 1 15,3 3-1-15,-3 0 0 0,8-3 0 16,-5 0-1 0,1 0 1-1,-9-1 1-15,0 4-1 16,-3 0 2-16,-5-3 0 15,4 3 2-15,1 0-4 16,-5 0 1-16,1-3-3 0,-6-1 2 16,1 7 0-16,-4-6 0 15,4 3 0-15,1 3 0 16,-6-6 0-16,6 3 0 16,-5 3 0-16,0 0-1 0,-5 0 2 15,6 0-2-15,-6-3 3 16,2 3-2-16,-6-6 0 15,1 3 0-15,4 0-1 16,-4-1 1-16,-5 1 0 16,1 3 3-1,-1 0-1-15,10 0-2 16,-10 0 0-16,5-3 0 16,-5 1 0-16,1 2-2 15,4-4 2-15,-4 1 0 16,3 3 1-16,1-3-2 0,5 0 1 15,-2 3 0 1,-7 0-3-16,4 0 3 0,0 0 0 16,-5 0 0-16,5 0 1 15,-5 0 0-15,2 0 0 16,-2 0-1-16,5 0 0 0,-13 0 0 16,5 0 0-16,-4 0 0 15,-1 0 2-15,0 0-1 16,4 0-1-16,1 0 3 0,5 0-6 31,2 0 4-31,-3 0-1 16,-1 0 0-16,-3 0 0 15,-5 3-2-15,5-3 2 16,-5 3 0-16,9-3-1 0,-4 0 1 16,3 3 0-16,-3-3-1 15,-1 0 3-15,5 4-3 16,-5-4 1-16,1 0 0 15,-4 2 0-15,3-2 1 16,1 3-1-16,-1 0 0 16,1 1 1-16,-4-1 0 0,-5 0-1 15,-4-3 0 1,-3 3 0-16,-2 0 0 0,-3-3 0 16,1 0 3-16,-6 0-2 0,1 0 1 15,0 0-2 1,-8 3 3-16,-1-3 0 0,5 0 0 15,-8 0-1-15,-4 0 9 16,-5 0-8-16,1 0 6 16,-5 0-3-1,1 0 4-15,-9 0 3 16,-1 0-3-16,-3 0-2 16,0 0 7-16,0 0-8 15,0 0 3-15,4 0-6 16,4 0-3-16,9 0-1 15,4 0 1-15,-1 3-1 16,1-3 2-16,0 3 0 0,-5 0-4 0,-8-3 1 16,-3 0 1-1,-5 0 4-15,4 0-4 0,-4 0 0 16,0 0-1 0,3 0 3-16,-3 0-1 0,0 0-1 15,0 0 1 1,0 0-1-16,0 0 0 15,0 0-9-15,-3 0-17 16,-18 0-74-16,4 0-77 16,1-3-354-16</inkml:trace>
  <inkml:trace contextRef="#ctx0" brushRef="#br0" timeOffset="5360.73">2052 2382 226 0,'0'0'61'0,"0"0"-53"15,0 0-5-15,0 0 44 16,0 0 15-16,0 0-24 16,0 0-7-16,-13 0 3 0,13 0 28 15,0 0-19-15,0 0 3 16,0 0 8-16,0 0 4 16,0 0-17-16,0 0 2 15,0 0-15-15,0 0-2 16,0 0-14-16,0 0-11 15,4 0 0 1,17 0 4-16,0 0 7 16,12-2 5-16,8-2-3 0,8 1-1 15,4-3 0-15,13 0-8 16,4 0 6-16,11 0 0 16,19 2 0-16,10-2-4 15,9 3-1-15,4 3-2 16,8-6-1-16,2 6-2 15,6-3 0-15,1 0-1 0,-1 0 0 16,-7 0 3 0,-5-1-3-16,-8 2 0 0,-9 2 2 15,-2 0-2-15,-14 0 2 16,4 0-2-16,1 0 0 31,-1 0 0-31,-4 0 0 0,6 0-1 16,-6 0 1-16,4 0 0 15,-7 0-2-15,-1 0 2 16,-5 0 0-16,-2 0 0 16,3 0 0-16,5 0 0 15,-5 0 0-15,4 0 2 16,-8 0-1-16,-4 0-1 0,0 0 0 16,0 0 2-16,0 0-2 15,0 0 2-15,5 0-1 16,-2-3-1-16,1-4 0 15,-4 4-3-15,-4 3 3 16,4 0 3-16,4 0-3 0,-3 0-1 16,2 0 1-16,2 0 0 15,-6 0 0 1,2 0-3-16,-1 0 6 16,-4 0-6-16,8 0 6 15,-5 0-5-15,6 6 4 16,-6 1 1-16,-2-5-3 15,-2 2 0-15,10 2 1 16,-2-3-1-16,10 3 3 0,3-3-1 16,-4 0 3-16,1-3-4 15,-5 3 6-15,-4 4-6 16,9-7-1-16,-10 0 1 0,2 0 0 16,-5 0-1-16,-4 0 0 15,-1 0 0-15,-2 0 5 16,6 0-5-16,-2 0 0 15,10 0 0-15,-6 0 1 16,3 0-1-16,-9 0 1 16,-7 0 0-16,4 0-2 15,-9 0-3-15,1 0 4 16,-1 3 5-16,-7 3-5 0,-4-6 0 16,-10 3 0-1,-7-3-1-15,-4 3 1 16,-4-3 0-16,-9 0 0 15,0 3-1-15,-8-3 1 16,0 0 0-16,1 0 1 16,-9 0 0-16,4 0-1 15,0 0 2-15,-4 0 2 16,0 0 12-16,0 3-5 0,0-3 1 16,0 0-4-16,0 0-6 15,0 0-1-15,0 0-1 16,0 0-4-16,0 0-7 15,0 0-23-15,0 0-21 0,0 0-32 16,0 0-96-16,-4 0-190 31</inkml:trace>
  <inkml:trace contextRef="#ctx0" brushRef="#br0" timeOffset="14254.39">1399 6442 8 0,'0'0'18'16,"0"0"1"-16,0 0 14 0,0 0-28 16,0 0-1-16,0 0 29 15,0 0 3-15,0 0-20 16,0 0 0-16,-74-86 2 16,70 80 22-16,0-1-15 15,0 2-24-15,-1-2-1 16,2 4 1-1,-1 0-1-15,-4 0 3 16,4 3-3-16,-4 0-7 16,3 0-35-16,-3 0-11 15,8 0-17-15,-4 0-34 0</inkml:trace>
  <inkml:trace contextRef="#ctx0" brushRef="#br0" timeOffset="15098.64">1141 6103 440 0,'0'0'31'16,"0"0"-24"-16,0 0 20 0,0 0 18 15,0 0 8-15,0 0-4 16,0-28-11-16,0 28-7 16,0 0-5-16,0 0 6 15,0 0 10-15,0 0-8 0,0 0-19 31,0 0-15-31,0 3-6 16,0 22 6-16,-4 6 3 16,-13 9 25-16,5 6-6 0,0 4-4 15,7 5-7-15,-3 4 14 16,4-1-2 0,4-5-7-16,0-1 1 0,0-6-11 0,0-5-5 15,12-8 3 1,5-11-2-16,8-4 2 15,7-8-2-15,1-7 0 16,8-3 8-16,-8 0-4 0,8 0 1 16,-4-19-1-16,0-3-1 15,-4 4-2-15,-4 0 3 0,-13 2-4 16,-8-2 1-16,0 5 2 16,-8 1-4-16,0-4 1 15,0 1-2-15,0 0-39 16,-12 2-86-16,-4 10-81 15,0-3-214-15</inkml:trace>
  <inkml:trace contextRef="#ctx0" brushRef="#br0" timeOffset="15431.15">968 6189 614 0,'0'0'115'15,"0"0"-115"-15,0 0-120 16,0 0 120-16,0 0 90 16,0 0-18-16,-8-30-56 15,41 27-5 1,20-4 33-16,5-5-2 15,3 0 6-15,9-4-24 16,-12 4-6-16,-9 0-10 16,-16 9-8-16,-9-1 1 15,-15 4 0-15,-5 0-1 16,-4 0-6-16,0 0-39 0,0 0-71 16,0 4-55-16,0-4-4 15,0 0-74-15</inkml:trace>
  <inkml:trace contextRef="#ctx0" brushRef="#br0" timeOffset="15715.73">1054 6350 599 0,'0'0'32'15,"0"0"-32"-15,0 0-32 16,0 0 32-16,0 0 39 16,0 0 55-16,75 18-17 0,-35-21-28 15,10-9-22-15,3 2 3 16,-12-2-2-16,-4 6-10 16,-8 3-15-16,-13 0 1 15,-12 0-4-15,-4 3-2 16,0 0-5-16,0 0-30 0,0 0-48 15,-8 0-97-15,-4 0-156 16</inkml:trace>
  <inkml:trace contextRef="#ctx0" brushRef="#br0" timeOffset="16856.9">1535 6405 607 0,'0'0'186'15,"0"0"-186"1,0 0-72-16,0 0 72 16,0 0 22-16,0 0 16 15,0 0-32-15,86-46-1 0,-74 46-2 16,0 3 5-1,1 13 5-15,3 8-2 16,1 1-2-16,-1 9-3 16,-3 0-2-16,-1-1-3 0,-3 4 2 0,2-6-2 15,-3-3 4 1,-4-6-4-16,0-10 3 16,5-3-3-16,-9-9-1 0,0 0 3 15,0 0 17-15,0 0 17 16,4 0 20-16,-4 0 5 15,4 0 2-15,4-21 6 0,5-10-26 16,3 0-34-16,5-12-10 16,4-3 5-16,3-4 0 15,-4-2-4-15,1 6 1 16,-4 2-2-16,-5 8 7 16,-3 8 1-16,-5 9-5 15,-4 7 1 1,0 6-1-16,-4 6-3 15,0 0-15-15,0 0-55 16,-12 0-120-16,0 0-374 0</inkml:trace>
  <inkml:trace contextRef="#ctx0" brushRef="#br0" timeOffset="18262.4">956 2210 24 0,'0'0'86'15,"0"0"-49"-15,0 0-14 16,0 0 14-16,0 0-2 16,0 0-11-16,-8-77 60 0,8 71 20 15,0-1-44-15,0-2 0 0,0 3 8 16,4 0-9-1,-4 0-22 1,4-7-11-16,-4 4-1 16,4 0 1-16,-4-4 24 15,0 8-3-15,0-2-3 16,0 4-14-16,0 3-15 0,0 0-15 16,0 0-1-16,0 0-7 15,0 0-1-15,0 6-6 16,0 25 15-16,-12 9 8 15,-5 13-3-15,5 9-1 16,8 2-3-16,0 4-1 16,-1-3 3-16,5 3-1 0,0-10-2 15,0-9 1-15,0-6-1 16,0-9 6-16,17-12-5 16,0-3 2-16,7-10 3 0,5 0 1 15,3-9 1-15,1 0 2 16,9 0-4-16,-1-15 8 31,-5-7-10-31,-3 0-3 0,-4 1-1 16,-8-4-55-16,-13-3-52 15,-8 16-92-15,0 0-177 16</inkml:trace>
  <inkml:trace contextRef="#ctx0" brushRef="#br0" timeOffset="18554.2">829 2136 404 0,'0'0'139'16,"0"0"-111"-16,0 0 4 0,0 0 50 31,0 0 1-31,0 0 1 16,-58-62-29-16,58 62-38 0,0 0-17 15,0 0 0-15,29 0 1 16,12-3 7-16,12-3 6 16,1-6 8-16,-5 3-16 15,-12-1-6-15,-4 7-59 16,-13 3-40-16,-3 0-37 0,-13 0-38 16,-4 3-51-16,0 9 46 15</inkml:trace>
  <inkml:trace contextRef="#ctx0" brushRef="#br0" timeOffset="18755.2">694 2416 317 0,'0'0'135'0,"0"0"-108"0,0 0-18 16,0 0 60-16,0 0 44 31,0 0 1-31,139 13-42 0,-74-35-44 0,-7 4-19 0,-4 2-9 31,-14 7-20-31,-11 3-125 16,-25 6-52-16,-4 0-194 15</inkml:trace>
  <inkml:trace contextRef="#ctx0" brushRef="#br0" timeOffset="19190.02">1391 2380 133 0,'0'0'255'0,"0"0"-193"15,0 0-56 1,0 0 57-16,0 0 42 16,0 0-30-16,4 0-21 15,-4 0-40-15,0 0-5 16,-12 0-6-16,0 0-1 0,-9 0 0 0,-4 21 16 16,-3 4 4-16,-1 9 4 15,4 6-11 1,1-3 4-16,11 3-5 0,5-7-14 15,8-5 0-15,0-6 5 16,12-4 3-16,21-5 0 16,9-7-3-1,10-6 6-15,2 0 19 16,4 0-14-16,-9-16-12 16,-4 1-2-16,-12 3-2 15,-16-1-67-15,-17 13-90 16,0 0-117-16</inkml:trace>
  <inkml:trace contextRef="#ctx0" brushRef="#br1" timeOffset="54718.11">4741 1270 861 0,'0'0'0'0,"0"0"-13"16,0 0-51-16,0 0 46 15,0 0 13-15,0 0-40 16,-4-22-120-16,4 22-115 16</inkml:trace>
  <inkml:trace contextRef="#ctx0" brushRef="#br1" timeOffset="63141.25">2618 1584 541 0,'0'0'0'0,"0"0"-71"16,0 0-25-16,0 0 96 15,0 0 138-15,0 0-59 16,70-101-44-16,-66 85-12 16,1 4 10-1,-5-1 7-15,0-2 11 16,0 2-8-16,0-2-3 15,-13 3-34-15,1 6 14 16,-9 3-9-16,0 3-6 16,-2 0-5-16,-10 6-2 15,-1 19-10-15,1 8 12 16,0 10-1-16,10 0-3 0,-2 7 8 16,12 2-7-16,9-2 3 15,4-7 0-15,0-3-1 16,0-3 1-16,25-9 2 0,8-10 7 15,12-9-9 1,4-9 5-16,12 0-1 0,-3 0-2 31,4-21 12-31,-1-10-14 0,-16-6-13 16,-7-3-13 0,-10-3-7-16,-4 3 28 0,-7 6-3 15,-9 6 8-15,-4 13 2 16,-4 8 10-16,0 4 25 15,0 3-11-15,-4 0-26 16,0 7-4-16,-4 14 3 0,8 4-15 16,0 0 13-16,0-7 2 15,8 0 1-15,13-5 4 16,-1-1-3-16,9-9 3 16,-1-3 5-16,1 0 2 0,8 0 8 15,-4-12-6-15,-4-7-4 16,-9 4-1-16,-8-3-6 0,-3-4 1 15,-9 4 8-15,0-1-3 16,0 3 5 0,0 7 14-16,-9 0-21 15,-11 9-5-15,-8 0 2 0,-5 0 7 16,-4 0-10-16,4 6 0 16,9 10-5-1,7 2 5-15,5 0-2 16,4-2 1-16,8-4-4 15,0-2-26-15,0-1-24 16,8-3-16-16,21-3-5 16,3-3-41-16,9 0-53 15,5 0 18-15,2-18 40 16,-2-4 30-16,3 1 42 0,-8-4 40 16,-4 6 63-16,-12 4 65 15,-5 6 72-15,-7 2-29 16,-9 4-44-16,0 3-31 15,-4 0-52-15,4 0-36 0,4 19-8 16,1 2-8 0,-1 7 6-1,0-3 2-15,-1 0 3 0,2-13-2 16,-5-3 1-16,-4-3-1 16,4-6-1-16,-4 0 0 15,4 0 2-15,0 0 13 16,0-9 10-1,5-16 29-15,3 1-44 0,0 2-8 16,-3 4-2-16,-1 8 0 0,-4 4 1 16,-4 6-2-16,0 0 0 15,0 0-3-15,0 16-9 16,4 11-19-16,0 4 29 16,9-3 3-16,-1-3 1 15,9-4 1-15,-6-8-2 16,14-11-3-1,0-2 2-15,13 0-8 0,6-9-14 16,10-12-28 0,-4-10-53-16,-6 3-70 15,-31 16-98-15,-13 2 32 0</inkml:trace>
  <inkml:trace contextRef="#ctx0" brushRef="#br1" timeOffset="63930.83">4014 1516 441 0,'0'0'207'0,"0"0"-134"16,0 0 4-16,0 0-17 15,0 0-34-15,0 0-12 16,-123 19-14-16,107 9 0 16,-1 5-2-16,9-5-6 0,8-3 6 15,0-4 2-15,0-5 0 32,0-4 0-32,0-2 2 0,4-5 0 15,9-5 10-15,7 0-1 16,1-5 1-16,3-20-3 15,-4-6 0-15,5-6-9 16,-4-3-3-16,-9-3-2 0,5-1-13 16,-9-5-17-16,-4 0 8 15,-4 0-17-15,0-1 6 16,0 19-43-16,0 10 81 16,0 12 10-16,0 9 43 15,-8 0 17-15,4 6-37 16,-9 21-33-16,5 20-9 15,4-1 9-15,4 7-1 16,0-1-2-16,0-9 3 0,16 0 3 31,1-9-3-31,-5-6 7 16,1-16-7-16,-2-6 0 16,6-6 2-16,-1 0 1 15,9-9 9-15,4-22 2 0,0-6-6 16,-4-6-8-16,-10 0-16 15,2 3-7-15,-5 12-18 0,-8 6 36 16,-4 13 5-16,0 9 35 16,0 0 47-16,0 0-53 15,0 25-29-15,-4 9-8 16,0 6 4-16,4 0 0 16,0-3 2-1,0-9 4-15,0-13-1 0,0-3 4 0,8-5-4 16,5-7-1-16,-1 0 9 15,5-7 2-15,12-17 11 16,-5-10 11-16,-4-6-27 16,1 0-6-16,-9 3-7 15,-4 9-16-15,-3 9 13 0,-5 10 8 32,0 9 4-32,0 0 26 15,0 6-15-15,0 25-13 0,0 9-3 16,-5 6 3-1,5-6 1-15,0-5 1 0,0-11 0 16,0-5 1-16,13-7-2 16,3-6 1-16,5-6-1 15,0 0 10-15,7 0-5 0,-4-18-6 16,5-4-33 0,-8-3-91-16,-17 13-113 0,0 3-240 15</inkml:trace>
  <inkml:trace contextRef="#ctx0" brushRef="#br1" timeOffset="64400.75">4839 1334 584 0,'0'0'188'0,"0"0"-167"16,0 0-21-1,0 0 0-15,0 0 6 0,-110 28 11 16,76 6-9-16,6 6-4 15,8 0-4-15,12 0-1 16,8-9-2-16,0-3-4 0,4-4 7 16,24-5 2-1,9-7 1-15,4-5 9 16,8-7-5-16,0 0-3 0,5 0-4 16,-5-3-20-16,-8-10-41 15,0-9-6-15,-12-2-5 16,-4-7 5-16,-13-9 5 0,0-3-41 15,-12-4 86-15,0-2 17 16,0 9 57-16,0 6 33 16,-12 16 36-16,7 5 37 15,1 11-56-15,1 2-25 16,3 0-18 0,0 2-64-16,0 32-4 0,0 13-23 15,0 8 26 1,3 1 2-16,18 5 0 15,0-5-1-15,-1-10 9 16,-3-6-9-16,-9-15-76 16,0-13 75-16,-4-3-2 0,1-9-51 15,-5 0-46-15,0-9-40 0,0-16 72 16,-5 4-265 0</inkml:trace>
  <inkml:trace contextRef="#ctx0" brushRef="#br1" timeOffset="64687.18">5118 1526 207 0,'0'0'261'0,"0"0"-60"15,0 0-64-15,0 0-40 16,0 0-22 0,0 0-19-16,21-59-32 15,12 53-24-15,4-7 1 16,-1 4-1-16,2 0 0 0,-14 3 0 16,-11 6-1-1,-5 0 1-15,-4 0 0 0,4 0-8 16,-3 24-8-1,-1 4 8-15,0 3 0 0,0-3 8 0,0-4 5 16,4-5-4 0,1-7 1-16,-2-6-2 0,-3 4 1 15,4-7 2-15,-8 0-3 16,0-3-3-16,0 0-51 16,0 0-47-16,0-3 14 15,0-7-30 1,0-5-290-1</inkml:trace>
  <inkml:trace contextRef="#ctx0" brushRef="#br1" timeOffset="64819.18">5385 1199 770 0,'0'0'237'0,"0"0"-237"15,0 0-21-15,0 0-97 16,0 0 3-16,0 0-39 15,0 0-301-15</inkml:trace>
  <inkml:trace contextRef="#ctx0" brushRef="#br1" timeOffset="65172.08">5562 1439 676 0,'0'0'125'0,"0"0"-125"0,0 0-11 16,0 0 11-16,8 117 22 15,-8-92-6-15,0-7-11 16,0-5-1 0,4-4 2-16,8-9-3 15,5 0 11-15,4 0 6 16,3-12 18-16,4-13 24 16,1-6-36-16,-8 1-17 15,-5-1-9-15,-11 3-9 16,-5 12-9-16,0 4 7 0,-17 12 7 15,-20 0-8-15,-8 0 11 16,-4 6 1-16,3 13 6 16,6 3 2-16,15-1-8 15,13-2-5-15,12-7-68 16,0-3-19 0,0-3-27-16,25-6-2 0,-5 0-44 15,0 0-31 1</inkml:trace>
  <inkml:trace contextRef="#ctx0" brushRef="#br1" timeOffset="65535.58">5784 1513 680 0,'0'0'124'0,"0"0"-124"16,0 0-6-16,0 0 6 16,0 0 1-16,25 117 1 15,-18-101 0-15,-3-7 0 16,0-3 0-16,0-6-1 15,5 0 8-15,3 0 2 16,0-9 46-16,9-19 33 16,4-2-67-16,-5-8-19 0,5 8 1 15,-1 5-5-15,-3 7 0 0,-9 5-4 16,-8 13 4 0,0 0 0-16,-4 0 5 15,9 25-5-15,-1 12-6 0,4 0 6 16,5 0 7-16,4-6-3 31,2-10-2-31,2-5 8 16,4-7-7-16,4-3-2 0,4-6 1 15,-5 0-2 1,1-15-37-16,-12-13-53 0,-21 16-89 16,0-4-191-16</inkml:trace>
  <inkml:trace contextRef="#ctx0" brushRef="#br1" timeOffset="66305.12">6838 1239 690 0,'0'0'121'15,"0"0"-107"-15,0 0 3 0,0 0 38 16,0 0-55-16,0 0-3 0,-7 62-22 16,7-13 25-1,0 6 3-15,0 1-2 16,0-1 4-16,0-2-1 15,0-13-3-15,3-12-1 0,-3-7 3 16,4-12-2 0,-4-9-1-16,4 0 0 15,4 0 5-15,9-21 42 16,4-13 47-16,-1-6-87 16,5 0-2-16,0 6-5 0,-1 6 0 15,-4 10 1-15,-3 5-1 16,-1 10 0-16,-3 3-2 15,3 0-10-15,5 6 4 16,-4 16-9-16,6 12 11 16,2-4 4-16,0 5 2 15,-4-8-1-15,-13-5 1 16,-4 0 0-16,-4-10-4 16,0 0-3-16,-21-3-12 15,-24-2 14 1,-12-7 5-16,-13 0 21 15,5 0-8-15,7 0-4 0,12-10 3 16,14 1-5-16,7 3 2 16,13 0-8-16,8 2-1 15,4 2-10-15,0 2-17 16,29-3-25-16,15-4-63 0,22 1-23 16,-37 3-84-16,4-3-16 15</inkml:trace>
  <inkml:trace contextRef="#ctx0" brushRef="#br1" timeOffset="67443.03">7512 1550 558 0,'0'0'146'0,"0"0"-93"0,0 0-6 32,0 0 25-32,0 0 9 0,0 0-41 15,33-70-20-15,-33 66-14 16,-8 1-4-16,-13 3-2 15,-4 0-23 1,-8 10 21-16,-8 17-3 0,9 7 5 16,-1 3-3-16,8-3 3 15,13-6-5-15,7-7 0 16,5-5 1-16,0-7 7 0,0-3-3 16,0-6 4-16,21 0 8 15,4 0 0-15,4-18 10 16,3-10-7-16,-3 3-15 15,0-3-23-15,-13 7-12 0,1 9 9 16,-13 5 6-16,0 4 19 16,-4 3 1-16,0 0 6 15,0 16-6-15,-4 9-29 16,0 2 29-16,0 1 14 16,4-3-7-16,0-10-4 15,0-3-3 1,8-8 3-16,8-4-1 15,5 0 8-15,7-13-4 16,5-18-6-16,0-3-16 16,0-3-26-16,-5 0-9 0,-7 7 9 15,0 8 26-15,-13 6 16 16,-4 7 15-16,-4 6 71 16,0 3 8-16,0 0-14 15,0 3-68 1,0 22-12-16,0 6-18 0,4 3 16 0,0-4 2 15,4 1 5-15,5-9-5 32,-5-4 2-32,0-8 0 15,-3-7-1-15,11-3 3 16,1 0-4-16,6-10 0 0,6-17-3 16,0-1-15-16,-8-3-8 15,-5 3-2-15,-3 13-5 0,-9 9 33 16,-4 3 5-16,0 3 53 15,0 0 3-15,0 0-60 16,0 15-1-16,0 13-21 16,8-7 21-16,8 4 1 0,4-3 1 31,18-10-1-31,3 0 5 16,12-12-2-16,9 0 4 15,4 0-8-15,3-15-5 0,-3-10-13 16,-1 1-19-16,-7-4-14 15,-13-3-15-15,-21 3-8 16,-11 7 15-16,-13 2 59 16,0 10 14-16,-25 6 88 15,-11 3-23-15,-10 0-25 16,-3 16-24-16,0 14-22 16,8 1-5-16,12 0-3 15,17-7-7-15,7-5 5 0,5-4-4 16,0-6 6-16,0-2 5 15,13-7 1-15,16 0 7 16,8-3-1-16,3-22 16 0,10-9-14 16,-9-6-14-1,4-6-10-15,-4-10-15 0,-4-2-16 16,-8-7-24-16,-8 9-23 16,-13 10 3-16,-8 21 22 15,0 17 63-15,0 4 100 0,0 4 16 16,-8 7-49-16,-13 26-36 15,-4 17-30-15,9 5 8 16,-1 7 6-16,13-1-1 16,4-2 11-16,0-10-9 15,8-9-7 1,13-2 3-16,8-17-3 16,0-2-4-16,15-10-5 15,2-9-28-15,-34 0-160 16,5-9-330-16</inkml:trace>
  <inkml:trace contextRef="#ctx0" brushRef="#br1" timeOffset="71034.55">2730 6892 89 0,'0'0'166'0,"0"0"-166"16,0 0 4-16,0 0-4 15,0 0 19-15,0 0-5 16,0-114-4-16,0 99-4 0,0 5-1 16,0 2 4-16,0 4 105 0,0 1-17 15,0 0-31-15,0 3-31 16,0 0-14-16,0 0-10 15,0 0-2-15,0 0-1 16,0 0 4-16,0 0-11 16,0 0 0-16,0 0-1 15,0 0 0 1,0 0 0-16,0 0 6 16,0 0-6-16,0 0 2 15,0 0-2-15,0 0 1 0,0 0-1 16,0 0 0-1,0 0 0-15,0 0 1 16,0 0 2-16,0 0-3 16,0 0 2-16,0 0-1 0,0 0 3 0,0 0-1 15,0 0 1-15,0 0 7 16,0 0-8-16,0 0 3 16,0 0-2-16,0 0-2 15,0 0 6 1,0 0 7-16,0 0-8 0,0 0 2 15,0 0-5-15,0 0-2 0,4 0-2 16,-4 12 2-16,8 13-1 16,4 12 15-16,0 9-10 15,8 10 6-15,1-4-8 32,8 0 0-32,4 4-2 0,-4-7-2 0,-1-2 2 15,-3-10-2 1,-13-10 0-16,1-5 0 15,-9-13-12-15,0-9 12 16,-4 0 7-16,0 0-2 0,4-12 72 16,4-22 27-16,1-10-73 15,-1 1-15 1,0-9 7-16,-4-7 5 16,0-5-12-16,5-4 2 0,-5 0-13 0,4 16-3 15,-5 8 1-15,-3 17 12 16,0 18-15-16,4 2 0 15,-4 7 1-15,0 0-1 16,4 0-3-16,-4 0-25 16,5 7-44-16,3 14-55 15,0 7-6 1,-4-10-57-16,0-2-226 16</inkml:trace>
  <inkml:trace contextRef="#ctx0" brushRef="#br1" timeOffset="71901.8">3369 7018 169 0,'0'0'559'0,"0"0"-494"15,0 0-64-15,0 0 49 16,108-104 47-16,-104 79-60 0,0 7-24 16,-4 8-7-16,0 4 3 15,-4 6-2-15,-21 0-7 16,-12 4-27-16,-8 26 27 15,-8 10 3 1,-1 6 0 0,13 4 22-16,12-4-15 0,13-3-6 15,8-3-2-15,8-9-2 16,0-6 2-16,4-13-1 16,16-9-1-16,9-3 1 15,12 0 13-15,9-21 0 16,-2-19-7-16,-6-4-7 0,-5-5-12 0,-12 3-34 15,-9-1 0-15,-9 14 16 16,-7 11 19 0,0 13 11-16,0 6 8 15,0 3 34-15,0 0-36 0,0 12-6 16,0 16-20 0,0 6 19-16,5-6 1 0,7-4-1 0,4-8 1 31,-3-10-3-31,-1-6 3 0,5 0 6 0,3 0 4 15,14-22 7-15,-2-9 6 16,5-5-23-16,-4-8-9 0,0-2-29 16,-9 0-10-1,-8 2-54 1,-3 1 28-16,-13 9 15 16,0 13-7-16,0 8 51 15,0 8 15-15,0 5 117 16,-9 0 1-16,1 8-53 0,0 27-53 15,4 11-12-15,-4 3 0 16,8 10 0-16,0-4 0 0,0 1 2 16,20-7 7-16,5-9-6 15,0-12 2-15,-5-10-3 16,1-8 3-16,0-10-1 31,3 0-3-31,4-7 0 16,10-20 2-16,-9-7-3 0,-5-7-24 15,-11 1-21-15,-2-3 5 16,-11 7 21-16,0 8 19 16,0 12 3-16,0 13 6 15,-7 3 52-15,-10 0-22 16,-3 19-8-16,-5 14-15 16,0 10 2-16,4-2-2 15,13-4-10-15,8-9-1 0,0-4-3 16,0-8 2-16,4-10-3 15,17-6 0-15,4 0 13 16,4 0-14-16,12-13-4 16,-5-17-14-16,6-8-58 0,-5-2-78 15,-25 22-54-15,-8 3-159 16</inkml:trace>
  <inkml:trace contextRef="#ctx0" brushRef="#br1" timeOffset="72226.23">4277 6852 658 0,'0'0'203'0,"0"0"-203"16,0 0-9-16,0 0 9 16,16 114 12-16,-11-86 1 15,-1-4-5-15,-4-5-5 16,8-7-1-16,-8-8 1 0,4-4-3 16,-4 0 0-16,4 0 9 0,9-10 5 15,-5-20 25 1,4-8-36-16,0 5-1 15,0 2-4-15,-4 12-8 16,-4 13-2 0,-4 3 12-16,0 3 12 0,0 0 32 15,0 9-6-15,0 19-38 16,0 6 0-16,13-3 8 16,8-7-1-1,-1-2 4-15,5-13-7 0,4-6-2 16,3-3 9-16,13 0-11 15,-3-6 0-15,2-18-46 16,-2-7-55-16,-34 12-101 0,0 7-158 16</inkml:trace>
  <inkml:trace contextRef="#ctx0" brushRef="#br1" timeOffset="72663.39">4880 6793 602 0,'0'0'297'0,"0"0"-243"16,0 0-51-16,0 0 36 15,0 0-15-15,0 0-16 0,-12 66-7 16,-4-26 5-16,3-7-4 31,9 1-1-31,0-3 2 16,4-10-3-16,0-2-1 16,0-3 1-16,12-7 1 15,9-6 6-15,16-3-1 0,8 0-4 16,8-12 4-16,13-10-6 15,-5-9-4-15,-3-3 4 16,-9 3-14-16,-4-5-6 0,-7-4-1 16,-14 5 10-16,-11 4 11 15,-9 13-2-15,-4 9 2 16,0 9 19-16,0 0 38 0,-4 0-10 16,-17 12-26 15,-4 19-20-31,-4 9 2 0,9-3-3 15,7 0-2-15,9-9 1 16,4-9 1-16,0-4 4 16,0-6-4-16,33-6 0 15,13-3 8-15,15 0-8 0,5-12-10 16,4-10-45-16,-50 10-102 16,-12 0-203-16</inkml:trace>
  <inkml:trace contextRef="#ctx0" brushRef="#br1" timeOffset="74433.23">6128 6615 488 0,'0'0'246'16,"0"0"-184"-16,0 0-59 15,0 0 97-15,0 0-24 16,0 0-32-16,-28-62-28 0,28 62-16 31,0 15-31-31,0 20 1 0,-8 11 28 0,8 6 2 31,0 7 5-31,0 2-5 0,0-8 0 16,0-13 0-16,0-7 1 16,0-17 4-16,0-7-4 15,0-9-2-15,0 0 1 16,8 0 0-16,8-27 13 15,4-14 9-15,9-4-22 16,8-8-12-16,5 7 9 0,-2 6-13 16,6 12-7-16,-9 10 15 15,-5 8 0-15,1 10 7 16,-4 0-2-16,-4 13 0 16,-13 14 3-16,-4 7 16 15,-4 3 2-15,-4 0-18 0,0-6 0 31,-12-3 0-31,-17-7 4 16,-12-5 19-16,0-7 32 0,-4-6-15 16,-1-3-19-1,9 0-17-15,13 0 5 0,8-6 6 16,12-4-15-16,4 5-25 16,0 1-34-16,0 1 9 15,4 0-3-15,21-3 28 0,-1-3 1 16,9-1 23-16,12-8 1 15,1 3 5-15,10-4-5 16,6-3 1-16,-1-2 9 16,1-7-6-16,-1 6-2 15,-7 1-2-15,-13 5-4 16,-12 4-18 0,-13 9-16-16,-16 3 22 15,0 3 16-15,-3 0 29 16,-26 0-2-16,-12 9 4 15,-5 18-17-15,10 4-1 16,7 4-1-16,8-5 12 16,13-5-12-16,8-4-12 0,0-8 0 15,0-7 4-15,0-3-2 0,8-3 5 16,21 0 15-16,3 0-9 16,14-15 1-1,-5-16-14-15,-8 0-23 0,-5 6-20 16,-7 4-14-16,-13 11 7 15,-4 7 35-15,-4 3 15 16,0 0 11-16,0 3 18 0,0 25-17 16,-4 6-10-16,0 0 47 15,-4-12-25-15,8-4-7 16,0-12-4-16,0-3 2 16,0-3-9-16,0 0 4 15,12-3 1-15,21-21 11 16,0-7 1-1,0-6-23-15,-1 3-7 16,-7 6-22-16,-4 12-13 0,-13 8 21 16,-4 8 19-16,-4 0 2 15,0 0 4 1,0 15 8-16,0 16-2 16,0 2-4-16,0 4 11 0,0-9-5 15,0-6-2-15,0-10-9 0,17-5 2 16,7-7 2-16,8 0-1 15,14-13 13-15,8-18-17 16,3-9-9-16,0 6-28 16,-15 0-35-16,-10 4-54 15,-12 11-39-15,-11 7 47 16,-9 12 117 0,0 0 1-16,-4 0 139 15,-21 6-59-15,-3 21-2 16,-1 1-32-16,4 0-5 0,5 3-31 15,11-7-7 1,-3-2-3-16,12-10 0 0,-4-8 8 16,4-1-6-16,0-3-2 15,0 0-4-15,16 0-4 16,13-13 2-16,13-5 0 0,-6 6-30 16,1-1-16-16,-4 4-32 15,-12 6 44-15,-5-3 36 16,-3-1 4-1,-1-5 6-15,3 0 24 0,2-7 37 16,0-2-23-16,-9-10 0 0,4-3-2 16,-8-6-15-16,1 0-5 15,-5 6-6-15,0 0-16 16,0 6-5-16,0 10 1 16,-5 5 8-16,1 8 1 31,4 1 11-31,0 4 7 15,0 0-18-15,0 4-5 0,0 26-27 16,0 19 22-16,0 13 5 16,4 9 10-16,13 3 2 15,-5 3 7 1,1-9-1-16,-5-9-15 0,0-13 0 16,-4-13 5-16,5-5-8 15,-5-21-50-15,-4-7-283 0,0-7-149 16</inkml:trace>
  <inkml:trace contextRef="#ctx0" brushRef="#br1" timeOffset="74582.64">7910 6775 999 0,'0'0'151'15,"0"0"-151"-15,0 0-389 16</inkml:trace>
  <inkml:trace contextRef="#ctx0" brushRef="#br1" timeOffset="75920.7">4523 5974 1019 0,'0'0'0'15,"0"0"-769"-15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21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6931,'0'0'2689,"0"0"-2689,0 0-784,0 0-449,0 0 1233,0 0 257,0 0 111,0 37-224,0-37 16,0 0-96,0 0-64,0 0-80,0 0-2897,6 0-2002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2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11429,'0'0'2353,"0"0"-2353,0 0-768,0 0 768,0 0 112,0 0 320,0 0-224,7 18-144,-7-18-64,0 5-112,0-5-688,0 0-721,0 0-992,0 0-2529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2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8612,'0'0'2945,"0"0"-2000,0 0-769,0 0-32,0 0 992,0 0-175,0 5-577,0-5-240,0 0-112,0 0-32,0 0-368,0 0-689,0 0-735,0 0-145,0 0-1009,0 0-847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9108,'0'0'854,"0"0"-1318,0 0 528,0 0 645,0 0 30,3 0-42,6 0-157,-3 0-5979,-6 0 2057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8276,'0'0'2641,"0"0"-2257,0 0-384,0 0 112,0 0 0,0 0 256,0 0-207,0 23-81,0-23-48,0 5-32,0-5 0,0 4 0,0-4-128,0 0-321,0 0-479,0 0-945,0 0-1729,0 0-528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2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10133,'0'0'2403,"0"0"-1704,0 0-600,0 0 144,-2 1 507,2 0-692,-1-1 1,0 0 0,1 0 0,-1 0 0,1 1-1,-1-1 1,1 0 0,-1 0 0,1 1-1,-1-1 1,1 1 0,0-1 0,-1 0 0,1 1-1,0-1 1,-1 1 0,1-1 0,0 1 0,-1-1-1,1 1 1,0-1 0,0 1 0,-1-1 0,1 1-1,0-1 1,0 1 0,0 0-59,0 0-77,0-1-425,0 0-325,0 0-83,0 0-216,5 0-1796,-3 0-1340,3 0 511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12918,'0'0'3201,"0"0"-3089,0 0-112,0 0-272,0 0 272,0 0-16,0 0 16,12 14-192,-12-14-432,0 0-609,0 0-1040,6 0-1456,-6 0-2754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2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8692,'43'-14'2465,"-49"14"-2113,6 0-256,-7 0-16,7 0 385,0 0-417,0 0-48,0 0-1425,0 0-2481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10709,'0'0'1681,"0"0"-1681,0 0-1729,0 0-2145,0 0 593,0 0 1328</inkml:trace>
  <inkml:trace contextRef="#ctx0" brushRef="#br0" timeOffset="1">0 0 12406,'87'5'1632,"-87"-5"-1632,0 0-816,0 0 0,0 0 496,0 0-1,0 0-799,0 0-1697,0 0-977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3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28 8388,'0'0'2273,"0"0"-2273,0 0-384,0 0-289,0 0 273,0 0-928,-12 5-2818</inkml:trace>
  <inkml:trace contextRef="#ctx0" brushRef="#br0" timeOffset="1">13 28 9780,'31'-27'1521,"-31"27"-1521,0 0-656,0 0 32,0 0-1,0 0-1456,0 0-2833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46:33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2241,'0'0'7780,"0"0"-7508,0 0-272,0 0-913,0 0-367,0 0-513,-18 5-1104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8:47:10.829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2672 6532 156 0,'0'0'57'16,"0"0"-48"-16,0 0-8 0,0 0 55 15,0 0 2-15,0 0-20 16,0 0-13 0,0 0 3-16,-4 0 18 0,4 0 5 15,0 0-1-15,0 0-7 16,0 0-10-16,0 0-1 15,0 0 5 1,0 0-1-16,0 0 1 0,0 0-13 16,0 0 3-16,0 0-4 15,0 0-7-15,0 0 2 16,0 0-4-16,0 0-2 16,0 0 0-16,0 0-9 15,0 0-1-15,0 0-1 16,4 0 2-16,8 0 3 0,9 0 0 15,4 0-1-15,4-4 4 16,7 1-9-16,-3 3 2 16,0 0-1-16,4-6 2 0,-5 3-1 15,-3 0-2 1,-4 3 0-16,-9-3 3 16,-3 0-2-16,-5 3 0 0,-8 0 1 15,0-3 0-15,0 3 8 16,0 0-5-16,0 0-4 15,0 0-1-15,0 0-8 16,0 0-17-16,0 0-61 16,0 0-84-16,0 0-196 15</inkml:trace>
  <inkml:trace contextRef="#ctx0" brushRef="#br0" timeOffset="601.02">3550 6507 349 0,'0'0'114'0,"0"0"-105"16,0 0-3-16,0 0 87 16,0 0-18-1,0 0-38-15,-8 0-18 16,8 0 21-16,0 0-14 15,8 0-5-15,9 0 14 16,-1 0 0-16,9 0-17 16,0 0-4-16,3 0-8 15,5-3-2-15,-4 0 5 16,4 3-9-16,-5-6 3 0,-3 6 1 16,-5 0-4-16,-7-3 3 15,-5-1-3-15,-4 4 0 16,0 0-2-16,-4 0-5 15,0 0-76-15,0 0-48 16,0 0-125-16,0 0-50 0</inkml:trace>
  <inkml:trace contextRef="#ctx0" brushRef="#br0" timeOffset="1049.28">4347 6488 438 0,'0'0'185'0,"0"0"-155"15,0 0-24-15,0 0 38 16,0 0 31-16,0 0-61 31,0 0-8-31,32 0 3 0,-15 0-2 16,8 0 0-16,8 0-3 15,-4 0 3-15,3 0-2 16,-3 0 1-16,-1 0-5 16,-3 0 0-16,-4 0-1 15,0 0 1-15,-9 0 1 16,-5 0-2-16,-3 0-1 0,1 0 0 16,-5 0-14-16,0 0-90 15,0 0-104-15,0 0-200 16</inkml:trace>
  <inkml:trace contextRef="#ctx0" brushRef="#br0" timeOffset="1466.66">5057 6492 217 0,'0'0'126'0,"0"0"-93"16,0 0-7-16,0 0 75 0,0 0-3 0,0 0-21 15,17 0-10-15,-9 0-21 16,3 0-20 0,6 0-1-16,8 0-12 15,8 0 4-15,4 0-9 0,3 0-4 16,2 0 2-16,3-4-3 16,-8-2-1-1,-5 6 0-15,-3 0 0 16,-4 0-4-16,-8 0-7 15,-9 0-63 1,-8 0-97-16,0 0-136 0</inkml:trace>
  <inkml:trace contextRef="#ctx0" brushRef="#br0" timeOffset="1924.57">6026 6488 528 0,'0'0'87'16,"0"0"-87"-16,0 0 0 16,0 0 14-16,0 0 27 15,0 0-7-15,24 0-16 0,-3 0-5 31,0 0-2-31,7 0 6 16,1-6 9-16,12 0-3 16,0 3-11-16,0-9 1 0,4 5-2 15,1 2-1 1,-6-5-5-16,-3 7-5 0,-8-3-1 16,-8 6-1-16,-9-3-37 15,-12 3-77-15,0 0-114 0</inkml:trace>
  <inkml:trace contextRef="#ctx0" brushRef="#br0" timeOffset="2378.48">7015 6384 283 0,'0'0'103'0,"0"0"-97"16,0 0-1-16,0 0 97 0,0 0 11 16,0 0-41-16,0 0-3 15,54-10-2 1,-50 10-28-16,0 0-25 16,4-3-9-16,9 3 2 15,2-3 1-15,6 3-2 16,8 0-4-16,-4-3-2 15,8 3 3-15,-5 0-3 16,1 0 1-16,0 0-1 0,-4 0-1 16,0 0-1-16,-9 0-51 15,-16 0-133-15,-4 0-338 16</inkml:trace>
  <inkml:trace contextRef="#ctx0" brushRef="#br0" timeOffset="2862.61">7993 6393 307 0,'0'0'119'0,"0"0"-102"16,0 0-15-16,0 0 18 15,0 0 45-15,0 0-9 16,0 0-9-16,48 0 8 0,-35 0-18 15,-1 0-11-15,4 0 6 32,1 0-9-32,0 0-3 15,3 0 3-15,0 0-13 16,5 0 4-16,4 0-5 0,0 0-6 16,4 0 0-16,-1 0 1 15,1 0-3-15,4 0 4 16,-4 0-5-16,3 0 4 15,-7 0-3-15,-4 0-1 0,-13 0-5 16,1 0-60-16,-13 0-125 16,0 0-133-16</inkml:trace>
  <inkml:trace contextRef="#ctx0" brushRef="#br0" timeOffset="3296.62">9142 6479 391 0,'0'0'164'16,"0"0"-133"-16,0 0-28 15,0 0 38-15,0 0 32 0,115 0-31 16,-91 0-5-1,4 0 11-15,1 0-21 16,-4 0-10 0,4 0-6-16,-4 0 1 15,-5 0 0-15,0 0-3 0,1 0-7 16,-9 0-2-16,-8 0-2 16,-4 0-69-16,0 0-175 15,0 0-348-15</inkml:trace>
  <inkml:trace contextRef="#ctx0" brushRef="#br0" timeOffset="20730.66">4535 6270 382 0,'0'0'192'0,"0"0"-192"16,0 0-2-16,0 0 2 0,0 0 62 15,0 0 6-15,0 0-26 16,0 0-15-16,0 0-6 15,0 0 18-15,0 0 14 0,13 2 9 16,-13-2-31 0,0 0-14-16,0 0 10 15,0 0-9-15,0 0-1 0,0 0 3 16,0 0-6-16,0 4 6 0,0-4 3 16,0 0-3-1,0 0-1-15,0 0-14 16,0 0-1-16,-4-13 1 15,-9-2-4-15,1-10 13 0,-8 1-12 16,-5-7 5-16,0 0 6 16,-8-6-7-16,9-3 5 15,-5-6-3-15,1-10-6 16,-1-2 5-16,0-10-1 16,4 0-5-16,0-3 6 15,10 1-7 1,-2-1 4-16,5 3 0 15,-1-3-3-15,1 0 0 16,0 3-1-16,3 6 0 16,-3 4 1-16,4 5-1 15,-1 1 0-15,-3-1 0 16,0 4 1-16,3-3-2 0,-6 6 1 16,2-4-1-16,-3 7-2 15,-5 3 1-15,5 3 0 16,-5 0 0-16,4 0 2 0,5 3-2 15,4-3-4-15,0-3 4 16,0-3-2-16,4 3 3 16,0-3 1-16,-4 3 2 31,8 0-2-31,-4-4-3 0,4 5 3 16,-5 1 0-16,5 5-2 15,0-5 2-15,0 8 0 16,0-8 0-16,0-5 0 15,0 0 1-15,0-6-1 16,0 3 1-16,0-3-1 16,0-1 0-16,0-2 0 0,5 5 0 15,-1 1-5-15,4 3 2 16,-4 9 1-16,0 0 1 16,-4 0 1-16,4 7 0 15,0-4 3-15,4 0-7 16,0 0 4-16,0 0-2 0,5-3 2 15,-5 3 0-15,0 1 1 0,5-1-1 32,-5 3-1-32,0-2 0 0,5-1 0 0,-5-4 0 31,4 5 1-31,-3-1 0 16,3 0-3-16,3 3 1 15,-2 1-1-15,3-1 2 16,-3 3 2-16,3 0-2 0,1-2-1 15,-1-1 2-15,1 3-2 16,4-2 1-16,-6 5 2 16,6 0 0-16,-5 1-1 0,5 2-1 15,0 1-1 1,3-4 1-16,-3 4-1 0,7-7 1 16,-3 4 1-16,12 2-2 15,0-3 1-15,-1 4-1 0,6 0 2 16,-5 2-3-16,-4 4 3 31,-1-4-2-31,-3 4 2 16,-4 3 2-16,0-1-2 15,-5 1 0-15,1 0 0 16,-9 3 0-16,0 0 0 0,0 0-2 16,1-7 2-16,-1 7 5 15,5-6-5-15,-1 3-1 16,-4-1 0-16,5 4 2 15,-5 0-1-15,1-3 0 0,-1 5 0 16,0-1 0 0,0-2 0-16,-4 4 0 0,1 0 1 15,-9 3-1-15,0 0 0 16,0 0 0-16,0 0-2 16,0 0-1-16,0 0-5 15,0 0-11-15,0 0 0 0,0 0-3 16,0 0-3-16,0 0-14 31,0 0-30-31,0 0-28 16,-5 0-16-16,-7-3 11 0,-5 0 58 15,-2-3 17-15,2 0 14 16,-3 3 13-16,7-1 1 16,1-1 8-16,4 1 9 15,-5 1 13-15,9 0 7 16,4 0 3-16,0 3 7 0,0 0-10 15,0 0-10-15,0 0 9 16,0 0 2-16,0 0-5 16,0 0-3-16,0 0-10 15,0 0-11-15,0 0-7 16,0-3 16-16,4 3-12 16,9-3 0-16,3 0 2 0,5-3-5 15,-1 3-1-15,5-1 0 16,-5 1-1-16,9 3-2 15,-4 0 4-15,4-3-4 0,4 3 2 16,-5-3 0-16,0 0-2 16,-3 3 2-16,-4 0-2 31,-13 0 0-31,0 0-1 16,-8 0-2-16,0 0-2 0,0 0 1 15,0 0-11-15,0 0 7 16,0 0 8-16,0 6 3 15,-8 10 4-15,-4-1-3 16,-9 4-1-16,-4 2 1 0,-4 1-1 16,-7 2 2-16,-5 4 0 15,0-6-2-15,12-4 2 16,9-8-4-16,3-1-1 16,13-6 0-16,0 0-1 15,4-3-1-15,0 3-1 16,0-3-15-16,0 3-29 15,0 0-29 1,0-3-34-16,0 0-119 16,0 0-96-16</inkml:trace>
  <inkml:trace contextRef="#ctx0" brushRef="#br0" timeOffset="21462.6">5122 2049 45 0,'0'0'180'0,"0"0"-120"16,0 0-32-16,0 0 27 0,0 0-4 15,0 0 0-15,0 0-22 16,0 0-8-16,0 0 1 16,0 4 22-16,0-4 5 15,0 0 6-15,0 0-7 16,0 0 5-16,0 0-10 15,0 0-7 1,0 0 0-16,0 0-7 16,0 0-7-16,0 0 0 15,0 0-5-15,0 0 2 16,0 0 2-16,0 0-9 16,0 0-9-16,4 0-2 15,17 0 7-15,8 0 0 16,12 0-1-16,4 0-1 0,9 0-1 0,-1 0 0 15,-4 0-2 1,1 0-3-16,-13 0 0 16,-9 0-1-16,-12 0 0 15,-3 0 1-15,-13 0 2 0,0 0-1 16,0 0 1-16,0 0 1 16,0 0 5-16,0 0 4 15,0 0-11-15,0 0-1 0,0 0-30 16,0 0-92-16,0 0-162 15,0 0-401-15</inkml:trace>
  <inkml:trace contextRef="#ctx0" brushRef="#br0" timeOffset="22534.86">4495 6316 42 0,'0'0'6'15,"0"0"-6"-15,0 0 0 16,0 0 0-16,0 0-4 0,0 0-28 16</inkml:trace>
  <inkml:trace contextRef="#ctx0" brushRef="#br0" timeOffset="23106.23">4495 6316 78 0,'28'-6'95'15,"-28"6"-55"-15,0 0-18 16,0 0-10-16,0 0 6 0,0 0-18 31,0 0 1-31,0 0-1 16,0 0 1-16,0 0 18 16,0 0 16-16,0 0 4 15,0 0-7-15,0 0-7 0,0 0-3 16,0 0 2-1,0 0 8-15,0 0 15 0,0 0-10 16,0 0-16-16,0 0-7 16,0 0-3-16,0 0 5 15,0 0-6-15,0 0-2 0,0 0 4 16,0 0 5-16,0 0 12 16,0 0 0-16,0 0-8 15,0 0-4-15,0 0-5 16,0 0-5-16,0 0 6 0,0 0-2 15,0 0 6-15,0 0 3 16,0 0-3-16,0 0-4 16,0 0-7-16,0 0-2 15,0 3 5-15,0 12-2 16,0 4 14-16,0 8 20 16,0 8-20-16,0-2 2 15,0 7-15 1,0 3 4-16,0-3-2 15,0 1 1-15,0-1 0 16,-4-7-2-16,0-5-5 0,4-3 5 16,-5-12-7-1,5-1-1-15,0-6 7 0,0-3-8 16,0-3-2-16,0 0 2 0,0 0 1 16,0 0-1-16,0 0 4 15,0 0-4-15,0 0 0 16,0-16-21-16,0 4-15 15,0 0-54-15,0-1-64 0,0 10-88 16,0 0-148 0</inkml:trace>
  <inkml:trace contextRef="#ctx0" brushRef="#br0" timeOffset="26706.62">5328 6436 310 0,'0'0'70'0,"0"0"-58"16,0 0 42-16,0 0 30 15,0 0-13-15,0 0-23 16,0 0-11-16,4 0-10 16,-4 0-5-16,0 0 6 15,0 0 14-15,0 0-11 0,0 0-8 32,0 0-6-32,0 0-6 15,0 0-11-15,0 0 10 0,0 0 2 0,0 0 5 16,0-9-4-16,0 3 1 15,-4-6 2 1,0-1-5 0,-4-2 8-16,-5-1 2 15,5 1-5-15,-4-4-1 0,3-2-2 16,-3-4-4-16,-1 0 4 16,5 1-6-16,-7-4-5 15,2 0 9-15,-3-6-7 16,-5 1 7-16,5 2 5 0,-5-4-8 15,0 5-1-15,1 2-2 16,-4-9-2 0,3 3-1-16,-8 0-2 15,0 0 3-15,4-3-3 0,1 3 0 0,0-3 0 16,3 1 0-16,0-4 1 16,-3 5-1-16,3-4 0 15,4-1 0-15,5-1 0 16,-3-2 1-16,6 3-2 15,1-3 1-15,-4-7-1 16,3 4 0 0,1-6 1-16,4 6-1 15,-4-4 1-15,4 7 0 16,-5-3 0-16,5 0 0 16,-4 3 0-16,4-7 1 0,0 4-1 15,-1 0 0 1,5 3-1-16,-8 0 2 0,8 6-3 15,-4-1 2-15,4 8 0 16,0-1 0 0,0-3 0-16,0 0 0 0,0-3-2 0,0 3 2 15,0-6-1-15,0 0 1 16,0-3-1-16,4-1 0 16,9 1 2-16,-9 0-1 15,0 0 0-15,0 3 0 0,0 3 0 16,9 3 0-16,-5-3 0 15,4 1-1-15,1-2 1 16,-1-2-1-16,0-3 0 16,4 3-1-16,-4-3 2 15,1-3 0-15,-1 8 1 16,5 2 0 0,-5 1 0-16,5 5-1 15,-5 2 0-15,0 0 0 0,1 4-1 16,-1-4 1-16,0 0 0 15,8 0-2-15,-3-3-1 16,3 1 2-16,-3 2-1 16,4-3 4-16,-5 4-1 15,-3-4-1-15,3 0 0 0,-4 0-3 32,4-3 4-32,1 4-1 15,-1-1 0-15,-3-1-3 16,7 5 1-16,-3-1-2 15,3 0 4-15,-4 1 1 16,5-1-1-16,-1 0 0 0,-3-3-1 16,-1 3-3-16,1 1 4 15,-1-1-1-15,1 4 0 16,-1 2-2-16,0-3 2 16,1 1-3-16,-5 2 4 0,4-3 1 15,5 1 0-15,-4-1-1 16,-1 0 0-16,1 4 1 15,-5-4 0-15,8 3-2 16,-4 1 0-16,1 2 0 0,4-2 0 16,-1 2 1-16,1-5 0 15,-5 5-3-15,8 1 3 16,-3 2-1-16,0 1 0 16,-1 3-2-16,5-1 3 15,-8 1-7 1,7-4 7-16,0 4 1 15,5-3-1-15,0-3-1 16,0 2 1-16,4 1-1 16,-9-1 2-16,5 1-2 15,0-4 1-15,4 4 0 16,-4-1 0-16,-1 1 1 16,-4 3 1-16,1-4-1 15,-8 7 2-15,3 0-3 0,-3 0 0 0,-1-1-2 31,-11 7 4-31,3 3-2 16,-8 0 1-16,3 0-1 0,1-3 0 0,-4 3-5 31,0 0-11-31,0 0 2 0,0 0-3 16,0 0 6-16,0 0-10 16,0 0-31-16,0 0-83 15,-11-3 39-15,-2-3-39 16,-7 0-5-16,-9-1 116 15,-4 7-202-15</inkml:trace>
  <inkml:trace contextRef="#ctx0" brushRef="#br0" timeOffset="27124.72">6084 1994 65 0,'0'0'54'16,"0"0"14"-16,0 0-55 15,0 0 39-15,0 0 42 16,0 0 3-16,0 0-37 16,-62-3-20-16,62 3-20 15,0 0 10-15,0-3 16 16,0 3-30-16,0 0-16 15,0 0-13-15,0 0 5 0,8 0 8 0,12 0 26 16,5 0-12 0,4 6 7-16,3 1-10 15,-3-2-1-15,4 5 9 0,0-4-7 16,-5 0 7-16,1-3 5 16,-8 0-18-16,-9-3 7 15,1 3-10 1,-9-3 7-16,-4 3 6 15,0-3 13-15,0 0 9 16,0 4-5-16,0-2-7 16,-4 5-18-16,-9 5-2 15,-7 0-5-15,-1-2 8 16,0 2-8-16,6-3 2 16,2 0-1-16,1 4-1 0,-5 2-1 15,5 0-6-15,-5-2 6 16,5 5 0-16,0-5-2 0,8-4-13 15,-5 4-33-15,5-1-31 16,0 0-18-16,0-3-9 16,4-9-82-16,0 0-133 15</inkml:trace>
  <inkml:trace contextRef="#ctx0" brushRef="#br0" timeOffset="27656.09">6551 2084 314 0,'0'0'220'0,"0"0"-154"15,0 0-54-15,0 0 64 16,0 0 15-16,0 0-9 0,0-4-36 15,0 4-12-15,4 0-3 16,0 0-7-16,-4 0 3 16,0 0-5-16,4-3-12 15,4 3-6-15,5-3-3 16,7 0 12-16,9 3-4 16,9-3-8-16,6-3 1 0,2 3 1 0,-5 0-2 15,-1 3 0 1,-7 0-1-16,-8 0 0 15,-13 0-1-15,-7 0-5 16,-5 0-1-16,0 0 2 0,0 0 4 16,0 0-16-16,0 0-68 15,-9 0-44 1,1 0-17-16,0 0-168 16</inkml:trace>
  <inkml:trace contextRef="#ctx0" brushRef="#br0" timeOffset="29195.43">5287 6399 299 0,'0'0'66'15,"0"0"-62"-15,0 0-1 16,0 0 49-16,0 0-10 16,0 0-27-1,0 0-6-15,0 0-6 16,0 0 8-16,0 0 19 16,0 0 17-16,0 0 3 15,0 0-14-15,0 0-19 16,0-3 0-16,0 3-1 0,0-3 0 15,0 0 3-15,0-1-19 16,0-1 0-16,0-2-7 0,0-2 3 16,0 0 0-1,0 0 1-15,0-4 3 0,0 7-2 16,0 0 2-16,0 6 1 16,0-6-1-16,0 6 5 15,0 0 9-15,0 0 4 16,0 0 4-16,0 0-5 0,0 0-7 31,0 0-3-31,0 0-7 0,0 0-1 0,0 0 1 31,0 0 0-31,0 3 11 16,0 9 14-16,0 7 4 0,-4-1-1 0,4 10 2 0,0 3-15 31,0-1 1-31,0 5-4 0,0 1 7 16,0-1-5-1,0-2-4-15,0-2-1 16,0-6 1-16,0 0-1 16,0-10 3-16,0 0-1 0,0-9-1 15,0 1 2-15,0-7-9 16,0 0 6-16,0 0-6 0,0 0 0 16,0 0-6-1,0-3-2-15,0-13-34 0,0 1-73 16,0 8-72-16,-5 2-260 15</inkml:trace>
  <inkml:trace contextRef="#ctx0" brushRef="#br1" timeOffset="41288.41">2228 4244 401 0,'0'0'153'15,"0"0"-148"-15,0 0-3 0,0 0 52 16,0 0 40-16,0 0-57 15,0 0-22-15,-8 0 2 16,8 0 18 0,0 0-14-16,0 0 0 15,0 0 0-15,0 0 5 16,0 0-1-16,0 0-5 16,0 0-1-16,0 0-7 15,0 0-4-15,0 0 5 16,0 0-10-16,0 0 2 15,0 0 6-15,0 0-9 0,0 0 1 16,0 0-3-16,12 0 4 16,5 0-1-16,4 0-3 15,12 0 0-15,-1-6 0 16,9 0-35-16,5 3-74 16,-30 0-86-16,5 3-105 0</inkml:trace>
  <inkml:trace contextRef="#ctx0" brushRef="#br1" timeOffset="41536.58">2934 4195 390 0,'0'0'316'0,"0"0"-316"16,0 0 15-16,0 0-15 15,0 0 59-15,0 0-59 16,0 0 4-16,50-9-4 16,-34 5 0-16,13 2-1 15,-5-1-1-15,1 3-18 0,0 0-56 16,0 0-80-16,-17 0-33 0,-4 0-151 16</inkml:trace>
  <inkml:trace contextRef="#ctx0" brushRef="#br1" timeOffset="41722.56">3525 4201 570 0,'0'0'0'0,"0"0"-29"15,0 0-14-15,0 0 43 0,119-15-1 16,-110 15-106-16,-5 0-124 16</inkml:trace>
  <inkml:trace contextRef="#ctx0" brushRef="#br1" timeOffset="41907.94">4006 4217 509 0,'0'0'25'0,"0"0"-25"16,0 0-22-16,0 0 21 16,0 0 1-16,0 0-99 0,0 0-122 15</inkml:trace>
  <inkml:trace contextRef="#ctx0" brushRef="#br1" timeOffset="42108.92">4449 4195 269 0,'0'0'27'0,"0"0"-27"15,0 0 0 1,0 0 3-16,0 0 5 0,123-9-6 31,-98 5-2-31,4 2 0 16,-21 2-6-16,1 0-131 0</inkml:trace>
  <inkml:trace contextRef="#ctx0" brushRef="#br1" timeOffset="42310.27">4995 4180 555 0,'0'0'117'0,"0"0"-116"16,0 0 1-16,119 0 3 0,-86-6 10 15,4-1-11 1,-4 1-4-16,4 6-1 16,0-3-11-16,0 3-65 15,-4 0-62 1,-29 0-11-16,0 0-145 0</inkml:trace>
  <inkml:trace contextRef="#ctx0" brushRef="#br1" timeOffset="42494.43">5524 4186 304 0,'0'0'145'0,"0"0"-101"16,0 0-35-16,0 0 33 15,0 0 2-15,141-6-31 0,-109 3-12 16,1 0-1 0,4 3-23-16,-28-4-128 0,-1 4-67 31</inkml:trace>
  <inkml:trace contextRef="#ctx0" brushRef="#br1" timeOffset="42694.58">5997 4167 333 0,'0'0'201'0,"0"0"-149"15,0 0-48-15,0 0 11 16,0 0 19-16,0 0-20 16,123-9-14-16,-90 6-8 15,-21 0-77-15,5 3-145 16</inkml:trace>
  <inkml:trace contextRef="#ctx0" brushRef="#br1" timeOffset="42857.03">6424 4149 304 0,'0'0'150'0,"0"0"-122"0,0 0-26 31,0 0 15-31,0 0 27 15,115-10-29-15,-83 5-14 16,10-2-1-16,-30 7-38 0,5 0-152 16</inkml:trace>
  <inkml:trace contextRef="#ctx0" brushRef="#br1" timeOffset="43026.43">6879 4137 329 0,'0'0'170'15,"0"0"-140"-15,0 0-29 16,0 0 19-16,119 0 34 16,-82 0-41-16,-3 0-13 15,3-3-2 1,-1-4-77-16,-28 7-118 16</inkml:trace>
  <inkml:trace contextRef="#ctx0" brushRef="#br1" timeOffset="43194.71">7352 4127 224 0,'0'0'130'0,"0"0"-98"15,0 0-30-15,0 0 50 0,131-6 7 16,-98 3-34-16,0-3-11 16,7 3 0-16,-2 0-14 15,3 0-2-15,-5-1-52 16,-23 1-62-16,-5 3-24 15</inkml:trace>
  <inkml:trace contextRef="#ctx0" brushRef="#br1" timeOffset="43357.48">7972 4087 179 0,'0'0'135'0,"0"0"-86"16,0 0-16-16,0 0 52 31,131-6 9-31,-114 0-27 16,2 6-25-16,2-7-19 0,8 5-14 15,0-1-9-15,-4-4-19 16,-17 7-112-16,0 0-100 16</inkml:trace>
  <inkml:trace contextRef="#ctx0" brushRef="#br1" timeOffset="43525.65">8480 4056 265 0,'0'0'159'0,"0"0"-102"15,0 0-44-15,127-3 42 16,-102 0 7-16,0 0-29 15,0 3-11-15,0-6-3 16,3 3 0-16,5 0-17 16,4 0-2-16,0-1-11 15,3 1-126 1,-31 1-79-16,3 2-126 16</inkml:trace>
  <inkml:trace contextRef="#ctx0" brushRef="#br1" timeOffset="43710.1">9109 4016 312 0,'0'0'63'0,"0"0"-57"0,0 0 10 15,0 0 61-15,127-9 9 0,-106 9-20 16,3 0-23-16,4 0-9 16,1 0-31-1,-4 0-3-15,0 0-40 0,-9 0-105 16,-3 0-36-16,-5 0-12 15</inkml:trace>
  <inkml:trace contextRef="#ctx0" brushRef="#br1" timeOffset="43996.42">9425 4007 3 0,'0'0'89'16,"0"0"20"-16,0 0-62 15,0 0-7-15,0 0 28 0,0 0 26 16,28 0 1-16,-12 0-31 16,9 0-33-16,0 0-18 15,0 0-11 1,0 0 0-16,-2 0 3 15,2 0-1-15,0 0 7 16,-4 0 2-16,-1 0-5 16,1 0-2-16,0 0-6 15,-6 3-4-15,2-3-44 16,-1 0-61-16,1 0 11 16,-5 0 41-16,5 0 41 0,-1 0 12 15,1 0 3-15,4 0 1 16,-2 0-1-16,10 0-3 15,0 0 1-15,-4 0 4 16,4 0-1-16,-8 0 0 16,2 0-22-16,-23 0-43 0,0 0-152 31</inkml:trace>
  <inkml:trace contextRef="#ctx0" brushRef="#br1" timeOffset="45632.42">902 3914 302 0,'0'0'175'0,"0"0"-173"16,0 0 7-16,0 0-6 0,0 0 35 15,0 0 5 1,0 0-23-16,4-15-3 0,-4 15 1 16,0 0 1-16,5 0 16 15,-5 0-3-15,0 0-17 16,0 0-5-16,0 0-10 16,0 0-2-16,0 0 1 0,0 0-2 31,0 0 2-31,0 10 2 15,0 11 4-15,-9 10 6 16,-11 9-6-16,4 6 8 16,-5 0-3-16,5-2-9 15,12-1 3-15,4 0-3 16,0 0 1-16,0-3-1 0,4-3 3 16,17-9-3-16,2-7 3 15,2-8 0-15,4-7 6 16,8-3 9-16,9-3-4 15,-2 0 3-15,10-9-13 16,-9-4-3-16,-4-5-2 0,-8 5-21 16,-8-2-65-16,-25 9-64 0,0 0-147 15</inkml:trace>
  <inkml:trace contextRef="#ctx0" brushRef="#br1" timeOffset="45965.61">833 3976 507 0,'0'0'144'0,"0"0"-139"0,0 0 1 16,0 0-6-16,0 0 38 16,0 0-10-16,37-34 11 15,-9 25 5-15,1 0-12 16,4 2-16-16,-8-1-7 31,0 4-4-31,-1 1-5 0,-4-3-3 16,-7 6-3-16,-1 0-54 15,-8 0-52-15,-4 0-50 16,0 0-106-16</inkml:trace>
  <inkml:trace contextRef="#ctx0" brushRef="#br1" timeOffset="46181.28">808 4158 618 0,'0'0'114'16,"0"0"-114"-16,0 0-20 16,0 0 20-16,0 0 93 15,123-19-48-15,-69 1-31 0,-1 0-10 16,-4 2-4-16,-11 4-11 16,-1 5-84-16,-34 7-56 15,-3 0-206-15</inkml:trace>
  <inkml:trace contextRef="#ctx0" brushRef="#br1" timeOffset="47522.34">1354 4109 48 0,'0'0'219'0,"0"0"-179"15,0 0-20-15,0 0 33 16,0 0 12 0,0 0-30-16,8-13-17 15,-8 13-17-15,0-3-1 16,4 3 0-16,-4 0 0 16,0 0 4-16,0-6 2 0,0 6 27 15,0-3 25-15,0 0 5 16,0 3-9-16,0 0-12 15,0 0-3-15,0 0-3 16,0 0 7-16,0 0-11 0,0 0-16 16,0 0-11-16,0 0-5 15,0 0-6-15,0 0 5 16,0 0 2-16,0 15-1 16,0 4 7-16,0 5-2 15,0 4-3-15,0 3-2 16,-4 3 3-1,4 6-3-15,0 0 1 16,0 0-4-16,0 0 2 16,0-6 1-16,9-3 0 15,7-3-11-15,-4-7 11 16,1-2 2-16,-5-7-1 16,-4 0-2-16,0-2-1 0,-4-1 2 15,0 0 2-15,0 0-2 16,-16-2 7-16,-9 5-4 15,-8-6 1-15,4 3 3 0,1-5-3 16,3 2-3-16,5-6-1 16,7 0-43-16,1 0-57 15,4 0-42-15,8 0-101 16</inkml:trace>
  <inkml:trace contextRef="#ctx0" brushRef="#br1" timeOffset="47785.12">1235 4423 435 0,'0'0'176'0,"0"0"-168"15,0 0-7-15,0 0 28 0,0 0 46 16,0 0-22-1,0 0-13-15,90-77-11 0,-61 65 3 16,-4 2-4-16,0 1-11 16,-5 6-11-16,1-3-5 15,-13 3-1-15,4 0 0 0,-4 3-11 16,0 0-76-16,-8 0-78 16,0 0-126-16</inkml:trace>
  <inkml:trace contextRef="#ctx0" brushRef="#br1" timeOffset="48331.35">1650 4300 339 0,'0'0'109'0,"0"0"-73"16,0 0 40-16,0 0 19 16,0 0-20-1,0 0-22-15,0 0-17 16,0 0-10-16,0 0-4 16,0 0 2-16,0 0-24 15,0 6 5-15,0 12-5 16,-9 7 10-16,1 9-2 15,4 3-5-15,0-3-2 16,4 3-1-16,0-6 0 0,0-4 1 16,0-2-3-16,0-6 2 15,4-4-2-15,4-6-1 16,5-6 5-16,3-3-2 0,5 0 11 16,4 0 3-1,4-3-3-15,-6-15-11 0,2-1-35 16,-21 10-99-1,-4-3-132-15</inkml:trace>
  <inkml:trace contextRef="#ctx0" brushRef="#br1" timeOffset="48708.21">1658 4115 220 0,'0'0'234'0,"0"0"-232"15,0 0 5-15,0 0 33 16,0 0 32-16,0 0-43 0,-37-12-20 31,32 18 9-31,1 6 2 0,4-3 15 16,0 0-10-16,0 1-20 15,0-4-5-15,0 0-1 16,0-6 1-16,0 0 37 16,9 0 8-16,3 0-2 15,9-3 9-15,-5-16-33 0,5-5-7 16,-9 2-2-16,-3-3-7 16,-9 10 5-16,0 3-8 15,0 3-1-15,-21 9-19 16,-12 0-9-16,-4 0-108 15,16 12-108-15</inkml:trace>
  <inkml:trace contextRef="#ctx0" brushRef="#br1" timeOffset="58065.71">10369 3843 158 0,'0'0'75'15,"0"0"-73"-15,0 0 1 16,0 0 23-16,0 0 39 16,0 0-22-16,0 0-12 15,0 0 4-15,0-67-12 16,0 61 8-16,0-1 7 16,0 4 4-16,0 0 2 0,0 3-25 15,0-6-1-15,0 6 2 16,0 0-1-16,0-3 4 15,0 3-2-15,0 0 3 0,0 0 4 16,0 0-10 0,0 0-10-16,0 0 2 0,0 0-6 31,0 0 4-31,0 0-2 0,0 0-1 16,0 0 4-16,0 0-2 15,0 0-7-15,0 0-3 16,0 0-8-16,0 0 11 15,0 12 2-15,0 10 23 16,0 3 2-16,0 6-14 16,0 2 0-16,0 8 4 0,0 2 8 15,0 9-6-15,0-3-8 16,0 4-3-16,0-4 2 16,0-6-9-16,0 0 2 15,0-9 1-15,0-6-3 16,4-3 2-16,0-10 5 15,-4-2-2-15,0-11 5 16,0-2-8 0,4 0 1-16,-4 0 4 0,4 0-6 15,-4 0 0-15,4 0 0 16,0-2-2-16,1-17-62 16,-1-9-65-16,0 0-13 15,-4 13-98-15,0-1-149 16</inkml:trace>
  <inkml:trace contextRef="#ctx0" brushRef="#br1" timeOffset="58398.13">10393 3770 310 0,'0'0'263'0,"0"0"-248"0,0 0-12 16,0 0 6 0,0 0 67-16,0 0-10 0,-16-28-23 15,16 28-13-15,0 0-26 16,0 0 19-16,16 0-6 16,9-3-4-16,-4-4 15 0,15 5-13 15,-3-5-5-15,0 1-1 16,4 6-4-16,-8 0 7 15,-5 0-7-15,-3 0-5 16,-9 0 0-16,-8 0-1 16,-4 0-8-16,0 0-24 0,0 0-77 15,-20 15-2-15,3-8-71 16,-3-1-294-16</inkml:trace>
  <inkml:trace contextRef="#ctx0" brushRef="#br1" timeOffset="58617.93">10299 3970 407 0,'0'0'98'0,"0"0"-98"0,0 0-2 16,0 0 2-16,0 0 38 16,0 0 52-16,32 62-25 15,-3-62-16-15,4 0-12 16,9 0-3-16,2 0-3 0,-2-7-6 15,-5 1-12-15,-8 0-8 16,-5 3-5-16,-8 3-4 16,-8 0-98-16,-8 0-124 0,0 0-207 15</inkml:trace>
  <inkml:trace contextRef="#ctx0" brushRef="#br1" timeOffset="59109.41">10652 4207 271 0,'0'0'146'16,"0"0"-126"-16,0 0-14 31,0 0 63-31,0 0 18 16,0 0-18-16,0 0-39 0,123-21-2 15,-94-4-18-15,-4 3-4 16,-5 1-4-16,-7-1 4 16,-5 1-1-16,-4-1 0 15,-4 4 0-15,0 6-3 0,-4 2 22 16,-17 4-22-16,-4 6-2 15,-8 0-3 1,-3 0 0-16,3 12 3 0,0 10-2 0,4 3 1 16,8 2 1-1,5 1 9-15,8 6-9 0,8-3 0 32,0-4 2-32,0 1-2 15,24-9 3-15,10-4-3 16,3-6-8-16,-4-5 3 15,7-4 1-15,1 0-18 0,1 0-32 16,-2-13-36-16,-27 4-95 16,-9-7-106-16</inkml:trace>
  <inkml:trace contextRef="#ctx0" brushRef="#br1" timeOffset="59494.36">11030 3982 334 0,'0'0'502'0,"0"0"-435"15,0 0-67-15,0 0-35 16,0 0 25-16,0 0-1 0,36 31 11 16,-23 3 2-16,3 3 0 15,-3 0-4-15,-1-3-5 32,-4-7-1-32,1-8 7 0,-9 0 0 15,4-13 1-15,-4 0 0 0,0-6 0 16,0 0 6-16,0 0 17 15,0 0 39-15,0-12-14 16,0-13-36-16,0-6 4 31,0-3 17-31,0 0-5 0,0-6-17 16,0 7-6-16,0-2-2 16,0 8 11-16,8 2-3 15,4 6-9-15,1 4 0 16,-1 3-2-16,8 0-1 15,-4 8-3-15,1 1-26 16,4 3-75-16,-1 0-62 0,-16 0-97 16,-4 0-146-16</inkml:trace>
  <inkml:trace contextRef="#ctx0" brushRef="#br1" timeOffset="60408.68">11366 3955 351 0,'0'0'341'16,"0"0"-275"-16,0 0-65 15,0 0-1-15,0 0-1 16,0 0-14-16,4 70 15 16,-4-29 10-16,4-4-8 15,0-1 0 1,1-5-1-16,-5-6 2 15,0-3-1-15,4-10 0 16,-4-9-1-16,0 0 7 16,0-3 18-16,0 0 20 15,4 0 11-15,4-9 0 16,0-12-25-16,5-10-30 0,-5-4 1 16,0 2 4-16,1-5-5 0,-5 11-4 15,4 5 2 1,0 10 0-16,-4 6 2 0,-4 3-2 15,0 3 0-15,0 0-4 16,0 0-12-16,0 6-17 16,0 18 33-16,0 7 2 15,0 0 0 1,9 0-2-16,-2-3 0 16,1-7 1-16,0-5 1 15,1-7-2-15,-5-6 0 16,0 0 2-16,0-3-2 15,4 0 4-15,5 0 12 16,7-21 4-16,1-10-18 16,0 3 1-16,-5-6-3 0,-4 6 0 15,-4 4-1-15,0 8 2 0,-4 10-1 16,1 6 8 0,-5 0-8-1,0 0-2-15,0 0-26 0,0 10 15 0,0 14 13 0,0-3 0 16,0 4 0-16,12-6 0 31,-4-4 0-31,9-3-3 16,-9-2 3-16,4-7-3 15,1 0 3-15,3-3-1 16,5 0-7-16,-1 0-11 16,4-9-12-16,-3-13 5 15,-4 4 14-15,-1-7 2 16,-3 0 8-16,-5 1-9 0,0-4-2 15,0 4-4-15,-3 5 4 16,-5 3 13-16,0 7 4 16,0 9 26-16,0 0 39 0,0 0-38 15,-5 3-31-15,-3 22-1 16,-4 6 1-16,3 2 1 16,5 2-1-1,4-5-1 1,0 1 0-16,0-6 1 0,0 0-2 15,9-10 2-15,7-6 0 16,1-2 3-16,2-7 3 16,2 0 0-16,4 0-6 15,4-7-16-15,-9-11-42 16,1-10-33-16,-21 15-52 0,0-5-173 16</inkml:trace>
  <inkml:trace contextRef="#ctx0" brushRef="#br1" timeOffset="60740.28">11859 3671 698 0,'0'0'200'0,"0"0"-200"16,0 0-101-16,0 0 101 31,0 0 2-31,0 0-2 16,-12-6-6-16,12 33 6 15,0 8 2-15,0-5 0 16,0-5-2-16,0-7 0 0,0-5 6 16,0-7 2-16,8-3 1 15,0-3 14-15,0 0 32 16,5-6-13-16,-1-19-6 16,1-6-25-16,-9 1 3 15,-4 2-5-15,0 10 0 16,0 2 19-16,-13 4 4 0,-3 8-23 15,-9 4-9-15,0 0-18 16,-8 4-16-16,21 11-111 0,4-2-113 16</inkml:trace>
  <inkml:trace contextRef="#ctx0" brushRef="#br1" timeOffset="61259.87">12384 3687 600 0,'0'0'105'0,"0"0"-81"0,0 0 9 15,0 0 14-15,0 0-13 16,0 0-5-16,4-7-24 15,-4 32-3-15,-4 9 11 16,0 6-1-16,0 6 0 0,4 0 11 16,0 4-8-16,0-1-10 15,0-3-3-15,0-6-1 16,4-6 2-16,4-6-3 0,1-7 0 16,-9-8 4-1,4-7-4-15,-4-3-1 16,4-3 0-1,-4 0-4-15,0 0 3 0,4 0-5 16,-4 0-39-16,8 0 1 16,0-15-38-16,1-1-33 15,-9 7-53-15,4 0-210 16</inkml:trace>
  <inkml:trace contextRef="#ctx0" brushRef="#br1" timeOffset="63454.5">12290 3566 253 0,'0'0'19'16,"0"0"-16"-1,0 0 5-15,140 0 50 0,-111 0 3 16,8 0-30-16,-13 7-13 16,-4-2-1-16,1 5-5 15,-17-1-8 1,0-3-4-16,-4 4-5 15,0 2 5-15,0 3 46 16,-25 4 10-16,1-1-17 16,-9 1-10-16,5-4-2 15,3 1-4-15,8-7-1 0,5 0 0 16,8-6-14-16,0 0-6 16,4-3 1-16,0 0-2 15,0 0-2-15,0 0-7 16,0 0-33-16,0 0-57 15,0 0-69-15,0 0-6 16</inkml:trace>
  <inkml:trace contextRef="#ctx0" brushRef="#br1" timeOffset="63898.94">12725 3850 368 0,'0'0'224'16,"0"0"-179"-16,0 0-40 16,0 0 11-16,0 0 29 15,0 0-30-15,-8 21-15 16,-17 1-4-16,0 2-1 15,2 7 3 1,6 1 0-16,9-5-1 16,4 1 2-16,4-7 1 0,0 1 4 15,0-7-3-15,0-5 2 16,16-4 20-16,4-6 11 16,-4 0-7-16,1 0 0 15,-1 0 2-15,-3-22 10 16,-1 1-21-16,-4-7-3 15,-3 3-5-15,-5 0-8 0,0 7-2 16,0 3 1 0,-9 5 4-16,-7 4-5 0,-9 3-19 15,-4 3-63-15,-3 0-38 16,7 0 7-16,21 0-101 16,4 0-12-16</inkml:trace>
  <inkml:trace contextRef="#ctx0" brushRef="#br1" timeOffset="64200.03">12971 3696 181 0,'0'0'536'0,"0"0"-525"15,0 0-11-15,0 0-38 16,0 0 38-16,0 0 30 0,8 77 9 16,-3-31-10-16,7 3-9 0,-4-3-9 31,1 1-4-31,-5-7 0 16,4-3-4-16,-4-7 0 15,-4-5-1-15,0-9-2 16,4-4-42-16,-4-3-53 15,0-9-107-15,0 0-234 16</inkml:trace>
  <inkml:trace contextRef="#ctx0" brushRef="#br1" timeOffset="64378.89">12946 3967 764 0,'0'0'0'0,"0"0"-28"15,0 0-74-15,0 0 102 0,0 0 41 16,0 0 0 0,87-37-35-16,-41 31-6 15,2-1-36-15,-31 4-159 16,-1 3-111-16</inkml:trace>
  <inkml:trace contextRef="#ctx0" brushRef="#br1" timeOffset="64769.38">13308 3955 652 0,'0'0'0'0,"0"0"-14"16,0 0 14-16,0 0 30 0,0 0 86 16,0 0-21-16,4 12-57 15,21-18-28-15,4-13-6 0,3 4-3 16,-7-7 4-1,-4 4-4-15,-5-4 1 0,-8 4-1 16,-4-1 0 0,-4 7-1-16,0 6 6 0,0-1 12 0,0 7-18 15,-24 0-8-15,-9 4 5 16,0 20-2-16,-4 1-2 16,8 9 7-16,5-3-6 15,11 3 2-15,9-7-9 16,4 1-20-16,0-10 11 15,8 1 2 1,13-10-12-16,12-2-41 16,3-7 40-16,1 0-14 0,5 0-58 15,-26 0-51-15,-3-10-28 16</inkml:trace>
  <inkml:trace contextRef="#ctx0" brushRef="#br1" timeOffset="65422.27">13633 3834 652 0,'0'0'175'16,"0"0"-175"-16,0 0 0 16,0 0-26-16,0 0 23 15,0 0 2-15,-4 75 2 16,-1-36-1-16,5-5 0 16,0-6-11-1,0-10 11-15,0-2 0 16,0-10 1-16,0-3 1 15,0-3 0-15,0 0 30 16,0 0 29-16,0-18 8 0,5-10-67 16,7-6-2-1,0-3 0-15,-3-3-6 16,2 0-10-16,-3 6 2 0,1 10 5 16,-1 14 9-16,-4 7 3 0,-4 3-1 15,0 0-2-15,0 9-23 16,0 19 23-16,0 6 6 15,8 3-1-15,0-3-4 16,9-9 0-16,-5-7 3 31,5-6-4-31,-1-9 3 0,1-3-2 16,3 0 1-16,4-3-2 16,1-18-28-16,4-13-14 15,-4-6-6-15,-4-6-3 16,-6-7 4-16,-2-5 0 15,3-4-34-15,-12 0-34 16,0 7 38-16,1 15 49 0,-5 12 28 16,0 16 151-16,0 8 19 15,0 4-79-15,0 0-54 16,-17 13-26-16,0 18 28 0,6 6-23 16,3 9-8-1,4 9 10-15,4 4-1 0,0 0-14 16,0-1 1-16,8-9 0 31,7-9-1-31,6-9 2 0,-4-9-3 16,3-7 4-16,5-5-3 0,-4-10-3 0,8 0-21 15,-5 0 2-15,4 0-57 16,-23-12-76-16,-1-1-136 31</inkml:trace>
  <inkml:trace contextRef="#ctx0" brushRef="#br1" timeOffset="65705.98">13993 3803 590 0,'0'0'284'0,"0"0"-284"16,0 0-114-16,0 0 114 0,0 0 29 16,0 0 49-16,152-27-47 15,-94 24-22-15,-5 0-2 16,-3 3-1-16,-9 0-4 0,-12 0 12 15,-14 0 7-15,-2 0-21 16,-9 12-5 0,-4 16 5-1,0 3 3-15,0 6 6 16,0-1-7-16,-4-5 0 0,0-3-2 16,-5-9-3-16,9-4 0 15,0-9-21-15,0-3-35 16,0-3-50-16,0 0-9 15,0-9-191-15</inkml:trace>
  <inkml:trace contextRef="#ctx0" brushRef="#br1" timeOffset="65853.37">14355 3578 239 0,'0'0'708'15,"0"0"-675"-15,0 0-33 16,0 0-33-16,0 0-55 0,0 0-35 15,-8-27-39-15,8 39-214 16</inkml:trace>
  <inkml:trace contextRef="#ctx0" brushRef="#br1" timeOffset="66484.36">14741 3763 405 0,'0'0'416'0,"0"0"-416"15,0 0-187-15,0 0 187 16,0 0 67-16,0 0 48 16,0 0-92-16,16-21-18 15,-41 21-5-15,-8 0-1 16,1 15 1-16,-5 10 2 0,8 6 0 16,0-1-1-16,13 1 2 15,3-6 0-15,5 0 9 16,8-7-3-16,0-5-9 15,0-4 15-15,0-3-7 16,12-6 8-16,9 0 39 16,4 0-25-1,4-9-17-15,0-16-10 16,-4 1 0-16,-6-1-3 16,2 3-5-16,-13 7 4 15,-4 8 1-15,-4 7 0 0,0 0-8 16,0 0-24-16,0 4 15 15,0 14 17 1,0 4 0-16,0-7 2 0,0-3-4 16,13-9 1-16,3-3 1 0,13 0 11 15,8-8 9-15,12-23-14 16,5-4-6-16,-2-10-45 16,-2-5-18-16,0-6-9 15,-13-5-5-15,-5-1-42 16,-7 7-19-16,-17-1 35 0,-8 13 103 15,0 16 37-15,-33 11 147 32,-3 13-78-32,-2 3-40 0,-3 0 4 0,0 19-5 15,9 12-22-15,3 5-5 32,8 11-18-32,13 2-8 15,8 9 7-15,0 4-2 0,4 3-11 16,29-7-2-16,7-5 0 15,2-13-1-15,11-10-3 16,-8-8-105-16,-29-22-155 0,-3 0-290 16</inkml:trace>
  <inkml:trace contextRef="#ctx0" brushRef="#br1" timeOffset="97226.1">10492 4731 350 0,'0'0'93'0,"0"0"-93"15,0 0-80-15,0 0 80 16,0 0 85-16,0 0 14 0,37-46-25 31,-33 46-22-31,-4 0-12 0,0 0 19 0,0 0-3 16,0 0-20-16,0 0-10 15,0 3-16-15,4 16 30 16,0 5-3-16,5 7-10 16,-5 9-6-1,-4 7-3-15,0 2 1 0,0 9 2 16,0-2-2-1,0-1-11-15,-4 1 3 16,-9 2-8-16,5-2 2 16,0-7 3-16,-1-15-5 0,1-6 5 15,8-10 0-15,-4-11 0 16,4-5-1-16,0-2-7 0,0 0 5 16,0 0 4-16,0 0-9 15,0 0-3-15,0-2-26 16,0-17-24-16,0-6-22 15,0-8-14-15,0 17-91 16,0-3-218-16</inkml:trace>
  <inkml:trace contextRef="#ctx0" brushRef="#br1" timeOffset="97634.71">10443 4688 459 0,'0'0'178'0,"0"0"-102"16,0 0-62-16,0 0 53 15,0 0-2-15,0 0-45 16,0 0-20-16,32-31 0 16,1 31-3-16,4 0 3 15,5 0 3-15,10 16 6 16,2 2 15-1,0 4-5-15,3 3-7 16,-12-1-7-16,-3 4-3 16,-14 0-4-16,-16-4 0 15,-8-2 2-15,-4 3 12 16,-4-7-8-16,-32 4 16 16,-14-4-4-16,-12 1-6 15,-7-7 0-15,-10 1 10 0,6-8-5 16,-1-5 0-16,13 0-2 15,15 0-9-15,21 0 2 0,13 0-4 16,12 0-2-16,0 0-35 16,4-3-68-16,13-3-57 15,-1 3-193-15</inkml:trace>
  <inkml:trace contextRef="#ctx0" brushRef="#br1" timeOffset="98239.1">11206 4691 591 0,'0'0'67'0,"0"0"-67"15,0 0 0-15,0 0 42 16,0 0 61-16,0 0-28 16,-20-12-50-16,12 12-25 15,-4 0 3-15,-13 19 10 0,-8 8 28 16,-5 14 4-16,2 4-10 0,-5 11-11 15,0 12-11-15,3 6-8 16,15 0 0-16,6 0-5 16,17-6-2-16,0-4-1 15,17-5-4-15,19-13 2 16,9-6-20 0,9-12 2-16,3-9 23 15,5-10 5-15,-5-6-4 16,-8 0 4-16,-16-3-3 0,-8 0-1 15,-17 0 1-15,-3 0-2 16,-5 0-10-16,0 0-42 16,0 0-165-16,-17 0-298 15</inkml:trace>
  <inkml:trace contextRef="#ctx0" brushRef="#br1" timeOffset="99910.11">11326 4855 440 0,'0'0'68'0,"0"0"-68"16,0 0 0-16,0 0 11 15,0 0 95-15,0 0-54 16,-116 95-39-16,99-70 2 16,10 3-6-16,7-4-2 15,0-8 6 1,0-1 4-16,12-3-1 16,4-8-3-16,9-4-1 15,0 0 5-15,4 0 8 16,4-19-7-16,3 0-9 0,-7-2-5 15,-4-3 1-15,-5 1 0 16,-11-1 1-16,-5 3-3 16,-4 5 0-16,0 1 1 15,0 3-4-15,-17 5-24 0,-8 4 12 16,-4 3-50-16,5 0-55 16,7 0-159-16</inkml:trace>
  <inkml:trace contextRef="#ctx0" brushRef="#br1" timeOffset="100268.69">11691 4827 309 0,'0'0'171'15,"0"0"-97"-15,0 0 42 16,0 0 10-16,0 0-41 16,0 0-72-16,8-9-11 0,-33 27 4 15,-8 7-5-15,-3 6 7 16,-1 0 11-16,4-1-4 16,8-2-1-16,4-3-13 15,10-4 1-15,2-5-2 16,9-4 1-16,0-3-4 15,0-6 1-15,0 0-3 16,20-3-2-16,9 0 1 0,8 0 1 16,9-3-32-1,2-15-85 1,-31 12-124-16</inkml:trace>
  <inkml:trace contextRef="#ctx0" brushRef="#br1" timeOffset="100783.69">11826 4849 251 0,'0'0'73'0,"0"0"-73"15,0 0 0-15,0 0 5 16,0 0-5-16,0 0 0 16,0 0 0-16,0-4 3 0,0 4 7 15,0-3 42-15,0 3 53 16,0 0-43-16,0 0-30 0,0 0-12 15,0 0-6 1,0 0-1-16,0 0 6 0,0 0-3 16,0 0-8-16,0 0-4 15,0 0-4-15,-4 3 2 16,-13 16 7-16,-7 2-6 16,-9 4 27-1,-4 6 14-15,4 3-13 16,8-6-22-16,9-4-2 15,12-8-4-15,4-4-3 16,0-6-1-16,0 0 0 16,25-6 0-16,16 0 1 15,4 0-3-15,8-9-19 0,-7 0-47 16,-1-4 6-16,-13-2-48 0,-28 12-76 16,-4 0-19-1</inkml:trace>
  <inkml:trace contextRef="#ctx0" brushRef="#br1" timeOffset="101235.21">11990 4811 432 0,'0'0'182'16,"0"0"-182"-16,0 0-11 15,0 0 11-15,0 0 8 16,0 0 27-16,4 25 18 15,-12 3-15 1,0 0-18-16,-4-4-10 16,7-5 1-16,5-4-2 0,0-5-1 15,0-7-2 1,0 0-3-16,0-3 3 0,9 0 29 16,11 0-8-16,9 0-15 15,4-19-12-15,-1-3-10 16,1 1-20-16,-4-1-18 0,-8 10 5 15,-13 6 25-15,-4 6 18 16,-4 0 7-16,0 0 25 16,0 3 1-16,-8 15 27 15,-8 1-23-15,7 0-24 16,9-10-9-16,0-3-2 31,0-3-1-31,0-3 5 0,0 0 1 0,13 0 8 16,3 0-15-16,13-6-12 15,-1-13-53-15,5 4-54 16,-4-4-62 0,-25 13-68-16,5 0 9 0</inkml:trace>
  <inkml:trace contextRef="#ctx0" brushRef="#br1" timeOffset="101686.65">12363 4830 241 0,'0'0'373'0,"0"0"-187"15,0 0-122 1,0 0-22-16,0 0-36 0,0 0 15 15,9 55 9-15,-9-24-19 16,0-3-9-16,0 3 2 16,0-10 1-1,0 1-5-15,0-9 1 16,0-1 1-16,0-9-2 16,0-3-15-16,0 0-23 15,0 0-28-15,0 0 19 16,0-12-11-16,0-10-52 15,0-3-10-15,-4-6 62 16,-1-2 40-16,1-8 14 0,4-2-20 16,0 3 1-16,0 7-19 15,0 10 42-15,0 15 93 16,4 4 20-16,1 4-17 16,-5 0-36-16,8 0-36 0,0 0-20 15,5 7-4-15,3 11 13 16,1 0 7-16,3 4-15 15,-3 0 0-15,-1-1 0 0,-12-2-2 16,-4-4 29 0,0 1-14-16,0-10 11 0,-4 0-8 15,-12 0 7-15,-5-3-7 16,5 0-21-16,-1-3-24 31,5 0-78-31,12 0-96 0,0 0-175 16</inkml:trace>
  <inkml:trace contextRef="#ctx0" brushRef="#br1" timeOffset="102418.92">12717 4849 358 0,'0'0'58'15,"0"0"-58"-15,0 0 0 0,0 0 93 16,0 0 14-16,0 0-37 16,-25-10-42-1,4 20-11-15,-3 8 5 16,0 4 21-16,-1-1-6 16,13 4-18-16,-5 0-16 15,13-7-2-15,0-3 1 16,4-8-2-16,0-1 0 15,0-6-1-15,0 0-4 16,12 0 5-16,13-6 9 0,12-13-9 16,-1-6-31-16,2-2-54 15,-5-4-26-15,-4 3-12 16,-6 3 11-16,-6 7 39 16,-5 9 27-16,-12 9 46 15,0 0 24-15,0 0 38 16,0 6 23-16,-8 19 79 0,-8-1-81 0,7 1-37 15,2-3-16 1,7-4-7-16,0-6 3 16,0-6-5-16,0-2-9 15,0-4-4-15,0 0 6 0,0 0 34 32,0 0-15-17,11-16-11-15,10-5-22 0,-4-4-5 0,3 3-3 16,-3 7-15-16,-9 6-5 15,0 6 21-15,-8 3 6 16,0 0-3-16,0 0 1 16,0 9 6-16,0 9 8 15,0 4 12-15,0-4-15 16,0-2-2-16,0-7-3 0,0 0-1 16,13-9 7-16,-5 3 1 15,9-3 10-15,2 0 10 16,-2 0-21-16,3 0-2 15,1 0-7-15,-8-3-8 16,-1 0-4-16,-4 0-8 16,-8 3-2-1,0 0-14-15,0 0-31 0,0 0-59 16,4 0-117 0,5-3 77-16,-5 0 29 15,0 0-50-15</inkml:trace>
  <inkml:trace contextRef="#ctx0" brushRef="#br1" timeOffset="102672.04">13226 4781 431 0,'0'0'303'0,"0"0"-261"15,0 0-42-15,0 0 0 16,0 0 41-16,0 0 25 0,0 0-18 15,-66 95-17-15,62-73-26 16,4-4 2-16,0-9-6 31,0-2 4-31,4-7 1 0,17 0-6 0,4 0-5 16,3 0-3-16,9-16-78 31,-25 7-104-31,-3 0-197 0</inkml:trace>
  <inkml:trace contextRef="#ctx0" brushRef="#br1" timeOffset="103035.39">13226 4781 644 0,'90'55'279'0,"-90"-46"-279"0,0 1-94 16,0-1 80-16,0 0 14 15,13 0 4-15,12-6 5 16,7 1-9-16,5-4-71 15,4 0-57-15,-4 0 37 16,-5-13-8-16,2-5 7 16,-10-4-2-1,-3-3 17-15,-4 7 50 16,-13 3 27-16,-4 5 59 0,0 8 99 16,0-2 96-16,-4 4-130 0,-9 0-40 15,1 0-31-15,-5 16-23 16,-3 8-4-16,-5 10-2 15,-3 6-2 1,7 0-17-16,-4 0-4 0,9 0 4 16,-5-9-2-16,5 0-2 15,3-10-1-15,1-5-16 16,8-4-41 0,4-9-60-16,0-3-126 0,0 0-243 15</inkml:trace>
  <inkml:trace contextRef="#ctx0" brushRef="#br1" timeOffset="104418.47">11728 5416 453 0,'0'0'258'0,"0"0"-258"16,0 0-45-16,0 0 45 15,0 0 60-15,0 0-16 0,0 0-37 16,127-87-5-16,-115 69 8 15,-3-4-7 1,-5 4 22-16,-4 6 17 16,0-1-16-16,0 10-10 0,-17 3-16 15,-8 0 0-15,-4 3 0 16,-11 19 10 0,-1 6 21-16,4 8 7 15,4-2-10-15,8 3-7 16,9 1-18-1,12-11-3-15,4 1 5 0,0-10-5 16,8 1 11 0,16-13-3-16,9 0-4 0,4-6 3 15,13 0-7-15,3 0-6 0,-4-6-18 16,1-6-48-16,-10-1-71 16,-36 10-102-16,1 0-160 0</inkml:trace>
  <inkml:trace contextRef="#ctx0" brushRef="#br1" timeOffset="104667.39">12048 5388 116 0,'0'0'573'0,"0"0"-515"16,0 0-38-16,0 0 5 15,0 0 88-15,0 0-42 0,0 0-25 16,16-25-36-16,9 19-8 16,-1 3-2-16,-3-3 0 15,0 6-2-15,-1 0 2 16,-7 0-43-16,7 0-61 16,-20 0-121-16,0 0-183 0</inkml:trace>
  <inkml:trace contextRef="#ctx0" brushRef="#br1" timeOffset="105615.17">13550 4497 539 0,'0'0'137'15,"0"0"-136"-15,0 0 3 0,0 0 20 16,0 0 18-16,0 0-14 16,-8 28-11-16,12-13 7 15,8 4 12-15,5 8 15 16,3 4-6-16,9 3-21 15,0 6-14-15,8 7 0 16,0 11-7 0,0 4-1-16,-4 5 2 15,-5-1-3-15,1 1 5 16,-13 1-2-16,-3 0-4 16,-9-3 0-16,-4-10-160 15,0-6 160-15,-25-12 29 16,-8-6-13-16,-3-6 21 0,-1-10-20 15,8-5-12-15,8-5-2 0,13-5-3 16,8 0-17-16,0 0-79 16,0-12-333-1</inkml:trace>
  <inkml:trace contextRef="#ctx0" brushRef="#br1" timeOffset="106247.42">14145 4814 326 0,'0'0'264'0,"0"0"-180"16,0 0-76-16,0 0 28 0,0 0-1 15,0 0 0-15,0 0-8 0,0 0-5 16,0 0-7 0,0 0 26-1,0 0 6-15,0 0-10 16,0 0-23-16,0 0-9 15,0 0-3-15,0 0-2 16,0 0 0-16,0 0 3 16,0 0-3-16,0 0 0 0,0 0-2 15,0 0 2-15,0 0 3 16,0 0-3-16,0 0-3 16,0 0 3-16,0 0 0 15,0 0 2-15,0 0-1 16,0 0 2-16,0 0 5 15,0 0-4-15,0 0 1 0,0 0 3 16,0 0-5-16,4 0 7 0,1 0-7 16,-1 0 7-1,8-3-10-15,9 3 2 16,8-2-2-16,3-2 3 16,5 1-2-16,4 0 0 0,-12 3-1 15,0 0 0 1,-9 0 0-16,-8 0 0 15,-3 0-1-15,-5 0-9 16,-4 0-23 0,0 0-23-16,0 0-74 0,-9 3 30 15,-3 4-20-15,0 2-234 16</inkml:trace>
  <inkml:trace contextRef="#ctx0" brushRef="#br1" timeOffset="106484.85">14158 4996 135 0,'0'0'433'0,"0"0"-371"16,0 0-62-16,0 0 3 15,0 0 48-15,0 0 36 0,-13 16-24 16,13-16-25-16,17 0 13 0,12 0 0 16,4 0-31-16,11 0-7 15,-2 0-10 1,3-3 1-16,0-3-3 15,-8-6-1-15,0 8-34 0,0-5-90 32,-33 9-134-32,0 0-185 0</inkml:trace>
  <inkml:trace contextRef="#ctx0" brushRef="#br1" timeOffset="106948.76">14753 4673 591 0,'0'0'175'0,"0"0"-150"16,0 0-21-16,0 0-4 31,0 0 59-31,0 0-14 15,-41 108-26-15,20-65-13 0,6 0 0 16,2-3-3-16,5-3-1 16,8 0-1-16,0-9 0 15,0-6 3-15,0-4-2 16,8-9 2-16,9-6 14 16,2-3 7-16,2 0 2 0,8 0-7 15,4-12-6-15,0-10-4 16,-1-5-8-16,-3-5 2 15,0-1 3-15,-8-4-4 16,-13-9 6-16,0 5 1 16,-8 1 9-16,0 10 5 15,-20 8 11 1,-5 13-3-16,-13 3-30 16,5 2-2-16,-7 4-5 15,-1 0-24-15,-1 4-65 0,30 5-117 16,4-3-356-1</inkml:trace>
  <inkml:trace contextRef="#ctx0" brushRef="#br1" timeOffset="107523.61">15090 4836 412 0,'0'0'200'15,"0"0"-200"-15,0 0 0 16,0 0 0-16,0 0 14 16,0 0 1-16,8 34-3 15,-4-28-6 1,-4-6 3-16,0 4 6 15,0-4 42-15,0 0 3 16,0 0-26-16,0 0-12 16,0 0-9-16,0 0 14 15,-4 0 18-15,-8 0-24 0,4 0-9 16,3 0 1-16,5-4-4 16,0-2-2-16,0 0-3 0,0 3-3 15,0 0 0 1,0 3 0-16,0-3-1 0,0 3-3 15,0 0 0-15,0 0-5 16,0 0-5-16,0 0-9 16,0 15 18-16,0 4 3 15,0-7 1 1,0-3 0-16,0-3 0 16,-4-2 0-16,4-4 17 15,-4 0 4-15,4 0 24 16,0 0 2-16,-4 0-7 15,4-16-26-15,0 1-14 16,0-1 0-16,0 7 5 0,0 0-3 16,0 6 0-16,0 0-2 0,0 3-11 31,0 0-43-31,0 0-96 0,0 0-289 0</inkml:trace>
  <inkml:trace contextRef="#ctx0" brushRef="#br1" timeOffset="108057.89">15274 4648 571 0,'0'0'237'0,"0"0"-237"16,0 0-8 0,0 0 8-16,0 0 19 0,0 0 43 15,0 0-26-15,12-15-36 16,-12 27-2-16,0 16 2 16,0 3 14-16,-8 0-9 0,4 0 1 31,4 2 0-31,0-5-4 15,0-6 0-15,0-7 2 0,0-9-2 16,0-3 0 0,0-3 3-16,12 0 4 0,9 0-3 15,8-6-6-15,12-6-11 16,4 6-21-16,4-4-26 16,-7 10 49-16,-5 0 6 15,-9 0 3-15,-3 10 0 0,-17 8 3 16,-4 4 14-16,-4-1 7 15,0 4-14-15,-8 0 4 16,-13-7-2-16,-8 0 2 16,-3-5 3-16,-5-7 11 15,-4-3-3 1,-4-3-14-16,4 0-8 16,-1 0-3-16,5-6-48 15,5-15-69-15,28 11-99 16,4-3-246-16</inkml:trace>
  <inkml:trace contextRef="#ctx0" brushRef="#br1" timeOffset="108268.5">15282 4627 799 0,'0'0'264'0,"0"0"-214"0,0 0-48 15,0 0 39-15,0 0-12 16,0 0 0-16,127-22-9 16,-61 19-18-16,1 0-2 15,-6 3-22-15,-49 0-145 0,-12 0-360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53:3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12614,'0'0'0,"0"0"-512,0 0-2450,0 0 2962,0 0 1121,0 0-113,0 0-992,6 10-16,13-10-800,-13 0-881,0 0-2689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8:53:40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9412,'0'0'3586,"0"0"-2994,0 0-592,0 0-432,0 0 432,0 0 272,0 0 32,25 5-144,-25-5-160,6 0-48,6 0-752,0 0-1649,-12 0-2834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8:54:45.19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11613 2694 120 0,'0'0'24'15,"0"0"-24"-15,0 0-2 0,45-124-7 16,-29 100-9-16,-8 17 2 16,-4-1-72-16</inkml:trace>
  <inkml:trace contextRef="#ctx0" brushRef="#br0" timeOffset="1973.78">12861 1892 56 0,'0'0'382'16,"0"0"-342"-16,0 0-31 15,0 0 41-15,0 0 30 16,33-111-22 0,-29 99-5-16,-4 3-13 15,4 0 24-15,-4 2-26 16,0 4-8-16,0 3-4 16,0 0 1-16,0 0 3 15,0 0-12-15,0 0-5 16,0 0-13-16,0 0-4 15,0 22-8-15,0 21-23 0,0 15 35 16,0 20 5-16,8 8-1 16,-4 3 4-16,0-5 1 15,1-16-6-15,-5-13 0 16,0-9-3-16,0-12 1 0,0-6 1 16,0-4 0-16,0-11-1 15,0-4-1-15,0-6 0 16,0 0-19-16,-13-3-104 0,1 0 12 15,-5 0 7-15,-3-6-18 16,-5 3-7-16,-4 3 99 16,-3 0 30-16,-1 0 77 15,4 0-7-15,4 0 37 16,4 0 3 0,13 0-26-16,8 0-3 15,0 0-51-15,0 0-30 16,0 0-2-16,0 0-8 15,17 3 7-15,16-3 3 16,8 0 24-16,12 0-10 0,13 0-6 16,7-9-5-16,-7-4 5 15,1-2 1-15,-15 3-4 16,-10 6-2-16,-13-4-3 16,-9 7-3-16,-8 0-23 15,-12 3-17-15,0 0-55 16,-4 0-26-16,-16 0 19 0,3 0-184 15</inkml:trace>
  <inkml:trace contextRef="#ctx0" brushRef="#br0" timeOffset="2337.25">12659 1803 423 0,'0'0'149'0,"0"0"-123"0,0 0-13 15,0 0 56-15,0 0-23 16,0 0-24 0,0 0 25-16,144 0 19 0,-70 0-22 15,4 0-6-15,-4-3-16 16,-9 0-8 0,-11 3-10-16,-17 0-4 15,-16 0-11-15,-21 0-57 16,0 0-84-16,-8 6-178 15</inkml:trace>
  <inkml:trace contextRef="#ctx0" brushRef="#br0" timeOffset="2876.63">13029 2084 335 0,'0'0'27'15,"0"0"-27"-15,0 0 38 16,0 0 61 0,0 0-16-16,0 0-31 0,12 46-28 15,-7-21-6-15,-5 8 27 16,8 7-4-16,-4 3-12 16,-4 0-15-16,0-2-7 0,0-4-6 15,0-13 8-15,0-2-3 16,0-13 10-16,4-5 1 15,-4-4 4-15,4 0 18 16,0 0 20-16,1-7 15 16,-1-21 12-16,3-12-13 15,9-3-64-15,1-3-7 16,0 0-1-16,3 6-1 16,1 9 0-16,0 12 0 15,-9 7-2-15,0 12-1 0,0 0 1 16,0 6-4-16,9 28-6 15,4 13-13-15,-5 5 7 0,5-3 15 16,0-6 1-16,-5-3 3 16,0-12-2-1,-7-6 0-15,-1-13-1 16,-8-3 1 0,4-6 2-16,-3 0 0 0,3-28 10 15,0-12 29-15,4-3-40 16,1-3-6-16,-1 2-39 15,-3 11-39-15,-1 5-87 16,-1 13 11-16,-7 15-76 16,0 0-42-16</inkml:trace>
  <inkml:trace contextRef="#ctx0" brushRef="#br0" timeOffset="3455.53">13641 1760 591 0,'0'0'63'15,"0"0"-63"-15,0 0 0 16,0 0 4-16,0 0 6 0,0 0-5 15,0 68 14-15,0-19 20 16,4 13 4-16,0 12-19 16,-4 2-6-16,0 2-9 15,0-7-2-15,0-13-3 0,0-15-2 16,0-9 1-16,0-15-2 16,0-10 1-16,0-6-2 15,0-3 0-15,0 0-40 16,0-19-113-16,0-2-282 15</inkml:trace>
  <inkml:trace contextRef="#ctx0" brushRef="#br0" timeOffset="3879.37">13567 2130 677 0,'0'0'100'0,"0"0"-85"15,0 0-7 1,0 0 25-16,0 0-14 0,114-65-6 15,-60 65-8-15,0 0-3 16,-2 3-2-16,-6 18 0 16,-9 10-2-16,-5 6-1 15,-7 1-1-15,-13 5-4 0,-3-3-15 16,-1-4 16-16,-8-1 3 16,0-8 4-16,0-8-2 15,0-4 0 1,0-9 2-16,0-6-1 15,0 0 1-15,0 0 4 16,0 0 21-16,4-18 62 16,-4-19 27-16,8-10-57 15,1-5-39-15,-1-3 24 16,0 3-17-16,0 2-17 16,5 19 1-16,-9 10 10 0,0 8 1 15,4 10-7 1,-8 3-10-16,0 0-3 0,0 0-3 0,9 0-37 15,2 12-84-15,10 7 35 32,3-7-69-32,-19-5-70 15,-1-7-102-15</inkml:trace>
  <inkml:trace contextRef="#ctx0" brushRef="#br0" timeOffset="4127.18">14220 2167 728 0,'0'0'142'0,"0"0"-133"0,0 0-9 15,0 0-7-15,0 0-1 16,16 132 8-16,-9-95 3 0,2-12 2 16,-5-6-3-1,0-4-1-15,0-6 2 0,0-9 0 16,-4 0 0-16,0 0 0 15,0-22 16-15,0-11-16 16,0-14-3-16,0 26-193 0,0-7-196 16</inkml:trace>
  <inkml:trace contextRef="#ctx0" brushRef="#br0" timeOffset="4228.54">14220 1843 710 0,'0'0'0'15,"0"0"-166"-15,0 0-41 16,0 0-21-16</inkml:trace>
  <inkml:trace contextRef="#ctx0" brushRef="#br0" timeOffset="5147.42">14380 2013 19 0,'11'33'230'15,"-7"-2"-184"-15,5 9-38 16,-1 0-7-16,0 1 4 0,5-4 20 15,-5-3 28 1,4-7-2-16,-3-5 47 0,-1-10-31 16,-8-6 2-16,4-3 0 31,-4-3-7-31,0 0 20 16,4 0 29-16,0-25-16 0,0-5-3 15,1-7-78-15,3-6-8 16,-4-1 1-16,0 4-1 15,4 7-5-15,-8 17-1 16,4 7 0-16,-4 9 0 16,0 0 0-16,9 15-4 0,-2 22-26 15,5 9-4-15,5 4 34 16,-5-4 0-16,9-12 0 16,0-6 0-16,-5-10-2 15,5-12 1-15,-5-6-1 16,8 0 1-16,5-12 1 15,-4-22-18 1,0-3-17-16,0 0-49 0,-9-3-67 16,0 0-16-16,0 3 6 15,-4 3-14-15,-3 3 96 16,-1 10 79-16,-4-1 66 16,4 1 110-16,5-4-49 15,-1 6-19-15,-8 1-12 16,-4 6-23-16,0 5 23 0,0 7-20 15,-24 0-39-15,-14 0-37 16,2 19-7-16,-5 9 3 16,12 8 4-16,12-1 0 15,13 5-7-15,4-4-6 16,4 2 12-16,34-5 1 16,11-2-12-16,4-3-2 0,1-3 11 15,-10 0 0-15,-11-4-3 31,-20-2-2-31,-13-1-14 0,0-3 2 16,-29 1 3-16,-16-4-2 16,-9-2 13-16,5-10 6 15,13 0 0-15,11 0 48 16,12 0-26-16,13-13-10 0,0-5-12 16,9-10-30-16,24-3 10 15,11 0 0-15,14-6 18 16,3-3-2-16,-3 3 4 15,0-3 1-15,-14 9 0 16,-15 6 1-16,-12 10 0 16,-9 12 1-16,-8 3 21 0,0 0 21 15,0 0-11-15,0 0-30 16,0 28-4-16,-12 9-20 16,7 12 20-16,5 1 3 0,0-1-3 15,0-9 0 1,9-6 0-1,3-13 2-15,1-8-1 16,-9-7-1-16,0-6-13 16,0 0-16-16,-4-19-12 15,0-21 18-15,0 19-156 0,-12-7-258 16</inkml:trace>
  <inkml:trace contextRef="#ctx0" brushRef="#br0" timeOffset="5263.72">15094 1776 557 0,'0'0'501'16,"0"0"-501"-16,0 0-156 16,0 0 65-16,0 0-106 15,0 0-241-15</inkml:trace>
  <inkml:trace contextRef="#ctx0" brushRef="#br0" timeOffset="5584.6">15542 2013 147 0,'0'0'154'0,"0"0"-46"16,0 0-42-1,0 0 40-15,0 0-20 16,0 0-3-16,61-40 8 0,-99 52-91 15,-6 28 21-15,-6 9-21 16,-3 10 10-16,12 3 0 16,12-10 24-1,13-9-12-15,16-15-16 16,0-7 6 0,8-11-3-16,38-10 39 0,6 0-1 15,10-10-2-15,-1-15-22 16,-15-5-23-16,-42 12-88 15,-4 8-396-15</inkml:trace>
  <inkml:trace contextRef="#ctx0" brushRef="#br0" timeOffset="7248.49">16756 1803 206 0,'0'0'40'0,"0"0"-25"15,0 0 6-15,0 0 38 16,0 0 56-16,0 0 6 16,0 0-23-16,8 9-17 15,-8-9-17-15,9-3 2 0,-1-9-26 16,-8-4-33-16,4-2-2 16,-4-4 15-16,0 1-11 15,0-1 0-15,0 7 7 16,-12 2-3-1,-5 7-5-15,-4 6-8 16,-6 0-17-16,-7 10-1 16,-7 24 16-16,-4 9 1 15,4 12-1-15,8 7-2 16,13 5-1-16,7-1 0 16,13-5 5-16,0-9 0 0,4-9-1 15,25-15-6-15,4-9 7 16,12-16 7-16,13-3 9 15,7 0 0-15,5-22 7 0,4-6-23 16,-13-2-10-16,-44 14-173 16,-9 4-355-16</inkml:trace>
  <inkml:trace contextRef="#ctx0" brushRef="#br0" timeOffset="8007.06">17110 2013 504 0,'0'0'240'16,"0"0"-240"-16,0 0 2 16,0 0-2-16,37-111 25 15,-37 95 4-15,0 4-17 16,0 6 3-16,0 0 3 16,-17 6 12-16,-8 0-20 0,-8 0-10 15,-4 12-2-15,-7 19 2 16,-2 9 0-16,9 6 2 15,8 3 23-15,17-2-13 16,8-7-11-16,4-10 3 16,0-5-2-16,4-9 1 15,12-7-3 1,5-9 15-16,8 0 7 16,0 0 1-16,0-28 18 15,3-9-17-15,-3 0-8 16,-9-3-8-16,1 6-8 15,-4 12 0-15,-9 10-3 0,-8 9-2 16,0 3 5-16,0 0-5 16,0 22-16-16,0 8-48 15,4 4 69-15,4-3-2 0,0-9-1 16,5-7-20 0,-2-12-17-16,6-3 4 0,3-6 32 15,5-22-1-15,0-12-2 16,-4-6-61-16,-5-3-13 0,-4 9-16 15,-4 0-3-15,-4 12 7 16,-4 6 93-16,0 10 39 16,0 6 73-16,0 6 39 15,0 0-15-15,0 6-102 16,0 22-34-16,8 6-25 16,1 12 25-16,7 0 3 15,1 0 0 1,3-2-2-16,-7-8 0 15,-5-11 0-15,-4-10-1 16,0-5 0-16,-4-10 0 16,0 3 1-16,4-3 0 15,-4 0 6-15,0-16 26 0,0-11 67 16,0-7-82-16,0 0-15 16,-4 3 7-16,0 1 10 0,4 7-1 15,0 11 5-15,0 0-1 16,0 3-7-16,0 3-4 15,0-1-12-15,4-2-1 16,17 6-17-16,-1-6-78 16,-12 9-172-16,0-3-310 15</inkml:trace>
  <inkml:trace contextRef="#ctx0" brushRef="#br0" timeOffset="8402.53">17593 1880 233 0,'0'0'39'0,"0"0"19"15,0 0 114-15,0 0-49 16,0 0-4-16,0 0-67 16,0 0-39-16,-7-18-13 15,7 27-6-15,11 19 2 16,2 8 4-16,-1 11 17 15,1 2-11 1,-1 0-5-16,-4-2 3 16,-4-14-2-16,-4-5-2 15,0-12 4-15,5-7 11 16,-5-9 15-16,4 0 8 16,0-9 21-16,4-31 48 15,0-13 21-15,5-5-112 0,3-10-12 16,4 6 8-16,-4 7-10 15,5 8-1-15,-4 20-1 16,-5 9-1-16,-4 5 0 0,-4 13-7 16,1 0-47-16,-5 0-75 15,0 13-199-15,0 2-204 16</inkml:trace>
  <inkml:trace contextRef="#ctx0" brushRef="#br0" timeOffset="8728.41">17984 1954 187 0,'0'0'491'15,"0"0"-450"-15,0 0-39 16,0 0 87-16,0 0 21 16,77-117-23-16,-64 95-43 0,-1 7-30 15,-8 6 8 1,-4 6-8-16,0 3-2 15,0 0-2-15,0 3-10 16,-12 21-20-16,-5 20-1 0,5 5 21 16,0 0 2-16,12 0-2 0,0-2 0 15,0-16 0-15,8-10 0 16,8-6 0-16,5-8 0 31,8-7 6-31,0 0 7 16,7-22-3-16,-3-12 6 15,-8-3-16-15,-4-6-15 16,-21 25-94-16,0-1-229 0</inkml:trace>
  <inkml:trace contextRef="#ctx0" brushRef="#br0" timeOffset="8859.79">18028 1563 907 0,'0'0'242'0,"0"0"-242"16,0 0-68-16,0 0-19 15,0 0-77-15,0 0 49 0,-7 31-148 16</inkml:trace>
  <inkml:trace contextRef="#ctx0" brushRef="#br0" timeOffset="9245.56">18357 1939 48 0,'0'0'35'0,"0"0"26"16,0 0 21-16,0 0-5 15,0 0 48-15,0 0-24 16,54 52-2-16,-42-65 33 0,9-11-12 16,-6-4-38-16,-2-6-11 0,-5 1-26 15,4-5-11-15,-7 11-20 16,-5 5-10-16,0 3 1 15,0 10-4-15,-9 9-2 16,-20 0-13 0,-3 13-14-16,-5 27 19 0,0 9 7 15,8 16 2-15,13 0-8 0,4-1 7 32,12-8 1-32,0-10-2 15,24-15-2-15,21-13 3 16,9-11 2-16,7-7 14 15,9-7-3-15,0-20-12 0,-13-7-44 16,-44 15-138-16,-9 1-255 16</inkml:trace>
  <inkml:trace contextRef="#ctx0" brushRef="#br0" timeOffset="9667.65">18715 1859 504 0,'0'0'166'0,"0"0"-68"16,0 0-8-16,0 0 21 16,0 0-49-1,0 0-36-15,0-25-26 16,0 43-19-16,4 16 0 15,12 10 19-15,12 4 0 16,-3-1-4-16,0-1 3 16,-4-6-9-16,-5-9 3 15,-8-13 4-15,-4-8 3 0,-4-7 1 16,0-3 0-16,0-3-1 16,0-28 38-16,0-15 98 15,0-3-117-15,0-4-2 0,0 4 10 16,9 9-3-1,3 12-16-15,1 6 4 16,-2 4-3-16,-3 8-6 16,9 5-3-1,-1 5-2-15,5 0-20 0,4 0-51 16,-5 2-71-16,-11 5-120 16,-1-4-209-16</inkml:trace>
  <inkml:trace contextRef="#ctx0" brushRef="#br0" timeOffset="11209.63">19856 1710 458 0,'0'0'198'0,"0"0"-178"16,0 0 20 0,0 0 63-16,0 0-7 15,0 0-66-15,-33-36-30 16,4 36-9-16,-12 24 6 0,4 13 6 16,0 4 0-16,4 11-2 15,12 0 3 1,14-2-4-16,7-4 0 15,0-9-1-15,28-10-3 0,5-8 4 16,4-16 8-16,13-3 3 16,-2-9 15-16,6-25 4 15,-9-3-14 1,-8-3-2-16,-8 0 1 0,-9 12-9 16,-11 6 2-16,-5 7-8 15,-4 9 7-15,0 6 4 16,-4 0 3-16,-17 9-14 15,0 25-19-15,-3 15 15 16,11 1-1-16,9 2-1 0,4-12 5 16,0-12-2-16,8-10-8 15,9-15 5-15,3-3 6 0,5-3 12 16,4-31 11-16,0-12 30 16,-9-3-11-16,-4 2-16 15,-7 4-9-15,-9 10-9 16,0 2 5-16,0 9 0 15,-17 10-12-15,-7 12-1 16,-1 0-15 0,5 0-1-16,-1 21-8 15,9 10-40-15,12 6-32 16,0-6-66-16,8-6-56 16,29-13-133-16,-1-12 120 15,6 0 231-15,-1-9 50 16,5-19 58-16,-10 0-40 0,1-6-23 15,-12 3 71-15,-9 10-39 16,-3-1-4-16,-13 13 38 0,0 3 11 16,0 6 3-1,0 0-26-15,0 6-73 0,0 25-26 16,0 15-30-16,0 7 30 16,-4-1 4-16,4-2-3 15,0-11-1 1,0-8-11-16,0-18 10 15,0-10 1-15,4-3 0 16,4-3 2-16,4-28 17 16,4-16 76-16,5-5-62 15,-9 3-27-15,0 3 2 16,1 6-8-16,-13 9-1 16,4 15 1-16,-4 10 3 0,0 6 1 0,0 0 13 15,0 22-17 1,0 14-34-16,0 14 24 15,0 2 10-15,8-5-2 16,17-4-1-16,12-13-13 0,-1-11 16 16,2-10 1-16,3-9 2 15,3 0 3 1,-2-18-6-16,-1-13-4 16,-8-6-12-16,-5 0-42 15,-3-3-72 1,-5 0-79-16,-20 28-121 0,0-1 13 15</inkml:trace>
  <inkml:trace contextRef="#ctx0" brushRef="#br0" timeOffset="11425.04">20812 1732 581 0,'0'0'255'0,"0"0"-118"15,0 0-58-15,0 0-59 16,0 0-20-16,0 0-14 0,0 0 12 16,-98 114 0-1,89-74-3 1,1 0 5-16,8 0 5 0,0-9-5 15,0-3-2-15,8-7 1 0,21-8 2 0,8-10 11 16,8-3 7 0,9 0 2-16,-5-16-15 15,0-11-6-15,-8-4-65 0,-8 0-87 16,-29 16-104-16,-4 5-261 16</inkml:trace>
  <inkml:trace contextRef="#ctx0" brushRef="#br0" timeOffset="12384.98">21219 2040 100 0,'0'0'200'0,"0"0"-168"0,0 0-19 16,0 0 190-16,0 0-79 16,0 0-47-16,0 0-45 15,7 0-15-15,-7 4-8 16,0 1-9-16,0 2 4 15,0 2 5-15,-4-3 13 16,-3-3-3-16,3 0 21 16,4-3 20-16,0 0-3 0,0 0-16 15,0 0-6-15,0-12 0 16,0 0-11-16,0-1-22 16,0 7 6-16,0 3-5 15,0 3-2-15,0 0-1 0,0 0 0 16,0 0-12-16,0 9-5 15,0 7-39 1,0-1 27 0,0-6-68-16,0-9-58 0,0 0-176 15</inkml:trace>
  <inkml:trace contextRef="#ctx0" brushRef="#br0" timeOffset="14094.16">22040 1803 305 0,'0'0'272'16,"0"0"-214"-16,0 0-42 16,0 0 91-16,0 0-8 15,0 0-15-15,0 0-18 16,20-3-42-16,-16-9-24 16,5 2 0-16,-5 1 0 15,0 0-2-15,-4 2-20 0,0 5 2 16,0-1-2-16,0 3-22 15,-17 0 4-15,-3 0 31 16,3 18 7-16,1 4-1 16,3 5 2-16,5 4-15 15,4-3 14-15,4-3 2 0,0-13 8 32,0-3-2-32,0-6-3 15,12-3 30-15,5 0 12 16,4-9 8-16,7-13-29 15,-3-6-24-15,-5 4-3 0,-8 3-5 16,-8 8 3-16,-4 7-8 16,0 6-18-16,0 0-50 15,-8 9-6-15,-8 22 87 16,4 3 0-16,8 3-1 16,4-9 0-16,0-10-2 0,0-5 3 15,0-13 7-15,0 0 42 16,11-4 53-16,10-30-3 15,8-6-76-15,-4-9-18 16,-4 0-2-16,-9 3-3 0,-4-4-12 16,-8 4-2-16,0 6-8 15,-4 3-16-15,-25 12 24 16,-8 13 14-16,-4 9 0 16,-8 3 7-16,-5 6-7 15,-3 25 17-15,8 6-11 16,7 9-6-16,5 0 9 15,14 1-9 1,14 2 3-16,9 0 5 16,0 4-8-16,0-7 8 15,28 0-4-15,1-6 11 0,8-12-1 16,9-10 7 0,11-11-3-16,21-7 1 0,20 0-13 15,9-31 6-15,9-3-12 16,-14-3 0-16,-77 15-60 0,-13 4-263 15</inkml:trace>
  <inkml:trace contextRef="#ctx0" brushRef="#br0" timeOffset="15148.51">23148 1572 569 0,'0'0'105'15,"0"0"-77"-15,0 0 29 16,0 0 57-16,0 0-45 16,0 0-30-16,0-28-17 15,0 28-8-15,0 0-9 16,0 3-5-16,0 22-7 16,0 12 7-16,4 9 11 15,0 0-5-15,0 6-1 0,8 1 1 16,-3-7-3-1,7 1-2-15,-3-11 4 16,3-5-3-16,-8-6-2 0,-3-10 2 16,-5-2-2-16,0-10-17 15,0 0-33-15,0-3-119 16,0 0-231-16</inkml:trace>
  <inkml:trace contextRef="#ctx0" brushRef="#br0" timeOffset="15407.48">22951 1550 869 0,'0'0'42'16,"0"0"-41"-16,0 0 48 15,0 0 37-15,0 0-41 16,0 0-45-16,0 0 0 0,61-27 8 15,5 20 3-15,16 4 9 32,5-6-3-32,-6 6-11 15,-7-3-5-15,-20 6-1 0,-21 0-36 0,-13 0-62 16,-20 0-126-16,-4 0-239 16</inkml:trace>
  <inkml:trace contextRef="#ctx0" brushRef="#br0" timeOffset="15713.55">23579 1812 783 0,'0'0'149'0,"0"0"-136"16,0 0 32-16,0 0 50 16,0 0-77-16,0 0-17 0,82-9-2 15,-50 0-7-15,6 3 5 16,7 2 3 0,-8 1 0-16,-1 3-2 15,-11 0-32-15,-12 0-72 16,-13 0-43-16,0 0-120 15,-9 10-50-15</inkml:trace>
  <inkml:trace contextRef="#ctx0" brushRef="#br0" timeOffset="15914.42">23509 1982 189 0,'0'0'410'0,"0"0"-405"15,0 0-3-15,0 0 97 0,0 0 25 16,0 0-6-1,0 0-63-15,49 40 11 16,-8-40-31 0,9 0-18-16,3 0-4 0,-4-3-11 15,-12-7-2 1,1 7-14-16,-10-2-78 0,-24 1-92 16,-4 1-294-16</inkml:trace>
  <inkml:trace contextRef="#ctx0" brushRef="#br0" timeOffset="16435.3">24092 1630 742 0,'0'0'66'0,"0"0"-52"16,0 0 125-16,0 0-48 0,0 0-56 15,0 0-29-15,13-36 1 16,19 36-5-16,5 0-2 15,4 0 3-15,-4 0-3 16,-4 0-5-16,-5 9 3 16,-7 9-1-16,-4 4-8 15,-13 12-6-15,-4 2-3 0,0 8 12 32,-8-1 6-32,-17 3-1 15,-4-3 3-15,-3 0-9 0,-5-2 9 16,8-8 2-16,12-8-2 15,5-10 1-15,12-8 3 16,0-7-2-16,0 0 5 16,0 0 7-16,8 0 7 15,21-4 8-15,12-11-5 16,4-3-9-16,-4 3-14 16,4-4-1-16,-7 3-37 0,-31 10-124 15,1-3-280-15</inkml:trace>
  <inkml:trace contextRef="#ctx0" brushRef="#br0" timeOffset="16841.21">24560 1677 127 0,'0'0'754'0,"0"0"-737"16,0 0-17-16,0 0 59 15,0 0-12 1,0 0-47-16,0-19-28 15,0 47 18-15,0 6 10 16,0-3 5-16,0-1-5 16,0 1 1-16,0-9 1 15,0-10-2-15,4-3 0 16,4-5-1-16,0-4 1 16,0 0 10-16,13 0 24 0,8 0 10 0,4-22-19 15,4 0-15-15,-1 4-9 16,-7 2 2-16,0 11-2 15,-4 1-1-15,-8 4-7 0,-2 0 1 16,-2 9-10 0,-5 22 11-16,8 3 5 15,-11 9 4 1,-1-2-2-16,-4-5-1 0,0-8-1 16,0-3-9-1,-25-7 3-15,-11-2 1 16,-6-16 0-16,-3 0-62 15,-1-4-20-15,35-14-83 0,-1 0-292 16</inkml:trace>
  <inkml:trace contextRef="#ctx0" brushRef="#br0" timeOffset="17021.32">24663 1594 1110 0,'0'0'91'0,"0"0"-89"15,0 0 0-15,0 0 1 16,143-38 4-16,-90 38-3 16,-7 0-4-16,-5-3-30 15,-12 3-95-15,-25-3-66 16,0-3-106-16</inkml:trace>
  <inkml:trace contextRef="#ctx0" brushRef="#br0" timeOffset="17337.04">25102 1356 371 0,'0'0'229'0,"0"0"-149"15,0 0 34-15,0 0 37 16,0 0-92-16,0 0-59 16,4-28-35-16,-20 59 35 0,3 3 3 15,5-3-3 1,8-7-4-16,0-8-3 0,0-7 7 15,0-6 3-15,4-3 0 16,13 0 28-16,3-21 18 16,1-10-20-16,-5 3-10 15,-16-6-10 1,0 0-6-16,0 9-3 16,-12 4-13-16,-17 9-2 15,0 12-26-15,-12 0-53 16,29 0-118-16,-5 12-325 15</inkml:trace>
  <inkml:trace contextRef="#ctx0" brushRef="#br0" timeOffset="17674.93">25496 1643 680 0,'0'0'116'16,"0"0"-53"-16,0 0-27 0,0 0 24 16,-119-31-51-16,74 43-7 15,-4 19 7-15,3 6 6 16,9 3-14-16,12 0-1 15,13-3 0-15,12-6 3 0,0-9 0 16,17-4 4 0,20-9 22-16,17-3 22 15,7-6-26-15,5 0-16 16,-5 0-9-16,-12-9-37 0,-32 0-137 16,-13 0-306-16</inkml:trace>
  <inkml:trace contextRef="#ctx0" brushRef="#br0" timeOffset="19179.27">25972 1578 171 0,'0'0'518'0,"0"0"-463"0,0 0-38 15,0 0 91-15,0 0-16 16,0 0-38-16,0-22-42 16,0 22-12-16,-8 0-10 15,-8 0 10-15,-9 0 1 0,-8 19-1 16,1 0-1 0,7 2-1-16,8 3-5 0,9-5 2 15,8-3 5 1,0-4 0-16,0-9 2 0,0 3-2 0,17-6 1 15,7 0 14-15,4 0-1 16,-3-9 0-16,-4-7-9 16,-9-5 5-16,-4 6-8 15,-8-4 0-15,0 7-2 16,0 5-43-16,-4 7-71 16,-12 0-327-1</inkml:trace>
  <inkml:trace contextRef="#ctx0" brushRef="#br0" timeOffset="19547.41">25981 2053 298 0,'0'0'318'16,"0"0"-267"-16,0 0-46 16,0 0 49-1,0 0 16-15,0 0-23 16,0 0-17-16,-75 24-10 16,75-17-20-16,0-4 0 15,0-3 8-15,0 0 17 16,0 0 30-16,0 0 10 15,8 0-18-15,13-16 12 0,0-2-10 16,-5-4-12-16,-3 7-15 16,-13 2-6-16,0 4 1 15,0 6-6-15,0 0-11 16,-9 3-14-16,-19 0-25 0,-14 0-64 31,22 0-140-31,-4 0-357 0</inkml:trace>
  <inkml:trace contextRef="#ctx0" brushRef="#br1" timeOffset="26848.72">26420 1538 424 0,'0'0'71'0,"0"0"-56"0,0 0 20 16,0 0 30-1,0 0 6-15,0 0-22 16,0 0-9-16,0-31 16 0,0 31-9 15,0 0-19-15,0 0-8 16,0 0-9-16,0 0-11 16,0 0-2-1,0 0-13-15,0 6 14 16,0 16 1-16,0 2 9 0,0 11-6 16,0 1 3-16,0 8-2 15,8 5-1 1,0 4-1-16,5-1-1 0,-9 0 2 15,3 0-2-15,-3-6 1 16,0-5-2-16,5-7 2 16,-9-10-1-16,0-12 2 0,0-5-3 15,0-7 5 1,0 0 2-16,4 0 15 0,-4 0 14 31,4-9 17-31,0-25 5 16,-4-6-51-16,4-7-7 15,5 1 3-15,-1-3-3 0,4-1-2 16,9 1 1-16,0 0 1 16,-1 9 0-16,4 6-5 15,-7 0 5-15,3 13-2 16,-3 2 4-16,-5 7-2 16,-4 2 0-16,1 7 5 0,-9 0-8 15,0 3 3-15,0 0-10 16,0 6-9-16,4 22 2 15,-4 9 17-15,8 3 4 0,-4 7 4 16,0 1-4-16,5-1-4 16,-1 8 0-16,0-2 2 15,4-4-2-15,0 0 1 16,0-11 2-16,5-8-3 16,-5-5 2-16,-3-13 1 0,3-3 0 15,-4-2 3 1,5-7-1-16,-5 0-4 0,8 0 5 15,1-3 0-15,-2-19 10 16,6-3-5-16,-8-8-7 16,3-5-2-1,1 5-2 1,-1-1-9-16,1 3-20 0,-5 9-12 16,-4 4-22-16,1 9 26 15,-9 2 10-15,4 1 14 16,-4 6 11-16,0 0 2 0,0 0 1 15,0 0 4-15,0-3 12 16,0 3 6-16,0 0-10 0,0 0-8 16,0 0-5-1,0 0-3-15,0 0-11 0,0 9 14 16,0 13 3-16,-9 9 20 16,5 3-15-16,-4 3 3 15,8 6-1-15,0-3-6 16,0 6-1-1,0-9 0-15,4 0-1 16,13-6-1-16,2-10-1 16,-2-5-4-16,-1-10 4 15,9-6 5-15,-4 0 3 16,0-3 4-16,-1-19-2 16,-4-2-6-16,0-7-4 0,-3 3 0 15,-9 0-32-15,-4 0-77 16,0 19-78-16,0 0-273 15</inkml:trace>
  <inkml:trace contextRef="#ctx0" brushRef="#br1" timeOffset="27229.98">27060 1594 308 0,'0'0'323'0,"0"0"-296"0,0 0-22 16,0 0 41-1,0 0 0-15,0 0-34 0,0 0-6 16,-82 33-1-16,70-11 0 15,12 3-5-15,0-7 0 32,0-5 12-32,0-5-12 0,4-4 6 15,12-4 0 1,1 0 16-16,8 0 14 16,-2-22-18-16,-6-3-2 0,-1-2 4 15,-7-1-10-15,-9 9-10 16,0 4 1-16,0 3-4 15,0 9-18-15,-17 3-56 0,5 0-82 16,4 0-185-16</inkml:trace>
  <inkml:trace contextRef="#ctx0" brushRef="#br1" timeOffset="27562.24">27557 1701 235 0,'0'0'558'0,"0"0"-524"16,0 0-29-16,0 0 75 15,0 0 23-15,0 0-50 16,-66 0-53-16,99-6-16 16,8 0 16-16,9 0 0 15,-6 3 1-15,2 3-1 0,-13 0 0 16,-13 0-19-16,-4 0-20 16,-8 0 6-16,-8 0-89 15,0 0-66-15,0 3-113 16</inkml:trace>
  <inkml:trace contextRef="#ctx0" brushRef="#br1" timeOffset="27778">27524 1905 475 0,'0'0'217'0,"0"0"-200"15,0 0-13-15,0 0 60 16,0 0-13-16,0 0-6 15,41 18 32-15,12-21-31 16,5-6-25-16,-5 0-17 16,-4 6-4-16,-8 3-22 15,-8 0-79-15,-28 0-135 16,-5 0-143-16</inkml:trace>
  <inkml:trace contextRef="#ctx0" brushRef="#br1" timeOffset="28779.22">28221 1594 662 0,'0'0'28'0,"0"0"-21"16,0 0 9-1,0 0 44-15,0 0-28 0,0 0-22 16,0 0-10-16,-12-22-27 0,8 44 24 16,0 8 3-16,-4 4 22 15,-4 3-15-15,4-6-5 16,0-4 3-16,-1-8 0 16,5-7 3-16,4-2 8 15,0-10 15-15,0 0-10 0,0 0 6 16,0 0 7-16,0-18 32 15,4-10-38-15,17-7-22 16,0 5-3-16,-10-4-1 16,1 6-2-16,-3 3 2 15,-5 13 0-15,0 3 2 16,0 3 2 0,-4 0 1-16,0 6-3 15,0 0-4-15,0 0-8 16,0 0-5-16,0 0-9 15,0 18 5-15,0 10 17 16,0 6 1-16,0 3-1 0,4 3 0 16,4 0-22-1,-3 0-19-15,-1 3-7 0,0-6-18 16,-4 0 22-16,4-3 22 0,0-9 20 16,-4-4 1-16,0-5 1 15,0-1-1-15,0-3-2 16,0-3-17-16,-8 4 15 15,-9-7 5-15,1 0 9 16,3-3 40 0,-3-3-5-16,4 3 10 15,0-3-11-15,8 0-3 16,0 0 2-16,4 0-8 16,0 0-1-16,0 0-32 15,0 0-1-15,12 0-18 16,12 0 18-16,9-6 14 15,8-3-13-15,1 0 1 0,-6 6 1 16,-3-1-3-16,-8 4-2 16,-5 0-21-16,-7 0-74 15,-5 0-39-15,-8 0-81 16,0 0-139-16</inkml:trace>
  <inkml:trace contextRef="#ctx0" brushRef="#br1" timeOffset="29132.81">28579 1769 498 0,'0'0'158'15,"0"0"-90"-15,0 0 31 16,0 0 9-16,0 0-76 15,0 0-32-15,0-21-20 16,0 33 20-16,0 4-2 16,0-1-1-16,0-3-11 15,0-6 3-15,0-3 11 0,-8-3 5 16,8 0 11-16,0 0 6 16,0 0 26-16,0 0 16 15,0-6-58-15,0-6 8 0,0-1-11 16,0 8-1-16,0 1-2 15,0 4-8 1,0 0-22-16,0 0-75 16,0 0-84-16,0 0-170 15</inkml:trace>
  <inkml:trace contextRef="#ctx0" brushRef="#br1" timeOffset="29665.35">28841 1538 304 0,'0'0'309'0,"0"0"-266"31,0 0-42-31,0 0 5 15,0 0-6-15,0 0-2 16,9 37 2-16,-5-3 20 16,-4 6-8-16,0 0-7 15,4 3-1-15,-4-12-4 0,8 3 2 16,-4-16-1-16,1-2 7 16,-1-7 5-16,-4-9 3 15,8 0 4-15,0 0 11 16,5 0 28-16,3-16 31 0,0-8-46 15,4-4-17-15,1-3-19 16,-4 7-5-16,-5-4 6 16,-4 9 3-16,-4 1 6 15,1 5 16-15,-1 8 16 0,-4-2-21 32,0 7-16-32,0 0-2 15,0 0-11-15,0 0-7 16,0 7-26-16,0 17 21 0,0 10 12 15,0 3 4-15,0 6-2 16,0-3-2-16,0 0 0 16,4-3-1-16,4-3-2 0,0-6-2 15,1-6 1-15,2-4-23 16,1-3-22 0,-3-5-48-16,-9-10-88 0,0 0-77 15</inkml:trace>
  <inkml:trace contextRef="#ctx0" brushRef="#br1" timeOffset="30157.23">29252 1569 670 0,'0'0'19'0,"0"0"-1"15,0 0-3-15,0 0 112 16,0 0-75-16,0 0-52 16,0 0-19-16,-8 21 19 0,8 16 4 15,-5 3 6-15,5 1-8 16,0-5 3-16,0-2 1 16,0-3-5-16,0-9 2 0,0-10-1 15,0-6 2-15,0-6 0 16,13 0-1-16,16 0 14 15,0-15 17-15,0-7-26 16,3 4 3-16,1 0-10 16,-8 11-1-16,4 1 2 15,-13 6-2 1,1 0-2-16,-2 0-4 16,-7 15-2-16,5 10 8 15,-5 0 1-15,-4 2 1 16,-4-2 2-16,0 0-4 15,0 0 12-15,-8-4 25 16,-24 1 2-16,-9-7-10 0,3-6-9 16,1-5-16-16,9-4 8 15,8 0-12-15,-1 0-39 16,4-19-103-16,17 3-104 16,0 4-233-16</inkml:trace>
  <inkml:trace contextRef="#ctx0" brushRef="#br1" timeOffset="30337.9">29256 1578 716 0,'0'0'258'0,"0"0"-249"15,0 0 18-15,0 0 70 16,0 0-53-16,0 0-30 16,91-50-13-16,-34 48-2 15,5 2-4 1,-14 0-48-16,-2 0-110 15,-34 0-126-15,-8 0-231 16</inkml:trace>
  <inkml:trace contextRef="#ctx0" brushRef="#br1" timeOffset="30670.35">30065 1637 327 0,'0'0'385'0,"0"0"-334"16,0 0 15-16,0 0 73 15,0 0-72-15,0 0-48 16,13 0-19-16,-13 24-29 15,-13 10 29-15,-3 6 3 0,-13 3 2 16,0 0-2-16,4 4 0 16,-3-4-3-16,7-9 0 15,1-6 1-15,11-10-1 0,5-6-32 16,4-9-89-16,0-3-93 16,0 0-116-16</inkml:trace>
  <inkml:trace contextRef="#ctx0" brushRef="#br1" timeOffset="30911.94">29843 1667 915 0,'0'0'43'16,"0"0"-25"-16,0 0 77 16,0 0-76-16,0 0-19 0,0 0-22 15,12 28 22-15,9 0 0 16,8 9 6-16,4 0-6 0,-1 0 2 15,1 0-1-15,-4 0-1 16,-4-13 0-16,0-2-3 16,-10-3-21-16,2-10-57 15,-5-3-98-15,-12-6-80 16,0 0-226-16</inkml:trace>
  <inkml:trace contextRef="#ctx0" brushRef="#br1" timeOffset="31190.82">30192 1658 607 0,'0'0'98'0,"0"0"-91"0,0 0 7 16,0 0 93-16,0 0-21 15,0 0-31-15,0 0-23 0,0-55-24 16,0 55-8-16,0 12-18 15,4 16 18-15,-4 9 1 16,0 3 6-16,5 6-5 16,-1 3 1-16,0 0 1 0,4 1-2 15,0-10-2-15,-3-6-21 16,2-9-14-16,-3-7-41 16,4-15-37-16,-8-3-78 15,4 0-103-15</inkml:trace>
  <inkml:trace contextRef="#ctx0" brushRef="#br1" timeOffset="31560.21">30430 1559 960 0,'0'0'83'0,"0"0"-83"16,0 0-4-16,0 0-13 15,0 0 17-15,0 0 7 16,-16 96 7-16,3-46-8 0,9-2-4 16,4 2 1-16,0-10-2 15,0-9-1-15,8-6 0 16,9-13 5-16,8-3-2 31,-1-9 4-31,9 0-2 0,4-12 9 16,4-16 0-16,-4-12-2 15,-8 0 7-15,-8 0 5 16,-10-7-7-16,-11 11 12 16,0 2-11-16,-19 6 3 15,-19 12-7-15,-3 11-11 16,-13 5-6-16,2 0-32 0,6 0-83 16,34 12-106-16,3-3-184 15</inkml:trace>
  <inkml:trace contextRef="#ctx0" brushRef="#br1" timeOffset="32029.48">30541 1223 625 0,'0'0'176'16,"0"0"-170"-16,0 0 30 15,0 0 32-15,0 0-33 16,0 0-8-16,-4-12-27 0,4 12-2 16,0 22 2-1,0 8 3-15,0 8 14 16,0 5 1-1,0-3-13-15,0 0 2 16,0-3-6-16,0-10-1 0,0-8 6 0,0-7-6 16,0-8 2-16,0-1-1 15,8-3-1 1,-4 0-65-16,0-3-180 0,-4-10-365 16</inkml:trace>
  <inkml:trace contextRef="#ctx0" brushRef="#br1" timeOffset="32393.27">30705 1223 738 0,'0'0'87'15,"0"0"-87"-15,0 0 0 16,0 0 36-16,0 0-24 0,0 0-12 15,0 13-23-15,0 24 23 16,0 6 1-16,0-3 2 0,0-3-1 16,0-6-2-16,0-13 1 15,0-5 1 1,0-7 1-16,12-6 8 0,5 0 18 16,-1 0 53-16,9-25 1 15,-4-9-19-15,-9-3-37 16,0-3-19-16,-12 6 4 0,0 3-5 15,0 10 7-15,-24 5-10 16,-13 13-4-16,0 3-15 0,-5 3-38 16,23 13-155-1,10 5-254-15</inkml:trace>
  <inkml:trace contextRef="#ctx0" brushRef="#br1" timeOffset="34539.5">31362 1263 491 0,'0'0'64'0,"0"0"-58"0,0 0 80 15,0 0 0 1,0 0-34-16,0 0-6 16,0 0-11-16,0-5-3 0,0 5 5 31,0 0-11-31,-8 2-22 15,-13 23-4-15,5 12 34 0,-13 15-13 16,0 7-6-16,-7 12 1 16,-1 12 4-1,-5 7-5-15,-2 5-8 0,2 4 2 16,-3 3-3-16,12-7 4 16,5-12-10-16,3-21 4 15,9-22 17-15,12-15-9 0,-1-13-3 16,5-3-6-16,0-9 5 15,0 3-6-15,0-3-2 0,0 0 2 16,0 0-2 0,0 0 0-16,0 0-9 15,0 0-50-15,0 0-45 16,0-6-122 0,0-6-291-16</inkml:trace>
  <inkml:trace contextRef="#ctx0" brushRef="#br1" timeOffset="35057.51">31371 1837 176 0,'0'0'286'0,"0"0"-241"15,0 0-24-15,0 0 60 0,0 0 12 16,0 0-13-16,0-16-23 16,0 16-11-16,0 0-15 15,0 0-20-15,-13 0-8 0,-3 0 5 16,-13 13 4 0,-4 12-6-16,1 8 7 0,-1 10 5 15,8 7-8-15,4 5 8 16,17 4-18-16,4-7 2 15,0-8 3-15,0-11-4 16,4-5-2-16,21-15-2 16,8-8 2-16,7-5 1 31,6 0-3-31,3-8-40 0,0-17-99 16,-33 3-92-16,-11 4-138 0</inkml:trace>
  <inkml:trace contextRef="#ctx0" brushRef="#br1" timeOffset="35673.28">31498 1908 264 0,'0'0'489'16,"0"0"-408"-16,0 0-38 15,0 0 25-15,0 0-31 0,0 0-37 16,0-46-1-16,0 61-21 16,-9 19 22-16,5 9-1 15,0 4 3-15,4 1 0 16,0-4-2-16,0-1 4 15,0-12-2-15,0-13-2 16,0-5 4 0,0-7-1-16,0-6-1 15,4 0-1-15,9 0 13 16,3-25 47-16,1-12-26 16,-2-6-17-16,2-3-18 15,4-1 1-15,-9 7 4 16,0 13-5-16,-8 8 1 0,1 10 2 15,-1 0-1-15,-4 9-4 16,0 0-9-16,0 0-15 16,0 21-3-16,0 13 29 0,8 6 2 15,0 3 3-15,5-6-5 16,-1-6 1-16,-4-6 2 16,-4-10-3-16,5-6 2 15,-6-9-2-15,1 0 2 0,4 0 7 16,5-9 0-16,3-22 11 31,-3-6-17-31,3-3 1 16,-3 1-2-16,-5 8-2 0,4 6 1 0,-8 10 3 31,0 8-3-31,-4 7 25 0,0 0-26 16,0 0-4-16,0 16-24 15,0 15 23-15,0 8 5 16,0 5 4-16,0-8-4 15,0-1 3-15,0-11-3 16,0-8 2-16,0-7 0 16,0-3-1-16,0-6-1 0,5 0 4 15,-1 0-3-15,4 0 0 0,0-19-1 16,-4-5-63 0,-4 8-198-16</inkml:trace>
  <inkml:trace contextRef="#ctx0" brushRef="#br1" timeOffset="36825.51">31797 1643 135 0,'0'0'107'15,"0"0"-53"-15,0 0 6 0,0 0 45 16,0 0-6-16,0 0-38 16,0 0 1-16,-20 0 17 31,20 0 2-31,-4-6-9 15,4 3 3-15,0-1-11 0,0 1-21 16,0-3-24-16,0 0-8 16,0-6-11-16,12 5-9 15,5-5 9-15,3 3 0 0,8 3 1 16,-3 0 2-16,4 6-1 16,0 0-2-16,-4 0 0 15,-2 0-3-15,-6 15-3 16,-9 10-1-16,1-1-1 15,-9 1 3-15,0 3 1 16,-17-7-5-16,-19-2 4 16,-1-4 5-16,8-9 12 15,8 1-12-15,13-4 6 0,8-3 1 16,0 0-6-16,0 0-1 16,16 0-16-16,5-3-1 15,4-4 1-15,-5 4 15 16,-7 3-1-16,-5 0 0 0,-4 0-8 15,-1 0-2-15,-3 13 11 32,0-1-1-32,0 6 2 15,-19 1 5-15,-19-7 1 0,-7 0 20 16,-4-2-15-16,4-1-7 16,8-6-4-16,12 0-41 15,8-3-74-15,17 0-75 16,0 0-480-16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8:56:31.39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17462 3378 241 0,'0'0'37'0,"0"0"-27"15,0 0 32 1,0 0 8-16,0 0-23 16,0 0-20-16,0 0-4 0,0 0 15 15,0 0 21-15,0 0 5 16,0 0-8-16,0 0-5 16,0 0-12-16,0 0 0 0,0 0-13 15,0 0-1-15,0 0 7 0,0-6 3 16,0 6 1-1,0 0-9-15,0-3-2 16,0 3 17 0,-4-3-3-16,-16 3-11 15,-13 0 4-15,-4 0-12 16,-9 0-2-16,-2 0 2 0,-2 6 3 16,5 6 2-1,4 0 7-15,8-2 14 16,4 3 11-16,13-8-10 15,4 5-8-15,7-1-18 16,5 0-1-16,0 1-9 16,0-1-1-16,17 0 10 0,12 0 13 0,12-6-1 15,0 3-3-15,8 1-8 16,1-5 1-16,2 8-2 16,-2 2 0-16,-9 10-3 15,-4 5-8-15,-13 11 1 16,-3 5-4-16,-13 6 3 0,-4-6 9 31,-4-6-5-31,0 0 0 16,-24-6 7-16,-21-3 2 15,-9-10 2-15,-8-6 13 16,1-9-4-16,4-3 12 16,11 0 3-16,10-27 9 0,15-10 6 15,9-6-11-15,12-4-6 16,0 1-7-16,16 6-19 0,13 6-9 15,8 12 4 1,-4 10-3-16,8 6 2 0,-4 6 1 16,-1 13-4-16,-7 20-2 15,-4 14 6-15,-4-1-16 16,-1-6-17-16,1-6-39 16,-5-12-1-16,4-7-22 0,-3-9-15 15,-17-6-55-15,4 0 1 16</inkml:trace>
  <inkml:trace contextRef="#ctx0" brushRef="#br0" timeOffset="233">17684 3532 98 0,'0'0'682'0,"0"0"-682"15,0 0-67-15,0 0 64 16,0 114 3-16,0-76 7 16,4-5 4-16,0-5 2 0,1-13 20 15,3-5-11-15,-4-4-5 16,0-6-11-16,0 0-6 16,-4-19-51-16,0-2-68 15,0-1-184-15</inkml:trace>
  <inkml:trace contextRef="#ctx0" brushRef="#br0" timeOffset="349.66">17672 3329 653 0,'0'0'48'0,"0"0"-48"16,0 0-436-16</inkml:trace>
  <inkml:trace contextRef="#ctx0" brushRef="#br0" timeOffset="801.13">17910 3227 86 0,'0'0'665'16,"0"0"-602"-16,0 0-57 0,0 0 64 15,0 0-23-15,0 0-47 16,4 59-3-16,0-7 3 15,4 6 0-15,-4 1 3 32,9 3 0-32,-5 3 1 0,4-4 5 15,1-5-5-15,3-10 3 16,-3-15 2-16,-1-13-7 16,4-9 5-16,0-9-2 0,9 0-1 15,4-24 9 1,4-16 4-16,-1-7 6 0,-7-2-15 15,-5-3-6 1,-3 12 0-16,-9 9-2 0,0 9 3 16,-8 19-3-16,0 3 0 0,0 0-1 15,0 28-7-15,0 22-11 16,0 8 19-16,-4 3-1 16,4-5 1-16,0-10-2 15,0-12 0-15,0-15 0 16,4-10 0-16,9-9 0 15,3 0 2 1,-3-15 0-16,3-23 14 16,-12-11-14-16,-4-6-12 15,0 27-151-15,0 3-188 16</inkml:trace>
  <inkml:trace contextRef="#ctx0" brushRef="#br0" timeOffset="932.66">18148 3320 959 0,'0'0'176'0,"0"0"-176"0,0 0-37 16,0 0-3 0,0 0-3-16,0 0-49 0,57 18-175 15</inkml:trace>
  <inkml:trace contextRef="#ctx0" brushRef="#br0" timeOffset="1455.52">18550 3415 446 0,'0'0'47'15,"0"0"-31"-15,0 0 32 16,0 0 124-16,0 0-79 0,0 0-36 16,-33 25-57-16,8 18 0 15,-3 9-9-15,8 1 8 16,3 2-2-16,13-9 3 0,4-8-3 15,0-14-1-15,13-5-8 16,15-16 12-16,9-3 7 16,12-3 15-16,8-31 4 15,5-6-10-15,-8-7-15 0,-14-2-1 16,-11 6-21-16,-8 3-15 16,-9 12 29-16,-12 10 7 15,0 11 1-15,0 7 15 16,0 0 44-16,0 31-8 15,-20 12-52 1,7 10-9-16,9-7 8 16,4-3 1-16,0-9-3 15,4-16 0-15,21-8 3 16,8-10 29-16,13 0 6 16,-2-31 16-16,6-15-10 15,-1-6-24-15,-17-4-7 16,-3 4 1-16,-16 5-4 0,-13 8-4 15,0 14-2-15,-13 9-1 16,-32 13-12-16,-8 3 3 16,-9 9-1-16,5 22-2 15,8 12-46-15,15 1-19 16,22-1-45-16,12-31-110 0,4-6-91 31</inkml:trace>
  <inkml:trace contextRef="#ctx0" brushRef="#br0" timeOffset="1856.76">19371 3424 641 0,'0'0'155'16,"0"0"-155"-16,0 0-2 15,-17 133 2-15,13-84 1 0,4-6-1 16,0-12 0-1,0-9 5-15,0-13 38 16,0-3 19-16,0-6-19 16,9 0-12-16,7-28-2 0,1-5 37 0,3-14-19 15,-3 1-23 1,4-3-16-16,-9 2-6 16,3 11 2-16,-6 11-4 15,-5 15 0-15,-4 10 0 0,0 0 1 16,0 25 0-1,0 18-1-15,0 10 0 16,0 3 2 0,0-4-2-16,16-9-2 15,9-15-1-15,0-7 1 0,-4-15 1 16,-5-6-3-16,5 0-30 16,-10-6-46-16,-11-9-209 15,0 0-288-15</inkml:trace>
  <inkml:trace contextRef="#ctx0" brushRef="#br0" timeOffset="3703.54">20697 3384 479 0,'0'0'91'0,"0"0"-83"31,0 0 59-31,0 0 31 0,0 0-29 0,0 0-41 16,0 0-8 0,-86-74-14-16,57 74-4 15,-4 7-3-15,-8 20 1 16,1 13-2-16,-2 7 2 0,9 2-2 15,8 3 2-15,13-2-4 16,8-7 4 0,4-12-3-16,0-13-2 15,4-8 5-15,25-10 3 0,4 0 16 16,8-7 22-16,4-24-2 16,4-9-16-16,-7-6-19 15,-9 3 3-15,-9 6-5 0,-4 6 1 16,-7 13-3-1,-5 6 3-15,-8 8-3 16,0 4 0-16,0 0-7 16,0 28-15-16,0 9 14 0,0 0 8 15,0 0 5 1,0-9-1-16,0-13 4 16,16-6 4-16,5-9 7 15,4 0 5-15,7-37 17 16,9-12 10-16,1-13-22 15,3 4-18-15,-9-7-10 16,2 0-1-16,-5-6-13 0,-9 0-13 16,-3 3-13-16,-13 10 13 15,-8 18-2-15,0 12 28 16,0 16 6-16,-8 12 46 16,-13 3 10-16,-3 37-42 15,-9 22-20-15,4 11 1 0,8 8 1 16,10 2-2-16,11-3-1 15,0-5 0-15,0-8-1 16,19-8-1-16,6-7 0 16,-4-18 1-16,3-13-2 15,1-14-1-15,0-7-11 0,-9 0-57 16,-16-22-107-16,0 1-159 16</inkml:trace>
  <inkml:trace contextRef="#ctx0" brushRef="#br0" timeOffset="4136.96">20894 3332 682 0,'0'0'315'0,"0"0"-265"15,0 0-35 1,0 0 57-16,0 0-49 16,0 0-23-16,115-46-1 0,-65 40 0 15,-10-1 0-15,1 4 0 16,-3 3 0-16,-14 0-8 15,-4 0-16-15,-12 0 1 0,-8 0 12 16,0 0 9 0,0 16-3-16,0 18 1 15,-19 9 5-15,2 0 3 16,-3 6-2-16,11-2 1 16,1-7-2-16,8-7-1 15,0-8-1-15,0-9 1 16,21-11-2-16,3-5 2 0,8 0 1 15,2-12 8 1,-1-22 3-16,-9-6 2 0,-3-3 9 16,-4 0-1-16,-14 3-6 15,-3 6-6-15,0 9 1 16,-3 0-1-16,-18 17 3 16,-8 4 9-16,-4 4-19 0,-8 0-2 15,0 25-11-15,4 9-33 16,12-3-53-16,21-19-118 15,4-3-206-15</inkml:trace>
  <inkml:trace contextRef="#ctx0" brushRef="#br0" timeOffset="4677.82">21317 3384 291 0,'0'0'227'0,"0"0"-166"15,0 0-41-15,0 0 110 16,0 0 3-16,0 0-32 15,0 0-58-15,82-28-43 0,-82 68-14 16,4 4 14-16,0-7 14 16,0 0-7-16,9-13-3 15,-5-8-3-15,-4-7 1 16,4-9 1-16,5 0 4 0,-1-6 4 16,9-22 39-16,-1-9-6 15,-4 3-31-15,0-3-3 16,1 4 2-16,0 8-10 15,-9 12-1-15,-4 7 3 0,0 6 0 32,-4 0 0-32,0 16-4 15,0 24-26-15,0 9 26 16,-8 7 4-16,8-10 0 0,0-6 0 16,0-13-4-16,0-8 0 15,4-13 1-15,4-6 11 16,9 0 7-16,3-27 7 15,4-14 12-15,13-5-5 0,-8-6-25 16,0 6-2-16,-4-1-6 16,-4 4-1-16,-10 12 0 15,-3 10-10-15,-8 12 10 16,0 9 1-16,0 0 0 16,0 21-1-1,0 16-12-15,-12 9 12 0,12 1 1 16,0-7 0-16,0-9-1 15,4-13 0-15,9-3-2 16,-5-12 3-16,4-3-16 16,-4 0-42-16,-8-18-133 15,0 3-285-15</inkml:trace>
  <inkml:trace contextRef="#ctx0" brushRef="#br0" timeOffset="7802.64">22820 3369 548 0,'0'0'0'15,"0"0"-43"-15,0 0 43 16,0 0 37-16,-54-114 56 16,25 108-77-16,0 6-16 15,-11 0 4-15,3 0 1 0,-5 21 0 16,-3 10-3-1,1 9 0 1,2 10 1-16,9 2 5 16,12 3 10-16,13-2-2 15,8-7 3-15,0-3 18 0,4-12 0 16,21-6-11-16,0-19 10 16,4-6 7-1,4 0 8-15,-1-31-24 16,-3-19-16-16,0-8 7 0,0-10-8 15,-4 0-6-15,-9-9-4 0,-4-3-29 16,-8-3-32-16,-4-4 2 16,0 14 45-16,-4 14 14 15,-12 13 16 1,8 21 14-16,-5 10-14 0,9 15 0 16,0 0-10-1,4 12-6-15,0 31-21 16,0 19 21-16,0 12 1 15,0 9-1-15,4 0 1 16,13-5-1-16,2-4 1 16,2-10-1-16,4-8 0 0,-4-13 0 15,-1-12 3 1,1-16 2-16,0-9 7 0,2-6-11 16,2 0 1-16,4-12 12 15,0-19-10-15,-4-3 6 0,-4-3-2 16,2-3-5-16,-6 3-3 15,-1 0-1-15,-7 3-6 16,-1 0 2-16,-8 10 5 16,0-1 2-16,0 16 10 15,0 3 10-15,-13 6-13 0,-7 0 5 16,-9 0-12-16,1 27-2 16,-5 10 1-16,12 6-1 15,5 4 0-15,16-7 3 31,0 0-3-31,0-13-4 16,16-5 3-16,13-6 0 0,4-16-4 16,8 0 5-16,0 0-4 15,4-16-42-15,-13-8-29 16,-3-10-23-16,-8 0-19 16,-9-3-50-16,-3 0-22 15,-9-1 22-15,0 11-8 16,0 2 175-16,0 10 262 0,0 9-45 15,0 6-26-15,-4 0-40 16,-1 0-87-16,5 3-64 0,0 28-3 16,0 8 3-1,0 5 21-15,0-1 1 0,0 3-10 16,5-6-7-16,-1-6 0 16,0-6 10-1,0-15 12 1,-4-4 0-16,8-6-10 0,-8-3-11 15,4 0 3-15,0-16 29 16,5-18 2-16,-5-3-29 16,4-6-8-16,0 7 1 15,1 1-4-15,-5 14 1 16,-4 8 1-16,4 7-1 0,-4 6-1 16,4 0-1-16,-4 6-17 15,3 22 13-15,10 9 5 16,-5 0 3-16,4-3-1 15,5-9 1-15,-5-7-3 16,5-5 0-16,-9-7-2 0,4-3-8 31,5-3-33-31,0 0-33 0,-2-22-13 16,-3-12-58-16,1-3-13 16,-1 3-33-16,1-6 78 15,-1-3-42-15,5 3 157 0,-5 9 55 16,0 0 88-16,-8 13 53 15,1 9-22-15,-5 6-1 16,0 0-19-16,0 3-64 16,0 0-63-16,-9 0-24 15,-11 21 1-15,-9 10-4 16,4-3 2-16,0 3-2 0,17-4-1 16,5-5-3-1,3 3-3-15,0-4-2 16,7-2 1-16,18 2 2 0,8-6 2 15,-4 7-1-15,-4-4 5 16,-5 4 0-16,-8 3-1 0,-8-1-2 16,-4-5-5-16,0 2 0 15,-7-2 8 1,-14-10 8-16,8 1-8 0,1-10-17 31,4 0-14-31,4-10-46 0,4-20-98 16,0-8 35-16,4-5 18 15,16-3-7-15,9-3 36 16,-1 0-23-16,1 2-18 16,0 4 134-16,-8 9 37 15,0 6 137-15,-13 10-34 16,0 12 32-16,-8 6-35 0,0 0-4 16,0 3-99-16,0 25-11 15,0 15-1-15,0 6 3 16,0 4-23-16,0-7 2 0,0-6-4 15,4-6-15-15,3-13-21 16,-2-11-24-16,-1-10-42 31,-4 0-68-31,0-13-73 16</inkml:trace>
  <inkml:trace contextRef="#ctx0" brushRef="#br0" timeOffset="7918.92">23686 2903 534 0,'0'0'0'15</inkml:trace>
  <inkml:trace contextRef="#ctx0" brushRef="#br0" timeOffset="8166.46">23686 2903 170 0,'0'0'137'15,"49"38"-85"-15,-33-42-50 16,-3-11 26-16,3-1 13 15,-12 10 27 1,0 0 22-16,-4 6-9 16,0 0-24-16,0 6-34 15,0 28-8-15,0 13 12 0,0 14-21 16,0 16-4 0,0 3-2-16,0 1 4 0,5-5-7 15,11-5 7-15,1-12-4 16,-2-13 1-16,-2-9 1 0,-1-9-2 15,-4-9 0-15,-4-14 0 16,-4-5-56-16,0 0-149 16,0-5-119-16</inkml:trace>
  <inkml:trace contextRef="#ctx0" brushRef="#br0" timeOffset="8690.94">23776 3360 855 0,'0'0'167'15,"0"0"-167"-15,0 0-22 16,0 0 22-16,0 0 3 31,0 0-2-31,98 95-1 0,-61-76-8 0,-8-7-1 16,4-6-19-16,-13-3 14 16,5-3-25-16,0 0-15 15,-9-15-14-15,-3-10 20 16,-9-6 19-16,-4-2-31 15,0-5-5-15,0 10 48 16,-4 4 17-16,-9 12 86 0,1 9 64 16,4 3-58-16,3 0-61 15,5 21-30-15,0 16-1 16,0 7 9-16,13 2-3 16,20-3 0-16,0-9 5 0,-1-3-5 15,-3-13 7-15,0-9 11 31,-4-9 0-31,8 0-9 16,-9-12 1-16,0-19-8 0,-3-6 0 16,-9-6-5-16,-7 3-1 15,-5 3 2-15,0 6-3 16,0 16 9-16,0 5 37 16,-17 10 10-16,0 0-24 0,-11 22-33 15,-5 27-4-15,-4 22 4 16,-4 22 0-16,4 18 0 15,-4 3 0-15,12-9-1 16,1-16-49-16,7-21-26 16,4-19 76-16,1-12-1 15,16-37-105-15,0 0-200 16</inkml:trace>
  <inkml:trace contextRef="#ctx0" brushRef="#br0" timeOffset="12319.92">25558 3162 208 0,'0'0'124'15,"0"0"-108"-15,0 0 7 16,0 0 77-16,0 0-41 16,0 0-59-16,0 0-1 0,0 0 1 15,-33-3 1-15,33 3 0 16,4 0 14-16,0 0-9 16,4 0 23-16,-4 0 0 0,5 0 5 15,-5 0-13-15,0 0-6 16,-4 0-7-16,0 0 1 31,4 0 0-31,-4 0 0 16,0 0 16-16,0 0 10 0,0 0 0 15,0 0-14-15,0 0 0 16,0 0-9-16,0 0-8 16,0 0-4-16,0 0 0 15,0 0 4-15,0 0 6 16,-4 3-6-16,-13 13 3 0,-3 8-4 15,7 4 1-15,1 3 2 16,8 3-5-16,4-6-1 16,0-7 0-16,0-12 0 15,4 1-3-15,13-10 3 16,-1 0 1-16,13 0 20 16,-5-10-3-16,1-11-7 0,-5-13 0 15,1-3 6-15,-13 3 33 16,-8-3-18-16,0 9-13 15,0 7 1-15,-4 3 1 0,-21 8 7 16,-4 10-18-16,-3 0-10 16,-5 0-11-16,4 28-66 15,-4 9-67 1,24-19-84-16,9 1-183 16</inkml:trace>
  <inkml:trace contextRef="#ctx0" brushRef="#br0" timeOffset="12684.24">25635 3609 508 0,'0'0'208'0,"0"0"-162"15,0 0-30-15,0 0 72 16,0 0-51-16,0 0-18 16,-69 105-9-16,53-71 3 15,3-6 4-15,9-10-14 16,4-5-2-16,0-7 14 16,0-6 26-16,21 0-13 15,4-13 16-15,11-11-14 16,-7-10-13-16,0-6 5 0,-13 6 10 15,-8-3-18-15,-8 9-1 16,0 7-12-16,0 8-1 16,-24 7-42-16,7 6-104 15,-8 0-501-15</inkml:trace>
  <inkml:trace contextRef="#ctx0" brushRef="#br1" timeOffset="21901.3">26374 3138 398 0,'0'0'108'16,"0"0"-103"-16,0 0-1 0,0 0 64 15,0 0 16-15,0 0-38 16,-4-62-30-16,4 59 13 0,0 3 5 15,0 0 5-15,0 0-8 16,0 0-5-16,0 0-2 16,0 0 5-16,0 0 1 15,0 0-9-15,0 0-10 16,0 0-11-16,-4 0 1 16,4 0-1-16,0 12-8 15,-4 22 8-15,0 9 5 0,-4 13-4 31,3 3-1-31,-3 8 1 16,0 1-1-16,4 0 1 16,-4 3 0-16,-1-4-1 15,6-8 1-15,-1-16-1 0,4-12 0 16,-4-15 0-16,4-7 2 16,0-9 2-16,0 0-2 15,0 0 2-15,0 0-1 0,0 0 6 16,0 0 1-1,0-9-10-15,0-16-13 0,0-6-76 16,0 16-112-16,0-1-122 16</inkml:trace>
  <inkml:trace contextRef="#ctx0" brushRef="#br1" timeOffset="22274.65">26268 3249 437 0,'0'0'219'0,"0"0"-165"0,0 0-47 16,0 0 97-16,0 0-9 16,0 0-30-1,0 0-39-15,-12-99-11 16,12 99-4-16,0 0 19 16,0 0-14-16,20 19-1 15,9 11 34-15,11 8-33 0,2 5-4 16,7 0-9-16,0 0 1 15,5 3 1-15,-1-3-3 16,-4 4 1-16,-8-4-2 0,-3-10 2 16,-10-2-3-1,-8-9-1-15,-7-4 1 0,-1-5 1 16,-4-4 0-16,-8-6 0 16,4-3-1-16,-4 0 1 15,0 0 0-15,0 0-1 31,0 0-5-31,0 0-33 0,0 0-38 16,0-6-85-16,0-10-287 16</inkml:trace>
  <inkml:trace contextRef="#ctx0" brushRef="#br1" timeOffset="22626.53">26801 3237 353 0,'0'0'195'0,"0"0"-195"15,4-124 6-15,-4 103 72 16,0 2 47-16,0 13-28 16,0-1-22-16,0 4-13 15,0 3-18-15,0 0-16 16,0 0-4 0,0 0-24-16,0 7 0 0,0 24 0 15,0 18 23-15,0 9 4 16,0 10-12-16,0-3-7 15,0 0-1-15,0 2 6 16,0-2-1-16,0-6-3 16,0-1 2-16,0-15-11 15,0-5 0-15,5-14 1 16,-1-8-1-16,0-4 0 16,0-9 0-16,-4-3-6 0,0 0-30 31,0 0-41-31,0-3-52 0,0-12-298 0</inkml:trace>
  <inkml:trace contextRef="#ctx0" brushRef="#br1" timeOffset="23247.06">27319 3406 467 0,'0'0'243'16,"0"0"-213"-16,0 0-27 16,0 0 108-16,0 0-13 15,0 0-52-15,-29-28-25 16,0 28-11-16,-8 6-1 0,-4 13 23 16,0 2-9-16,0 4-5 15,8 3-5-15,4-7-3 16,18 1-3-16,6 3-7 15,5-7-7-15,0-3 6 0,9-2 1 16,19-4 4-16,9-6-3 16,4 0-1-16,8-3-19 15,-4 0 8-15,-8 3-10 0,1 4 5 16,-15 2-4 0,-2 3 0-16,-4 7 16 0,-9-1-4 15,-8 4 2-15,0-1 6 16,0 1 0-16,-4-1 4 15,-21 1 7-15,-3-6 23 32,-9 2 5-32,0 0-11 0,-1-5 0 15,6-4-10-15,8-3-12 16,7-3-5-16,9-3 0 16,8 0-1-16,0 0-22 15,0-15-59-15,29-10-62 16,-13 10-97-16,-4 5-135 0</inkml:trace>
  <inkml:trace contextRef="#ctx0" brushRef="#br1" timeOffset="23563.17">27626 3649 624 0,'0'0'218'0,"0"0"-218"15,0 0 2-15,0 0 118 16,0 0-36-16,0 0-68 16,29-24-16-16,-29 30-4 15,0 15 4-15,0 7 3 0,0 3 0 16,0 3 1-16,0-6-2 16,-4-3 0-16,4-4 0 15,0-6 1-15,0-2-1 16,0-10 1-16,0 0-3 15,4-3 1-15,8 0 2 16,5 0-3-16,-1 0-13 16,1-12-27-16,-5-7-69 0,-12 7-116 15,0 0-189-15</inkml:trace>
  <inkml:trace contextRef="#ctx0" brushRef="#br1" timeOffset="23879.89">27569 3406 135 0,'0'0'640'15,"0"0"-640"-15,0 0 18 16,0 0-5-16,0 0 21 16,0 0-34-16,0 0-1 15,-54 18-4-15,54 10 4 16,0-3-4-16,0-4 3 15,9-2 2-15,3-10 1 0,5-6 3 16,-5-3 11-16,5 0 22 0,-1-9 17 16,-3-19-13-1,-6-2 0-15,-3-1-23 16,-4 6-7-16,0 7-9 16,-7 2-2-16,-18 13-9 0,-12 3 4 15,-1 0-65 1,22 3-75-16,-1 9-201 15</inkml:trace>
  <inkml:trace contextRef="#ctx0" brushRef="#br1" timeOffset="24228.29">28078 3474 426 0,'0'0'264'16,"0"0"-218"-16,0 0 7 15,0 0 121-15,0 0-79 0,0 0-55 16,4-16-24-1,-4 16-13-15,8 0-2 16,0-6 6-16,13 3-5 0,8-3 1 16,4 0 1-16,7 0-4 0,-7-1 0 15,-4 4-1-15,-4 1 1 16,-8 2-3-16,-9 0-35 16,-4 0-68-16,-4 0-105 15,0 0-101-15</inkml:trace>
  <inkml:trace contextRef="#ctx0" brushRef="#br1" timeOffset="24482.27">28098 3585 422 0,'0'0'211'0,"0"0"-173"15,0 0 8-15,0 0 151 16,0 0-78-16,0 0-77 15,0 0-42-15,21 18 48 0,25-18-6 16,6-6-13-16,10-3-20 16,-4-1-8-16,-13 7 1 15,-4 1-2-15,-25 2-2 16,-3 0-71-16,-13 0-66 16,0 0-187-16,-8 0-229 0</inkml:trace>
  <inkml:trace contextRef="#ctx0" brushRef="#br1" timeOffset="34219.3">28854 3209 382 0,'0'0'121'15,"0"0"-109"-15,0 0 12 16,0 0 67-16,0 0-49 16,0 0-37-16,0 0 5 15,0 0 14-15,0 0 6 0,0-13-4 16,0 10-18-16,0 3 17 15,0-3 16-15,0 3 0 16,0 0 1-16,0-3-12 0,0 3-8 16,0-3 1-1,0 0-3-15,0 3-6 16,0 0 12-16,0 0-5 0,0 0-1 16,0 0-4-16,0 0-5 15,0 0-4-15,0 0-4 16,0 0 1-16,0 0-2 0,0 0-2 15,0 0-2-15,0 3-8 16,-4 22 4-16,0 8 6 16,-1 5 5-1,1-5-5 1,0 4 4-16,0-9-1 0,4 0 4 16,-4-3-3-16,4-7 1 15,0-9-2-15,0-3 3 16,0 1-5-16,0-7 5 15,0 0-4-15,0 0 8 16,0 0 0-16,0 0 7 0,0 0-2 16,0 0-1-16,0-7-10 15,0-5-4-15,8 3 0 16,13 3-4-16,0-4-11 16,3 2 2-16,1 1 0 0,-1 4 3 15,-3 0 0-15,-5 3 7 16,5 0 0-1,-5 0 0 1,-3 0 1-16,-1 0-1 16,1 0 3-16,-9 6-5 15,0 9-5-15,-4 7 4 0,0 6 3 16,0 2-1-16,0 5 4 16,-17 1 1-16,-7-1-1 15,-10-5 0-15,-3-2 14 16,-3-3 8-16,3-4-12 0,-1-2 5 15,10-10 5-15,11-3-8 16,5-6-5-16,7 0-5 16,2 0-1-16,-1 0-1 15,-4-3-25-15,0-22-45 16,4-9-46-16,4 16-118 0,0 3-129 16</inkml:trace>
  <inkml:trace contextRef="#ctx0" brushRef="#br1" timeOffset="34482.58">28862 3215 599 0,'0'0'101'0,"0"0"-75"15,0 0 129-15,0 0-33 16,0 0-54-16,0 0-37 15,0 0-26-15,8-9-3 0,1 5 2 16,11 1 7-16,5-3 0 16,7 0-6-16,1 0 0 15,0 0-3-15,-8 2-1 16,-4 4-1-16,-10-2-4 16,-7 2-61-16,-4 0-137 15,0 0-240-15</inkml:trace>
  <inkml:trace contextRef="#ctx0" brushRef="#br1" timeOffset="34905.35">29458 3267 448 0,'0'0'93'0,"0"0"-84"16,0 0 51-16,0 0 29 15,0 0-57-15,0 0-14 16,24-21 23-16,-24 21 12 15,0 0-19-15,0 0-2 32,0 0 1-32,0 0-17 0,0 3-16 15,-8 21 10-15,-17 16 2 16,0 13-3-16,1-4-7 16,-1 7 2-16,-3-10-3 0,3-3 0 15,0-6 1 1,9-9-2-16,3-10 3 15,5-5-3-15,0-10-3 0,4-3-96 16,4 0-73-16,0-10-209 0</inkml:trace>
  <inkml:trace contextRef="#ctx0" brushRef="#br1" timeOffset="35153.01">29195 3313 445 0,'0'0'340'15,"0"0"-262"-15,0 0-10 16,0 0 47-16,0 0-103 16,0 0-12-16,12-3 0 15,8 37 5-15,17 0 6 0,-4 7-2 16,13-2-3 0,-6 1-3-16,1-3-2 15,-3-3-1-15,-9-6 0 0,-6-9 0 16,-6-4 0-16,-9-6-22 15,-4-3-44-15,-4-6-106 0,0 0-139 16</inkml:trace>
  <inkml:trace contextRef="#ctx0" brushRef="#br1" timeOffset="35491.03">29728 3295 836 0,'0'0'10'0,"0"0"-4"0,0 0 80 16,0 0 9-16,0 0-64 16,0 0-20-16,0-46-10 15,0 46-1-15,0 0 0 0,0 0-1 16,0 0-7-1,0 21 8-15,0 10 7 0,0 16 11 16,0 1-4-16,0 2-11 16,0 2 2-16,0-5-2 15,0-1-2-15,0-6-1 0,0-12 0 16,0-7-1-16,0-9-30 16,0-5-47-16,0-7-73 15,0 0-81-15,0 0-78 31</inkml:trace>
  <inkml:trace contextRef="#ctx0" brushRef="#br1" timeOffset="35869.54">29917 3282 588 0,'0'0'268'16,"0"0"-257"-16,0 0-8 15,0 0 81-15,0 0-46 16,0 0-38-16,0 0-9 16,-33 50 9-16,29-7 21 15,4 6-17-15,0-2 12 0,0-4-12 16,4 0-4 0,13-3-2-1,4-6 2-15,2-9 6 16,-2-4-3-16,0-11 0 0,3-8 8 15,1-2 5-15,0-2 1 16,0-29 16-16,-10-9-2 16,-2-3 13-16,-5-4-17 15,-8 1-13-15,0 6 0 0,-25 3 3 16,-11 6-10-16,-5 9 6 16,-1 10-10-16,2 12-3 15,-5 0-25-15,-1 0-39 16,30 10-83-16,7-2-201 15</inkml:trace>
  <inkml:trace contextRef="#ctx0" brushRef="#br1" timeOffset="36510.37">29966 3002 301 0,'0'0'233'0,"0"0"-198"16,0 0 16-1,0 0 85-15,0 0-23 16,0 0-44-16,-4-34-33 15,4 28-9-15,16 0-14 0,5-4-12 16,4 5-1 0,4-2 2-16,0 1-2 0,-10 6 0 15,2 0-2-15,-9 0 0 0,-7 0-3 16,-5 0-8-16,0 6-37 16,0 22 41-16,0 3 9 15,-17-3 3-15,-8 6-1 16,2-7-1-16,2 1 0 15,0-3 3-15,9-4 2 16,8-6 19 0,-1-2-15-16,5-4-8 15,0-3 0-15,5-3 1 16,11-3 16-16,13 0 3 0,7 0-2 16,-3 0-10-16,9-3-8 15,-9-6 0-15,-8 0-2 16,-6-1-74-16,-19 5-107 15,0-2-256-15</inkml:trace>
  <inkml:trace contextRef="#ctx0" brushRef="#br1" timeOffset="36896.01">30291 2916 562 0,'0'0'65'16,"0"0"-23"-16,0 0 90 16,0 0-47-16,0 0-78 0,0 0-4 15,0 0 5-15,89-31 5 32,-68 31-5-32,-4 0 1 15,-1 15-9-15,-8 7-2 16,-3 2-1-16,-5 4 1 0,0-3 2 15,0 3 12-15,-13-3-3 16,-7-4 6-16,-1 1-4 16,5-4 6-16,4-8 2 15,8 2-2-15,4-6-11 0,0-6-5 16,0 0 0-16,0 0 4 16,4 0 1-16,24 0 16 15,5 0-12-15,4 0-1 16,0-3-9-16,0-4-2 15,-4-1-64-15,-25 4-103 16,-8 4-153 0</inkml:trace>
  <inkml:trace contextRef="#ctx0" brushRef="#br1" timeOffset="37615.1">31206 2894 609 0,'0'0'118'0,"0"0"-114"16,0 0 60-16,0 0 66 16,0 0-65-16,0 0-37 15,0-21-19-15,-4 21-2 16,4 0-7-16,-4 0-4 16,-4 24 4-16,-1 16 4 0,-11 16 9 15,-9 11 3-15,1 17 18 16,-5 5-18-16,4 3-5 15,4-5-5-15,9-4-1 16,-1-9 2-16,5-6-1 0,8-16 1 16,-1-5 3-16,5-16-2 31,0-13-4-31,0-5-2 16,0-11-2-16,0 1-4 0,0-3-10 15,0 0-38-15,0-5-71 16,0-8-147-16</inkml:trace>
  <inkml:trace contextRef="#ctx0" brushRef="#br1" timeOffset="38747.06">31469 3325 365 0,'0'0'206'16,"0"0"-178"-16,0 0-7 16,0 0 91-16,0 0 2 0,0 0-48 15,4-39-41-15,-4 39 4 16,0 0-15-16,-12 0-14 16,-9 6 0-16,-12 15-2 15,9 10 2-15,-5-3-3 16,8 9 3-16,9 0 7 15,8 0-3-15,4 0-3 0,0 0-2 16,0-6-2-16,8-3 2 16,17-10 1-16,0-9 0 15,7-9-18-15,5 0-10 0,-4 0-42 16,4-6-32-16,-9-15-7 31,-3-13-71-31,0 3 64 16,-9-3 55-16,-3-3 61 15,-9 9 27-15,-4 0 36 0,0 7 60 16,0 6 37-16,0 5-20 16,0 7-35-16,0 0-38 15,-4 3-35-15,-5 0-32 16,5 12-24-16,-4 16 20 16,-4 9 2-16,8-3 0 0,-5 3 1 15,5-3 1-15,0-3 2 16,4-7-2-16,0-12 1 15,0-2 0-15,0-10 5 16,0 0-2-16,0 0 10 16,0-6 48-16,0-19 0 15,0-6-54 1,4-6 0-16,9 0-6 16,-5 0-2-16,0 3-1 15,-4 10 0-15,0 8 1 16,-4 4-1-16,0 9 1 0,0 3-6 15,0 0-12-15,0 3-10 16,0 21 27-16,0 4-1 16,9 6 4-16,3-3-2 15,-4-9 0-15,5 2 1 0,-9-8 0 16,0-10-1-16,0 0 5 16,-4-6 1-16,0 0 13 15,4 0 22-15,0-6 6 16,0-13-11-16,8-8-29 15,0-4-6-15,1 0-2 0,3 1 1 16,-3-1-2-16,-1 9-2 16,-4 6-3-16,-4 10 7 15,-4 6-1-15,0 0-1 16,0 0-15-16,0 6 4 16,0 16 4-16,0 12 9 15,5 0 1 1,-1-3-1-16,8-4 1 15,-4 1 0-15,-4-9-2 16,5-7 1-16,-5-3 0 16,0-6 0-16,0-3 1 0,-4 0-1 15,4 0 5-15,5-12 5 16,-6-16-2-16,9-3-7 16,-4-3-1-16,5 1-11 15,-5 5-18-15,-4 9-42 0,-4 16-103 16,0 3-356-16</inkml:trace>
  <inkml:trace contextRef="#ctx0" brushRef="#br1" timeOffset="39500.56">31822 2946 586 0,'0'0'15'16,"0"0"-6"-16,0 0 88 16,0 0-28-16,0 0-32 15,0 0-13-15,0 0-16 16,9-40-7-16,6 37-1 16,6 0 0-16,-1 0 0 0,1 3 1 0,-4 0-1 15,-1 0 8-15,-8 0 0 16,-8 6-7-1,0 19 14-15,0 3 0 0,0 3 6 16,-24-4 0-16,3-5 7 16,-4-3-3-16,4-10-2 15,13-3-16 1,4-3-7 0,4-3-5-16,0 0-9 0,0 0 9 15,12 0-19-15,13 0 17 16,4 0 1-16,0 3-13 15,-8 3 4-15,-6 7 9 16,2 2-2-16,-9 6 8 16,-4 1 0-16,-4 3 2 0,0-4 5 15,0-2 20-15,-12-4 18 16,-8-2 0-16,-5-4-17 16,-4-3-1-16,1-6-18 15,-10 0-4-15,-2 0-5 16,23-3-34-16,-7-9-198 15</inkml:trace>
  <inkml:trace contextRef="#ctx0" brushRef="#br2" timeOffset="48318.66">26165 4072 271 0,'0'0'88'15,"0"0"-76"-15,0 0-4 16,0 0 76-16,0 0-19 16,0 0-35-16,0 0-15 15,12-19-13-15,-12 16 4 16,0 3 18-16,0-3 22 0,0 3-10 15,0 0 1-15,0 0 2 16,0 0 5-16,0 0-15 16,0 0-19-16,0 0-7 0,0 0-1 15,0 0-2-15,0 0 3 16,0 0 0-16,4 0-3 16,-4 0-1-1,8 0 1 1,-3 16 3-16,3 5 3 0,4 1-2 15,5 9 2-15,3-1-5 16,-3 4 5-16,4 0-6 16,-2-3 4-16,2-4-4 15,0 4 0-15,3-3 1 16,-3-3-1-16,4-3 1 0,-9-4-1 16,4-9 2-16,-8 4-1 15,5-10 0-15,4 0 3 16,-1-3 2-16,5 0 28 15,4 0 4-15,-1 0-21 16,-3 0-4-16,4 0 1 16,0-3-9-16,-5 0 0 0,5-1 1 0,-5-1-5 15,9-2 3-15,0-2 5 16,9 0 1-16,-6-4-1 31,5-2 1-31,5-1 0 16,-10 1 1-16,5 0-2 15,-4 2-5-15,-4 4-2 16,-4 0-2-16,-1 2 1 0,-3-2 0 16,0 0-1-16,8 6 1 15,-4-6-1-15,-1-1 1 16,5 5-1-16,0-5 0 16,4 4 0-16,-5 0 1 15,1 0-1-15,0-1 0 0,0 7-1 16,1-6 1-16,-2 6-2 15,1 0 3-15,-4 0-1 16,4 0 0-16,-1 0 0 0,1 0-1 16,0 0 2-16,0 0-2 15,-4 0 2 1,-1 0-1-16,1 0 0 16,-4 0-1-16,3 0 1 15,-3 3 0-15,-5 7 0 16,5-4 0-16,-5 3 0 15,1 0 0-15,4-3 0 16,0 4 0-16,-1 2 0 16,4-3 0-16,1 1 1 15,0 2-1-15,-4 0 0 16,4 4 0-16,-5-1 0 0,1 0-1 16,-1 4 1-16,1 0 0 15,0-4 0-15,0 1 0 16,-1-4-1-16,-4 0 3 15,1 0-2-15,0-3 0 0,-1 1 0 16,1-1 1-16,0 0-1 31,-2 1 0-31,-2-5 0 16,-5 8 0-16,-4-4 0 16,5 0-1-16,-1 4 1 0,-3-1-1 15,-5 0 2-15,8-2-1 16,-4-1 1-16,-4 3-1 15,5-5 1-15,-1 2-1 16,0 0 0-16,-4 0 0 0,4 0 1 16,0 1-1-16,-4-1 2 15,4 0-2-15,-4 1 2 16,-4-4-1-16,5 0 1 16,3 0-1-16,-8-3-1 15,0-3 1-15,0 3 0 16,0-3 1-1,0 0 2-15,0 0 2 0,0 0 10 16,0 0 24 0,0 0-2-16,4-6-13 15,-4-10-18-15,4-2-6 16,0-4 2-16,0 4-1 0,0-7-1 16,5 4 4-16,-1-4-5 15,4 0 2-15,1-3-2 0,-1 1 0 16,1 2 0-16,3 1-1 15,-4-1 1-15,4 0 0 16,-4 1 1-16,5 5 0 0,0 1-1 16,-5 2 0-1,5 1 0-15,-1 3-1 16,5-1 0-16,2-2-1 0,2 3 2 16,4-1 0-16,8 4 0 15,-3-4-3-15,2 5 5 16,5-2-4-16,-8 1 4 15,-4 0-2-15,-1 2 0 16,-12 1-2 0,9 3 2-16,-8 3-2 15,4 0 1-15,-1 0 1 16,5 0-1-16,3 0 0 0,-3 0 1 16,8 0-1-16,0 0 0 15,3 0 0-15,5 0 1 16,1 6 0-16,-1-3 0 15,-5 7 0-15,1-4 0 16,1 0 0-16,-1-3 0 0,-1 3 0 16,1 0 0-16,-8-6 0 15,4 6 0-15,-5-2 0 16,1-1 1-16,4 3-1 16,0-3 0-16,4 0 0 15,0 0 1-15,4-3-1 16,-4 6 0-16,3-3 1 15,2-3-1 1,-1 4 0-16,-4-4 0 16,0 2 0-16,0 1 0 15,0-3 0-15,-4 4 1 0,-1-1-1 16,1-3 0-16,0 0 0 16,-4 0 0-16,-4 0 0 15,3 0 1-15,-7 0-2 16,7 0 2-16,1 0-2 0,-4 0 2 15,4 0-1-15,3 0 0 16,1 0 0-16,4 0 0 16,-3 0 0-16,2 0-1 15,5 0 1-15,-8 0 0 16,4 0-1 0,0 0 1-16,-9 0 0 15,6 0 0-15,-10-3 0 16,5-1 0-16,3 4 0 15,-7-3 0-15,0 1-1 16,4-2 1-16,-4-5 1 16,-6 6 0-16,10-3-1 15,-4 0 1-15,0-1-1 0,-4 1 1 16,-1 0-1-16,0 0 1 16,-4 0 0-16,1-3-1 15,4 3 1-15,-5-4-1 0,1 1 1 16,3 3 0-16,-7-4-1 15,3-2 5-15,-4 6-3 16,0-6 1-16,-4-1 3 0,1 1 0 16,-1-4 5-16,4-5-3 15,1-3-1-15,-9-4 5 16,0-3-3-16,0-3-3 16,-4 0-2-16,0 0-4 15,0 10 2-15,0 2 0 16,0 9 4-1,0 4-2-15,0 9-4 16,-4-3-1-16,4 3-6 16,0 0-24-16,-4 0-34 15,-13 3-86-15,5 6-204 16,-9 1-180-16</inkml:trace>
  <inkml:trace contextRef="#ctx0" brushRef="#br2" timeOffset="52134.2">28025 4956 790 0,'0'0'20'15,"0"0"-20"-15,0 0-147 16,0 0 143-16,0 0-199 15</inkml:trace>
  <inkml:trace contextRef="#ctx0" brushRef="#br2" timeOffset="59360.68">27873 5505 203 0,'0'0'145'16,"0"0"-129"-16,0 0-13 15,0 0 37-15,0 0-21 0,0 0-19 16,0 0-6-16,-21 6-17 16,17-6-85-16,0 0 11 31</inkml:trace>
  <inkml:trace contextRef="#ctx0" brushRef="#br2" timeOffset="68051">26239 5083 104 0,'0'0'30'0,"0"0"-23"16,0 0 23-16,0 0 21 16,0 0-35-16,0 0-12 15,0 0 24-15,0 0 3 16,-12-28-17-16,12 28-8 16,-5 0-5-16,5 0 4 15,0 0 0-15,0 0-4 0,0 0 1 0,0-3 1 16,-4 3 4-16,4 0 6 15,0 0 3-15,0 0-12 16,-4-3-3-16,0 3 10 16,4 0-4-16,0 0 5 15,0 0 43-15,0-6-1 32,0 2-29-32,0 1 18 15,0-2 1-15,0 1-26 0,0 4-11 16,0 0 31-16,0-3 17 15,0 3-8-15,-4 0-4 16,4 0-9-16,0 0-18 16,0 0-16-16,-4 0-2 15,4 0-3-15,-4 0-17 0,-5 12 22 16,-3 16 2-16,0 3 3 0,-4 3-1 16,4 0-1-16,-1 0 0 15,-3-3 3-15,7-3 0 16,1-7 5-16,4-9-4 31,4-5-1-31,0-4-5 16,0-3 0-16,0 0 18 0,0 0 28 15,0-22 9-15,12-15-44 16,5-3-6-16,0-3-5 16,-5 3 0-16,-4 6 0 15,4 0-1-15,-4 12 3 16,-4 4-1-16,0 9-1 15,-4 2 1-15,0 7 4 0,0 0-1 16,0 0-5-16,0 0-12 16,0 0-1-16,0 10-10 15,0 11 22-15,0 10 1 16,0 9 5-16,0 0-1 16,0 10-1-16,0-1-2 0,4 6 0 15,-4-2 2-15,4-7-3 16,1 0-48-16,-5-9 48 15,0-6 0-15,0-6 0 0,0-7-8 16,0-3 7-16,0-5-3 16,-5-1 3-16,-3 0 0 15,-4-2-9-15,0 2-2 32,-4-3 6-32,-1 0-1 0,-3-3 5 15,-5 3-2-15,8-6 4 16,1 3 7-16,3 0 3 15,5-3 5-15,4 4 4 16,4-4 4-16,0 0 0 0,0 0-20 16,0 0-3-16,0 0-11 15,0 0-1-15,21 0 12 16,8 0 10-16,16-4-4 16,4-4-4-16,4-2 0 15,-3 1 0-15,-13 3-2 16,-9 3-11-16,-16 3-22 15,-7 0-3-15,-5 0 4 16,0 0 4 0,0 0-28-16,-9 0-96 15,-3 0-25-15,4 0-201 16</inkml:trace>
  <inkml:trace contextRef="#ctx0" brushRef="#br2" timeOffset="68804.33">26776 5388 246 0,'0'0'154'0,"0"0"-127"15,0 0-5-15,0 0 24 16,0 0-17 0,0 0-10-16,46-46 23 15,-42 36 20-15,-4 1 21 0,0 0 4 16,0-3-29-16,0 2-33 16,0 4 5-1,0 0-7-15,0 0-10 16,0-4 11-16,0 7-14 0,-4-2-10 15,-8-2-4-15,-5 7-3 0,0 0 1 16,1 0 6-16,0 3 1 16,-4 16-1-16,7 9-3 15,1 5-3-15,4 1-3 16,8 6 6 0,0-5 3-16,0-5-8 15,0-2 1-15,16-10 7 16,1-2 0-16,3-7-13 0,0-6-6 15,1-3-60-15,-1 0-26 16,1 0 34-16,4 0-29 16,-4-3-31-16,6-10 15 15,-2-8 6-15,0-1-38 16</inkml:trace>
  <inkml:trace contextRef="#ctx0" brushRef="#br2" timeOffset="69506.75">27011 5410 34 0,'0'0'101'0,"0"0"-2"15,0 0-6-15,0 0 95 16,0 0-77-16,17-106-28 15,-17 101-8-15,-13 2-47 16,-3 3-26-16,-5 0-4 16,-4 24 2-16,0 7 0 0,-4 6 8 31,6 3 14-31,2 3-6 16,4-6-1-16,9-6-15 15,8-10 0-15,0-5-6 0,0-10 6 16,0-3 6-16,8-3 7 15,9 0 10-15,8 0 1 16,-6-18-14-16,6-7-7 16,-4-3-3-16,-5 0-7 0,-3 7 0 15,-9 2 5-15,0 10 2 16,-4 6 3-16,0 3 0 16,0 0-3-16,0 0-19 0,0 16-11 15,0 8 30-15,0 1 6 16,4-3-3-16,5-4-3 31,-1-9-6-31,0-5 6 16,0-2 8-16,1-2-6 15,-2 0-2-15,5-6-9 16,1-18-63-16,-5-4-30 16,4-3-28-16,-3-3-82 15,-5 3 134-15,0 4 48 0,-4 5 30 16,0 6 54-16,0 8 117 15,0 1-8-15,0 1-43 0,0 6-76 16,0 0-44-16,0 0-32 16,8 25 29-16,0 6 3 15,5-1 4-15,-1 4 0 16,1-3-1-16,-5-3-3 16,-4 0-1-16,0-10 0 0,-4-5-3 15,0-11 3-15,0 4 1 16,0-6 25-16,0 0 2 15,0 0 25-15,0 0 28 16,0-6 6-16,0-9-69 16,0-10-8-16,0-5 7 15,0-1-12 1,8-3-2-16,0 6-1 16,0 3 0-16,4 1-2 0,1 2-3 15,3 4 3-15,-3 5-7 16,-1 4-94-16,-4 3-71 15,-8 6-90-15</inkml:trace>
  <inkml:trace contextRef="#ctx0" brushRef="#br2" timeOffset="69892.77">27315 5252 648 0,'0'0'96'0,"0"0"-95"16,0 0 20-16,0 0 36 16,0 0-57-16,0 0-19 15,15 12 6-15,-6 23 10 16,-1 8 3-16,0-3 12 0,1 0-6 16,-5-6-5-16,4-4 0 15,-8-11 1-15,0-7 25 16,0-2 0-16,0-8 6 15,0 2 4-15,0-4 20 0,4 0 9 16,-4-6-5-16,4-19-20 16,4-9-33-16,1-3-8 15,-1 0 4-15,4-9-4 16,1 6 1-16,-1 3-1 16,-8 3 0-1,5 13-2-15,-1 11-23 16,-8 1-56-16,7 9-38 15,1 0-65-15,1 0-65 16,-5 0-84-16</inkml:trace>
  <inkml:trace contextRef="#ctx0" brushRef="#br2" timeOffset="70131.89">27638 5228 687 0,'0'0'175'15,"0"0"-163"-15,0 0 10 16,0 0-22-16,0 0-28 16,0 0 28-16,13 120 4 15,-13-74-3 1,0-9 5-16,4-3-4 0,0-13-1 16,4-5 0-16,1-10-1 0,-5-6-8 15,4 0-55 1,0-9-33-16,-8-6-109 15,0-4-146-15</inkml:trace>
  <inkml:trace contextRef="#ctx0" brushRef="#br2" timeOffset="70231.78">27667 5070 524 0,'0'0'360'0,"0"0"-360"0,0 0-183 15,0 0 52 1,0 0-110-16</inkml:trace>
  <inkml:trace contextRef="#ctx0" brushRef="#br2" timeOffset="70595.2">27857 5339 624 0,'0'0'87'0,"0"0"-86"16,0 0-1-16,0 0 46 0,0 0 30 15,0 0-5-15,98 34-15 16,-69-47-29-16,8-12-14 16,-8-2-4-16,-1-4 2 15,-3 0-8-15,-13 6 1 16,-8 1-1-16,-4 12 5 0,0 2-2 16,-16 10-6-16,-13 0-5 15,-3 6 4-15,-6 22 1 16,5 12 1-16,8 7-1 15,17 5-9 1,8 0 5-16,0-6-2 0,0-6-3 0,25-12 0 16,8-13 4-16,4-8 3 0,-1-7-6 31,6 0-37-31,-5-3-43 0,-4-22-50 0,-29 10-162 31</inkml:trace>
  <inkml:trace contextRef="#ctx0" brushRef="#br2" timeOffset="70881.85">28242 5246 715 0,'0'0'166'0,"0"0"-166"15,0 0-42-15,0 0 42 16,0 0 2-16,70 120 0 0,-49-73-2 16,-6-7 2-1,-6-9-2-15,-1-10 1 0,-8-9 20 16,4-5 19-16,-4-7 6 15,0 0 51-15,0-3 23 16,0-25-33-16,0-12-80 0,0-7 7 31,0-2 2-31,4 3-10 16,5 3-5-16,-5 12 4 0,4 10-1 16,-4 8-4-1,9 7-4-15,-1 6-6 0,4 0-57 16,5 0-64-16,-13 0-82 15,-3 0-283-15</inkml:trace>
  <inkml:trace contextRef="#ctx0" brushRef="#br2" timeOffset="71297.39">28931 5218 311 0,'0'0'188'0,"0"0"-132"16,0 0 41-16,0 0 33 0,0 0-35 16,0 0-45-16,0 0-12 15,0-43-9-15,0 43-6 16,0 0-23-16,0 10-10 16,0 17 10-16,0 17 19 15,0 2-15-15,0 6 3 16,0-6-7-16,5-9 4 0,-1-6-1 15,4-6-3-15,-4-10-14 16,0-2-36-16,0-13-39 16,-4 0-56-16,0 0-81 0</inkml:trace>
  <inkml:trace contextRef="#ctx0" brushRef="#br2" timeOffset="71434.85">28924 5009 927 0,'0'0'47'0,"0"0"-47"16,0 0-88-16,0 0-34 15,0 0-113-15</inkml:trace>
  <inkml:trace contextRef="#ctx0" brushRef="#br2" timeOffset="71813.69">29079 5181 570 0,'0'0'125'15,"0"0"-117"-15,0 0-2 16,17 121-6-16,-9-81 5 16,4-3 2-16,-3-3-3 15,7-4-3-15,-7-8-1 0,-1-13 9 16,0 1 36-1,-4-8-4-15,-4-2-12 0,8 0 16 16,-3 0 52-16,-1-18-30 16,8-9-45-16,1-8-6 0,2-8-2 15,2 0-10-15,-5 3 2 16,0 9 1-16,1 16 12 16,-9 6-2-16,0 5-3 15,0 4-14-15,0 0-3 16,9 16-26-16,7 18 28 0,1 3 1 15,7 3 7-15,-7 0-7 16,-1-6-26-16,1-10-30 16,-9-2-30-16,1-9-29 15,-13-13-62-15,0 0-199 16</inkml:trace>
  <inkml:trace contextRef="#ctx0" brushRef="#br2" timeOffset="72166.88">29860 5015 42 0,'0'0'578'0,"0"0"-545"0,0 0-28 16,0 0 126 0,0 0-35-1,0 0-86-15,4-37-10 16,-4 59-14-16,0 12 14 16,0 2 36-16,0 11-12 15,0-1-1-15,0-3-14 16,8 7-5-16,0-4 1 15,0-6-1-15,-3-7-2 16,-5-8-2-16,4-9-78 0,0-4-31 16,0-12-32-16,-4 0-164 15</inkml:trace>
  <inkml:trace contextRef="#ctx0" brushRef="#br2" timeOffset="72551.82">30180 4981 497 0,'0'0'333'16,"0"0"-315"-16,0 0 3 31,0 0 85-31,0 0-106 16,0 0-9-16,16 43 9 15,-16 7 8-15,0 5-5 0,0 4 1 16,0 2-2-16,0-8-2 15,0-13 0-15,21-7 2 16,3-8-1-16,1-12 7 16,8-13-1-16,0 0 53 15,4-16-37-15,-1-21 9 16,-3-9-7-16,-8-7-13 0,-12-5 22 0,-13 0-15 16,0 5-5-1,-13 10-8-15,-20 15 11 16,-8 13-16-16,0 9-1 0,0 6-20 15,-4 0-41-15,4 15-88 16,29 1-130-16,8 2-168 16</inkml:trace>
  <inkml:trace contextRef="#ctx0" brushRef="#br2" timeOffset="73960.06">30409 4553 355 0,'0'0'196'0,"0"0"-164"16,0 0 8-16,0 0 19 0,0 0-52 15,0 0-7-15,0 0 0 0,0 36 42 16,0-5 15-1,0 9-23-15,5 4-2 0,-5-7-16 16,4 0 2-16,-4-6-2 16,4-10-3-16,-4-2-11 15,0-10 1-15,0-3-3 16,0-6-76 0,0 0-200-16</inkml:trace>
  <inkml:trace contextRef="#ctx0" brushRef="#br2" timeOffset="74410.47">30545 4577 485 0,'0'0'161'0,"0"0"-145"0,0 0 23 15,0 0 63-15,0 0-79 16,0 0-22-16,41-21-2 0,-24 21 2 31,-1 0 6-31,-3 0 3 0,7 6 0 0,-3 9 0 32,-6 7-1-32,2 6-3 15,-1-4 17-15,-8-2-13 16,4 3-6-16,-8-4-4 0,0 3-13 15,0 4 13-15,-24 0 11 16,0 3 21-16,-9-6 7 16,8 0-6-16,4-13-5 15,13 0-8-15,4-6-14 0,4-3-6 16,0-3-9-16,4 0 9 16,25 0 10-16,12 0 14 15,8-6 9-15,9-9-25 16,-1-1-7-16,-4 1 0 0,-15 6-1 15,-18 2-47-15,-20 7-186 32,-8 0-414-32</inkml:trace>
  <inkml:trace contextRef="#ctx0" brushRef="#br2" timeOffset="75512.61">25180 5588 146 0,'0'0'431'0,"0"0"-419"16,0 0-2-16,0 0 38 15,0 0-14-15,0 0-10 0,0 0 3 16,110-104 14-16,-81 70-2 16,-4 3 16-1,-4 6 3-15,-5-3-9 0,1 7-18 16,-1 3-12-16,-8 5-3 16,5 7-6-16,-10 6-8 15,5 0-2-15,1 0-14 16,3 34-3-16,0 12 17 15,5 7 0 1,-1-8 5-16,1-7 3 0,-1-10-7 16,-3-10 0-16,3-12-1 15,0-6 0-15,5 0 10 16,8-19 8-16,4-14 6 16,4-10 4-16,-9-4-9 0,-8 4-14 15,-7 3-5-15,-9 16-1 16,-4-1-37-16,0 25-80 15,-12 0-232-15</inkml:trace>
  <inkml:trace contextRef="#ctx0" brushRef="#br2" timeOffset="77918.64">31346 5188 301 0,'0'0'364'0,"0"0"-357"16,0 0-5-16,0 0 134 15,0 0-72-15,0 0-47 16,0-81-4-16,0 81 10 0,0 0 19 15,-13 0-42-15,5 0-8 16,-4 0 6-16,-13 0 2 16,-4 22 0-16,-3 6 12 0,-1 12 1 15,0 0-8 1,0 3 10-16,20-3-15 0,2-6-3 16,11-9 1-16,0-4 0 0,0-8 2 31,11-10 2-16,6-3 3-15,12 0 21 0,4-10-4 16,0-17-13-16,3-4-2 0,-7-9-1 0,-8 6-3 31,-5 6-3-31,-12 10 2 0,1 6 1 16,-5 8 1-16,0 4-1 16,0 0-3-16,0 0-14 15,0 22-16-15,0 5 30 16,4 1 2-16,4-3 0 0,4-4-2 15,9-8 0-15,-5-7 2 16,4-6 1-16,5 0 6 16,-4 0-9-16,-1-19-10 15,1-12-9-15,0-12-10 16,-6 0-18-16,2-6-31 16,-9-6-11-16,0-1 27 0,-4-6 2 15,-4 4 14-15,0 5 46 16,0 7 15-16,0 18 107 31,0 10-3-31,0 12-7 0,0 6-12 16,0 0-74-16,0 0-26 15,0 31-45-15,0 12 45 16,13 9 0-16,-1 3 2 16,-4 8-2-16,9-5 2 15,-5-6-1-15,-3 4 0 16,-1-10-1-16,0-6 0 0,-8-12 2 15,4-7-2-15,0-8-5 16,5-7-75-16,-9-6-123 16,0 0-111-16</inkml:trace>
  <inkml:trace contextRef="#ctx0" brushRef="#br2" timeOffset="79161.66">31571 5150 688 0,'0'0'281'15,"0"0"-265"1,0 0-7-16,0 0 94 0,0 0-103 16,0 0 6-1,0 0-6-15,66-36 1 0,-29 32 0 16,4 4 1-16,-4-6-1 0,-8 3-2 16,-8 0-5-16,-9 3-5 15,-8 0 11-15,-4 0-5 16,0 0-8-16,0 3-11 15,0 22 16-15,-4 9 8 16,-8 12 4-16,3-3 1 0,5 0-5 31,4-3 1-31,0-15-1 16,0-3-5-16,8-7 3 16,13-15 2-16,3 0 8 0,9 0 12 15,0-21-2 1,-4-17 2-16,-8-5-5 0,-5 0-2 15,-13 3-9-15,-3 3 1 16,0 10-4-16,-28 5 13 0,-5 9-14 16,-4 10-5-16,-8 3-5 15,4 0-31-15,0 19-36 16,8 9-16-16,12 3-45 16,13 0-76-16,8-10-68 15,0-2 91-15,33-14 95 16,4-5 96-16,0 0 81 0,8-5 33 15,-4-17-6-15,-4-3-6 16,1-3 18-16,-19 4-64 16,2 5-4-16,-13 4-4 15,-4 6 25-15,1 5-5 0,-5 4-1 16,0 0-32 15,0 0-35-31,0 7 2 0,0 17-2 16,4 7 8-16,-4 3-2 15,8-3-4-15,-4-9-1 0,0-7 2 16,4-3-2-16,-3-12 2 16,-1 0 7-16,0 0 20 15,4-6 56-15,5-15-20 16,-5-10-55-16,8 0-2 0,1 0-6 16,-6 3-3-16,2 7-1 15,-1 5 0-15,-8 4 1 16,-4 6 0-16,0 6-2 0,0 0-13 15,0 3-18-15,0 21 4 16,4 14 29-16,0-5 6 31,5 2-4-31,-1-2 0 0,9-11-1 16,-5-4 0-16,0-8 2 16,1-7-3-16,-1-3 9 15,1 0 9-15,10-13 4 16,-2-15 1-16,0-2-18 15,-5-4-2-15,-8 3-3 16,1 10-6-16,-5 5-6 0,-4 10 8 16,0 6 4-16,0 0-16 15,0 0-5-15,0 18-2 16,0 13 23-16,-4 0 0 16,4-3-5-16,0-10 3 15,4-6 0-15,17-5 2 16,-1-7 1-1,12 0 4-15,1-7 9 16,-4-17 5-16,0-7-8 16,0-6-4-16,-9 3-4 15,0-6-3-15,-7 3 2 16,-5 3-1-16,-8 3 5 16,0 10-5-16,0 5 0 15,0 13 5-15,0 3-6 0,0 0-16 0,-8 13-11 16,-5 14 22-16,5 7 3 15,4 0-3-15,4 3-4 16,0-6 8-16,0 0 0 16,0-3-2-16,17-7 2 15,3 1-1-15,1-7 2 16,-13-5 8-16,-4-5-7 0,-4 8-1 16,-12-1 0-16,-34 4 0 15,-19-1 15-15,-1 0-15 16,-3-2-15-16,11-1-19 15,17-3-48-15,41-9-145 16,0 0-372-16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9:43:18.64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12967 7697 210 0,'0'0'100'16,"0"0"-75"-16,0 0 16 15,0 0 31-15,0 0-23 0,0 0-10 16,0 0-13-16,0 0-2 15,0 0 6-15,0 0 8 16,0 3 0-16,0-3-9 16,0 0-13-16,0 0-7 15,0 0-3-15,0 0 3 16,0 0 13-16,0 0-9 0,0 0-2 0,0 0-4 16,0 0 1-16,0 0 8 15,0 0-8 1,0 0-2-16,0 0 4 0,0-3 14 15,12-6-16-15,5-10-5 16,4 4-2-16,3-10 5 31,5 3-1-31,-1-6-1 0,1-2 3 16,0 2-5-16,-8-3 3 16,-5 9 1-16,1-2-3 15,-13 2 1-15,-4 7-2 16,0 3 0-16,0 2 6 15,-4 4 22-15,-21 6-4 16,0 0-26-16,-8 3-5 0,-8 25 5 16,1 12 0-1,2 6 0-15,5 13 2 16,17-4 3-16,8 1 2 16,8-13-3-16,0-3-1 15,20-9 2-15,13-9 2 16,4-4 5-16,8-11 0 15,5-7-4-15,-1 0 5 0,4 0-5 16,-8-7 0-16,-3-11-1 16,-5-1-7-16,-9-6-33 15,-8 0 9-15,-7-2-45 16,-5-4-29-16,0 1-58 16,-8-1 10-16,5-4 6 15,-1 5 48-15,-4 2 5 0,0 19 42 16,0 3-100-16</inkml:trace>
  <inkml:trace contextRef="#ctx0" brushRef="#br0" timeOffset="321.6">13427 7065 713 0,'0'0'135'0,"0"0"-135"16,0 0 2-16,0 0 65 15,0 0-23-15,0 0-44 0,0 0-16 16,-25 34 16-16,25 24 7 0,0 7 7 16,8 6 4-1,-3 3-7-15,3-3 6 0,0-6-2 16,0-7-4-16,5-12-8 15,-1-12 0-15,-4-12-3 32,1-10-1-32,-5-6-3 0,4-6-44 15,0 0-94-15,-8 0-92 16,0-6-343-16</inkml:trace>
  <inkml:trace contextRef="#ctx0" brushRef="#br0" timeOffset="702.51">13550 7629 543 0,'0'0'164'15,"0"0"-164"-15,0 0 0 16,0 0 36-16,0 0 38 16,0 0-28-16,0 0-17 0,103-3-9 15,-71-19-5-15,1-3-3 16,5-2-6-16,-9-4-1 0,-13-3-3 15,-5 3-1 1,-11 4 1-16,0 5-2 0,0 10-5 16,-4 2 5-16,-15 7-2 31,-6 3 2-31,-8 0-3 16,0 28 3-16,0 9 1 0,5 6 3 15,3 6 8-15,13-2 5 16,12-1-5-16,0-6-2 15,0-3-6-15,29-13-3 16,4-5 1-16,7-10-2 16,5-9-1-16,5 0-18 15,-1 0-38-15,0-21-67 0,-7-7-52 16,-34 10-113-16</inkml:trace>
  <inkml:trace contextRef="#ctx0" brushRef="#br0" timeOffset="938.32">13993 7444 288 0,'0'0'218'0,"0"0"-105"15,0 0-3-15,0 0 61 16,0 0-85 0,0 0-73-1,0 0-6-15,-24 3-5 0,4 53-1 16,8 2 0-16,-1-2 8 16,9-7-8-16,4-9 0 15,0-9 0-15,0-12-1 16,8-11 0-16,13-8-1 15,11 0 1-15,9-12 6 0,5-19-6 16,2-15-43-16,-6-6-47 16,-9-4-59-16,-33 28-21 15,0 4-63-15</inkml:trace>
  <inkml:trace contextRef="#ctx0" brushRef="#br0" timeOffset="1134.58">14256 7172 523 0,'0'0'282'0,"0"0"-226"15,0 0-32 1,0 0 9-16,0 0-25 16,0 0 11-16,0 121-11 15,0-50 2-15,4 3 0 0,8 3-7 16,1-9-2 0,-1-4 1-16,-3-14 0 0,-1-7-4 15,0-15 0-15,-4-10-53 16,0-8-26-16,-4-10-51 15,0 0-69-15,0-10 41 0</inkml:trace>
  <inkml:trace contextRef="#ctx0" brushRef="#br0" timeOffset="1473.29">14272 7589 371 0,'0'0'199'0,"0"0"-136"16,0 0 5-16,0 0 27 16,0 0-70-16,0 0-24 15,50-50-2-15,-17 72-1 16,3 6 2-16,-7 3 0 15,4 3 8-15,-12-3-1 16,-4-1-7 0,-5-5 2-16,-4-7-1 0,-4-5 0 15,-4-4 2 1,0-3 0-16,0-6 37 0,0 0-6 16,0 0 10-1,0-15-14-15,-12-13-23 0,0-9 18 16,-1-3 5-1,9-6-23-15,4-4 10 0,0 7-5 0,0 0 3 16,21 3-6-16,-1 9-8 16,8 10-1-16,5 2-3 15,0 10 0-15,0 6-3 16,-8 3-3-16,-5 0-67 16,-20 0-145-16,0 9-157 0</inkml:trace>
  <inkml:trace contextRef="#ctx0" brushRef="#br0" timeOffset="1974.42">14691 7475 517 0,'0'0'149'0,"0"0"-142"16,0 0-4-16,0 0 64 0,0 0-19 15,0 0-27 1,0 0-8-16,25-19-6 0,-25 19-1 15,0 0 8-15,0 0 30 16,0 0-6-16,0 0 1 16,0 0-8-1,0 0-10-15,0 0-13 0,0 0-4 0,0 0-4 32,0 0 1-32,0 0 2 0,0 0 0 15,0 0 6-15,0 0 5 16,0 0-8-16,0 9-5 15,0 16 0-15,0 9-1 16,0 3 1-16,0 0-1 16,0-3 0-16,0 0 0 15,4-6 0-15,4-7-1 16,5-8 0-16,-1-1-2 16,0-9 2-16,5-3 1 0,0 0 4 15,7-3 5-15,0-19 15 16,1-8-3-16,-4-8-12 15,-9 2-1-15,-4-8 1 0,-8 5-5 16,0 4-4 0,0 4 2-16,-25 10 2 0,1 9-8 15,-5 12 2-15,-7 0-46 16,-2 15-66-16,26 1-135 16,4 2-98-16</inkml:trace>
  <inkml:trace contextRef="#ctx0" brushRef="#br0" timeOffset="2390.39">14950 7512 255 0,'0'0'383'16,"0"0"-321"-16,0 0-13 0,0 0 153 16,0 0-106-16,0 0-96 15,57-37-20-15,-57 70 20 16,0 17 2-16,9-1 8 15,-5 1-2-15,4-10-5 0,-4-12 0 16,0-13 0-16,0-9 16 16,-4-6-1-16,9 0-3 15,3-3 10-15,9-31 19 0,4-6-12 16,2-12-19 0,2-1-5-16,-4 4-5 0,0 9 1 31,-8 12-4-31,-5 16 1 15,-12 9-1-15,4 3-3 16,-4 9-16-16,8 28 19 16,0 6 8-16,0 6 4 0,8-5-10 15,-3-11-1-15,7-11 0 16,-7-13-1-16,8-6-3 16,-1-3-1-16,9-6 4 15,-1-28 5-15,5-6-5 16,-4-6-31-16,-8-6-66 0,-17 30-99 15,-4 4-212-15</inkml:trace>
  <inkml:trace contextRef="#ctx0" brushRef="#br0" timeOffset="3579.38">16206 7339 720 0,'0'0'33'0,"0"0"-5"16,0 0 0-16,0 0 79 0,0 0-96 15,0 0 0-15,0 0-2 16,-110 40 11-16,72 3-4 16,9 3-4-16,9-2-11 15,7-4-1-15,13-6-2 16,0-10-4-16,0-8 4 15,25-7-10-15,8-9 12 0,9 0 3 32,6 0-3-32,2-28-6 0,4-5-25 15,-10-2-8-15,-7-4-2 16,-12 2-3-16,-8 15 36 16,-13 6 8-16,-4 11 8 15,0 5 59-15,0 0 21 0,-13 21-74 16,-3 13 0-16,3 9-5 15,9 0-4-15,4 0 3 16,0-12-8-16,0-6 0 16,17-16-3-16,12-9 3 15,4 0 8-15,3-9 23 16,5-28-1-16,1-7-11 16,-9-8-17-16,-5 0 5 0,-20 2 1 15,-8 4-7-15,0 9-1 16,-17 16-2-16,-19 8 2 15,-13 13 2-15,-13 0-2 16,5 16-3-16,3 21-22 16,13 3-46-16,21 0-74 15,20-3-83 1,0-12 13-16,17-10 107 16,19-12 63-16,9-3 45 0,9 0 13 15,-1-25 8-15,0-8 21 16,0-1-15-16,-7 0-3 15,-9 6 16 1,-12 10 50-16,-9 5 15 0,-12 10-10 16,-4 3 45-16,0 0-34 0,0 9-81 15,0 25-18-15,-8 12 4 16,4 4-8-16,0-7 2 16,0-6-3-16,4-12 5 15,0-13 3 1,0-9 7-16,0-3 4 15,12 0 3-15,5-25 21 16,6-11 0-16,6-8-32 16,0-8-5-16,0 9-5 15,0 5 0-15,-13 11 0 16,-4 11 2-16,-8 16 1 16,-4 0-1-16,0 0-5 0,0 31 0 15,0 16 3 1,0 2 5-16,0-6-8 0,8-3 0 15,9-18-2-15,8-10 0 16,4-12-8-16,8 0-4 0,7-16 7 16,2-20-39-16,-1-11-66 15,-9-5-92-15,-31 30-70 16,-1 1-114-16</inkml:trace>
  <inkml:trace contextRef="#ctx0" brushRef="#br0" timeOffset="3762.31">17208 7164 562 0,'0'0'223'0,"0"0"-126"15,0 0-39-15,0 0 12 16,0 0-15-16,0 0-19 16,-37 61-13-16,24-18 4 15,-7 0-17 1,8-2 5-16,0-4-2 0,12-4-2 16,0-11 1-1,0-6-12-15,12-8-4 16,24-8 3-16,10 0 0 15,7 0-8-15,-32-5-117 0,-1-11-239 16</inkml:trace>
  <inkml:trace contextRef="#ctx0" brushRef="#br0" timeOffset="3981.29">17586 7444 596 0,'0'0'589'0,"0"0"-567"16,0 0-8-16,0 0-13 16,0 0-1-16,0 0-30 15,32 3-215-15,-32-3-651 16</inkml:trace>
  <inkml:trace contextRef="#ctx0" brushRef="#br0" timeOffset="4453.1">17766 7271 601 0,'0'0'128'0,"0"0"-104"16,0 0 21-16,0 0 58 15,0 0-90-15,0 0-11 16,37-15 20-16,4 15 7 31,4 0-14-31,0 0-10 0,1 0-4 16,-2 0-1-16,-11 0-1 0,0 0-18 15,-12 0-94-15,-21 0-126 16,0 0-137-16</inkml:trace>
  <inkml:trace contextRef="#ctx0" brushRef="#br0" timeOffset="4634.87">17910 7389 525 0,'0'0'268'0,"0"0"-213"0,0 0-52 15,0 0 104-15,0 0-44 32,0 0-35-32,-17 15-18 15,50-15 1-15,8 0-11 0,5-3-47 16,2-3-94-16,-31 0-115 15,-5-1-131-15</inkml:trace>
  <inkml:trace contextRef="#ctx0" brushRef="#br0" timeOffset="5186.92">18415 7160 713 0,'0'0'103'0,"0"0"-103"15,0 0 0-15,0 0 14 16,0 0 0-16,4 133-13 16,8-77 1-16,-3-4-1 0,3-3-1 15,-5-12 0 1,-2-16 2-16,3-5 0 15,-8-9 15-15,4-7 28 16,8 0 7-16,1-10 9 0,7-24-29 16,1-6-24-16,4-6 2 15,0-3-5-15,-10 2-3 16,10-2-1-16,-8 9 0 16,-1 6-1-16,-4 12 2 0,-3 7-2 15,-5 12 0-15,0 3-3 16,-4 0-7-16,0 6-6 15,0 25 16-15,8 6 7 0,1 9-6 32,3 3 0-32,4 4 3 15,4-4-4-15,1-9 0 16,8-9 0-16,-9-12 0 0,1-7-1 0,0-12 2 31,4 0 2-31,2 0-3 0,7-25-1 16,-6-9-8-16,-3-2 2 15,-4-5-15-15,-1-2 14 16,0 3-3-16,5 0-12 16,-4 6-16-16,-1 9 13 15,-11 16-15-15,-9 6-85 16,0 3-76-16</inkml:trace>
  <inkml:trace contextRef="#ctx0" brushRef="#br0" timeOffset="5851.56">19548 7172 741 0,'0'0'73'16,"0"0"-68"-16,0 0 38 15,0 0 11-15,0 0-39 16,0 0-11-16,102-5 2 16,-52 5-5-1,3 0 0-15,-8 0-1 0,-4 0 0 16,-16 0-3-16,-8 0-122 16,-17 0-92-16,0 0-192 15</inkml:trace>
  <inkml:trace contextRef="#ctx0" brushRef="#br0" timeOffset="6051.36">19552 7364 393 0,'0'0'182'0,"0"0"-176"16,0 0-2-16,0 0 151 15,0 0-52-15,0 0-58 16,123 15-27-1,-69-24-7-15,2 0-11 16,-2 6 1-16,-4-3-1 16,-6 3-3-16,-40 3-134 15,-4 0-173-15</inkml:trace>
  <inkml:trace contextRef="#ctx0" brushRef="#br0" timeOffset="6821.92">20278 7046 879 0,'0'0'19'16,"0"0"-12"-16,0 0-7 16,0 0 22-1,0 0-17-15,0 0-4 16,0 78 2-16,0-32 0 16,0 6-1-16,0 0-1 15,0-2 4-15,0-10-5 16,0-6 0-16,0-16 0 15,0-9 5-15,5-5 17 0,3-4 18 16,4 0 8-16,9-19 5 0,7-15-25 16,5-6-21-16,0-3 0 15,0-3-3-15,0-4 1 16,3-2-4-16,-7 3-1 16,-8 12 4-16,-9 9-4 15,-3 15 3-15,-9 8 33 16,0 5-9-1,0 0-12-15,0 0-15 16,0 30-18-16,0 16 17 16,0 10 1-16,0 3 0 15,0-1-1-15,0 1 1 16,0-4 0-16,12-11-12 16,9-11 5-16,-6-11 7 15,2-13-4-15,8-9 3 0,-1 0-17 16,5-9 12-16,4-25-9 15,-5-3-4 1,1-3 6-16,-12 0 5 0,-5 9 8 0,-4 9 4 16,-8 13-3-16,0 9 15 15,0 0 22-15,0 0-38 16,-8 28-6-16,-8 15 5 0,3 6 2 31,5 4-3-31,8-10 0 0,0-9 0 0,16-13 2 16,13-5-4-16,4-16 4 15,12 0 3-15,9-6-1 16,-1-22-2-16,-4-6-20 31,-16-6-28-31,-33 19-55 0,0 2-185 16</inkml:trace>
  <inkml:trace contextRef="#ctx0" brushRef="#br0" timeOffset="6953.41">20894 6963 1160 0,'0'0'67'16,"0"0"-65"-16,0 0 12 0,0 0-14 15,0 0-137 1,0 0-558-16</inkml:trace>
  <inkml:trace contextRef="#ctx0" brushRef="#br0" timeOffset="15377.21">13062 8452 64 0,'0'0'122'15,"0"0"-104"-15,0 0-18 16,0 0 12-16,0 0 24 16,0 0-9-16,0 0-18 15,0 0 0-15,0 0 12 0,0 0 17 16,0 3-22 0,0-3-16-16,0 3-1 0,0 0-30 15,0-3-13-15,0 0-16 16,0 0-18-16,0 0-77 0</inkml:trace>
  <inkml:trace contextRef="#ctx0" brushRef="#br0" timeOffset="16234.74">13079 8033 367 0,'0'0'180'0,"0"0"-163"16,0 0 0-16,0 0-17 16,0 0 10-16,0 0 9 15,0 0-19-15,-9-25 29 0,9 62 43 16,0 18-5-16,0 10-38 15,0 12 3 1,0 16-6-16,5 5-1 16,-1 4-5-16,3-12-8 15,1-19-4-15,-4-13 14 16,0-24 7-16,1-12 3 16,-5-13-7-16,4-6-1 15,-4-3 9-15,8 0 9 16,4-15-35-16,9-22 19 0,0-13-14 15,4-5-3-15,-5-1 1 16,-4 4-9-16,0 6-1 16,-3 15 0-16,-1 12 0 15,-8 7 0-15,0 12 0 16,-4 0-13-16,0 0-1 16,0 15-10-1,4 25 20-15,5 19 4 0,11 6 1 16,1-4-1-16,4-5-8 15,-5-16-3-15,0-12 10 16,1-13-4 0,-5-9 3-16,1-6-4 0,8 0-1 15,4-31 7-15,3-9 0 16,-7-9 8-16,-1 0-8 0,-11-1 9 16,-5 10-7-16,-4 10 0 0,-4 8 5 15,0 16-7 1,0 3 2-16,0 3 4 15,0 9 1-15,-8 28-7 16,0 16 0 0,-5 2 0-16,9-3 0 15,4-9-3-15,0-12 3 16,0-12-6-16,17-10 2 0,3-9-4 16,9 0 3-16,3-9 5 0,10-25 2 15,-1-9 12-15,-8-4-10 16,-18 1 1-16,-10 3 3 15,-5 3-5 1,0 9 1-16,-20 13-3 0,-17 18 0 16,-5 0 14-16,-7 24-14 15,0 10 0-15,4 10-1 16,12-1-9-16,20-3-60 16,13-7-82-16,9-17-75 0,11-16-40 15,5 0-101 1</inkml:trace>
  <inkml:trace contextRef="#ctx0" brushRef="#br0" timeOffset="16482.62">13964 8196 699 0,'0'0'156'0,"0"0"-134"0,0 0 22 16,0 0 35-16,0 0-59 15,0 0-20-15,9-58-40 16,3 107 40-16,-4 15 16 0,9 10 2 16,-1 4-8-16,1-5-9 15,-5-7-1-15,5-18-2 16,-1-10-18-16,-7-10-6 16,6-16-29-16,-6-9-55 0,-5-3-92 15,-4 0-255-15</inkml:trace>
  <inkml:trace contextRef="#ctx0" brushRef="#br0" timeOffset="16818.45">14228 8597 761 0,'0'0'107'0,"0"0"-107"15,0 0 0-15,0 0 48 16,0 0 19-16,0 0-16 15,115 3-18-15,-78-34-17 16,3-6-11-16,-7-3 8 0,-4-3-12 16,-12 3 3-1,-13 3 2-15,-4 9-6 16,0 6 6 0,0 13 0-16,-25 9 36 0,-8 4-41 0,-8 39 6 15,-4 21-7-15,8 16 10 16,12 6 7-16,25 1-2 15,0-16-15-15,33-19 2 0,28-12 5 32,18-24-2-32,11-16-5 15,13 0-4-15,-1-28-62 16,-68 0-163-16,-10 0-589 0</inkml:trace>
  <inkml:trace contextRef="#ctx0" brushRef="#br0" timeOffset="18290.36">16194 8350 364 0,'0'0'249'16,"0"0"-177"-16,0 0-13 15,0 0 61-15,0 0-34 16,0 0-15-16,-21-86-38 16,13 83-6-16,0 3-27 15,-13 0 3-15,-7 9-1 0,-9 25-1 16,0 6 1-16,4 9 7 15,17 1-5-15,8-1-3 16,8-12-2-16,0-6-7 0,28-9 7 16,13-19-5-16,9-3 6 15,6 0-2-15,11-31-5 16,-2-3-26-16,-7-3-47 16,-9 0 5-16,-8 3-22 15,-17 6 34-15,-15 13 44 0,-9 9 19 16,0 6 24-16,0 0 81 15,-29 15-66-15,1 22 2 16,-1 12-3-16,12 4-12 31,13-7-15-31,4 0-10 0,0-18-1 16,0-19-7-16,21-6 7 16,4-3 11-16,7-18 32 15,1-23-16-15,-4-7-17 0,-5-11-2 16,-15 3-6-16,-9 7 4 15,0 9 4-15,0 9-6 16,-29 13 11-16,0 11-7 0,-8 7 4 16,-4 0-12-16,4 16-2 15,0 15-5-15,16 9-19 16,9 0-20-16,12 3-41 16,0-12-33-16,16-10-11 31,17-14 56-31,17-7-2 15,3-10 47-15,5-27-7 0,4-6-34 16,-14 3-7-16,2 0 48 16,-13 6 30-16,-9 6 49 15,-11 7 88-15,-9 12 27 16,-8 2 22-16,0 7-27 0,0 0-82 16,0 9-69-16,0 26-7 15,0 14 27-15,4 4-20 16,0 2-5-16,0-9 1 0,0-6-3 15,5-18-1 1,-1-13 1-16,-4-9 5 0,4 0 6 16,9-9-10-16,3-25 36 15,9-12-23-15,-5-1-14 32,1-2-1-32,-8 3 2 0,-5 12-2 15,0 9 0-15,-8 13 0 16,-4 12 0-16,0 0-7 15,0 12 2-15,0 28 5 16,-12 15 4-16,4 4-4 16,8 0 0-16,0-13-5 15,20-15 0-15,9-13-4 0,3-18-12 16,10 0 6-16,3-15-23 16,-3-22-26-16,-2-9-58 15,-7-3-22-15,-8-4 15 16,-9-3 73-16,-3 7 52 15,-9 0-13-15,-4 6 2 16,0 9 15-16,0 15 98 0,0 10 66 16,-8 9-40-16,-13 0-71 0,-4 21-39 15,-8 23 0 1,-3 5 22-16,7 13-19 0,0 3-1 16,12-7-8-16,13-5 11 15,4-17 2-15,0-8-21 31,33-12 1-31,9-16-1 0,10 0 0 16,15-6-52-16,-38-16-212 16,-6 6-468-16</inkml:trace>
  <inkml:trace contextRef="#ctx0" brushRef="#br0" timeOffset="18460.62">17495 8409 925 0,'0'0'93'0,"0"0"-83"16,0 0 93 0,0 0-50-16,0 0-53 15,0 0 0-15,0 0-27 0,25-40-97 16,-25 40-247 0</inkml:trace>
  <inkml:trace contextRef="#ctx0" brushRef="#br0" timeOffset="19270.8">17857 8273 465 0,'0'0'317'0,"0"0"-317"32,0 0 22-32,0 0-18 0,0 0 11 15,0 0-15-15,77-34-2 16,-23 28 0-16,-9 3 0 0,4 0 2 16,-3 0 3-1,-9 0-3-15,-5 3-4 0,-16 0-9 16,-7 0-95-16,-9 0-125 31,0 0-116-31</inkml:trace>
  <inkml:trace contextRef="#ctx0" brushRef="#br0" timeOffset="19450.53">17972 8378 414 0,'0'0'316'0,"0"0"-296"15,0 0 4-15,0 0 24 16,0 0 27 0,0 0-52-16,94 0-22 0,-53-6 2 15,0 6-3-15,-5-3-42 16,-27-1-128-16,-1 4-154 16</inkml:trace>
  <inkml:trace contextRef="#ctx0" brushRef="#br0" timeOffset="19805.66">18509 8147 482 0,'0'0'142'15,"0"0"-99"-15,0 0 87 16,0 0 28-16,0 0-50 15,0 0-60-15,8-22-31 16,-8 25-11-16,0 22 16 0,0 6 13 16,0 9-19-16,0 6-11 15,0 9-3-15,0 10 3 0,0 9-5 16,0-3 3 0,4 0-3-16,5-6 0 0,-1-13-1 15,-4-8-7-15,4-11-1 16,-8-5 0-16,4-9-19 15,-4-4-6-15,0-3-29 0,0-5-26 16,0-2 1-16,0-5-42 16,0 0-19-16,0 0-115 15</inkml:trace>
  <inkml:trace contextRef="#ctx0" brushRef="#br0" timeOffset="20119.68">18542 8184 875 0,'0'0'97'0,"0"0"-87"15,0 0 39-15,0 0-17 16,0 0-32-16,0 0-5 16,0 0 3-16,123-87-7 0,-82 112 5 31,1 3-1-31,-10 3 4 15,-12-1-5-15,-11-5 2 0,-9 0-4 16,0-4 8 0,-21 1 7-16,-28-1-1 15,-17-5 8-15,-7-7-5 0,7-2-2 16,8-7-1-16,22 0-3 16,11 0-3-16,13-10-18 15,12-2-52-15,0-1-48 0,8 11-115 16,12-1-310-16</inkml:trace>
  <inkml:trace contextRef="#ctx0" brushRef="#br0" timeOffset="20602.48">19346 8202 262 0,'0'0'90'0,"0"0"-76"16,0 0 48-1,0 0 75-15,0 0-77 0,0 0-27 16,-12-18-24-16,12 18 27 16,0 0 31-16,0 0 23 0,0 0-14 31,0-6-18-31,4 3-11 15,12-4-11-15,5-2-24 16,12 6-11-16,4-6 3 16,8 6-4-16,0-3 0 15,5 6 1-15,-13 0 0 16,-5 0-2-16,-11 0-31 0,-13 0-63 16,-8 6-67-16,0-3-85 15,-8-3-173-15</inkml:trace>
  <inkml:trace contextRef="#ctx0" brushRef="#br0" timeOffset="20788">19363 8307 504 0,'0'0'206'16,"0"0"-179"-1,0 0-20-15,0 0 147 0,0 0-63 16,0 0-47-16,0 0-37 15,143-15-7 1,-89 5-5-16,0 7-44 16,-43 0-95-16,2 0-243 15</inkml:trace>
  <inkml:trace contextRef="#ctx0" brushRef="#br0" timeOffset="21335.66">20037 8005 796 0,'0'0'126'0,"0"0"-126"0,0 0 1 15,0 0 30-15,0 0-14 16,0 0-15-16,28 34 5 16,-16 6-1-16,-4 6-3 15,-4 0-1-15,5 7-2 16,-5-7 0-16,0-6-2 0,0-9-1 16,0-9 1-16,4-13-1 15,-3-3 3-15,-5-6 3 16,4 0 22-16,8-3 29 15,5-22-30-15,3-3-21 16,1-12 2-16,3 0-5 0,1-3 1 16,-5 3-1-16,1 0 2 15,-5 6-2-15,-7 13 3 0,-1 11-3 16,-4 7 1-16,-4 3 3 16,0 0 0-1,0 13 5-15,0 20-8 16,0 10 6-16,4 4-7 0,13-1-2 15,2-6 2 1,6-3-19-16,4-9 0 16,0-9 11-16,-4-7-3 15,3-6-4-15,-3-3-23 16,-5-3-58-16,-16 0-119 16,-4 0-138-16</inkml:trace>
  <inkml:trace contextRef="#ctx0" brushRef="#br0" timeOffset="21589.65">20664 8236 756 0,'0'0'204'16,"0"0"-167"-16,0 0 20 15,0 0 45-15,0 0-62 16,0 0-40-16,4-3 1 16,-16 37 0-1,-5 3 1-15,10-3-2 16,7-7-1-16,0-2 1 0,0-3-3 15,4-13 2 1,12-6 1-16,8-3 0 0,5 0 7 16,9 0-6-16,-1 0-1 15,-5-15-11-15,1-4-19 16,-12-2-34-16,-21 12-83 0,0-4-203 16</inkml:trace>
  <inkml:trace contextRef="#ctx0" brushRef="#br0" timeOffset="21758.87">20632 7928 1035 0,'0'0'25'0,"0"0"-6"16,0 0-19-16,0 0 14 15,0 0-14-15,0 0-112 0,-8-28-90 31,8 34-100-31</inkml:trace>
  <inkml:trace contextRef="#ctx0" brushRef="#br0" timeOffset="24000.33">21190 6892 288 0,'0'0'108'15,"0"0"-107"-15,0 0 16 16,0 0 94-1,0 0-22-15,0 0-47 16,0-31-12-16,0 29 19 16,0-2-17-16,0 1-11 15,0-3 4-15,0 0 7 16,12 0-22-16,12 0 2 16,5 2 1-16,8-2-10 15,9 0 4-15,-2 6-3 0,10 0 2 16,-4 0 6-16,2 0-2 15,-2 0-1-15,0 16 0 16,-10-1-4-16,-7 10-3 0,-12-1 6 16,-13 16-7-16,-8 6 17 15,0 13 29-15,-29 9-31 16,-12-1-4 0,0 11-3-1,0-4-5-15,12-6-2 0,4-7 5 16,13-8 3-16,8-10-3 15,4-3 11-15,0-12-5 16,16-7-4-16,13-5-4 16,8-10-4-16,9-6 6 15,7 0 1-15,4 0-4 0,-4 0-2 16,-7-3-2-16,-13-4-12 16,-13 4-20-16,-11 1 15 15,-9 2 17-15,0 0 17 16,0 0 14-16,-13 0 3 15,-12 0-23-15,-8 18-6 16,4 4 9-16,-3 8-8 16,12 4-5-16,7 6-1 15,9 3-6-15,4 10 5 16,0 2-1 0,0 4 1-16,13 6 1 15,7 2 0-15,1 1 1 0,-6-3 0 16,-2-4-1-16,-5-2 0 15,-8-7 2-15,0-8-2 0,-8-10 6 16,-20-6-1-16,-18-10 8 16,1-3 24-16,-9-5-4 15,10-7-5-15,7-3-1 16,8 0-10-16,8 0-3 16,9 0-14-16,8 0-6 15,4-10-27-15,0-5-56 0,0 3-92 16,0 3-478-16</inkml:trace>
  <inkml:trace contextRef="#ctx0" brushRef="#br1" timeOffset="33673.1">23418 7361 436 0,'0'0'85'0,"0"0"-85"16,0 0 16-16,0 0 87 16,0 0-29-16,0 0-22 15,0 0-10-15,0-62 11 0,0 59 1 16,0 3 6-16,0 0-13 15,0 0-15-15,0 0-6 16,0 0-6-16,0 0-6 16,0 0-6-16,0 0-2 15,0 0 8-15,0 15-12 16,0 19 1-16,0 10 12 16,0 8-14-16,13 3 1 15,-5 1-1-15,9-1 2 16,-9-2-2-16,4-7 0 15,-3-12-1 1,-1-6 0-16,-4-13 1 0,-4-6-1 16,0-9 3-16,0 0-1 15,0 0 3-15,4 0-2 16,0 0 4-16,4-9 31 0,-3-16-9 16,3-5-25-16,-4-10-1 15,4 6-1-15,1 0-1 16,-2-3-1-16,1 3 0 15,0 0 0-15,5 0-2 0,-1 0 2 16,-4 0 2-16,5 10-2 31,-5 5 0-31,0 7-1 0,-4 6-1 16,-4 6 1 0,0 0-7-16,0 0-4 0,0 2 2 15,9 26 9-15,-1 6 1 16,4 10 2-16,-3-1 0 15,7 6 0 1,-9 0-2-16,6 0 0 0,-1 1 0 0,-3-7 3 16,3-6-2-16,-8-9-1 15,4-9-1-15,1-7 0 16,-5-9 1-16,8-3-4 16,-4 0 0-16,9 0 4 15,8-3 5-15,7-22 0 16,13-3 0-16,-3-2 1 0,-6-1-6 15,-11 6 2-15,-9 6-4 16,-12 7-16-16,-4 12-119 16,0 0-666-16</inkml:trace>
  <inkml:trace contextRef="#ctx0" brushRef="#br1" timeOffset="34210.61">24244 7543 437 0,'0'0'472'0,"0"0"-423"16,0 0-46-16,0 0 86 15,0 0-17-15,0 0-59 16,0-22-13-16,0 22-4 15,0 0-7-15,0 0 11 0,0 0-9 16,0 10 9-16,0 8 4 16,0-6-1-16,-8-3 4 15,4 0-7-15,0-5 2 0,4-4 6 16,0 0-4-16,0 0 12 16,0-13 24-16,0-11-28 15,0-1-11-15,0 0 0 16,0 10 7-16,0 9-3 0,0 3-5 15,0 3 1-15,0 0-2 16,0 0-4-16,0 9-11 16,0 10 1-16,0 2-11 15,8-3-33-15,4-5-63 16,1-13-60-16,-9 0-131 16</inkml:trace>
  <inkml:trace contextRef="#ctx0" brushRef="#br1" timeOffset="34604.67">24675 7364 620 0,'0'0'150'0,"0"0"-138"15,0 0 29-15,0 0 111 16,0 0-94-16,0 0-36 16,0 0-11-1,0-74 12-15,0 74-8 16,0 0-7-16,0 18-6 16,0 19 19-16,0 19 5 15,-4 6-9-15,4 14-4 16,0 5-3-16,0 2-9 15,4-3 0-15,21-6 1 16,-9-9 0-16,4-10-2 0,-7-11 0 16,-1-14 1-16,-4-11-3 15,-4-10 0-15,1-3-2 16,-5-6-5-16,4 0-30 0,-4 0-33 16,0-9-47-1,0-6-173-15</inkml:trace>
  <inkml:trace contextRef="#ctx0" brushRef="#br1" timeOffset="34926.68">24716 7339 805 0,'0'0'113'0,"0"0"-108"15,0 0-5-15,0 0 29 16,0 0-29-16,0 0-2 15,99-96-3-15,-38 96 0 16,1 25 2-16,-4 9 0 16,-10 9-7-16,-19 7 1 15,-12-4 8-15,-17 0 1 16,0-6 6-16,-29-6 24 0,-29 0 10 16,-11-9 0-16,-6-10-6 15,6-3-6-15,7-5 0 16,13-7-6-16,29 0-16 0,7 0-6 15,13-13-40 1,29-2-113-16,0 9-88 0,7-4-181 31</inkml:trace>
  <inkml:trace contextRef="#ctx0" brushRef="#br1" timeOffset="35346.85">25570 7429 557 0,'0'0'77'15,"0"0"-34"1,0 0 139-16,0 0-31 0,0 0-69 16,0 0-37-1,0 0-35-15,-25-25-10 16,25 22 0-16,21-3 15 15,11 0-11-15,18-1 4 16,-1 1-4-16,12 0-1 16,-3 3 1-16,-1 3-4 15,-16 0-4-15,-7 0 2 16,-14 0-5-16,-12 0-36 0,-3 0-45 31,-5 3-98-31,0 3-104 16</inkml:trace>
  <inkml:trace contextRef="#ctx0" brushRef="#br1" timeOffset="35565.47">25640 7543 498 0,'0'0'230'0,"0"0"-216"0,0 0-11 16,0 0 111-16,0 0-38 15,0 0-28-15,-21 31-24 16,50-31 26-1,16 0-11-15,12 0-12 0,9-4-19 16,-1-5-5-16,-3 0-3 0,-4 3-28 16,-13-1-100-16,-41 7-98 31,4 0-93-31</inkml:trace>
  <inkml:trace contextRef="#ctx0" brushRef="#br1" timeOffset="36466.68">26555 7231 725 0,'0'0'59'0,"0"0"-52"16,0 0 133-16,0 0-44 16,0 0-80-16,0 0-14 15,0 0-2-15,-12-24-2 31,12 24 0-31,0 15 2 16,0 13 6-16,0 12 10 0,0 9-12 0,0 7 2 16,0-1-6-1,0 1 1-15,0-7 1 16,8-9-2-16,5-6 1 16,-5-13-1-16,0-8 0 0,-4-7 1 15,-4-6-1-15,4 0 0 16,8 0 12-16,4-19 48 15,9-14-37-15,4-10-12 16,8-7-9 0,-8-9 8-16,3 1 1 15,-3 0-6-15,0 8 2 0,-4 7-5 16,0 12 2-16,-10 10-3 16,-2 8 1-16,-9 7 1 15,-4 6-3-15,0 0-3 16,0 0-3-16,0 15-2 15,0 23 8-15,4 20 9 0,4 7-8 16,0 9 0-16,13-6-1 16,-4-1 1-16,7-8-4 15,-3-13 0-15,0-12-11 16,-6-10 7-16,-2-14 3 0,3-7 2 16,1-3-8-16,8 0 6 15,3-21-5-15,1-7-4 16,-1-6 10-16,-11-3 3 15,4 0 0-15,-13 0 1 16,4 12 0 0,-8 6 0-16,-4 11 11 15,0 8 21-15,0 0-1 16,0 0-4-16,0 18-27 16,0 19-1-16,-4 9-3 15,-4 0 3-15,8-3 0 16,0-8-4-16,0-11 3 0,16-2 0 15,5-13-4-15,4-6 5 16,3-3 2-16,1 0 4 16,8-3-6-16,-4-16-10 15,-4-9-14-15,-9 1-20 0,-12-7-69 16,-8 22-160-16,0-1-225 16</inkml:trace>
  <inkml:trace contextRef="#ctx0" brushRef="#br1" timeOffset="36797.78">27359 7342 270 0,'0'0'304'16,"0"0"-288"-16,0 0-5 16,0 0 128-16,0 0-63 15,0 0-30-15,-33-71 15 16,33 71 12-16,0 0-20 15,0 0-15-15,-7 0-7 0,3 0-25 0,-4 22 3 16,-5 3-3-16,9-1-6 16,4-2-3-1,0-4 3-15,0-5-2 0,0-7 2 16,0-3 0-16,8-3 0 16,9 0 14-16,7-22 14 15,-8-6-18-15,5-2-1 0,-13-4-5 31,-4 6 2-31,-4 9-2 16,0 1-4-16,-16 15-5 0,-17 3-22 16,13 0-123-1,-5 0-416-15</inkml:trace>
  <inkml:trace contextRef="#ctx0" brushRef="#br1" timeOffset="38655.75">27080 6874 107 0,'0'0'44'0,"0"0"-1"0,0 0 36 15,0 0-1 1,0 0-17-16,0 0 12 16,0 0-4-16,-45 0-9 15,45 0 7-15,0 0-1 0,0 0-5 16,0-3-3-16,0-4-9 16,0 2-19-16,0-5 17 0,0 1-11 15,0 0-23-15,16-4-5 16,1 1-6-16,12-1-1 15,4 4-1-15,4 3 0 16,-1 0 2-16,6 6-1 16,-9 0 1-16,-13 0-2 15,-7 0-7-15,-9 0-7 0,-4 18 14 16,0 10 4-16,-21 13 16 16,-12 2-14-16,-8 6 2 31,-4-3-5-31,-12-6-1 0,7-3 5 0,10-9 14 31,7-6-1-31,16-10 16 16,9-6-13-16,8-6-10 0,0 0-8 0,0 0-1 15,8 0 6-15,21 0 6 16,11 0 7 0,2-9-15-16,7 5-8 15,-4-1 2-15,4-2-1 0,-3 1 0 16,-5 6-2-16,-5 0-4 15,-15 0-3-15,-21 0-85 0,0 0-165 16</inkml:trace>
  <inkml:trace contextRef="#ctx0" brushRef="#br2" timeOffset="46261.23">22960 6692 394 0,'0'0'121'0,"0"0"-118"0,0 0-3 15,0 0 75-15,0 0 13 16,0 0-31-16,0 0-13 16,-5-37 7-16,5 34 1 15,0 0 1-15,0 3-2 16,0 0 7-16,-4 0-23 0,4 0-2 0,-4 0-1 15,4 0-14-15,0 0 3 16,0 0-8-16,0 0-4 16,0 0-4-16,0 0-5 15,0 0 0-15,0 0 0 16,0 9-7-16,0 19 7 16,-8 12 0-1,4 9 0-15,0 10 2 16,4 6-1-16,0 8-1 15,-5 1 3-15,5 7 0 16,0 5 0-16,0 3 1 16,0 7 1-16,0-4-1 0,0 1-1 15,0-4 1 1,5-3 1-16,3-5-4 0,0-5 2 16,0-5 1-16,1-3-1 15,-2-12 12-15,1-7-11 0,0-9-3 16,1-9 6-16,-5-10-7 15,0-8 2-15,-4-7-1 16,0-6 0-16,0 0 4 16,0 0 0-1,0 0-1-15,0 0 5 16,0 0-7-16,0 0-2 16,0 0-1-16,0-12-30 15,0-13-8-15,0-2-23 16,0-8-53-16,0 20-82 15,0-1-180-15</inkml:trace>
  <inkml:trace contextRef="#ctx0" brushRef="#br2" timeOffset="47880.58">22864 6837 366 0,'0'0'101'15,"0"0"-84"-15,0 0 78 16,0 0 15-16,0 0-35 15,0 0-25-15,0 0 0 16,-8-9 3-16,8 9 3 0,0 0 0 16,0 0-19-16,0 0-14 15,0 0 6-15,0-4-12 16,13 1-2-16,15-3-1 16,18-3 9-16,7 3-6 15,13-4-14-15,15 4 7 16,6-3-2-1,7 3-3-15,13-3 0 16,0-4-2-16,8 7-1 16,8-3 0-16,0-1 0 15,8 1-2-15,5 3 3 16,3 0-1-16,5-3-4 16,12-1 2-16,4 2 0 0,-8-2 1 15,-4 4-1-15,-13 3 0 0,-12 0 3 16,-8 0-3-1,-8 3 1-15,-8 0-1 0,3 0 4 16,1 0-2-16,0 0-2 16,-5-6 0-16,-3 2-3 15,-1-5 3-15,4 0 0 16,-3 3-1-16,-9 0 2 0,-12 0 0 16,-4 2-1-16,-12 4 0 15,-2-3-1-15,6 3 2 16,-1-3-1-16,6 3 1 15,-5-3-1-15,-1 0 0 16,1-3 0-16,-6 0 0 16,2 3 0-16,-4-1 0 15,-1 4 0 1,1 0 1-16,-6 0 1 0,6 0-3 16,-5 0 1-1,0 0 0-15,5-3-2 16,-5 1 2-16,-4-5 0 15,0 4 0-15,-7 0 1 0,-10 3-2 16,4-3 0-16,-3 3 1 16,0 0-1-16,4 0 1 0,-8 0 0 15,-8 0 0-15,-2 0 1 16,-6 0-2-16,-5 0 1 16,-4 0 0-16,0 0 1 15,0 0 1-15,0 0-2 16,0 0 0-1,0 0 4-15,0 0-8 16,0 0 4-16,0 0 0 16,0 0-1-16,0 0 0 15,0 0 1-15,0 0 4 16,0 0-1-16,0 0 1 16,0 0-4-16,0 0 1 15,0 0-1-15,0 0 0 0,0 0 0 16,0 0 4-16,0 0-4 0,0 0 5 15,0 0 16-15,0 0-10 16,0 0-1-16,0 0-9 16,0 0-1-1,0 0 0-15,0 0-2 0,0 0 2 16,0 18-7-16,0 16 7 0,0 6 4 16,0 10-2-16,0 8-2 15,0 7 2-15,0 3-1 16,4 6 4-16,-4-3-3 15,0 0-1-15,0 3 2 16,0 3-3-16,0 0 1 16,0 3 0-1,0-3 0-15,0-3 0 16,0 0 0-16,0-6 0 16,0-4 5-16,8-5-5 15,0-7 3-15,1-5 6 16,3-7-10-16,-4-6 4 15,1-10 3-15,-5-2 0 16,0-10 5-16,-4-2-8 0,4-4-2 16,-4-3 5-16,0 0-7 0,0 0 3 31,0 0-3-31,0-3 0 0,0 0 1 16,0 0-1-1,0 0-6-15,0 0-33 0,0 0-28 16,0 0-32-16,0 0-124 15,0-9-377-15</inkml:trace>
  <inkml:trace contextRef="#ctx0" brushRef="#br2" timeOffset="50050.68">23012 8433 293 0,'0'0'140'15,"0"0"-124"-15,0 0 20 16,0 0 99-16,0 0-62 0,0 0-28 16,-20-9-6-16,20 6 10 15,0 3 2-15,0 0 2 16,0 0 0-16,0 0-2 16,0 0-19-16,0-3-1 0,0 3 0 15,0 0-14 1,0 0-1-1,0 0-4-15,0 0-2 16,0 0 2-16,0-3-7 0,0 3 5 16,8-3-2-16,17 0 4 15,8-3 6-15,12-7-7 16,8 7-2-16,9-3 0 16,11-1-8-16,6 5 4 0,11 2 9 15,8-4-11-15,-3 4 4 16,11 0-6-16,-3 3 2 15,8-3 4-15,-4 0-6 16,-1 3-1-16,1-6 0 0,0-1 1 16,4 2-1-16,-1-5 0 15,1 4 2 1,1-3-1 0,-6 0-1-16,1 5 0 0,-9-2 8 15,-3 6-7-15,-5-3 5 16,-8 0-5-16,0 3 0 15,-4-3 4-15,0 0-5 16,12 3 0-16,1-3 6 16,-1 0-6-16,4-4-1 15,-3 5-1-15,-1-1 0 0,1-1 1 16,-5-2 0-16,-9 3 1 16,-2 0 0-16,-6-3 2 15,-7 0-3-15,4 3 1 16,-5-1 0-16,-3-5-1 15,3 6 1-15,5-3 0 16,-1 0 2 0,-3 3-2-16,-4-3 0 15,-5-1 0-15,-4 4 0 16,-3-3-2-16,-6 3 2 16,-3 0 0-16,-4-3-1 0,-4 3 2 15,-8 0-1-15,-1-1 0 16,-4 2 1-16,1-1-2 15,-5-1 1-15,1 4 0 16,-1 0 0-16,0 0 0 0,-3 0-2 16,7 0 1-16,-3-3 1 15,2 0-1-15,2 3 1 16,-5-3 0-16,0 0-1 16,-3 3 1-16,3-3 0 15,0 3 0-15,1 0 0 0,-1 0-2 16,5 0 4-16,-5 0-2 15,8 0 0-15,1 0-1 16,-5 0 1-16,-4 0 2 16,1 0-1-16,-9 0-1 31,0 0 2-31,0 0 0 16,-4 0 0-16,0 0-2 0,0 0 0 15,0 0 1-15,0 0-1 16,4 0-2-16,5 0 1 15,3 0 1-15,0 0 0 0,-3 0-1 16,-1 0 1-16,-4 0 1 16,-1 0 0-16,1 0-2 15,0 0 1-15,5 0 0 16,3 0-1 0,1 0 1-16,-1 0 0 0,0 0 0 15,-3 0 1-15,3 0-2 16,-8 0 2-16,4 0-1 15,-8 0 1-15,0 0-1 16,0 0 0-16,0 0 4 16,0 0-3-16,5 0-1 15,-5 0 0-15,0 0 0 16,0 0 0-16,0 0-5 16,4 0 5-16,4 0-1 15,0 0 4-15,1 0-5 16,-1 0 2-16,3 0-1 15,2 0-1-15,3 0 2 0,1 0 0 0,-1 0 0 16,9 0 2 0,0 0-4-16,0 0 2 15,-2 0 0-15,-6 0 0 0,-5 0-1 16,-3 0 1-16,-9 0 4 16,0 0-3-16,0 0 3 15,0 0-2 1,0 0 0-16,0 0 0 15,0 0-2-15,0 0-8 16,0 0-25-16,0 0-24 16,0 0-22-16,0 0-56 15,0 0-230-15</inkml:trace>
  <inkml:trace contextRef="#ctx0" brushRef="#br2" timeOffset="54690.12">28612 6815 339 0,'0'0'86'0,"0"0"-81"16,0 0 54-16,0 0 47 15,0 0-45-15,0 0-44 0,0 0-4 16,0 0 13-16,0-43 6 16,0 43 15-16,0 0-8 15,0 0-9-15,0 0-9 16,0 0-21-16,-4 12 3 15,4 7 14-15,0 9 0 0,0 5-5 32,0 5-9-32,0 2 0 15,0 0-2-15,0-4 0 16,0-11 1-16,0-6 0 16,0-10 6-16,0-9-5 15,0 0 20-15,0 0 9 0,0 0 0 16,0 0-9-16,0 0-4 15,4 0 4-15,-4-22-3 0,0-9 9 16,4-2-12-16,0-7-7 16,0-6 3-16,5-1-13 15,-2 1 0-15,1 0 0 16,0 6 0-16,-3 12 0 16,-1 3 1-16,0 10-1 15,-4 12 0-15,0 0-3 0,0 3-3 16,0 0 0-1,0 0-7-15,0 0-1 0,4 6-12 16,0 21 26-16,4 16 7 16,5 10-4-1,3 6 2-15,5-1-5 16,-4-3-1-16,-1-5 1 16,0-10 2-16,-4-12-2 15,-4-7 0-15,1-8 1 16,-5-10 2-16,0-3-3 15,-4 0 1-15,4 0 2 0,0 0-2 16,0 0 1-16,-4-22 18 16,8-9-8-16,1-15-1 0,-1-6 5 15,9-7-9 1,-9 4-2-16,8 2 1 16,-3 7-2-16,2 6 2 15,-2 9-6-15,3 3 0 0,-8 10-1 31,5 3 0-31,-9 8 0 0,-4 7 0 16,4 0-3-16,-4 0 0 16,0 0-9-16,0 4-3 15,0 20 9-15,0 23 7 16,13 11 11-16,-5 10 3 16,0 6-12-16,9-6 2 15,-5-7-4-15,5-8 0 0,-6-10 0 16,1-13 0-16,-3-11 0 15,-1-7 0-15,-8-8 1 16,4-4-2-16,0 0-1 0,-4 0-4 16,4 0-24-1,-4-13-70-15,0 4-260 0</inkml:trace>
  <inkml:trace contextRef="#ctx0" brushRef="#br2" timeOffset="55592">29330 7000 458 0,'0'0'143'0,"0"0"-140"16,0 0 2-16,0 0 63 0,0 0-35 15,78-120-1-15,-62 99 27 16,-7-4 3-16,-5 3-23 15,-4-2 18 1,0 8 7-16,0 4-23 0,-8 5-18 16,-5 4-16-16,-3 3-6 15,3 0-1-15,-3 0 14 16,-8 25-13-16,3 12-1 0,9 10-1 16,-1 2 1-1,13 6 0-15,0-9 2 0,0 1-1 31,0-10-1-31,0-10 0 16,0-5 0-16,0-16 0 0,9-3-3 16,-1-3-10-16,0 0 13 15,5 0 8-15,7-15 7 16,0-13 2-16,1-9-5 16,-1 0-7-16,-7 3-1 15,-1 9-2-15,-8 13-1 0,-4 9 3 16,0 3-4-16,0 0 0 15,0 3-10-15,0 25-10 16,0-1 20-16,4 14 4 16,13-7-1-16,-5-7-3 15,9-5-1-15,-1-13-8 16,4-3-2-16,1-6-17 16,4 0 11-16,8-15-33 15,-5-22-16 1,6-3 3-16,-9-10 6 15,-9-2 39-15,1 0 18 0,-9 0 2 16,-4 5 2 0,-4 10 8-16,-4 15 22 0,0 10 62 15,0 6-7-15,0 6-31 0,0 0-35 16,0 0-18-16,-16 0 2 16,-9 12-5-16,-4 7 1 15,5 3 1-15,3-1-4 16,4 4 5-16,13 0 0 15,4-1-5-15,0 1-1 16,0-4-5-16,17 1-1 0,8-10 4 16,8 3-9-16,4-2-12 15,3 2 14-15,-3 4 6 16,-4-1-7-16,-8-2-13 16,-12 2-10-16,-9-2 13 15,-4-4 0-15,0 0 15 16,-17 0 6-16,-16-5 22 15,-12 2 0-15,-8-6 3 16,-1-3-8 0,1 0-5-16,12 0 14 15,12-3-14-15,17-6-12 0,8 0-48 16,4-7-52-16,0 13-110 16,16 0-227-16</inkml:trace>
  <inkml:trace contextRef="#ctx0" brushRef="#br2" timeOffset="56008.63">30172 6735 639 0,'0'0'149'0,"0"0"-145"16,0 0-4-16,0 0 73 0,0 0-32 15,0 0 5 1,0 0 20-16,49-80-4 16,-49 80-23-16,-20 9-9 15,-5 16 1-15,-4 8-25 0,0 8 5 0,12 2 2 16,13-3-13-16,4 0 2 16,0 0-2-16,0-9-5 15,25-3 4-15,4-4-4 16,8-5 2-16,-4-7-3 15,-9-3 6-15,1-2 0 16,-17-4 7-16,-4 3-7 0,-4-6-4 31,0 9 0-31,-12 3 4 16,-17 4 8-16,-11-1 8 16,-6 1-2-16,5-7-11 15,5-3-3-15,11 3 0 0,8-9-5 16,9 0-33-16,8 0-46 15,0 0-96-15,4-6-224 16</inkml:trace>
  <inkml:trace contextRef="#ctx0" brushRef="#br2" timeOffset="56294.82">30492 6846 838 0,'0'0'114'0,"0"0"-108"15,0 0 70-15,0 0-39 32,0 0-37-32,0 0 0 0,0 0 5 15,90-15 1-15,-49 15 0 16,8 0 4-16,-12-3-10 15,-4-1 4-15,-4 4-4 16,-16-6-23-16,-1 6-41 0,-12-3-106 16,0 3-195-16</inkml:trace>
  <inkml:trace contextRef="#ctx0" brushRef="#br2" timeOffset="56830.31">31025 6797 726 0,'0'0'27'16,"0"0"-21"-16,0 0 98 15,0 0-37-15,0 0-43 16,0 0-11-16,33-84 23 15,-33 81-3-15,0 3-25 0,-8 0-3 0,-12 0 0 16,-14 7-5-16,6 23 3 16,-9 7-2-1,8 10 0 1,9-1 3-16,3 3-2 0,13-5 5 0,4-11-4 16,0-5-2-16,0-10-1 15,17-14-3 1,-1-4 3-16,1 0 13 15,7-4 21-15,4-27-18 16,-3-5-11-16,-4-7 1 16,0 3-2-16,-9 0-3 15,-4 9 1-15,-4 15 4 16,-4 4-4-16,0 12 15 0,0 0 9 16,0 3-25-16,-4 25 3 15,-4 12-4-15,0 6 0 16,8-3-1-16,0-6-1 15,0-9 2-15,0-7-2 0,16-8-1 16,1-7 3-16,8-3-11 16,2-3 10-16,15 0-34 15,-1-9-64-15,-24-4-156 16,-5-2-205-16</inkml:trace>
  <inkml:trace contextRef="#ctx0" brushRef="#br2" timeOffset="57270.31">31452 6750 688 0,'0'0'196'16,"0"0"-147"0,0 0 91-16,0 0-39 15,0 0-101-15,0 0 4 16,0 0-4-16,-65 28 4 16,32 22 3-16,4 2-7 15,8 0-1-15,13 1-1 16,8-13 2-16,0-3-2 15,13-10-5-15,24-11-3 0,4-7 7 16,12-9 3-16,5 0 6 16,-1-9-6-16,-4-19-32 15,-3-15-29-15,-14-6-35 0,-3-10-16 16,-12-8-30-16,-5-8-4 31,-16 1 45-31,0 7 20 16,0 11 81-16,-24 16 145 0,3 12 124 15,4 16-68-15,5 9-74 16,5 3-73-16,3 0-28 16,-5 12-26-16,1 25 1 15,0 16-1-15,0 2 7 16,8 10-7-16,0 2 1 16,0 1-1-16,8-3-2 0,12-13 1 15,0-8 0-15,5-13-10 16,-4-13-25-1,-5-5-23-15,-3-13-37 16,-13 0-82-16,0-7-110 16</inkml:trace>
  <inkml:trace contextRef="#ctx0" brushRef="#br2" timeOffset="57550.54">31571 6883 699 0,'0'0'261'16,"0"0"-239"-16,0 0 59 15,0 0 4-15,0 0-84 16,0 0 6-16,37-86-6 15,13 82 2-15,3-1-1 16,0-2-2-16,-3-2 0 0,-10 3 1 16,-7 0-1-16,-16 3 3 0,-5 3-3 15,-8 0-2 1,-4 3-11-16,5 25 13 16,-1 8 3-16,0 11-2 0,8-4 1 15,1 0 2-15,-1-9-3 16,-1-7 0-16,-2-14-1 31,-1-1-4-31,-4-9-19 16,-4-3-72-16,0 0-113 15,0-9-287-15</inkml:trace>
  <inkml:trace contextRef="#ctx0" brushRef="#br2" timeOffset="57681.59">31970 6538 1094 0,'0'0'20'0,"0"0"-20"16,0 0-21-16,0 0 20 15,0 0-172-15,0 0-151 16</inkml:trace>
  <inkml:trace contextRef="#ctx0" brushRef="#br2" timeOffset="58019.75">31970 6538 198 0,'131'123'670'16,"-131"-123"-570"-16,0 0-19 0,0 9 15 16,0 7-74-16,0 11-17 15,0 13-5 1,-4 13 3 0,-4 0-3-16,8-1 0 15,0-6-1-15,0-9-2 0,0-13 3 16,4-8-1-16,17-10 1 15,11-6 2-15,9 0-1 16,0-25 20-16,0-12-8 16,-4-9-8-16,-12-6 0 0,-9 0 0 15,-16-1-3-15,0 13-2 16,-12 9 7-16,-29 13-7 16,-8 14 4-16,-9 4-4 15,4 4-20-15,6 30-44 16,-2 6-82-16,42-16-156 15,4-2-156 1</inkml:trace>
  <inkml:trace contextRef="#ctx0" brushRef="#br2" timeOffset="58385.64">32437 6704 699 0,'0'0'187'0,"0"0"-42"0,0 0-25 15,0 0-120-15,0 0-20 16,0 0 20-16,29 120 10 16,-29-58-1-16,0-9-8 15,0-10 5-15,0-12-6 16,0-19 13-16,0-12 13 16,17 0-14-16,12-12 6 0,4-29 31 15,7-14-24-15,-3-3-16 16,-4-8-6-16,0 8-1 15,-5 9 0-15,1 9 1 16,-12 18-3-16,-5 13 21 16,-12 9-4-16,0 0-17 15,0 34-23 1,0 21 23-16,8 16 8 0,9 13-4 16,0-4-3-16,3-10 0 15,4-11-1-15,1-16-21 16,0-15-44-16,-21-28-83 15,-4 0-566-15</inkml:trace>
  <inkml:trace contextRef="#ctx0" brushRef="#br2" timeOffset="60181.56">28969 8113 506 0,'0'0'260'0,"0"0"-231"16,0 0 8-16,0 0 36 16,0 0-41-16,0 0-23 0,58-148 5 15,-42 89 14-15,5-2-21 16,-6-4 3-16,-2-3 9 31,-5 1-17-31,-8 1 6 0,0 11-6 16,0 15 9-16,0 19 9 15,0 11 16-15,-13 10 21 16,-3 3-43-16,0 37-14 16,-8 19-7-16,3 15 3 15,4 9-3-15,9 1 7 16,4-5-1-16,4-11 1 0,0-12-2 16,17-10 4-16,7-15 5 15,14-12 0-15,10-17 2 16,14-2 11-16,12 0-13 15,8-27-7-15,-4-4-16 16,-8-3-44-16,-9-6-12 0,-16-6 12 16,-16-10 19-16,-8-3 19 15,-17 4 3-15,-4 12 19 16,0 6 1-16,0 18 52 16,-20 10 58-16,-9 9-41 0,0 0-47 15,0 9-21-15,-12 29-2 16,8 7 0-16,4 14 4 31,5 0-3-31,11-4 0 0,5-5-1 0,8-13-2 16,0-13 1-1,4-8 0-15,21-13 1 16,4-3 8 0,0 0-4-16,4-15 0 0,-1-20-4 0,-3-1-8 15,-4-4 0 1,-13 0-2-16,0 9 8 15,-7 6 1-15,-1 13 2 16,-4 12 0-16,0 0 8 16,0 2 0-16,0 29-9 15,0 13-3-15,0 2 3 16,0-6 0-16,0-3-4 16,0-13 3-16,12-8-4 15,9-13 1-15,3-3 4 0,13-6 13 16,0-28-11-16,8-9-1 0,-4-6-1 15,-4 2-11 1,-4-2 5-16,-12 6 6 0,-9 9 3 16,-5 12-3-16,-7 13 5 15,0 9 6-15,0 0 16 16,0 3-7-16,0 31-20 0,-4 12-2 16,-7 10 1-16,7 2 1 15,4-5-2-15,0-13 0 16,0-13-1-16,0-8 3 15,12-13-1-15,8-6 2 16,5-3 12-16,8-28-5 16,4-5-4-1,-4-8-4-15,-9 1-7 16,-8 3-1-16,-3 13-2 16,-5 8 7-16,-8 13 3 15,0 6 0-15,0 0 1 16,0 6-5-16,0 28 1 15,0 6 3-15,0 3-1 0,0-3 2 16,16-12-4-16,5-7 1 16,8-14 2-16,7-7 16 0,14-4 7 15,12-27-2 1,3-12-8-16,-3-6-7 0,-13-6-5 16,-21-7 2-16,-19-3 1 15,-9 0 4-15,-29 4-5 16,-28 8 17-1,-13 20 30-15,5 17-29 16,7 16-21-16,16 0-25 16,14 37-83-16,28-9-106 0,0-3-586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9:48:51.55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0070C0"/>
    </inkml:brush>
    <inkml:brush xml:id="br5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2191 6202 181 0,'0'0'320'15,"0"0"-258"1,0 0-54-16,0 0 30 16,0 0 19-16,0 0-16 15,0 0-1-15,-11-86-26 16,11 79 1-16,0 7 8 16,0 0-2-16,0 0-3 15,0 0-6-15,0 0-5 0,0 0-7 16,0 0-11-16,0 0-7 15,0 0 11-15,-4 19 7 16,4 9 1-16,-4 8-1 0,-1 14 3 16,1 8 8-16,0 10-1 15,0 6 1-15,0 12-2 16,4 13-3-16,0 0 3 31,0-1-8-31,0-2 0 0,0-10 1 16,0-3 3-16,4-2-3 15,4-4-1-15,1-3 0 16,-9-13 1-16,0-2 2 16,0-10 1-16,0-8 1 15,0-11-5-15,0-8 4 16,0-10-4-16,0-3 4 0,0-6 2 16,0-3-4-16,0 0 5 15,0 0 12-15,0 0-19 16,0-3-1-16,-9-18-90 15,9-4-22-15,0 10-82 16,0-1-235-16</inkml:trace>
  <inkml:trace contextRef="#ctx0" brushRef="#br0" timeOffset="1805.87">2101 6184 318 0,'0'0'62'0,"0"0"-52"0,0 0 31 15,0 0 62-15,0 0-33 16,0 0-33-16,-8-19-19 31,8 15-9-31,0 4 5 16,4 0 19-16,8-5 27 0,9 1-12 16,0 1-13-16,8 0-12 15,7 0 1-15,5-3 7 16,5 3-12-16,-2-3-2 15,10 3-8-15,8-1-2 16,3 4 11-16,10 0-7 0,-2 0-6 16,10 0-2-16,6 0-1 15,1 0-1-15,14-3 5 16,6 1 4-16,9-5-7 16,4 7 0-16,4-6 0 15,0 6-2-15,-3-3 0 16,-9 3 0-16,-8 0 0 0,-9 0 1 15,-3 0-2-15,-9 0 2 16,4 0-1-16,-4 0 0 16,-4 0-1-16,5 0 0 0,-1 0-1 15,-4 0 1-15,8 0 0 16,0 0 0-16,-3 0-1 16,-1 3 1-1,-8-3-1 1,-4 6 2-16,4 1-1 0,-8-2 1 15,4-1-1-15,-5 2 0 16,2-3 1-16,-2 3-1 16,1-3 0-16,-9 3 1 15,1 1-1-15,-1-2 2 16,5-1-2-16,-1 2 2 0,14-6 0 16,-2 0-2-16,10 0 0 15,-1 0-2-15,1 0 4 16,-6 0-2-16,9 0 0 15,-3 0 0-15,3 0 0 16,-3 0-4-16,-5 0 4 16,-4 0 0-1,4 0 1-15,-9 0-1 0,6 0 1 16,-10 0-1 0,5 0 4-16,-9 3-4 15,-2 0 0-15,-6 0 1 16,0-3 0-16,1 0-1 0,-1 0 0 15,1 0 2-15,8 0-2 16,-9 0 1-16,5 0-1 0,-5 0 0 16,5 0 0-16,-9 0-1 15,4 0 2-15,5 0-1 16,3 0 0-16,2 0-2 16,2 0 2-16,5-9 1 15,0 6 0-15,0 0-1 16,-5-1 1-16,6 2-1 0,-6 2 1 15,-3 0 0-15,0 0-1 16,-9 0 1-16,1 0 0 16,3 0-1-16,-3 0 0 15,7 0 0-15,-3 0 2 16,4 0-2-16,-5 0 1 16,-3 0-1-1,3-3 0-15,-11 3 1 0,3-4 0 16,4 1-1-1,-3 0 4-15,3 0-2 16,1 0 0-16,4-3 5 16,7 0-6-16,1-1 0 0,4 2 0 15,0-2 1-15,-1 1-1 16,-2 3-1-16,-2 0 0 0,-7 0 1 16,3 0-1-16,-3 3 1 15,-4 0-1-15,-5 0 0 16,-4 0 1-16,-4 0 0 15,0 0-1-15,-8 0 7 16,1 0-3-16,-2 0 4 16,1 0-4-1,-4 0-2-15,8 0 1 16,-4 0-2-16,-4 0 0 16,0 0 4-16,-4 0-1 15,0 0 4-15,-10 0-4 16,6 0 5-16,-8 0 1 15,3 0-7-15,1 0-1 16,0 0 4-16,7 0-5 0,-4 0 1 0,1 0-1 16,4 0 1-16,-4 0 1 15,-5 0-3-15,5 0 1 16,-13 0 3 0,0 0 1-16,-8 0-1 0,0 0-4 15,-4 0 1-15,0 0 2 16,0 0-1-1,0 0-2-15,0 0 1 16,0 0-1-16,0 0 0 16,0 0-6-16,0 0 1 15,0 0-25-15,0 0-24 16,0 0-35-16,0 0-46 16,0 0-39-16,0 0-74 0,-4 0-74 15</inkml:trace>
  <inkml:trace contextRef="#ctx0" brushRef="#br0" timeOffset="2323.6">11880 6045 579 0,'0'0'104'0,"0"0"-86"16,0 0 64-16,0 0 0 16,0 0-21-16,0 0-16 15,0 0-11-15,8-10-13 16,-8 10-14-16,0 0-4 15,0 0-3-15,0 7-9 0,0 14 8 16,4 13 1-16,0 9 4 16,9 13 1-16,-5 2-4 15,-1 4 7-15,1 6-5 0,-3 0 2 32,7 5 0-32,0 8-4 15,-3-1 5-15,3-6-5 16,-4-10 6-16,1-5 1 15,-1-3-7-15,-4-10 8 0,-4 0-2 16,4-9-1-16,-4-3-1 16,4-3-3-16,0-7 1 0,1-2 0 15,-1-6-2-15,0-4 1 16,-4-3-2-16,0 0-7 16,0 1-59-16,0-2-58 15,0-8-149-15,0 0-304 16</inkml:trace>
  <inkml:trace contextRef="#ctx0" brushRef="#br0" timeOffset="3982.48">2187 7629 120 0,'0'0'54'0,"0"0"-54"15,0 0 3-15,0 0 35 16,0 0-12-16,0 0 5 15,0 0 0-15,21 0-1 0,-17 0 0 16,-4 0 3-16,0 0 26 16,0 0-21-16,0 3-14 15,0 0-14-15,0 0-9 16,0 6-1-16,0 10 15 16,0-4 25-16,0 7 1 15,0 3-21 1,0-4-6-16,-4 4-4 15,4 0-2-15,0-1-1 16,-4-2-2-16,4-4-2 16,0-2 2-16,0-7-3 0,0 3 0 15,-5-2-1 1,1-1 2-16,4-3-1 0,0 0-1 16,0 0-1-16,0-6 3 0,0 0-3 15,0 0 0-15,0 0-34 16,0 0-59-16,0 0-79 15,0 0-52-15</inkml:trace>
  <inkml:trace contextRef="#ctx0" brushRef="#br0" timeOffset="5750.11">2167 7934 362 0,'0'0'108'0,"0"0"-99"16,0 0 21-16,0 0 33 16,0 0-10-1,0 0-34-15,0 0 4 0,0 0 0 16,0 0-4 0,5 0 15-16,6 0 21 0,10 0-11 15,3 0-23 1,9 0 12-16,5 0-9 0,2 0-2 15,10 0-3-15,7 0-6 0,4 0 1 16,14 0 1-16,2 0-5 16,6-3 3-16,-1 0-9 15,-4 3-4-15,8 0 0 16,-4 0 3-16,9 0-3 16,-1 0 0-16,4 0 0 31,-3 0 2-31,3 0 0 0,-3 0 4 15,-10 0-6-15,1 0 5 16,1 0-5-16,-6 0 2 16,2-3 2-16,-2 3-1 15,2-3 1-15,6 0 0 16,6 3-1-16,-1-4 15 16,0 4-11-16,-3 0 1 0,-9 0-6 15,0 0-2-15,-4 0 1 0,4 0 0 16,-5 0-2-16,2 0 1 15,-2 0 0-15,-2 0 0 16,2 0 0 0,1 4 0-16,-4 2 1 0,0-3-1 15,-9 0 0-15,5 3 0 0,-9-6 3 16,5 3-3-16,-4 0 0 16,-10 0 3-16,10-3-4 15,-5 7 2-15,9-7 1 16,0 6-2-16,3-6 0 15,1 0 0-15,-1 0 0 16,1 0 0 0,0 0-1-16,0 0 1 15,-5-3 0-15,5 0 0 16,-4-4-3-16,-1 7 3 16,1 0 0-16,-5 0 2 15,1 0-2-15,-5 0 0 16,4 0 1-16,1 0-1 15,-5 0 1-15,5 0 0 0,0 0 1 16,-2 4 1-16,2 2-3 0,-5-3 1 16,5 3 0-16,-9-3 2 15,0 6-2-15,5-5-1 16,-9-2 3 0,8 5 0-16,1-4 0 15,-1 3-1-15,13-6 1 16,4 3-1-16,-1 0-2 15,1 0 1-15,0-3 0 16,-4 0 0-16,3 0 2 16,1 0-3-16,4 0 0 15,0 0 0-15,-1 0 0 0,-2-6 2 16,-2 0-1 0,1 3 1-16,4-4-2 0,0 4 1 15,-1 1-1-15,2 2 2 16,-6 0-2-16,1 0 1 0,-9 0-1 15,1 0 1-15,-4 0-2 16,-1 0 2 0,1 0-1-16,-1 0 3 15,5 0-3-15,0 0 0 16,3 0 1 0,-3 0-1-16,7-4-1 0,-7 4 0 15,3-6 1-15,2 3 1 16,-6 0-1-16,1 3-1 15,-5-6 0 1,0 6 1-16,-3-6-1 0,3 6 1 16,-3-3 0-16,3-1 3 0,0 4-3 15,5-3 0-15,3 3 2 16,-3 0-1-16,0 0-1 16,-1 0 0-16,-3 0 0 15,-1 0 3-15,-7 0-2 0,8 0 8 16,-6 0 2-1,2 0-7-15,0 0-2 0,-1 0 2 16,0 0-4-16,4 0 1 16,-3 0 0-16,-4 0 0 0,-6 0-2 15,-11 0 0-15,0 0 1 16,-4 0 0 0,0 0 0-16,-1 0 0 15,5 0 0-15,0 0 0 16,0 0-1-1,-5 0 0-15,-3 0 1 0,-4 0 2 16,-1 0-2-16,-7 0-1 16,-5 0 1-16,0 0 0 15,-8-3 0-15,0 3 0 16,4 0 0-16,-4 0 1 16,0 0 1-16,0 0 0 0,0 0 1 15,0 0 1-15,0 0 13 16,0 0-6-16,0 0 2 15,0 0 2-15,0 0-12 16,0 0 2-16,0 0-4 0,4-3 3 16,-4 3 5-1,0 0-3 1,0 0 2-16,0 0 3 16,0-6-4-16,0 0 11 15,0 0-10-15,5-10-1 0,-5 1-1 16,8-7-4-16,0 1 1 15,0-10 0-15,1-3 2 16,-2-6-2 0,5-6 1-16,-3-10-3 0,-1-3 5 0,-8-8-4 15,4-1 4-15,4 6-5 16,0 4 0-16,-3 5-1 16,-1 13-1-16,-4 9-5 15,0 3 0-15,0 7-22 16,0-1-15-16,-9 4-21 15,-7 6-49-15,8 12-95 0,-5 0-329 16</inkml:trace>
  <inkml:trace contextRef="#ctx0" brushRef="#br1" timeOffset="48308.84">6690 6966 21 0,'0'0'237'16,"0"0"-219"-16,0 0-15 15,0 0 46-15,0 0 21 16,0 0-55-1,0 0-15-15,0 0 0 16,0 0 4-16,0 0-4 16,0 0-5-16,9-9-54 15,-9 9 24-15,0 0 7 0,0 0 4 16,0 0-10-16,0 0-24 16,0 0-28-16</inkml:trace>
  <inkml:trace contextRef="#ctx0" brushRef="#br1" timeOffset="48555.54">6690 6966 207 0</inkml:trace>
  <inkml:trace contextRef="#ctx0" brushRef="#br2" timeOffset="88810.9">3132 6316 214 0,'0'0'58'0,"0"0"-51"0,0 0 6 16,0 0 47 0,0 0-31-16,0 0 4 0,0 0-16 15,4-3-5-15,-4 3-1 0,4 0 6 16,-4 0 5-16,0 0-10 15,0 0-10-15,0 0 0 16,0 0-2-16,0 0-2 16,0 0-2-16,0 0 2 15,0 0 2-15,0 0-5 16,0 0-1 0,0 0-9-16,0 0 1 15,0 0 3-15,0 0 4 16,0 0 7-16,0 0 2 15,0 0-2-15,0 0 1 16,0 0-1-16,0 0 2 0,0 0 4 16,0 0 10-1,0 0 6-15,0 0 5 0,0 0 10 16,0 0 8-16,0 0-19 0,0 0-8 16,0 0-2-16,0 0 0 15,0 0 4-15,0 0-2 16,0 0 9-16,0 0 6 15,0 0 3-15,0 0-6 16,0 0-19 0,0 0-4-16,0 0-7 15,-8 0 0-15,-9 3 2 16,1 6 0-16,3 4 2 16,1 5-2-16,-1 0-2 15,5 7 3-15,1-3-3 16,3 6 0-16,4-4 0 15,0 0-4-15,8 1 2 0,12-3 2 16,0-3 4-16,5-7-1 16,-4 0-1-16,4-6-2 15,-5-6 3-15,0 0 0 16,5 0 1-16,0-6 1 0,-9-16 2 16,1-2-6-16,-5-4 11 15,-4 0-6-15,-4 4 0 16,-4-4-4-16,0 0-2 0,0 1-1 15,-16 5-4-15,-5 4-11 16,1 2 0-16,-9 7-11 16,4 6-2-16,1 3-7 15,-1 0-32-15,0 0-34 16,21 0-84 0,0 6-20-16</inkml:trace>
  <inkml:trace contextRef="#ctx0" brushRef="#br2" timeOffset="89988.35">3197 7022 260 0,'0'0'100'0,"0"0"-94"15,0 0 26-15,0 0 93 16,0 0-48-16,0 0-43 16,0 0-27-16,-20-19 17 0,12 19 2 15,-5 0-13-15,1 0 13 16,0 0-19-16,-5 0 4 15,-4 15 7-15,-3-2 13 16,7 9-8-16,-3-1-1 16,8 1-17-16,0 6 0 15,-1-7 0-15,9 4-5 16,4-4 0 0,0-2 0-16,0-1-1 0,13-3 1 15,11-5 0 1,0-1 8-16,1-9-8 15,4 0 0-15,4 0 2 0,4-12-2 16,-1-10-6-16,-3-2-20 0,-4-4 7 16,-8 3 19-16,-4 1 0 15,-9 2 9-15,-8 6 1 16,0-2 10-16,0 0 24 16,0-1-8-16,-8 3-8 15,-21 4-8-15,4 3-20 16,-4 9-5-16,-4 0-39 15,5 0-73-15,11 0-107 16,9 0-312 0</inkml:trace>
  <inkml:trace contextRef="#ctx0" brushRef="#br2" timeOffset="90970.59">3148 7561 387 0,'0'0'154'0,"0"0"-140"16,0 0-12-16,0 0 72 15,0 0-35-15,0 0-21 0,-37-6-6 16,33 6 4-16,-9 0-4 16,5 0 10-16,0 0 7 15,-4 9-1 1,-1 1-10-16,2 2-2 15,-2 6 0-15,9 1-1 16,-4-1-7-16,4 7 3 16,4-10-8-16,0 4-3 15,0-4-2-15,0-2 2 16,16-1 2-16,1 0 4 16,-2-3-2-16,6-2-1 0,-4-4-3 15,3-3 0-15,1 0 4 0,0 0-3 16,-1-10 10-16,0-11-9 15,1-1 8-15,-1-8-7 16,-3 5 4-16,-9-3-1 16,-4 7-3-16,-4-1 3 15,0 7-4-15,0 2 12 0,-4 4-7 16,-17 6-7-16,-8 0-7 16,6 3-19-16,-10 0-47 15,20 0-122-15,1 0-238 31</inkml:trace>
  <inkml:trace contextRef="#ctx0" brushRef="#br2" timeOffset="92477.09">3924 6374 115 0,'0'0'92'16,"0"0"-89"-16,0 0-3 16,0 0 31-16,0 0 42 15,0 0 10-15,0 0-9 16,-16-6-33-16,12 6-16 0,4 0 3 15,-4 0 3-15,-1 0-10 16,-3 0-12-16,-4 3 5 16,-5 12 13-16,1 8 6 15,3 7-7-15,1-5-9 16,4 3-12-16,4-4 0 16,4 1-5-16,0-3 0 0,0-4 0 15,0-6-6-15,8 1 6 16,4-10 1-16,9-3 8 15,0 0 0-15,3 0 2 0,1-10 4 16,-1-17-3 0,1-4 0-16,-5 0-2 0,-7 0 3 31,-5 4 4-31,-4 2 5 16,-4 7 6-16,0-1 11 0,0 7-22 15,-16 8-17 1,-17 4-23-16,-4 0-69 0,17 0-140 15,3 10-211-15</inkml:trace>
  <inkml:trace contextRef="#ctx0" brushRef="#br2" timeOffset="93293.61">3920 7077 145 0,'0'0'245'16,"0"0"-184"-16,0 0-56 0,0 0 58 16,0 0 20-16,0 0-36 15,0-9-22-15,0 6 16 16,0-3 1-16,0 0-16 15,0 2-11-15,-4 4 6 0,0-6-6 16,-4 6 3-16,4 0-4 16,-5-3 12-16,5 3-12 15,0 0-10-15,4 0 10 0,-8 0-12 16,4 0 12 0,-9 3-6-16,5 10-1 0,-4 5-6 15,3 1 4-15,1 5 0 16,4-2-4-16,0-1 3 15,4 1-3 1,0-4-1-16,0 4-5 16,4-6 5-16,8-1 0 15,9-3 1-15,0-9-2 16,-1-3 1-16,1 0 0 16,3 0 6-16,1-21-4 15,-5-7 0-15,1-6 5 16,-5-3-3-16,-3 0 0 0,-5 6 1 15,-8 0 0-15,0 4 10 16,0 5-14-16,-8 7-1 16,-13 2-4-16,-4 13-56 15,-4 0-61-15,13 0-137 16,0 3-235-16</inkml:trace>
  <inkml:trace contextRef="#ctx0" brushRef="#br2" timeOffset="94165.2">3904 7638 125 0,'0'0'107'0,"0"0"-81"16,0 0 27-16,0 0 95 15,0 0-68-15,0 0-28 16,-9 3-14-16,9 3-6 0,-4-3-4 16,0 4 4-16,0 2 8 15,-4 3 3-15,0 4-2 16,-1-1-10-16,5 4-26 15,0 2 6-15,4 1-7 16,0-1-2-16,0 4-2 0,8-7 0 31,9-2-40-31,-5-7 40 16,-4-9 9-16,9 0-1 16,-5 0-5-16,4 0 16 0,0-3 2 15,5-15-4-15,-4-4-13 16,-9-3 4-16,0 1-2 15,-4-4-1-15,-4-3-1 16,0 3 0-16,0 7 10 0,-4 2-5 16,-21 7-9-16,5 9-7 15,-5 3-7-15,1 0-56 16,16 0-109-16,4 0-248 16</inkml:trace>
  <inkml:trace contextRef="#ctx0" brushRef="#br2" timeOffset="95506.39">4753 6334 190 0,'0'0'38'0,"0"0"-34"15,0 0 29-15,0 0 9 0,0 0-10 16,0 0 4-16,0 0-17 16,0-9 7-1,0 6 21-15,0 3 28 0,-4 0-18 0,4 0-24 16,-4 0 9-16,4 0-24 16,-4 0 3-16,4 0-10 15,-4 0-3-15,0 0-5 0,-5 0-1 16,1 0 4-16,0 0 8 15,-5 0-9-15,1 0 8 16,-4 0 1-16,3 0 5 16,-2 3-3-16,-2 6 0 15,9 4 1-15,-5 2-11 16,5 1 6-16,0 2-3 16,8 0 0-1,0 1-8-15,0 0-1 16,0-4 1-16,4-3-1 15,13-3 1-15,-1-2 2 16,1-5-2-16,-2-2 1 16,6 0 1-16,4 0-1 15,-1-12 7-15,5-9-8 16,-8-4 8-16,-4-3-5 0,-6 3 2 16,-7 1-2-16,-4 3 4 0,0 2 2 15,0 4-2-15,-8 2-5 16,-4 4-3-16,-4 3-15 15,-5 6-69-15,13 0-69 16,0 0-223-16</inkml:trace>
  <inkml:trace contextRef="#ctx0" brushRef="#br2" timeOffset="96327.04">4757 6809 385 0,'0'0'39'0,"0"0"-32"16,0 0-7-16,0 0 85 0,0 0-38 16,0 0-1-16,0 0 14 15,-103 22-5-15,88-10-6 16,-2 0 0-16,9 7-15 15,-5 2-15-15,5 4-11 16,4 0-1-16,0 0-7 0,4-1 0 31,0-3 2-31,0-2-2 16,0-4 0-16,4-2 1 0,17-4 6 16,-9-3-2-16,9-6 3 15,-2 3-3-15,-2-3 0 16,4 0 6-16,-5 0-4 15,1 0-1-15,-5-12 2 0,0-3-6 16,1-1 4-16,-5-8-3 16,-4 5 7-16,-4-3-2 15,0-3 8-15,0 4 7 0,0-1-7 16,-16 7-16-16,-5 3-1 16,-8 3-10-16,8 5-47 15,9 4-77-15,4 0-184 16</inkml:trace>
  <inkml:trace contextRef="#ctx0" brushRef="#br2" timeOffset="97230.14">4762 7549 302 0,'0'0'52'0,"0"0"-47"15,0 0 55-15,0 0 36 0,0 0-62 16,0 0-6-1,-46 0 0-15,38 6 4 16,-5 0 6-16,1 3 4 16,0 0-1-16,-1 7-5 0,2 3-7 15,-6-4-11-15,9 6-1 0,4 1-9 16,4 3-7-16,0 3 2 16,0-4-3-16,0 4-1 15,12-6-9-15,5-4 7 16,3-6 2-16,-8-2 0 15,4-10-103-15,1 0 104 16,0 0 22 0,-1-7 0-16,1-17 38 15,-1-4-29-15,1-6-17 16,-6-3-2-16,-7 0 1 16,0 0-8-16,-4 3 1 0,0 3-6 15,-23 13-17-15,-11 9-20 16,1 9-35-16,13 0-86 15,3 0-323-15</inkml:trace>
  <inkml:trace contextRef="#ctx0" brushRef="#br2" timeOffset="98570.36">5521 6378 279 0,'0'0'67'15,"0"0"-23"-15,0 0 78 16,0 0-23-16,0 0-43 16,0 0-26-16,0 0 3 31,-12-4-5-31,12 4 6 0,-4 0-15 15,-5 0-5-15,-3 0-12 0,-4 0-2 16,-1 10 2-16,0 8 13 16,1 7-8-16,12 0-7 15,0-1-1-15,4 1-1 16,0-1-4-16,0-8-4 16,16-4 10-1,-3-2 0-15,7-8-4 16,-3-2 2-16,-1 0 2 15,1 0 3-15,-2-15 10 16,2-7-4-16,-5 1 9 0,-8-4-1 16,-4 4 21-16,0 2-6 15,0 1-11-15,-16 3-21 16,-1 2-10-16,-2 3-12 16,-6 10-79-16,17 0-110 15,-1 0-177-15</inkml:trace>
  <inkml:trace contextRef="#ctx0" brushRef="#br2" timeOffset="99359.4">5517 6899 167 0,'0'0'107'16,"0"0"-107"-16,0 0 2 0,0 0 62 16,0 0 34-1,0 0-28-15,0 0 10 16,7-38-22-16,-7 38-33 0,0 0-16 15,-11 0 16-15,-1 3-6 16,-9 13 4-16,4 3 6 16,1 5-5-1,3 0-4-15,1 1-8 16,4 6-7 0,8-3 2-16,0 3-6 0,0-4 0 15,0-2-1-15,8-6 10 16,4-7-8-16,1-3 1 15,3-6-2-15,-3-3 4 16,3 0 0-16,1 0 5 0,-2-12-1 16,-2-9 0-16,-5-7 12 15,0-3 3-15,-4 3 15 16,-4-6-8-16,0 3 1 16,0 10-3-16,0 2-15 15,-12 13-14-15,-4 3-4 0,-4 3-38 16,-5 0-78-16,17 0-80 0,-5 6-286 15</inkml:trace>
  <inkml:trace contextRef="#ctx0" brushRef="#br2" timeOffset="100178.71">5468 7595 112 0,'0'0'143'0,"0"0"-134"16,0 0-1-16,0 0 82 16,0 0 7-16,0 0-57 15,-17 43-14-15,17-31 8 0,0 1-4 16,-4 2 11-16,4 7-8 15,0-1-1-15,0 4-18 16,0-3-2-16,0-4-6 16,0-5 11-16,4-4-1 0,4-3-8 15,1-6 3-15,-1 0-3 16,0 0 5-16,0 0 4 0,1 0 24 16,-1-10 6-1,4-8-12-15,0-7-22 16,-8 4-1-16,4-4 7 15,-8 4 11-15,0-4 4 0,0 10 7 16,-8-1 5 0,-16 4-23-16,-1 6-23 15,0 0-10-15,1 6-46 16,15 0-103-16,5 0-141 16</inkml:trace>
  <inkml:trace contextRef="#ctx0" brushRef="#br2" timeOffset="101970.19">6104 6350 63 0,'0'0'113'16,"0"0"-95"-16,0 0-4 15,0 0 57-15,0 0 25 16,0 0-34-16,0 0-22 0,-4 3-2 16,4-3 10-16,-4 0 13 31,4 0-11-31,0 0-12 15,0 3-14-15,0-3-5 16,-4 6-11-16,-4 0 1 0,-1 7 6 16,1 2 1-16,0 0 6 15,8 4-2-15,0-7-15 16,0 7-4-16,0-4 4 0,0-3-4 16,0 7 0-16,12-10 2 15,1 3-2 1,3-5 1-16,-5-4 2 15,6-3 0-15,0 0 5 0,3 0 6 16,5-10 5-16,0-11 7 16,0-10-8-16,-2 4-8 15,-10-5-4-15,3 1 7 16,-12 4 7-16,-4 2 2 0,0 7 1 16,0 2 5-16,0 7-29 15,-20 9-31-15,-21 0-53 16,17 0-94-16,-1 3-258 0</inkml:trace>
  <inkml:trace contextRef="#ctx0" brushRef="#br2" timeOffset="102873.17">6244 7000 123 0,'0'0'193'0,"0"0"-170"16,0 0-20-16,0 0 107 16,0 0-29-16,0 0-43 0,0 0-22 15,-25-25 8-15,25 25 9 16,0 0 10-16,0 0 0 15,-4 0-7-15,-9 0-7 16,1 0 1-16,0 0-12 16,-5 0-15-16,1 0 2 15,3 3 2-15,-3 7-2 0,4 2-2 16,-4 1 3-16,3 5-1 16,1 0 9-16,8 1-11 15,4 2-2-15,0 1 1 0,0-4 0 16,0-2-2-1,4 3-1-15,8-11 1 16,5 5-5 0,-2-13 0-16,14 0 3 0,0 0 2 15,4-21 15-15,0-10-15 16,-9-3 11-16,-7-6-7 16,-1 6 5-16,-12 3 2 15,-4 3-1-15,0 13 29 16,-4-4-11-16,-16 10-24 15,-8 9-4-15,-1 0-52 0,16 0-142 16,1 3-300-16</inkml:trace>
  <inkml:trace contextRef="#ctx0" brushRef="#br2" timeOffset="103762.9">6140 7700 275 0,'0'0'227'0,"0"0"-197"0,0 0 11 15,0 0 70-15,0 0-54 16,0 0-27-16,-16 0-27 16,12 0-1-16,4 0 0 0,-4 9 7 15,4 3-2-15,0 7-5 16,0-1 3-16,0-2 0 15,0 2 2-15,12-2 2 16,5-4-2-16,11 0 0 16,-3-9 0-16,0-3 5 15,3 0 27 1,5-6 11-16,0-21-8 16,-4-4-14-16,-4-7-9 15,-9-1-9-15,-8 2 2 16,-8 0 4-16,0 6 2 15,-3 9-9-15,-26 7-9 0,0 9-2 16,-9 6-39-16,10 0-78 16,11 0-154-16,6 12-377 15</inkml:trace>
  <inkml:trace contextRef="#ctx0" brushRef="#br2" timeOffset="106989.43">7134 6393 86 0,'0'0'124'0,"0"0"-83"0,0 0-6 15,0 0 48-15,0 0-23 16,0 0-19-16,0 0 3 15,4-7-8-15,-4 7 4 0,4 0 0 16,-4 0 6-16,0 0-2 16,0 0-7-1,0 0-1-15,0 0-3 0,0 0-8 16,0-2-15-16,0 2-10 0,0 0 0 16,0 0-10-1,0-3 10-15,-4 0 6 0,-5 3-6 16,5 0 0-1,0 0 5-15,1 0-1 0,-1 0-4 16,0 0 6-16,0 0 0 31,0 6 2-31,-5 9 1 0,9 3-1 16,-4 4-6-16,4-4 2 16,0 1-2-16,0-3 1 15,0-4-3-15,0-3 0 16,13-6 2-16,-1-3 2 15,3 0 7-15,6 0-2 16,-4 0 2-16,8-12 0 0,-5-10 0 16,1 1 2-16,0-7 2 0,-6 4-12 15,-3 1-1-15,-7 2 4 16,-5 3-1 0,0 5 25-16,0 1-13 15,-9 6-17-15,-19 6-10 0,-9 0-12 31,-12 0-45-31,24 0-116 0,1 0-378 16</inkml:trace>
  <inkml:trace contextRef="#ctx0" brushRef="#br2" timeOffset="108394.62">7142 7521 177 0,'0'0'113'0,"0"0"-105"16,0 0 19-16,0 0 126 16,0 0-72-16,0 0-29 15,0 0-18-15,-4-3-6 0,4 3-11 16,0 0 7-16,-4 0 7 15,4 0-2-15,-9 0-7 16,5 0 13-16,1 0 8 16,-5 3-10-16,4 3-6 15,0 3-5-15,-1 4-7 0,-3-1-3 32,4 6-6-32,0 1-3 15,0 3 2-15,0-1 1 16,4 4 1-16,0 3-3 0,0-4-3 15,4-2 2-15,12-1 0 16,5-2-3-16,-6 0-3 16,6-14 2-16,-8-1 1 15,7-4 3-15,-3 0 1 0,-1 0 0 16,-3-6 15-16,-1-10-10 16,1-9 10-16,-5 1-11 15,-4-4 7-15,-4-6 4 16,0 4 4-16,0-1-3 15,-12 3-10-15,-9 9-1 16,0 1-9 0,1 8-1-16,-9 7-53 15,20 3-131-15,-3 0-526 16</inkml:trace>
  <inkml:trace contextRef="#ctx0" brushRef="#br2" timeOffset="109467.65">7939 6374 183 0,'0'0'119'0,"0"0"-54"15,0 0 37-15,0 0-21 16,0 0-22-16,0 0-17 15,0 0-8-15,-17 0 0 0,5 0-5 16,-1 4 15-16,1 4 20 16,-9-1-17-16,9 9-10 15,-4-1-4-15,0 3-7 16,8 10-8-16,4 3-8 0,-1-4-8 16,5 4 2-16,0-6-2 15,0-6-2-15,17-7-1 16,-5-6 1-16,5-6-1 15,-2 0 1-15,10 0 14 16,4-18 12 0,0-10-5-16,0-9-7 15,-12 0-6-15,-10-3-1 16,-7 3-1-16,0 6-4 16,-4 9 8-16,-20 7-10 15,-5 6-11-15,-4 5 4 0,-4 4-51 16,20 0-123-16,2 0-244 0</inkml:trace>
  <inkml:trace contextRef="#ctx0" brushRef="#br2" timeOffset="110670.75">7902 7059 148 0,'0'0'118'16,"0"0"-49"-16,0 0 22 16,0 0-5-16,0 0-32 15,0 0-9-15,0-6-12 16,0 6-2-16,0 0 12 15,0 0 9-15,0-4 0 0,0 4-4 16,0 0-2-16,0 0-10 16,0 0-8-16,-5 0-10 0,5 0-7 15,0 0-3-15,0 0-4 16,0 0-4-16,-4 0-6 16,0 0 6-16,-4 7 13 15,0 8-4-15,-1 7-1 16,5 2-6-16,0 1 1 15,4-3-1-15,0 2-1 0,0-2 1 32,0-4-1-32,8-3-1 0,9-8-1 0,4-4-3 15,-1-3 4 1,9 0 8-16,4-6 3 16,-5-19-6-1,5-9 0-15,-8-3-2 0,-4 0 0 16,-5 0 1-16,-12 3 2 15,-4 4 18-15,0 2-4 16,0 9 13-16,-8 10-12 0,-17 6-21 16,-8 3-8-16,-12 0-2 15,0 0-50 1,25 6-81-16,3 4-153 16</inkml:trace>
  <inkml:trace contextRef="#ctx0" brushRef="#br2" timeOffset="111540.35">7926 7629 58 0,'0'0'274'15,"0"0"-176"-15,0 0-49 16,0 0 82-16,0 0-24 0,0 0-36 16,0-9-39-16,-4 9-16 15,4 0 3-15,0 0-1 16,-8 9 1-16,4 9-4 0,-4 7-2 15,3 9 1-15,5 6 10 16,0 0 1-16,0 1-25 16,0-8-9-16,17-8 9 15,0-10 4-15,-1-2-4 0,5-13 6 16,4 0 8-16,2 0 29 16,11-22-5-16,-5-9-25 15,-4-6-9-15,-10 0 3 16,-10-3-1-16,-9 6 1 15,0 3 11 1,-12 4-15-16,-29 8-3 16,-17 7-9-16,-7 12-10 15,-1 0-27-15,41 0-60 16,8 0-216-16</inkml:trace>
  <inkml:trace contextRef="#ctx0" brushRef="#br2" timeOffset="112933.25">8870 6350 286 0,'0'0'94'0,"0"0"-44"15,0 0 49 1,0 0-35-16,0 0-31 0,0 0-7 16,0 0-7-16,-7 0-5 15,3 0 1-15,-5 0 1 0,1 0-10 16,0 0 6-16,-5 0 11 15,1 12 1-15,-5 4 8 16,9 5-2-16,4 4-15 16,0 0-11-16,4 2-3 15,0-6 2 1,4-2 0-16,13 0-2 16,3-10 1-16,1-6-1 15,0 0 2-15,2-3 2 16,2 0 35-16,4-3-2 15,-4-16-23-15,-4-2-6 16,-1-4-3-16,-8 0-1 16,-4 1 1-16,-8 0 0 0,0 5-6 15,-8 3-20-15,-24 4-36 16,-10 6-37-16,22 6-66 16,-1 0-185-16</inkml:trace>
  <inkml:trace contextRef="#ctx0" brushRef="#br2" timeOffset="113735.49">8924 6926 360 0,'0'0'146'0,"0"0"-106"15,0 0 53 1,0 0 12-16,0 0-46 0,0 0-28 16,0 0 5-16,-17-6-10 15,9 6-11-15,-4 0 7 16,-1 6-2-16,2 13-2 0,-6-1 0 16,5 7-12-1,4-4 3-15,-1 4-7 16,9-6 0-16,0-1-1 15,0-5-1-15,4-4-3 0,17 0 2 16,0-9 1-16,3 0 0 16,0 0 3-16,1-9 1 15,0-13 10-15,-8-6-6 16,3 0-1-16,-12-2-1 16,-3 2 4-16,-5 3-3 15,0 4-7-15,-9 5 0 0,-20 7-20 16,-4 9-11-16,13 0-61 0,3 0-171 15</inkml:trace>
  <inkml:trace contextRef="#ctx0" brushRef="#br2" timeOffset="114539.12">8903 7539 325 0,'0'0'163'16,"0"0"-100"-16,0 0 30 16,0 0-17-16,0 0-25 0,0 0-26 15,0 0-7-15,-8 0-5 16,4 0 5-16,-9 16 14 15,5 6-6-15,4 2 1 16,1 4-9-16,3 6-8 16,0-9-6-16,0 2-1 0,7-9-3 15,10-5-26-15,3-10 26 16,-3-3 3-16,8 0 10 16,4 0 11-16,-1-18 5 15,0-7-24-15,-3 0 5 16,-12-6 5-16,-9 4 3 15,-4-4-1-15,0 6-5 16,-13 1-10 0,-20 5-2-16,-7 7-28 0,-6 8-48 15,1 4-16-15,28 0-107 16,9 0-257 0</inkml:trace>
  <inkml:trace contextRef="#ctx0" brushRef="#br2" timeOffset="115542.89">9630 6371 167 0,'0'0'100'16,"0"0"-15"-16,0 0 45 0,0 0-23 16,0 0-51-16,0 0-34 15,-25-9-11-15,21 9 7 16,-5 16 16-16,-2 5 8 15,11 4-27-15,-4 5-1 0,4-5-3 16,0 3-4-16,0-7 4 31,12-5 0-31,4-7-3 16,0-6 3-16,5-3 44 0,4 0-4 16,4 0-12-16,0-15-8 15,-1-10-14-15,1 1-3 16,-9-4 1-16,-3 3 8 15,-13 0 2-15,-4 10-9 16,0 2 5-16,-4 1-21 16,-25 6-8-16,-8 6-3 0,1 0-49 15,-6 0-88-15,26 6-82 16,3 4-242-16</inkml:trace>
  <inkml:trace contextRef="#ctx0" brushRef="#br2" timeOffset="116244.64">9597 7013 264 0,'0'0'112'0,"0"0"-85"0,0 0 26 15,0 0 27-15,0 0-32 16,0 0-19-16,0 0-15 15,0-68-7-15,0 62 17 16,0 6 28-16,0 0-6 16,0 0 8-16,0 0-17 0,0 0-11 15,-5 0 4-15,-6 8-2 16,-1 11 1-16,3 6-12 16,-7-1-5-16,12 4-6 15,0 0-3-15,4-3-1 16,0 3-1-16,0-10 0 15,4 0 0 1,12-6-1-16,-3-5 1 16,7-4 0-16,-4-3 1 0,5 0 24 15,3-12-4-15,1-10-7 16,-4-2-4 0,-5-7-2-16,1 6 1 15,-17 0 3-15,0 0 7 0,0 10-11 16,-12 3-9-16,-17 6-6 0,-5 6-23 15,-7 0-58-15,25 0-138 16,0 0-285-16</inkml:trace>
  <inkml:trace contextRef="#ctx0" brushRef="#br2" timeOffset="117017.38">9650 7614 190 0,'0'0'156'0,"0"0"-90"15,0 0-1-15,0 0 50 0,0 0-34 16,0 0-23-16,0-19 11 16,0 19-7-16,0 0-13 15,0 0 12-15,0 0-13 16,0 0-25-16,-4 0-19 16,-4 3 11-1,-9 16-1-15,1 2-6 16,3 4-2-16,2 0-6 15,7-1 3-15,4 1-2 0,0-4-1 16,0-5 0-16,0-4-1 16,12-6-20-1,8-6 21-15,5 0 17 16,4 0 3-16,0-24-5 0,4-1-3 0,-9-6-5 16,-4 7 1-16,-16-4 4 15,-4 3-5 1,0 7-5-1,-20-1-2-15,-16 4-3 0,-6 9-31 16,1-1-29-16,4 7-33 16,25 0-154-16,4 0-279 0</inkml:trace>
  <inkml:trace contextRef="#ctx0" brushRef="#br2" timeOffset="117951.36">10422 6365 152 0,'0'0'150'16,"0"0"-83"-16,0 0-26 15,0 0 73-15,0 0-54 0,0 0-39 16,0 0 0-16,0-15 10 15,-12 15-4-15,0 6 20 16,-1 12-10-16,1 1 5 0,-5 5-10 16,13 4-17-16,0 0-6 15,4 0-7-15,0-1 7 16,0-8-6-16,4-7-3 16,13-6 1-1,3-6 3-15,1 0 13 16,4 0 28-16,4-18-14 15,-1-10-12-15,-8-6-6 16,-3-2 2-16,-13 1 15 16,-4-1-4-16,0 8-14 15,0 6 4-15,-21 10-16 0,-3 3-18 16,-9 5-29-16,0 4-64 16,-4 4-61-16,25 8-125 0,4 3-165 15</inkml:trace>
  <inkml:trace contextRef="#ctx0" brushRef="#br2" timeOffset="118708.27">10427 6985 154 0,'0'0'268'0,"0"0"-200"0,0 0-16 16,0 0 87-1,0 0-30-15,0 0-23 0,0-15-10 32,0 15-14-32,-5 0-26 15,-7 0-20-15,-5 12-3 16,1 6-6-16,-1 7-3 0,5 3-2 16,8 3-2-16,4-1-7 15,0-2-15-15,0-3-6 16,8-10 8-16,9-2 8 15,3-11 10-15,1-2 1 16,4 0 1-16,0-2 1 0,-6-23 2 16,2-3 1-16,-9-3 6 15,-3-3-3-15,-9 3-4 16,0 0 2-16,0 7-4 16,-21 5-1-1,-12 7-25-15,1 6-63 0,15 6-113 0,-3 0-313 31</inkml:trace>
  <inkml:trace contextRef="#ctx0" brushRef="#br2" timeOffset="119555.4">10369 7552 96 0,'0'0'61'0,"0"0"-46"15,0 0 24-15,0 0 29 16,0 0-8-16,0 0 39 16,0 0-44-16,0 9 10 0,0 0-4 15,-9 4-3-15,1-1-4 0,0 0 2 16,0 4 2-16,8 2-22 15,-5 4-20-15,5 3 0 16,0-4-8 0,0-2-2-16,0-7 0 0,5-3 2 15,7-6 10-15,5-3 5 16,-5 0 8-16,4 0 0 0,5 0-5 31,4-9-15-31,0-6-9 16,-6-4 0-16,2 4 0 15,-4-4-2-15,-9 10 3 0,-4-3-2 0,-4-1 5 16,0 1 1-16,-4 0-3 16,-21-4-3-1,-15 4 1-15,-6 0-2 16,-12 2-15-16,-3 4-72 0,41 6-108 16,7 0-294-1</inkml:trace>
  <inkml:trace contextRef="#ctx0" brushRef="#br2" timeOffset="120528.33">10989 6414 287 0,'0'0'82'16,"0"0"-54"-16,0 0 94 15,0 0-44-15,0 0-38 16,0 0-24-16,4-9-6 16,-4 9 8-16,0 0-7 15,0 0 0-15,0 0-1 0,0 9 40 16,-4 16-1-16,-4 0-35 15,3-1-3-15,5 4-7 16,0-3 0-16,0-7 5 16,0-2-4-16,9-1-1 0,7-12-1 15,5-3 7-15,3 0 28 16,5-12 24 0,0-16-31-16,-5-9-14 15,1-6-5-15,-17 0-7 16,-3-1-3-1,-5 5-2-15,-9 11-2 0,-24 9-5 16,-16 7-14-16,-4 12 18 16,-5 0-4-16,4 0-45 15,35 6-116-15,2 7-208 0</inkml:trace>
  <inkml:trace contextRef="#ctx0" brushRef="#br2" timeOffset="121292.72">11120 6997 382 0,'0'0'143'15,"0"0"-96"-15,0 0 35 0,0 0 4 16,0 0-26-16,0 0-19 16,0 0-18-16,-8-19-6 15,0 19 4-15,-13 7 27 16,4 5 5-16,1 9-19 15,0-2-12-15,4 3-17 0,4 3 1 32,3-10 0-32,5 3-3 15,0-2-3-15,0-4 2 16,21 0 0-16,-1-12 4 0,9 0 1 16,4 0 0-16,4 0 4 15,-8-15 0-15,-1-16-6 16,-7 4 6-16,-5-4-2 15,-8 3 8-15,-8 0-6 0,0 3 1 16,-8 7-12-16,-21 9-6 16,-3 6 0-16,-9 3-10 15,-1 0-66-15,1 15-97 16,26-2-108-16,2 2-133 16</inkml:trace>
  <inkml:trace contextRef="#ctx0" brushRef="#br2" timeOffset="121903.81">11038 7598 321 0,'0'0'162'15,"0"0"-101"-15,0 0 76 16,0 0 19-16,0 0-45 16,0 0-35-16,5 0-21 15,-5 0-29-15,0 3-19 16,0 3-7-16,0 7 0 0,-5 2 8 15,-3 4-2-15,0 2 1 16,0 4-5-16,8-4 3 16,0-2-4-16,0-10-1 0,0-2 0 15,12-7 1-15,12 0 3 16,9 0 4 0,8-16 0-16,1-6-5 15,-6-6-3 1,-7 4 0-16,-9-4 0 0,-11 4 2 15,-9 2 3-15,0 4-5 16,-38 2-13-16,-18 7-6 16,-15 6-8-16,-2 3-36 0,44 0-77 15,0 0-189-15</inkml:trace>
  <inkml:trace contextRef="#ctx0" brushRef="#br3" timeOffset="129312.99">3284 6442 350 0,'0'0'82'0,"0"0"-66"16,0 0 50-1,0 0-14-15,0 0-28 16,0 0-18-16,0 0-4 16,0 0-1-16,4-3-1 15,0 3 2-15,0 0 3 16,-4 0 24-16,4 0 2 15,-4 0 8-15,0 0 4 0,0 0 3 16,0 0-11-16,0 0-14 16,0 0-4-16,0 0-8 15,4 0-8-15,0 0 4 0,-4-3 0 16,5 3 2 0,-5-3-1-16,4 3 8 0,-4-3 2 15,4 3-6-15,0 0-6 31,8 0-1-31,0 0-3 0,4-3 5 16,5 3-4-16,8 0-1 16,8-3 0-16,3 0 1 15,2-1-1-15,3 4 2 16,5-3-2-16,-10 3 0 16,6 0 1-16,-9-3 0 15,-12 3-2-15,-6 0 2 0,-6 0-1 16,-5-2 0-16,-8 2 2 0,0 0 0 15,4 0 2 1,-4 0 2-16,0 0 2 16,0 0-3-16,0 0 1 15,0 0-6-15,0 0-1 0,0 0-4 32,0 0-7-32,-12 0 0 15,-13 8 7-15,-3 2 4 16,-9 2-4-16,0 1 5 0,-1-4 8 15,6 3-7 1,3-3 3-16,5-3-3 0,-1 1 0 16,4-5 0-16,9 2 5 15,-4 2-4-15,4-3-2 0,-1 0 0 16,9-3 3-16,0 0 0 16,0 0-3-16,0 0 1 15,0 0 2-15,4 0-2 16,0 0 1-16,0 0-2 15,0 0 0-15,0 0 0 16,0 0-7-16,0 0-8 0,0 0 4 16,0 0 9-16,12 0 2 15,-4 0-5-15,5 0-18 16,-1 0-53-16,0 0-53 16,-8 0-106-16</inkml:trace>
  <inkml:trace contextRef="#ctx0" brushRef="#br3" timeOffset="130540.12">3361 7015 340 0,'0'0'162'16,"0"0"-153"-16,0 0-2 16,0 0 91-16,0 0-43 15,0 0-44-15,0 0-11 16,-12-2 0-16,12 2 11 0,4 0 21 16,8 0 4-16,1 0-6 15,11 0 6-15,5 0-13 16,17 0 7-16,7 0-3 15,13 0-9-15,-5 0-12 16,1 0-3 0,-4 0-2-16,-6 0 1 15,2 0-2-15,-13 5 0 16,-9-5-3-16,-11 0-11 16,-13 0-6-16,-3 0 4 15,-5 4 5-15,0-4 11 16,0 3 12-16,0 0-3 15,-21 0-1-15,-8 6-8 0,-3 0-3 16,-5 1-1-16,-13 2-3 16,1-3-20-16,-4 4-10 15,-9-4 5-15,-8 3 28 0,4-2 4 16,1-5 1-16,-1-1 4 16,13-1 24-16,8-3 12 15,12 0-17-15,12 0-6 16,13 0-3-16,8 0-1 0,0 0-14 31,0-3-28-31,12-1 15 0,13 2-6 0,4 2-23 16,-8 0-76-16,-13 0-146 15,-4 0-90-15</inkml:trace>
  <inkml:trace contextRef="#ctx0" brushRef="#br3" timeOffset="131925.94">3234 7663 203 0,'0'0'222'0,"0"0"-195"16,0 0-20-16,0 0 16 15,0 0 18-15,0 0 8 16,37 6-18-16,-4-6-16 16,5 0 23-16,6 0 6 0,10 0 4 15,7 0 9-15,1 0-14 16,4 0-11-16,-9 0-8 15,-4 0-14-15,-8 0-8 0,-8 0 0 16,-4 0-2-16,-8 0 1 16,-9 0 1-16,-7 0-2 31,-9 0 0-31,0 0 1 16,0 0 4-16,0 0 5 0,0 3 0 15,0-3-9-15,0 3-1 16,0 0-7-16,-4 4-3 15,-21-2-4-15,-8 5-9 16,-9-4-4-16,-6 3 24 16,-14-3 3-16,5 1 2 0,-13-2 0 15,4 2-2-15,-4-1 1 16,8-6 4-16,5 0-1 16,4 0 3-16,15 0 5 15,18 0 7-15,8 0 1 16,8 0-12-16,4 0-2 15,0 0-6 1,0 0-15-16,0-3 0 16,16 0 10-16,4 3-13 15,1 0-23-15,-4 0-45 16,-1 0-26-16,-12 0-93 0,-4 0-95 16</inkml:trace>
  <inkml:trace contextRef="#ctx0" brushRef="#br3" timeOffset="133311.66">4064 6436 304 0,'0'0'191'16,"0"0"-148"-16,0 0 16 15,0 0-5-15,0 0-30 16,0 0-17-16,0 0-1 16,4-6 19-16,12 3 14 15,0 3-7-15,5-3 0 16,12 0-7-16,8 3-11 0,4-7-4 15,13 7 1-15,4-5-4 16,-1 5 4-16,1 0-4 0,-14 0-5 16,-7 0 0-16,-3 0-2 15,-18 0 1-15,1 0 0 16,-14 0-1 0,2 0-2-16,-9 0-2 0,0 0 4 0,0 0 3 15,0 0 0-15,0 0 2 16,0 0-5-16,0 0 0 15,-13 5 3-15,-2 2 0 16,-6-1-2-16,-8 6 1 16,-4-2-2-16,-4 2 0 15,-12 0-5 1,-9 0 3-16,-7-2 2 16,-5 2 0-16,1-9 1 15,2 0 1-15,14-3 29 16,8 0 17-16,8 0-20 15,12 0-2-15,13 0-12 16,8 0-3-16,4 0-7 0,0 0-4 16,0 0-28-16,0-3-31 15,16 3 27-15,9 0-38 16,-4 0-53-16,-13 0-88 0,-4 0-212 16</inkml:trace>
  <inkml:trace contextRef="#ctx0" brushRef="#br3" timeOffset="134332.4">4043 6935 219 0,'0'0'279'0,"0"0"-225"15,0 0-47-15,0 0 89 16,0 0-22-16,0 0-47 0,0 0-18 15,-12-6-4-15,12 6 1 16,0 0 11-16,0 0 5 16,0 0-4-16,4 3-4 15,17 0 16-15,2 1-11 16,15-4-4-16,11 0-8 16,0 0-2-16,5 0-3 15,8 0 3 1,-10 0-3-16,-6 0-1 15,-5 0-1-15,-12 0-1 16,-18 0 0-16,-2 0 1 0,-9 0-6 16,0 0 6-1,0 0 6-15,0 0-6 0,-16 0 1 16,-4 8-1-16,-5 5 4 16,-4-3-2-16,-4-2-2 15,-3 8 1-15,-6-4-1 0,-12 7 1 16,9-4-1-16,1-2 0 15,-2-1 0-15,5-3 0 16,0-3 0-16,0-2-10 16,8-4-4-16,4 0-1 0,13 0 11 15,8 0 2-15,4 0-5 16,4 0-25-16,0-7-43 31,4 4 3-31,20 3 26 0,-12 0-62 16,1-3-188-16</inkml:trace>
  <inkml:trace contextRef="#ctx0" brushRef="#br3" timeOffset="135306.26">4079 7746 221 0,'0'0'179'0,"0"0"-179"0,0 0 13 16,0 0 59-16,0 0 0 16,0 0-36-16,-15-18-13 15,15 18-12-15,0 0 2 0,4 0 19 16,7-3 16-1,6-1 2-15,4 1-27 0,8 3 8 16,12-3 5-16,8 0-3 16,8 0-4-16,10 3 4 15,-6-3-6-15,5 3-20 16,-14 0-6-16,-6 0 0 16,-5 0-2-1,-9 0-3-15,-7 0-13 16,-13 0-11-16,-3 0 14 15,-9 0 4-15,0 0 10 16,0 0 4-16,0 0 18 16,-21 0-14-16,-8 0-6 0,1 0-1 15,-9 3 1 1,0 3 0-16,-12-3-2 0,-9 7 0 16,-4-5-1-16,-11 2 2 15,3 2-1-15,5 0 3 0,7-3 11 16,12-2 12-16,14 2-3 15,7-6-11-15,17 3-9 32,4-3-2-32,4 0-1 0,0 0-9 15,0 0-45 1,25 0 16-16,8-3-6 0,7-3-57 16,-23-1-59-16,3 4-174 15</inkml:trace>
  <inkml:trace contextRef="#ctx0" brushRef="#br3" timeOffset="136421.62">4818 6384 225 0,'0'0'155'16,"0"0"-133"-16,0 0-14 0,0 0 132 15,0 0-67-15,0 0-50 16,0 0-17-16,-32 2-6 16,32-2-3-16,0 4 3 15,9-4 18-15,10 0 5 0,6 3-4 16,12-3 3-16,13 0-2 15,-1 0 5-15,8 0-5 16,4 0 5-16,1 0-5 16,0 0-9-16,-5 0 4 15,1 0-6-15,-5 0-4 16,-12 0-2 0,-4 0 0-16,-8-3 2 15,-8 3-4-15,-1-4-1 16,-12 4 1-16,0 0-1 15,-4 0 0-15,-4 0-2 0,0 0 2 16,0 0-2 0,0 0 6-16,-20 0-3 0,-17 0 2 15,-8 4 0-15,-5 5-3 16,-6-6 1-16,-2 6 0 0,1-3 2 16,-1 1-2-16,4-4 1 15,6 3 1-15,-2-3 6 16,13 0-7-16,0-3 1 15,9 0-3-15,11 0 1 16,1 0-1-16,16 0-4 0,0 0-12 16,0 0-25-16,0 0-28 15,0 0-10-15,0 0-53 16,0 0-159-16</inkml:trace>
  <inkml:trace contextRef="#ctx0" brushRef="#br3" timeOffset="137424.29">4798 6917 320 0,'0'0'163'0,"0"0"-123"15,0 0 21-15,0 0 10 16,0 0-30-16,0 0-21 16,4 0 23-16,21 0 19 0,4 0-25 15,4-3-11-15,12 3 1 16,4-3-7-16,13-4-1 15,3 7-11 1,-3-2 6-16,-4 2-10 0,-5 0-4 16,-12 0 0-16,-8 0 0 15,-12 2 0-15,-6 2-4 16,-7-1-6 0,-8 0 1-16,0-3-1 15,0 6 5-15,0-3 5 16,0 0 2-16,0 3-1 15,0 1-1-15,-8 1 2 16,-7 2-1-16,-6-4-1 16,-8 6 1-16,-8-2-1 15,-5-4 1-15,-6 0 0 0,-10-3 0 16,1 0 4-16,-9-3 5 16,0 0 8-16,1 0 7 0,11 0-2 15,10 0 5-15,6 0-13 16,14 0-2-1,11 0-2-15,5 0-5 16,8-6-6-16,0 6-5 0,0 0-18 0,0 0-7 16,0 0-2-16,8 0 24 15,13 0-38-15,-5 0-44 16,-7 0-68-16,-1 0-202 31</inkml:trace>
  <inkml:trace contextRef="#ctx0" brushRef="#br3" timeOffset="138416.93">4700 7660 225 0,'0'0'299'0,"0"0"-252"16,0 0-42-16,0 0 72 16,0 0-43-16,0 0-31 15,-25 0-1-15,25 6 4 0,12-6 17 0,5 3-3 31,8 0 23-31,8 0 4 16,11-3-22-16,14 0-3 0,8 0-6 0,7 0 3 16,-2 0 0-16,-10 0-9 15,-3 0-7-15,-21 0-1 16,-5 0-2 0,-11 0 0-16,-13 0 0 15,-4 0 0-15,-4 0-6 16,0 0 6-16,0 6 9 15,-8 1 8-15,-17-1-3 16,-4 3-8-16,-11-3 1 16,-6 3-3-16,-8 1-2 15,-2-1-2-15,-11-3 4 0,6 0-3 16,8 3 23-16,3-6 3 16,14-3 0-16,3 3-4 15,8 1-11-15,13-4-7 0,7 0-1 16,5 0-3-16,0 0-1 31,0 0-4-31,0 0-33 16,0 0-25-16,0 0-4 15,13 0-1-15,-5-7-95 0,5 4-203 16</inkml:trace>
  <inkml:trace contextRef="#ctx0" brushRef="#br3" timeOffset="139573.73">5689 6457 137 0,'0'0'140'15,"0"0"-99"-15,0 0-12 16,0 0 51-16,0 0-11 0,0 0-46 16,0 0-10-16,-57 0 17 15,53 0 10-15,-5 0-9 16,5 0 4-16,4 0 8 31,0 0-1-31,0 0-8 0,0 0 2 16,0 0-18-16,0 0-11 15,0 0-7-15,0 0 0 16,0 0-2-16,13 0 2 0,7 0 9 16,8 0-5-16,10 0-2 15,3 0-2-15,0 0 1 16,4 0 1-16,0 0-2 15,-4 0 2-15,-8 0 0 16,0 0 0-16,-9 0-2 16,-3 0 2-16,-9 0-1 0,-7 0-1 15,-5 0-1-15,0 0-4 16,0 0 3-16,0 0 2 16,-5 4 1-16,-11 5 3 15,-9 0-4-15,0 0 0 16,-3 4 2-16,-9-1-1 15,-4-3 5 1,-5-3 0-16,2 4 9 16,-10-7 1-16,13 0-3 15,9 0 9-15,3-3-7 16,12 0-2-16,9 0-10 0,8 0-3 16,0 0-10-16,0 0-35 15,0 0-72 1,0 0-108-16,4 0-163 0</inkml:trace>
  <inkml:trace contextRef="#ctx0" brushRef="#br3" timeOffset="141132.54">5886 6994 98 0,'0'0'176'0,"0"0"-176"16,0 0 6-16,0 0 35 15,0 0 36 1,0 0-12-16,0 0-25 16,-94 0-4-16,69 0 8 15,-4 0-4-15,-4 3-15 0,4-3 3 16,1 0-8 0,4 0 8-16,7 0 22 0,9 0 6 15,4 0-26-15,4 0-8 16,0 0 10-16,0 0-15 15,0 0-16-15,0 0-1 16,0 0-6-16,0 0 2 16,0 0 4-16,0 0 0 0,0 0 4 15,12 0-3-15,9 0-1 16,-1 0 2-16,12 0-2 16,6 0 3-16,3 3-3 15,0 0 1-15,0 0 0 16,-4-3-1-16,-8 7 0 15,-4-2-2-15,-9-5-9 0,-8 4-4 32,-4-1 6-32,-4-3 4 0,0 0 3 15,0 0 2 1,0 0 2-16,0 0 0 16,0 0-2-16,0 0 1 0,0 0-1 15,0 0-1-15,0 3-5 16,0 0 0-16,0 3 6 15,-20 0 4-15,-9 4 3 0,-4-4 4 16,-4 0 18-16,-8-3 2 16,0 3-4-16,-1-3 2 0,-2 4-13 15,2-5 3 1,1 1-12-16,-4 1-7 16,8 2 2-16,-1-3-2 15,14 0 0-15,11-3-3 0,9 0-5 31,8 0-16-31,0 0-25 0,0 0-4 16,0 0-28-16,20 0-27 16,-7 0-102-16,3 0-146 0</inkml:trace>
  <inkml:trace contextRef="#ctx0" brushRef="#br3" timeOffset="142250.37">5524 7697 257 0,'0'0'153'0,"0"0"-112"15,0 0-29-15,0 0 50 0,0 0-30 16,0 0-16-16,-7 9-8 15,7-6 20-15,0 0 20 16,0 0-3-16,12 0-3 16,0-3 3-16,4 0-10 15,9 0-8-15,8 0-12 0,9 0-3 16,2 0 1-16,6 0-7 16,-1 0-5-16,-4 0 4 15,0 0-2-15,-8 0 0 0,-4 0-2 16,-5 0 2-1,-3 0-3-15,-8 0 0 0,-9 0 0 32,-4 0 1-32,0 0 0 15,-4 0 4-15,0 0 0 16,4 0 21-16,-4 0-15 0,0 0-7 16,0 0 1-16,0 0-5 15,0 0 1-15,0 0 2 16,-20 0-3-16,-9 10 2 15,-12 2-2-15,0-3-2 0,0 0 2 16,-5-3 1-16,6 1 1 16,-5-1 1-16,-1-3 7 15,2 0 16-15,-2 0-9 16,5-3-7-16,8 0 5 16,5 0-2-16,11 0-9 0,5 0 1 15,12 0-4-15,0 0-1 16,0 0-6-16,0 0-29 15,0 0-16-15,0 0-29 16,0 0-126-16,0 0-404 16</inkml:trace>
  <inkml:trace contextRef="#ctx0" brushRef="#br3" timeOffset="144499.29">2618 6476 7 0,'0'0'71'15,"0"0"-65"-15,0 0 34 16,0 0-5-16,0 0-24 16,0 0 6-16,0 0-15 0,-106 3-2 15,89-3-2-15,0 0-19 0,-2 0 17 16,-2 0-12-16,-4 0 2 31,-4 0-20-31,5 0-19 16,3 0 53-16,5 0 90 0,8 0-8 15,4 0-6-15,4 0-2 16,0 0 7-16,0 0-77 16,0-3 0-16,4 3 50 15,4 0 23-15,4 0-11 16,-4-3-9-16,9 3 1 16,7-3-10-16,5 3 4 15,13-3-19-15,2 3 8 16,22-6-10-16,4-1-1 0,4 5-6 15,3 2-5-15,-10 0-9 16,-11 0-7-16,-2 0-3 16,-8 12 0-16,-5 0-1 0,-9-3-3 15,-11-2 1-15,-9-4-9 16,-8-1-7-16,-4 2 9 16,0-4 8-16,0 0 1 15,0 3 0-15,-4 0-4 0,-21 3 5 31,-8 0 0-31,-3 3-1 16,-18 1-10-16,-4-1 11 16,-7 0 0-16,-20 0 0 15,-11-6 18-15,-6-3 10 16,8 0 9-16,11 0 0 0,14 0 8 16,20 0-11-16,20 0-15 15,16 0-12-15,9 0-7 16,4 0 0-16,25 0-55 15,29 0-24-15,-18 0-69 16,5-3-138-16</inkml:trace>
  <inkml:trace contextRef="#ctx0" brushRef="#br3" timeOffset="145680.84">2470 7025 197 0,'0'0'102'0,"0"0"-85"16,0 0 13-16,0 0 120 0,0 0-50 15,0 0-25-15,0 0-2 16,-53-10 27-16,53 8-25 16,0 2-31-16,0 0-22 15,0 0-10-15,0 0-12 0,0 0-14 16,0 0 3-16,13 0 11 31,8 0 3-31,11 0-1 16,9 0 13-16,17 0-5 15,11 0 11-15,10 0-3 0,-6 0-2 16,-3 2-13-16,-13 5-3 16,-3-1 0-16,-5 0-1 15,-4-6-2 1,-12 3-10-16,-8-3-1 0,-9 0 5 0,-3 3 6 16,-13-3 1-16,0 0 1 15,0 3-3-15,0-3 0 16,0 3-1-16,-17 7-9 15,-20 2 14-15,-8 0 0 16,-8 4-1-16,-1-1 0 16,-3-2 1-1,-5-4 2-15,-4 3 2 16,-3 0-1-16,-1 1 4 16,-4-4 7-16,12-3-3 15,1-3-2-15,12-3-5 16,11 0-2-16,2 0 2 0,20 0-2 15,-1 0 1-15,17 0 1 16,0 0-4-16,0 0-8 16,0-3-18-16,0 0 6 15,13 3-14-15,3 0-103 0,-12 0-67 16,4 0-142-16</inkml:trace>
  <inkml:trace contextRef="#ctx0" brushRef="#br3" timeOffset="146658.65">2463 7620 417 0,'0'0'117'0,"0"0"-107"16,0 0 69-1,0 0 33-15,0 0-54 16,0 0-58-16,-12 0-2 15,12 0 2-15,8 0 7 16,16 0 1 0,9 0 17-16,12 0 6 0,12 0-7 0,9 0 5 15,4 0-4-15,0 0-11 16,-12 0-8-16,-10 0-5 16,-7 0 1-16,-3 0-2 0,-14 0 0 15,-7 3-6-15,-14-3 0 16,1 3-2-16,-4-3 8 15,0 3 9-15,-15 3 27 16,-18 4-17-16,-5-1-8 16,-3 3 1-1,-7-3 2-15,-6 1-3 16,-4-1-3-16,-7-3 1 16,-1 3 9-16,1-3-13 15,3 0 3-15,13-6 0 16,16 0 0-16,12 0-4 15,9 0-4-15,4 0-11 16,8 0-14-16,0 0-29 0,0 0-49 16,20-3 22-1,5 0-36-15,-17 0-22 0,5 3-150 0</inkml:trace>
  <inkml:trace contextRef="#ctx0" brushRef="#br3" timeOffset="147678.67">3053 6544 269 0,'0'0'27'0,"0"0"-24"16,0 0 80-16,0 0 24 31,0 0-37-31,0 130-43 0,0-97 6 15,0 7-11-15,8 1-6 16,-3-1 3-16,-1-7-9 16,-4-5 0-16,0-6 6 15,0-10 5-15,0-9 18 16,0-3-11-16,4 0-5 16,-4 0-4-16,4 0 4 0,-4 0 8 15,4 0 7-15,-4 0 2 16,8-15-20-16,-4-10-19 15,5 0 1-15,-1-5 3 16,0-1-5-16,5-3-1 16,-1 0-10-16,5 3 2 0,-1 4 2 15,1 8-9-15,-10 3 16 16,1 11 0-16,-8-2 5 0,4 7 16 16,-4 0-3-1,0 0-16-15,0 0-2 0,0 12-2 16,0 16 2-16,0 6 16 15,0 10-10-15,9-1-3 16,-5-3 0 0,4-4-2-16,0-5 1 15,-4-12-1-15,1-4-2 16,-1-5 0-16,-4-10-65 16,0 0-202-16</inkml:trace>
  <inkml:trace contextRef="#ctx0" brushRef="#br3" timeOffset="148806.96">3111 7333 186 0,'0'0'150'15,"0"0"-121"1,0 0 54-16,0 0 25 0,0 0-37 16,0 0-23-16,0 0-8 15,-4-3-11-15,4 3-16 16,0 0-4-16,0 0-2 16,0 6 14-16,-4 16 10 0,0 2-19 15,4 1 1-15,0 3-8 16,0 0-2-16,0-1 0 15,0-2 0-15,0-9-3 16,0-1 2-16,0-6 0 16,0-9 0-16,0 0 5 0,0 0-2 15,0 0 10 1,0 0 14-16,4 0 0 16,4-6-2-16,4-12-7 15,1-7-17-15,-1 0-2 16,5-9 3-16,-9 3-4 15,4 0-1-15,-3 10-1 16,-2 6 1-16,-3 8 1 16,0 4 2-16,-4 3-2 0,0 0 0 15,0 0 0-15,0 0-7 16,0 0 5-16,0 0-9 16,0 0 0-1,4 13 11-15,0 11 4 0,1 10 4 0,3 0-5 16,-4 0 2-16,0-4-4 31,0-5 3-31,-4-3-2 16,0-3-1-16,0-7 1 0,0-3-1 15,0-3 0 1,0-3-2-16,0 0 1 0,4-3-61 16,-4 0-139-16,0 0-215 15</inkml:trace>
  <inkml:trace contextRef="#ctx0" brushRef="#br3" timeOffset="150227.54">3796 7614 11 0,'0'0'184'0,"0"0"-138"16,0 0-20-16,0 0 65 15,0 0-50-15,0 0-25 16,0 0-4-16,21 3 5 15,-21 0 1 1,0-3 21-16,0 0 16 16,0 0 8-16,0 0 1 15,0 0-1-15,0 0 0 0,0 0-13 16,0 0-13-16,0 0-10 16,0 0-13-16,4 0-10 15,-4 0-1-15,0 0-2 16,0 0 0-16,0 0 0 0,0 0 0 15,0 0 5-15,0 0 7 16,4 0 9-16,4-6-15 16,1-16-7-16,-1 0-1 15,0 1-7-15,5-4-8 16,-5 1-1-16,-4-1 5 16,0 6 12-1,-4-2-2-15,4 2 2 16,-4 4 0-16,0 3 1 15,0 5-1-15,0 1-1 16,0 0-4-16,0 0-14 16,4 3 0-16,-4 0-23 15,5-3 19-15,3 3 14 0,0 3 7 16,0-4 0-16,0 4 2 16,4 0 3-16,5 0 18 15,-1 0 2-15,1 0-1 0,-5 16-22 16,0 5 0-16,1 7 8 15,-5 3 8-15,0-4-8 16,-3 8-3-16,-1-5-3 16,-4 4 5-16,0-3-3 0,0-3 0 31,4-7-1-31,-4-8-3 16,4-4 0-16,-4-9 0 15,4 0 2-15,-4 0 1 0,3 0-3 16,1 0-13-16,0 0-72 15,1-9-94-15,-5-4-285 16</inkml:trace>
  <inkml:trace contextRef="#ctx0" brushRef="#br3" timeOffset="151091.47">3920 6528 287 0,'0'0'54'16,"0"0"-54"-16,0 0 0 15,0 0 21 1,0 0 4-16,0 0-14 0,0 25 15 16,0-22-23-16,0-3 8 15,0 0-4-15,0 0-7 16,0 0 4-16,0 0-2 0,0 0 5 16,0 0-7-16,0 0-23 15,0 0-69-15,0 0 24 16,0 0-16-16,0 0 6 15</inkml:trace>
  <inkml:trace contextRef="#ctx0" brushRef="#br3" timeOffset="152008.19">3825 6627 19 0,'0'0'138'0,"0"0"-87"16,0 0 29-16,0 0 28 15,0 0-46-15,0 0-23 16,0-3 0-16,0 3 14 15,0 0-7-15,0 0-11 16,0 0-13-16,0 0-9 16,0 0-8-1,0 3 6-15,0 9 15 16,0 4 5-16,0 6-6 16,0 2-1-16,0 7-3 15,0 6 3-15,4 0-12 16,5 0-8-16,-5-3 0 15,0 0-3-15,-4-10 0 16,4-2 0-16,-4-7-1 0,0-2 0 16,0-7 1-16,0 0 1 0,0-6-2 15,0 0 0-15,0 0 2 16,0 0-2 0,0 0 0-16,0 0 5 15,4 0 7-15,0 0 13 0,5-6 14 16,-1-15-26-16,4-10-9 0,-4 3-1 15,5-9 0-15,-5 3-1 16,-4 0-2-16,0 0 2 16,-4-3-1-16,0 3-1 31,0 3 5-31,0 4-1 16,0 5 0-16,-4 10 4 15,0 6-8-15,0 2-5 0,4 4-8 16,0 0-4-16,0 0-16 15,0 0-20-15,0 0-31 16,0 0-54-16,0 0-77 16,0 0-6-16</inkml:trace>
  <inkml:trace contextRef="#ctx0" brushRef="#br3" timeOffset="153113.51">4552 6596 35 0,'0'0'197'0,"0"0"-197"16,0 0 16-16,0 0 5 0,0 0 57 16,0 0-19-16,0-40-10 15,0 40 18-15,0 0 6 0,0 0 2 16,0 0-14-16,0 0-31 16,0 0-29-1,0 7 1-15,0 11 27 16,0 0-7-1,0 10-10-15,4 6-8 0,0 0 1 16,4 6-2-16,-4-3-2 16,1-3 2-16,-1-3-2 0,-4-4 0 15,4-11 2-15,0-4 4 16,0-9-1-16,0 1 6 16,-4-4 16-16,0 0 26 15,4 0-8-15,5-7-7 16,-1-14-1-16,4-4-26 15,-3-6 4-15,-1 4-3 16,-1-8-10 0,1 4 1-16,-3 1 0 15,-5-1-3-15,0 6 16 16,0 4-6-16,0 9-11 16,0 2-1-16,0 7-9 15,0 3-11-15,0-3-12 16,0 3-46-16,0 0-61 0,0 0-57 15,0 0-102-15,0 0 1 16</inkml:trace>
  <inkml:trace contextRef="#ctx0" brushRef="#br3" timeOffset="154102.26">4654 7539 293 0,'0'0'236'0,"0"0"-206"15,0 0 40-15,0 0 75 16,0 0-45 0,0 0-31-16,0 0-31 15,-7-33 22-15,7 5-9 0,0-3-19 16,0-9-9-16,4-3-13 16,3 3-10-16,2-3-1 15,-1-7-2-15,0-2-13 16,4-3-23-16,-7 2 14 15,-1 7-12-15,4 15 6 16,-8 9 20-16,4 16 11 0,-4 3 0 16,0 3-4-16,0 0-13 15,0 0 3-15,0 9 14 16,0 16 0-16,0 9 8 16,0 0 1-16,0 6-7 15,0 0 7-15,0 0-6 0,4 0 2 31,5 0-5-31,-1-6 2 16,0-3-1-16,0-9-1 16,-4-4 0-16,1-6 3 15,-5-2-3-15,0-7 1 16,0-3 0-16,0 0 0 16,0 0 1-16,0 0 5 0,0 0-2 15,4 0-5-15,-4 0-6 16,4 0-62-16,-4 0-89 0,0 0-177 15</inkml:trace>
  <inkml:trace contextRef="#ctx0" brushRef="#br3" timeOffset="155243.1">5418 6624 242 0,'0'0'98'0,"0"0"-70"31,0 0 34-31,0 0-10 0,0 0-30 15,0 0-9-15,0 0 2 16,-8-15 27-16,8 33 33 16,0 4-7-16,0 11-17 15,0 7-22-15,0 7-11 16,0 2-8-16,0 4 1 16,0-4 2-16,0-6-1 0,4-12-6 15,0-10 1-15,4-8-2 16,-4-7 1-16,0-3 7 15,1-3 9-15,-1 0 18 0,8-9 32 16,-4-16-38 0,9-8-21-16,-5-8-5 0,1-2-4 15,-5-3 6 1,-4 6 7 0,3 0-7-16,-7 2 14 0,0 8-10 15,0 5-3-15,0 7-11 16,0 5-1-16,0 7-14 15,0 6-30-15,-7 0-83 16,-1 0-192-16</inkml:trace>
  <inkml:trace contextRef="#ctx0" brushRef="#br3" timeOffset="156066.15">5414 7170 161 0,'0'0'161'0,"0"0"-151"15,0 0-6-15,0 0 122 16,0 0-67-16,0 0-44 0,-4-3 26 31,4 21 37-31,0 7-37 16,0 3 6-16,0 2 3 0,0 4-22 15,0 0-11-15,0 3 11 0,0 6-16 16,0-3-4-16,0-3 0 16,4 1-4-16,4-8-3 15,0-8-1-15,-4-4 2 16,1-12 2-16,-5-6 0 16,4 0 1-16,0 0 37 15,4 0 22 1,0-12-11-16,9-16-39 0,-5 0-4 15,1-8-3-15,-5-11-2 16,0 4 11-16,0-6-5 16,-4-4-7-16,0 10-4 0,-4 6-1 15,0 10 0-15,0 8-7 16,0 10-16-16,-8 9-22 31,0 0-99-31,0 0-235 16</inkml:trace>
  <inkml:trace contextRef="#ctx0" brushRef="#br3" timeOffset="157013.81">5997 7256 92 0,'0'0'53'16,"0"0"-26"-16,0 0 96 0,0 0 7 16,0 0 2-1,0 0-22-15,8-6-33 0,-8 6-27 16,0 0-23-16,0 0-14 16,0 0-11-16,0 0-2 0,0 0-2 15,0 0 1-15,4 0 1 16,-4 0 11-16,4 6 17 15,0 6-6-15,5 10 14 0,-5 2-16 16,4 11-9 0,4 1 0-16,1 8-4 0,3-5-3 15,-3 1-3-15,-1-9-1 16,-5-9 2-16,-2-6 0 31,-1-7-1-31,0-6-1 16,-4-3 3-16,4 0 4 15,-4 0 4-15,4 0 55 16,0-10-12-16,5-14-25 0,3-10-28 16,0 0 14-16,1-6-7 15,3-3 0-15,-7 3-4 16,-5 0 1-16,-4-1 7 0,0 8-10 16,0-1 3-16,0 13 9 15,0 2-4-15,0 7-10 16,0 5-3-16,0 7-7 15,-4 0-11-15,-5 0-8 0,-3 0-56 16,8 10-51-16,0-5-127 16,-1-1-241-16</inkml:trace>
  <inkml:trace contextRef="#ctx0" brushRef="#br3" timeOffset="157821.78">6116 6482 334 0,'0'0'0'0,"0"0"-9"0,0 0 9 15,0 0 4-15,0 0 6 32,0 0 4-32,0-6 36 15,0 6-1-15,0 3 18 0,0 10-3 16,0 8-13-16,-5 7-1 15,5 6-1-15,0 6-10 16,-4 0-20-16,4 0-13 16,0-3-2-16,0-3 1 0,0-7-4 15,0-8 0-15,0-7 5 16,4-5 2-16,1-4 13 16,-5-3 10-16,0 0 12 15,4 0 16-15,4 0-7 0,0-6-13 16,5-22-21-16,-1-3 0 15,-4-6 1-15,1-6 0 16,3-7-7-16,-12 4 7 16,4 0 2-1,-4 15-13-15,0 10-8 16,0 8-8-16,0 13-43 16,-4 0-48-16,-4 0-161 15,8 0-226-15</inkml:trace>
  <inkml:trace contextRef="#ctx0" brushRef="#br3" timeOffset="158834.19">6268 6381 161 0,'0'0'219'16,"0"0"-155"-16,0 0-46 16,0 0 43-16,0 0-32 15,0 0-18-15,0 0 2 16,12-7 8-16,13 7 2 16,8-6 0-16,4 3 20 15,12-3-12-15,4 0-18 16,12 3 0-1,6 3 14-15,-5-3 25 16,7 3-14-16,-2 0-25 16,-2 0-9-16,-11 0-3 0,-1 0-1 15,-8 0-1 1,-3 0-13-16,-6 0-30 16,-7 0 18-16,-4 0 18 0,-8 0 8 15,-13 0 0-15,-4 0 4 0,-4 0-3 16,0 0 21-1,0 0-1-15,-12 6-10 0,-17 3-11 16,-13 0 1-16,2-2-1 16,-14 5 0-16,-4-6 2 15,2-3 0-15,-15 0 5 16,6-3 10-16,-9 0-4 0,4 0 0 16,8 0-5-16,5 0 8 15,4 0-4-15,-1 0-11 16,1-6 1-16,4-4 1 15,-1 2-2-15,10 4-1 16,11 1 1-16,17 3 4 16,7 0-3-1,1 0-1-15,4 0-2 16,0 0-9-16,0 0-24 16,0 0-13-16,13 0-36 15,-1 3-52-15,0-3-269 16</inkml:trace>
  <inkml:trace contextRef="#ctx0" brushRef="#br3" timeOffset="160041.18">6219 7632 436 0,'0'0'125'15,"0"0"-108"-15,0 0 44 0,0 0 59 16,0 0-51-16,0 0-35 15,-17 0-17-15,42 0-5 16,-1 0-1-16,9 0 0 0,0 0-7 16,8-3 2-16,4 0 1 15,13 0-5-15,0 0 0 16,-1 3 3-16,0 0 3 16,-4 0 0-16,1 0-4 0,-5 0-3 15,-7 9 2-15,-2 0-2 16,-7 0 1-16,-4 1-1 15,-12-4 1-15,-5-3-2 16,-4 0-1-16,-4-3-2 16,-4 3 3-1,0 0 1-15,0 0 18 16,0 0-3-16,0 4-10 16,0-1-3-16,0-3-1 15,-4 0-2-15,0 0 0 16,-8 0 0-16,-9 0 3 15,-8-3 0-15,-20 0-2 16,-4 0 1-16,-13 0 1 0,1 0 7 16,-6 0 23-16,10-3-5 15,-1-3-5-15,0 0-11 16,-7 6-2-16,-5-4-10 0,-4 4-1 16,0 0-9-16,17 0-18 15,11 0 1-15,21 0 21 31,9 0 5-31,16 0-8 16,4 0-20-16,0 0 4 0,0 0-20 16,20 0 19-16,9 0 15 15,4 0-50-15,-17 0-99 16,-3 0-233-16</inkml:trace>
  <inkml:trace contextRef="#ctx0" brushRef="#br3" timeOffset="161578.54">7233 6396 216 0,'0'0'195'16,"0"0"-144"-16,0 0-6 16,0 0 57-16,0 0-21 15,0 0-22-15,0 0-12 16,16 3-7 0,-11-3-22-16,-5 0 1 15,4 0 2-15,-4 0-11 16,8 0-9-16,7 0 4 15,6 0-5-15,4 0 0 0,8 0 1 16,4 0-1 0,3 0 0-16,6 0 1 0,4 0-1 15,-6 0 0-15,10 0 1 16,-5 0 1-16,0 0-1 16,-4 0 0-16,-7 0 0 0,-9 0 1 15,-14 0 0-15,-3 0 0 16,-7 3-1-16,-5-3 0 15,0 0 14-15,0 3 0 32,0 1-7-32,0 1-7 0,0 2 7 15,-13 2-5-15,5 0-2 16,-3 4-1-16,-6 2 1 16,1-6 1-16,-13 3 0 15,-9-3-1-15,-6 1 2 16,-10-4 2-16,-8 0 1 0,-3 0-3 15,-1-6 5-15,1 0 8 16,-1 0-8-16,5 0-3 16,11 0 4-16,5 0 8 15,16-9-5-15,16 6-3 0,6-3-9 32,7 3-6-32,0 0-33 0,4 3-64 0,24 0 13 15,5 0-42-15,-16 0-77 16</inkml:trace>
  <inkml:trace contextRef="#ctx0" brushRef="#br3" timeOffset="162944.59">7993 6353 365 0,'0'0'107'0,"0"0"-97"0,0 0 19 15,0 0 36 1,0 0-1-16,0 0-27 0,-5-3-9 15,5 3 5-15,0 0 11 0,0 0 1 16,0 0-28-16,0 0-11 16,0 0-2-16,0 0 7 15,12 0 8-15,13 0 10 16,8 3-10-16,4 0-7 16,7-3-8-16,6 0-2 15,0 0-2 1,6 0 1-16,2 0-1 15,8 0 0-15,4-3 3 16,-4-3-2-16,-1-3-1 0,-3 2 1 16,-5 4 0-16,-4-3-1 15,-3 6 0 1,-18 0 0-16,-7 0 2 0,-13 0-2 0,-12 0-2 16,0 0-1-16,0 0-1 15,0 0 4-15,0 0 0 16,-8 3 8-16,-13 6-5 15,-2 0-1-15,-6 1-2 16,-9-1 0-16,-7-3-5 16,-8 0-16-16,-9 1 10 15,-7-2 10-15,3-1 1 0,0-1 6 16,5 3 6-16,3-6 9 16,5 3 3-16,4-3-3 15,-1 0 3-15,6 0-10 16,-2 0-1-16,5 0 0 0,0 0-3 15,8 0-9-15,9 0 4 32,11 0-5-32,5 0-2 15,8 0-27-15,0 0-12 16,0 0-5-16,0 0-35 0,0 0-33 16,16 0 35-16,-7 0-59 15,7 0-157-15</inkml:trace>
  <inkml:trace contextRef="#ctx0" brushRef="#br3" timeOffset="163883.91">8866 6436 262 0,'0'0'49'0,"0"0"-49"16,0 0 22-16,0 0 80 0,0 0-43 15,0 0 6-15,0 0 2 16,124-22-9-16,-92 22-25 16,13 0-9-16,5 0-4 15,7 0-4 1,9 0 1-16,-1 0 2 15,1 0-2-15,-4 0 10 16,-13 0-9-16,-8 3-2 16,-12 7-6-16,-12-4-10 15,-13 3-9-15,-4 3 1 16,0 1 8-16,0-4 6 16,-8 3 0-16,-13 1-6 0,0-1 5 15,-8 0-2 1,-4-9 3-16,-7 7 1 15,-6-10-3-15,-16 0 1 0,1 0 20 16,-9 0-3-16,5 0 13 16,-5-3-8-16,5-10 11 15,11-2-7-15,4 3-13 16,14-1-10 0,7 1 0-16,8 3-7 15,9 0-1-15,8 6-11 0,4-4-6 16,0 7-21-16,0 0-35 15,0 0 6-15,8 0 28 16,13 0-43-16,-9 0-56 16,-3 0-200-16</inkml:trace>
  <inkml:trace contextRef="#ctx0" brushRef="#br3" timeOffset="164786.69">9704 6449 221 0,'0'0'53'0,"0"0"-45"16,0 0 27-16,0 0 37 15,0 0-20-15,0 0-13 16,0 0 16-16,-21-10 11 16,21 10 3-16,0-3-3 0,0 3-1 15,13-3-22-15,3 0-20 16,9 0-6-16,11 0-10 16,14 0-5-16,8-4 0 15,7 4-2-15,1-3 2 16,3 0-2-16,6 0 0 15,-6-1 0-15,1 5-2 0,-9-1 2 16,-11 0 0-16,-17 3 1 16,-12-4-1-16,-17 4 0 15,-4 0-13-15,0 0 8 0,0 0 5 16,-9 0 4-16,-11 0 1 16,-9 0 0-16,-4 7-4 31,4 2-1-31,-7 0 0 15,-2 1 0-15,1-5-2 0,-12 2 2 16,0-1 0-16,-5-3 3 16,-2 6-3-16,-7-6 12 15,-3-3 17-15,1 3 22 16,3-3 3-16,5 0-29 16,12 4-8-16,4-1-4 0,4-1-3 15,13-2-6-15,7 3 0 16,13-3 0-16,4 0-4 15,0 0-12-15,0 0-12 16,0 0-18-16,4 0-2 16,17 0 9-16,11 0-56 15,9 0-50-15,-29 0-128 16</inkml:trace>
  <inkml:trace contextRef="#ctx0" brushRef="#br3" timeOffset="165753.2">10689 6409 224 0,'0'0'295'16,"0"0"-243"-16,0 0-45 15,0 0 62-15,0 0-2 0,0 0-36 16,-106-31-10-1,101 27 5-15,5 4-5 0,0 0 12 16,0 0-1 0,0-3-29-16,0 0-3 0,0 0 0 0,5 0 2 15,7-3 1-15,12 0-2 16,-4 3-2-16,9-1 1 16,0-1-1-16,9 5 1 15,-2 0-1-15,9 0 2 31,5 0-2-31,-2 0 1 16,2 0 0-16,-9 0 1 0,4 0-1 16,-12 9 1-16,-4-6 0 15,-13 3-1-15,-7 0-2 16,-5-3 0-16,-4 0-7 16,0-3 0-16,0 6 6 0,0-2 3 15,-9 8 6-15,-15 0-2 16,-5 0-2-16,-7 1 2 15,-6-1 0-15,-3-2-2 16,-5-2 19-16,-3 2 19 0,0-1 6 16,-4-3-5-16,-1 0 2 15,-8-6-7-15,1 0-4 16,7 0 4-16,-3 0-5 16,15 0-7-1,9 0-12-15,8-3-8 16,14-3-2-16,11 0-2 15,-1 6-4-15,5-3-22 16,0 3-40-16,0 0-106 16,5 0-88-16,10 0-236 15</inkml:trace>
  <inkml:trace contextRef="#ctx0" brushRef="#br3" timeOffset="166594.15">11075 6442 454 0,'0'0'153'0,"0"0"-122"0,0 0 31 15,0 0 18-15,0 0-11 16,0 0-19-16,-13-9-35 16,34 6-5-1,16 0-8-15,4 3 5 16,8-3-5-1,5 0-1-15,4 3 2 0,7-4-3 16,1 4 7-16,-1 0 8 16,-7 0-4-16,-9 0 4 15,-16 0 0-15,-17 0-12 16,-8 0-1-16,-8 0-2 0,0 0 0 16,0 0-4-16,0 0 2 15,-12 0-8-15,-13 0-5 16,-7 7-22-16,-1-1 7 15,-4 6-11-15,0-2-18 16,-4-1-4-16,-8 3 32 16,3-6 21-16,-2 3 10 0,-6-2 2 31,8 2 27-31,-6-3 15 0,6 0 30 0,5 0-23 16,8-3-11-16,13 0-14 15,4 1-20-15,7-1-4 16,9-3 0-16,0 0 1 0,0 0-2 31,0 0-1-31,9 0-7 0,15 0 7 16,8 0 14-16,6 0-9 15,3 0-5-15,-4 0-5 0,-1 0-6 16,2 0 3-16,-9 0 2 16,-5 0 3-1,-11 0-21-15,-5 0-96 16,-8 0-83-16,0 0-124 0</inkml:trace>
  <inkml:trace contextRef="#ctx0" brushRef="#br3" timeOffset="168359.44">7733 6636 7 0,'0'0'15'0,"0"0"7"16,0 0 50-16,0 0-10 15,0 0-8-15,0 0-12 16,0 0 4-16,-32 41 1 0,32-41 34 16,0 0-6-16,0 0-2 15,0 0-21 1,0 0-28-16,0 0-20 0,0-3-2 15,0-4 2-15,0 1-1 16,0-3-1-16,3 0 3 16,1 0-4-1,5-4 2-15,-5 1-2 16,0-1 0-16,0 4 1 16,0 3 1-16,-4 0 1 15,0 6 16-15,0-3 28 16,0 3-13-16,0 0-13 15,0 0-18-15,0 0-4 16,0 0 0-16,0 21 7 0,0 4 22 0,0 6-8 16,0 6-11-1,0-1 5-15,0 8 2 16,4 2-10-16,0-3-5 16,1 1-1-16,-5-11 0 0,4-5 1 15,0-10 2 1,-4-5-1-16,4-4 3 0,-4-3-4 0,4 1 4 15,-4 2 0 1,4 0-3-16,-4-3 0 0,0 6-2 31,0-5 1-31,4-1 0 16,-4-3-1-16,0-3 1 16,4 0 5-16,-4 0 5 0,5 0 43 15,3-6-14-15,0-19-2 16,5-9-30-16,3-6-2 15,-4-9-5-15,4-3 0 16,-4-7 0-16,5-3-4 16,-9 10 0-16,5 5-2 15,-5 11 4-15,-4 14 0 16,0 6 0-16,-4 10-4 0,0 6-5 0,0 0 2 16,0 0-19-1,0 13 0-15,-8 8-3 16,4-2-75-16,4-10-100 15,0-3-233-15</inkml:trace>
  <inkml:trace contextRef="#ctx0" brushRef="#br3" timeOffset="169284.89">7787 6991 189 0,'0'0'86'0,"0"0"-49"15,0 0 87-15,0 0-30 16,0 0-59-16,0 0-23 0,-13-31 20 15,34 31 25 1,4 0 25-16,11 0-8 0,14 0-22 31,16 0-17-31,3 0-7 16,14 0 0-16,-2 0-10 0,9 0-5 16,-3 0-4-16,3 0 4 15,-3 0-2-15,-10 0-7 16,-10 0 3-16,-23 6-7 15,-11 0 1-15,-16-6 1 16,-5 6-2-16,-12-6-6 0,0 0 2 16,0 4-5-16,0-1-2 15,0-3 0-15,0 0-5 16,0 3 3-16,-17 0 11 16,-3 3-2-16,-13 0 4 15,-3 0 0-15,-10 0 0 16,-4 1 4-16,6 2 0 15,3-6 6 1,-1 6 0-16,5-6 1 0,-3 0-2 16,3 1-3-16,-9-4-1 15,-2 0 2-15,-6 0 1 16,4 0 1-16,6 0-2 16,-2 0-3-1,9-4 0-15,4-2-2 0,9 0 2 0,16 3-2 16,0 0 0-16,8 0-2 15,0 0-9-15,0 3-30 16,8 0-24-16,20 0 18 16,13 0-62-16,-24 0-84 15,3 0-261-15</inkml:trace>
  <inkml:trace contextRef="#ctx0" brushRef="#br3" timeOffset="170306.17">8863 6541 194 0,'0'0'286'16,"0"0"-252"-16,0 0-23 15,0 0-8-15,0 0 23 0,0 0-14 32,0 0 10-32,15 3-5 15,-6 18 7-15,-9 7 16 16,4 6-6-16,-4 6-4 16,4 6-18-16,0 1-8 0,0-1-1 15,-4-6 1 1,4-6-3-16,-4-10 1 0,0-5 2 15,0-10 8-15,0-6 13 0,0-3-4 16,0 0-5-16,0 0-1 16,0 0 10-16,0 0-8 15,4 0-4-15,-4 0 9 16,4 0 34-16,5-21-28 16,-1-4-20-16,0-5 10 15,1-11-3-15,-5 4-8 0,4 1-6 31,-4-5 0-31,0 4 2 0,0 9-1 16,1-2-2-16,-5 8-5 16,0 7 0-16,0 6-20 15,0 5-18-15,0 4-7 16,0 0-44-16,0 0-148 16,0 0-289-16</inkml:trace>
  <inkml:trace contextRef="#ctx0" brushRef="#br3" timeOffset="171208.56">9503 6547 305 0,'0'0'61'16,"0"0"-61"-16,0 0 0 16,0 0 58-16,0 0-24 15,0 0 16-15,20-12 37 0,-12 21-30 0,-3 12 0 16,-1 1 7-16,-4 12-17 16,0 6-15-16,0 6-17 15,0 7 3-15,0-1-8 0,4-3-5 16,0-6-1-16,0-2-1 15,-4-11-3-15,4-8 2 32,0-6-1-32,-4-7 0 0,5-6 1 15,-5-3 0-15,4 0 8 16,-4 0 36-16,4 0 17 16,4-16-2-16,3-8-36 15,2-10-15-15,3-3-1 0,1-3-2 16,-1-6-1-16,1-1-3 15,4 1 6-15,-5 0-9 16,-3 3 3-16,-9 0-1 0,-4 5-2 16,0 5 15-16,0 11-2 15,0 7-13-15,-13 5-7 16,5 10-3 0,-8 0-24-1,-1 0-55-15,9 10-93 0,-1 2-260 16</inkml:trace>
  <inkml:trace contextRef="#ctx0" brushRef="#br3" timeOffset="172126.94">10381 6547 260 0,'0'0'94'0,"0"0"-61"15,0 0 17-15,0 0-4 16,0 0-2-16,0 0-6 16,-12-12 21-16,8 27 7 0,-1 3-18 15,1 13 1-15,4 0-26 16,-4 6-7-16,4 9-6 15,0 4-1-15,0 5-8 16,0-5 2-16,4-4 0 0,9-3-1 16,-5-9 1-1,0-12-2 1,0-4 0-16,-3-9-1 16,-5-6 2-16,0-3 1 15,4 0 9-15,0 0 41 16,0 0 10-16,4 0-23 15,5-18-34-15,-1-1 1 0,-4-5-5 16,5-4 4-16,-10-6 15 16,5-6-3-16,-8-6 13 15,0-7-1-15,0 1-12 0,0 0-5 16,-11 9-12-16,2 12-1 16,1 6-4-16,0 12-5 15,8 11-1-15,-4-2-5 16,4 4-19-16,0 0-17 15,0 0-25-15,0 0-28 0,0 0-50 32,0 0-44-32,0 0-112 0</inkml:trace>
  <inkml:trace contextRef="#ctx0" brushRef="#br3" timeOffset="172930.5">10985 6596 221 0,'0'0'267'15,"0"0"-265"-15,0 0 4 16,0 0-6-16,0 0 11 15,0 0-7 1,-4-15 5-16,4 15 21 16,0 3 16-16,0 16 4 15,0 5 5-15,4 10-18 16,4 12-12-16,-4 7-7 0,4-1-6 16,-4 0-8-1,9-2 3-15,-5-10 2 0,0-3 6 16,4-10 3-16,-4-5 1 15,0-9-3-15,-4-7 2 16,-4-6 9-16,5 0 4 16,-5 0 8-16,0 0 12 0,0 0-3 15,4 0-4-15,-4-10-5 16,4-14-29 0,0-10 6-16,-4-6 0 0,4-12 5 0,-4-4-3 31,0-3 4-31,4-3-11 15,0 7-1-15,1 3-7 16,-5 12-3-16,4 15-9 0,-4 10-5 0,0 8-17 16,0 7-7-16,0 0-33 15,0 0-50 1,0 7-46-16,0 5-52 16,0 0-307-16</inkml:trace>
  <inkml:trace contextRef="#ctx0" brushRef="#br3" timeOffset="174106.31">8994 6908 227 0,'0'0'73'0,"0"0"-49"16,0 0 120-16,0 0-15 15,0 0-42-15,0 0-28 16,0 0-2-16,-12 3-11 16,12-3 3-16,0 0 8 15,0 0-13-15,12 0-26 0,12 0-11 16,17 0-6-16,9 0-1 16,15 0 0-1,1 6 0-15,7 6 0 16,6 1 0-1,-14 5 0-15,-7-6 0 0,-13 1 0 16,-13-4-1-16,-11-6-1 16,-8 3-12-16,-13-6-18 15,0 3-2-15,0-3 18 0,-17 0 16 16,-15 3 4-16,-5 1-4 16,-9-2 0-16,1 1 0 0,0-3 0 31,-4 4 0-16,-4-4 6-15,-1 3 0 0,5 3 15 16,-4-6 8-16,3 6-4 16,1-6-9-16,4 0 1 15,4 0-2-15,4 0-4 0,16 0 1 16,0-6-3-16,13 0-3 16,8 3-6-16,0-4-28 0,0-2-50 15,4 6-23 1,21-3-52-16,-13 6-111 15,5 0-176-15</inkml:trace>
  <inkml:trace contextRef="#ctx0" brushRef="#br3" timeOffset="174970.01">9868 7025 121 0,'0'0'231'0,"0"0"-231"0,0 0 0 16,0 0 61-16,0 0 30 15,0 0-64-15,-62-7-26 16,87 7 29-16,4 0-2 0,3 0-15 16,5 0-10-16,1 0 1 15,3 7 6-15,-1-4 30 16,10 0 3-16,4 6-6 16,2-3-6-16,2 1-5 15,-1-4-6-15,-3 0-8 16,-9 3-7-1,-7 0-1-15,-10-3-4 16,-12 0 0-16,-12 0-1 16,-4 1-9-16,0-4 10 15,0 5 2-15,-16-5 19 16,-16 4-13-16,-10-1 1 16,-3 0-2-16,-1 0 7 0,-2 0-7 15,-2-3-6-15,-4 6 3 16,2-6-3-16,-6 0-1 0,1 0 3 15,-5 0 4 1,4 0-5-16,14 0 0 0,6 0-1 16,9-6 0-16,5 3-1 15,11 0-1-15,6-3-1 0,3 6 2 16,4 0-7-16,0 0-37 16,0 0-48-16,8 0 23 15,12-4 42-15,-8 4-57 16,1 0-181-16</inkml:trace>
  <inkml:trace contextRef="#ctx0" brushRef="#br3" timeOffset="175724.33">10685 7053 321 0,'0'0'114'0,"0"0"-83"16,0 0 26-16,0 0 24 15,0 0-32 1,0 0-21-16,0 0 11 16,-86-13 2-16,86 13 1 0,0-3 9 15,0 3-14-15,0 0-23 16,16 0-3-16,4-3-8 0,5 3-2 16,4-3 1-16,8 3-2 15,8 0 1-15,4 0-1 16,1 0 1-16,3 0 1 31,0 0-2-31,-7 6 0 16,-6 6 1-16,-11-2-2 0,-8-4 1 15,-9 3-2-15,-4 1-2 16,-8-1-1-16,0 3 2 16,0 0 3-16,-4 4 5 15,-16-4-3-15,-9 0-1 16,-7 1-1-16,-10-7 4 15,-4 0-3-15,-2-3 0 16,-6-3 0-16,-8 0 2 0,1 0-1 0,-2 0-1 16,6-3 0-16,12-7 2 15,16-2-2-15,4 3 3 16,22 0-4 0,2-4-27-16,5 11-40 0,0-5-53 15,28 4-27-15,-7 3-79 16,-4 0 27-1</inkml:trace>
  <inkml:trace contextRef="#ctx0" brushRef="#br3" timeOffset="176342.64">11399 7099 184 0,'0'0'184'0,"0"0"-111"15,-115-28 7-15,86 22 22 16,9 0-63-16,3 6-26 15,9-3-1-15,4 0 7 16,4 3-3-16,0 0 3 16,0 0-19-16,0 0 2 15,16 0 8-15,9 0 11 0,8 0-13 16,0 0-7-16,8 0 1 16,4 0-2-16,5 0 0 15,-2 0 0-15,6 0 2 16,4 0-1-16,-9 0 0 15,-8 0 3-15,-12 0-4 0,-17 0 1 16,-8 0-1-16,-4 0 4 16,0 0 2-16,0 0-2 15,0 0 0-15,-4 6 0 0,-12 0-1 16,-9 3 2-16,0 1 14 16,-8 2-3-16,-7-3-1 15,2 3-7-15,-11 0 2 16,-4-5 0-1,-5-1 6-15,-4 3 4 16,5-6 10-16,-5 0 22 16,10 0-21-16,-2-3-5 15,8 0-10-15,14 0-4 16,8 0-6-16,15 0-1 0,5 0-5 16,4 0-13-16,0 0-47 15,17 0-73-15,11 0 5 16,-8 0-66-16,-7 0-307 15</inkml:trace>
  <inkml:trace contextRef="#ctx0" brushRef="#br3" timeOffset="177582.83">7910 7235 121 0,'0'0'58'15,"0"0"-58"-15,0 0 0 16,0 0 4 0,0 0 19-16,0 0-2 0,8-19 4 15,0 13 18-15,-3 0 10 16,-1-1 40-16,-4 1-5 16,4-3-24-16,4 6-27 0,-4-4-8 15,0 7-8-15,0 0-3 16,-4 0 6-16,0 0 7 15,0 0 22-15,0 0-23 32,0 0-3-32,0 19 4 0,0 6-15 15,0 2-8-15,0 8-4 16,0 1-2 0,0 11 4-16,5-7-4 0,-5 0 1 15,0-3 3-15,0-7 1 16,0 1-1-16,0-9-5 15,0 0 4-15,0-10-3 16,0-3 1-16,0-6 3 0,0-3-4 16,0 0 4-16,0 0 4 15,0 0 7-15,4 0 6 16,0 0 8-16,0-6-3 16,4-16-11-16,4-2-11 0,0-7-3 15,-4-9 3-15,5-6-6 16,3-3 0-16,-3-10 0 15,-5 7 0-15,0-1-12 16,0 13 8-16,-8 9 2 16,0 13 1-16,0 11 0 15,0 7-2 1,0-2-2-16,0 2-12 16,0 0 2-16,0 0-17 0,-4 0-31 15,0 9-32 1,4-3-100-16,0-3-195 15</inkml:trace>
  <inkml:trace contextRef="#ctx0" brushRef="#br3" timeOffset="178851.94">9100 7179 267 0,'0'0'135'0,"0"0"-89"0,0 0 35 16,0 0 20-16,0 0-55 15,0 0 19-15,0 0-13 0,0-31-21 16,0 31-11-16,0 0-12 16,0 0-8-16,-4 0-10 15,4 0-2 1,0 0 7-16,0 0 5 0,0 6 3 15,0 7 1-15,0 5 0 0,0 1-4 16,0 5 0-16,0 4 2 16,0-1-2-16,0 8 1 31,0-8 1-31,0-2-2 16,0-6 1-16,0-10 0 15,0-6 0-15,0 0 0 16,0-3 1-16,0 0 6 0,0 0-8 15,0 0-3-15,0 0-20 16,0-3 14-16,0 0 9 16,0 0 1-16,0 3 7 0,0 0 7 15,0 0-3 1,0 0-4-16,0 0-5 0,0 0 2 16,0 0-3-16,0 0 2 15,0 0 11-15,0 6 8 0,0 6-9 16,0 0-1-16,-4 4-3 15,0-1-2 1,4 4-3-16,-8 2-2 16,4 1-1-16,4-4-2 0,-4-5 1 15,-1-1-1 1,1-6 2-16,4 1-1 16,-4-4 2-16,4-3 2 15,0 0 0-15,0 0 16 16,-4 0 4-16,0 0 0 15,-9 0 6-15,5 0-18 16,-8-10-1-16,0-8 0 16,-4 0 10-16,3-7-5 0,0-3-4 15,5-6-1-15,0-9-7 16,3-4-4-16,1-5-1 16,8-3-1-16,0-7 0 15,0 10-1-15,8 5-3 16,9 14 2-16,-5 14 3 15,-3 10 3-15,-5 6-3 0,-4 3-1 16,0 0-2-16,0 0-8 0,0 18-5 16,0 13 16-16,0 6 7 15,0 0-1 1,0 0-6 0,0-6 1-16,0-4-2 0,0-5 1 15,0-3-7-15,0-4-19 16,0-3-40-16,0-12-80 15,0 0-207-15</inkml:trace>
  <inkml:trace contextRef="#ctx0" brushRef="#br3" timeOffset="179754.42">9601 7222 115 0,'0'0'194'0,"0"0"-148"16,0 0-27-16,0 0 110 16,0 0-71-16,0 0-31 0,0 0-14 15,-24-40 13-15,24 34-2 16,0 2-7-16,0 4 40 15,0 0 22-15,0 0-9 0,0 0-22 16,0 0-22-16,0 0-11 16,0 0-13-16,0 0-2 15,0 0 0-15,0 0-5 16,0 0-8-16,0 0-15 16,0 4 28-16,0 17 25 0,0 7 3 15,0 6-13-15,0 3-1 16,-4 3-9-16,4 3-1 15,0-2 0-15,0-5-3 16,0-5 1-16,0-10-1 16,0-8 0-16,0-3 1 15,0-5-1 1,0-2 0-16,0-3 0 16,0 0 0-16,0 0 9 15,0 0 9-15,4 0-1 0,4 0 0 16,-1-3 4-1,2-12 0-15,-1-3-2 0,0-4-2 16,1-9 0-16,3-3-10 16,-4-6-2-16,5-3 7 15,-1-3-9-15,-4 2 0 0,-4 11-1 16,1 5 0-16,-5 10-3 16,0 5-1-16,0 4 0 15,0 9-5-15,0 0-9 16,0 0-10-16,0 0-29 15,0 0-54 1,0 0-91-16,0 0-155 16,0 0-85-16</inkml:trace>
  <inkml:trace contextRef="#ctx0" brushRef="#br3" timeOffset="180673.34">10460 7222 157 0,'0'0'96'0,"0"0"-2"15,0 0 16-15,0 0-23 16,0 0-48-16,0 0-11 0,-21-34-2 16,21 34 13-1,0 0-11-15,0 0-13 0,0 0-9 16,0 0-6-16,0 0-4 15,-4 0 4-15,0 3 8 16,0 16 4-16,-1-4 9 0,5 10 0 31,0 3-1-31,0 5-1 16,0 5 8-16,0-2 16 0,0 1-17 16,0-3-2-1,0 3-10-15,0-3-6 0,9-6-5 16,-1-4 2-16,0-8-1 15,-4-7-4-15,-4-3 4 16,4-2-2-16,-4-4 15 16,0 0 27-16,0 0 16 15,5 0 1-15,-1-7-13 16,-1-14-34-16,5-4-13 0,0-5 2 16,1-1-3-16,-1-6 7 15,0-4-3-15,-4 1-2 16,9-9 2-1,-9 6-4-15,4 3 1 0,-4 15-1 0,-4 13 0 16,0 9-5-16,0 3 2 16,0 0-10-16,0 0-12 15,0 0-23-15,0 0-45 0,0 0-85 16,0 0-118-16</inkml:trace>
  <inkml:trace contextRef="#ctx0" brushRef="#br3" timeOffset="181474.69">11128 7204 176 0,'0'0'86'16,"0"0"17"-16,0 0 39 16,0 0-16-16,0 0-40 15,0 0-24-15,0 0-22 16,0-16-25-16,0 16-8 31,0 0-5-31,0 3-2 16,-4 16 31-16,-4 9-2 15,0 5-1-15,-1 7 2 0,1 7-3 16,-4-1-8-16,8 0-1 16,4-6-11-16,0 1-4 0,0-11-1 15,0-8 0-15,0-4-2 16,0-9 4-16,0-2-3 16,0-4-1-16,4-3 1 0,8 0 8 15,5 0 32 1,3-10-10-16,1-11-16 0,-4-7-9 15,-1-2 7-15,-5-5 7 16,2-5-3-16,-5 0-1 16,0-6 2-16,-8 6-5 15,0 3 9-15,0 9-5 16,0 10-5-16,0 6-12 16,0 5-10-1,0 4-8-15,0 3-13 16,0 0-65-16,0 0-110 15,0 0-371-15</inkml:trace>
  <inkml:trace contextRef="#ctx0" brushRef="#br3" timeOffset="182131.59">11153 7503 560 0,'0'0'103'15,"0"0"-84"-15,0 0 77 16,0 0-32 0,0 0-43-16,0 0-21 15,-4-25 1-15,29 25-2 16,3 0 2-16,5 0-2 15,8 0 1-15,5 0 0 16,2 0 2-16,2 3-1 16,8 6 0-16,-1-3 8 15,-8 1 16-15,4-2 10 16,-20-1 0-16,-17-1-20 16,-3 0-2-16,-13 0-13 0,0 3 1 15,0-2 20-15,0 1-17 16,0 2 12-16,-17 2-11 15,5 0-2-15,-9 0 4 0,-3 0-3 16,-9 1-3 0,-8-4 6-16,-4-3-4 0,-12-3 0 15,-1 0-1-15,1 0-1 16,-5 0 5-16,12 0 13 0,2 0-5 16,6 0-3-16,5-3-9 15,8-3-2-15,6 0 2 16,10 2-2-16,9 2-25 15,4-5-33-15,0 7-40 32,0-3-75-32,8 3-156 0</inkml:trace>
  <inkml:trace contextRef="#ctx0" brushRef="#br3" timeOffset="182396.9">10652 7623 216 0,'0'0'0'16,"0"0"-44"-16,0 0 44 16,0 0 13-16,0 0-13 15,0 0-28-15,0 0-42 0</inkml:trace>
  <inkml:trace contextRef="#ctx0" brushRef="#br3" timeOffset="183064.57">10439 7552 298 0,'0'0'94'0,"0"0"-82"16,0 0 37-1,0 0 57-15,0 0-32 16,0 0-25-16,-29 0-6 16,29 0-4-16,0 0 3 15,0 0 4-15,0 0-8 16,0 0-14-16,4 0-1 15,17 0 0-15,8 0-16 16,7 0 0-16,5 0-6 0,9 3 0 16,7 3 0-16,-4 3 0 0,1 0 1 15,-1-5-1-15,-3 5-1 16,-9 0 0-16,-5-3 1 16,-3 4-1-1,-8-4 0-15,-4 0 0 0,-1 0-1 16,-4 0 1-1,-4-2 0-15,-8-2-6 16,0-2-4-16,-4 0-2 16,0 7 1-16,0-4 11 15,-4 3 4-15,-24 0 6 16,-1 0-2-16,-8 0 7 16,-4-2 6-16,-4-1-12 15,0-3 4-15,-9 0 6 0,2 0-5 16,-6 0-7-16,-4 0-3 15,-3 0-4-15,-6 0 2 16,14 0-2-16,4-3 0 16,11-4 0-16,19 1 0 15,10 3-20-15,5-3-30 16,8 0-29-16,0 3-105 0,16-4-171 16</inkml:trace>
  <inkml:trace contextRef="#ctx0" brushRef="#br3" timeOffset="183914.11">9873 7536 161 0,'0'0'93'0,"0"0"-61"16,0 0 16-16,0 0 69 15,0 0-27-15,0 0-21 16,0 0-48-16,-67-12-14 16,67 12 0-16,0 0 33 15,5 0 18-15,11 3-20 16,-8 1-18 0,5 1 11-16,7 2 2 0,4-4-3 15,13 0 5 1,9 0-15-16,11 0-14 15,5-3-1-15,12 3-5 0,4 0 1 16,-1 3-1-16,-2 1 1 16,-9 2-3-16,-14-3 4 15,-14 3-3-15,-14-3 2 0,-7 0-1 16,-13-2 0-16,-4-4 0 16,0 6-8-16,0-3 8 15,0 3 4-15,-21 6 8 16,-7-6-2-16,-10 4-1 15,1-7 5-15,-7 6-10 16,-6-6 1-16,-8 3 0 0,1 4-4 16,-9-4 8-16,1-3 0 15,-1-3 0-15,-7 0-3 16,2 0 10-16,-2 0 4 16,3 0-4-16,17-9 4 15,7-1 1-15,17 1-1 16,13 3-13-16,12 3-7 15,4-3-16-15,0 2-40 16,0 1-29 0,25 1-9-16,8 2-48 15,-21 0-91-15,1 0-251 0</inkml:trace>
  <inkml:trace contextRef="#ctx0" brushRef="#br3" timeOffset="184826.12">9146 7567 342 0,'0'0'126'0,"0"0"-79"15,0 0 79-15,0 0 8 0,0 0-76 16,0 0-45-16,-21 0-12 15,21 0 0-15,13 0 14 32,3 10 6-32,12-4 6 0,9 6 2 15,5-6-13-15,6 7-3 16,10-4 4-16,4-3-9 16,-1 3-1-16,5 0-5 15,-5-2-1-15,-7 2-1 0,0-3-1 16,-10 0-2-16,-7-6-7 15,-4 6 2-15,-12-6 2 16,-13 4-2-16,-8-1 1 16,0-3 7-16,-4 6 19 15,-29-6 19-15,-16 6-29 0,-8-3-2 32,-5 0 7-32,0 0-1 15,5 0-9-15,-5 0-1 16,-7 0-1-16,-6-3 0 15,-15 0-2-15,-8 0 0 16,-5 0 2-16,9 0 0 16,15 0-2-16,22 0 16 0,20 0-7 15,16 0-9-15,13-3-8 16,8-6-3-16,8 3-36 16,30-4-12-16,11 1-48 0,-21 6-100 15,1 0-304-15</inkml:trace>
  <inkml:trace contextRef="#ctx0" brushRef="#br3" timeOffset="185746.3">8210 7574 171 0,'0'0'151'0,"0"0"-150"15,0 0 8-15,0 0 26 0,0 0 25 0,0 0-3 32,0 0-22-32,-25 5 4 15,21-5-10-15,4 0 3 0,0 0 5 0,0 0 0 32,0 4-19-32,0-4-5 15,4 6 34-15,21-3 5 0,-1 0-31 16,9 3-7-16,8 0-6 15,13 1 3-15,3-1 4 16,4-3 5-16,14 0 0 16,-2 3-13-16,2 0-5 15,-14 1-1-15,1 2-2 0,-14-3 1 16,-11 0-14-16,-12 0 6 16,-12 0 3-16,-13-3-3 15,0 1-2-15,0 1 10 16,-5 2 22-16,-15-1-6 0,-5 0-5 15,-8 0 20-15,5-3 7 16,-5 0-11-16,-13 4-8 16,-2-2-6-1,-10 2-2-15,-4-4-2 16,-3 0-1-16,-5-3 5 16,4 0 9-16,0 0-7 15,1 0-9-15,3 0-4 16,8 0-2-16,14 0-3 15,3-3-18-15,20 0-27 16,9 0-57-16,8-1-57 0,0 4-222 16</inkml:trace>
  <inkml:trace contextRef="#ctx0" brushRef="#br3" timeOffset="186642.6">7310 7694 255 0,'0'0'72'0,"0"0"-1"0,0 0 73 15,0 0-68-15,0 0-29 16,0 0 2-16,0 0 9 16,-44 0 2-16,44 0-12 15,0 0-21-15,0 0-2 16,7 0-5-16,22 0 5 0,12 0 4 31,9 0-11-31,3 0-11 0,5 6 6 16,3 0-4-1,-3 3-5-15,4 1-2 16,-6-2-2-16,2 5 0 16,-8-1-1-16,-10-2-7 0,-3-4-15 15,-16 0 1-15,-13 0 13 16,-4-6 1-16,-4 0 8 0,0 3 2 15,-8 4 26 1,-25-1-13-16,-4 0-4 0,-12 0-10 16,4 0 20-16,-13 1 3 15,1-2-12-15,-13-2-9 16,-8 1 0-16,-9-4 4 16,-2 0 3-16,3 0 3 0,16 0-3 15,12-12-3-15,21-1 4 16,17-2-2-16,7 2-9 15,13 1-27-15,0-1-41 16,0 8-28-16,13 1-79 16,-1 4-202-16</inkml:trace>
  <inkml:trace contextRef="#ctx0" brushRef="#br1" timeOffset="197449.61">7216 6899 231 0,'0'0'90'16,"0"0"-44"-1,0 0 91-15,0 0-37 0,0 0-34 31,0 0 20-31,0 0-15 0,-20-62-38 0,16 56-1 16,-5 3-4-16,1-4 12 31,-4 4-10-31,-1 0-16 0,1 0 9 16,-5 3-7-16,2 0-2 16,2 0 4-16,-3 0 0 15,-1 0 7-15,1 0-4 16,-1 3-4-16,5 6-3 15,-5 10-5-15,5 2-4 0,-8 1 3 16,8 6-8-16,-1 3 6 16,1-1-5-16,4 1 0 15,-1 3 2-15,5-6-3 16,0-3 3-16,4-4-3 0,0-6 0 16,0 1 0-16,0-4 0 15,0 1 0-15,0-1 0 31,8-3 0-31,9 4 0 0,0-7 1 16,7 0-1-16,0 0 5 16,1-3 5-16,0-3-3 15,0 0-4-15,-1 0-3 16,1 0 4-16,-1 0-2 16,-3 0 1-16,-1 0-2 15,-3-6 5-15,-5-6-2 0,1 2 9 16,-1-5-3-16,-4-3 1 15,5 2-1-15,-5-3-3 16,-1-2-6-16,-3 2 3 16,0-5 1-16,-4 2 17 15,0 4-6-15,0-4 1 0,0 7-2 16,-4-1-3-16,-7 7-4 31,3-3 0-31,-1 6 2 16,-3-4-10-16,-5 4 2 15,1 0 8-15,-5 3-2 0,-8-3-4 16,-4 6-4-16,5 0 5 16,-5 0-4-16,4 0 1 15,0 0-2-15,5 0 0 0,12 0-4 16,0 0-3-16,4 0-18 16,-5 0-54-16,9 0-93 15,-4 0-413-15</inkml:trace>
  <inkml:trace contextRef="#ctx0" brushRef="#br3" timeOffset="207221.55">7208 6454 239 0,'0'0'196'15,"0"0"-183"-15,0 0-13 0,0 0 56 16,0 0 14-16,0 0-20 16,0 0-21-16,0-15 6 15,0 15-3-15,0 0-7 16,0 0 3-16,0 0-1 0,0 0-4 16,0 0-6-16,0 0-6 15,0 0 2-15,0 0 8 16,0 0 11-16,0 0-12 15,0 0-3-15,0 0-2 16,0 0-8-16,0 0-7 16,0 0 0-16,0 0 0 15,0 10 4 1,0 11 3-16,0 4 11 0,8 5 5 16,-8 4-7-1,0 6 10-15,0 0-5 0,0 3 4 0,0 1-6 16,0-4-5-16,0-6-6 15,0-6-4-15,0-7 9 16,0-11-8-16,0-5-1 16,0-1-1-16,0-4-1 15,0 0 2-15,0 0 1 16,0 0-1-16,0 0-1 16,0 0-3-16,0 0-19 15,0 0-40-15,0 0-29 16,0 0-32-16,0 0-81 15,0-9-211 1</inkml:trace>
  <inkml:trace contextRef="#ctx0" brushRef="#br3" timeOffset="207439.09">7262 6497 92 0,'0'0'98'0,"0"0"-98"15,0 0-27-15,0 0 27 16,0 0 21-16,0 0-21 16,-37-21-8-16,37 21-45 0,0 0-70 15</inkml:trace>
  <inkml:trace contextRef="#ctx0" brushRef="#br3" timeOffset="207924.31">7262 6497 158 0,'-46'-43'132'15,"46"43"-79"-15,0 0 15 16,0-2 1-16,0 2-8 16,0 0-17-16,0 0-9 15,0 0 8-15,0 0 12 16,0 0 9-16,0 0-14 15,0 0-13 1,0 0-9-16,0 12 25 16,-4 6 6-16,0 7-27 15,4 6-9-15,-4-1 4 16,0 11-3-16,4-4-6 0,-4 3 0 16,4 0-8-1,-4-9-1-15,4-4 0 0,-5-5-4 16,5-10 6-16,0-2-8 15,0-4 0-15,0-6 0 16,0 0 1-16,0 0-3 0,0 0-1 16,0 0 0-16,0 0-10 15,0 0-26-15,0 0-33 16,0 0-39-16,0 0-72 16,0 0-118-1</inkml:trace>
  <inkml:trace contextRef="#ctx0" brushRef="#br3" timeOffset="209175.15">7069 6544 206 0,'0'0'21'0,"0"0"-11"0,0 0-1 16,0 0 119-16,0 0-50 16,0 0-46-16,0 0 0 15,0-16 15-15,0 16 4 16,0-3-7-16,0 3-9 16,0 0 7-1,0 0-1 1,0 0-4-16,0 0-8 0,0 0-7 15,4 0-2-15,-4 0 2 16,0 0 2-16,0 0-11 16,0 0-6-16,4 19 27 15,-4 5 4-15,4 7-20 16,0 4-6-16,0-2-2 0,-4 7-2 0,4-2-4 16,-4-2 0-1,0-5-2-15,0-3 1 16,0-4 4-16,0-8 5 15,0-7-4-15,0 1-4 0,0-7-2 16,0-1 1 0,0-2-3-16,0 4 0 15,0-4-2-15,0 0-32 16,0 0-35 0,0 0-51-16,0 0-62 0,0 0-84 15</inkml:trace>
  <inkml:trace contextRef="#ctx0" brushRef="#br3" timeOffset="210299.03">6367 7068 213 0,'0'0'33'0,"0"0"-25"15,0 0 58-15,0 0 55 16,0 0-51-1,0 0-21-15,0 0 12 16,-17-19 0-16,17 19-13 16,0 0 14-16,0-3 1 15,0 3-9-15,0 0-2 0,0 0 0 16,0 0-5 0,-4 0-12-16,4 0-10 0,0-3-10 15,-4 3-1-15,4 0-4 16,0 0-2-16,0 0 0 0,0 0-4 15,0 0-2-15,0 0 0 16,0 0 2-16,0 0 0 16,0 0-3-16,0 0-1 0,0 0 3 15,0 0-1 1,0 0 0-16,0 0-2 0,0-3-6 16,0 0-5-16,12 3 11 15,13-6 2-15,-1 0 0 16,13 3 4-16,4-4-5 0,5 5 3 15,7-5 0 1,0 7 4-16,4-3 1 16,1 3-6-16,-12 0 1 15,-17 0-4 1,-10 0 1-16,-6 0-1 0,-13 0-1 16,4 0 1-16,-4 0 0 15,0 0 1-15,0 0 3 0,0 0-4 16,0 0-3-1,0 0-16-15,0 0-25 16,0 0-14-16,0 0-20 0,-4 0-34 16,-17 10-5-16,1 2-31 15,-9-3-48-15,13-6-1 16,3 0 29-16</inkml:trace>
  <inkml:trace contextRef="#ctx0" brushRef="#br3" timeOffset="210697.66">6457 7139 96 0,'0'0'20'0,"0"0"-9"0,0 0 60 16,0 0 2-16,0 0 2 16,0 0 30-1,-70 18-23-15,70-18-9 0,0 0 1 16,-4 0-3-16,4 0 2 0,0 0-22 15,0 0-13-15,0 0-1 16,0 0-1-16,0 0 7 16,0 0-8-16,0 0-1 15,0 0-10-15,9 0-18 16,14 0 4 0,19 0 1-16,7-6 4 15,16-3-1-15,10 0-6 16,6 3-3-16,2 3 10 15,-5-4-7-15,-8 7-5 16,-17-3-1-16,-12 3-1 0,-16 0-1 16,-13 0 0-16,-12 0-1 15,0 0 1-15,0 0 1 16,0 0-1-16,0 0 0 16,-8 0-35-16,-9 0-46 0,-7 0-86 15,11 0-135-15</inkml:trace>
  <inkml:trace contextRef="#ctx0" brushRef="#br3" timeOffset="211518.95">7019 7352 398 0,'0'0'80'16,"0"0"-56"-16,0 0 74 16,0 0 18-16,0 0-16 0,0 0-28 15,0-25-21-15,0 25-10 16,0 0-8-16,-4 0-16 15,4 0-16-15,0 0-1 16,0 15-1-16,0 13 1 16,0 3 11-16,0 3 1 15,0-1-5-15,0 2 4 0,8 5-4 16,4 0-2-16,1-3-5 16,3-3 3-16,-7-3-1 15,-1-10 1-15,0-6-3 0,-4-5 0 16,-4-8 1-16,0 2-1 15,0-4 0-15,4 0-9 32,-4 0-43-32,0 0-53 15,0 0-100-15,0-9-275 16</inkml:trace>
  <inkml:trace contextRef="#ctx0" brushRef="#br3" timeOffset="211836.64">7097 7333 589 0,'0'0'91'0,"0"0"-85"0,0 0 9 32,0 0 56-32,0 0-13 0,0 0-27 0,0 0-26 15,9 3 3-15,-9 25 59 16,8 6-5-16,-4 6-20 31,3 3-19-31,-3 3-1 16,5-3-4-16,-1-3-10 0,-4-5-1 15,0-5-3-15,0-8-3 16,1-7 2-16,3-2-1 16,-8-7-2-16,4 0-20 15,-4-3-87-15,0-3-99 0,0 0-226 16</inkml:trace>
  <inkml:trace contextRef="#ctx0" brushRef="#br3" timeOffset="212526.3">7245 7179 174 0,'0'0'123'0,"0"0"-47"15,0 0-1-15,0 0-30 16,0 0 45-16,0 0-2 15,0 0-14-15,78-12-18 0,-37 9-19 32,5 3-6-32,6-4 1 15,14 1-1-15,4-3-7 16,8 0-5-16,8 3 20 16,-3-3-10-16,-2 3-2 15,-7 3-4-15,-20 0-8 16,-17 0-12-16,-17 0-3 0,-15 0 0 15,-5 0-1-15,0 0-7 0,0 0-9 16,-5 0-17 0,-24 0-83-16,5 0-97 15,-1 6-156-15</inkml:trace>
  <inkml:trace contextRef="#ctx0" brushRef="#br3" timeOffset="212880.97">7245 7281 557 0,'0'0'86'15,"0"0"-82"-15,0 0 9 16,0 0 77-16,140 0-41 16,-75 0-22-16,13-3 25 0,8-4-14 15,-3 1-2-15,7 0 17 0,-9 3-5 16,2-3-17-16,-14 3-3 16,-11-1-11-1,-20 4-12-15,-18 0-5 16,-13 0 1-1,-7 0-2-15,0 0-3 0,0 0-48 16,0 0-60-16,-11 0-151 16,-5 0-211-16</inkml:trace>
  <inkml:trace contextRef="#ctx0" brushRef="#br1" timeOffset="-207669.23">6584 6812 257 0,'0'0'302'16,"0"0"-280"-16,0 0-17 15,0 0 41-15,0 0 5 16,0 0-16-16,0 0-11 0,-13 0-10 16,13 0-7-16,0 0 23 15,0 0 15 1,0 0-16-16,0 0-12 0,0 0-5 16,0 0-2-16,0 0 2 0,0 0-4 15,0 0 0-15,0 0 2 16,0 0 0-16,0 0 0 15,0 0-2-15,0 0-7 16,0 0 2-16,0 0-3 16,0 0 1-1,0 0 0-15,0 0 1 16,0 0 0-16,0 0 10 16,0 0-1-16,0 0 2 15,0 0-5-15,0 0 1 16,0 0 1-16,0-3-3 15,0 0-3-15,0-3 2 16,0-6 5-16,9-1 9 0,-1-2-19 16,4-4 2-16,-3 4 2 15,-1-1-5-15,0 1 2 16,-4 2-2-16,0 1-1 0,-4 3-16 16,0-3 13-16,0 2-15 15,0 5 1-15,0-2 4 16,-12 1 0-16,-5 6-11 15,-3 0 7-15,-5 0 16 0,1 0-1 16,4 15 3-16,-5 1 0 16,0 6 8-16,4-4 9 15,9 3-7-15,4 1-5 16,8 3-4-16,0-1 7 16,0 1-6-1,16 0 3-15,9 5-4 16,4-8 3-16,0-4-2 15,-1 4 1-15,5-9-1 16,-4-1 4-16,4-6-4 16,0-3 25-16,-1-3-8 15,9 0-7-15,-4 0-10 16,1 0-1-16,-2-13 6 0,-3 1-7 16,-4 0-42-16,-8 0-74 15,-17 5-82-15,-4 2-136 16</inkml:trace>
  <inkml:trace contextRef="#ctx0" brushRef="#br1" timeOffset="-207201.5">6761 6674 549 0,'0'0'100'0,"0"0"-84"0,0 0 108 15,0 0 5 1,0 0-55-16,0 0-38 16,-21-19-14-16,21 19-15 15,0-3-5-15,8 0 0 0,9-3 24 16,12-3 1-16,0 2-8 16,7 1-8-1,-3-3 1-15,0 6-6 16,-8 0-1-16,-5 3-5 15,-4 0 3-15,-8 0-6 16,-8 0 3-16,0 0-4 16,0 0-2-16,0 0-3 15,0 0-26-15,-20 3-65 16,8-3-115-16,-4 6-372 0</inkml:trace>
  <inkml:trace contextRef="#ctx0" brushRef="#br4" timeOffset="-163495.28">2224 8649 133 0,'0'0'121'15,"0"0"-112"-15,0 0-2 0,0 0 20 16,0 0 68-16,0 0-25 15,0 0-36-15,0-34-21 16,-4 28-8-16,4 0 6 0,0 0-2 16,0-1-8-16,0 2-1 15,0-2 0-15,0 4 0 16,0-6 10-16,0 6-6 16,0-3 4-16,0 0 22 15,0 2-17-15,0 2 5 16,0-1 3-1,0-1-7-15,0 1-2 16,0-6 4-16,0 0-6 16,0-4 0-16,0 1 2 15,0-4 18-15,0 1-11 16,0 3-11-16,0-1 12 16,0 1 6-16,0 6-8 0,0 3 0 15,0 0-2-15,0 3 0 16,0-3-4-16,0 3-6 15,0 0-2-15,0 0 10 16,0 0 7-16,0 0 2 0,0 0-19 16,0 0-4-16,0 0-10 15,0 9-6-15,0 9 12 16,0 7 3 0,0 9 2-16,0 6 19 15,-4 13 14-15,-4 2-13 16,-1 1-2-16,5 2 3 15,0-5-12-15,4-1-3 16,0-6-1-16,0-9 1 0,0-6-6 16,0-10 5-16,0-8-2 15,0-7 4-15,0-3-4 16,0-3 3-16,0 0 3 0,0 0 2 16,0 0-3-16,0 0 0 15,0 0-2-15,0 0-2 0,0 0-5 16,0-15-15-1,0-7-84-15,0 13-68 16,0-7-146-16</inkml:trace>
  <inkml:trace contextRef="#ctx0" brushRef="#br4" timeOffset="-162977.72">2035 8338 508 0,'0'0'149'16,"0"0"-126"-16,0 0 25 0,0 0 96 16,0 0-68-16,0 0-32 15,-32-43-31-15,32 43-1 16,0-3 5-16,0 3 11 0,0 0-9 15,8 0-11-15,16 0-5 16,9 0 24-16,13 0-4 16,12 3-2-16,-6 9-12 15,2 6-8-15,-5 10 1 16,0 3-2 0,-12 6 0-16,-4 9-1 15,-9 4-4-15,-7 5 1 16,-13 1-2-16,-4-4 1 15,0-9 5-15,0 4-1 16,-21-7 1-16,-11-7 0 16,-9 5 0-16,-5-8 10 0,-10 1 2 15,-11 0-6-15,2-7 10 16,-9-5 8-16,9-10-8 16,11-2 12-16,4-1-11 0,18-6-1 15,12 0-6 1,7 0-6-16,13 0-4 0,0 0-4 15,0-6-29-15,9-1-27 16,11-2-87 0,-4 3-122-1,-4 3-220-15</inkml:trace>
  <inkml:trace contextRef="#ctx0" brushRef="#br4" timeOffset="-162561.97">2536 8649 698 0,'0'0'256'16,"0"0"-256"-16,0 0 0 16,0 0 90-16,0 0-50 15,0 0-40-15,0 0 0 0,-49 56 0 0,25-13 0 16,3 3 2-1,1-2 4-15,11-4-6 0,5-4 2 16,4-8-5 0,0-9 6-16,0-7-3 0,0-9 4 15,0-3 18-15,13 0-2 16,-1-3 3 0,5-25 10-16,-1-3-10 15,0-2-12-15,-8-1-6 16,-4-3 3-16,-4 3 7 15,0 0-10-15,-4 6 4 16,-13 13-6-16,2 2-3 16,-2 10-5-16,-3 3-18 15,-5 0-14-15,-4 18-29 0,4 7-55 16,17-12-186-16,8-4-183 0</inkml:trace>
  <inkml:trace contextRef="#ctx0" brushRef="#br4" timeOffset="-162308.96">2582 8689 548 0,'0'0'143'16,"0"0"-143"-1,0 0 0-15,0 0 83 0,0 0-23 16,0 0-42-16,0 0-15 15,4-80-3-15,-4 80-3 0,0 0 1 16,0 0 2-16,0 0 5 0,0 0-5 16,0 0-4-16,0 0-32 31,0 0-68-31,0 0-25 0,0 4-44 16,0-2-92-16</inkml:trace>
  <inkml:trace contextRef="#ctx0" brushRef="#br4" timeOffset="-162145.15">2582 8689 203 0</inkml:trace>
  <inkml:trace contextRef="#ctx0" brushRef="#br4" timeOffset="-161807.28">2582 8689 203 0,'36'-49'149'0,"-36"46"-138"0,0-3-10 0,0 6 85 0,0 0-42 0,0 0-24 0,-3 0-2 16,-5 0 9-16,-1 0 4 16,5 0 20-16,0 3-3 15,-4 16 31-15,0 2-40 0,-1 6-22 16,1 1 8-1,8 6 6-15,0 0-16 16,0-6-14 0,0 6 5-16,0-12 4 15,12-7-8-15,5-3 1 0,-5-9 0 16,8-3 2-16,1 0 20 16,-1-6 8-16,5-18-7 15,0-1-10-15,4-9 2 16,-13-3-6-16,-4 0-1 15,-8 0 14-15,-4 0 14 0,0 6-3 16,0 3 1-16,-16 10-24 16,-8 9-2-16,-5 6-11 15,-13 3-6-15,1 0-12 16,-8 24-57-16,8 4-87 16,33-16-92-16,0 0-229 15</inkml:trace>
  <inkml:trace contextRef="#ctx0" brushRef="#br4" timeOffset="-161489.04">2926 8643 749 0,'0'0'191'15,"0"0"-173"-15,0 0 33 0,0 0 87 0,0 0-85 31,0 0-32-31,12-61-21 16,-12 61-7-16,0 15-24 16,0 19 6-16,0 15 25 15,0 7 9-15,0 8-3 0,0 1-2 0,0 3-3 32,0 0 3-32,0-6-1 15,0-7-1-15,0-9 0 0,5-6-1 16,-5-12 2-1,8-13-3-15,-4-2-40 0,0-7-9 16,-4-6-59-16,0 0-128 16,0 0-111-16</inkml:trace>
  <inkml:trace contextRef="#ctx0" brushRef="#br4" timeOffset="-161202.75">2909 8621 631 0,'0'0'250'0,"0"0"-250"16,0 0 9-16,0 0-9 16,0 0 0-1,0 0 3-15,108-70 0 0,-59 82 6 16,0 13-3-16,-8 2-6 16,-7 4-5-16,-19-6-9 15,-11 3 8 1,-4-7-4-16,0-2-3 15,-24-1 13-15,-17-5 14 16,-13 2 2-16,2-3 12 0,-2-6-12 16,4 1-16-1,14-7-3-15,3 0-70 0,29 0-126 16,4 0-178-16</inkml:trace>
  <inkml:trace contextRef="#ctx0" brushRef="#br4" timeOffset="-160415.22">3197 8788 557 0,'0'0'257'0,"0"0"-248"16,0 0 2-16,0 0 17 15,0 0 36-15,0 0-18 16,78-6 7-16,-45-13-17 15,4-5-18-15,-4-1-10 16,-9-3-6-16,1 3-2 0,-8-2-9 16,-9 2 0-16,-8 4 9 15,0 2 2-15,0 7-2 16,-21 12-7-16,-8 0 1 0,-8 0 4 16,-3 15 0-16,-6 13 4 15,5 6-2-15,4 0 2 16,17-1-1-16,12-2-1 15,8 0-2-15,0-6 2 0,21-3 3 16,23-1-1-16,10-9 12 16,7-8-8-16,13-4-6 15,4 0-23-15,-4-7-40 32,0-14-47-32,-8-4-26 15,-8-2-9-15,-14-4-52 16,-11-6 48-16,-4-1 149 0,-25 5 91 15,-4-1 53-15,0 3-11 0,-4 10 38 16,-17 2-55-16,-3 13-61 16,-9 6-31-16,-8 0-16 15,-4 18 2-15,-1 19-1 0,2 6-4 16,11 3 4-16,8 1-9 31,13-7 0-31,12-6 2 16,0-9-2-16,0-10 0 15,24-3 2-15,5-12 13 0,3 0-2 16,14 0 3-16,-5-27-16 16,0-8-4-16,-13-8-27 15,-3-3 9-15,-4-6-2 16,-17-13-17-16,0-3 0 0,-4 1-2 16,0-1-2-16,-8 12-6 15,-9 19 51-15,5 9 22 16,4 19 64-16,-5 6 26 15,9 3-54-15,0 19-58 16,-4 27 1-16,0 22 9 16,8 12 1-16,0 6 1 0,0 0-2 15,20-9 1-15,5-9-1 16,0-15-5-16,-9-16 0 31,5-6-1-31,-9-10-4 16,1-9-69-16,-13-12-144 0</inkml:trace>
  <inkml:trace contextRef="#ctx0" brushRef="#br4" timeOffset="-159779.72">4601 8159 461 0,'0'0'196'0,"0"0"-184"0,0 0-6 16,0 0 114-16,0 0-39 15,0 0-35-15,0 0-10 16,13-34 4 0,-13 34-18-16,0 0-7 0,0 0-13 0,0 13 6 15,-4 14-6-15,-17 16 32 16,-4 22-13-16,-12 22 4 16,-3 14-5-16,-10 13 3 15,-4-6-10-15,6 0-9 31,-2-9 1-31,13-19-2 16,4-9 9-16,5-16 10 0,11-15-5 16,1-9-16-16,8-6 7 15,8-13-7-15,0-3 0 16,0-9-1-16,0 0 0 16,0 0-7-16,0 0-17 0,0 0-19 15,0-9-46-15,12-3-39 16,-4-6-280-16</inkml:trace>
  <inkml:trace contextRef="#ctx0" brushRef="#br4" timeOffset="-158897.96">4687 8504 283 0,'0'0'254'0,"0"0"-199"16,0 0 15-16,0 0 89 16,0 0-81-16,0 0-30 15,0-52-7-15,0 52-6 16,0 0-12-16,0 0 10 0,0 0-6 16,0 9-27-16,0 19-17 15,0 12 17-15,-8 13 8 16,0 2-2-16,-5 0 1 0,13 1-6 15,0-13 1 1,0-6-2-16,0-9 1 16,9-10-1-1,7-9-2-15,1-6 2 16,7-3 4-16,5 0-4 0,9-5 0 16,6-14-10-16,1-3-19 15,-7-5-36-15,-26 14-72 16,-8 1-145-16</inkml:trace>
  <inkml:trace contextRef="#ctx0" brushRef="#br4" timeOffset="-158698.25">4643 8471 842 0,'0'0'68'0,"0"0"-60"0,0 0 24 31,0 0-2-31,0 0-27 16,0 0 2-16,102-28-1 0,-65 25-4 0,-5 3-44 0,-15 0-79 15,-17 0-111-15,0 0-112 16</inkml:trace>
  <inkml:trace contextRef="#ctx0" brushRef="#br4" timeOffset="-158528.15">4601 8594 598 0,'0'0'103'0,"0"0"-93"16,0 0-9-16,0 0 53 15,0 0 6-15,0 0 7 16,-8 43-27-16,37-43-7 0,11 0-9 16,6 0-11-16,3 0-13 15,4 0-28-15,-7-6-61 16,-34 3-143-16,0 3-146 15</inkml:trace>
  <inkml:trace contextRef="#ctx0" brushRef="#br4" timeOffset="-158289.28">5151 8590 235 0,'0'0'503'16,"0"0"-458"-16,0 0-19 15,0 0 103-15,0 0-82 16,0 0-36-16,0 0-11 16,-37 78 10-16,9-35 2 0,3 0-4 15,5-6-6-15,-1-9-2 16,9-7 1-16,-1-5-2 16,5-10-36-16,-4-3-69 15,7-3-164-15,1 0-121 16</inkml:trace>
  <inkml:trace contextRef="#ctx0" brushRef="#br4" timeOffset="-158088.49">4918 8618 742 0,'0'0'220'15,"0"0"-220"-15,0 0 4 0,0 0 7 0,0 0 7 16,94 105-4-16,-53-68-6 15,-1-3-2-15,-7-9-6 32,-8-4-49-32,-4-5-41 0,-5-4-56 0,-16-12-89 15,0 0-129-15</inkml:trace>
  <inkml:trace contextRef="#ctx0" brushRef="#br4" timeOffset="-157823.86">5328 8388 887 0,'0'0'95'16,"0"0"-93"0,0 0-2-16,0 0 19 0,0 0-19 15,0 0 0-15,0 0 7 16,12 129 11-16,-7-71-16 15,-1 1 3-15,0-4-4 16,0-2 1-16,0-10 0 0,-4-9-2 16,0-6-15-16,0-13-44 15,0-6-61-15,0-9-51 16,-4 0-193-16</inkml:trace>
  <inkml:trace contextRef="#ctx0" brushRef="#br4" timeOffset="-157402.72">5258 8656 464 0,'0'0'253'0,"0"0"-179"15,0 0-20-15,0 0 23 16,0 0-58-16,0 0-19 0,103-53 0 16,-67 53-1-16,-3 0-43 15,0 10-7-15,-8 2-9 0,-8 0 10 16,-5 0 14-1,-5 4 18-15,-7-1-1 0,5 1 18 16,-1 5 0-16,0-2 2 16,0 5 4-16,0-2-5 15,0 3 2-15,0-4-2 16,-4 1 1 0,0-7-1-16,0-6-2 15,0 0 2-15,-8-6 63 0,-4-3 35 16,-8 0-20-1,3 0-22-15,5-5-3 0,4-20-20 16,0-9-19-16,8-3 6 16,0-3 26-16,0 0-34 15,8 3-12-15,12 3-11 0,1 9-4 16,3 4-19-16,5 8-19 16,-4 4-33-16,8 6-30 15,-4 3-47-15,-25 0-80 16,0 0-14-16</inkml:trace>
  <inkml:trace contextRef="#ctx0" brushRef="#br4" timeOffset="-157202.15">5742 8563 95 0,'0'0'184'0,"0"0"-12"15,0 0 11-15,0 0 6 16,0 0-69-16,0 0-54 16,21 19-66-16,-21 5 5 15,-12 10-5-15,3 9 5 16,1-3-4-16,4 0 1 0,4 0-4 15,0-9 2-15,0-6 0 16,12-6 1-16,5-7 0 0,0-3-1 16,-1-9-9-1,5 0-24-15,-2 0-75 0,-10-9-116 16,-9-7-358-16</inkml:trace>
  <inkml:trace contextRef="#ctx0" brushRef="#br4" timeOffset="-157050.84">5718 8329 968 0,'0'0'0'0,"0"0"-272"0,0 0 159 32,0 0 80-32,0 0-219 0</inkml:trace>
  <inkml:trace contextRef="#ctx0" brushRef="#br4" timeOffset="-156681.62">5800 8649 267 0,'0'0'36'0,"0"0"-24"0,32 136 14 16,-19-105 45-1,-1-9-50-15,1-10 44 0,-5 0 10 16,-4-12-9-16,0 0 17 15,0 0 24-15,5 0 12 16,-1-22-32 0,4-8-59-16,-4-4 0 15,5-3-8-15,-1-1-7 16,-4 8-6-16,0 5-3 16,0 10 3-16,-8 12 0 15,0 3 11-15,0 0-18 16,0 6-4-16,0 21-29 15,0 13 33-15,4-2 12 0,4-1-9 16,5-3-1-16,-1-10 1 16,5-8-2-16,-1-4 3 15,1-3-4-15,-1-6 4 16,1-3-4-16,-2 0-43 16,2 0-41-16,-13-6-90 0,-4-3-232 15</inkml:trace>
  <inkml:trace contextRef="#ctx0" brushRef="#br4" timeOffset="-156081.1">6284 8582 381 0,'0'0'273'16,"0"0"-238"-16,0 0 23 15,0 0 94-15,0 0-82 16,0 0-35-16,0 0-7 15,8-99-10-15,-32 99-12 16,-9 6 5-16,0 16 0 16,4 2 8-16,5-2-7 15,15 3-12-15,5-4-1 0,4-3-2 16,0 4 3-16,0-4 4 16,21-2-3-16,8-4-1 0,0-2 2 15,0-1-1-15,-5-6-1 16,-8 6-2-16,-4-3 2 31,-7 0 0-31,-1 4-5 16,-4-4-10-16,0 0-19 0,0 0 2 15,0-3 3 1,-4 4-12-16,-5-7-20 16,-3 0-37-16,0 0 9 0,7 0 20 15,5-3 21-15,0-13-98 16,0-3 135-16,9-2-46 15,11-4 27-15,5-3 30 0,4-2 6 16,4-4-3-16,-1 3 10 16,1 10-2-16,-4-1-1 15,0 9 58-15,-8 7 19 16,-5 3-8-16,-4 3 1 16,-8 0-30-16,0 9 3 15,-4 22-25 1,0 6 17-16,0 9-21 0,0 1-10 15,0-4-6 1,0-6-6-16,0-3 1 16,8-9-2-16,-8-13-1 15,4-3-35-15,-4-6-31 16,0-3-73-16,0 0-172 16</inkml:trace>
  <inkml:trace contextRef="#ctx0" brushRef="#br4" timeOffset="-155949.62">6498 8357 550 0,'0'0'447'15,"0"0"-447"-15,0 0-261 0,0 0 205 16,0 0-199-16</inkml:trace>
  <inkml:trace contextRef="#ctx0" brushRef="#br4" timeOffset="-155595.45">6719 8547 384 0,'0'0'27'0,"0"0"15"0,0 0 100 16,0 0-59-1,0 0-29-15,0 0-6 0,66-58-2 0,-66 55-11 16,0 3 1-16,0 0 9 16,0 0-45-16,-12 15 15 15,-13 16-11-15,0 6 8 16,5 7-9-16,3-4-1 16,10-1-1-16,3-8-1 15,4-6 0 1,0-6-3-16,8-4 6 15,16-6 24-15,5-6 6 16,16-3-7-16,8 0-4 0,5 0-21 16,8-6-1-16,-9-10-31 15,-45 7-93-15,-4 3-237 16</inkml:trace>
  <inkml:trace contextRef="#ctx0" brushRef="#br4" timeOffset="-153169.79">8299 8224 253 0,'0'0'451'0,"0"0"-451"16,0 0 30-16,0 0-21 16,0 0 54-16,0 0-58 15,0 0-3-15,-60-6-4 16,43 6 4 0,-4 9 0-16,-4-3 7 15,1 7-5-15,-4-8 2 16,-1 11 3-16,-8-1-2 15,-9 1 4-15,6-1 8 0,-10 7-11 16,1 0-1-16,0 2-2 16,4 4 0-16,3-6 2 15,9-1 12-15,14-2-17 16,6-1-2-16,13-6-3 0,0 1-7 16,0-1-11-16,17-3 2 15,15 1 19-15,9 2-3 16,17-6 3-16,3 6-17 15,9-2-28-15,-9 2-5 0,-3 6 30 16,-12-2-26-16,-19 6-38 16,-6-4 34-16,-17 0 35 31,-4-2-1-31,0-1 16 0,-16-3 72 0,-8 1 14 16,-13-1-16-16,-5-2-13 31,-3-7-4-31,-4-1-11 15,4-2-5-15,12 0-3 0,5 0 27 16,7 0-41-16,13-9 11 16,8-6-31-16,0-4-2 15,12-2-38-15,33-1-27 16,9 7-18-16,8 0-27 0,7 5-35 16,-44 10-67-16,-9-3-3 15</inkml:trace>
  <inkml:trace contextRef="#ctx0" brushRef="#br4" timeOffset="-152937.12">8472 8480 264 0,'0'0'232'0,"0"0"-136"0,0 0 9 16,0 0 56-16,0 0-77 31,0 0-26-31,70-59-38 16,-70 90-8-16,0 6-11 0,0 6 28 15,-8 0-24-15,4-3 0 16,0-6-3 0,4-9 3-16,0-3-4 15,0-10 0-15,0-3 0 0,0-6-1 16,0-3-22-16,0 0-67 0,0 0-120 16,0-12-250-16</inkml:trace>
  <inkml:trace contextRef="#ctx0" brushRef="#br4" timeOffset="-152805.68">8522 8267 890 0,'0'0'0'16,"0"0"-494"-16,0 0 98 15</inkml:trace>
  <inkml:trace contextRef="#ctx0" brushRef="#br4" timeOffset="-152288.68">8834 8273 289 0,'0'0'212'15,"0"0"-193"-15,0 0 52 16,0 0 137 0,0 0-75-16,0 0-57 15,44-15-37-15,-44 15-30 0,0 0-9 16,0 21-12-16,0 17 12 0,0 10 4 15,0 11 4-15,0 3-6 16,0 3-1-16,0-7 2 16,0-2-2-16,0-10-1 15,4-6 0-15,1-9 0 16,-1-10-2-16,4-8 2 16,-4-7 0-1,4 0 0-15,5-6 1 16,3 0 0-16,9-3-1 15,4-15-8-15,-5-7-28 16,5-3-24-16,-9 3-5 16,1-3 11-16,-9-2-8 0,1 2 30 15,-5 6 17 1,-4 1 15-16,0 9 28 0,-4 6 29 16,0 2 18-16,0 4 10 0,0 0-38 15,0 0-45-15,0 7-2 16,0 17 0-16,0 7 11 15,0-3-4-15,0 5-1 16,0-5-1-16,0 3-2 16,5-3 3-1,7-6-4-15,-1-7 0 16,-2-2 1-16,3-8-2 16,-4-1-1-16,5-4-9 15,-9 0-67-15,-4 0-85 16,0-16-335-16</inkml:trace>
  <inkml:trace contextRef="#ctx0" brushRef="#br4" timeOffset="-152151.03">9096 8390 787 0,'0'0'280'0,"0"0"-280"0,0 0-130 15,0 0 114-15,0 0 0 16,0 0-185-16,0-15-264 15</inkml:trace>
  <inkml:trace contextRef="#ctx0" brushRef="#br4" timeOffset="-151607.08">9408 8471 364 0,'0'0'158'0,"0"0"-110"16,0 0 75-16,0 0 85 15,0 0-104-15,0 0-96 16,0 0-8-16,-12 80 0 16,-4-41 1-16,-1 5-1 15,9-7 0-15,4 0-2 16,4-6-2-16,0-7 2 0,0-2 2 16,8-10 0-16,13-2 8 15,3-10 1-15,9 0-9 16,-1 0-1-16,6-10-25 15,-5-11-34-15,0-13-32 0,-9 0-31 16,-4-3 28-16,-3-3 1 31,-13 9 56-31,-4 6 38 0,0 13 56 16,0 6 101-16,0 6 9 16,-17 0-108-16,-3 15-57 15,8 10 3-15,0 9-2 16,8 3 0-16,4-9-2 15,0-1 2-15,0-11-1 0,0-10 0 16,19-3 5-16,-2-3 3 16,12 0 11-16,4-9-7 15,-4-19-5-15,0 0-1 0,-18-2-1 32,-2 2 11-32,-9 0 30 15,0 6 0-15,-20 4 7 16,-13 6-25-16,0 12-14 15,-4 0-15-15,8 0-12 0,1 6-38 16,11 15-33-16,9 4-40 0,8-16-87 16,0 0-175-16</inkml:trace>
  <inkml:trace contextRef="#ctx0" brushRef="#br4" timeOffset="-151096.05">9929 8520 497 0,'0'0'315'16,"0"0"-202"-16,0 0-36 15,0 0-5-15,0 0-72 0,0 0 6 32,21 34-5-32,-21-6 9 15,0 5-6-15,0-2 1 16,0 0-4-16,0 0 3 0,0-10-3 15,0-5 2-15,0-7 3 16,4-3-4-16,4-6 3 16,-3 0-2-16,3 0 13 15,4-6 7-15,5-19-5 0,4-8-12 16,-2-7-2-16,-2-3-4 16,3-7 1-16,-3 4 1 15,4 12-2-15,-13 12 3 16,4 10 2-16,-12 9 4 0,0 3 24 31,0 0-3-31,0 9-30 16,4 25-12-16,5 9 12 15,-1 0 5-15,4-3-3 0,0-9-1 16,8-6 4-16,1-7-5 16,0-6 1-16,-1-12 2 15,5 0 1-15,0 0-2 16,-1-2-1-16,1-17-1 15,-1-8 3-15,-3-5-3 0,0-1-1 16,-1-4-2-16,-4-7-15 16,0 1-27-16,-11 31-94 15,-5 3-304-15</inkml:trace>
  <inkml:trace contextRef="#ctx0" brushRef="#br0" timeOffset="-130706.7">2191 5163 70 0,'0'0'302'0,"0"0"-261"16,0 0-38-16,0 0 52 16,0 0 20-16,0 0-22 31,0 0-13-31,0 0 1 0,0 0 9 0,0 0 15 16,0 0-1-16,0 0-21 15,0 0-21-15,0-3-19 16,0 3 0-16,0 0 0 15,0 0-1-15,0 0 4 16,0 0 9 0,0 0 3-16,0 0 7 0,4 0-2 0,5 0-10 15,7 0 4-15,1 0 5 16,7 0 14-16,1 0-16 16,12 0-2-16,0 0 3 15,4 0-2-15,9 0-8 16,-2 0-8-16,10 0 0 15,7 0 1 1,10 0-3-16,-2 0 1 16,5 0 3-16,0 0-5 15,9 0 0-15,-1 0 1 16,9 0-1-16,3 0 0 16,0 0 2-16,4 0-1 15,-2 0 0-15,-2 0 1 16,-4 0-1-16,1 0 2 0,-5 0-3 0,1 0 0 15,3 0 3-15,4 0-2 16,1 0 0-16,8 0 0 16,-13 0 0-1,5 0-1-15,-9 0-2 0,-4 0 2 16,-8 0-1-16,-4 0 0 16,-4 0 1-1,-5 3 1-15,-3 3-1 16,-5-3 0-16,1 0-1 15,4 0 1-15,-1 0 1 16,1-3-1-16,3 0 0 0,1 0 2 16,3 0-2-1,2 0 1-15,-2 0-1 16,1 0 1-16,-4 0 0 0,-5 0-1 16,5 4 0-16,-5-1 0 15,6-3 0-15,-6 3 0 0,-8-3 0 16,1 0 0-16,-5 0 0 15,-4 0 0 1,5 0-1-16,-6 0 1 16,14 0-1-16,0 0 1 0,3 0 0 0,5 0 0 15,3-3 0-15,2-4 1 16,2 7-1-16,-3 0 0 16,4-6 1-16,0 6 0 15,-1 0-1-15,6 0 0 16,-6 0 2-16,6 0-2 15,-6 0 1 1,2 0 2-16,-6 0-2 16,-3 0 1-16,7 0 0 15,-6 0-1-15,-2 0 1 16,1-3-1-16,-1 0 0 0,-7 0-1 16,0 0 0-1,-6 3 0-15,2-3 0 0,7 0 0 16,1-4-2-16,8 2 4 15,0-2-2-15,-4 1 0 16,7 0 1-16,-7 3-1 0,8-3 0 16,-4-1 0-16,-5 7 1 15,5-3-1-15,0 0 0 32,-4 0 1-32,-1 3-1 0,-3-3 3 15,-5 0-3-15,-3 0 0 16,-1 0 2-16,-4 0-2 15,0 0 0-15,5-1 6 16,3 2-1-16,-3 2 2 16,-9 0-4-16,8 0 0 15,-8 0 0-15,5 0-3 16,3 0 0-16,-4-3 0 0,1-1 0 16,3 4 1-16,-4-3 1 15,8 0 0-15,-3 0 3 16,0 0-2-16,3 3-3 0,-4 0 3 15,-3 0-3 1,-2 0 0-16,-2 0 1 0,-1 0-1 16,0 0 2-16,0 0-1 15,-7 0 0-15,3 0 2 16,-5 0-2-16,-3 0 3 0,0 0-2 16,0 0 1-16,-1 0 1 15,1 0-3-15,0 0-1 16,1 0 0-16,-7 0 2 31,2 0-1-31,0 0-1 0,0 0 1 16,-4 0 3-16,4 0-3 15,-5 0 3-15,1 0-1 16,8 0-1-16,-4 0 7 16,4 0-2-16,-1 0-2 15,1 0 1-15,-4 0-2 16,-4 0 2-16,-5 0 7 0,-4 0 2 15,-4 0 0-15,-4 0-9 16,-3 0-1-16,-5 0-3 16,0 0 0-16,0 0-2 15,0 0 3-15,0 0-3 16,0 0 0-16,0 0 0 0,0 0 0 31,0 0-1-31,4 0 0 16,4 0-2-16,0 0 3 15,0 3-1-15,1 0-1 16,-9-3-2-16,4 0 4 0,-4 0-1 16,0 0 1-16,0 0 0 15,0 0 1-15,0 0 0 16,0 0-2-16,0 0 2 0,0 0-1 16,0 0 0-16,0 0 0 15,0 0 0-15,0 0 2 16,0 0-2-16,0 0 0 15,0 0 2-15,4 0-1 16,-4 0-1-16,0 0-1 16,0 0 0-1,0 0 0-15,4 0 0 16,0 0 1-16,-4 0 0 16,4 0 1-16,-4 0-1 15,0 0 0-15,0 0 0 16,0 0 0-16,0 0 0 0,0 0 0 15,0 0-2-15,0 0-1 16,0 0 1-16,0 0-18 0,-12 0-25 16,-25 0-36-16,12 0-63 15,-7 0-158-15</inkml:trace>
  <inkml:trace contextRef="#ctx0" brushRef="#br0" timeOffset="-127232.27">1958 1926 766 0,'0'0'95'16,"0"0"-93"-16,0 0 20 16,0 0 73-16,0 0-23 15,0 0-15-15,0 0-20 16,0-9-12-16,8 9 0 15,-4 0 2-15,0 0 5 0,4 0-9 16,1 0-16-16,-1 0 3 16,8-3-2-16,1 3 0 15,3 0 1-15,4 0-4 16,5 0-2-16,4 0-1 16,5 0-1-16,-2 0 1 15,9 0 0 1,5 0-1-16,3 0 1 0,0 0-1 15,8 0 0-15,5 0 0 16,9 0 0-16,7 0 1 16,3 0-2-16,10 0 0 15,-5 0-1-15,0 0-1 16,1 0 2-16,-1 0 0 16,-3 0 0-16,-1 0-1 0,4 0 0 15,-4 0 1 1,4 0 0-16,1 0-2 0,-9 0 0 15,4 0 1-15,-8 0 0 16,8 0-6-16,-7 0 7 16,2 0 0-16,2 0 0 15,-1 0-1 1,-1 0 1-16,-10 0-2 16,-1 0 1-16,-9 0-3 15,5 0 4-15,-1 0 0 16,1 0-1-16,-5 0 1 15,5 0-1-15,-5 0 0 16,6 0 2-16,-1 0 0 16,-5 0-1-16,9 0 0 0,3 0-1 0,2 0 2 15,-2 0-1 1,6 0 0-16,-10 0 0 0,5 0 1 16,-4 0 0-16,0 0-1 15,-5 0 0-15,5 0-1 16,-5 0 3-16,2 0 0 15,2 0-2-15,-3 0 0 0,3 0-2 16,1 0 1-16,0 0 1 31,8 0 0-31,-4 0-2 0,4-3 2 0,0 3 0 16,-4 0-1-16,-5-3 2 16,2 0-1-16,-2-3 0 0,1-1 0 31,-1 7 0-31,6-6 0 15,-2 3 0-15,6-3 0 16,-6 3 2-16,-3-3-1 16,4 2 0-16,-4 2-1 15,-1-1 0-15,2-1 0 0,2 1 0 16,-3 3 0-16,-9-3 0 16,5 3 1-16,-4 0-3 0,-5 0 2 15,1-3-1-15,-1 3 1 16,1 0-1-16,0-3 2 15,3 3-2-15,-12 0 2 16,8-3-2-16,1 3 2 16,0 0 0-16,3-3 1 15,1 0-2 1,-5 3 0-16,1 0 4 16,-5 0-3-16,0 0 0 0,1-3 1 15,4 3 0 1,-6-3 2-16,2 3-4 0,-5 0 0 15,5-7 2-15,-5 7 0 16,0 0-1-16,0-2 1 16,1 2 0-16,7-4 5 15,-3 4-7-15,-1 0 0 16,0 0-1 0,-8 0 1-16,9 0-1 0,-9 0 1 0,4 0-1 15,5 0 1-15,-5 0-1 16,4 0 1-1,4 0-1 1,-3 0 3-16,0 0-2 0,-6 0 0 16,6 0 0-16,-4 0 0 15,-2 0 1-15,-2 0-1 16,3 0 1-16,-4 0 0 16,0 0 1-16,1 0-2 15,-6 0 0-15,5 0 4 16,-7 0-4-16,3 0 0 0,-1 0 6 15,-2 0-6-15,-5 0 2 0,8 0-1 16,-9 0 1 0,5 0-2-16,0 4 3 15,-4-4-3-15,4 0 2 16,-4 0-2-16,4 0 1 0,-4 2-1 16,7 1 1-16,6-3 0 0,-5 4 0 15,-4-4 2 1,0 0-3-16,-4 3 1 15,-9-3 0-15,1 0-1 0,-8 0 1 16,-5 0 0-16,0 3 5 16,-8-3-3-16,-4 0 8 15,0 0 0 1,0 0-1-16,0 0-3 16,0 0-1-1,0 0-5-15,0 0-1 0,0 0 0 16,0 0-1-16,0 0-15 15,0 0-26-15,0 0-37 16,-4 0-45-16,-4 0-138 16,-8 0-421-16</inkml:trace>
  <inkml:trace contextRef="#ctx0" brushRef="#br0" timeOffset="-119154.7">2323 3455 78 0,'0'0'37'16,"0"0"-29"-16,0 0 18 0,0 0 1 16,0 0 5-1,0 0-1-15,0 0-15 16,-24 0 20-1,15 0 32-15,5 0-20 0,0 0-27 16,0 0 26-16,-4-3-13 16,8 3-7-16,0 0-14 15,0 0-13-15,0 0 0 16,0 0-20-16,0 0 5 0,0 0-22 16,0 0-29-16,0 0-20 15,0 0 26-15,0 0-27 16,-4 0 0-16</inkml:trace>
  <inkml:trace contextRef="#ctx0" brushRef="#br0" timeOffset="-119016.93">2323 3455 222 0</inkml:trace>
  <inkml:trace contextRef="#ctx0" brushRef="#br0" timeOffset="-118869.56">2323 3455 222 0,'-66'-3'295'0,"66"3"-241"0,0 0-48 0,0 0 62 0,4 0 13 15,1 0-45-15,3 0-26 16,8 0 1-16,9 0 2 16,7 0-9-16,10-3 4 15,-1-6-7-15,7 3-1 16,2-1-1-16,-4 4-45 0,2 0-25 15,2 1-66-15,-42 2-83 16,0 0-16-16</inkml:trace>
  <inkml:trace contextRef="#ctx0" brushRef="#br0" timeOffset="-118701.27">2873 3419 173 0,'0'0'103'0,"0"0"-89"15,0 0-5 1,0 0 116-16,0 0-57 0,123-4-37 16,-94 4-31-1,-16-3-29-15,-1 3-206 0</inkml:trace>
  <inkml:trace contextRef="#ctx0" brushRef="#br0" timeOffset="-118522.9">3325 3415 510 0,'0'0'197'15,"0"0"-197"-15,0 0-98 16,0 0 98-16,123-3 46 16,-90-3-46-16,7 6-10 15,2-3-20-15,3 3-19 16,0 0-68-16,-33 0-22 15,-4 0-47-15</inkml:trace>
  <inkml:trace contextRef="#ctx0" brushRef="#br0" timeOffset="-118353.89">3940 3403 488 0,'0'0'67'0,"0"0"-67"0,0 0-3 15,0 0 0-15,120 0 3 16,-109 0-178 0,2 0-101-16</inkml:trace>
  <inkml:trace contextRef="#ctx0" brushRef="#br0" timeOffset="-118185.16">4495 3403 304 0,'0'0'274'0,"0"0"-251"16,0 0-21-16,0 0 29 16,0 0 15-16,0 0-35 15,115 0-9-15,-86 0-2 16,3 0-8-16,1 0-28 0,4 0-49 16,-29 0-69-16,0 0-59 0</inkml:trace>
  <inkml:trace contextRef="#ctx0" brushRef="#br0" timeOffset="-118016.34">4946 3424 154 0,'0'0'158'0,"0"0"-136"0,0 0-13 16,0 0 128-16,0 0-78 16,0 0-59-16,136 3-35 15,-100-3-91-15,-23 0-29 16</inkml:trace>
  <inkml:trace contextRef="#ctx0" brushRef="#br0" timeOffset="-117969.46">5545 3427 91 0,'0'0'0'16</inkml:trace>
  <inkml:trace contextRef="#ctx0" brushRef="#br0" timeOffset="-117853.58">5545 3427 57 0,'0'0'112'0,"103"0"-15"0,-86 0 35 31,3 0-36-31,0 0-30 16,9 0-30-16,4 0-26 0,0 0-10 16,-20 0-107-16,-2 0-131 15</inkml:trace>
  <inkml:trace contextRef="#ctx0" brushRef="#br0" timeOffset="-117674.68">6309 3427 272 0,'0'0'14'0,"0"0"-13"0,0 0-1 16,139-3 0-16,-97 3 0 0,-1 0-36 16,-30-3-46-1,-2 3-45-15</inkml:trace>
  <inkml:trace contextRef="#ctx0" brushRef="#br0" timeOffset="-117521.2">6950 3415 297 0,'0'0'191'0,"0"0"-160"16,0 0-28-16,0 0 29 15,114-15-32-15,-89 11-5 16,0 4-126-16,-18-2-34 15</inkml:trace>
  <inkml:trace contextRef="#ctx0" brushRef="#br0" timeOffset="-117398.91">7471 3384 282 0,'0'0'7'15,"0"0"-7"-15,0 0-93 16,0 0 87-1,0 0-172-15</inkml:trace>
  <inkml:trace contextRef="#ctx0" brushRef="#br0" timeOffset="-117182.02">7996 3372 274 0,'0'0'172'16,"0"0"-143"-16,0 0-27 15,0 0 52-15,120 0-28 16,-93 0-26-16,6 0-64 0,-20 0-99 31,-1 0-31-31</inkml:trace>
  <inkml:trace contextRef="#ctx0" brushRef="#br0" timeOffset="-116995.9">8497 3372 142 0,'0'0'59'16,"0"0"-50"-1,0 0 9-15,0 0 46 0,131 0-19 16,-114 0-4-16,-1 0 6 16,5 0-30-16,0 0-17 15,2 0 0-15,10 0-55 0,0 0 27 16,5 0 5-1,-2 0-3-15,5 0 3 16,-33 0-55-16,1 0-5 0</inkml:trace>
  <inkml:trace contextRef="#ctx0" brushRef="#br0" timeOffset="-116879.21">9248 3375 148 0,'0'0'93'16,"0"0"-93"-1,0 0-60-15,0 0 39 16,0 0-139-16</inkml:trace>
  <inkml:trace contextRef="#ctx0" brushRef="#br0" timeOffset="-116651.55">9888 3378 176 0,'0'0'137'0,"0"0"-92"0,0 0 9 15,0 0 68-15,132 6-45 16,-116-6-28-16,5 0-22 16,-5 0-18-16,1 0-9 15,3 0-39-15,1 0-57 0,-17 0-102 16,0 0 14-16</inkml:trace>
  <inkml:trace contextRef="#ctx0" brushRef="#br0" timeOffset="-116528.68">10439 3400 167 0,'0'0'86'15,"0"0"-86"-15,0 0-45 16,0 0-16-16</inkml:trace>
  <inkml:trace contextRef="#ctx0" brushRef="#br0" timeOffset="-116328.03">10804 3400 100 0,'0'0'279'0,"0"0"-229"15,0 0-49-15,0 0 11 16,131 0-2-16,-106 0-8 0,8 0-2 16,-4 0-15-16,3 0-103 15,1 0 6-15,-25 0-3 16</inkml:trace>
  <inkml:trace contextRef="#ctx0" brushRef="#br0" timeOffset="-116159.03">11350 3419 135 0,'0'0'79'16,"0"0"-56"-16,135 5 17 15,-98 2 0-15,4-1-19 0,-7-3-13 16,6 6 2 0,1-3-4-16,-4 1 7 0,5 2-13 15,-34-9-53-15,0 0-158 16</inkml:trace>
  <inkml:trace contextRef="#ctx0" brushRef="#br0" timeOffset="-114502.53">862 3169 234 0,'0'0'120'15,"0"0"-75"-15,0 0 11 16,0 0 31-16,0 0-31 16,0 0-19-16,-4-7-16 15,4 7 4-15,0 0 20 16,0 0 3-16,0 0-3 15,0 0-18-15,0 0-10 0,0 0-3 16,0 0-9-16,0 0 0 16,0 0-4-16,0 0-1 15,0 0 0-15,0 0-3 0,0 0 1 16,0 0 0 0,0 0 2-16,0 13 0 0,0 5 11 31,-4 7-5-31,0 3 10 15,4-1 6-15,-9 10-8 0,1 1-8 16,0 5-5-16,-5 6 8 16,5 3 0-16,4 1-8 15,0-1 3-15,4-6-2 16,0-5-1-16,0-11-1 16,0-2 2-16,0-13-2 0,0 1 6 15,16-4-3-15,5-6 0 16,12 1 17-16,-5-5-5 15,5-2 1-15,4 0-8 16,-4 0 4-16,4 0 1 16,-9 0-6-16,-3-6 1 15,-4-3-2 1,-9 0-2-16,-3 3 0 16,-1-1-4-16,-4 1 0 15,-4 0-6-15,4-3-26 16,0-3-28-16,5-4-36 0,-2 1 8 15,-3-4-55 1,0 10-63-16,-4-3-147 0</inkml:trace>
  <inkml:trace contextRef="#ctx0" brushRef="#br0" timeOffset="-114035">870 3289 446 0,'0'0'41'0,"0"0"-36"15,0 0 38-15,0 0 53 16,0 0-27-16,0 0-25 16,0 0-3-16,-33-7 10 0,33 7 8 15,0-2-1 1,0 2-29-16,0 0-16 0,0-3-6 16,4-1 5-16,17-2 18 15,7-3-18-15,13 0 7 0,13-3 6 16,-1-4-6-16,0 7-5 15,-7 3-10-15,-14 6-4 16,-7-4 0-16,-5 4 0 16,-7 0-4-16,-1 0 0 31,-3 0-14-31,-5 0-6 0,0 0-6 16,-4 0-17-16,0 0-15 15,4 0-64-15,-4 4-34 0,0-1-89 16,0 0-107-16</inkml:trace>
  <inkml:trace contextRef="#ctx0" brushRef="#br0" timeOffset="-113683">759 3511 417 0,'0'0'179'16,"0"0"-159"-16,0 0 30 31,0 0 74-31,0 0-49 16,0 0-29-16,62 0-17 0,-17-16-8 15,0 1-2 1,12 6 6-16,0-4-7 0,-7 4 2 15,-9-3-9-15,-4 6-8 16,-13 2 0-16,-11 1-3 0,-5 3 0 16,0 0 0-16,-8 0 0 15,0 0-1-15,0 0-12 16,0 0-75-16,0 0-110 16,-12 0-131-16</inkml:trace>
  <inkml:trace contextRef="#ctx0" brushRef="#br0" timeOffset="-110524.08">1198 3637 254 0,'0'0'139'15,"0"0"-139"-15,0 0-1 16,0 0 1-16,0 0 64 16,0 0 3-1,0 0-5-15,33 9-3 16,-21-12-26-16,-7 3-14 0,-1-3-11 16,-4 0-1-1,0 3-2-15,0-3 0 16,0 0-5-16,0 3-15 15,0-3-3-15,0 0 1 16,0-1 16-16,0 1 1 0,0 1 3 0,0-5-3 16,0 4 1-16,0-6 10 15,0 3 1 1,0-3-12-16,0 0 0 16,4 5 1-16,-4 1 4 15,0 0 4-15,0 3 21 0,0 0-1 16,0 0-4-1,0 0-4 1,0 0-21-16,0 0-1 16,0 0-10-16,0 0-3 0,0 0 14 15,0 15 4-15,0 4-2 16,0 2-2-16,-4 10 1 16,0-3 1-16,4 9-2 15,-5 0 1-15,5 3-1 0,0-3 0 16,0 3 3-16,0-6-3 15,0 0 2-15,0-3-2 16,0-3 3-16,0-7-1 16,0 1-2-16,0-7 0 15,-16 4 2-15,3-4 24 16,-7-6-16 0,-1 4-3-16,1-4-7 15,-8-3-12-15,-1-3-43 0,8-3-78 16,8 0-93-16,13 0-116 15</inkml:trace>
  <inkml:trace contextRef="#ctx0" brushRef="#br0" timeOffset="-110338.05">1083 3933 71 0,'0'0'748'16,"0"0"-748"-16,0 0 18 15,0 0-18-15,0 0 12 16,0 0-12-16,123-77-3 0,-77 64 2 16,-1 4-50-1,-5 3-84-15,-31 3-75 16,-5 3-8 0</inkml:trace>
  <inkml:trace contextRef="#ctx0" brushRef="#br0" timeOffset="-109986.95">1543 3720 197 0,'0'0'166'15,"0"0"-140"-15,0 0 38 0,0 0 46 16,0 0-54-16,0 0-56 15,8-9-14-15,-16 25 14 16,-4 5 26-16,-1 7-13 16,-3-1 19-16,7 4-2 15,9-3-11-15,0-3 3 16,0 0-10 0,0-7-7-16,5 0 9 15,7-5-4-15,5-7-2 16,-5 0 3-16,0-6-2 15,-3 0 0-15,-1 0-7 0,0 0-2 16,0 0-47-16,-8 0-88 16,0 0-122-16</inkml:trace>
  <inkml:trace contextRef="#ctx0" brushRef="#br0" timeOffset="-109839.13">1498 3569 717 0,'0'0'279'0,"0"0"-279"16,0 0-91-16,0 0 89 15,0 0-81-15,0 0-203 16</inkml:trace>
  <inkml:trace contextRef="#ctx0" brushRef="#br0" timeOffset="-106812.25">2085 2463 29 0,'0'0'85'0,"0"0"-79"16,0 0 6-16,0 0 50 0,0 0-18 15,0 0-29-15,0 0-14 16,0 0 3-16,0 0-3 16,0 0 1-16,0 0 0 0,0 0-2 15,0 0-2 1,0 0-22-16,0 0-31 0,0 0-68 16</inkml:trace>
  <inkml:trace contextRef="#ctx0" brushRef="#br0" timeOffset="-106611.72">2085 2463 222 0</inkml:trace>
  <inkml:trace contextRef="#ctx0" brushRef="#br5" timeOffset="-69331.19">845 5015 516 0,'0'0'262'0,"0"0"-262"16,0 0-1-16,0 0 1 0,0 0 79 31,0 0-33-15,0 0-33-16,9-28-6 0,-9 28 7 15,0 0 10-15,0 0 19 0,0 0 1 16,0 0-25-16,0 0-10 16,0 0-2-1,0 0-4-15,0 9-3 0,0 13-7 16,0 12 7-16,-4 3 24 0,-9 6-8 15,1 6-3-15,4-2-5 16,-1-4-4-16,9 0 2 16,0-3-2-16,0-9 0 15,0-3-3-15,0-7-1 16,17-12 1-16,12-6 2 16,11-3-1-1,6 0 17-15,11-18-6 16,0-10-7-16,1 1-2 15,-8 2-4-15,-2 4-2 0,-15 2 2 16,-4 0-15-16,-4 7-1 16,-9 3-15-1,-8-7-34-15,-8 1-50 0,0 12-126 16,-4-3-290-16</inkml:trace>
  <inkml:trace contextRef="#ctx0" brushRef="#br5" timeOffset="-69031.41">673 4950 733 0,'0'0'129'16,"0"0"-118"-16,0 0-11 15,0 0 98-15,0 0-28 16,0 0-70-16,37-46-2 15,12 34 2 1,-4 2 5-16,9 4-5 16,-10 3-1-16,-6 0 1 15,3 3 2-15,-16-3-2 16,-6 3-12-16,2 0-15 16,-9 0-17-16,-3 0-58 15,-5 0-2-15,-4 0-8 16,0 6-35-16,0-3-49 0</inkml:trace>
  <inkml:trace contextRef="#ctx0" brushRef="#br5" timeOffset="-67995.19">669 5249 647 0,'0'0'115'0,"0"0"-104"0,0 0-11 15,0 0 26-15,0 0 29 16,0 0-9-16,58-55-14 15,-18 46-14 1,1-4-1-16,9 4 14 0,7 0 10 0,-4 0-15 16,-4 5-13-16,-8-2-8 15,-3 6-5-15,-9-3 0 16,-9 3 3-16,0 0-2 16,-12 0-1-16,-4 0 0 15,0 0-6-15,-4 0-9 16,0 0-5-16,0 0 2 0,-4 0-43 31,-8 0-68-31,5 0-69 0,2 0-244 0</inkml:trace>
  <inkml:trace contextRef="#ctx0" brushRef="#br5" timeOffset="-66719.03">1420 5157 381 0,'0'0'353'0,"0"0"-342"16,0 0 1-16,0 0-12 16,0 0 46-16,0 0-17 0,0 0-17 15,25 6 17-15,-17 12-15 16,-5 10 5-16,6 3 9 16,-1 12-6-16,0 1 6 15,4-5-16-15,1 1-8 0,3-5 0 16,1-5 4-16,0-8-8 15,-9-7 5-15,0-9-2 16,-4-6-3-16,-4 0 0 16,8-6 11-16,5-16 30 0,2-11 0 15,2-10-14 1,4-1-19 0,-1-5-4-16,1 0 0 15,0 6-4-15,-5 6 1 16,-3 6 0-16,-2 15-1 15,-7 7 1-15,-4 6-1 0,0 3 12 16,0 0-7-16,0 0-5 16,0 0-29-16,0 9-71 15,-8 1-114-15,1-4-163 16</inkml:trace>
  <inkml:trace contextRef="#ctx0" brushRef="#br5" timeOffset="-65386.55">940 1569 225 0,'0'0'165'0,"0"0"-127"0,0 0 15 15,0 0 7 1,0 0-4-16,0 0-33 0,0 0-15 15,0-3-1 1,0 3 9-16,0 0 7 16,0 0 14-1,0 12 5-15,-5 4 20 0,1 5-23 16,0 10-12-16,0 3 9 16,0 6-16-16,-4 3-6 15,3 0-3-15,5-3-5 16,0-6 4-16,0-3-6 15,0-3 10-15,5-7-7 0,11-8-5 16,5-4 5-16,4-3-2 16,-1-6-4-16,8 0 56 15,1 0-36-15,1-10-4 16,-5-2-5-16,4-3-6 16,-14-1-1-16,-2 4-3 15,-5 0-2-15,-8 0-17 0,-4-4-26 0,0-5-54 16,0 14-102-1,0-2-266-15</inkml:trace>
  <inkml:trace contextRef="#ctx0" brushRef="#br5" timeOffset="-65084.36">952 1528 559 0,'0'0'166'0,"0"0"-136"16,0 0-9-16,0 0 65 0,0 0 2 15,0 0-64-15,0 0-15 16,-4-18-9-16,33 12 3 16,0-3 9-16,-1-1-4 15,0 5 4-15,-3-2-11 16,-8 7 0-16,-1 0 1 15,1 0-2-15,-1 0-7 16,-4 0-50 0,0 10-39-16,-4 2-35 15,1 0-27-15,-9-9-81 0,0 0 54 16</inkml:trace>
  <inkml:trace contextRef="#ctx0" brushRef="#br5" timeOffset="-64852.78">906 1689 241 0,'0'0'160'0,"0"0"-69"16,0 0-11-16,0 0 34 15,0 0-21-15,0 0-66 16,29 19 40-16,13-19-15 16,-5 0-4-16,3-13-6 15,2 1-8 1,-1 6-15-16,-9-4-11 15,-3 10-6-15,-8 0-2 16,-5 0-16-16,-3 0-70 16,-13 0-82-16,0 0-195 0</inkml:trace>
  <inkml:trace contextRef="#ctx0" brushRef="#br5" timeOffset="-64182.19">1506 1812 578 0,'0'0'117'31,"0"0"-107"-31,0 0 74 15,0 0 22-15,0 0-13 16,0 0-75-16,0 0-11 16,-82-12 1-16,49 24-4 15,-4 7 23-15,4 2-4 0,5 1 4 16,7-1-2-16,13 1-9 16,8 0-16-16,0-1-3 15,4-3 3-15,25-2 0 16,7-4 3-16,2-9 4 15,3-3-3-15,12 0 1 16,-8 0 6-16,5-6-5 0,-10-3-1 16,-11-3-4-16,-8 6-1 15,-13 3-7-15,-8 0-13 0,0 3-28 16,0 0-19-16,0 0-42 16,0 0-136-16,-8 0-184 15</inkml:trace>
  <inkml:trace contextRef="#ctx0" brushRef="#br5" timeOffset="-63142.89">2491 1677 517 0,'0'0'151'16,"0"0"-133"-16,0 0 37 0,0 0 54 16,0 0-35-16,0 0-41 15,-13-3-11-15,13 3-1 16,0 0 0-16,0-4 13 16,0 1 9-16,0 3-4 0,0 0-5 15,9-3-3-15,3 0-3 16,9-3-3-16,8 3-4 15,0 0-12-15,4 3-2 16,-1 0-6-16,5 0-1 0,-4 0 0 16,4 0-3-1,-1 0 1 1,-7 0-1-16,-4 0-5 16,-8 0-9-16,-1 0-7 15,-7 0-26-15,-5 0-45 16,4 0-54-16,-8 0-115 0,0 0-173 15</inkml:trace>
  <inkml:trace contextRef="#ctx0" brushRef="#br5" timeOffset="-62778">3284 1643 313 0,'0'0'261'0,"0"0"-216"0,0 0-27 16,0 0 92-16,0 0-11 15,0 0-45-15,45 0-25 16,-21 0-5-16,5 0 20 0,4 0-2 16,8-4-4-16,0 2-10 15,-4-1-17-15,-4 3-5 16,0 0-6-16,-4 0 3 16,-14 0-3-16,-2 0-3 0,-5 0-45 15,-8 0-48-15,0 0-85 16,0 0-154-16</inkml:trace>
  <inkml:trace contextRef="#ctx0" brushRef="#br5" timeOffset="-62429.14">4039 1649 390 0,'0'0'133'16,"0"0"-111"-16,0 0 61 16,0 0 7-16,0 0-1 15,0 0-17-15,32 0-17 16,-15 0-9-16,8 0 12 15,3 0-16 1,10 0-15-16,-2 0-17 16,-3 0-7-16,0 0-2 15,-8 0-2-15,-5 0-19 16,-3 3-35-16,0 3-29 0,-6 0-61 16,-11-6-90-1,0 0-113-15</inkml:trace>
  <inkml:trace contextRef="#ctx0" brushRef="#br5" timeOffset="-62159.16">4818 1683 577 0,'0'0'193'0,"0"0"-176"16,0 0-9-16,0 0 48 15,0 0-3-15,116 0-20 16,-75 0-13-16,12 0-9 0,-3 0-8 16,-2 0-3-16,2 0 0 15,-4 0-38-15,-6 0-75 16,-32 0-121-16,-4 0-181 15</inkml:trace>
  <inkml:trace contextRef="#ctx0" brushRef="#br5" timeOffset="-61890.36">5747 1726 736 0,'0'0'25'0,"0"0"-25"16,0 0 0 0,127-6 34-16,-82-1-9 15,4 7-16-15,0 0-9 16,5 0-45-16,-18 0-56 0,-27 0-89 0,-5 0-115 15</inkml:trace>
  <inkml:trace contextRef="#ctx0" brushRef="#br5" timeOffset="-61620.44">6481 1692 774 0,'0'0'68'16,"0"0"-68"-16,0 0-4 15,144-18 4-15,-90 14 19 0,-1 4-16 16,4 0-3-1,0 0-43-15,-7 0-49 16,-5 0-19-16,-36 0-83 16,-1 0-77-16</inkml:trace>
  <inkml:trace contextRef="#ctx0" brushRef="#br5" timeOffset="-61357.36">7327 1634 750 0,'0'0'106'0,"0"0"-106"0,0 0 0 15,0 0 10 1,0 0-8-16,144-13-2 15,-99 13-3-15,4 0-42 16,4 0-82-16,-3 0-2 0,-38 0-35 16,1 0-54-16</inkml:trace>
  <inkml:trace contextRef="#ctx0" brushRef="#br5" timeOffset="-61119.2">8230 1584 53 0,'0'0'756'16,"0"0"-756"-16,0 0-125 15,0 0 125-15,119 0 12 16,-78 0-6-16,0-3-6 15,8 3-36-15,1 0-95 16,-42 0-84-16,5-3-41 0</inkml:trace>
  <inkml:trace contextRef="#ctx0" brushRef="#br5" timeOffset="-60940.18">9002 1563 495 0,'0'0'82'0,"0"0"-82"15,0 0-57-15,0 0 57 16,127 0 0-16,-82 0-6 16,-24 0-198-16</inkml:trace>
  <inkml:trace contextRef="#ctx0" brushRef="#br5" timeOffset="-60771.7">9634 1556 318 0,'0'0'303'0,"0"0"-303"31,0 0-28-31,0 0 28 16,110 0 0-16,-93 0-90 15,-5 0-190-15</inkml:trace>
  <inkml:trace contextRef="#ctx0" brushRef="#br5" timeOffset="-60639.55">10208 1559 252 0,'0'0'120'0,"0"0"-120"16,0 0-60-16,0 0 10 15</inkml:trace>
  <inkml:trace contextRef="#ctx0" brushRef="#br5" timeOffset="-60485.18">10779 1541 620 0,'0'0'0'0,"0"0"-4"0,0 0 4 15,116 0 11-15,-88 0-8 16,13 0-3-16,4 0-58 0,-28 0-129 16,0 0-24-16</inkml:trace>
  <inkml:trace contextRef="#ctx0" brushRef="#br5" timeOffset="-60322.94">11387 1553 715 0,'0'0'167'0,"0"0"-150"32,0 0-11-32,0 0 36 15,119 0-2-15,-86 0-40 0,4 0-3 16,-25 0-157-16,1-3-251 0</inkml:trace>
  <inkml:trace contextRef="#ctx0" brushRef="#br2" timeOffset="-43954.86">2076 2407 108 0,'0'0'120'0,"0"0"-104"15,0 0-5-15,0 0 39 16,0 0-9-16,0 0 16 0,0 0-46 15,0-25-1-15,0 25 14 16,0-2 11-16,0 2-4 16,0 0-4-16,0 0-12 15,0 0-9-15,0 0 8 16,0 0 23 0,0 0-16-16,0 0-9 15,0 0-5-15,0 0 0 16,0 0 6-16,0 0 1 15,0 0 1-15,0 0 4 16,0 0 4-16,0 0 0 16,0 0-8-16,0 0 2 15,0 0-6-15,0 0-5 0,0 0 3 0,0 0 2 16,0 0 5 0,0 0 0-16,0 0-2 15,0 0 0-15,0 0-1 16,0 0-6-16,0 0-2 0,0 0-4 15,0 0 1-15,0 0 5 16,0 0 3 0,0 0 0-16,0 0 0 15,0 0-3-15,0 0 1 16,0 0-1 0,0 0 0-16,0 0-1 0,5 0-3 15,-5 0-3-15,0 0 0 16,4 0 0-16,8 0 0 15,5 0 2-15,12-7 0 0,11-2 0 16,1 3-2-16,9 0-20 16,-1-1 4-16,-4 1-26 0,0 6-46 15,1 0-59 1,-38 0-148-16</inkml:trace>
  <inkml:trace contextRef="#ctx0" brushRef="#br2" timeOffset="-43479.42">2672 2358 156 0,'0'0'143'0,"0"0"-105"15,0 0-15-15,0 0 76 16,0 0-36-16,0 0-15 16,0 0-15-16,0 0 9 0,0 0 22 15,0 0 2-15,4 0-10 16,12 0-13-16,5 0-20 16,8 0-6-16,-1-3-10 0,-3 0-3 15,4 0 2-15,8 3-6 16,0-4 2-16,-5 4-2 15,1 0-6-15,-8 0-44 16,0 0-74-16,-25 0-94 0,0 0-143 31</inkml:trace>
  <inkml:trace contextRef="#ctx0" brushRef="#br2" timeOffset="-43062">3460 2345 196 0,'0'0'141'0,"0"0"-105"15,0 0 3 1,0 0 83-16,0 0-53 16,0 0-46-16,13 4-16 15,-9-1-5-15,4-3 10 16,4 0 11-16,0 0-2 15,4 0 5-15,9 0-3 16,0 0-5-16,4 0-4 16,7 0-14-16,6 0 4 0,-5 0-4 15,8 0 0-15,-4 0-78 16,0 0-50-16,-33 0-88 0,0 0-51 16</inkml:trace>
  <inkml:trace contextRef="#ctx0" brushRef="#br2" timeOffset="-42659.15">4231 2380 198 0,'0'0'137'0,"0"0"-100"0,0 0 24 15,0 0 57 1,0 0-34-16,0 0-38 0,83 0-15 15,-50 0 7-15,-1 0-16 16,10-4-7-16,7 1 1 16,-4 0-4-1,0-3-5-15,5 6-6 16,-13 0 1-16,-1 0-2 16,-7 0-13-16,0 0-83 15,-4 0-47-15,-25 0-74 16,0 0 25-16</inkml:trace>
  <inkml:trace contextRef="#ctx0" brushRef="#br2" timeOffset="-42291.09">5126 2358 165 0,'0'0'149'16,"0"0"-125"-16,0 0-6 0,0 0 122 15,0 0-60-15,0 0-35 16,136-13-22-16,-95 10 10 16,1 0-13-16,-2 0-11 15,1 3-1-15,5-6-7 16,-5 6-2-16,-1 0-11 0,-2 0-44 16,-30 0-62-16,0 0-159 15</inkml:trace>
  <inkml:trace contextRef="#ctx0" brushRef="#br2" timeOffset="-41944.69">6030 2324 276 0,'0'0'165'15,"0"0"-142"-15,0 0 5 16,0 0 71-16,0 0-33 16,0 0-47-16,0 0-10 15,119-3-2-15,-86 3-1 16,0-3-3-16,7 3 10 15,1 0-1 1,9 0-6-16,-1 0-4 16,0 0-2-16,-3 0 1 15,-5 0-1-15,-1 0-50 16,-7 0-26-16,-24 0-98 16,-5 0-63-16</inkml:trace>
  <inkml:trace contextRef="#ctx0" brushRef="#br2" timeOffset="-41659.93">6990 2352 172 0,'0'0'217'16,"0"0"-206"-16,0 0-10 16,0 0 42-16,0 0-10 15,131 0-22-15,-94 0-2 16,5 0-3-16,3 0-4 0,-4 0-2 16,0 0-2-16,-4 0-14 15,9 0-62-15,-39 0-27 16,1 0-29-16</inkml:trace>
  <inkml:trace contextRef="#ctx0" brushRef="#br2" timeOffset="-41406.82">7947 2398 303 0,'0'0'57'0,"0"0"-56"16,0 0 0-16,119 0 81 16,-82 0-51-16,-1 0-24 15,1 0-1-15,5 0-6 16,-1 0-29-16,-28 0-116 0,-5 0-19 15</inkml:trace>
  <inkml:trace contextRef="#ctx0" brushRef="#br2" timeOffset="-41128.06">8772 2392 487 0,'0'0'78'15,"0"0"-78"-15,0 0 0 16,119-3 9-16,-78 3-2 16,0-4-5-16,8 1-2 15,1 3 0-15,-1-2-5 16,0 2-10-16,0 0-4 15,-3 0 10-15,-34 0-74 16,-3 0-98-16</inkml:trace>
  <inkml:trace contextRef="#ctx0" brushRef="#br2" timeOffset="-40943.32">9675 2358 321 0,'0'0'0'0,"0"0"-106"0,0 0 82 16,0 0 23-16,0 0-33 16,115-16-44-16</inkml:trace>
  <inkml:trace contextRef="#ctx0" brushRef="#br2" timeOffset="-40705.86">10168 2299 418 0,'0'0'61'16,"0"0"-61"-16,0 0-9 15,0 0 8-15,0 0 2 16,0 0-2-16,123-9-1 16,-87 9-2-16,6-6-32 15,-5 6 11-15,-4-6 12 0,7 6-8 16,-36-4-59-16,5 4-56 0</inkml:trace>
  <inkml:trace contextRef="#ctx0" brushRef="#br2" timeOffset="-40490.2">10812 2250 381 0,'0'0'171'16,"0"0"-171"-16,0 0-108 16,0 0 108-16,0 0 6 15,0 0 25-15,0 0-31 16,140-12-28-16,-107 12-19 15,0 0 8-15,-1 0 0 16,1 0 22 0,-25 0-56-16,0-3-92 15</inkml:trace>
  <inkml:trace contextRef="#ctx0" brushRef="#br2" timeOffset="-40304.65">11330 2231 139 0,'0'0'215'0,"0"0"-121"15,0 0-65-15,0 0 45 16,123 0-33-16,-91 0-15 16,-3 0-2-16,4 0-15 15,0 0-4-15,-4 0-5 16,-1 0-7-16,-7 0-49 16,3 0-38-1,-24 0-79-15,0 0-29 16</inkml:trace>
  <inkml:trace contextRef="#ctx0" brushRef="#br2" timeOffset="-39923.53">11855 2188 241 0,'0'0'44'0,"0"0"-40"0,115 0 30 15,-78 0 11-15,-4 0-36 16,-5 3-9-16,-3-3 0 16,-21 0-59-16,-4 0-105 15</inkml:trace>
  <inkml:trace contextRef="#ctx0" brushRef="#br2" timeOffset="-35959.23">12245 1942 73 0,'0'0'0'0,"0"0"-21"15,0 0 2-15,0 0 18 32,0 0-3-32,0 0-8 0,0-3-1 15,0 3 10 1,0 0 3-16</inkml:trace>
  <inkml:trace contextRef="#ctx0" brushRef="#br2" timeOffset="-35605.82">12245 1942 100 0</inkml:trace>
  <inkml:trace contextRef="#ctx0" brushRef="#br2" timeOffset="-35119.92">12245 1942 100 0,'-33'-136'342'0,"41"130"-281"0,0 0-59 0,-4 3 61 0,0 0 23 16,0-1-5-16,1 1 1 15,-5 3-20-15,4 0-16 16,-4 0 8-16,0 0 11 15,0 0-19-15,0 0-8 0,0 0-16 16,0 0-3 0,0 0-3-16,0 0-2 15,0 0-3-15,0 0-9 16,0 0-2 0,0 0-7-16,0 0-2 0,0 7 0 15,0 11 7-15,0 7 2 16,0 3 2-16,0-1-1 15,0 7-1-15,0 6 6 0,0 13 2 16,0-4-8 0,-4 0 7-16,-1 0-7 15,5-11 1-15,0-5 2 16,0-2-2-16,0-6-1 16,0-10 3-16,0-3-1 0,0-5 1 15,5-4-3 1,7-3 6-16,9 0 2 15,3 0-1-15,5 0 3 16,8 0 8-16,0-6-8 0,-4-3 2 16,-4 2-2-16,4 1-1 15,-13-3 1-15,-4 6-1 16,1-7 0-16,-5 7-9 16,-4-2 1-16,5 5 2 0,-13-7-3 15,4 4-4-15,-4-3-6 16,0-6-18-16,0 0-10 0,0-4-37 15,0-6-58 1,0 16-110-16,-8-3-150 0</inkml:trace>
  <inkml:trace contextRef="#ctx0" brushRef="#br2" timeOffset="-34787.02">12236 1794 436 0,'0'0'253'0,"0"0"-171"15,0 0-22-15,0 0 54 16,0 0-29-16,0 0-20 16,0 0-32-16,13-28-16 15,12 22-8-15,12-1-2 16,7 2 7-16,10-2 1 0,0 1-3 15,3 0 1-15,-8 0 1 16,-3 3-9-16,-14 3 1 16,-16 0-6-16,-8 0 0 15,-8 0-3-15,0 0-14 16,-12 0-30-16,-24 18-24 16,-5 1 4-1,-5 0-92-15,-3 5-70 16,29-18-110-16,3 0 31 15</inkml:trace>
  <inkml:trace contextRef="#ctx0" brushRef="#br2" timeOffset="-34485.5">12220 1973 244 0,'0'0'57'16,"0"0"-37"-16,0 0-8 16,0 0 57-16,0 0 78 15,0 0-53-15,0 0-40 0,-41 58-1 16,41-58-5-1,0 0-5-15,0 0-8 0,13 0-4 16,15 0 14-16,9 0 34 16,8 0-22-16,12-12-25 15,5 2-18 1,-4 2 2-16,-5 1-7 16,-12 7-6-16,-12 0 2 15,-8 0-1-15,-9 0-4 16,-8 0-16-16,1 0-23 0,-5 0-23 15,0 0-17-15,0 7-18 16,0 5-45-16,0-12-17 16,0 6-126-16</inkml:trace>
  <inkml:trace contextRef="#ctx0" brushRef="#br2" timeOffset="-33751.06">12852 2040 240 0,'0'0'264'0,"0"0"-206"16,0 0-36-16,0 0 104 15,0 0-4-15,0 0-25 16,21-46-28-16,-21 46-18 16,0 0 8-16,0 0-21 15,0 0-25-15,0 0-13 16,0 0-9-16,0 0 1 16,0 0-1-16,0 12 9 0,-4 7 1 0,4 2 3 15,0 7 0-15,0 3-1 16,0 0-2-16,0 3 3 15,0-3-2-15,0-1-1 16,0 5 4-16,0-8-3 16,0 1 0-16,0-4-2 15,4-5 3 1,0-1-2-16,-4-2-1 16,0-7 1-16,0 0 1 15,0 1-2-15,0-4 0 16,-8 0-4-16,-21 0-2 15,-8 1-2-15,1-7-8 16,-10 0-8-16,9 0 5 0,4 0 0 16,1 0-5-16,7 0-74 15,4-13-2-15,9-2-49 16,4 2-11-16,8-2-9 16,0 0 88-16,0-1 38 0,0 1 40 15,16 2 3-15,13 1 2 16,0 0 57-16,7-1 44 31,-3 4-10-31,9 3 1 0,-5 0-10 16,-1-1 9-16,1 2-2 15,-4-2-23-15,-8 4-21 16,-4-3-19-16,-6 6-17 16,-2 0-6-16,-1 0-4 15,-8 0 0-15,4 0-1 16,-3 0-2-16,-1 0-20 0,-4 0-49 15,0 0-90-15,0 0-115 16,0 0-218-16</inkml:trace>
  <inkml:trace contextRef="#ctx0" brushRef="#br2" timeOffset="-32997.36">13160 2213 127 0,'0'0'424'16,"0"0"-314"-16,0 0-47 16,0 0 44-16,0 0-35 0,0 0-34 15,0 0-27-15,4-9-9 0,-4 9 0 16,0 0 4 0,0 9-6-16,0 9 2 15,0 4 11-15,0 3-2 16,0-1-4-16,0 1 1 0,0 0-5 15,0-4 3 1,0-5 2-16,5-7-1 16,-5 0 4-16,4-6 3 15,-4-3 4 1,0 0 1-16,0 0-5 0,0 0 2 16,4 0 14-16,0 0 8 15,0 0 0-15,4-18-5 16,9-1-21-16,-1-5-5 0,0-7-4 15,1-3-2-15,7 0-1 16,-3 3 0-16,0 3 0 16,-1 7 0-16,-3 2 0 15,-6 7 0-15,2 6-1 16,-5 3 1-16,-4-7 0 16,0 10 1-1,0-3-2-15,0 3-2 16,1 0 2-16,-1 0-1 0,0 13-7 15,0 12-7 1,0 8 16-16,4-2 4 16,-3 6 0-16,-1-3-3 0,4 0 3 15,-4-3-3-15,4-6 0 16,1-4 5-16,-5-6 0 0,-4-2-4 16,4-10 4-16,-4 3-4 15,0-6 0-15,0 0 4 16,0 0-2-16,0 0-4 15,0 0-19-15,0-6-28 16,-4 0-98-16,-5-4-539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9:55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2641,'0'0'8516,"0"0"-8516,0 0-400,0 0-368,0 0 768,0 0 608,0 0-288,0 0-320,0 24-224,0-24-448,0 0-145,0 9 561,0-9-144,0 0-1233,6 0-1120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09:58:43.59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11420 2244 308 0,'0'0'60'0,"0"0"-59"15,0 0 49-15,0 0-16 16,0 0-34-16,0 0-5 15,0 0 5-15,-4-13 1 0,4 10 4 16,4 1-2-16,4 2 1 16,0-7-4-16,1 1-54 15,-5 6-71-15,-4-3-137 0</inkml:trace>
  <inkml:trace contextRef="#ctx0" brushRef="#br0" timeOffset="7504.46">11506 2271 254 0,'0'0'135'15,"0"0"-117"-15,0 0 23 16,0 0 26-16,0 0-13 16,0 0-14-16,0 0 3 15,0 0 4-15,-5-12 0 16,5 12 8-16,0 0 1 0,0 0-16 15,0 0-6-15,0 0-5 16,-4 0-3-16,4 0-10 16,0 0-4-16,0 0-6 15,0 0-4-15,0 0-1 16,0 0-1-16,0 0 0 0,0 0 0 16,0 0 0-1,0 7 0-15,0 20 2 16,0 4 2-16,0 9 6 15,0 3-2-15,0 13-5 16,0 8 5-16,0 14-5 16,0 2 4-16,0 6-4 15,0-3 7-15,0 0-8 16,0-6 0-16,0-9 2 0,4-9 7 16,-4-1-5-1,0-8 4-15,0-7-1 0,0-6 9 0,0-6-6 16,0-3-8-16,0-7-3 15,0-3 2-15,0-8 0 16,0-1 0-16,0-3-1 0,0-6-1 16,0 3 0-1,0 0 0-15,0-3 2 0,0 4-3 16,0-2 0-16,0 5-1 16,0-1 1-16,0 0 0 15,0 0 1-15,0 0-2 16,0 1 2-16,0-4 0 31,0-3-1-31,0 0-7 0,0 0-40 16,0 0-57-16,-12 0-35 15,1 0-151-15,-2 0-91 16</inkml:trace>
  <inkml:trace contextRef="#ctx0" brushRef="#br0" timeOffset="7975.46">11170 3159 342 0,'0'0'107'0,"0"0"-68"16,0 0 56-16,0 0 4 16,0 0-43-16,0 0-24 15,-9-24-18-15,9 24 8 16,0 0 5-16,0 0 0 0,0 0-15 0,0 3 2 16,9 12 41-1,7 7-37-15,4 9-9 0,5-4-4 16,4 10-5-1,-5 3 3-15,5-6-2 0,-5-6 0 16,-3-4-1 0,-1-1 2-16,-3-8-1 15,0-6 0 1,-9-3 0-16,-4-3 1 0,-4 0 8 16,0-3 8-1,0 0 4-15,0 0 0 0,0 0-4 16,0 0-3-16,0 0-4 15,0 0-3-15,0 0-8 16,0 0-8-16,0-6-88 0,0-12-45 16,0 11-108-16,0-5-282 15</inkml:trace>
  <inkml:trace contextRef="#ctx0" brushRef="#br0" timeOffset="8361.33">11744 3116 188 0,'0'0'113'0,"0"0"-100"15,0 0-13-15,0 0 28 16,0 0 65-16,0 0-50 15,9-3-18-15,-9 3 18 16,-9 12 0-16,-7 7 3 16,-1 6 5-16,-12 5-6 15,0 8-3-15,-7 5-16 0,-9 2 3 16,3-1 7-16,1-7-14 16,9-6-2-16,7-10-6 15,9-2-8-15,7-10-2 16,9-6-2-16,0-3-2 15,0 0-8-15,0 0-1 0,0 0-30 16,5-6-42-16,3-3-121 31,-4-3-233-31</inkml:trace>
  <inkml:trace contextRef="#ctx0" brushRef="#br0" timeOffset="9024.76">11354 2296 188 0,'0'0'88'0,"0"0"-84"0,0 0 19 16,0 0 2-1,0 0-25-15,0 0 0 0,0 0 5 16,-4-12 2-16,4 12-4 16,0 0 2-16,0 0-2 15,4 0-3-15,0 0-23 0,4-3 10 16,-4 0-57-16,4 3-52 16</inkml:trace>
  <inkml:trace contextRef="#ctx0" brushRef="#br0" timeOffset="9484.15">11354 2296 258 0,'124'-52'119'0,"-120"52"-92"16,-1-3 44-16,-3 3-12 15,0 0-19-15,4 0-9 16,-4 0 9-16,0-3-14 0,0 3 10 16,0 0 4-1,0 0-8-15,0 0-12 0,0 0-3 16,0 0-17-16,0 0-1 0,-4 12 1 31,-7 7 14-31,-10 11-2 16,0 1-3-16,1 9 3 15,-5 3-4-15,0 0-2 16,4 4 6-16,6-7 3 0,2-6-7 16,1-10 6-1,4-8 6-15,4-10-11 0,4-3 1 16,0-3-7-16,0 0-3 16,0 0-2-16,0 0 0 15,0 0 1-15,0 0 1 16,0 0 16-16,0 0-5 15,0-3-11-15,0-10-24 16,8-5-80-16,8-7-22 0,5 1-47 16,-14 12-68-1,2-1 41-15</inkml:trace>
  <inkml:trace contextRef="#ctx0" brushRef="#br0" timeOffset="9850.54">11485 2290 86 0,'0'0'86'0,"0"0"-10"16,0 0 67-16,0 0-26 15,0 0-48-15,0 0-18 16,4-19-9-16,-4 19-5 16,0 0-11-16,0 0-6 15,8 0-8-15,1 0-7 0,7 3 10 16,9 13 12-16,4 6 2 15,8 5 3-15,-1-2-11 0,10 3-10 16,-5 3-4-16,4-10-5 16,0 4 2-16,-8-3 1 15,-8-7 12-15,-4-3-3 16,-18-3 4 0,-3-9 5-16,-4 4 3 0,0-4 4 15,0 0-11-15,0 0-16 16,0 0-1-16,0 0-2 15,0 0-7-15,0 0-53 16,0 0-76-16,0 0-77 16,0 0-214-16</inkml:trace>
  <inkml:trace contextRef="#ctx0" brushRef="#br1" timeOffset="18680.72">11945 3012 28 0,'0'0'259'0,"0"0"-172"0,0 0-48 16,0 0 51-1,0 0-19-15,0 0-38 0,-4-10-20 32,4 10-13-32,0 0-4 0,0 0 0 0,0 0 4 31,16 0 2-31,9 0 5 16,4 12 0-16,12 1 2 0,8-1 7 15,5 6-10-15,7 1-6 16,1 0 1-16,0-1 0 15,3-6 1-15,1 1 0 16,3-4 2-16,-3-3 1 16,-1 0 4-16,2-6-4 15,-2 0 0-15,1 0 5 0,-4 0 0 16,3 0 2-16,-3-15 0 0,7 2 4 16,2-5 3-1,-2 0 4-15,9 2-2 16,-4-3-13-16,-4-2-4 15,-5 3-2-15,-7-1-2 0,-1-2 1 16,-12 2 1 0,1-2-2-16,-5-4 8 15,-1 3 11-15,6-2 6 16,-5-4 5-16,4-6-11 16,4 3-11-16,1-3-6 15,-1-3 0-15,-4 0 3 16,0 3-5-16,-8-3 0 15,0-3 3-15,-4 9-2 0,-4-5 3 16,0 1-3-16,-1-1 2 16,-3-4 7-16,-1-1-10 15,-3-2 0-15,-4 3-1 16,3-3 1-16,-3 3 3 16,-6 0-3-16,1 6 1 15,-3 0-1 1,-1 3 1-16,-4-2 1 15,0 2-2-15,0-4 4 0,-4 5-6 16,0-1 5-16,5 6-3 16,-5 0 0-1,0 1 0-15,4 0 0 0,4 1-2 16,0 2 1-16,5-1 0 16,-1 1-2-16,9 2 3 0,-5-2 0 15,4-1 1-15,5-2 3 16,4 2-3-16,4 0 0 15,-4 1 4-15,3 6 8 16,1-4-1-16,0 7-5 16,0 0 2-16,0-1 5 15,-1 7-7-15,1 0-4 0,0-1 3 16,4 4-6-16,0 0 1 16,0 0 0-16,4 0-2 15,0 3 2-15,-4-3-1 16,0 0 0-16,0 3-1 15,-12 0 1-15,-6 0 0 16,-6 0 0 0,-9 0 0-16,0 0 0 15,-4 0 2-15,0 0-1 0,0 0 1 16,0 0-2-16,0-6-3 16,-4 3-27-16,-8-1-38 15,-12 1-86-15,-5-2-28 16,17 5-36-16,-1-7-37 15</inkml:trace>
  <inkml:trace contextRef="#ctx0" brushRef="#br1" timeOffset="19134">15122 1267 372 0,'0'0'31'16,"0"0"-24"0,0 0 14-16,0 0-3 15,0 0 67-15,0 0 13 16,-7-34-1-16,7 34-7 15,0 0-29-15,0 0-18 16,0 0-15-16,0 0-17 16,0 0-2-16,0 0-2 0,0 0-7 15,0 0-3-15,19 0 3 16,6 6 2-16,8 6 13 16,9 0-3-16,-6 1 16 0,5 2-11 15,1 4 5-15,3-4-9 16,-1 4-4-16,-2-4 0 15,-5 4-1-15,-8-7-4 0,-9 0-4 16,-8 0 0-16,-12-5-4 16,0 2-2-16,0 3 6 31,0 1 2-31,-25 2 6 16,-3 0-3-16,-9 1 2 15,0-4 2-15,4 1-1 16,1-1-6-16,3-6 0 15,8 6 0-15,0-5-2 16,9 2-5-16,4 0-31 0,-1 0-33 16,5 0-37-16,-4 4-21 0,4-1-22 15,0 1-11-15,0-13-33 16,4 0-8-16</inkml:trace>
  <inkml:trace contextRef="#ctx0" brushRef="#br1" timeOffset="20502.32">15902 1073 396 0,'0'0'63'16,"0"0"-50"-16,0 0 2 0,0 0 87 16,0 0-14-1,0 0-23-15,0 0-12 0,0-35-18 16,0 35-14 0,0 0 2-16,0 0 3 0,0 0-5 15,0 0-6 1,-4 0-13-16,4 0-2 0,0 0-6 0,0 0-6 15,0 19-4-15,0 9 7 16,0 8 9-16,0 8 9 16,0 2-4-16,0 6 1 15,0 1-4-15,4 5-1 16,5-5 2-16,-1 0-3 16,0-7 2-1,0-9-1-15,-8-6-1 16,5-13 2-16,-5-6-2 15,4-6 1-15,-4-6 3 16,0 0-3-16,4 0 0 0,-4 0 4 16,0 0 1-16,0-9-6 15,0-16-38-15,0 10-159 16,0-3-165 0</inkml:trace>
  <inkml:trace contextRef="#ctx0" brushRef="#br1" timeOffset="20808.82">15935 989 544 0,'0'0'91'16,"0"0"-68"-16,0 0 53 15,0 0-2-15,0 0-12 0,0 0-38 16,0 0-24-16,78-12 1 16,-37 12-1-16,13 0 7 15,3 0 13-15,1-6-3 16,-9 2-9-16,-8 2-4 0,-12 2-3 16,-17 0-1-16,-8 0-4 15,-4 2-9-15,-12 17-90 16,-13-13-147-16,-4 4 28 0</inkml:trace>
  <inkml:trace contextRef="#ctx0" brushRef="#br1" timeOffset="21027.14">15923 1310 335 0,'0'0'17'0,"0"0"0"16,0 0 157-16,0 0-52 16,127 6-35-16,-77-19-33 15,-6 8-10-15,-2-2-24 0,-9 1-16 16,-9 6-4-16,-11 0-66 0,-13 0-112 16,0 0-213-16</inkml:trace>
  <inkml:trace contextRef="#ctx0" brushRef="#br1" timeOffset="21497.41">16252 1504 313 0,'0'0'48'0,"0"0"-37"16,0 0 126-16,0 0 2 0,0 0-41 15,114-19-37 1,-80-2-25-16,-2-1-17 16,-8-3-11-16,-3-2-1 15,-4 2-5-15,-9 4-1 16,-8-1 4-16,0 3-2 15,0 7 2-15,0 3-5 16,-17 3 0-16,-12 6-1 16,5 0 1-16,-4 0-13 15,-5 18 7-15,4 10 2 16,4 6 2-16,8 3 1 16,9 0-1-16,8-3-5 15,0-3 1-15,12-3-8 0,17-10 11 16,9-6 2-16,3-6-7 15,-5-2 8-15,10-4 5 16,-9 0-5-16,0 0-3 16,-9 0-44-16,-3-19-62 15,-25 10-94-15,0-3-140 16</inkml:trace>
  <inkml:trace contextRef="#ctx0" brushRef="#br1" timeOffset="21846.42">16637 1322 489 0,'0'0'172'16,"0"0"-112"-16,0 0-56 16,0 0 28-16,0 0-28 0,0 0-4 15,33 3-23-15,-12 28 13 16,-4 3 7-16,6-3 3 16,-2-4 2-16,-9-5 0 15,-3-4-2-15,-1-11-2 16,-8-1 1-16,0-3 1 15,0-3 10-15,0 0 41 0,0 0 42 16,0-9 18-16,-8-10-31 0,3-9-66 16,1 4-5-1,4-7 2-15,0 3-6 16,0 1-2-16,0 8 7 16,0 3-8-1,4 4 3-15,5 6-1 16,3 3-4-16,1-3-8 15,7 3-2-15,1 0-45 0,-1 3-46 16,0 0-53 0,1 0-21-16,-17 0-31 0,-4 0-77 15</inkml:trace>
  <inkml:trace contextRef="#ctx0" brushRef="#br1" timeOffset="22865.7">16933 1350 560 0,'0'0'118'16,"0"0"-110"-16,0 0 35 15,0 0 47-15,0 0-15 0,0 0-53 0,12-6-22 16,-4 31-46-16,-3 2 46 15,3 1 4-15,0-4 0 16,-8-5-3-16,4-3 1 16,0-11 0-16,1 2-1 15,-5-7-1-15,4 0 2 16,-4 0 3-16,4 0 0 16,-4 0 34-16,11-7 21 15,2-17 6-15,3-7-36 16,1 0-29-16,-1 0-1 15,5 1 0-15,0 2-11 0,-1 0-4 32,-3 13 4-32,-6 3 9 15,-7 8-4-15,0 1 0 0,1 3 0 16,-5 0-2-16,4 9-15 16,4 16-13-16,0 3 36 15,5 3 4-15,3-6-2 16,1-4-1-16,-5 1 0 15,5-10 0-15,-9-6-1 0,4 0-1 16,-3-6-1-16,-2 0 2 16,1 0 6-16,0 0-2 15,5-3 8-15,-5-16 4 16,4-2-16-16,-3-1 0 16,3 1-6-16,-8-1-17 15,4 7 1-15,-3 3 3 0,-1 5 12 16,-4 4 7-16,0 3 1 15,0 0 14-15,0 0-9 16,0 0-6-16,0 12-13 16,0 16-12-16,8 3 23 15,0-3 2-15,5-1 1 0,-1-2 1 32,-1-3-2-32,2-6 0 15,3-8 0-15,-3-1 0 16,3-4-2-16,-3-3 2 0,-1 0 3 15,5 0 2-15,-1-10 6 16,1-11 7-16,2-4-13 16,-2-3-2-16,-1 4-2 15,-3-4 2-15,-1 4-3 0,-8 5 0 16,1 3 5-16,-5 4-5 16,0 6 4-16,0 6 7 15,0-3-1-15,0 3-6 16,0-3 2-16,0 3 6 15,0 0-12-15,0 0-1 16,0 0-3 0,0 0-8-16,0 0-2 15,0 6 2-15,0 16-3 0,0 5 15 16,12 1 1-16,-8 3-1 16,8 0 1-16,1-3-1 15,-1-4 0-15,4-5-3 0,-4-7 3 16,1-3 1-16,-1-6 0 15,-8 1-1-15,4-4-8 16,1 0-34 0,-5 0-50-16,-4 0-47 15,0-16-195-15</inkml:trace>
  <inkml:trace contextRef="#ctx0" brushRef="#br1" timeOffset="23205.43">17618 940 504 0,'0'0'83'15,"0"0"-73"-15,0 0 48 0,0 0-21 16,0 0-16-16,0 0-19 15,0 0 4-15,-69 80-3 16,69-58 2-16,0-10-3 16,0-3-2-16,4-9 0 15,4 0 1-15,5 0 4 0,-5 0 34 16,-1-6 36-16,6-13-6 16,-9-2-14-16,0-1-35 15,-4 7-9-15,0 0-7 16,0 8-4-16,0 7-13 31,0 0-33-31,0 0-114 16,0 0-107-16</inkml:trace>
  <inkml:trace contextRef="#ctx0" brushRef="#br1" timeOffset="23705.69">18218 958 448 0,'0'0'68'15,"0"0"-65"-15,0 0 1 0,0 0 10 16,0 0-9-16,0 0 18 16,-13 161 21-16,13-93-23 15,8-4 1-15,1 1-12 16,3-7 6-16,-4-11-8 0,5-7-7 16,-5-13 5-16,-4-5-2 15,4-9-4-15,-3-8 2 16,-1-5-2-16,-4 0-54 15,0 0-108-15,0-12-96 16</inkml:trace>
  <inkml:trace contextRef="#ctx0" brushRef="#br1" timeOffset="24037.19">18180 832 663 0,'0'0'163'0,"0"0"-119"16,0 0-27-16,0 0-3 15,0 0-14-15,0 0 1 16,66-34-2-16,-24 53 1 0,2 5 0 16,6 10-4-16,-13 0 2 15,-4 6-6 1,-9-3 5-16,-12-3 2 15,-8-3-6-15,-4-4 3 16,0 1-11-16,-33-3 7 16,-15 3 8-16,-22-3 12 15,9-10-10-15,-6 3-1 16,22-5-1-16,17-4 0 16,16 0-73-16,12-9-111 0,0 0-118 15</inkml:trace>
  <inkml:trace contextRef="#ctx0" brushRef="#br1" timeOffset="24384.74">18546 1248 276 0,'0'0'169'16,"0"0"-115"-16,0 0-14 16,0 0 125-16,0 0-23 15,0 0-126-15,29 22-16 16,-33 11-13-16,4 5 13 0,0-1 5 31,0-1-2-31,0-8-3 16,4-6-5-16,17-6 0 15,-6-11 0-15,6-2 5 16,8-3 9-16,0 0 6 0,-4-18 5 16,-1-13 17-16,-4 1-2 15,-3-1-7-15,-17 0-19 16,0 6 2-16,-9 1-11 15,-23 5-1-15,-9 10-10 0,-4 2 8 16,3 7 3-16,2 0-3 16,11 10-39-16,4 8-47 15,17 4-67-15,8-13-74 16,0-6-63-16</inkml:trace>
  <inkml:trace contextRef="#ctx0" brushRef="#br1" timeOffset="24700.4">18871 823 83 0,'0'0'601'0,"0"0"-486"0,0 0-80 15,0 0 21-15,0 0-44 16,0 0-12-16,8 30-45 16,0 36 45-16,-4 1 27 15,8 4-1-15,0 3-15 0,5-9-2 16,3-3-4-16,-3-10 4 0,-5-6-5 16,1-12-2-1,-1-7-2-15,-4-5 0 16,-3-6-73-16,-5-10-54 31,0-6-149-31</inkml:trace>
  <inkml:trace contextRef="#ctx0" brushRef="#br1" timeOffset="25742.56">18899 1211 599 0,'0'0'134'0,"0"0"-106"0,0 0 30 0,0 0 17 16,0 0-64-16,0 0-6 16,0 0 14-16,107-22-10 15,-71 20-5-15,6-1-2 16,-1 3 0-16,0-4-4 16,0 1-1-16,-8-6 1 15,0 3 1 1,-8 0-45-16,-9-4-26 15,-3 1 66-15,2 0 6 0,-7-3 10 16,1-7 7 0,-1 0 4-16,-8 4 24 15,0 3-9-15,0-1-19 16,0 8-6-16,0 1-8 0,-8 4 7 16,-5 0 1-16,-2 0-11 0,-6 19-9 15,0 11-2-15,5 11 8 16,12-1-2-16,4 0 1 15,0 0 4-15,0-9-4 16,8-10 1-16,13-2-3 16,-5-7-2-16,4-3 0 15,5-6 7 1,8-3 1-16,0 0-13 16,0 0 0-16,3-21-22 15,-7-7-44-15,0 1-22 16,-13-8 26-16,1 8-7 15,-9 2 62-15,-4 3 1 0,-4 13 19 16,0 3 29 0,0 3 56-16,0 3-8 0,0 0 15 15,0 0-67-15,0 15-25 0,0 16-46 16,9 6 46 0,3 0 7-16,4-6-4 0,-4-3 3 15,-4-13-4-15,0-2 2 16,1-10 8-16,-9-3 7 15,4 0-4-15,0 0-5 0,-4-3 40 16,8-19 65-16,1-9-51 16,-1 0-62-16,0 7 4 15,0-1-6-15,-4 12-2 16,1 8-2-16,-5 5 4 31,0 0 0-31,4 0-11 16,4 18-12-16,4 10-12 0,8 2 35 15,5-2 7-15,0-6-4 16,-5-7-2-16,1-5 3 16,0-7-3-16,-1-3 10 15,0 0 0-15,5-3 8 16,0-25-6-16,-1 0 23 0,-3-9-33 16,0-3-3-16,-2-3-12 15,-2 0-6-15,-9 0-11 0,-4 0-4 16,-4 5 1-1,0 10 4-15,0 13 28 0,0 6 10 16,-4 9 11-16,4 0 29 16,0 0-29-16,0 3-21 15,-4 25-14 1,0 15 0-16,4 3 14 16,0 10 0-16,0-1 0 15,0 1 0-15,12-7 0 16,9-6 3-16,0-9 2 15,-5-9-5-15,1-4 0 16,-1-6-2-16,1-5 2 16,-6-4 0-16,-7-3-7 0,0-3-80 15,-4 0-110-15,0 0-171 0</inkml:trace>
  <inkml:trace contextRef="#ctx0" brushRef="#br1" timeOffset="26098.15">20037 1205 496 0,'0'0'132'16,"0"0"-82"-16,0 0 24 15,0 0 1-15,0 0-34 16,0 0-5-16,123-59-17 16,-86 57-17-16,3 2 3 15,1-4-4-15,-3 4-1 0,-2 0 0 16,-3 0 1-16,-8 0-1 0,-5 0-1 15,-3 0-6-15,-9 0-1 16,0 0 5-16,-8 0-3 16,0 0-2-16,0 0-5 15,0 22-9-15,0 12 22 16,0 0 0-16,0-4 9 16,0 1-5-1,0-3-2-15,9-6-2 16,7-1 2-16,-4-9-5 15,0-2 3-15,0-1 0 16,-3-6-3-16,-1-3-88 16,-8 0-58-16,0 0-253 0</inkml:trace>
  <inkml:trace contextRef="#ctx0" brushRef="#br1" timeOffset="26217.74">20500 900 781 0,'0'0'0'0,"0"0"-82"31,0 0-288-31</inkml:trace>
  <inkml:trace contextRef="#ctx0" brushRef="#br1" timeOffset="26966.41">21078 1116 156 0,'0'0'478'16,"0"0"-427"-16,0 0-46 15,0 0 98-15,0 0-53 16,0 0-28-16,-23-93-22 15,-15 93-8-15,1 0-17 0,-15 10 12 16,10 20 13-16,-3 4 22 16,12 6-11-16,9 0-6 15,7 0 5-15,9-9-10 16,8-3 0-16,0-10-1 16,0-5-3-1,21-7-4-15,-6-3 8 16,14-3 13-16,-8 0 11 15,4-6 8-15,-1-19-8 16,-3 3-5-16,-5-2-13 16,-8 12-4-16,-8 2-2 15,0 10 0-15,0 0 4 16,0 0-4-16,0 0-19 0,0 25-14 16,0 6 25-16,0-1 8 15,16-5 0-15,9-3 0 16,4-7-1-16,4-6-10 15,3-9 11-15,14 0 14 16,0 0-1-16,2-24 2 0,2-10 3 16,-4-9-8-1,-6-3-8 1,-2-10 9-16,-9-9-10 0,-4-3-1 16,-17-5-19-1,-8-1-17-15,-4 0-2 0,0 6 11 16,-8 9 27-16,-13 16 8 15,5 15 25-15,-1 13 0 16,5 12 3-16,-9 3-9 0,-4 18-9 16,1 32-15-16,-9 18-3 15,9 15 1-15,11 12 0 16,13 1-1-16,0-7 1 16,0-12 4-16,17-9 4 0,7-19 11 15,5-9 7-15,3-15-25 16,14-10-2-16,8-15-5 0,2 0-10 15,-35-5-160 1,0-20-493-16</inkml:trace>
  <inkml:trace contextRef="#ctx0" brushRef="#br1" timeOffset="32894.42">22746 891 517 0,'0'0'73'0,"0"0"-65"15,0 0-3-15,0 0 62 16,0 0-21-16,0 0-3 0,16-22-2 16,-16 22-8-16,0 0 4 15,0 0-4 1,0 0-31-16,-8 0 0 15,-9 0-4-15,-8 0-8 16,-8 0-1 0,6 0 4-16,-7 12 7 0,5 3-1 15,1 10 1-15,-1 3-2 16,1 6 2-16,-1 6 1 16,8 3-1-16,9 4 0 0,8-1-1 15,4 0-1-15,0-6 0 16,12-3-4-16,17-3 4 15,4-12-5-15,3-7 7 16,5-6 3-16,9-9 5 0,7 0 1 16,9 0-1-16,3 0 3 15,-3-18 0-15,-8-1-3 0,-13-3 2 16,-4-5-3-16,-12-4 1 16,-8-9 23-1,-5-6-12 1,-13-7 20-16,-3-2 25 0,-7-4-36 15,-26 4-12-15,-4 2 11 16,-4 13-5-16,0 9 1 16,4 10-23-16,-4 12-6 15,-1 6-10-15,6 3-52 16,7 0-73 0,25 6-106-16,4 0-203 0</inkml:trace>
  <inkml:trace contextRef="#ctx0" brushRef="#br1" timeOffset="33310.68">22856 675 216 0,'0'0'122'0,"0"0"-51"15,0 0 59-15,0 0-23 16,0 0-49-16,0 0-31 16,0 0-10-16,-8-9 16 15,8 9 12-15,0 5-11 16,0 30-21-16,0 17 5 16,4 16 22-16,4 15-9 0,1 16 6 15,-1 6-12-15,0-1-19 16,-4-5-3-16,0-13 1 15,0-8-3-15,-4-17 1 16,0-18-2-16,0-18 0 16,0-10 10-16,0-9 7 15,0-2-1 1,0-4-10-16,0 0-1 16,0 0 5-16,0-4-3 15,0-14-7-15,0-7-55 0,0 13-205 16,-4 0-188-16</inkml:trace>
  <inkml:trace contextRef="#ctx0" brushRef="#br1" timeOffset="33765.18">23366 1301 589 0,'0'0'83'0,"0"0"-81"16,0 0 17-1,0 0 41-15,0 0-29 0,0 0-31 16,0 61 4-16,0-27 6 16,0 9 16-16,0 1-5 0,0-1 1 15,0 0-7-15,4-6-15 16,0-4 3-16,4-5-1 15,-8-6 1-15,4-13-3 16,1-2-2-16,-5-4 2 16,0-3-2-16,0 0-7 15,0 0-26 1,0-13-12-16,0-15-19 16,0 10-263-16</inkml:trace>
  <inkml:trace contextRef="#ctx0" brushRef="#br1" timeOffset="33953.21">23341 1227 364 0,'0'0'399'0,"0"0"-331"16,0 0-65-16,0 0 24 0,0 0 12 16,0 0-10-1,127-43-20-15,-90 43-6 0,-4 0-3 16,-5 0-7-16,-7 0-49 15,-9 3-73-15,-12 2-118 0,0-1-35 32</inkml:trace>
  <inkml:trace contextRef="#ctx0" brushRef="#br1" timeOffset="34197.96">23349 1464 238 0,'0'0'210'15,"0"0"-176"-15,0 0-25 16,0 0 149-16,0 0-57 0,0 0-44 16,127 0-42-16,-81-3-12 0,-2-3-3 15,-11 6-15-15,-8 0-69 16,-25 0-184-16,0 0-190 15</inkml:trace>
  <inkml:trace contextRef="#ctx0" brushRef="#br1" timeOffset="34585.58">23628 1464 89 0,'0'0'469'0,"0"0"-380"15,0 0-84-15,0 0 4 0,0 0 0 16,0 0-9-16,21 130 7 16,-17-97-6-16,-4-8 2 15,4-3-3-15,0-13 1 0,-4-3 1 16,0-6-2 0,4 0 2-16,1 0-1 0,-1 0 70 15,4-28 70-15,3 1-39 16,-2-11-77-16,7 5-4 15,1 2-7 1,-1 3-12-16,-8 7 0 16,5 8-1-16,-9 10 3 15,-4 3-4-15,0 0 0 16,4 0 0-16,0 16-18 16,5 17-9-16,7 4 27 15,-4 4 9-15,4-8-8 16,1-5-1-16,-1-3 0 0,-4-13-11 15,1-3-44-15,-1-9-15 16,-12 0-131-16,0-3-209 16</inkml:trace>
  <inkml:trace contextRef="#ctx0" brushRef="#br1" timeOffset="34972.91">24084 1106 397 0,'0'0'190'0,"0"0"-150"16,0 0 33-16,0 0 76 0,0 0-58 16,0 0-51-16,-29-3-23 0,29 3-17 15,4 0-12-15,9 0-1 32,3 0 13-32,9 0 0 15,-1 0 9-15,1 0-9 0,-1 0 16 16,-3 0-12-16,0 3-4 15,3 7-10-15,-7-1-58 16,3 3-93-16,-20-12-79 16,0 0-117-16</inkml:trace>
  <inkml:trace contextRef="#ctx0" brushRef="#br1" timeOffset="35204.71">24055 1322 538 0,'0'0'24'0,"0"0"-24"15,0 0 0-15,0 0 37 16,0 0 66-16,0 0-24 31,127 6-38-31,-85-6-24 0,-1 0-9 16,-1-3-8-16,-3 0-6 15,-4-3-114-15,-28 6-123 16,-5-6-223-16</inkml:trace>
  <inkml:trace contextRef="#ctx0" brushRef="#br1" timeOffset="36243.67">24996 919 431 0,'0'0'60'0,"0"0"-53"16,0 0 64-16,0 0 37 0,0 0-35 16,0 0-31-16,0 0-42 15,-13-10 3-15,13 10 8 16,0 0-2-16,0 0-1 16,0 18-7-16,13 20 3 15,-2 5 55-15,6 9-27 16,-5 4-15-16,9-1-12 0,-5 1-1 15,-3-7 2-15,7-3-5 16,-3-6 1-16,-5-12 1 16,0-6 1-16,-4-10-2 15,4-6 4-15,-4-3 4 16,1-3-5-16,3 0 1 16,9 0-1-1,4 0 28-15,12 0-6 16,7-6-8-16,10-12-2 0,-4-1-2 15,-6 3-14 1,-7-8-1-16,-4 2-11 0,-8-3-72 16,-12 1-62-1,-13 15-131-15,0-3-41 0</inkml:trace>
  <inkml:trace contextRef="#ctx0" brushRef="#br1" timeOffset="36523.78">25044 866 405 0,'0'0'150'0,"0"0"-122"0,0 0 22 15,0 0 107 1,0 0-113-16,0 0-41 15,50-18-3-15,-5 18 44 16,0 0-21-16,0 0-8 0,5 0-8 16,-10 0-2-16,-7 0-1 0,0 0-4 15,-20 3-4 1,-5 9-54-16,-8 3-73 0,0-9-153 16</inkml:trace>
  <inkml:trace contextRef="#ctx0" brushRef="#br1" timeOffset="36760.07">24987 1119 452 0,'0'0'138'16,"0"0"-138"-1,0 0-5-15,0 0 5 16,0 0 68-16,0 0 60 15,99 12-14-15,-42-12-50 0,0 0-21 16,5 0-12-16,-1 0-17 16,-15 0-9-1,-9 0-5-15,-12 0-37 16,-14 0-95-16,-11 0-169 0,0 0-139 16</inkml:trace>
  <inkml:trace contextRef="#ctx0" brushRef="#br1" timeOffset="37293.1">25738 1057 318 0,'0'0'171'0,"0"0"-118"15,0 0-36-15,0 0 96 31,0 0-17-31,0 0-10 16,0 0-36-16,20-34-16 0,-20 34-28 16,-4 0-4-16,0 0 7 15,-8 15-9-15,0 13 0 16,0 3 5-16,4 9-5 16,4 3-1-16,4 4 0 15,0-4-3-15,0 3 3 0,4 0 1 16,16-6 2-16,0 0-2 15,-3-2 0-15,-5-8 0 16,0-5 0-16,-3-4-7 16,-9-8 0-16,0-4-4 15,0-3-5-15,0 0-1 16,-17-2-41-16,-20-4 15 0,-8 0-39 0,0 0-97 16,24 0-120-1</inkml:trace>
  <inkml:trace contextRef="#ctx0" brushRef="#br1" timeOffset="37463.1">25590 1417 297 0,'0'0'138'0,"0"0"-81"15,0 0 62-15,132-27-16 16,-87 21-57-16,8 0-26 15,4 2-16-15,-11 1-4 16,-9 1-2-16,-33-2-88 0,-4 4-164 16</inkml:trace>
  <inkml:trace contextRef="#ctx0" brushRef="#br1" timeOffset="37781.41">26042 1310 478 0,'0'0'185'0,"0"0"-162"16,0 0-23-16,0 0 10 0,0 0-10 16,0 0-23-16,0 28 19 15,0-1 4-15,0 4 4 0,4 0-3 16,0 0 1-16,4-9 5 15,5-4 2-15,-9-3 4 16,8-5 13-16,0-7-6 0,5-1-1 16,4-2 9-1,3 0 3-15,-4 0 5 16,5 0-16 0,0-5-20-16,-9-14-37 15,-16 7-112-15,0-4-203 16</inkml:trace>
  <inkml:trace contextRef="#ctx0" brushRef="#br1" timeOffset="38112.11">26145 1023 415 0,'0'0'250'0,"0"0"-250"15,0 0-28-15,0 0 26 16,0 0-6-16,0 0-15 15,-54 22-45-15,54-4 26 16,0-5 27-16,0-1 5 16,0-3 6-1,0 0 3-15,4-2-1 0,0-4-7 16,5-3 9-16,-1 0 3 16,0 0-3-16,5 0 2 15,-9 0 3-15,0-7 51 0,-4-5 2 16,0-7-11-1,0-2-25-15,-4 6 8 16,-17-1-11-16,0 10 11 16,-3 3-4-16,-1 3-26 0,21 0-58 15,0 0-195-15</inkml:trace>
  <inkml:trace contextRef="#ctx0" brushRef="#br1" timeOffset="38566.43">26620 1119 645 0,'0'0'165'16,"0"0"-149"-16,0 0 34 15,0 0 54-15,0 0-93 16,0 0-11-16,0 0-28 15,132-3 28-15,-62 3 12 16,3-7-11-16,6 4 4 0,-2 3-1 16,-10-3-1-16,-14 3 1 31,-21 0 3-31,-11 0 8 16,-13 0-11-16,-8 0-3 0,0 0-1 0,0 0-5 15,0 0-30-15,-12 0-105 31,-1 0-172-31</inkml:trace>
  <inkml:trace contextRef="#ctx0" brushRef="#br1" timeOffset="39120.11">27647 832 376 0,'0'0'210'15,"0"0"-172"-15,0 0-15 0,0 0 101 0,0 0-50 16,0 0-37-16,-13-28-32 16,13 28-5-16,0 0-3 15,0 6-11-15,0 16-11 16,0 18 25-16,9 3 5 15,3 9 9-15,-4 4 1 16,1-1-9 0,-1 1 2-16,0-6-8 0,0-11 2 15,5-2 1 1,-1-12-1-16,-4-3-2 0,1-7 0 16,3-9 0-16,-4 0-15 15,4-2 13-15,8-4 2 16,9 0 2-16,4 0 3 15,9 0 20-15,-2-13-16 0,-3-9 3 16,5-5-8-16,-9-10-4 16,-5-6-85-16,-24 24-73 15,-4-2-180-15</inkml:trace>
  <inkml:trace contextRef="#ctx0" brushRef="#br1" timeOffset="39379.75">27742 681 389 0,'0'0'348'0,"0"0"-312"16,0 0-31-16,0 0 65 0,0 0 26 0,0 0-90 31,0 0 3-16,36-12-9-15,-7 12 18 0,0 0-16 0,4 0 0 0,0 0-2 16,-5 0-3-16,-7 0-30 16,-5 0-82-16,-16 15-31 15,0-6-58 1,0-3-57-16</inkml:trace>
  <inkml:trace contextRef="#ctx0" brushRef="#br1" timeOffset="39565.05">27638 992 557 0,'0'0'19'16,"0"0"-13"-16,140 0-3 15,-82-6 33-15,0 3 1 0,3 3-24 16,-3 0-13-16,-46 0-12 31,-4 0-269-31</inkml:trace>
  <inkml:trace contextRef="#ctx0" brushRef="#br1" timeOffset="40589.21">28348 896 427 0,'0'0'159'0,"0"0"-152"16,0 0 21-16,0 0 65 0,0 0-37 15,0 0-37-15,0 0-19 16,0-2-5-16,0 20 1 16,0 7 4-16,0 3 3 15,0-1 1-15,0 10 6 0,0 0-6 16,17 3 4-16,4 0 5 16,12 1-7-16,0-5-2 15,3 1 4-15,-3 1-7 16,-4-5 4-16,-4-2-3 15,-13-3-2-15,-3-6 2 16,-5-4-3-16,-4 0 2 16,0-2-2-1,-4-4 3-15,-25-5-2 16,-9 2 1-16,-6-6 5 16,-2-3 1-16,1 0-7 15,4 0 2-15,9 0-2 0,-1-3-15 16,8-13-38-16,4 1-26 15,21 6-120-15,0-1-162 16</inkml:trace>
  <inkml:trace contextRef="#ctx0" brushRef="#br1" timeOffset="40772.43">28250 1325 454 0,'0'0'238'0,"0"0"-220"31,0 0-10-31,0 0 132 16,0 0-48-16,0 0-90 16,0 0 13-16,79-24-15 0,-35 21 6 15,6-4-6 1,-5 7-39-16,4-6-53 16,-4 6-15-16,-36-3-55 15,-1 3-39-15</inkml:trace>
  <inkml:trace contextRef="#ctx0" brushRef="#br1" timeOffset="42207.87">28727 1211 478 0,'0'0'63'0,"0"0"-32"15,0 0 92-15,0 0-74 16,0 0-2-16,0 0-23 0,0-6-6 15,0 6-5-15,0 0 17 16,0 0-5 0,0 0-11-16,0 0-14 15,0 0-8-15,0 9-6 0,0 16-7 16,0 12 21 0,0 0 11-16,8 0-6 15,-4 3-1-15,4-9-4 16,1-4 2-16,-1-5 1 15,-4-4-2-15,0-11 2 16,0-1-1-16,-4-6-1 16,0 0 2-16,0 0 1 15,0 0 10-15,3 0 33 0,10-6 26 16,-9-16 4-16,8-3-40 16,1-2-35-16,-1-4 7 15,5 0-3-15,3-3-2 16,1 0-4-16,0 6 0 15,-2 4 0-15,2 2-1 16,-4 10 0 0,-1 3-2-16,-8 0-1 15,1 9 0-15,-9 0-1 0,4 0-1 16,0 15-5-16,4 19-14 16,1 6 10-16,3 0 15 15,0 3 4-15,1-6-1 16,2-3 0-16,-7-9-3 15,1-4-1-15,3-9-15 0,-12-12-88 16,0 0-166-16</inkml:trace>
  <inkml:trace contextRef="#ctx0" brushRef="#br1" timeOffset="45802.31">24215 2882 187 0,'0'0'106'16,"0"0"-45"-16,0 0-33 15,0 0 61-15,0 0-17 0,0 0-39 16,0 0-16-16,0 0 7 15,0 0 6-15,0 0 7 0,0 0-1 16,0 0-1-16,0 0-10 16,0 0-9-16,0 0-7 15,0 0-9 1,0 0-2-16,9 0-10 0,11 0 12 16,9 0 5-16,3 0 18 15,10 0-8-15,3 0 3 16,12 0-6-16,1 0 9 15,-1 0-6 1,-4-7 5-16,-7 7 17 16,-13 0-12-16,-18 0-15 15,-10 0-4-15,-5 0-6 16,0 0 1-16,0 0-4 16,0 0 3-16,0 0-5 15,-24 0-76-15,3 0-68 16,5 0-148-16</inkml:trace>
  <inkml:trace contextRef="#ctx0" brushRef="#br1" timeOffset="46117.97">24248 3113 191 0,'0'0'224'0,"0"0"-180"16,0 0-24-16,0 0 98 15,0 0-19 1,0 0-33-16,111 6-25 16,-57-12-4-16,7 0-10 15,9-1-2-15,3 2 16 16,-2-5-1-16,-15 7-5 0,-18 0-19 15,-18 3-6-15,-7 0-9 16,-13 0-1-16,0 0-33 16,0 0-58-16,0 0-68 15,-9 0-58-15,1 0-167 0</inkml:trace>
  <inkml:trace contextRef="#ctx0" brushRef="#br1" timeOffset="47239.08">25402 2441 321 0,'0'0'124'0,"0"0"-106"15,0 0 17 1,0 0 82-16,0 0-67 16,0 0-17-16,8-25-7 15,-8 25-1-15,0 0 7 0,0 0-3 16,0 0-16 0,0 0-13-16,0 0 0 15,0 13-11 1,0 9 0-16,0 11 11 15,4 14 22-15,0 2-8 0,0 0-2 16,1 7-4 0,-1-10-4-16,-4-3 1 0,4-9 2 15,-1-10-3-15,-3-5 9 16,4-7 7-16,-4-12 1 0,0 3-4 16,4-3-4-16,-4 0 7 15,0 0 4-15,4 0 0 16,-4 0 19-16,0 0 4 15,9-9-8-15,-1-6-6 16,8-10-11-16,-3-9-19 16,8 0 7-16,-1-9-4 0,5-6-2 31,-1-1 3-31,5-5-7 16,4 3-3-16,-4 5 2 0,0 10 0 0,-6 13 0 15,-6 5 1-15,-5 7-3 16,-3 6 1-16,-5 3-1 15,-4 3-3 1,0 0-22-16,0 0-28 0,0 6-46 16,-8 12-91-16,-1-5-220 15,-3-4-15-15</inkml:trace>
  <inkml:trace contextRef="#ctx0" brushRef="#br1" timeOffset="47593.36">25660 2617 559 0,'0'0'125'16,"0"0"-104"-16,0 0 101 0,0 0-14 15,0 0-57 1,0 0-32-16,0 12-4 0,0-6-15 31,0 7-6-31,17 8 6 16,3 7 0-16,5 0 13 15,7 3-3-15,1-4 2 0,5 4 7 16,-1-3 1-16,-5-7-1 16,-7-2-8-16,-9-4 1 15,-3-9-5-15,-5 1-1 16,-4-4-3-16,-4-3-1 0,0 0 2 16,0 0-3-16,0 0 0 15,0 0 0-15,0 0-1 16,0 0-1-16,0 0-48 15,0 0-72-15,0 0-107 16,0-10-251-16</inkml:trace>
  <inkml:trace contextRef="#ctx0" brushRef="#br1" timeOffset="47910.11">26133 2380 469 0,'0'0'117'0,"0"0"-103"16,0 0 69-16,0 0 19 15,0 0 0-15,0 0-23 0,16-47-36 16,-16 50-43-16,0 25-4 16,0 15 4-16,0 6 0 15,0 4 43-15,4 2-33 16,0-5-7-16,4-1 3 0,4-3-3 15,0-12-2-15,-3 0 0 16,-1-12 2-16,4-7-1 31,-8-6-2-31,1-5-2 0,3-1 1 0,-8-3 1 16,4 0-17-16,-4 0-66 31,0 0-81-31,0-13-44 0</inkml:trace>
  <inkml:trace contextRef="#ctx0" brushRef="#br1" timeOffset="48194.08">25972 2305 599 0,'0'0'76'16,"0"0"-75"-16,0 0 35 15,0 0 46-15,0 0-36 16,0 0 8-16,148-39 9 31,-87 32-12-31,9-2-12 0,8 3 6 16,5 0-3-16,-10-1-16 16,-15 4-4-16,-21 1-1 0,-17 2-11 15,-16 0-10-15,-4 0-3 16,0 0-12-16,-12 0-73 15,-4 0-85-15,-5 5-122 16</inkml:trace>
  <inkml:trace contextRef="#ctx0" brushRef="#br1" timeOffset="49126.18">25377 3033 345 0,'0'0'147'16,"0"0"-125"-1,0 0 7 1,0 0 73-16,0 0-22 0,0 0-10 15,160 0-9-15,-95 0-21 16,18 0 6-16,11-3-8 16,8 0-4-16,6 3-11 15,2 0-4-15,1 0-3 16,4 0-7-16,-4 0-1 0,-12 0-5 16,-18 0 1-16,-15 0-4 15,-20 0 2-15,-22 0 1 16,-12 0-3-16,-12 0 0 15,0 0-1-15,0 0 1 16,-12 0 0-16,-12 0-17 16,-9 0-54-16,12 0-153 15,0 0-92 1</inkml:trace>
  <inkml:trace contextRef="#ctx0" brushRef="#br1" timeOffset="50144.93">25906 3323 488 0,'0'0'129'0,"0"0"-107"16,0 0 61-16,0 0 61 0,0 0-85 16,0 0-12-16,0 0-6 15,25-81-8-15,-33 72-18 16,-9 6 10-16,1 0-16 15,-12 3-9-15,-9 0-1 16,-1 0 0-16,-3 12-1 0,5 10 0 31,7-1 1-31,0 4 1 16,12 0-4-16,5-1 0 16,4 4 3-16,8-3-5 0,0-3 3 15,0-4-6-15,8-5 3 16,4-11 5-16,9-2-5 15,0 0 6-15,4 0 0 16,2-6 3-16,-2-15 1 0,4-4-1 16,4 1 3-16,-4-4-2 15,-1 0-1-15,1 0 1 16,-8 6 12-16,-5 7-14 16,-7 6 11-16,-5 3 1 15,-4 6-1-15,4 0 3 16,-4 0-9-1,0 0-7-15,0 6-5 16,0 18-6-16,4 11 11 16,0 1 2-16,4 7 2 15,1 10-1-15,-1 9-3 16,0-4 0-16,-4 4 0 0,0-6-38 0,1-7 38 16,-1-9 1-1,-4-9 1-15,3-10-2 16,-3-11-1-16,0-5 1 15,4-5 0-15,0 0 1 0,0 0 1 16,-4 0 12-16,4 0 22 16,5-15 7-16,3-10-13 15,5-15-14-15,-1-3 0 16,5-12-7-16,4-13-6 0,3-9 2 16,-4 6-3-16,1 0-2 31,0 18-1-31,0 14 1 15,-1 11 3-15,-11 9 0 0,-5 7 12 0,-8 6-10 32,0 6-2-32,0 0-3 15,0 0-2-15,0 0-31 0,0 0-34 16,0 0-54-16,0 0-165 16,0 0-172-16</inkml:trace>
  <inkml:trace contextRef="#ctx0" brushRef="#br1" timeOffset="51564.38">27084 3005 100 0,'0'0'262'0,"0"0"-217"0,0 0-19 16,0 0 73-16,0 0-50 15,0 0-7-15,0 3 11 16,5-3 13-16,-5 0 2 16,4 0-5-16,0 0-1 15,8-6-21-15,-3-6-25 0,7-4 11 16,5-8-12-1,4-1-8-15,-6-6 6 16,6-3 8 0,-4-6-6-16,3-3-4 0,-3-3 0 15,-8-4 6-15,-1-2-16 16,-12 6 16-16,0-6-17 16,0 8 1-16,0 8-2 15,0 1 1-15,-8 11 0 0,-5 8 1 16,5 7-1-16,0 6-3 15,-1 0-9-15,5 3 2 16,-4 0 7-16,-4 9-5 16,3 25-1-16,-7 13 4 15,-1 8 1-15,5 9 2 16,4 7-1 0,5-3 2-16,3-3 1 15,0-9-3-15,0-4 2 0,15-12-3 16,6-9-1-1,8-10 1-15,4-8-4 16,0-7 1-16,3-6 7 16,5 0 8-16,5 0-2 0,-9 0-6 15,-5-16-4-15,1-5-7 0,0-7 6 16,-8-3 4 0,-1-3 0-16,-4 1 1 0,-7-1 0 15,-5 6 4-15,-4-3-3 16,0 10 6-16,-4 8 9 15,0 4-7-15,0 9-4 16,0 0-5-16,0 0-8 0,0 0-7 16,0 22 2-16,0 18 2 15,-4 6 11-15,0 0 0 16,4-3 0-16,0 0-5 16,0-9 2-16,0-6 0 15,0-10 3-15,4-5-4 16,5-10-3-1,-5-3 6-15,0 0 0 16,0 0-5-16,4 0 6 0,5-9 7 16,3-13 22-1,1-9-3-15,-1 0-7 16,0-6-1-16,4 0-4 16,5 1-7-16,-8 1-7 0,-1 11 2 15,-7 5-2-15,-1 7 5 0,-4 6-3 16,0 3-1-16,-4 3 2 15,0 0-1-15,0 0-2 16,4 6-12-16,4 16-18 16,1 11 25-16,3 8 5 15,-5-5 7-15,2 1-4 16,3-6-3 0,-4 0 2-16,1-6-2 15,3-7-13-15,-4-5-67 16,-4-7-52-16,1-6-135 15,-5 0-198-15</inkml:trace>
  <inkml:trace contextRef="#ctx0" brushRef="#br1" timeOffset="52133.03">28488 2250 541 0,'0'0'14'0,"0"0"12"16,0 0-22-16,0 0 70 15,0 0-15 1,0 0-6-16,0 0 13 0,4-19 3 0,-4 19-23 16,0 0-7-16,0 0-4 15,0 0-21-15,-4 0-10 16,-11 13-2-16,-10 14-2 0,0 14 5 15,-4 8-4-15,0 16 0 16,5 12 5-16,-5 9-4 16,9 6 5-16,3 1-5 15,9-4-1-15,8-8-1 16,0-8-1 0,12-5-1-16,21-6 0 15,12-7-1-15,4-8 3 16,5-14 2-16,3-5 4 15,1-18-1-15,-9-5 1 16,0-5 4-16,-3 0-6 16,-13 0-4-16,-9-5-6 15,-12-17-27-15,-12-6-70 0,0 7-50 16,-9 2-220-16</inkml:trace>
  <inkml:trace contextRef="#ctx0" brushRef="#br1" timeOffset="53037.87">28702 2312 583 0,'0'0'65'0,"0"0"-42"15,0 0 46-15,0 0-8 0,0 0-38 0,0 0-23 31,0 9-17-31,0 19-7 16,0 12 24-16,0 12 32 16,0 3-7-16,0 4-17 0,4-4-2 15,-4-5 2-15,8-13-1 16,-3-9-3 0,-1-7-4-16,0-11 12 0,-4-4 1 15,4-6-5-15,0 0 1 16,0 0 0-16,4-13 56 15,9-11 18-15,3-16-20 16,0 0-60-16,9-10-3 16,4-6 2-16,-4-2-2 15,-4 0-2-15,3 5-7 0,-16 13-5 16,9 9 4-16,-17 13 3 16,4 8 9-16,-8 10-2 0,0 0 13 15,0 0-13-15,0 0-3 16,0 16-18-16,0 21-15 15,0 15 36-15,0 4 2 32,5 3 0-32,3-1 1 0,0 0-2 15,9-8 1-15,-5-13-2 16,0-6 0-16,-3-13 0 16,2-5 2-16,-3-7-2 15,1-4 0-15,-1-2 0 16,4 0 0-16,1-2 12 15,7-23 1-15,1-3 2 0,0-6-12 16,-5 0-1-16,0 3-1 16,0 4-1-16,-7 11-8 15,-5 7 8-15,-4 9 1 16,0 0 5-16,0 0 1 16,0 0-7-16,0 16-24 0,0 11-2 31,0 4 26-31,0 0 6 15,0-9-6-15,8 2 1 16,8-12-1-16,-3 1-1 0,-1-7 1 16,5-3 3-16,-9-3 1 15,9 0-3-15,-9 0 2 16,4 0 6-16,0-18-9 16,4-4-29-16,-3-6-54 0,-5-9-76 15,4-6-38-15,-12 25-73 16</inkml:trace>
  <inkml:trace contextRef="#ctx0" brushRef="#br1" timeOffset="53425.61">29281 2130 533 0,'0'0'83'0,"0"0"-69"16,0 0 69 0,0 0 17-16,0 0-56 15,0 0-41 1,0 0-3-16,-17 30-13 0,13 5 13 16,4-8 3-16,0 1-3 15,0-12 1-15,0-4 0 0,0-3 1 16,8-6-2-1,1-3 2-15,-1 0 12 0,4 0 22 16,5-16 16-16,-5-8 14 16,1 0-41-16,-9 2-6 15,-4 3-4-15,0 7-9 0,0-1-5 16,0 10-1-16,-13 3-19 16,-3 0-76-16,3 0-110 15,1 0-115 1</inkml:trace>
  <inkml:trace contextRef="#ctx0" brushRef="#br1" timeOffset="54256.25">28485 2851 45 0,'0'0'353'0,"0"0"-353"16,0 0 1-16,0 0 13 15,0 0 52-15,119 0-31 16,-54 0-6-16,13 0-3 16,8 3-11-1,12-3 27-15,2 6 19 16,-2-6-13-16,8 3 0 16,-2-3 7-16,-6 3 2 0,-12-3-30 15,-24 0 2-15,-17 0-15 16,-24 0-1-16,-14 0-9 15,-7 0 0-15,0 0 0 0,0 0 3 16,-4 0 1 0,-16 0-8-16,-9 0-86 15,-4 4-103-15,17-1-79 16,3-3-96-16</inkml:trace>
  <inkml:trace contextRef="#ctx0" brushRef="#br1" timeOffset="54641.21">28936 3060 307 0,'0'0'207'0,"0"0"-136"15,0 0-1-15,0 0 42 0,0 0-36 16,0 0-56 0,-5 13-20-16,5 14-5 0,0 8 5 15,0 1 9-15,0 2 1 16,0-8-8-16,0 1 1 0,0-9 0 15,0-7 0 1,0-5 1-16,5-4-4 0,-1-4 0 16,-4-2 0-16,0 0 0 15,4 0-4 1,-4-18-59 0,0 3-65-16,0-4-190 0</inkml:trace>
  <inkml:trace contextRef="#ctx0" brushRef="#br1" timeOffset="55081.3">28952 3012 182 0,'0'0'285'16,"0"0"-75"-16,0 0-107 0,0 0 1 15,0 0-31-15,0 0-70 16,62 15 0 0,-33 15 5-16,11 5 1 15,-2-4-2-15,11 2 1 16,-4-5-5-16,-8-6 4 0,0-4-2 15,-16-9-3-15,-5-3-2 0,-3-3 0 16,-9-3-9-16,-4 0-23 16,0 0-28-16,0-15 23 0,0-10-61 15,0-6-20 17,-4-2 70-32,-9-5 48 0,5-2 8 0,8 7 12 15,-4 5-11 1,0 10 27-16,4 8 18 0,-4 7 58 15,-1 3-16-15,5 0 0 0,-4 0-54 16,0 0-42-16,0 25-12 16,-4 9 8-16,-1 6 4 31,5 0 11-31,0 3-7 0,-4 0-3 16,8-3 1-1,0-3-1-15,0-9-1 0,0-6 4 16,0-10-4-16,0 0-1 15,4-6-43-15,4-6-68 16,-8 0-136-16,0 0-353 16</inkml:trace>
  <inkml:trace contextRef="#ctx0" brushRef="#br1" timeOffset="55403.01">29474 3076 558 0,'0'0'157'0,"0"0"-140"16,0 0 46-16,0 0 14 15,0 0-58-15,0 0-19 0,0 31-10 16,0 3 10-16,0 6 16 15,0 0-7-15,0 0 2 16,0-6-6-16,4-9 3 0,0-4-4 16,-4-6-1-16,4-5-3 15,5-4 0-15,-5-6-2 16,0 0 0 0,-1 0-75-16,-3-6-120 0,4-10-78 15</inkml:trace>
  <inkml:trace contextRef="#ctx0" brushRef="#br1" timeOffset="55703.02">29527 3052 210 0,'0'0'423'0,"0"0"-369"0,0 0-16 16,0 0 81-16,0 0-54 0,0 0-26 15,8-22-34-15,9 28-5 16,7 18 0-16,5 8 2 15,0 1 1-15,-1 8 4 16,-3-1-1-16,0 0 5 16,-13-6 4-1,-4-4-12-15,-3-11-1 16,-5-4 2-16,0-3 3 16,0 1 11-16,0-7-1 15,-13 0-12-15,-3-3 2 16,-9 1-7-16,0-4-4 15,10 0-97-15,6 0-157 16,9-7-276-16</inkml:trace>
  <inkml:trace contextRef="#ctx0" brushRef="#br1" timeOffset="56410.39">29654 2084 282 0,'0'0'136'16,"0"0"-96"-16,0 0 68 15,0 0-20-15,0 0-32 0,0 0-10 16,0 0 8-16,-3-10-21 15,3 10-10-15,0 0-2 16,0 0-4-16,19 0 3 16,6 10 22-16,4 8-8 15,8 4-11-15,0 11-13 0,12 8 1 16,5 14 5-16,-1 10-9 16,9 15-2-16,-4 13 5 15,-6 14-2-15,2 7-2 16,-17 4-1-16,-13 2-1 15,-20-3 0-15,-4-13-3 16,0-5-1 0,-36-19 2-16,-5-11-1 15,-17-17-1-15,5-9 4 0,-1-9 0 16,17-16-2 0,5-9 5-16,11-9-4 15,9 0-3-15,12-6-78 16,0-18-236-16</inkml:trace>
  <inkml:trace contextRef="#ctx0" brushRef="#br2" timeOffset="82365.56">25332 3751 126 0,'0'0'53'0,"0"0"-46"16,0 0 46-16,0 0 37 15,0 0-50-15,0 0 1 16,0 0 1-16,0 0-5 0,0-3-2 15,0 3-3-15,0 0-6 16,0 0 1-16,0 0 4 16,0 0 0-16,0 0-7 15,0 0-6-15,0 0-7 16,0 0-3-16,0 0-5 16,0 0-1-1,0 0-1-15,0 0-2 0,0 0 2 16,0 15 1-16,0 4 9 15,0 2-3-15,0 4 0 16,0 3 3-16,0 0-11 16,0 2 6-16,0-2 7 15,0 0-12-15,4 3 1 16,4-4 2-16,-4-2-4 0,4-3 5 16,1-1-5-16,-1-2 0 15,0-7 1-15,0 0-1 16,1-5-5-16,-1-1 5 15,-4-3 0-15,4 0 7 16,-4-3-5-16,5 3-1 16,-5-3 9-16,-1 0-7 0,5 0 5 15,1 0 0-15,-1 0 2 0,4-6 0 16,5-3-10 0,-5-3 6-16,9-1 2 0,-5 1-6 15,5 2 3-15,-9-2-2 16,8 3 0-16,-3-1 7 31,3 8-10-31,-3-8 3 0,-5 7 2 16,5 0-3-16,-1 0-1 15,1 3 0-15,-1 0 0 16,-4 0-1-16,4 0-1 16,-3 0 1-16,3 0-2 15,-3 6 2-15,3 7 10 16,1 2-1-16,3 3-5 0,4 4 2 15,1 0-6-15,0-1 0 16,0 1 7-16,3-1-7 16,-7 1 1-16,3-3-1 15,-8-1 2-15,-7-3-2 16,3-3 1-16,-8-2 1 0,-4-1 3 31,4 0-4-31,-4-2 8 16,0-1 6-16,5-3-2 0,-5 0-5 15,4-3-6-15,-4 3 0 16,0-3 4-16,0 0-1 16,0 0 15-16,0 0 6 15,0 0-1-15,4 0 4 16,-4 0-10-16,4 0 1 0,-4 0 1 16,4 0-11-16,-4 0 4 15,0 0-4-15,4-6-1 0,4-3-3 16,1-7-6-1,-1-3 0-15,9-2 2 0,-5-7-1 16,4 1 0-16,0 2-1 31,1-6 0-31,3 4 0 16,-3 2-3-16,3-3 3 16,-3 3 3-16,-1 7-3 15,1-4 1-15,3 7-1 16,4-4 0-16,10 1 0 15,-1-4-2-15,8 7 2 0,-1-3 0 16,2 5 0-16,-5 1 0 16,-5 2 0-16,-3 4 0 0,-9 3-1 15,1 3-2 1,-4 0 2-16,-5 0-4 0,-4 0 5 16,-4 0-2-16,5 6 0 15,-1 1 2-15,4 5 0 16,-4-3 0-1,4 6 0-15,0-2 1 0,5 2-1 16,-9-2 1-16,5-1-1 16,-1-3 1-16,-4-3-1 15,1 4 0-15,-5-7 0 16,4 3 0-16,-4-3 0 16,0 0 0-16,0-3 1 15,-4 0 1-15,0 0 3 0,0 0-3 16,0 0 3-16,5 0 10 15,3 0 7-15,3-12-3 16,6-13-1-16,-1 3-4 0,-3-9 7 16,3-8-9-1,1-5 0-15,-1-8-1 0,1 2-10 32,-9 5 11-32,0 7 8 15,1 7-6-15,-9 10-8 16,4 2-6-16,-4 10 0 0,0 6 1 15,0 0-1-15,0 3-2 16,0 0-20-16,0 0-30 16,0 0-15-16,0 3-58 15,0 4-178-15,-4 5-117 0</inkml:trace>
  <inkml:trace contextRef="#ctx0" brushRef="#br2" timeOffset="84065.99">24958 4571 40 0,'0'0'146'0,"0"0"-116"15,0 0 9-15,0 0 40 16,0 0 0-16,0 0-24 16,0 0 19-16,-29-46-9 15,29 46-15-15,0 0-8 0,0 0-15 0,0 0-7 16,0 0 2-1,0 0-8-15,0 0 3 16,0 0 0-16,0 0-14 16,0 12 10-16,0 10 25 0,0 3-13 15,0 8-4-15,13 5-13 16,-5-2 2 0,0 4 8-16,5 0-11 15,-1-2 3-15,1-2-5 16,-2-5-3-16,-3-9 4 15,1-4-2-15,-5-11-4 16,0-1 10-16,-4-3-7 16,4-3 31-16,-4 0-12 15,0 0-2-15,0 0 15 0,4 0 3 16,0 0 1-16,4-16 1 16,5-11-11-16,3-10-9 15,-3-10-8-15,7-5-1 16,-3-1-7-16,3 4-2 15,-8 3-2-15,5 9 1 16,-5 6 1-16,0 3 2 0,-3 4-4 0,-1 5 0 16,4 4-2-1,-8 3-2-15,1 5-1 16,-1 5 5-16,-4 2-21 16,0 0-22-16,0 0-38 0,0 0-55 15,0 12-65-15,0-3-87 31,0 3 8-31</inkml:trace>
  <inkml:trace contextRef="#ctx0" brushRef="#br2" timeOffset="84343.85">25266 4762 391 0,'0'0'90'0,"0"0"-89"16,0 0 76-16,0 0-4 15,0 0 25-15,0 0-48 16,0 0 13-16,28 108-30 16,-24-86 15-16,1-7-31 15,-1 1 3-15,0-1 4 16,-4-3-21 0,4 1 1-16,-4-8 2 0,4-1-5 15,-4-1-1 1,4 0-1-16,-4-3 1 15,0 0-1-15,0 0-62 16,4 0-41-16,-4 0-20 0,0 0-114 16</inkml:trace>
  <inkml:trace contextRef="#ctx0" brushRef="#br2" timeOffset="84597.67">25209 4759 501 0,'0'0'201'0,"0"0"-176"16,0 0 24-16,0 0 128 0,0 0-111 16,0 0-66-16,-17-16-6 15,21 14 6-15,17-1 12 16,8-4 1-16,12 1 2 16,4 0-10-16,0 0-4 31,-4 3-1-31,-13 0 0 15,-7 3-1-15,-9 0-28 0,-12 0-56 0,0 0-70 16,0 0-34-16,0 0-37 16</inkml:trace>
  <inkml:trace contextRef="#ctx0" brushRef="#br2" timeOffset="84906.96">25562 4700 590 0,'0'0'142'15,"0"0"-129"-15,0 0 52 16,0 0 24-16,0 0-64 0,0 0-22 15,0 0 3-15,90-5 6 16,-57-2-11-16,4 4 0 16,-9 0-1-16,1 3-1 15,-8 0-3-15,-9 0-38 0,-4 0-43 32,-8 0-16-32,0 9-39 0,0-5-63 15,-4 1 43-15</inkml:trace>
  <inkml:trace contextRef="#ctx0" brushRef="#br2" timeOffset="85121.24">25627 4842 219 0,'0'0'225'0,"0"0"-166"16,0 0-17-16,0 0 125 15,0 0-63-15,0 0-68 16,0 0-21-16,-4 13 37 15,29-13-2-15,8 0-6 16,4 0-17-16,-1-3-16 0,1-4-9 16,1 1-2-16,-5 3-9 15,-9 3-75-15,-24 0-106 0,0 0-123 16</inkml:trace>
  <inkml:trace contextRef="#ctx0" brushRef="#br2" timeOffset="85473.59">26289 4559 347 0,'0'0'142'16,"0"0"-126"-16,0 0-5 15,0 0 31-15,0 0-42 16,0 0-24-16,-9-19-5 15,9 19-11-15,0 0 1 16,-4 0 20-16,4 0-47 16,-4 0 5-16,4 0-8 0,0 0-115 15</inkml:trace>
  <inkml:trace contextRef="#ctx0" brushRef="#br2" timeOffset="85737.12">26289 4559 136 0,'-17'3'111'15,"17"-3"-63"-15,0 0-4 16,0 0 33-16,0 3-39 0,0-3-24 16,0 0-12-16,0 0-1 15,0 0-1-15,0 0 4 16,0 0-1-16,0 0 4 16,0 0 11-16,0 0-4 15,0 0 1-15,0 0-3 16,0 0-8-1,0 0 0-15,0 0-4 16,0 0-3-16,0 0-15 16,0 0-78-16,0 0-39 15,0 0-114-15</inkml:trace>
  <inkml:trace contextRef="#ctx0" brushRef="#br2" timeOffset="86555.45">25496 4655 253 0,'0'0'97'16,"0"0"-87"-16,0 0 18 31,0 0 63-31,0 0-40 15,0 0-12-15,0-4 3 0,0 4-4 16,0 0 9-16,0 0 12 16,0 0 5-16,0-3-9 15,0 0-9-15,0 0-3 16,0-3-8-16,0-3-20 16,8-1-7-16,5-2 0 15,3 3-4-15,-4-7 2 0,5 7-6 16,0-3 0-16,-2-4 6 0,-3 10-6 15,5-6 5-15,-9 9-4 16,-4-1 3 0,-4 4 0-16,0 0-4 15,0 0 0-15,5 0-5 0,-1 7-2 16,4 11 7 0,-4 7 0-16,4 0 0 15,5-7 1-15,-9 1-1 16,4-7 0-16,-4-9-1 0,0 0 3 15,1 0-2-15,-1-3 2 16,4 0 7 0,4-3 35-16,0-15-6 15,8-7-11-15,-3 0-9 0,-1-2-13 16,1 8-5-16,-5 1 0 16,-7 8-3-16,-5 7-29 15,0 3-59-15,0 0-90 16,0 0-220-16</inkml:trace>
  <inkml:trace contextRef="#ctx0" brushRef="#br2" timeOffset="87458.14">26189 4546 236 0,'0'0'74'16,"0"0"-9"-16,0 0 82 16,0 0-56-16,0 0-24 15,0 0 14-15,0 0 0 16,-24-6-17-16,24 6-7 16,0 0-14-16,0 0-9 15,0 0-8-15,0-3-26 16,0 0-3-16,4-3 2 15,8 0 1-15,13 0 1 16,4 3-1 0,8-4 1-16,-1 7 2 0,1 0-3 15,1 0 0 1,3 0 0-16,-12 0 0 0,-5 0-6 16,-8 7 0-16,-7 5 2 15,-9 6-13-15,0 4 17 16,-13 6 1-16,-20-1 1 15,-7 4 2-15,-10 0-2 0,9-3-1 16,0-7 4-16,13-5-5 16,11-7 2-16,9-3-2 15,8-2-1-15,0-4 0 16,0 0-2-16,0 0-5 16,0 0 3-16,0 0 0 0,0 0 5 31,4 0 0-31,17 0 10 15,12 0 9-15,3 0 1 16,5 0-14-16,13 0-4 16,-6-4 0-16,-2 1 5 15,-5 0-6-15,-16 3-1 16,-13 0 2-16,-7 0-2 16,-5 0 0-16,0 0 5 0,0 0 1 0,0 0-1 15,0 0-3-15,0 0-1 16,0 0-1-16,0 0-36 15,0 0-42 1,0 0-83-16,0 0-130 0,0 0-161 16</inkml:trace>
  <inkml:trace contextRef="#ctx0" brushRef="#br2" timeOffset="89721.08">26715 4500 310 0,'0'0'102'0,"0"0"-74"15,0 0 70-15,0 0-21 16,0 0-33-16,0 0 9 0,9-9-2 16,-9 6 0-16,0 3-1 15,0 0 6 1,0 0-10-16,0 0-13 0,0 0-7 15,0 0-15-15,0 0 4 0,0 0-4 16,0 0-11-16,0 0-5 31,0 0-2-31,4 12 7 16,0 6 6-16,-4 4-5 16,0 3 0-16,4-4 2 15,0-2-1-15,-4-7 1 16,4 1-3-16,-4-10 1 0,0-3 0 15,0 0-1-15,4 0 4 16,-4 0 4-16,4 0-1 16,8 0 1-16,0 0-2 0,9-3-4 15,4-7-2 1,0 4-2-16,0 3-26 0,-2 3 12 16,-6 0 2-16,-5 0-2 15,-3 0 6-15,-5 9-9 16,4 13 5-16,-4 3 13 15,-4-4 1-15,0 4 3 16,4-7-1-16,-4-2 4 16,0-4-5-16,0-3-1 0,0 1 0 15,0-1 1-15,-12 0 17 16,-17 0 4-16,1 0-6 31,-5-2-9-31,0-4-2 0,-4 0-3 16,8-3 0-1,9 0-2-15,-1 0-1 0,5 0-9 16,8 0-48-16,3-13-142 16,5 4-82-16</inkml:trace>
  <inkml:trace contextRef="#ctx0" brushRef="#br2" timeOffset="89983.73">26744 4454 581 0,'0'0'103'15,"0"0"-95"-15,0 0 65 16,0 0 9-16,0 0-75 16,0 0-2-1,0 0-3-15,128-28 2 16,-88 28-1-16,5-3 21 15,-3 0 7-15,-6 3-22 16,-11 0-7-16,-9 0-2 0,-8 0-44 16,-8 0-115-16,0 0-191 15</inkml:trace>
  <inkml:trace contextRef="#ctx0" brushRef="#br2" timeOffset="90793.24">27159 4611 461 0,'0'0'193'15,"0"0"-181"1,0 0 4-16,0 0 78 0,0 0-66 16,0 0-27-16,8 0-1 15,-4 6-12-15,0 13 12 16,1 2 22-16,-2 4-15 16,-3 3 1-16,4-7-5 15,0-5-3-15,0-4 4 16,-4-5-4-16,4-2 2 0,-4-5 1 15,0 0 10-15,0 0 20 16,4 0 10-16,-4 0 21 16,4-3-2-16,5-12-40 15,-1-7-19-15,4-2 1 16,-3-4-3-16,-1 0-2 0,0 1 1 31,0 2-1-31,1 12-1 16,-5 4-1-16,-4 3 1 15,4 6 2-15,-4 0-3 0,0 0 0 16,0 0-8 0,0 0-5-16,8 0-5 0,-4 18 15 15,9 4 5-15,-1 6 1 16,0-3-2-16,-4 2 0 0,0 1-2 16,-4-9 2-16,5-7 1 15,-5-3 0-15,-4-9 1 16,0 0 1-16,0 0 3 15,0 0 11-15,4 0 16 16,0 0 6-16,0-16-14 16,8-8-23-1,1 3 1-15,-1-4 2 16,1 0-2-16,-5 7-2 16,0 5 1-16,-4 4 0 15,0 6 0-15,-4 3-1 16,0 0-2-16,0 0-2 15,0 0-12-15,5 3-6 16,3 19 23-16,-4-1 0 0,7 4 2 16,2 3-2-16,-5-7 0 15,0 1 0-15,1-3-8 0,-5-7-18 16,-4-3-9-16,0-3-29 16,0-3-34-16,0-3-114 15,0 0-3-15,0 0-168 16</inkml:trace>
  <inkml:trace contextRef="#ctx0" brushRef="#br2" timeOffset="91309.87">27524 4364 59 0,'0'0'562'0,"0"0"-548"15,0 0-4-15,0 0 95 16,0 0-49-16,0 0-22 16,0-49-7-16,0 49 7 15,0 0-2-15,0 0-8 0,0 9-17 16,4 16 25-16,4 6-7 16,9 3-14-16,-1 6-8 15,5 0 3-15,0 0-3 0,-2 3-1 16,2-3-2-16,-5-2 0 15,-3-5 2-15,-5-5-2 16,0-9 0-16,1-4 2 31,-5-9-2-31,0-3 1 0,-4-3 1 16,4 0 8-16,0 0 32 16,-4 0-2-16,4-12 0 15,5-10 1-15,3-12-26 16,3-9 0-16,2-6 10 15,-5-7-23-15,9-9 7 16,0 4-9-16,-1-1 0 0,-3 13 2 16,-5 9 3-16,-3 12 22 15,-1 16-7-15,-4-1-2 16,-4 10-9-16,4 3-9 16,-4 0-7-16,0 0-4 15,0 0-59-15,0 10-49 0,0 2-93 16,0-3-290-16</inkml:trace>
  <inkml:trace contextRef="#ctx0" brushRef="#br2" timeOffset="99116.84">29445 3668 131 0,'0'0'45'15,"0"0"-39"-15,0 0-2 16,0 0 6-16,0 0-6 15,0 0-4-15,0 0 14 16,0 0 7-16,0 0 1 0,8-6 7 16,-8 3-7-16,0 3 3 15,0 0 5-15,0 0-1 0,0 0 5 16,0 0 2-16,5 0-14 16,-5 0 4-1,0 0 2-15,0-3 2 16,0 3-2-16,0 0-5 15,0 0 0-15,0 0-6 16,0 0 0-16,0 0-2 16,4 0-7-16,0 0-3 15,-4 0 6-15,4 9 9 16,4 15 3-16,-4 4-5 16,9 9-5-16,-5 7 4 15,-1 8 4-15,6 0 6 0,-5 3-14 16,4 1-2-1,-3-6 1-15,-5-4-2 0,0-6 10 0,-4-9-2 16,4-10-5-16,-4-9-7 16,4-5 3-16,-4-4-3 15,4-3 3-15,-4 0 1 16,0 0 1-16,0 0 7 16,0 0-11-16,0-3-7 15,0-10-6-15,4-2-59 0,-4-3-6 16,0-1-17-16,0 3-14 15,0-2-8-15,-16 3 4 16,-1-1 0-16,-3 1 31 16,0-1 52-1,-5 4 14-15,5 0 9 16,3 0 17-16,0 2 43 16,9 4-11-16,4 0 33 15,4 0 26-15,0 6-25 16,0 0-47-16,0 0-19 15,0 0 0-15,0 0 20 16,0 0-6-16,0 0-18 0,0 0-7 16,0 21 27-16,17 10 23 15,3-3-26-15,1 6-8 16,-5 3-10-16,4-9-12 16,1-1 2-16,-9-5 2 0,5-7-3 15,-9-5 2-15,0-5-3 16,-4-1 5-1,-4-4 15 1,4 0 5-16,-4 0 13 16,5 0 12-16,7-4-6 0,0-17-13 15,13-13-15-15,-1-6-9 16,5-6 5-16,0-7-10 16,8 4 1-16,-8 6-1 15,-1 3 0-15,-7 12 3 0,-5 10-4 16,-8 5 2-16,-3 10-3 15,-5 3 0-15,0 0-4 16,0 0-36-16,-17 0-77 16,0 9-157-16,1 4-385 15</inkml:trace>
  <inkml:trace contextRef="#ctx0" brushRef="#br2" timeOffset="103677.97">28969 4482 99 0,'0'0'24'0,"0"0"-11"15,0 0 4-15,0 0-9 16,0 0-2-16,0 0-4 16,0 0 0-16,0 0-2 15,-9 0-13-15,5 0-16 16,4 0-100-16</inkml:trace>
  <inkml:trace contextRef="#ctx0" brushRef="#br2" timeOffset="103997.49">28969 4482 67 0</inkml:trace>
  <inkml:trace contextRef="#ctx0" brushRef="#br2" timeOffset="104128.87">28969 4482 67 0,'-21'36'42'0,"21"-36"-42"0,0 0 0 0,0 0 15 15,0 0 27-15,0 0-21 31,0 0-19-31,0-2-1 0,0-1 0 0,0 3 0 16,0-7-1-16,0 4-11 16,0 3-8-1,0 0 15-15,0 0-6 0,0 0 2 16,0 0-41-16,0 0-42 16</inkml:trace>
  <inkml:trace contextRef="#ctx0" brushRef="#br2" timeOffset="104737.46">28936 4503 226 0,'0'0'22'0,"0"0"-22"16,0 0 73-16,0 0 5 15,0 0-58-15,0 0 23 16,-5-18 16-16,5 15 9 15,0 3-4-15,0-4-5 16,0 4-4 0,0 0-11-16,0 0-15 15,0 0-4-15,0 0-14 16,0 0-11-16,0 0-1 16,0 0 1-16,0 0 7 15,0 13 7-15,0 5-12 0,0 4 12 16,0 6-10-16,0 6 2 15,0 6 3-15,0 3 1 16,0 3-6-16,5-2 3 16,-1-1-6-16,4-7 4 0,-4-8-2 15,0-3-1-15,0-7 29 16,-4-11-6-16,0 2-13 16,4-6 1-16,-4 0 2 15,0-3-3-15,0 0-11 0,0 0 1 16,0 0-1-16,0 0 2 15,0 0-3-15,5 0 0 32,-5 0-18-32,0 0-42 0,4-15-53 15,-4 8-73-15,0-5-206 16</inkml:trace>
  <inkml:trace contextRef="#ctx0" brushRef="#br2" timeOffset="105188.64">28887 4392 578 0,'0'0'118'16,"0"0"-93"-16,0 0 93 15,0 0-60-15,0 0-53 16,0 0-5-16,-12-28-15 31,20 28 15-31,17 4 0 0,3 14 6 16,9 1 4-16,4-1-7 15,5 1 1-15,-2 5-1 16,2 4-3-16,-9 6 5 16,-9 3-5-16,-8 0-9 15,-11 0 9-15,-9-3 9 16,0-3 6-16,-9 0 0 0,-14-4 21 15,-6-2 16-15,-4-1-17 0,-5-2-4 16,-3-3-11-16,5-4-8 16,-1 0 1-16,8-8-11 15,12 2-2-15,5-9 3 16,8 3-3-16,4-3-5 16,0 0-30-16,0 0-67 31,8 0-18-31,12 0 4 0,-7 0-63 15,-5 0-101-15</inkml:trace>
  <inkml:trace contextRef="#ctx0" brushRef="#br2" timeOffset="105590.47">29343 4639 310 0,'0'0'75'0,"0"0"-48"0,0 0 105 16,0 0 5-16,0 0-115 16,0 0-12-16,4 21 60 15,-21 14-6-15,9-2-45 32,0 1-5-32,8 0-12 0,0-6-2 15,0-3-1-15,0-10-3 16,21-9 2-16,-1 0 2 15,0-6 7-15,5 0 3 16,-1 0 13-16,-3-15-17 0,0-7 16 16,-9-6-10-16,-8 1 6 15,-4-1 14-15,0-3 10 16,0 10 6-16,-8-4-16 16,-13 13-15-16,-8 2-17 15,0 8-3-15,1 2 0 16,-9 0-5-16,4 5-35 15,8 17-76-15,5 3-78 0,20-16-131 0,0 0-101 16</inkml:trace>
  <inkml:trace contextRef="#ctx0" brushRef="#br2" timeOffset="106362.24">29572 4676 659 0,'0'0'26'16,"0"0"-16"-16,0 0 14 15,0 0-11-15,0 0-13 16,0 0-8-16,29-16 2 16,-25 38 6-16,-4 6 9 0,4 5 10 15,-4 5-1-15,0-1 0 16,0-6-8-16,0-4-3 0,0-11-2 15,0-4 15-15,0-6 1 16,0-6 9-16,0 0 2 16,0 0 14-16,5 0 10 15,7-6-9 1,0-18-19-16,4-11-19 16,0-1 4-16,-3-7-13 15,3 8 2-15,-3 8 2 16,-5 8-4-16,0 7 2 0,-8 9 0 15,0 3-1 1,0 0-1-16,0 0-13 16,0 15-1-16,0 19 14 0,4 3 4 15,1-3-1-15,3-6-2 16,4-7-2-16,-3-2 1 16,3-7-5-16,0-6-9 15,4-6-28-15,0 0-19 0,5 0 13 16,4-12 21-16,4-16-12 15,-4-3-18 1,-6-3-2 0,-2 1 43-16,-1 5 16 15,-7 6 4-15,-9 7 9 0,0 12 24 16,0 3 70-16,0 0-35 16,0 0-29-16,0 12-43 15,-13 19 0-15,-3 6 1 16,3 3-1-16,13-6-2 0,0 0 1 15,0-10-5-15,0-8-2 16,13-7 7-16,7-9 1 16,5 0 7-16,4 0 8 15,8-25-3-15,-5-8-1 16,-3-5-6-16,-4-2 1 16,-13 0 4-16,-7 4 1 0,-5 8 15 0,-9 6 6 31,-20 7-19-31,-8 9 34 15,-3 6-47-15,3 0 0 16,-5 12-9 0,9 16-61-16,26-13-87 0,3-3-164 15</inkml:trace>
  <inkml:trace contextRef="#ctx0" brushRef="#br2" timeOffset="106811.25">30266 4574 506 0,'0'0'137'16,"0"0"-134"-16,0 0-3 15,0 0 29-15,0 0-1 16,0 0-10-16,107-21 35 0,-95 36-14 31,0 6-14-31,5 10-14 0,-1 6 6 16,1 4-10-16,-1-1 3 15,1 0-6 1,-5 0-1-16,0-6 5 16,-3-4-8-16,-9-8 3 0,4-10 15 15,-4-3 16-15,0-5 22 16,0-4 5-16,0 0-2 0,0 0-1 15,0 0-18-15,-4-19-25 16,-9-9-1-16,9-9-6 16,0-9 13-16,4 0-20 15,0 3 1-15,0 0-2 16,21 9 0-16,7 3-2 16,9 6 0-1,0 7-6-15,0 2 7 16,-5 10-26-16,-7 3-52 15,-21 3-131-15,-4 0-201 16</inkml:trace>
  <inkml:trace contextRef="#ctx0" brushRef="#br2" timeOffset="108471.07">31379 4343 419 0,'0'0'18'16,"0"0"-17"-16,0 0 57 16,0 0-5-16,0 0-44 15,0 0 6-15,0 0 22 16,-66 21 12-16,45 7 4 15,-4 6 0-15,-3 15 16 16,-1 10-30-16,9 3-20 0,3 2 3 16,13 1-20-16,4-6 1 15,0-13-3-15,4-9-15 16,21-12 12-16,4-13-4 16,3-9 7-16,5-3 2 0,0 0 2 15,1-15 16-15,-6-13-5 16,1-9-14-16,-13-3 16 0,-3 3-11 31,-9 0 3-15,-4 6 7-16,0 9 4 0,-4 10 24 0,0 6 18 0,0 6-13 31,0 0-31-31,-8 0-5 16,0 15-12-16,-9 19-2 15,13 6-5-15,0 0 1 0,4 0 3 16,0-12-4-16,0-6 2 15,0-10-3-15,4-9-1 16,13-3 4-16,-1 0 4 16,5 0 0-16,4-21 18 15,-1-10-6-15,-4 0-2 0,-3-6-6 16,-9 6 2-16,-8 1 0 16,0 5-6-16,-12 6-1 15,-9 7-5-15,-7 6-6 16,-1 6-15-16,-4 0-61 15,4 18-77-15,21-9-103 0,0 4-115 16</inkml:trace>
  <inkml:trace contextRef="#ctx0" brushRef="#br2" timeOffset="108904.66">31694 4602 579 0,'0'0'201'16,"0"0"-194"-16,0 0 45 0,0 0 73 16,0 0-125-16,0 0-22 0,41 12 22 15,-28 25 2 1,8 3 4-16,-5 0 1 16,1 0-6-16,-5-12 4 15,-4-9-3-15,-4-7-2 0,1-9 0 31,-5-3 4-31,3 0 17 0,-3 0 40 16,8-19-12-16,0-8-34 16,0-10-13-16,5 0 1 15,-1 3-3-15,1 0 0 16,-1 9-3-16,-4 10 1 16,-4 9 2-16,-4 6 0 15,0 0-3-15,0 0-6 0,0 21-20 16,0 14 29-16,5 1 1 15,3 4 12-15,8-12-10 16,-3 0-1-16,2-13-2 16,2-6 0-16,-5-2 0 15,1-7-8-15,-1 0 0 16,5 0-14 0,-5-9-68-16,-8-4-125 15,0 1-131-15</inkml:trace>
  <inkml:trace contextRef="#ctx0" brushRef="#br2" timeOffset="109190.1">32298 4525 418 0,'0'0'293'0,"0"0"-230"16,0 0 35-16,0 0-22 15,0 0-65-15,0 0-10 16,0 0-2-16,-53 34 2 15,41 6-1-15,-1-3 5 16,9 3-4-16,4 0 2 0,0 0 0 16,12-6 3-16,9 0-1 15,11-9 1-15,1-7 0 16,9-5 11-16,-1-8-4 16,3-5 6-16,6 0-7 0,-5-3-12 15,-8-15 0-15,-8-7-20 16,-29 13-126-1,0-1-126-15</inkml:trace>
  <inkml:trace contextRef="#ctx0" brushRef="#br2" timeOffset="109606.53">32733 4759 332 0,'0'0'150'0,"0"0"-120"0,0 0 45 16,0 0 30-1,0 0-87-15,0 0-13 16,25 12-4-16,-25 1 12 0,0-4 8 16,0-3-7-16,0 4 20 15,0-8 35-15,-4-2 19 0,-5 0 5 16,-3 0-10-16,4 0-22 16,-1 0-24-1,5-6-13-15,0-9-18 0,4-4 0 16,0 7 0-16,0 3-4 15,0 0-2-15,17 6-14 16,12 3-57-16,-13 0-160 0,-8 0-391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03:18.17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19970 6991 169 0,'0'0'56'15,"0"0"-56"-15,0 0-81 16,0 0 81-16,0 0 21 0,0 0-17 15,0 0-4-15,-114-16-62 16,105 4 15-16</inkml:trace>
  <inkml:trace contextRef="#ctx0" brushRef="#br0" timeOffset="3779.96">19610 6593 147 0,'0'0'386'0,"0"0"-363"16,0 0-14-16,0 0 44 16,0 0 17-16,0 0-30 0,0 0-12 15,-4-15 6-15,4 15 12 16,0 0 17-16,0 0 7 16,0 0-20-16,0 0-11 15,0 0 3-15,0 0-15 16,0 0-8-1,0 0-14-15,0 0-4 16,0 0-2-16,0 0 2 16,0 6 0-16,0 9 10 15,-5 1 1-15,1 3-6 16,4 2 16-16,0 10-10 16,-4 3-5-16,4 6-3 15,0 6 4-15,0 7 1 0,0 11-3 16,0-2-5-16,0-4 6 15,0-2-6-15,0-7 9 0,0-6-2 16,0-6-6 0,0-3 6-16,0-13 0 0,-4-5 4 15,4-7-5-15,0-6-6 32,0 0 10-32,0 1-6 15,0-4 0-15,0 0 4 0,0 0-3 16,0 0-3-16,0 0 0 15,0 0 1-15,0 0-4 16,0 0-10-16,0 0-19 16,0-13-10-16,-4-9-62 15,4-11-107-15,-4 18-156 0</inkml:trace>
  <inkml:trace contextRef="#ctx0" brushRef="#br0" timeOffset="4242.1">19539 6667 323 0,'0'0'19'0,"0"0"-3"0,0 0-13 16,0 0 71 0,0 0-25-16,0 0 12 0,0-83 27 15,0 80 14-15,0 3 28 31,0 0-17-31,0 0-31 0,0 0-24 16,0 0-6-16,0 0-30 16,0 0-11-16,0 0-11 15,9 0-2-15,-1 12 1 16,13 10 1-16,8 2 3 16,3 7 4-16,13 0-4 15,5 6 0-15,2 3 2 0,6 0 0 16,-8-3-4-16,-6 0-1 15,-2-6 1-15,-13 0 0 16,0 0-1-16,-9-7 0 16,-8-2-1-16,0 0 1 15,-4-10 0-15,1 3 0 0,-1-6 1 32,-4-2-2-32,0 2 1 15,0-6 0-15,0 0-23 16,5-3-31-16,-1 0-39 0,4 0-49 15,-12 0-91 1,0-12-208-16</inkml:trace>
  <inkml:trace contextRef="#ctx0" brushRef="#br0" timeOffset="4595.8">20110 6501 360 0,'0'0'317'0,"0"0"-282"16,0 0-34-16,0 0 108 0,0 0-33 16,0 0-59-16,-21-47-17 15,21 72-13-15,-4 12 13 16,4 12 46-16,0 7-7 16,0 2-18-16,0 8 3 15,0 7-6-15,0 1 5 0,13 0-18 31,-1-3 2-31,0-12-4 16,1-4-2-16,-5-9-1 16,0-12 1-16,-8-12 4 0,0-10-4 15,0-9 0-15,0 0 3 16,0-3-1-16,4 0-3 16,-4 0-15-16,0-3-52 15,0-9-123-15,0-1-126 0</inkml:trace>
  <inkml:trace contextRef="#ctx0" brushRef="#br0" timeOffset="5134.85">20410 6978 269 0,'0'0'119'0,"0"0"-88"15,0 0 2-15,0 0 149 16,0 0-87-16,0 0-46 15,-33-36-14-15,33 36 0 16,0 0 2-16,0 0-1 0,0 0-3 16,0 0-1-16,0 0-6 15,0 0-6-15,0 0-4 16,0 0-13-16,-4 0-1 16,4 0 0-16,0 0 4 31,0 0 8-31,0 0-5 15,0 0-1-15,-5 0-8 0,5 9 0 16,-4 12 0-16,4 13 4 0,-4 3-2 16,4 0 4-16,0 7-5 15,0-4 1-15,0 0-2 16,0-4 1 0,0-2 2-16,4 0-3 0,0-12 0 15,5-3 2-15,-5-4-2 0,-4-9 0 31,0-6 1-31,0 0-1 16,0 0-20-16,4 0-26 0,-4-6-31 16,0-6-88-16,0-4-247 15</inkml:trace>
  <inkml:trace contextRef="#ctx0" brushRef="#br0" timeOffset="5499.86">20274 6818 719 0,'0'0'145'16,"0"0"-144"-1,0 0 20-15,0 0 44 16,0 0-65-16,0 0-27 0,0 0 27 16,42 3 1-16,2 28-1 15,6 3 0-15,8 3 1 16,-6 3-1-16,2 0-1 15,0 3 1-15,-14 0-1 16,-7-3-1 0,-8 1-2-16,-13-7 4 15,-7-7 0-15,-5-2 3 16,0-3 0-16,-9-4 32 16,-28 0 24-16,-13 7 8 15,-11-3-34-15,-1-1-3 16,-3-2-12-16,7-4-8 15,17-9-10-15,17 1-13 0,16-7-55 16,8 0-81-16,8 0-226 16</inkml:trace>
  <inkml:trace contextRef="#ctx0" brushRef="#br0" timeOffset="6592.77">22556 6559 428 0,'0'0'189'0,"0"0"-174"0,0 0 6 16,0 0 108-16,0 0-78 15,0 0-39-15,-8-3-11 16,8 3 14-16,0 0 2 16,0 0 1-16,0 0 4 31,0 0-16-31,8 0-5 0,9 0 17 16,4 9 7-16,16 4-1 15,4 2-1-15,20 1-2 16,1 5-9-16,7-2-7 15,-2 6 0-15,-2 2-3 16,-7 4-1-16,-9 3 1 16,-4 0-2-16,-16-3 0 0,-5-3 0 15,-11-7 0-15,-5-2 0 16,-8-7-1-16,0 0 1 16,0 0 4-16,0 7 10 0,-25 5 10 15,-12 7 2-15,-8 0-13 16,-16 0-8-16,-1 0 6 31,-4-4-7-31,9-2 8 16,4-3-8-16,7-3-4 0,17-7 1 15,9-3-1-15,11-6-2 16,5 0 0-16,4-3-35 16,0 0-25-16,9 0-42 15,20 0 6-15,8 0-45 16,-17 0-88-16,4-6-209 0</inkml:trace>
  <inkml:trace contextRef="#ctx0" brushRef="#br0" timeOffset="7409.46">23304 6513 546 0,'0'0'47'0,"0"0"-47"15,0 0 119 1,0 0-14-16,0 0-40 16,0 0-18-16,0 0-9 15,-38-28-4-15,38 28-7 16,0 0 4-16,0 0-5 0,0 0-6 16,0 0-5-16,0 0-15 15,0 0-1-15,0 0-4 16,9 0-16-16,7 16 21 15,9 8 25-15,8 4-15 0,9-3 4 16,6 6-3-16,6 3-6 16,3 0 4-16,5 2-7 15,-4 1 2-15,-6 1-2 16,-2-5-2-16,-5-2 2 16,-8-3-2-16,-4-4 0 0,-9-11-1 15,-7-4-4-15,-13-6 5 16,-4 0-5-16,0 0 3 15,0 1 0-15,0-1-1 16,0 6 0-16,-8 6 3 16,-9 10 7-16,-12 9 0 31,-8 0-7-31,-16 9 4 0,-9-3 3 16,-11-3-5-16,-6 0 2 15,6-3 3-15,7-10-3 16,17 1 7-16,20-10-5 0,9-5-6 15,16-4 0-15,4-6-14 16,0 0-57-16,16 0-135 16,5 0-29-16,4-6-306 0</inkml:trace>
  <inkml:trace contextRef="#ctx0" brushRef="#br0" timeOffset="10139.31">27980 6615 406 0,'0'0'136'0,"0"0"-107"0,0 0 98 0,0 0 20 16,0 0-80-1,0 0-37-15,0 0 18 0,-9-50-14 16,9 50-9-1,0 0 13-15,0 0-24 0,0 0-14 16,-4 7-16 0,4 24-4-1,0 12 20-15,0 9 12 0,0 10-9 16,0 6 7-16,0-1-10 0,0 1 3 16,0-13-1-1,0-5 4-15,0-13-6 0,0-9 0 16,0-13 2-16,0-6-2 15,0-9 2-15,0 0 1 32,0 0 13-32,0 0 21 0,4-21 24 15,-4-13-26-15,4-9-32 16,1-10 10-16,7-2-12 16,4-7-1-16,5-3 0 15,0 4 3-15,3 5-5 16,-4 10 2-16,5 6-1 15,-8 12-3-15,-1 7 6 0,-3 8-2 16,-5 7 0-16,-4 0 1 16,-4 6-3-16,0 0 2 15,0 0-5-15,0 0 4 16,0 0-17-16,0 9 0 16,4 19 14-16,4 9 4 0,1 3 0 15,2 3 0-15,1 10 1 16,1 5 2-16,-1 4-3 0,1 0 0 15,3-1 5 1,-3-12-4-16,-1-2-2 0,0-10 1 31,5-6 0-31,-5-10 2 16,0-6-2-16,0-5 0 16,-4-4-4-16,1-3 8 0,3-3-4 15,5 0 0-15,-1 0 0 16,9 0 0-16,4-22-7 15,-1-5 0-15,-4-14 1 16,1 1-2-16,-4-6 3 16,-4 0 3-16,-1 9-2 15,-8 3 2-15,1 12 4 0,-9 7 5 16,4 3 17-16,-4 6-6 16,0 3 0-16,0 3-14 15,0 0 2-15,0 0-6 16,0 0-10-16,0 12-13 0,0 19 5 15,0 9 18-15,0 9 7 32,0-3-7-32,0 1 0 15,3-7-1-15,9-3 1 0,5-3 0 16,-1-10 0-16,1-9-1 16,-1-2 0-16,1-7-3 15,-1-6 0-15,9 0-2 16,-5-22 6-16,-4-11-21 0,-3-10-10 15,-13-4-49-15,0 29-102 16,0-4-175-16</inkml:trace>
  <inkml:trace contextRef="#ctx0" brushRef="#br0" timeOffset="10491.63">28612 6525 280 0,'0'0'174'0,"0"0"-106"15,0 0 55-15,0 0 13 32,0 0-45-32,0 0-38 15,0 0-12-15,-50-12-25 0,34 31-3 16,-1 2 2-16,5 4-10 15,4-4 5-15,8-5-7 16,0-1-2-16,0-6 0 16,0-2 0-16,0-7 0 15,12 0 12-15,9 0 23 0,-1-16 2 16,5-8-5-16,-4-7-23 16,-9 0 5-16,-3 3-13 15,-9 9 2-15,0 4 7 16,0 6-11-16,-21 9-17 15,-16 0-50-15,16 0-127 16,-4 0-280 0</inkml:trace>
  <inkml:trace contextRef="#ctx0" brushRef="#br0" timeOffset="12720.78">16670 6726 14 0,'0'0'107'0,"0"0"-86"16,0 0-15-16,0 0 50 15,0 0-12-15,0 0 0 16,0 0 6-16,0 0 0 0,0 0 16 31,0 0-10-31,0 0-5 16,0 0-4-16,0 0-4 16,0 0 2-16,0 0-5 15,0 0 5-15,0 0 1 16,0 0-11-16,0 0-7 0,0 0-10 15,-4 0-8-15,4 0 0 16,-4 0-3-16,4 0 4 16,0 0 13-16,0 0-13 15,0 0 0-15,0 0-4 16,0 0-1-16,0 0 2 16,0 0-4-1,0 0-3-15,0 0-1 0,0 0 0 16,0 0 0-16,4 6 2 15,9 3 1-15,3 3 5 16,12 4 0-16,13 3 7 16,9 2 1-16,11 4-7 15,1 0 0-15,0 2-4 16,-1-2-4-16,-7-4 1 0,-6-2-1 16,-11-4-1-16,1-9 2 15,-18 7-2-15,-3-7 0 16,-5 0 1-16,-3-3 1 15,-9 0-3-15,0 0 1 16,0 0 0-16,0 6 5 0,-9 1 2 16,-16 5 6-16,-12 7 8 15,-8-3-14-15,-8 5 5 16,-5 4 0-16,-4 6-3 0,-7 6 2 31,-5 3 2-31,-4 6 9 16,12-2-10-16,5-4-5 15,7-3 3-15,14-7 1 16,11-5-8-16,8-6-1 0,9-6-2 16,8-8-1-16,0-4-4 15,4-4-8-15,0 0 7 16,0 0-19-16,0 0-16 16,0 0 6-16,8 0-37 15,12-10-66-15,-11 4-150 16,-1-3-318-16</inkml:trace>
  <inkml:trace contextRef="#ctx0" brushRef="#br0" timeOffset="13706.97">17143 6766 148 0,'0'0'29'15,"0"0"-22"1,0 0 49-16,0 0 5 16,0 0-7-1,0 0 14-15,-13-65-33 0,13 59-6 16,0 0 36-16,0-4-35 16,0-2 12-16,-4 3-14 15,4 0 5-15,0 6 12 16,0 0 6-16,0-1 7 0,0 4 1 15,0 0-5-15,0 0-1 16,0 0-10-16,0 0-9 16,0 0-13-16,0 0-4 15,0 0 2-15,0 0-13 16,0 0 0-16,0 0-6 16,0 0-4-1,0 13-2-15,21 9 6 16,3-1 4-16,9 10 2 15,12 3-6-15,4-1 2 16,4 2 1-16,1 8-3 16,3 0 2-16,-3-3-2 15,-9 6 0-15,0-3 1 0,-8-9-1 16,-4 0 0-16,-8-12 2 0,-5-1-1 16,-8-5 0-16,-4-10-1 15,0 0 0-15,-8-3 0 16,4-3 0-16,1 0 0 15,-1 3 3-15,-4-3-2 16,0 0 5-16,0 0-5 16,0 0 4-16,0 0 6 0,0 3-7 15,0-3 1-15,0 0 3 16,0 0-2-16,0 4-4 31,-4 1-2-31,-13 8 0 0,-11 5 4 0,-21 16-4 16,-18 9 11-16,-10 3-5 15,-9 10-3 1,-1-3 2-16,14-10-3 16,11-6 14-16,12-13-1 0,18-8-11 15,12-4 0-15,7-12-4 16,13 3 0-16,0-3-29 16,0 0-56-16,0 0-110 15,0 0-288-15</inkml:trace>
  <inkml:trace contextRef="#ctx0" brushRef="#br0" timeOffset="14977.17">13489 6824 424 0,'0'0'139'15,"0"0"-124"-15,0 0-9 16,0 0 114-16,0 0-49 0,0 0-43 0,0 0-12 31,-12-18-5-31,12 18-3 16,0 0 15-16,0 0 9 15,0 0-2-15,0 0-7 0,0 0-23 16,0 18 5 0,0 17 19-16,0 10-3 15,0 14-8-15,0 6-9 0,0 6 5 16,0-3-9-16,0 0 1 15,0-4 0-15,0-5 4 16,0-7-5-16,0-9 9 0,0-9 3 16,0-13-6-1,4-5 1-15,0-9 0 0,-4-7-1 16,0 0-2-16,0 0 1 16,0 0 4-16,0 0-1 15,0 0-8 1,0 0-23-16,0-16-57 15,0 4-155-15,0-4-199 16</inkml:trace>
  <inkml:trace contextRef="#ctx0" brushRef="#br0" timeOffset="15378.66">13481 6809 575 0,'0'0'98'0,"0"0"-96"0,0 0 15 16,0 0 111-16,0 0-79 15,0 0-26-15,-4-40-11 16,4 40-9-16,4 15 3 0,21 10 31 16,-2 6 1-1,10 12-14-15,5 0-12 0,11 9-1 31,4-2 6-31,9-1-15 16,3 1 4-16,1-5-2 16,-1 2-2-16,-3-7-1 0,-8-3 0 15,-5 0 1-15,-16-6 1 16,-8-6-2-16,-5-10 0 16,-7 1-1-16,-9-11 1 15,0-1 0-15,-4-4 0 0,0 0-2 16,0 0-10-16,4 0-43 15,-4-9-45-15,0-7-107 16,0 1-291-16</inkml:trace>
  <inkml:trace contextRef="#ctx0" brushRef="#br0" timeOffset="15708.68">14191 6670 184 0,'0'0'414'16,"0"0"-365"-16,0 0-40 15,0 0 156-15,0 0-77 0,0 0-33 16,-13-83-30-16,13 83-9 16,0 0-16-16,0 31 1 15,0 18 14-15,0 6 22 16,0 13-25-16,0 6-4 0,13 4 7 15,-1-2-10 1,5-1-1-16,-9-4 0 16,4-13-3-16,-9-9 0 15,2-9 1 1,-1-9-2-16,-4-12 4 0,4-4-4 0,-4-6-2 16,0-5-56-1,0-4-63-15,0 0-147 0,0 0-366 16</inkml:trace>
  <inkml:trace contextRef="#ctx0" brushRef="#br0" timeOffset="16451.32">14749 7065 503 0,'0'0'148'0,"0"0"-140"0,0 0 29 15,0 0 144-15,0 0-107 16,0 0-3-16,0 0-19 16,-8-34-26-16,-17 34-14 15,-4 0-2-15,-11 15-3 0,-10 4 13 16,4 5 0-1,2 1 2-15,7 3-6 16,4-3-9 0,16-1-7-16,5 4-6 0,12-7 0 15,0 1-4 1,0-1 9-16,16-2-10 0,13 0-10 16,9-7 12-16,3 0 2 15,-1-3-1-15,6 1 1 16,3-4 2-16,-8 6 1 15,-8 1-14-15,-4-1-3 0,-9 3 14 16,-11-2-1-16,-1-1 5 16,0-3 1-16,-8 0-2 15,0 1 3-15,0-1-1 16,0 0-1-16,-8 1-8 16,-13-1 11-16,-12 0 15 15,-4 1-8 1,-8-8 7-16,0-2 19 15,8 0-11-15,4 0 0 16,5 0-14-16,11 0-8 16,9-6 0-16,8 0-14 0,0-7-18 15,0 5-2 1,8-2-14-16,16-2-12 0,1 2-11 16,8-2-60-16,-21 6-84 15,-3 3-152-15</inkml:trace>
  <inkml:trace contextRef="#ctx0" brushRef="#br0" timeOffset="16820.05">15024 7308 295 0,'0'0'110'15,"0"0"-100"-15,0 0 31 16,0 0 45-16,0 0-28 15,0 0-27-15,0 0-9 16,12-6 2 0,-12 6 17-16,0 0 12 15,0 0-18-15,0 3-1 16,0 13 20-16,0 5 11 16,0 7-29-16,-4 3-16 0,0 6-11 15,0 0-4 1,4-4-5-16,0-2 1 0,0-3 0 15,4-6-1-15,8-7-2 16,-3-2 0-16,3-7 2 16,0 0 1-16,1-3 2 0,-1-3 3 15,1 0 1-15,2 0-7 16,2-12-7-16,-1-13-43 16,-16 13-97-16,0-4-204 31</inkml:trace>
  <inkml:trace contextRef="#ctx0" brushRef="#br0" timeOffset="17235.91">15036 7043 303 0,'0'0'211'15,"0"0"-181"-15,0 0 38 16,0 0 24-16,0 0-65 0,0 0-21 16,-37 0 2-16,33 6-1 15,0 7 8-15,4 2-15 16,0-3 0-16,0-2 0 15,0 2 8 1,12-6-3-16,1-6 0 16,3 0 29-16,-3 0-15 15,3 0 11-15,1-9 14 16,-9-10-5-16,4 1 7 16,-12-4-23-16,0 4-2 15,0 5-2-15,-8 1 1 16,-9 12-20-16,-11 0-35 15,11 0-87-15,0 0-162 0</inkml:trace>
  <inkml:trace contextRef="#ctx0" brushRef="#br1" timeOffset="52199.88">27782 7675 444 0,'0'0'138'0,"0"0"-124"16,0 0 44-16,0 0 40 16,0 0-55-16,0 0-17 15,0 0 13-15,0 0-1 16,0 0 7-16,0 0-17 15,0 0-28-15,-12 10 1 16,-8 17 1-16,-9 13 3 0,-4 16 4 16,0 11-7-16,-4 14 7 0,5 8-3 15,3 6-4-15,8 1 0 16,13 0-2-16,8-4-3 16,4-12 2-16,33-9-3 15,12-9 2-15,0-16 0 16,5-6 2-16,-14-9 0 0,-2-9-1 15,-9-7 1-15,-5-6 1 16,-15-6 0-16,-5-3 11 16,-4 0 9-16,0 0-4 15,0 0 2-15,0 0-19 16,0 0-33-16,0-3-111 16,-4-3-186-1</inkml:trace>
  <inkml:trace contextRef="#ctx0" brushRef="#br1" timeOffset="52716.78">27992 7990 263 0,'0'0'143'0,"0"0"-110"16,0 0-33-16,0 0 90 0,0 0-33 16,0 0-29-16,0 0 3 15,-21-9 15-15,21 9 0 16,0 0-9-16,0 0-14 16,0 0 1-16,0 9-18 0,0 22 41 15,4 12 5-15,5 6-23 16,3 0-20-1,-4 7 4-15,1-4-11 16,-1-2 1-16,-4-5 0 16,4-4-3-16,-8-11 2 15,4-5-1-15,-4-6 0 16,0-10 2-16,0-6-1 16,0-3-4-16,0 0-13 15,5 0-62-15,-1-3-79 0,-4-12-130 16</inkml:trace>
  <inkml:trace contextRef="#ctx0" brushRef="#br1" timeOffset="53100.78">28279 7971 569 0,'0'0'174'16,"0"0"-169"-1,0 0 0-15,0 0 107 0,0 0-75 16,0 0-21-16,0 0-16 16,13 111 18-1,-13-55-3 1,0-4-14-16,0 0 1 0,0-12-1 16,0 0 0-16,16-12 2 15,1-6-3-15,2-10 0 16,-2-8 2-16,8-4 3 15,-5 0 4-15,5-23 30 16,0-7-17-16,0-7-2 0,-10-10 8 16,-2 2 1-16,-9-2-13 15,-4 1 4-15,0 9 5 16,-25 6 2-16,-11 12 12 16,-5 14-39-16,-5 5-4 15,6 0-2-15,3 5-17 16,8 23-88-1,29-15-120-15,0-1-332 0</inkml:trace>
  <inkml:trace contextRef="#ctx0" brushRef="#br1" timeOffset="57414.51">28533 7626 334 0,'0'0'161'0,"0"0"-151"0,0 0-6 15,0 0 50-15,0 0-27 16,0 0-12-16,0 0 19 16,0-6 19-16,0 6-2 15,0 0-14-15,0 3-13 16,0 12-21-16,0 16 22 16,0 6 7-16,0 6-14 0,0 0-18 15,0 4 15-15,0-11-15 16,0-1 2-16,0-8-2 0,0-5 2 15,0-4 0-15,0-9 0 16,0-2-1 0,0-4-1-16,0 0-3 0,0-3-99 31,0 0-81-31,0 0-147 0</inkml:trace>
  <inkml:trace contextRef="#ctx0" brushRef="#br1" timeOffset="57802.12">28644 7678 470 0,'0'0'90'0,"0"0"-85"15,0 0 40-15,0 0 75 16,0 0-67-16,0 0-43 15,0 0 3-15,12 74-6 0,-7-37-3 16,3-6 7-16,0 0-10 16,0-3 4-16,9-10-5 0,-5-5 0 15,1-4 2-15,-1-9 0 16,5 0 7-16,-1 0 4 16,8-9 39-1,-3-16-11 1,-5-6-28-16,1 4 6 0,-13-8 25 15,-4 4-8-15,0 7-7 16,-4 2-3-16,-21 7-8 16,0 5-18-16,-3 8-13 15,-9 2-19-15,4 0-60 16,-4 18-39-16,24-3-84 16,9-3-266-16</inkml:trace>
  <inkml:trace contextRef="#ctx0" brushRef="#br1" timeOffset="59758.56">29154 7906 321 0,'0'0'160'0,"0"0"-139"16,0 0 34-1,0 0 47-15,0 0-47 0,0 0-37 16,0 0 6-16,8-12 29 15,-8 12-17 1,0 0-18-16,0 6-14 16,-17 19 10-16,-3 15 5 15,-5 12 4-15,-4 7-4 16,9 3-7-16,-4-1-11 0,7-2 2 16,0-13 0-1,1 3-2-15,3-6 2 0,1-3-3 16,0-12-49-16,-1-9 46 15,2-7-14-15,7-6-45 16,0-6-63 0,4 0-161-16</inkml:trace>
  <inkml:trace contextRef="#ctx0" brushRef="#br1" timeOffset="60608.16">29215 8147 551 0,'0'0'20'0,"0"0"-13"0,0 0 42 16,0 0 26-16,0 0-55 15,0 0 2-15,8-16 18 16,-16 25-33-16,-12 16 8 15,-5 9 1-15,5 9-7 16,-1-3-7-16,13 3-2 16,3-3-3-1,5-2 3-15,0-5 3 16,9-8-3-16,7-10-7 16,9-8-6-16,0-4 3 0,-1-3-17 15,0 0 21-15,-7-25 6 16,8-5-2-16,-13-5 0 15,-8 2 0-15,0-5 1 16,-4 11 2-16,0-1 5 0,0 13 16 16,0 6 7-16,0 9 30 15,0 0-13-15,0 0-39 16,0 5-7-16,0 20 0 16,-8 9-3-16,8 0 3 15,-4-6 0-15,4 0 1 16,0-10 0-16,0-9 1 0,0-3-2 15,0-6 1-15,0 0 3 16,0 0 13-16,4-12 58 16,13-13-44-16,-1-2-29 15,1-1 1-15,-1 0 1 16,-4 7-3-16,-4 2-1 0,-4 13 0 31,-4 3 0-31,0 3 0 16,0 0-8-16,0 6-22 15,0 19 4-15,0 5 26 0,0 5 9 16,0-11-9-16,0 1 0 16,0-16 1-16,0-3 0 0,0-6-1 15,0 0 0 1,4 0 6-16,9-9 51 0,-1-13-27 16,13-6-20-16,-4-2-3 15,3 2-6-15,-7 3 2 16,-6 7-3-16,-3 5 0 15,-3 13-3-15,-5 0 3 16,0 0-1 0,0 7-23-16,0 27 4 15,-9 3 20-15,5 6 3 16,0-3-2-16,4-9-2 16,0-3 2-16,0-7-1 15,4-9 0-15,9-9-3 16,-1-3-48-16,-4 0-71 15,-4-12-104-15,-4-7-369 0</inkml:trace>
  <inkml:trace contextRef="#ctx0" brushRef="#br1" timeOffset="61139.66">29568 7996 401 0,'0'0'95'0,"0"0"-53"32,0 0 74-32,0 0-18 0,0 0-35 15,0 0-37-15,0 0-26 16,33-59 2-16,-16 56-5 15,3-3 2-15,0 6 1 16,1 0 5-16,-5 0-5 0,-3 0 5 16,-5 3 1-1,-8 19-1-15,0 2-5 0,0 7 1 16,-21 0-1-16,-8-3 15 16,-7-3 14-16,7-10 20 0,8-3-9 15,9-9-24-15,12 0-16 16,0-3-8-16,0 0-12 15,8 0 1-15,21 0 3 16,4-6 12-16,4 3 4 31,-4 0-4-31,-9 3 3 0,-7 0-5 16,-5 0-5-16,-12 18-8 16,0-2-10-16,0 5 28 15,0 1-3-15,-29-10 4 16,-4 4 37-16,-8-7-16 15,9-3-11-15,-1-3-10 16,4-3-49-16,25 0-140 0,0 0-346 16</inkml:trace>
  <inkml:trace contextRef="#ctx0" brushRef="#br1" timeOffset="61558.37">29949 7706 69 0,'0'0'647'0,"0"0"-622"0,0 0-16 16,0 0 3-16,0 0-1 15,0 0 20-15,87 96 6 16,-34-38 12-16,5 13-7 0,0 9-22 15,-14 6 9-15,-11 4-2 16,-24-1-5-16,-9 0-17 16,-25 4-4-1,-32-13-1 1,-26-5-59-16,-19-17 40 0,52-55-69 16,6-3-344-16</inkml:trace>
  <inkml:trace contextRef="#ctx0" brushRef="#br1" timeOffset="64223.58">13354 8107 257 0,'0'0'105'16,"0"0"-90"-16,0 0 20 16,0 0 41-16,0 0-44 15,0 0-17-15,0 0 11 16,0 0 2-16,0 0-12 15,0 0 8-15,0 0-7 0,0 0-8 16,0 0-3-16,0 0-5 16,0 0 2-16,0 0-3 15,0 0-3-15,0 0-5 16,0 0-6-16,0 0 5 16,0 0 8-16,0 0-8 15,0 0-5-15,0 0 7 0,0 0-7 0,0 0-1 16,0 0 15-16,0 0 2 15,0 0 6 1,0 0-5 0,0 0 6-16,0 0 10 15,0 0 3-15,0 0 3 16,0 0 2-16,0 0 7 0,-9 0 4 16,1 0-21-16,-4 0-11 15,-1 3-4-15,-7 6 2 16,-5 3 5-16,-4 10-5 15,-3 3 11-15,-1 12 9 16,4 6-7-16,8 12-1 0,5 16-6 16,3 16 9-16,13 5-3 15,0 6-7-15,0-5-8 16,8-7 5-16,17-12-6 16,8-3 0-16,0-15 0 0,8-10 2 15,-8-9-2 1,0-10 0-16,-4-4 0 15,-4-8 8-15,-6-6 11 16,-2-3-2 0,-5-3 1-16,-4-3-1 0,-8 3-4 15,5 0-10-15,-5-3-2 16,0 0 5-16,0 0-6 16,0 0-10-16,0 0-14 0,0 0-18 15,0 0-45-15,0 0-124 16,0 0-145-16</inkml:trace>
  <inkml:trace contextRef="#ctx0" brushRef="#br1" timeOffset="64687.21">13481 8557 438 0,'0'0'63'0,"0"0"-59"16,0 0 109-16,0 0-21 16,0 0-42-16,0 0-16 31,-9-40-9-31,5 40 24 16,0 0 5-16,0 12-30 0,4 16-19 15,0 15 20-15,0 6-12 16,0 7-2-16,0-1-11 15,0-2 1-15,0-4 4 16,0-3-4-16,4-12 1 16,4-3-1-16,-8-12 1 0,5-10-2 15,-1-3-28-15,-4-6-39 16,0 0-99-16,0 0-155 16</inkml:trace>
  <inkml:trace contextRef="#ctx0" brushRef="#br1" timeOffset="65039.59">13731 8609 197 0,'0'0'650'16,"0"0"-566"-16,0 0-84 16,0 0 41-16,0 0-23 31,0 0-16-31,4 108 7 15,-12-49-6-15,-1 3-1 0,9-10-1 16,0-6 1-16,0-9-1 16,0-9-1-16,17-13-2 15,4-6 2-15,-1-9 1 16,9 0 13-16,3-18 1 16,-3-19-1-16,0-7-3 0,0 4 1 15,-12-6-6-15,-2 0 14 16,-15 3-3-16,0 6-1 15,0 9 14-15,-24 10-7 16,-13 8-23-16,0 10-11 16,-4 0-35-16,-4 3-60 15,33 7-64 1,4 2-132-16</inkml:trace>
  <inkml:trace contextRef="#ctx0" brushRef="#br1" timeOffset="65502.18">13879 8365 363 0,'0'0'101'0,"0"0"-84"15,0 0 76-15,0 0 34 16,0 0-40-16,0 0-49 31,-17-58-38-31,38 49 0 16,-1 3 0-16,5-4 1 0,-4 7-2 15,-6 3 2-15,-2 0 1 16,-5 0 6-16,-8 0-8 16,0 25 17-16,0 6-13 0,0 6-2 15,-12 9 11-15,-5-3-1 16,2-3 8-16,2-12 6 16,5-6-2-16,8-10-14 15,0-6-10-15,0-6-1 0,8 0 1 16,17 0 12-16,11-6 4 15,1-12-16-15,-3-4-27 16,-18 16-144-16,-8-4-216 16</inkml:trace>
  <inkml:trace contextRef="#ctx0" brushRef="#br1" timeOffset="65839.81">14145 8282 610 0,'0'0'156'16,"0"0"-137"-16,0 0-10 0,0 0 47 15,0 0-56-15,0 0-2 16,54-27 2-16,-29 27-5 16,-1 3-2-16,-4 18 4 0,-11 4 3 15,-9 6 14-15,0 6-14 16,0 3 5-16,-25-3 15 15,-3 0 4-15,7-6 19 16,1-13 0 0,11-8-16-16,9-4-27 15,0-6-4-15,0 0-2 16,17 0 6-16,20-4 11 16,3-14-11-16,6 0-1 15,-5 5-53-15,-24 7-112 0,-13 3-187 16</inkml:trace>
  <inkml:trace contextRef="#ctx0" brushRef="#br1" timeOffset="66171.14">14622 8474 123 0,'0'0'180'0,"0"0"-108"16,0 0-28-16,0 0 103 16,0 0-31-16,0 0-15 15,12-3-29 1,-16 30-53 0,-21 17 43-16,-12 11 0 0,-3 19-25 15,-14 12-8-15,0 7 5 16,2 6-20-16,2-7-14 15,9-9 2-15,7-15-1 16,15-16 2-16,2-15-3 16,9-9 0-16,4-6-47 0,4-13 36 15,0-9-67-15,0 0-101 16,0 0-179-16</inkml:trace>
  <inkml:trace contextRef="#ctx0" brushRef="#br1" timeOffset="67022.98">14560 8942 451 0,'0'0'39'16,"0"0"-34"-16,0 0 118 15,0 0-11-15,0 0-18 16,0 0-43-16,0 0-50 16,-17 28 17-16,2 6-10 15,-2 3 4-15,9 3-12 16,8-3 1-16,0-4-2 16,0-5 1-16,8-9 0 0,16-4-1 0,5-11-8 15,-4-4-17 1,0 0-2-16,-5 0-24 15,1-19-18-15,-9-9-48 16,4-3-74-16,-12-5 57 0,0-4 104 16,-4-4 31-1,0 7 14-15,0 6 40 16,0 13 77-16,0 9 20 16,0 9 10-16,0 0-29 15,0 0-59 1,0 0-73-16,0 25-6 0,4 8 6 15,4 4 3-15,1 3 3 16,-1-6-6-16,-8-9 4 16,4-4 5-16,0-9 12 0,-4-8-1 15,0-4-9-15,4 0 0 16,1 0 4-16,3-6 37 16,0-22-6-16,0-9-46 15,9 0 2-15,-5 3 1 0,1 6-3 16,-1 10 0-1,-4 12-1 1,-8 2 0-16,0 4 0 0,0 0-18 16,0 25-20-1,0 12 39-15,0-3 1 0,3 3-1 16,2-15-11-16,3-7 8 16,0-9 2-16,0-6-2 15,5 0 3-15,-1-12 6 16,9-16 6-16,-5-6-3 0,9-6-8 15,-8 6 2-15,-2 3-1 0,-2 10-1 16,-9 5-1 0,4 13 4-16,-8 3-4 0,0 0 38 15,0 0-38-15,0 28-3 16,0 12 3-16,0 3 3 16,4-3-2-16,4-2-2 15,1-14-9-15,-1-5 3 16,-4-7-9-16,0-9-27 31,0-3-44-31,-4 0-109 0,0-3-167 16</inkml:trace>
  <inkml:trace contextRef="#ctx0" brushRef="#br1" timeOffset="67429.47">14967 8745 172 0,'0'0'523'15,"0"0"-478"-15,0 0-44 16,0 0 63-16,0 0 13 16,-17-105-44-16,17 96-21 0,0 3-6 15,0-4-6-15,9 4 1 16,6 3-1-16,2 3 0 16,-1 0-2-16,-3 0 2 15,3 3 0-15,-7 9-1 16,-1 7-6-16,-8 2 7 15,0-2-6-15,0 2 6 16,-8 1 26 0,-5-3 8-16,-3-7-6 15,11-6-17-15,1-6-11 16,4 0-3-16,0 0-5 0,4 0-15 16,17 0-5-1,12 0 23-15,0 0 2 0,-5 0 2 16,1 0 0-16,-12 0 0 15,-1 16-3-15,-8 2-2 16,-8-2 5-16,0 2 2 0,-16 1 11 16,-13-4 15-16,-7 1-4 15,-1-4-13-15,4-6-10 0,4-3-62 16,24-3-130 0,5 0-331-1</inkml:trace>
  <inkml:trace contextRef="#ctx0" brushRef="#br1" timeOffset="67783.72">15299 8215 337 0,'0'0'187'16,"0"0"-148"-16,0 0 52 0,0 0 16 16,0 0-83-16,0 0-19 0,54-19 34 15,-17 50 5-15,15 12-13 16,15 12-16-16,6 16-3 16,6 19 18-16,-10 12-14 15,-11 6-2-15,-25 3 0 0,-25-4-12 16,-8-8 8 15,-21-6-10-31,-32-17 3 0,-17-14 5 16,-4-9-8-16,-4-17-54 0,45-36-150 15,8 0-360-15</inkml:trace>
  <inkml:trace contextRef="#ctx0" brushRef="#br2" timeOffset="85693.38">18550 8125 27 0,'0'0'63'0,"0"0"-21"15,0 0-16-15,0 0-17 16,0 0-5-16,0 0 3 16,0 0-3-16,0 0 13 15,0 0-2-15,0 0-2 16,0-3 0-16,0 3 1 16,0 0-1-16,0 0-3 0,0 0-4 15,0 0-4-15,0 0-1 16,0 0-1-1,0 0-3-15,0 0 2 16,0 0-19-16,0 0 2 16,-4 0 8-16,4 0 7 15,0 0 3-15,0 0 1 16,0 0-1-16,0 0 0 16,0 0 0-16,0 0 2 15,0 0 5-15,0 0 23 0,0 0 14 16,0 0 9-16,0 0-15 15,0 0-15-15,0 0-4 16,0 0 7-16,0 0 21 16,-4 0-24-16,4 0 6 15,0 0 12-15,0 0-2 0,0 0-6 16,0 0-16-16,0 0-4 16,0 0-4-16,0 0-9 0,0 0 7 31,0 0 8-31,0 0 1 15,0 0 1-15,0 0 9 0,0 0-10 0,0-3-13 32,4 3 0-32,4 0 2 15,13 0 6-15,0 0 1 16,7 0-2-16,1 0-9 16,8-3 0-16,0 3 5 15,8-9-2-15,4 6 4 0,-3-1 3 16,-6 1 5-16,-7-2 3 15,-4 1-13-15,-13 4-5 0,-11-3 3 16,-1 3-3-16,-4 0-1 16,0 0 1-16,0 0-1 15,0 0-3-15,0 0-40 16,0 0-32-16,0 0-20 16,-9 0-45-16,1 0-81 15,-4 0-75-15</inkml:trace>
  <inkml:trace contextRef="#ctx0" brushRef="#br2" timeOffset="86818.29">18505 8168 280 0,'0'0'95'16,"0"0"-79"-16,0 0 57 15,0 0 5-15,0 0-27 0,0 0-13 16,0 0 0-1,8 0-1-15,-8 0 6 0,0 0-1 32,0 0-11-32,0 0-7 15,0 0-10-15,0 0-4 0,0 3 13 16,0 13 0-16,4 8-2 16,-4 11 15-16,4 11-18 15,-4 9-5-15,0 10-9 0,0 9-4 16,5 0 2-1,-5-3 0-15,0-6 4 0,0-4-6 16,0-2 0-16,0-7 5 16,0 4-5-16,0-4 0 15,0-6 3-15,-5-3 0 16,1-2-1 0,4-14 1-16,0-2-3 15,0-4 0-15,0 1 0 16,0-4 0-16,0 1 0 15,0 0 1-15,0-4-1 16,0 1 0-16,0-4 0 16,0-6 0-16,0 3 0 0,0-6 0 15,0 0 1-15,0 0 0 16,0-3-1-16,0 0 0 16,0 0 1-16,0 0 0 15,0 4-1-15,0-1 0 0,0 3 0 16,0 0 0-16,0 0 0 15,-4 0 1-15,0 3 0 16,4-2 3-16,0-4-3 16,0-1 0-16,0 5 0 15,-4-4 0-15,0 6 0 0,0 0-1 16,4 4-3-16,-5-4 2 16,5 0 1-16,0-2 0 15,0-5 0-15,0-2 1 16,0 3-3-16,0-3 2 15,0 0 0-15,0 0 0 16,0 0 1 0,0 4-1-16,0-4 2 15,0 3-1-15,0 0 0 16,0-3-1-16,0 3 0 16,0-3 0-16,0 0 2 0,0 0-2 15,0 0 3 1,0 0 2-16,0 0 7 0,0 0 2 15,0 0-5-15,0 0 0 16,5 0-8-16,15 0 0 0,5 0 1 16,8 0 0-16,3 0-2 31,10-3 0-31,-5-3 0 16,0 2-2-16,-4 1-1 0,-4 3 3 15,-8 0 0-15,-5 0 1 16,-7 0-2-16,-9 0 0 0,0 0 1 15,-4 0 0 1,0 0 0-16,0 0 0 16,0 0 3-16,0 0-3 0,0 0-4 15,0 0-10-15,0 0-21 16,0 0-32-16,0 0-108 0,-4 0-16 16,-5 0-267-16</inkml:trace>
  <inkml:trace contextRef="#ctx0" brushRef="#br2" timeOffset="94154.61">22031 8816 308 0,'0'0'117'15,"0"0"-117"-15,0 0-84 16,0 0 83-16,0 0 1 0,0 0-5 16,33 0-22-1,-33 0-33-15,5 0-88 0</inkml:trace>
  <inkml:trace contextRef="#ctx0" brushRef="#br2" timeOffset="109891.48">18879 8507 430 0,'0'0'100'0,"0"0"-99"0,0 0 67 16,0 0 38-16,0 0-55 16,0 0-15-16,0 0 3 15,0 0-2-15,12-43 10 0,-12 43-14 16,0 0-9-16,0 0-2 15,0 0 3-15,0 0-13 16,0 0-10-16,0 0-2 16,0 0 0-16,0 0-6 0,0 19 4 15,0 9 2-15,0 8 25 16,0 7-12-16,0 10-3 16,0 0 0-16,0 5-1 15,0-5-4-15,5-1-2 16,-5-3 3-1,3-3-6-15,1-3 3 16,-4-2-3-16,0-11 0 16,0 1 4-16,0-12-3 15,0-4 4-15,0-9 0 16,0-6-3-16,0 0-1 16,0 0 1-16,0 0 6 15,0 0-1-15,0 0-4 0,0 0-3 16,0 0-22-16,0 0-18 15,0-6-54-15,0-9-11 16,-4-4-67-16,1 7-144 0,-2 3-47 16</inkml:trace>
  <inkml:trace contextRef="#ctx0" brushRef="#br2" timeOffset="110429.27">19121 8590 299 0,'0'0'208'0,"0"0"-188"16,0 0-4-16,0 0 119 15,0 0-45-15,0 0-26 16,0 0-14-16,21-33-5 15,-21 33-30-15,0 12-14 16,0 9 11-16,0 17 19 0,0-5-21 16,0 14-6-16,0-1-2 15,0-3 3-15,0 0-3 16,0 0-1 0,0-2 3-16,4-4-4 15,4-4 0-15,8-8 4 16,-3-6-2-16,7-10-2 15,0-6 1-15,5-3 1 16,4 0 16-16,8-15-4 0,3-13 5 16,2-6-8-16,-9 0-5 15,-4 0-2-15,-10-3 6 16,-6 0 30-16,-13-3 0 16,0-3 3-16,0-4-3 0,-24 2-22 15,-13 7-5-15,4 10 7 16,-9 7-9-16,2 15-9 15,3 3-4-15,-4 3-8 16,-5 0-21-16,10 15-17 16,3 7-30-16,16 2-77 15,17-14-162-15,0-1-257 16</inkml:trace>
  <inkml:trace contextRef="#ctx0" brushRef="#br2" timeOffset="110860.53">19331 8131 478 0,'0'0'82'15,"0"0"-82"-15,0 0 0 16,0 0 47-1,0 0-23-15,0 0-12 0,0 0 64 16,3 28-11-16,1 3-4 16,8 3-34-16,1 0 4 15,-5 3-13-15,0-7-7 16,1 5-3-16,-1-5-4 16,-4-8 0-16,0-7 0 15,-4-6-3-15,0-2-1 0,0-1-8 16,0-6-89-16,0 0-103 15,0 0-249 1</inkml:trace>
  <inkml:trace contextRef="#ctx0" brushRef="#br2" timeOffset="111445.4">19618 8156 369 0,'0'0'190'16,"0"0"-163"-16,0 0 18 15,0 0 131-15,0 0-89 16,0 0-29-16,20-52-5 15,-20 48-2-15,0 4-21 16,0 0-30-16,-13 0-1 0,-2 0 1 16,-6 0 1-16,5 0 1 15,-5 0-2-15,8 10 0 16,1-1 0-16,8 3-7 16,-4 1 0-16,4-1 3 15,4 3-1-15,0 4 3 16,0-3 0-1,4 2 1-15,12 4-10 16,5-1-4-16,4 4-4 16,-9-4 8-16,9 4 4 15,-9 0 4-15,-4-4-1 16,-4 1 0-16,-4-7 1 16,-4 0 0-16,0-5-4 15,0-4 5-15,-12 3 2 0,-9-3 13 16,2-2 23-16,-2-4-2 0,4 0 7 15,5 0-17-15,8-22-8 16,4-3-7-16,0-3 13 0,0-5-22 31,8-8-2-31,21 1-11 16,7-3-26-16,10 3-27 16,-1 3-68-16,-28 28-48 15,-5 3-188-15</inkml:trace>
  <inkml:trace contextRef="#ctx0" brushRef="#br2" timeOffset="112665.48">19970 8590 527 0,'0'0'124'0,"0"0"-107"15,0 0 18-15,0 0 58 16,0 0-72-16,0 0-21 15,0 0 4-15,-28-2-3 16,15 17 15-16,-3 10 15 16,0 5 2-16,-9 4 22 15,0 3-8-15,5 10-12 0,-5 5-7 16,0 3-12-16,1 4-4 16,0-7-9-16,7-2 0 15,-4-7-1-15,5-9-1 16,-1-9 2-16,5-10-2 15,8-2 0-15,-4-8 2 16,3 2-3 0,5-7 0-16,0 0-12 15,0 0-47-15,0 0-40 0,0 0-113 16,0-12-346-16</inkml:trace>
  <inkml:trace contextRef="#ctx0" brushRef="#br2" timeOffset="113605.54">19885 8914 559 0,'0'0'60'0,"0"0"-50"15,0 0 151-15,0 0-51 16,0 0-45-16,0 0-41 16,12-21-24-16,-12 21 7 15,-16 15-7-15,-1 7 6 0,-4 9 1 16,5 2 2-16,3 1-7 16,1 3 1-16,8-3-3 15,4-6-1-15,0-4-4 0,0-5 5 16,0-7-12-1,16-5-3-15,-3-7 1 0,3 0 3 16,1 0 10-16,4 0-4 16,-1-15 0-16,0-8-7 15,1-1 1-15,-5-7-7 0,5 0 7 32,-9-6 8-32,-4 3 3 15,-3 7 0-15,-5 2 2 0,0 9 13 16,0 11 28-16,0 1-7 15,0 4-8-15,0 0-16 16,0 0-12-16,0 4-21 16,0 17 17-16,0 10 4 15,0 3 5-15,0-3-2 16,0-1-2-16,0-2 0 16,0-6 1-16,0-7-1 15,0-9 0-15,4-2-1 0,0-4 0 16,4 0 1-16,0 0 7 15,1-16 18-15,3-5-14 0,4-7-10 16,-4-3 3-16,0-3-3 16,5 3-2-16,-9 3 1 15,0 13-1-15,-8 9 0 16,0 6 4-16,0 0-3 31,0 0-1-31,0 6-22 0,0 22 12 16,0-1 10-16,0 4 6 15,0-3-5-15,0-3 2 16,0-10-2-16,9 0-1 0,-5-5 0 16,4-10 0-16,0 0 1 15,1 0 8-15,-1 0 8 16,8-19 12-16,-3-8-24 16,2-4 0-16,-2 0 0 0,3-6-3 15,-3 3 0-15,-5 3-2 16,0 9 0-16,-8 7 2 15,4 12-2-15,-4 3 0 16,0 0 0-16,0 0-4 16,0 18-28-16,0 17 32 15,0 11 0 1,0 3 7-16,0 0-5 16,0-6-2-16,0-5 3 0,0-8-1 15,0-8-2-15,0-7-26 16,0-9-29-16,0-6-97 15,0 0-272-15</inkml:trace>
  <inkml:trace contextRef="#ctx0" brushRef="#br2" timeOffset="114188.61">20221 8637 325 0,'0'0'118'16,"0"0"-74"-16,0 0 51 15,0 0 21-15,0 0-16 16,0 0-41-1,0 0-4-15,-9-52-25 16,9 45 0-16,0 1-8 16,0-3-15-16,0-3-6 15,0 3-1-15,13-1-5 16,-1 4 3-16,5 3-2 0,-5 3 1 16,5 0 1-16,-9 0-4 0,-4 15 1 15,0 10 3-15,-4 0-5 16,0 5 1-16,0-2 4 15,-16 0 2 1,-9-3 2-16,0-7 17 0,8-6-9 16,13-9 20-16,4-3-30 15,0 0-6 1,0 0-55-16,17 0 16 16,16-9 8-16,0-3 9 15,0 6-20-15,-5 2-1 16,-11 4 35-16,-1 0 14 15,-12 0 14-15,-4 16 6 16,0 6 42-16,-16 6-7 0,-9-4-38 16,-3-5 29-16,-5-1 3 15,4-6-15-15,-4-2-34 0,8-1-3 16,18-9-178-16,7 0-322 16</inkml:trace>
  <inkml:trace contextRef="#ctx0" brushRef="#br2" timeOffset="115306.95">21067 8717 232 0,'0'0'58'0,"0"0"-46"16,0 0 87-16,0 0-17 15,0 0-28-15,0 0-18 0,0 0 1 16,0 0-15-1,0 0 15-15,8 0 18 16,4 0-22 0,8 0-25-16,9 0-7 15,4 0-1-15,9-3-25 16,6 0-72-16,2 0-48 16,-29 3-85-16,-5 0 35 0</inkml:trace>
  <inkml:trace contextRef="#ctx0" brushRef="#br2" timeOffset="115460.25">21625 8708 587 0,'0'0'54'16,"0"0"-42"-16,0 0-6 0,0 0-6 31,0 0-15-31,0 0-130 16,123-3-126-16</inkml:trace>
  <inkml:trace contextRef="#ctx0" brushRef="#br2" timeOffset="115591.97">22036 8696 171 0,'0'0'136'0,"0"0"-102"0,0 0-8 16,0 0 68-16,0 0-94 15,0 0-69-15,81-10-90 16</inkml:trace>
  <inkml:trace contextRef="#ctx0" brushRef="#br2" timeOffset="115645.73">22302 8683 172 0,'0'0'0'0</inkml:trace>
  <inkml:trace contextRef="#ctx0" brushRef="#br2" timeOffset="116714.88">22803 8304 470 0,'0'0'100'0,"0"0"-79"16,0 0 49-1,0 0 47-15,0 0-83 16,0 0-19-16,0 0-1 15,-20-53-6-15,20 53 3 0,0 0 16 16,0 10-4 0,-8 11 36-16,3 7-3 0,5 6-33 15,0 0 0 1,0 3 4-16,0 6-3 0,0 0-9 16,0 1-2-16,0 1-2 0,0-4 1 15,13 2-6-15,-5-6-5 16,-4 0 10-16,4-6 0 15,-3-3-6-15,-1-7 1 16,0-9-2-16,0-2-4 16,-4-4 1-1,0-3-1-15,0-3 5 16,0 0-5-16,0 0 4 16,0 0-4-16,0 0-25 15,0 0-15-15,0 0-26 16,0 0-22-16,0 0-94 0,0-9-188 15</inkml:trace>
  <inkml:trace contextRef="#ctx0" brushRef="#br2" timeOffset="117387.07">23066 8279 325 0,'0'0'40'0,"0"0"-21"16,0 0 93 0,0 0-16-16,0 0-8 0,0 0-28 15,8-15 9 1,-8 15 20-16,0 0-31 0,0 0-24 0,0 9-27 31,0 16 10-31,0 6 19 16,-12 9-23-16,8 3-3 15,0 3-4-15,-1 0-4 16,5 1-1-16,0-8-1 16,0-1 1-16,0-5 0 0,9-5 0 15,7-6 0-15,1-7-1 16,2-5 0-16,2-1 6 16,8-9-5-16,8 0 8 15,5 0 1-15,2 0-6 0,-3-9 1 16,1-7 7-1,-6-3-1-15,-7-2 12 16,-4-10 13-16,-13-3 2 0,-4-9 13 16,-8-3-7-16,0-6-12 15,0-1-15-15,-4 4 3 0,-21 2-1 32,-4 14-4-32,2 2-8 15,-11 6-7-15,1 4-2 16,0 5-14-16,-3 1-9 15,2 6-23-15,5 5-31 0,-4 1-9 16,13 3-67-16,20 0-118 16,0 0-160-16</inkml:trace>
  <inkml:trace contextRef="#ctx0" brushRef="#br2" timeOffset="117902.37">23218 7946 325 0,'0'0'184'16,"0"0"-154"-16,0 0 44 15,0 0 68-15,0 0-73 16,0 0 3-16,21-24-23 15,-21 24-7 1,0 0 4-16,0 0-18 0,0 0-14 0,0 0-14 16,0 0-7-16,0 12 7 15,0 10 4-15,0 5 6 16,0 7 2-16,0 0-9 0,0-3 3 16,0-3-2-16,0-3-3 15,4-7 2-15,-4-6 0 31,4 1-2-31,-4-7 4 16,0-6-5-16,4 3-29 0,-4 0-32 16,4-3-101-16,-4 0-133 15,0 0-219-15</inkml:trace>
  <inkml:trace contextRef="#ctx0" brushRef="#br2" timeOffset="118339.56">23382 7937 187 0,'0'0'392'0,"0"0"-381"15,0 0-2-15,0 0 150 16,0 0-61 0,0 0-39-16,0 0-18 15,20-43-31-15,-20 55-10 16,0 13 25-16,0 3 7 15,0-1-20-15,0-2-9 0,0 0 4 16,4-4-5-16,0-8-1 16,4-4 1-16,5-3 0 15,-1 1 2-15,5-7-4 16,8 0-4-16,8 0-8 0,-4 0-9 16,3 0-9-16,-8 0 18 15,-7 0 3-15,-9 0 5 16,0 0 2-16,-8 5-5 15,0 8 3-15,0 2 4 16,0 0 9-16,-8 4-2 0,-8 0 1 16,-5-1-2-16,-4-3 8 15,-3 1 0-15,-1-7 1 16,5-3-15-16,-1 1-6 16,4-7-99-16,17 0-102 15,0 0-201-15</inkml:trace>
  <inkml:trace contextRef="#ctx0" brushRef="#br2" timeOffset="118518.35">23414 7922 732 0,'0'0'0'0,"0"0"15"0,0 0 3 15,0 0 22-15,0 0-38 16,140-37-2-16,-99 37-25 16,-28 0-113-16,-5 0-296 15</inkml:trace>
  <inkml:trace contextRef="#ctx0" brushRef="#br2" timeOffset="119895.62">23882 8230 619 0,'0'0'64'0,"0"0"-47"15,0 0 96-15,0 0-35 0,0 0-42 16,0 0-23-16,0 0-3 16,0-6-3-16,0 6 3 15,0 6-5-15,0 10 8 16,-8 8 23-16,-8 10-22 15,-8 6 0-15,3 6-6 16,1 13-4 0,-1-4 3-16,0 7-1 15,5 0-3-15,-1-7 0 16,1 1 0-16,7-4-3 0,-2-5 1 16,3-11 2-16,-1 1-2 15,5-9-1-15,4-6 0 16,0-10 1-16,0 0 0 15,0-9-1-15,0 3 0 0,0-6-7 16,0 0-31-16,0 0-29 16,0 0-37-16,0 0-114 15,0 0-290-15</inkml:trace>
  <inkml:trace contextRef="#ctx0" brushRef="#br2" timeOffset="120784.71">23874 8640 550 0,'0'0'43'15,"0"0"-8"1,0 0 142-16,0 0-94 0,0 0-74 15,0 0-6-15,0 0-3 16,-12 13 12-16,4 14-7 16,-1 4-1-1,5 0-2-15,4-1-1 0,0-2 0 0,0-3 0 16,0-3 2-16,4-10-3 16,9-6 0-16,-1-3 1 15,5-3 0-15,3 0 8 0,1 0-4 31,0-21-3-31,3-7 1 16,-4 0 0-16,1-3-2 0,-5 0 1 16,-3-2 0-16,-1 5 0 15,-8 9 0-15,0 10 1 16,-4 0 19-16,0 9 19 16,0 0-41-16,0 0-1 15,0 9-31-15,0 19 32 16,0 5 4-1,-4 8-2-15,4-7-1 0,0-3-1 0,0-4 0 16,0-11 1-16,0-4 1 31,0-6-1-31,0-6-1 0,0 0 2 16,8 0 12-16,5-6 15 16,-1-13-16-16,9-5-5 15,-9-1-6-15,4-2-1 16,-4 2-1-16,-3 3 1 0,-5 10-2 15,0 5 1 1,-4 5 0-16,0 2-3 16,0 0-11-16,0 2-16 0,0 17 30 15,0 6 0-15,0-3 0 16,0-1-1-16,0-2 1 16,0-10-2-16,0-3 2 0,0 0 0 15,0-6 6-15,4 0 1 16,8 0 27-16,1-12-16 15,3-7-12-15,1-2-2 16,-1-4-4-16,5-3 0 0,-5 4-6 16,-4-1-8-1,-4 12 0 1,-8 1 1-16,0 12 12 0,0 0-4 16,0 0-23-1,0 9-8-15,0 16 32 0,0 3 4 16,0 3 0-1,0-3 1-15,0-4 0 16,0-5 0-16,8-4 1 16,-3-9-2-16,-1 0 0 0,-4-3-32 0,0-3-94 15,0 0-70-15,0 0-195 16</inkml:trace>
  <inkml:trace contextRef="#ctx0" brushRef="#br2" timeOffset="121253.73">24293 8424 638 0,'0'0'137'0,"0"0"-75"0,0 0 59 16,0 0-39-16,0 0-51 15,0 0-10-15,12-99-13 16,1 91-8-16,-1 4 0 0,-8 4 11 15,4 0-11 1,-3 0 4-16,-1 0-3 0,0 12-1 16,-4 13-4-16,0-3 1 15,0 6-16-15,-8-4 11 16,-13-5 8-16,0-1 2 0,9-8 5 16,4-5-6-16,8-5-1 15,0 0-26-15,0 0-16 16,0 0-19-16,16 0 43 15,5 0 15-15,-1 0 2 16,-7 0-5-16,-5 10 5 16,0 5-10-16,-4 4 5 15,-4 3 6 1,0 2 0-16,0-2 5 0,-8-7 16 16,-12-3 9-1,-5 1 6-15,-4-7-15 16,5 0-7-16,-1-3-14 15,5-3-20-15,15 0-93 0,5 0-186 16</inkml:trace>
  <inkml:trace contextRef="#ctx0" brushRef="#br2" timeOffset="123106.87">24420 7854 315 0,'0'0'169'15,"0"0"-129"-15,0 0 55 16,0 0-18-16,0 0-26 15,0 0-14-15,0 0-7 0,-3 0-2 16,3 0-7-16,0 0 9 16,0 0-1-16,7 0-12 15,14 0-2-15,12 0-5 16,12-3-5-16,12 0 5 16,5 3-9-16,0 0-1 15,-1 0 1-15,-11 0 1 16,-6 0-1-16,-19 0 0 0,-8 0-1 15,-13 0 3 1,-4 0-2-16,0 0 6 0,0 0 9 16,0 0 10-16,0 0 1 15,0 0-10-15,0 0-12 16,0 0-4-16,4 0 1 16,-4 0-2-16,0-3 3 0,0 3-1 15,0 0-1-15,0 0 0 16,0 0 2-16,0 0 5 15,0 0-1 1,0 0 2-16,0 0-3 16,0 0-6-16,0 0 5 15,0 0-1-15,0 0-2 0,0 0-2 16,0 0-2-16,0 3-4 16,0 12 6-16,0 7 2 15,0-1 3-15,0 7-4 16,0 3 0-16,8 3 2 0,0 3-3 15,-4 6 2 1,5-3 1-16,-5 6-1 16,4 7 0-16,-4-4-2 15,0 6 1-15,5 4 1 0,-1-4-2 16,4 1 1-16,-3-3 0 16,-2-8-1-1,1 5 1-15,0-7-1 16,-3-3 0-16,-1 7 1 15,-4-7 0-15,4 6 0 16,0-3 8-16,-4 0-5 16,4 0 1-16,-4-9-2 15,0 0 0-15,4 0 0 16,-4-6-3-16,0 0 2 0,0-7-1 16,0 1 0-16,4-4 1 15,-4-5-2-15,0-1 3 0,0-3 5 16,0 0-8-1,0 1 0-15,0-7 3 16,0 3-3 0,0 0 3-16,0-3-2 15,0 0-1-15,0-3 3 0,0 0-2 16,0 0 0-16,0 0 5 16,0 0-3-16,0 0 9 15,0 0 2 1,0 0-2-16,0 0 3 0,0 0-9 15,0 0 0-15,0 0-4 16,0 0 0-16,0 0-2 0,0 0 0 16,0 0 0-16,0 0-1 15,0 0 1-15,-4 3 0 16,-21 0 0-16,-11 1 1 16,-13-2 0-16,-9 5 1 15,-7-4-2-15,-2 3 7 16,-6 0 1-16,7 0 8 0,5-3 5 15,15 0-3-15,9-3 1 16,21 4-11-16,7-4-8 16,9 0 1-16,0 0-1 0,0 0 0 15,0 0-4-15,0 0-1 16,0 0 4-16,0 0-7 31,0 0-1-31,0 0-12 0,0 0-20 16,0 0-18-16,0 0-28 15,0 0-123-15,0-4-286 16</inkml:trace>
  <inkml:trace contextRef="#ctx0" brushRef="#br3" timeOffset="134431.54">17582 10231 314 0,'0'0'0'0,"0"0"-44"15,0 0 44-15,0 0 37 0,0 0 16 16,0 0-17-16,0 0 10 31,0-10 1-31,0 10-31 0,0 0 15 16,0 0 19-16,0 0-7 16,0 0-19-16,0 0-14 15,0 0 10-15,0 0 2 16,0 0 1-16,0 0 14 15,0 0 5-15,0 0-5 16,0 0 1-16,0 0-8 0,0 0 3 16,0 0-6-16,0 0-8 15,0 0 4-15,0 0-9 16,0 0-4-16,0 0 3 0,0 0 3 16,-8 0 5-16,-1 0-6 15,-3 0-4-15,-9 0 0 16,-8 4-9-1,-12 4-2-15,-8-1 3 16,-8 2 3-16,-17 0-3 16,-9-2-2-16,-11 2 2 15,-12-6 1-15,-6 0-3 16,2-3-1-16,12 0 1 0,15 0 0 16,22 3 26-16,15-3-10 15,17 3-11-15,13-3-1 16,12 0-5-1,4 0 0-15,0 0-4 16,0 0 3-16,0 0-8 16,0 3-1-16,0 0 6 15,8-3-16-15,0 0-29 16,-4 0-38-16,5 4-50 16,-9-4-84-16,0 0-125 15</inkml:trace>
  <inkml:trace contextRef="#ctx0" brushRef="#br3" timeOffset="134917.18">16625 10033 375 0,'0'0'356'0,"0"0"-356"15,0 0-29-15,0 0 29 16,0 0 71-16,0 0-19 16,-82 41-12-16,53-23 8 15,-8 7 10-15,0-1 3 0,-3 4-4 16,2-3-6-16,5 2-21 15,4-2-11-15,6-3-4 16,6 2-3-16,5-2-4 16,3-4-4-16,5 4-4 15,4 3 6-15,0-4 10 0,0 7-12 16,8-1-3-16,17-2-1 16,11-3-1-16,6 0 1 15,7-7-3-15,4-3 2 0,1 4 1 16,4-7 2-16,-10 0-2 15,2-2 2-15,-17-5-1 16,-9 1-1-16,-16 0-12 16,-8 1-23-16,0-1-34 15,-11-3-49-15,-14 0-131 16</inkml:trace>
  <inkml:trace contextRef="#ctx0" brushRef="#br3" timeOffset="136085.19">13406 10400 69 0,'0'0'578'0,"0"0"-535"0,0 0-26 16,0 0 12-16,0 0 72 16,0 0-76-16,0 0-20 15,-20-40-2-15,0 28 8 16,-9-1 2-16,-12 4 6 16,-5 9-5-16,-2 0-10 15,6 6-4-15,-3 16 1 16,9 6-1-16,-2 2 12 15,14 4 11-15,11-3-3 0,5 0-15 16,8-6-5-16,0-4-1 16,0-8 1-16,4-1 7 15,13-12 0-15,3 0 8 16,1 0-4-16,3-3 6 0,5-22-11 16,4 0 1-16,-4-11-7 31,0-4-10-31,-1-10-9 15,-4-6 0-15,-3-8-5 0,-4-7 2 16,-9-3 3-16,0 0 0 16,-4 16 12-16,-4 8 4 15,0 19 3-15,0 10 18 16,0 14 22-16,0 7 6 16,0 0 3-16,0 0-3 0,0 19-30 15,-8 18-16-15,-4 13 0 16,-1 11 0-16,5 7 7 15,0 0-2-15,8 3-5 16,0-7 1-16,0-8 3 0,4-4-4 16,21-12 0-16,4-6 0 15,4-9 0-15,-1-10-1 0,1-5-2 32,0-10-16-17,-8 0-45-15,-5 0-33 0,-20 0-102 16,0-7-285-16</inkml:trace>
  <inkml:trace contextRef="#ctx0" brushRef="#br3" timeOffset="136454.73">13575 10459 616 0,'0'0'353'0,"0"0"-319"16,0 0-24-16,0 0 33 15,0 0 9-15,0 0-41 0,115-117-9 16,-103 92 0-16,0 0 4 16,-12-2-1-16,0 5-2 15,0 4 7-15,-12 2-8 16,-17 13 3-16,1 3 14 16,-9 0-14-16,4 6 4 15,-4 22-2 1,5 9-2-16,7 6 9 0,8 3-7 15,13 0 0 1,4-5-3-16,0-8-1 0,33-8-1 16,3-10-1-16,6-8 0 15,-1-7-1-15,9 0-6 16,-6 0-3 0,6-16-25-16,-5-2-42 0,-13-7-55 0,-24 13-130 15,-8 3-140-15</inkml:trace>
  <inkml:trace contextRef="#ctx0" brushRef="#br3" timeOffset="137831.47">14100 10233 284 0,'0'0'158'16,"0"0"-128"-16,0 0 43 0,0 0 102 15,0 0-34-15,0 0-64 16,12-52-13 0,-31 52 2-16,-10 0-36 0,-9 6-6 15,-3 16-24-15,-3 9 2 16,2-3 10-16,9 0-2 0,8-1 0 16,13-6-10-16,12-5 0 15,0-4-3-15,0-2-8 16,17-10 9-1,7 0-15-15,9 0-12 0,1-3 25 0,-7-7-5 16,-6-2-16-16,-4 6-8 16,-9 3 13-16,-4 3 19 15,-4 0 1-15,8 18 1 16,1 19 26-16,3 13 10 16,0 8-21-16,1 13-8 15,-1 3-6 1,-4 0 0-16,-8-6-2 15,0-16-138-15,0-9 138 16,-20-12 4-16,-17-9-4 16,-9-13 1-16,-7-6 59 15,4-3-27-15,3-3-16 0,10-28-6 16,7-6 4 0,13-12 8-16,16-7-20 0,0-8-3 0,20 2-2 15,21 3-5-15,12 7-2 16,5 6-17-16,-1 0 5 15,1 5-2-15,-4 1 17 16,-6 7 4-16,-10-2 2 16,-5 5 0-16,-17 5 0 15,0 4 0 1,-8 5 0-16,-8 7 0 16,0 6 2-16,0-3 4 15,0 6 8-15,0 0 9 16,-13 0-4-16,-2 0-14 15,-10 0 1-15,5 15-6 16,-5 16 0-16,4 0 7 0,9 6-4 16,3-1 3-16,9-1-5 15,0-4-1-15,0-7 0 16,13-8-3-16,7-4 2 16,1-6 1-16,4-6-10 0,0 0-18 15,-2 0-7-15,2-15-3 16,-4-10-14-16,-4-3-18 15,-5-6-53-15,-8-3 16 16,0-3 28-16,-4 0 40 16,0 9 31-16,0 10 8 0,0 11 8 15,0 4 50-15,0 6 39 16,0 0 7-16,0 9-32 16,0 26-44-16,0 8-21 31,4 6 13-31,0 0 4 0,5-3-17 15,3-3-6-15,-4-12 1 16,-3-9-1-16,-1-13 1 16,-4-9 3-16,4 0 12 15,0 0 7-15,4-12 10 16,4-22 3-16,0 0-20 16,0-6-14-16,1-3 0 0,-5 9 1 15,0 6-3-15,-4 10 1 16,1 9 3-16,-5 9 6 15,0 0 18-15,0 0 7 16,0 15-8-16,0 13-25 0,8 8-3 16,0-1 7-16,5-4-5 15,-1-4 0 1,0-5 0-16,1-7-2 16,-2-9 0-16,-3-6-2 15,9 0-13-15,-1 0-14 16,1-12 8-16,4-10-5 15,-9-5-8-15,5-4-28 16,-5 0 1-16,-4 0 22 16,1-3 20-16,-2 3 10 0,1 7-7 15,-4 5 16-15,0 7 1 16,-4 12 12-16,0 0 18 16,0 0 10-16,0 0 4 15,-16 3-24-15,-4 21-21 16,-1 4-5-16,-3 10 4 15,7-2-1-15,13-2 1 0,4 3-1 16,0-6-4-16,4-9 5 16,21-4 1-16,4-12-7 15,-1-3-2-15,9-3-17 0,-4 0 1 32,4-12 1-32,-8-9-41 0,-5-10-79 15,-24 15-49 1,0-2-97-16</inkml:trace>
  <inkml:trace contextRef="#ctx0" brushRef="#br3" timeOffset="138132.2">14851 10206 274 0,'0'0'241'16,"0"0"-105"-16,0 0-14 15,0 0-26-15,0 0-64 16,0 0-26-16,0 0 10 16,83 114-9-1,-62-68-4-15,-2-6 0 16,-2-3-2-16,-9-6 0 15,-8-12 2-15,0-4-2 16,0-9 0-16,0-6 36 16,-17 0 39-16,5-12-18 0,1-19-31 15,2-9-6-15,5-6 3 16,4-7-4-16,0 1-3 16,0 12-1-16,0 3-15 15,17 12 2-15,-2 10 2 0,2 6-5 16,-1 9-3-16,-3 0-11 15,-1 0-52-15,1 9-107 16,-5 0-90-16,-8 0-228 31</inkml:trace>
  <inkml:trace contextRef="#ctx0" brushRef="#br3" timeOffset="138716.29">15286 10166 454 0,'0'0'246'15,"0"0"-158"-15,0 0-15 16,0 0 89-16,0 0-69 0,0 0-49 16,0 0-39-16,-52 80-1 15,14-27-4-15,5-4 2 16,4 0-1-16,10-9-1 16,15-12-1-16,4-13-1 15,0-9-3-15,0-6-4 0,19 0 4 16,14-3 3-16,0-21 2 0,1-7-2 15,-2 0-18-15,-12 0-26 16,-3 9-13 0,-9 10 11-1,-8 9 32-15,0 3 16 16,0 0 9-16,0 10 52 16,0 17-37-16,0 7-13 15,0-3 0-15,17-3-9 0,3-10-1 16,5-5 1-16,4-13-1 15,-1 0-1-15,5-13-1 0,0-24-7 16,4-12-6 0,-9-10-18-16,-3-5-14 0,-4-7 15 15,-9-7 2-15,0-2 4 16,-7 3-17-16,-5 9-6 16,0 16 16-16,0 21 32 0,0 16 87 15,0 9 72-15,0 6-28 16,0 0-44-16,0 28-86 15,0 21 3-15,0 19-5 16,0 5 2-16,0 8 3 31,0-1-2-31,0-9-2 0,4-10 2 16,8-8-2-16,-8-16-1 16,5-9-5-16,-9-13-27 15,0-12-34-15,0-3-68 16,0-6-213-16</inkml:trace>
  <inkml:trace contextRef="#ctx0" brushRef="#br3" timeOffset="139052.41">15542 10231 642 0,'0'0'401'0,"0"0"-384"16,0 0 9-16,0 0 1 15,114-3 23-15,-61 6-22 0,1-3-17 16,-5 0-3-1,-4-19-1 1,-4-8-1-16,-4-4-6 0,-8 3-1 16,-12 0-16-16,-10 4-2 15,-7 5 5-15,0 3 5 16,0 10 7-16,-24 6 2 16,-17 0 19-16,-4 13-3 15,4 17-13-15,-4 17 13 0,3 8 6 16,22 0-1-16,7 1-10 15,13-10-6-15,0-15-5 16,17-9 7-16,24-7 1 16,13-15 1-16,7 0 3 0,9-18-12 15,-13-16-24-15,-40 12-97 16,-17 4-588-16</inkml:trace>
  <inkml:trace contextRef="#ctx0" brushRef="#br3" timeOffset="141027.54">26272 10067 339 0,'0'0'178'16,"0"0"-178"-16,0 0-5 15,0 0 5 1,0 0 4-16,0 0-3 16,-4-12-1-16,4 12 2 0,0 0 10 15,0 0 54-15,0-3-2 16,0 3-18-16,0 0-16 15,0 0-9-15,0 0-2 16,0 0-4-16,0 0 2 16,0 0 2-16,0 0-2 15,8 0 13-15,9-3 0 16,7-3-15-16,9 2-8 0,4-2-1 16,12 0-6-16,12-3 4 15,10-3-1-15,10-1-2 16,10 1-1-16,3 0 1 15,5-4 1-15,-4 4-2 0,-10 3 0 16,-11 2 8-16,-16 4-3 16,-13 3-1-16,-16-6 0 15,-13 6-4-15,-8 0 7 16,-4 0-7-16,-4 0 5 16,0 0 14-16,0 0 21 15,0 0-17 1,0 0-19-16,0 0-4 15,0 0 5-15,0-3-5 16,0 3 0-16,0 0-6 16,0 0-47-16,0 0-39 15,-4 0-111-15,-4-3-256 16</inkml:trace>
  <inkml:trace contextRef="#ctx0" brushRef="#br3" timeOffset="141413.15">27138 9827 696 0,'0'0'103'15,"0"0"-92"1,0 0 102-16,0 0 27 16,0 0-72-16,0 0-38 15,-20-16-11-15,20 16-9 16,0 0-6-16,0 0-4 15,8 7 2-15,17 8 1 16,4 3 4-16,3 1-4 16,9 0 6-16,0 2-7 0,4-2 0 15,-4 2 0-15,-8-2-1 0,-4-7-1 16,-8 3 0 0,-13-5-1-16,-5-1 1 0,-3-3-5 15,0-3-6-15,-3 4 6 16,-22 1 5-16,-16 8 0 15,-5-4 18-15,2 4-18 0,-2-4-9 16,9-3-10-16,17-6-13 16,7 4-54-16,13-7-105 31,0 0-230-31</inkml:trace>
  <inkml:trace contextRef="#ctx0" brushRef="#br3" timeOffset="142299.2">27951 9756 587 0,'0'0'125'16,"0"0"-124"-16,0 0 54 16,0 0 49-16,0 0-86 15,0 0-18-15,-9-19 0 16,9 19-2-16,0 0 5 16,13 13 4-16,3 15 18 0,5 5-2 15,8 5-1-15,-8 5-17 16,2 0-3-16,-6 0 1 15,-1-3-3-15,-3-6 0 0,-5-10 2 16,-4-8-2-16,-4-13 0 16,0-3 1-16,4 0 9 31,-4-3 21-31,0-25 19 16,9-9-47-16,-5-6-2 0,4-4-1 15,4-1 1-15,1 1 3 16,-1 1 2-16,4 12-2 15,-4 7 1-15,0 8 1 16,-3 7-6-16,-1 5-4 16,0 4 0-16,1 3-32 0,-1 0-112 15,0 0-89-15,-4 3-61 16,-4 4-46-16</inkml:trace>
  <inkml:trace contextRef="#ctx0" brushRef="#br3" timeOffset="142667.97">28357 9824 48 0,'0'0'213'0,"0"0"-165"15,0 0 23-15,0 0 74 16,0 0-42-16,0 0-11 0,0 0 9 16,107 58-37-16,-83-61-9 15,5-15-19-15,-4-4-17 16,4-3-12-16,-13-2-2 15,-3 2 10-15,-5 0-6 0,-8 7 20 16,0 3 7-16,0 2-15 16,-21 7 22-16,1 6-34 15,-5 0-9-15,-4 0-3 16,-7 31 1-16,-2 9 4 16,10 6-2-16,3 1 1 0,16-2 1 15,9-2-2-15,0-5 2 16,21-7-1-16,12-10-1 15,0-5-6-15,8-10 1 16,4-6-1-16,1 0-12 16,-2 0-40-16,-3-16-68 15,-37 4-134-15,5-1-168 16</inkml:trace>
  <inkml:trace contextRef="#ctx0" brushRef="#br3" timeOffset="143302.87">28870 9704 359 0,'0'0'241'0,"0"0"-174"15,0 0 50-15,0 0 42 16,0 0-78-16,0 0-37 16,25-35-6-1,-50 35-38-15,-8 13 1 16,0 5 1-16,1 7 8 15,7-3-2-15,13-1-8 16,4-6 0-16,8 1-7 16,0-1 3-16,8-2 1 15,13 2 0-15,7-3-12 0,5-2 9 16,-4-1 2 0,0-3-6-16,-9 4-6 15,-7-5 8-15,-9-1-2 16,-4-1 3-16,0 0-21 0,0 6 28 0,-17 0 11 15,-8-2 13-15,-4 1-3 16,5 2-7-16,-1-4-6 16,9-3-1-16,4-3-7 15,4 0 0-15,8 0-18 16,0 0-31-16,0 0-30 16,12 0 7-1,12-15-25-15,9-1 50 16,8-2-27-16,-3 0-29 15,-2-7 39-15,5 0 35 16,-12-6 25-16,-4 4 4 16,4-4 29-16,-10 3 37 0,-2 3 23 15,-1 10 4-15,-11 2 6 16,-1 13-13-16,-4 0-5 16,0 0-20-16,0 0-37 15,0 7-17-15,0 21-2 0,0 8 12 16,0 7-1-16,0 1-15 15,0-1 3-15,4-12-1 16,0-3-2-16,0-10-2 16,0-9 1-16,-4 0-30 0,0-9-20 15,0 0-62-15,0 0-61 16,0-5-226-16</inkml:trace>
  <inkml:trace contextRef="#ctx0" brushRef="#br3" timeOffset="143435.44">29039 9583 174 0,'0'0'689'16,"0"0"-668"-16,0 0-21 15,0 0-3-15,0 0-93 16,0 0-31-16,4-6-23 16,4 18-50-16,-4-5-9 15</inkml:trace>
  <inkml:trace contextRef="#ctx0" brushRef="#br3" timeOffset="143704.47">29231 9605 144 0,'21'-16'92'0,"-9"-5"17"16,5-1 47-16,-5 4-24 15,-8 3-14-15,5 5-6 16,-5 4-48-16,-4 6-4 16,0 0-16-16,4 0-16 15,-4 0-20-15,0 16-7 0,4 17 11 16,4 14-4-16,5 5 0 15,3 3-7-15,0 1 3 16,0-7-4-16,5-5 2 16,-9-11-2-16,1-5 0 15,-1-6 0-15,-4-10-12 16,-3-3-7-16,3-6-13 0,-8-3-12 16,0 0-36-16,0 0-69 0,0 0-83 15</inkml:trace>
  <inkml:trace contextRef="#ctx0" brushRef="#br3" timeOffset="144138.75">29453 9743 446 0,'0'0'112'0,"0"0"-110"15,0 0 121 1,0 0 26-16,0 0-88 0,0 0 6 16,-91-55-39-16,72 55 1 15,-2 0-2-15,5 0 13 16,7 0-5-16,5 0-33 0,0 0-2 16,4 0-8-16,0 3 1 15,0 3 5-15,0 4 2 16,8-1-3-16,13 0-8 15,0 1-14-15,-1 2-3 0,0 0-1 32,1 0 1-32,-5 0 23 15,1 4-4-15,-9-1 1 16,-8 4 2-16,4-1-1 16,-4-2 7-16,0 2 14 15,0-2-4-15,0-4-4 0,8-3-2 16,-8 1-4-16,5-7 4 15,-1-1-3-15,-4-2-1 16,0 0-13-16,0 0-42 16,0 0-116-16,0-2-383 0</inkml:trace>
  <inkml:trace contextRef="#ctx0" brushRef="#br3" timeOffset="144558.34">29387 9577 74 0,'0'0'557'0,"0"0"-557"0,0 0 4 16,0 0 175-1,0 0-68-15,0 0-89 16,0 0-3-16,-69 3 14 0,48 19-14 15,5 5-6-15,12 1-13 16,4 0 3-16,0 3-6 0,12 0 0 16,21 3-2-1,4-7-16-15,8-2 1 0,0-4 4 16,-8-8 2-16,0-1 0 16,-13-2 10-16,-7-5 4 31,-9 2-3-31,-4-4 3 0,-4 3-5 15,0 0 5-15,0 3 13 16,-20 3 10-16,-9 1-11 16,-12-3 10-16,4-1-22 15,-4-3-30-15,4 0-24 16,13-6-49-16,20 0-87 16,4 0-132-16</inkml:trace>
  <inkml:trace contextRef="#ctx0" brushRef="#br3" timeOffset="144812.56">29585 9629 839 0,'0'0'85'15,"0"0"-83"-15,0 0 58 16,0 0-6-16,0 0-41 15,-71 142-2-15,56-80 8 16,-6-6-5-16,9 2-9 16,-5-5-3-16,9-10-2 15,4-7-8-15,4-11-34 0,0-10-16 16,0-5-22-16,0-10-110 16,0 0-174-16</inkml:trace>
  <inkml:trace contextRef="#ctx0" brushRef="#br3" timeOffset="145761.54">29806 9399 556 0,'0'0'161'0,"0"0"-153"15,0 0-7-15,0 0 82 16,-8 135-60-16,8-70-21 16,0 0 4-16,12-4-1 0,4-3 7 15,1-2 8-15,4-10 14 32,-5-9-6-32,1-6-25 15,3-9 7-15,-7-10 1 0,2-6-8 16,-2-6-3-16,-1 0-12 15,-4 0-47-15,-3-18-64 16,-5 3-91-16,0 2-72 16</inkml:trace>
  <inkml:trace contextRef="#ctx0" brushRef="#br3" timeOffset="146090.01">29880 9839 59 0,'0'0'519'16,"0"0"-476"-16,0 0-36 15,0 0 71-15,0 0-55 16,0 0-23-16,-20-18-4 15,40 18 4-15,-3 0 4 16,8 0 1 0,7 0-2-16,1-3 0 0,8-7-3 15,5 4-2 1,-2-6-5-16,-3 0-34 0,-4-4-29 16,-16 4-7-1,-8 5-23-15,-6 1 100 0,-7 6 37 16,0 0 51-1,0 0-2-15,0 0-23 0,0 0-33 0,0 19 16 16,0 6 30-16,0-4-10 16,0 7-23-16,0-4-25 31,0-5-11-31,0-3-3 0,0-4-2 0,0-9-2 0,0 0-12 31,4-3-70-31,0 0-67 16,-4 0-31-16,0 0-203 0</inkml:trace>
  <inkml:trace contextRef="#ctx0" brushRef="#br3" timeOffset="146220.22">30143 9525 757 0,'0'0'121'0,"0"0"-121"15,0 0-84-15,0 0 54 16,0 0-69-16,0 0-324 15</inkml:trace>
  <inkml:trace contextRef="#ctx0" brushRef="#br3" timeOffset="146550.34">30373 9654 692 0,'0'0'275'0,"0"0"-275"16,0 0 0-16,0 0 42 15,0 0-12-15,57 129-24 0,-40-94 0 32,-1-2-5-32,-3-8 0 15,-1-3 1-15,0-7-2 16,-3-12-3-16,3-3-8 16,-1 0 6-16,2 0 5 0,3-22 19 15,1-11 8-15,-1-7-4 16,-3-7-6-16,-5 1-1 15,0 0-1-15,-4 6-4 0,-4 9 10 16,0 9-5-16,0 10 3 16,0 12-19-16,0 0-29 15,-8 0-53-15,-4 19-84 16,8-1-70-16,0 1-172 16</inkml:trace>
  <inkml:trace contextRef="#ctx0" brushRef="#br3" timeOffset="146823.54">30742 9808 266 0,'0'0'177'16,"0"0"-141"-16,0 0 102 15,136-49 40-15,-112 21-119 16,-11 1-30-16,-1 2 0 0,-12 3 1 16,0 7-6-16,0 2 6 0,-25 13 13 15,-8 0-26 1,-4 0 2-16,1 25 7 15,-1 15-17-15,8 3-9 0,16 3 0 16,13-2 0-16,0-7 19 16,42-7-9-16,15-11 11 15,17-10 1-15,20-6-19 0,9-3-3 32,-62 0-105-32,-8-12-336 15</inkml:trace>
  <inkml:trace contextRef="#ctx0" brushRef="#br3" timeOffset="152324.46">18932 9783 456 0,'0'0'93'16,"0"0"-87"-16,0 0 40 15,0 0 24-15,0 0-44 16,0 0-14 0,0 0 11-16,0 0 21 15,0-2 4-15,0 2-7 16,0 0-15-16,0 0-10 15,0 0-5-15,0 0-5 16,0 0-4-16,0 2-1 16,0 14 25-16,0 6 1 15,8 8 6-15,4 4-17 0,-3 3-7 0,3 3-3 16,0 1-5 0,-3-5 2-16,-5-1-2 0,4-5-1 15,-4-8 2 1,-4-7-2-16,0-2 0 0,0-13 3 15,0 0 18-15,0 0 4 32,0 0-9-32,0 0 12 0,0-7-1 15,0-8-17-15,0-13-8 16,0-2-1-16,4-8 5 16,1-2-4-16,7-3-2 15,-1 6 0-15,10 3-1 16,4 3-4-16,4 4 2 15,0 8 2-15,-5 4-2 0,0 6 1 16,-7 2 0-16,-1 7 0 16,-3 0 0-16,-9 0-8 15,4 9 2-15,5 19 8 16,-5 6 2 0,4 10 4-16,-4 2-4 0,1 0 0 15,-1 0 0-15,-4-3 0 0,4-6 0 0,1-3-1 31,-2-9-1-31,-3-10 1 16,0-9 1-16,0-3-1 16,0-3-1-16,5 0-5 15,7 0-4-15,1 0-13 16,3-5-57-16,5-11-82 16,-16 7-150-16,-5-4-128 0</inkml:trace>
  <inkml:trace contextRef="#ctx0" brushRef="#br3" timeOffset="152658.01">19610 9756 245 0,'0'0'339'0,"0"0"-253"15,0 0-14-15,0 0 85 0,0 0-69 32,0 0-41-32,0 0-13 0,0-13-1 15,0 17-17-15,0 20 6 16,0 7 6-16,0 3-7 16,0 6-5-16,0 3-1 15,0 0-11-15,0 3 4 16,12-5-7-16,0-7 0 15,-4-3 0-15,0-10-2 0,0-6-3 16,1-5-18-16,-9-7-19 16,0-3-30-16,0 0-52 15,0 0-109-15,0 0-170 0</inkml:trace>
  <inkml:trace contextRef="#ctx0" brushRef="#br3" timeOffset="152862.65">19437 10015 290 0,'0'0'311'0,"0"0"-241"16,0 0 17-16,0 0 100 15,0 0-93-15,0 0-71 16,-37-40-21-16,49 34 6 16,21-1-1-16,4 1-1 0,8-3-3 15,9-3-2-15,-1 2 2 16,0 1-3-16,-3 3-4 0,-42 3-70 15,-4 0-243-15</inkml:trace>
  <inkml:trace contextRef="#ctx0" brushRef="#br3" timeOffset="155137.24">22943 9685 190 0,'0'0'128'0,"0"0"-86"15,0 0-1 1,0 0 62-16,0 0-70 16,0 0-24-16,0 0 5 15,0-6 11-15,0 6 3 0,0 0 8 16,4 0 5 0,-4 0-18-16,0 0-14 15,0 0 1-15,0 0 1 16,0 0-6-16,0 0-1 0,0 0 1 0,4 0-3 15,0 0 0-15,1 0 0 16,-1 9 10-16,-1 13 11 16,5 3-7-16,-4 5 3 15,4 1-3-15,-3 0-10 16,-1-4-3-16,-4-2-1 16,0-3 2-1,0-7 0-15,0-2 4 16,0-7 9-16,0 0-7 15,0-6-1-15,0 0 1 16,0 0 1-16,0 0 11 16,0 0 15-16,0 0-7 15,0-9-2-15,4-10-21 16,0-5-7-16,8-4 3 0,1-9-2 16,-1 0 3-16,5-3-4 15,-1-3 2-15,-3 6-2 16,3 6 0-16,0 3 0 15,-4 13 0-15,0 2-3 16,1 7 2-16,-1 6 1 16,1 0-1-16,-5 0-3 0,4 6-1 0,1 25 5 15,3 9 5 1,-3 6-3-16,2 7 8 16,-7-4-5-16,1 1-2 0,-5-10-3 15,0-7 1-15,-4-5-1 31,0-9 4-31,0-10-4 16,0-3 0-16,0-6-16 0,0 0-59 16,0 0-139-16,0 0-266 15</inkml:trace>
  <inkml:trace contextRef="#ctx0" brushRef="#br3" timeOffset="155437.73">23513 9910 338 0,'0'0'336'0,"0"0"-309"16,0 0-27-16,0 0 71 15,0 0-21-15,0 0-15 16,13 31 40-16,-13 3 0 16,0 6-56-16,-8 0-9 15,-13 6-6-15,0-6-4 16,1-3-39-16,-9-6-25 0,8-9-95 16,14-22-72-16,7 0-209 15</inkml:trace>
  <inkml:trace contextRef="#ctx0" brushRef="#br3" timeOffset="155954.66">23678 9639 593 0,'0'0'117'0,"0"0"-117"0,0 0 0 15,0 0 48-15,0 0-8 16,0 0-27-16,32 129 3 16,-24-95 14-16,-4 0-20 15,0-9 7-15,1-4-7 16,-5-9-5-16,0-5-4 0,0-4 1 15,0-3 12-15,4 0 4 16,0 0 21-16,0 0 14 16,4-22-7-16,5-6-34 15,3-5-7-15,-3-5 9 0,3-2-5 16,1 4-5-16,-6 5 0 31,1 12 2-31,-3 10-1 16,-9 6 8-16,0 3-3 15,0 0 2-15,4 0-12 0,-4 0-3 16,8 19-7-16,4 11 10 16,5 7 19-16,0 0-11 15,7-3-4-15,-3-3-4 16,0-3 0-16,-10-10-24 0,1-3-30 16,1-2-54-16,-13-13-119 15,0 0-197-15</inkml:trace>
  <inkml:trace contextRef="#ctx0" brushRef="#br3" timeOffset="156192.37">24269 9787 942 0,'0'0'131'0,"0"0"-128"0,0 0 60 16,0 0 25-16,0 0-88 16,0 0-10-16,28-22 10 15,1 13 4-15,0 3-4 0,0-7-1 16,-9 11-69-16,-11-2-154 16,-9 4-287-16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07:36.03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18526 7752 389 0,'0'0'123'0,"0"0"-116"15,0 0 17-15,0 0 32 16,0 0 11-16,0 0 8 0,0 0-10 15,12 0-30 1,-12 0-8-16,0 0 16 16,0 0-3-16,0-6-8 0,0 3-5 15,4 0-5 1,0-6-2-16,-4-1-4 16,4-2 6-16,0 0 0 15,-4-4-4-15,9 1 6 16,-9-4-4-16,4 1-9 0,-4-4 3 15,4-6-10-15,0-8 1 16,0 1 1-16,-4-5-1 0,0 1 3 16,0-8-4-1,0 1 3-15,0 3-7 0,0 0 4 16,0 0-4-16,-12 0 5 16,-5-4 2-16,-3 1-2 15,-5 0 0 1,0-7-4-16,-7 4 1 0,-1-6-1 0,-8 2-1 15,-1 4 0-15,-2-4 0 16,2 14-3-16,-3-8 3 16,5 7 0-16,2 3 2 15,1 0 1-15,0 0-2 16,5 0-1-16,-5-3 1 0,0 0-2 31,-1 0 1-31,-2 0 0 16,-5 0-3-16,-9-3 2 15,5 3 1-15,-4 0 0 16,-5 2 1-16,9 2-1 16,-9 1 0-16,9 5 0 0,-4-1 1 15,3 3-1-15,-2-2 0 16,-2 2-1-16,-4 0 1 0,-3 0-1 16,-1 6-6-1,5-2 7-15,-1-1 5 0,4 3-5 16,2 4 0-16,-2 3-3 15,4-1 1-15,6 1 1 16,-10-1 0-16,5 1 0 16,-4 3-3-1,-9 0 7-15,1-4-7 16,-9 4 4-16,0 0-1 0,4-1-1 16,0 1 1-1,5-1 1-15,7 1 3 0,6 0-3 16,-6-4 0-16,4 4 1 15,-2-4-1-15,2 1 1 16,0-3-1-16,2 5 0 0,2-2 2 31,1-4-2-31,9 7 0 16,-6-7 0-16,9-2 1 0,-4 3 0 16,-3-4-1-1,3 4 0-15,-5-4 2 0,5-3-1 16,1 4-1-16,-5-7 0 15,7 0 2-15,-3-3-2 16,5 0 0-16,-1 4 0 16,8-1 0-16,13 4 2 0,-5 1-2 15,5 2 3-15,4 3-2 0,-1-1 7 32,5 1-7-32,0 2 0 0,4 4 5 15,0 3-5-15,0-1-2 16,0 1-1-16,0 0-2 0,0 3 4 15,0-1-3 1,0 2 3-16,0-5 2 0,0 1-1 16,0 0 2-16,0-1-3 15,0-2 0-15,0 6-1 16,0-4 1-16,0 5 0 0,0-2 5 16,0 4-5-16,0 0 0 31,0 3 0-31,0-3 1 15,0 3-2-15,0 0-1 16,0 0 2-16,0 0-1 0,0 0 2 16,0 0-2-1,0 0-3-15,0 0 1 0,0 0 3 16,0 0-7-16,0 0 3 0,0 0 0 16,0 0-7-16,0 3 2 15,-11 15 4-15,-10 5 5 16,-4 1 0-16,-4 4 0 15,-4 6 0-15,-3 6-1 16,-5 0 3-16,4-4-1 0,-5 2-1 31,10-8 0-31,-1-2-3 16,13-9 4-16,7-4-1 16,5-9 1-16,4-3 0 15,4-3-1-15,0 0 0 16,0 0 1-16,0-18 1 15,20-16 3-15,5-12-4 0,8 0 5 16,-1-1-6-16,-3 1 0 16,0 6 0-16,4 0 1 15,-8 6-2-15,3 3 1 16,-7 10 0-16,3-1 3 0,-7 10-1 16,-9 2 0-16,1 10 2 15,-5-3-4-15,-4 3 0 16,4 0-11-16,8 0-2 15,5 28 12-15,6 6 1 0,6 3 0 16,5-3 0-16,-1-3 1 16,0-7-1-16,-1-2 0 15,9-7 0-15,-4-2 8 16,4-4-8 0,-4-6 2-16,-8 0-1 15,-9-3 0-15,-7 0 0 16,-13 0-1-16,0 0-34 15,0 0-73-15,0 0-290 16</inkml:trace>
  <inkml:trace contextRef="#ctx0" brushRef="#br0" timeOffset="2212.34">14297 3834 406 0,'0'0'113'0,"0"0"-93"16,0 0 75-16,0 0 18 15,0 0-36-15,0 0-14 16,0 0 8-16,46-98 7 15,-46 89-25-15,0 2-3 16,0 1-24-16,-13 0-26 0,-7 0-10 16,-13 3 7-16,-4 3 3 15,-12 0-4-15,-1 12 8 16,-3 9-1-16,0 10-1 31,3 6-2-31,6 4-2 16,2 8 0-16,13-3 1 15,17 3-1-15,8-2-5 16,4-7 0-16,12-3 2 0,34-7-9 16,6-11-2-16,19-13 15 15,6-6 1-15,10 0 9 16,-1-27-7-16,-8-7-1 16,-8-3 4-16,-21-6-4 0,-16 0 4 15,-16-4 14-15,-14-2 1 16,-3-4 22-16,0 4-15 15,-20 6-13-15,-13 9 13 16,-8 9-10-16,0 10-17 16,-4 9-2-16,-4 6 1 0,3 0-29 15,6 12-59-15,7 6-90 16,24-8-113-16,9-1-82 16</inkml:trace>
  <inkml:trace contextRef="#ctx0" brushRef="#br0" timeOffset="2528.61">14207 3424 284 0,'0'0'133'0,"0"0"-68"16,0-120 52-16,0 102 22 16,0 5-32-16,0 1-46 0,0 12-2 15,0 0-7-15,0 0-30 16,0 0-22-16,0 12-4 0,0 28 4 15,0 16 39-15,0 27-13 16,0 13-5 0,-4 8-2-16,-4 4-2 0,0 0-9 15,4-3-7-15,4-6 9 16,0-4-10-16,0-18 0 16,0-15 1-1,0-13 2-15,0-15-5 16,0-9 2-16,0-13 0 15,0-6 0-15,0-3-6 16,4-3-59-16,-4 0-52 16,0-9-122-16</inkml:trace>
  <inkml:trace contextRef="#ctx0" brushRef="#br0" timeOffset="2913.72">14593 3970 417 0,'0'0'71'15,"0"0"-24"1,4 105 36-16,-4-53 33 16,0 3-45-16,0 7-22 15,0-9-12-15,0-1-2 0,0-9-14 16,0-5 11 0,0-11 3-16,0-6-11 15,0-8-13-15,0-10-6 16,0 0-1-16,0-3-4 0,4 0 1 0,-4-3-2 15,4-18-30-15,0-13-50 16,-4-3-26-16,0-6-35 16,0 24-90-16,0-3-1 15</inkml:trace>
  <inkml:trace contextRef="#ctx0" brushRef="#br0" timeOffset="3098.56">14597 4032 334 0,'0'0'287'0,"0"0"-125"0,0 0-76 0,0 0 3 15,0 0-56-15,0 0-33 16,-8-50-2-16,24 50 2 16,13 0 3-16,0 0-3 0,-1 0 2 15,-3 0-1 1,-9 0-1-16,5 0-17 16,0 6-99-16,-21-6-66 15,0 7-109-15</inkml:trace>
  <inkml:trace contextRef="#ctx0" brushRef="#br0" timeOffset="3283.54">14601 4223 364 0,'0'0'165'15,"0"0"-139"-15,0 0-10 16,0 0 94-16,0 0-42 31,0 0-62-31,0 0 30 16,29 37 28-16,8-49-32 15,-1 5-19-15,2 1-1 16,-5 3-9-16,-8 0-3 0,-9 3-4 16,-16 0-151-16,0 0-245 15</inkml:trace>
  <inkml:trace contextRef="#ctx0" brushRef="#br0" timeOffset="5971.73">14905 4250 333 0,'0'0'89'15,"0"0"-88"-15,0 0 69 16,0 0 11-16,0 0-30 16,0 0-15-16,0 0-4 15,0-6 5-15,0 6 13 16,0 0-6-16,0 0-12 0,0 0-11 16,0 0-3-16,0 0-14 15,0 0-3-15,0 13 9 16,0 8 25-16,0 7-25 15,0 6-2-15,4-3-4 0,-4 3-3 16,0-7 3-16,0-2-4 31,0-4 1-31,0-5 2 16,0-7-3-16,0-6 1 0,0 0 0 16,0-3 2-16,0 0 4 15,4 0 4-15,-4 0 13 16,4 0 27-16,1-9 6 15,-1-13-28-15,4-5-27 16,8-4 2-16,-3 3-4 0,2 0 0 16,-6 4 1-16,3 5-3 15,-4 4 3-15,-4 9-2 16,1-1 1-16,-5 5-2 16,0 2 2-16,0 0-5 15,0 0-4-15,0 0 1 16,4 0-11-1,8 2 12-15,1 20 6 16,-1 6 1-16,4 6-1 0,-7 0 1 16,-1-3 0-16,4 2-3 15,-3-5 3-15,-5-6-1 16,-1-1-2-16,-3-8-3 16,0-7-15-16,4 0-24 15,0-3-67-15,-4-3-110 16,0 0-153-16</inkml:trace>
  <inkml:trace contextRef="#ctx0" brushRef="#br0" timeOffset="12295.68">15111 3961 104 0,'0'0'336'0,"0"0"-313"15,0 0-16-15,0 0 95 16,0 0-43 0,0 0-48-16,0 0-11 0,0 0 0 15,0 0 5-15,-25-16 29 16,25 16 27-16,0 0-9 16,0 0-20-1,0 0-12-15,0 0-5 16,0-3-15-16,8 3 5 15,5 0 1-15,6 0 5 16,10 0 5-16,4-3-3 16,4 0 2-16,0 3-4 15,4 0 1-15,-4-3 3 16,-4 0-7-16,-4 3 0 0,-9-3-8 0,-8 3 0 16,5 0 4-1,-13 0-4-15,-4 0-4 0,0-3-2 16,0 3 3-16,0 0-9 15,0 0-63-15,0 0-52 16,0 0-3 0,0 0 13-16,-8 0-97 15</inkml:trace>
  <inkml:trace contextRef="#ctx0" brushRef="#br0" timeOffset="12632.29">15126 4078 386 0,'0'0'97'15,"0"0"-90"-15,0 0 76 16,0 0 19-16,0 0-33 16,0 0-23-16,-11 9-19 15,11-9-1-15,0 0-7 0,7 0-2 31,5 0 20-31,9 0-24 16,8 0 8-16,8 0 6 16,4 0-2-16,4 0-4 0,1 0-12 15,3 0-2-15,-9 0 5 16,-2 0-8-16,-14 0 0 16,-3 0-4-16,-13-3-2 15,-8 3 2-15,0 0-7 0,0 0-38 16,0 0-51-16,0 0-93 15,0 0-81-15</inkml:trace>
  <inkml:trace contextRef="#ctx0" brushRef="#br0" timeOffset="13744.5">15788 3939 152 0,'0'0'135'15,"0"0"-112"1,0 0-17-16,0 0 58 0,0 0-9 16,0 0-21-16,0 0-6 15,0 0 9-15,0 0 5 16,-5 0 7-16,5 0-1 0,0 0 0 15,0 0-5-15,0 0 4 16,0 0-11-16,0 0 10 16,0 0-8-16,0 0-2 31,0 0 2-31,0 0-8 0,0 0-1 0,0 0-2 16,0 0-2-16,0-3 2 0,0 3-10 31,0 0-2-16,0 0-3-15,0 0-11 0,0 0-1 0,0-3-2 16,0 3 1-16,9 0 1 16,7-3 5-16,9 3-5 15,7-3 5-15,1 0-3 16,9 0-2-16,-5-1 6 16,7 4-5-16,-7 0 1 0,-4 0-2 31,-8 0 2-31,-8 0-1 0,-6 0-1 15,-7 0 0 1,-4 0 6-16,0 0-1 16,0 0 14-16,0 0-7 15,0 0-3-15,0 0-1 0,0 0-7 16,0 0-1-16,0 0 0 16,0 0-15-16,0 0-24 0,0 0-31 15,0 4-35-15,-8-4-90 0,1 0-171 16</inkml:trace>
  <inkml:trace contextRef="#ctx0" brushRef="#br0" timeOffset="15364.43">16337 3763 253 0,'0'0'170'0,"0"0"-132"16,0 0-8-16,0 0 132 0,0 0-87 15,0 0-13-15,0-43-16 16,0 43-2-16,0-3-12 16,0 3 1-16,0 0 3 15,0 0-7-15,0 0-14 16,0 0-9-16,-4 0-6 15,-8 0-2 1,-5 13 1-16,1 5-1 16,0 4 1-16,0 6-1 15,3 2 2-15,1 4 4 16,4 6-3-16,8 0-1 0,0 0 1 16,0 3-1-16,0-2 0 15,0-4 1-15,16-6 0 16,1-4 2-16,4-2-3 15,2-10 1-15,-2-3 2 16,4-5 0-16,-5-1 2 16,5-6-4-16,-4 0 1 0,-1 0 5 15,0 0-7-15,1-19 9 16,0-2 6-16,3-10-6 16,-3-3 4-1,-9-6-7-15,5 0 3 16,-6-6 11-16,-7 3-5 15,-4 0 7-15,0-1 13 16,0 4-14-16,-12 3 5 16,-12 3-1-16,4 10-14 0,-9 2-8 15,4 6-3-15,-4 8-5 16,5 1-8-16,-5 4-5 16,4 3-8-16,5 0-28 0,-5 0-44 15,21 0-67-15,4 10-223 16</inkml:trace>
  <inkml:trace contextRef="#ctx0" brushRef="#br0" timeOffset="16035.66">16785 3868 237 0,'0'0'100'16,"0"0"-71"-16,0 0 36 31,0 0 16-31,0 0-28 16,0 0-20-16,0 0-11 0,0 0-10 15,0 0-12-15,0 0 0 16,0 0 0-16,0 0 1 15,0 0 13-15,0 6 21 0,0 4-3 16,0-1-4 0,0 0-10-16,0-2 12 0,0-2-3 15,0-2 5-15,-8 4 4 16,-1-4 11-16,-3-3-17 0,8 0-3 16,0 0-7-16,0 0 11 15,4 0-12-15,0-3-19 16,0-9 2-16,0-4-6 15,0 4-4-15,0-1-4 16,12 4-24-16,0 3-3 16,1 3 3-1,-5 3 9-15,5 0 12 16,-9 0 4-16,4 0-3 16,0 0 11-16,-4 9-28 15,-4 3 5-15,4 1 25 16,-4-1 1-16,0-2 7 15,0-5-1-15,0-2 2 0,0 4-4 16,0-7-4-16,0 3-30 16,0-3-122-16,0 0-167 15</inkml:trace>
  <inkml:trace contextRef="#ctx0" brushRef="#br0" timeOffset="16767.25">17031 3588 270 0,'0'0'75'0,"0"0"-40"15,0 0 55-15,0 0 19 0,0 0-46 16,0 0-19-16,29-53 0 15,-29 53-3-15,0 0-25 16,0 7-16-16,0 14 3 16,0 7 27-16,0 12 23 15,0 3-36-15,-4 3-15 0,-9 1 4 16,-3-4-2-16,-1-3-1 16,2-6 3-16,-2-6-4 15,5-7 0-15,8-6 1 0,0-6-1 16,4-2 7-16,0-7-2 15,0 3-4-15,0-3-3 16,8 0 0-16,13 0 2 31,2 0 19-31,6 0-8 0,0 0-7 16,0 0-6-16,0 0 7 16,-4 0-7-16,-1 0 1 15,-4-6-1-15,-7-3-6 16,-1-1-36-16,1 1 1 15,-9-7-11-15,-4-2 30 16,0-3 8-16,0 2 7 0,0-2 7 16,-4 2 20-16,-9 0 2 15,9 7 9-15,-4 0-6 16,8 6 16-16,-4 6-4 16,4-3-16-16,0 3-14 15,-5 0-7-15,5 0-13 0,-4 15 8 16,0 13 5-16,0 12 14 15,-4 0-11-15,4 3 10 16,4 4-4-16,0-2-5 0,0-2-1 31,0-2 0-31,0-11-3 16,0-2 0-16,0-6 3 0,4-10-3 0,-4-3-4 31,0-6-30-31,0 1-15 0,4-1-26 16,0-3-43-16,0 0-20 15,-4 0-63-15,0-3-140 16</inkml:trace>
  <inkml:trace contextRef="#ctx0" brushRef="#br0" timeOffset="17283.91">17327 3603 133 0,'0'0'145'0,"0"0"-121"0,0 0 2 16,0 0 53-1,0 0-19-15,0 0 16 16,29-83-8 0,-29 83-13-16,0 0-14 0,0 0-14 15,0 25-27-15,0 8 69 16,0 14-25-16,0-1-31 15,0 3-11-15,0 1 5 16,0-10 5-16,0-3-10 0,4-10 2 16,-4-5-4-16,8-6 8 15,-4-11-3-15,-4-5 7 16,4 0-5-16,9 0-6 16,3 0 1-16,13-12 30 15,3-6-17-15,5-1-13 16,-4 1-2-1,5 6-5-15,-10 5 4 16,-12 4-2-16,1 3-4 16,-9 0-5-16,-8 6-11 15,0 13 23-15,0 6 11 16,0 6 0-16,0-4-5 16,-4 4 1-16,-9-6 7 0,-3-4 5 15,-1-2-4-15,2-4 0 0,-2-6 2 16,1 1 0-1,-9-8-12-15,4-2-5 0,1 0-31 16,-1 0-99-16,13-9-81 16,3-3-266-16</inkml:trace>
  <inkml:trace contextRef="#ctx0" brushRef="#br0" timeOffset="17484.5">17409 3573 626 0,'0'0'256'16,"0"0"-236"-1,0 0-18-15,0 0 84 16,0 0-54-16,0 0-32 0,0 0-2 16,132-62-8-16,-84 62 5 15,-2 0-20 1,-34 0-121-16,0 0-209 15</inkml:trace>
  <inkml:trace contextRef="#ctx0" brushRef="#br0" timeOffset="17961.64">17832 3603 472 0,'0'0'139'16,"0"0"-119"-16,0 0 73 16,0 0 43-16,0 0-61 15,0 0-19-15,0 0-35 16,0 0-21-16,0 13-7 16,0 8 7-16,0 10 13 15,0 6-3-15,4 6-8 0,4 3 1 16,5 1-3-16,-1-1 1 0,0-3 0 15,4 0 2-15,-3-9-4 16,-1-6 2-16,-4-10 0 16,-4-8 3-16,0-7 7 15,1-1 6-15,-5-2 2 16,4 0 5 0,0 0 17-16,4-12 21 15,9-16-24-15,-1-12-22 16,5-6-8-16,3-6 1 15,0-7 2-15,-3-9-11 16,0 4 0-16,-5 5 3 16,-7 13-3-16,-5 15-4 15,-4 13 4-15,0 11 5 0,0 1-5 16,0 6-35-16,0 0-57 0,-4 10-170 16,-5 5-222-16</inkml:trace>
  <inkml:trace contextRef="#ctx0" brushRef="#br0" timeOffset="22413.12">22672 7913 206 0,'0'0'13'16,"0"0"-3"0,0 0-5-16,0 0 28 15,0 0 1-15,0 0-11 16,0 0 1-16,0 0-8 16,0 0 11-16,0 0 35 15,0 0-4-15,0 0-13 16,0 0-15-16,0 0-6 15,-4 0-5-15,4 0-4 0,-4 0-2 16,0 0 6-16,4 0 1 16,-4 0-5-16,-5 0-6 15,-3 0 15-15,0 0 5 16,-5 0-6-16,0 0 5 16,1 0 6-16,-9-7-16 0,1 1 1 31,0-6 15-31,-10-1 1 15,-3-2 5-15,0-6-11 16,-7-4 23-16,-2-3-6 0,-8 0-19 16,-2-9-11-1,-11 1-4-15,-2-8-4 0,-1-2 2 16,-8 0 6-16,4 0-8 16,-4-1 11-16,4 1-13 0,5 0 4 15,3 3-7-15,1-7 3 16,-2 4-1-16,6-7-5 15,-1-2 0-15,0 3 4 16,1-7 0-16,-1-2-3 16,1-1 2-16,-1 0-3 15,6 1 6-15,-2 2-6 0,8 4 0 16,1-1 0-16,0-2 1 16,-5-1-1-16,1 0 0 15,0 1 0-15,-1 5 0 31,1 1 0-31,-1 9 0 16,5-4-2-16,4 4 2 0,0 0 0 16,4 6-4-16,4 1 2 0,4-2 1 15,9 5-1 1,-5-5 2-16,8-2-3 0,4 4 0 16,6-4 0-1,3-1-1-15,-1 1 4 0,9 0-3 16,0 3 3-16,0 0 0 15,0 0 4-15,0 0-4 0,0-3 3 32,5 0-3-32,3-3 1 0,0 0-3 0,-1-7 2 15,2-2 0-15,-1 0 3 0,0-1-2 16,5 7-1 0,-1 0 0-16,0 6 0 0,1 5-2 31,3 2 2-31,-3-1 0 15,3 3 1-15,1-3 0 16,2 3-2-16,-2 0 1 16,4 0-2-16,-5-2 1 15,5 2 1-15,0 3 0 16,-1-3 0-16,4 4 0 0,-3-1 0 16,-1 0 0-16,1 4 0 0,0 2 0 15,-9 4-1-15,5 5 1 16,-5-2-2-16,8 0 2 15,-8-4-1-15,13 0 0 16,-9-2-1-16,5 2 1 16,-4-2-2-16,-1 2 3 15,-3 0 3 1,-1 4-1-16,-8 3-2 16,-4 6 0-16,3-1 1 15,-3 4-2-15,0 1 0 16,0 2-1-16,0 0 1 15,0 0-7-15,0 0 1 16,0 0-2-16,0 0-1 16,0 0 4-16,-24 18-5 0,-5 9 11 15,-4 4 0-15,-8 0 0 0,-3 0 3 16,2-3-3-16,1 0 0 16,5-4-3-1,3-2 2-15,4-4 1 16,8-2 0-16,5-4 2 0,-1-3-2 15,13-6 0-15,0-3 1 0,4 0-1 16,0 0 0-16,0 0 0 16,0 0 1-16,0 0 0 15,0 0 0-15,4 0-1 16,17-15 0-16,-1-3 1 16,9-1-1-16,0 3 0 15,-1 1-1 1,9 0 4-16,-8 2-6 15,0 4 3-15,-4 3-1 16,-9 6-2-16,0 0 0 16,-4 0-1-16,-3 0 3 15,3 0-8-15,-8 0 6 16,4 15-2-16,-3 7 3 16,-5 6 1-16,0 5 1 0,0 2 0 15,0 1 1-15,0-8 0 0,0-3 2 16,0-10-3-16,0-2 1 15,0-7-2 1,0-3 1-16,0 0-30 16,0-3-92-16,0 0-191 0</inkml:trace>
  <inkml:trace contextRef="#ctx0" brushRef="#br0" timeOffset="24276.05">20743 3616 8 0,'0'0'192'0,"0"0"-182"0,0 0-6 15,0 0 75-15,0 0 5 16,0 0 6-16,0 0-24 16,0-31-8-16,4 28-6 15,-4-1 8-15,0-1-7 16,0 5-16-16,0-4 10 31,0 4-9-31,0-3-14 0,-13 0 7 16,-7 3-21-16,-5 0-10 0,-12 0-3 15,-8 10 3 1,-4 8-1-16,-1 7 2 0,-3 8 0 16,4 2 0-16,-1 4-1 15,18 1 0-15,7 0 5 16,17 4-5-16,8-7-1 15,0-7-2-15,12 1-6 16,25-6 4-16,12-10-1 16,9-5 6-16,7-10 0 15,5 0-2-15,0 0 2 0,0-10 1 32,-8-14 0-32,-5-4 5 0,-12-9-4 15,-16-3 1-15,-13-6 8 16,-12-7 10-16,-4-5 18 15,-4 2-1-15,-28 1-17 16,3 5-7-16,-4 14-1 16,-5 8 13-16,6 6-7 0,-5 10-19 15,0 6-5-15,-4-1-48 16,4 4-69-16,0-2-45 16,8-2-64-16,4-5 5 0,5 0 86 15,12-10 11 1,4 0 129-16,4-2 11 0,0-4 72 15,0 3 23-15,4 4-10 16,4 8 0-16,0 4 4 16,-4 6 0-1,0 3-4-15,-4 0-3 16,0 0-24-16,0 0-19 16,4 18-38-16,5 16-8 15,3 10 45-15,1 14-30 16,-1 13-2-16,0 12-11 15,1 6 2-15,3 1 6 16,1-4-6-16,-2-6 2 0,-2-12-5 16,-5-9-1-16,4-7 1 15,-7-18-3-15,-1-6 9 16,0-9 4-16,0-7-14 16,-4-3 0-16,0-6 1 0,0 0 1 15,0-3-2-15,0 0-1 16,0 0-22-16,4 0-35 15,0 0-37-15,-4 0-71 0,4-6-159 16</inkml:trace>
  <inkml:trace contextRef="#ctx0" brushRef="#br0" timeOffset="24629.25">20899 4013 414 0,'0'0'116'16,"0"0"-103"-16,0 0 25 0,0 0 29 16,0 0-42-16,0 0 75 15,0 0-36-15,24 126-20 0,-19-83-14 16,2 7-1-1,-3-1-11-15,0-2 5 0,4-1-10 16,-4-6 7-16,5-6-8 31,-5-9-6-31,0-10-2 16,-4-9 0-16,4 0-1 0,0-3-1 16,-4-3-2-1,4 0 2-15,-4-3-2 0,0-19 0 16,0-5-6-16,0-7-84 15,0-3-38-15,0-3-32 16,0 24-129-16</inkml:trace>
  <inkml:trace contextRef="#ctx0" brushRef="#br0" timeOffset="24845">20894 4056 367 0,'0'0'232'15,"0"0"-150"-15,0 0-2 16,0 0 9-16,0 0-51 0,0 0-15 15,53-80-1-15,-28 74 2 16,4 3-5-16,-4 0-3 16,0 3-6-16,-5 0-10 15,-8 0-4-15,0 0-27 16,-8 9-133-16,-4 0-119 0,0-3-110 16</inkml:trace>
  <inkml:trace contextRef="#ctx0" brushRef="#br0" timeOffset="25044.91">20984 4207 435 0,'0'0'210'0,"0"0"-169"0,0 0-13 16,0 0 113-16,0 0-105 15,0 0-21-15,38 0-3 16,-9-6-4-16,-2 0-7 0,7 0-2 15,-10 3 0-15,-3 3-2 16,0 0-19 0,-21 0-188-1,0 0-96-15</inkml:trace>
  <inkml:trace contextRef="#ctx0" brushRef="#br0" timeOffset="25508.42">21116 4392 245 0,'0'0'81'0,"0"0"-32"16,0 0 82-16,0 0-47 15,0 0-16-15,0 0-7 16,53 117-17-16,-44-89-16 0,-1 0-22 15,-4-7 2-15,-4-2 2 32,0-10-8-32,0-3 5 0,0-6 26 0,4 0-8 31,-4 0 3-31,4 0 3 16,5-9 26-16,-5-18 16 15,7-4-53-15,1 3-18 0,1-3 0 0,-1 3-1 16,1 10-2-1,-5 9 1-15,-4 2-1 16,-4 7-1-16,0 0 4 0,4 0-3 16,5 0 1-16,3 16-14 15,4 2 14-15,1 1 3 16,4 2-3-16,-2 1 1 0,-2-4-1 16,-5 1 1-1,-8-4-1-15,5 1-2 0,-9-4-20 16,0-6-54-16,0-3-38 15,0-3-100-15,0 0-121 16</inkml:trace>
  <inkml:trace contextRef="#ctx0" brushRef="#br0" timeOffset="25809.97">21407 3871 670 0,'0'0'139'0,"0"0"-107"0,0 0 114 16,0 0-30-16,0 0-73 15,0 0-43 1,-12-33-11-16,24 29 6 15,5 1 5-15,12 0 6 16,-5 0-3-16,1 0-3 16,-1 3-19-16,-3 0-36 15,-9 0-77-15,-12 0-71 16,0 0-61-16</inkml:trace>
  <inkml:trace contextRef="#ctx0" brushRef="#br0" timeOffset="26008.71">21330 4041 743 0,'0'0'51'0,"0"0"-42"16,0 0 32-16,0 0 14 0,160-18-35 16,-99 11 1-16,-12 7-15 15,1-3-6 1,-18 3-1-16,-28 0-90 0,-4 0-383 15</inkml:trace>
  <inkml:trace contextRef="#ctx0" brushRef="#br0" timeOffset="26379.4">21822 3982 701 0,'0'0'181'0,"0"0"-148"16,0 0 51-1,0 0 11-15,0 0-45 0,0 0-39 16,0 0-4-1,66-27 3-15,-37 20-6 16,7-2 0-16,1 3-3 16,9 0-1-16,-9 3 4 15,3-4 0-15,-15 7 2 16,-5 0-5-16,-11 0-1 16,-9 0 0-16,0 0-2 15,0 0 2-15,-25 0-5 0,-12 0-44 16,-4 0-68-16,21 0-216 15,3 0-181-15</inkml:trace>
  <inkml:trace contextRef="#ctx0" brushRef="#br0" timeOffset="26952.43">22368 3717 251 0,'0'0'221'0,"0"0"-197"16,0 0 21-16,0 0 115 15,0 0-77-15,0 0-24 16,0 0-19-16,16-28 16 0,-16 28-5 0,0 0 4 16,0 0-23-1,0 0-15-15,0 16 1 16,-7 15-15-16,-6 3-3 16,1 6 6-16,8 9-5 0,0-3-1 15,4 1 0-15,0-4-4 16,0-3 3-1,20-3-2-15,0-10 2 16,0-5 0-16,1-9 1 16,4-8-6-16,0-5 6 15,4 0 0-15,-1-9 16 16,1-22 9-16,-5-5 2 16,-7-8-6-16,-13-5 1 15,-4-4 7-15,0 4-1 0,-8-3-13 16,-21 9 3-16,4 6-4 15,-3 9 6-15,-1 7 15 0,4 11-29 32,-4 4-6-32,0 6-16 15,6 0-36-15,2 18-42 0,9 10-66 16,12-15-209 0,0-1-285-16</inkml:trace>
  <inkml:trace contextRef="#ctx0" brushRef="#br0" timeOffset="27503.98">22712 3862 262 0,'0'0'77'0,"0"0"-70"16,0 0 69-16,0 0 11 0,0 0-51 16,0 0 12-16,21 12 5 15,-13 1-25-15,-3-4-13 16,-1 4 2-16,-4-8 26 15,0-2-2-15,0 7 13 0,0-7-5 16,0-3-1-16,0 3-2 16,-9-3-12-16,1 0-12 15,0 0 6-15,4 0-5 0,0 0 3 16,-1-16-3-16,5 1-14 16,0 0 4-16,0 6-3 15,0-1-9-15,0 7 2 16,0 3-3-16,0 0-2 15,0 0-1-15,0 0-4 16,0 0-10-16,0 3 6 16,0 10 3-16,0-4-7 15,0-3 5-15,0 0 1 0,0-6 7 16,0 0 2 0,0 0 3-16,0 0 1 15,0 0-4 1,0 0-5-16,0-12-43 0,0 3-198 15,0 2-184-15</inkml:trace>
  <inkml:trace contextRef="#ctx0" brushRef="#br0" timeOffset="28542.64">22885 3684 120 0,'0'0'539'16,"0"0"-498"-16,0 0-37 15,0 0 136-15,0 0-90 16,0 0-38-16,0 0-6 0,46-53 3 16,-26 53-5-16,4 0 0 15,1 0 5-15,0 0 4 16,-5 0-3-16,5 18-2 16,-8 7-8-16,-1 3-5 0,-4 6 5 31,-8 6 0-31,-4 6 13 15,0 0-12-15,-24 3 4 16,-9-5-5-16,-4-1-4 16,4-6-3-16,1-10 2 15,7-5 5-15,8-6 8 16,13-13-6-16,4 0 1 16,0-3 8-16,0 0-6 0,17 0-5 0,19 0 2 15,5 0 44-15,5-9-11 16,-1-4-20-1,-9 4-8-15,-3 3-6 0,-12-1 1 16,-5 2-4-16,-11-5-30 16,-5 4-144-16,0 0-249 15</inkml:trace>
  <inkml:trace contextRef="#ctx0" brushRef="#br0" timeOffset="29106.64">23362 3776 456 0,'0'0'139'15,"0"0"-127"-15,0 0 4 16,0 0 109-16,0 0-77 0,0 0 5 16,44-111 17-1,-44 102-15-15,0 2-4 16,0 1-3-16,-15 6-30 15,-2-3-18-15,-8 3-6 0,-4 0 6 0,4 0 4 16,5 0 4-16,0 3 7 16,8 10-5-16,3-1-1 15,5 4-6-15,4 2-3 16,0 7 0-16,0 2-11 16,0 4 11-16,13 0 2 15,6 0-2 1,6 0 0-16,0 0 2 15,0 2-1-15,-5 1 2 16,-3 0-3-16,-5-6 0 16,-7 0-8-16,-5-7-10 0,0-2 3 15,0-4-8 1,-25-2 6-16,0-8 13 0,-4 2 4 16,4-7 2-16,13 0 2 15,-1 0 5-15,9-9 19 16,4-13 5-16,0-9-10 0,0-3 6 15,4-6-9-15,21-3 0 16,0-7-12-16,8 1-5 16,0 3-4-16,-1 6 1 31,-3 0-4-31,0 9 4 0,-8 7-40 16,-9 8-49-16,-4 4-67 15,-8 12-127-15,0 0-318 16</inkml:trace>
  <inkml:trace contextRef="#ctx0" brushRef="#br0" timeOffset="29624.1">23616 3631 190 0,'0'0'393'15,"0"0"-284"-15,0 0-27 16,0 0 54-16,0 0-31 16,0 0-30-16,0 0-24 0,8-10-10 15,-8 10-20-15,0 0-9 32,0 0-6-32,0 16-6 0,0 12-6 15,4 6 6 1,9 9 0-16,-5 6 4 0,0 3-4 15,0 1 0-15,5-1-1 16,-1-2 5-16,0-4-4 16,0-6 0-16,-4-12 0 15,-4-6 2-15,1-13-2 16,-1-6 0-16,-4-3 10 16,0 0 0-16,0 0 15 0,0 0 14 15,8-22 6-15,-4-12 20 16,8-9-29-16,5-6-26 15,0-7 10-15,7-2-17 0,-7-4 1 16,3 10-4 0,-4 5 0-16,-4 16 0 0,-3 10 0 31,-5 6 0-31,0 8 0 16,-4 7-7-16,0 0-3 15,0 0-32-15,0 0-32 0,0 0-17 16,-8 19-88-16,-1-13-171 15,1 4-127-15</inkml:trace>
  <inkml:trace contextRef="#ctx0" brushRef="#br0" timeOffset="30984.23">21317 3856 100 0,'0'0'167'0,"0"0"-125"16,0 0-14-16,0 0 61 16,0 0-25-16,0 0-12 15,0 0-1-15,0-6-5 0,0 6-4 16,0 0 8-16,0 0-1 16,0 0-6-16,0-3 1 15,0 3-7-15,0 0-14 16,0 0 3-16,0 0-14 15,0-4 0 1,17-1-3-16,8 1-5 16,7-2 4-16,9 3-4 15,-4 3 1-15,4 0 2 16,0 0-6-16,-12 0 4 16,-13 0-4-16,1 0 0 15,-13 0-1-15,-4 0-3 0,0 0 3 16,0 0 3-16,0 0 7 0,-17 0 37 15,-12 0-32-15,-8 3-15 16,-3 3-3-16,3-6-11 16,0 4 5-16,8-4 3 15,8 0 1-15,10 0 3 16,6 0 2-16,5 0 0 16,0 0 0-1,5 0-43-15,2 0-153 16,1 0-260-16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10:53.73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12282 12851 244 0,'0'-7'72'15,"0"2"-65"-15,0 5-4 16,0-4 18-16,0 4 32 16,0 0-16-16,0 0-8 15,0 0 3-15,0 0-7 16,0 0 6-16,0 0-7 15,0 0 7-15,0 0-28 16,0 0 5-16,0 0-16 0,-4 0-3 16,4 4-27-16,0-4 36 15,0 2-1-15,0 1 3 16,0-3 1-16,0 0 3 16,0 0 22-16,0 0 12 15,0 0 2-15,0 0 19 0,0 0 3 16,0 0-3-16,0 0-10 15,0 0-10-15,0 0-5 0,0 0-12 16,12 0-15-16,5-3 21 31,12-12-3-31,-2-7-1 16,7-2-11-16,-6-4-6 16,1-3 5-16,-8 4-11 15,0-4 0-15,-14 3 5 0,-3 0-5 16,-4 7 5-16,0 8-1 15,-7 7-3 1,-18 6 3-16,-8 0-3 0,-8 12-2 16,-12 28 0-16,-5 13 9 0,4 8 2 15,14 7 7-15,15-6-2 16,17-3-3 0,8-13-12-16,12-9 3 15,33-13-8-15,13-8 0 0,12-10 4 16,3-6 6-1,9 0-5-15,1-18 11 16,-6-10-7-16,-19 0-3 16,-8-3-2-16,-22-3-44 15,-12 4-65-15,-16-4-35 16,0 21-142-16,-16-2-79 0</inkml:trace>
  <inkml:trace contextRef="#ctx0" brushRef="#br0" timeOffset="294.45">12729 12321 534 0,'0'0'87'0,"0"0"-84"16,21-111 7-16,-21 98 67 15,4 10-38-15,-4 3-4 16,0 0 6-16,0 0-10 16,0 0-24-16,0 28-1 0,0 15-3 31,0 13 49-31,-4 12-17 15,0 5-13-15,4 8 1 16,0 2 2-16,0-3 1 16,0-13-7-16,0-1-7 15,8-14-2-15,5-9-5 0,-5-12 2 16,0-13-7-16,-1-5 0 0,-3-7-2 31,5-6-9-31,-9 0-36 0,0 0-104 0,0-16-205 16</inkml:trace>
  <inkml:trace contextRef="#ctx0" brushRef="#br0" timeOffset="713.32">12881 12875 517 0,'0'0'80'16,"0"0"-80"-1,0 0 0-15,0 0 52 16,0 0-24-16,0 0 4 16,50 7 10-16,-35-7 22 15,6 0-4-15,0-22-11 16,8 1 3-16,-9-7-22 16,5 0-23-16,-5-3 2 15,-4 4-8-15,-7-4 1 0,-1 9 8 16,-8-3-9-16,0 13 12 15,0 3 11-15,-17 9-24 0,-6 0 0 16,-6 6 0 0,-4 25 1-1,-1 12-1-15,6 3-2 0,8 3 2 0,7 1-1 16,13-7 4 0,0-6-1-16,0-9-2 15,13-4 0-15,11-9-3 16,9-5-5-16,4-7 1 15,8-3 7-15,4 0-1 16,-4-13-7-16,5-5-93 16,-38 9-107-16,-8-3-173 15</inkml:trace>
  <inkml:trace contextRef="#ctx0" brushRef="#br0" timeOffset="1014.9">13390 12663 216 0,'0'0'457'15,"0"0"-402"-15,0 0-43 16,0 0 134 0,0 0-43-16,0 0-86 15,0 0-11-15,-90 67 9 16,61-20-11-16,4 2 11 16,13-3-6-16,4-6-4 15,8-2 1-15,0-11-6 16,8-8 0-16,21-7-1 15,4-6-1-15,16-6 2 0,0 0 8 16,1-9-6-16,3-16 0 16,-12-5-2-16,-4-5-54 0,-8-1-46 15,-17-8-94-15,1-2 12 16,-13 28-47-16,0-1-59 16</inkml:trace>
  <inkml:trace contextRef="#ctx0" brushRef="#br0" timeOffset="1247.08">13567 12361 572 0,'0'0'191'16,"0"0"-161"-16,0 0 25 15,0 0 57-15,0 0-53 16,0 0-56-16,-21 24 4 0,21 38-7 16,0 3 31-16,0 6-27 15,0 0 2-15,4-4 2 16,4-2-7-16,1-7 1 15,-1-11-2-15,0-7 0 16,-8-16-2-16,4-8 0 0,-4-7-14 16,0-9-26-16,0 0-91 15,0-21-53-15,0-1-27 0,-8 4-234 16</inkml:trace>
  <inkml:trace contextRef="#ctx0" brushRef="#br0" timeOffset="2248.19">13481 12721 435 0,'0'0'192'16,"0"0"-137"-16,0 0 72 15,0 0-20-15,0 0-68 16,0 0-31 0,65-80-8-16,-24 80-1 15,5 3 0-15,-2 16-3 16,6 2 4-16,-13 7-4 16,4 0-2-16,-13 3 2 15,-7-1 2-15,-9 1-9 16,-8-3 7-16,-4-4 3 15,0 1 1-15,0-9 8 0,-8-4-8 16,-8 1 1-16,-1-13 18 16,-7 0 9-16,4 0 16 15,-5-19-8-15,8-12 3 0,13-6 6 16,4-3-30-16,0-6-3 16,4 2 12-16,21 5-20 31,4 2 5-31,3 9-9 15,5 3 0-15,-4 7-1 16,5 5-1-16,-6 4-5 16,5 3 3-16,-4 3-22 0,-8 3-43 15,-1 0-23-15,-12 0 7 16,0-3 38-16,-3 3 23 16,-9 0 24-16,0 0 3 15,0 0 1-15,0 12 10 0,-9 19-1 16,-10 9 63-16,2 6-10 15,1 6-44-15,7 1-17 16,9-7 6-16,0-6-11 16,0-9 4-16,0-9-4 0,17-10 0 15,3-12 0-15,4 0 4 16,5-3-3-16,4-28 24 16,-4-6-3-16,0-6 9 15,-13 0-17-15,-8 3 0 16,-8-3 5-16,0 5-17 0,0 11 5 15,-20 9-7 1,-13 11-5 0,0 7-7-16,-8 0-3 15,5 25-24-15,-2 2-29 16,14 8-27-16,15-1-10 16,9-10-49-16,0-8-52 0,4-13 78 15,25-3 113-15,9 0 15 16,2-10 99-16,10-11 0 15,-1-7-31-15,-4-3-5 0,-4 9-18 16,-4-2-15-16,-12 12 11 16,-10 5 7-16,-10 7-1 15,-5 0-19-15,0 16-23 16,0 18 7-16,0 9 21 16,0 3 19-16,0-5-22 15,-5-11-21 1,5-5 7-16,0-13 9 0,0-6 7 15,0-6-4 1,0 0-8-16,0 0 0 16,5-21-11-16,11-13 13 15,1-7 18-15,3 1-33 0,-3 1-3 16,-1 8 2 0,1 6-4-16,-5 13-1 0,-8 9-1 0,-4 3-1 15,0 6-3-15,0 28-6 16,5 15-4-16,-1 0 14 15,3 4 14-15,-3-7-6 16,8-6-8-16,1-12 1 16,-5-6-4-16,9-13-13 15,-1-9-29-15,-12 0-44 0,1-16-190 16</inkml:trace>
  <inkml:trace contextRef="#ctx0" brushRef="#br0" timeOffset="3703.1">15430 12619 675 0,'0'0'63'16,"0"0"-60"-16,0 0 100 16,0 0 35-16,0 0-82 15,0 0-13 1,0-46-17-16,-17 46-10 16,-6 19-11-16,-14 12 2 15,-1 12 5-15,9 0-4 16,5 3-7-16,8-3-1 15,16-2 0-15,0-11-2 16,0-2 0-16,28-13-9 16,13-8 3-16,9-7 8 0,3 0 0 15,13-19 11-15,3-15-11 0,-7-6-3 16,-4 0-4-16,-18 0-20 16,-15 9 13-16,-13 6 13 15,-7 13 2-15,-5 6 8 16,0 6 1-16,-13 0 15 15,-12 22 2-15,6 17-22 16,2-1 2-16,13-5-2 16,4-2-5-16,0-9-1 0,24-10-6 31,5-9-1-31,12-3 8 0,5-6 4 0,2-28 6 16,2-2 0-16,-13-8-7 15,-8 1 4 1,-22 0-6-16,-7 3 2 15,0 9 4-15,-28 3-7 16,-13 13-3-16,-9 9-1 0,6 6 1 16,-2 0-3-1,17 21 6-15,5 7-3 16,11 9-5-16,13-3-30 16,0-10-21-16,4-2-38 0,25-13 9 0,4-5 36 15,9-4 30-15,2 0 22 16,6-16 6-16,4-9-3 15,-10 0-2-15,-7-2-1 16,-4 5 1-16,-12 7-1 16,-9 9 2-16,-12 6 3 15,0 0 46 1,0 3 22-16,0 24-23 16,0 13-32-16,0 7 13 15,0-1-9-15,0-6-16 16,0-6-4-16,9-9 3 15,-1-13-3-15,7-9 2 0,2-3 4 16,4-9 2 0,12-28 16-16,0-6 10 0,3-4-25 15,-7-2-6-15,0 6-4 16,-9 6-1-16,-3 12 3 0,-5 10-3 16,-12 15 4-16,0 0-4 15,0 12-7-15,0 22 0 16,0 13 7-16,0 5 23 15,5-6-16 1,15-6-6-16,4-9-2 16,9-10-13-16,0-14-4 15,-4-7 3-15,7 0-13 16,-3-25-15-16,4-12-38 16,-12-6-31-16,0-3-19 15,-5-4 25-15,-8 1 52 16,1 0 32-16,-9 2 12 0,-4 17 10 15,0 8 4-15,0 16 79 16,-21 6 82-16,-7 0-16 16,-5 34-99-16,-8 18-23 15,3 10-13-15,6 2-5 0,12-2 7 16,11-6-8-16,9-13 2 16,0-6-2-1,17-15 6 1,19-13-5-16,22-9-5 15,17 0 9-15,14-13 7 0,-3-18-20 16,-11-2-27-16,-59 14-237 16,-16 4-567-16</inkml:trace>
  <inkml:trace contextRef="#ctx0" brushRef="#br0" timeOffset="4776.13">17253 12839 480 0,'0'0'144'16,"0"0"-142"-16,0 0 25 0,0 0 64 15,0 0-73-15,0 0-18 0,0 0-11 16,13 0-10-16,-13 0 21 15,0 0 13-15,-5 0 12 16,-3 5-12-16,4-1-1 16,0-4-12-16,0 0 12 15,0 0-8-15,0 0 4 16,4 0-4-16,-5-4-2 0,5-5-2 16,0 0-29-16,0-3-20 15,0 9-41-15,5 3-180 0</inkml:trace>
  <inkml:trace contextRef="#ctx0" brushRef="#br0" timeOffset="5546.48">17893 12601 432 0,'0'0'184'0,"0"0"-151"0,0 0 17 15,0 0 58 1,0 0-68-16,0 0-18 16,0 0-13-16,37-22 0 15,-24 22-9-15,-1 4 0 0,0 14 7 0,-3 13-7 16,3 3 1-16,-4 6 19 15,1 3-3 1,-5-6-1-16,4-3-16 16,-4-3 3-16,-4-10-1 0,0-5 0 15,0-7-4-15,0-9 1 16,0 0 1-16,3 0 5 0,-3 0 16 16,4-25 9-16,5-3 15 15,3-5-36-15,0-5 10 16,1-2 13-16,3-3-22 15,1 3 4-15,-1 4-4 16,5 5-6-16,-4 15 14 16,-6 4-12-1,-3 12 8-15,-4 0-3 16,1 0-8-16,-1 15-3 16,8 16-13-16,-4 12 13 15,5 3 7-15,-1 4-4 16,1-4 6-16,-1-6-4 15,5-6-1-15,-1-12-2 16,1-10-2-16,2-6 0 0,10-6 4 0,4 0-2 16,17-25 16-1,-2-6 16-15,2-9-13 0,-9 7-15 16,-13-5-6 0,-3 11 0-16,-12 8-1 0,-9 4-37 15,-4 2-49-15,0 13-140 16,-4 0-438-1</inkml:trace>
  <inkml:trace contextRef="#ctx0" brushRef="#br0" timeOffset="6928.98">19322 12555 267 0,'0'0'79'15,"0"0"-57"-15,0 0 64 16,0 0 74-16,0 0-50 16,0 0-38-16,-41-7 5 15,41 7 4-15,0-2-18 16,0 2-5 0,0 0-5-16,0 0-21 15,0 0-13-15,0-3-19 16,0 3-3-16,4-4-9 15,13 1 12-15,15 0 1 16,17 0 3-16,13 0-3 0,12-3 2 16,0 6-3-16,0 0-2 15,-8 0 0-15,-14 0-20 16,-14 0-2-16,-18 0-5 16,-16 0 9-16,-4 3-11 0,0 3-55 15,-20 0 34-15,-13 4-55 16,8-8-171-16,1 2-167 15</inkml:trace>
  <inkml:trace contextRef="#ctx0" brushRef="#br0" timeOffset="7274.15">19458 12690 246 0,'0'0'148'15,"0"0"-112"-15,0 0 18 31,0 0 132-31,0 0-66 0,0 0-58 0,-33 19-7 16,33-19-8-16,0 0-12 16,0 0-4-16,0 0-14 15,0 0-15-15,0 0-2 16,0 0-14-16,0 0 9 16,12 0 5-1,9 0 5-15,7 0 8 16,9 0-6-16,4 0 0 15,9-3-5-15,3-3-1 16,0 3 1-16,0 0-1 16,-3 3-1-16,-9-4 4 15,-20 4-1-15,-9 0-1 16,-8 0-1-16,-4 0 2 0,0 0 2 16,-4 0-5-16,-21 0-31 15,13 0-147-15,-5 0-153 0</inkml:trace>
  <inkml:trace contextRef="#ctx0" brushRef="#br0" timeOffset="7873">19421 12361 328 0,'0'0'419'0,"0"0"-410"15,0 0 20-15,0 0-29 0,0 0 38 16,0 0-5-16,33-25 7 16,-5 12-4-16,5-5-13 15,4 0-20 1,0-1 0-16,-4 1 12 15,-5 5-15-15,-11 7 2 16,-5 3-2-16,-8 3 0 16,-4 0-3-16,0 7-14 15,0 20 17-15,0 7 4 16,0 3 8-16,0-12-7 16,8-7-3-16,1-5-1 0,-1-8-1 15,8-5 3-15,9 0 2 16,3-27 61-16,9-10-44 0,-4-6-4 15,-8 3-7 1,0 3-9-16,-13 6 15 16,0 9-12-16,-8 6-5 15,0 11 0-15,-4 5-21 0,0 0-121 0,0 0-321 32</inkml:trace>
  <inkml:trace contextRef="#ctx0" brushRef="#br0" timeOffset="8305.16">20328 12308 629 0,'0'0'216'15,"0"0"-210"-15,0 0 0 16,0 0 116-16,0 0-74 16,0 0-40-16,0-25-7 0,-4 25-1 15,0 28 11-15,-4 3 7 16,-5 9 13-16,9 7-13 31,-4-1-11-31,8 6 8 16,0-9-15-16,0-3 5 0,0-9-5 15,0-6-1-15,0-10 1 16,0-9 0-16,0 1-6 16,0-7 5-16,8 0-1 15,-4 0 2-15,9-13 18 16,-5-9-18-16,8-2-2 16,-7-7-43-16,-5-3-40 0,-1-3-41 15,-3-3-39-15,0-6-39 16,0 28-28-16,0 5-21 15</inkml:trace>
  <inkml:trace contextRef="#ctx0" brushRef="#br0" timeOffset="8505.64">20328 12308 158 0,'24'-52'273'0,"-24"46"-63"16,0 3-63-1,0 3-26 1,0 0-54-16,0 0-28 16,12 0-32-16,5 21-5 15,12 13 34-15,4 3-6 0,12 3-8 16,8 3-8-16,1-3-13 15,3 3 9-15,-4-5-10 16,1-5 1 0,-9-8 2-16,-4-7-2 0,-12-5-1 0,-4-7 1 15,-13-6-1-15,-4 0 0 16,-4 0-23-16,-4-15-100 16,0-1-167-16,-4 1-211 15</inkml:trace>
  <inkml:trace contextRef="#ctx0" brushRef="#br0" timeOffset="8774.44">20828 12182 725 0,'0'0'152'16,"0"0"-130"-16,0 0 64 0,0 0 22 31,0 0-62-31,0 0-36 16,0-41-10-16,0 66 0 15,0 16 3-15,0 8 27 16,0 13-6-16,0-1-21 0,9 4 10 16,-5-6-10-16,0-1-2 15,4-12 1-15,0-12-2 16,-3-9 0-16,-1-10-5 16,4-9 5-16,-4-6-25 0,-4 0-69 15,4 0-229-15</inkml:trace>
  <inkml:trace contextRef="#ctx0" brushRef="#br0" timeOffset="9110.08">21140 12500 463 0,'0'0'334'0,"0"0"-315"16,0 0 9-16,0 0 138 16,0 0-80-16,0 0-33 15,17-38-36-15,-17 38-11 16,0 0-6-16,0 13 3 0,0 15-1 16,4 8 21-16,0 4-14 15,0 0-3-15,1 0-6 16,3-2 0-16,-4-5 1 15,8-8 1-15,-8-7-4 0,5-8-1 32,-5-4-21-32,7-6-30 15,-3 0-83-15,1 0-142 16,-9-12-110-16</inkml:trace>
  <inkml:trace contextRef="#ctx0" brushRef="#br0" timeOffset="9387.23">21202 12361 1047 0,'0'0'0'0,"0"0"0"16,0 0-14-16,0 0 8 16,0 0 6-16,0 0 0 0,123 120 3 31,-74-80 1-31,5 0 2 0,-9 0-6 15,-8-6 5-15,-17-6-5 16,-12-4-1-16,-8-2-3 16,-4-3 4-16,-36-4 3 15,-14-3 13-15,-16-6-16 16,9 1-3-16,3-7-13 16,14 0-47-16,35 0-87 15,9 0-142-15</inkml:trace>
  <inkml:trace contextRef="#ctx0" brushRef="#br0" timeOffset="11117.95">21937 12469 365 0,'0'0'105'0,"0"0"-104"0,0 0 101 15,0 0 27 1,0 0-73-16,0 0-26 15,0 0 7-15,-16 0-5 16,16 0-12-16,0 0-19 0,0 0 3 16,0-4 4-1,16 1-6-15,16 1 19 16,10-5-4 0,11 4-12-16,17 0 3 15,0 0-4-15,7 0-1 0,-10 3-1 16,-15 0 2-16,-14 0-2 15,-10 0-2-15,-15 0 0 16,-9 0 0-16,-4 0 3 0,0 0-3 16,0 0 0-16,0 0-13 15,0 0-87-15,-4 0-109 16,-9 0-153-16</inkml:trace>
  <inkml:trace contextRef="#ctx0" brushRef="#br0" timeOffset="11416.99">22113 12638 604 0,'0'0'136'16,"0"0"-130"-16,0 0 8 0,0 0 149 16,0 0-94-1,0 0-61-15,-32 19-8 16,52-19 14-16,13 0-2 15,8-10 18-15,9 4-21 16,6-3-4-16,-2 3 0 16,-8-1-4-16,-2 2 4 15,-15 5-2-15,-4-4-1 16,-13 1-2-16,-3 3 0 0,-9 0-3 16,0 0 0-16,0 0-58 15,0 0-76-15,0 0-76 16,0 0-159-16</inkml:trace>
  <inkml:trace contextRef="#ctx0" brushRef="#br0" timeOffset="15962.62">23152 12305 286 0,'0'0'106'0,"0"0"-40"16,0 0 94-16,0 0-50 0,0 0-31 16,-4-101-5-16,4 88-14 15,0 4-7-15,0 3-16 16,0 3-2-16,0 3-23 16,0 0 0-16,0 0-12 0,0 0-3 31,0 0 3-31,0 12-13 15,0 25 13-15,0 9 22 16,0 9 22-16,0 7-21 16,4-3-16-16,4-3 1 0,4-10-8 15,-3 0 1-15,-5-6-1 16,4-13 5-16,-4 1-3 16,-4-12-1-16,4-4-1 15,-4-6 0-15,0-2 1 0,0-1-1 16,0-3 0-16,0 0-2 15,0 0 2-15,0 0-21 16,0 0-42-16,4 0-45 16,-4 0-105-16,0 0-225 15</inkml:trace>
  <inkml:trace contextRef="#ctx0" brushRef="#br0" timeOffset="16416.5">23447 12345 11 0,'0'0'617'0,"0"0"-544"15,0 0-61-15,0 0 106 0,0 0-46 16,0 0-40 0,0 0-19-16,54-77-13 0,-54 77-1 15,0 10 1-15,0 17 14 16,-12 10 49-16,-1 10-48 15,9-1-5-15,0 6-6 16,4-6 0-16,0 0-4 0,0-6-4 16,0-9 4-16,17-3-1 15,3-12 2-15,1-4-2 16,3-12 2-16,9 0 6 16,4 0 6-16,8-19-13 15,-4-9 0-15,4-5 7 0,-8-7-3 31,-12-3-2-31,-4-10 2 0,-10 0 0 16,-11 5 10 0,0 1-9-16,-4 13 21 15,-24 6 28-15,-9 10-2 16,-8 12-22-16,0 6-30 0,-9 0 2 16,5 3-4-16,0 18-18 15,12 1-36-15,8-1-26 0,21-2-55 16,8-13-68-16,0-6-111 15</inkml:trace>
  <inkml:trace contextRef="#ctx0" brushRef="#br0" timeOffset="16764.8">23801 11923 244 0,'0'0'224'0,"0"0"-169"0,0 0-5 16,0 0 88-16,0 0-59 16,0 0-52-1,0-43-5-15,0 43-12 16,0 0 7-16,0 0-1 0,0 18 37 15,0 13 21-15,0 6-31 16,4 9-23 0,4-3-6-16,5-2-10 15,-2-4 1-15,6-4-5 16,-5-5 2-16,-4-10-5 16,0-2-13-16,1-9-57 15,-9-7-86-15,0 0-329 16</inkml:trace>
  <inkml:trace contextRef="#ctx0" brushRef="#br0" timeOffset="17289.04">24145 11871 274 0,'0'0'295'0,"0"0"-279"15,0 0-2-15,0 0 143 16,0 0-82-16,0 0-13 16,0 0 3-16,91-102-19 15,-91 102-10-15,0 0-18 16,0 0-18 0,0 0-8-16,-12 0 8 15,-9 0 6-15,0 15 0 16,1 4-4-16,3 2 1 15,0 7-3-15,14 3-4 16,3 0 3-16,0 2-2 16,0-2 2-16,8 3 0 15,8-6-6-15,1 0 0 0,3 0-24 16,5-4-2-16,-4-3 23 0,4-2-7 16,-9-3 8-1,-9-7-1-15,-2-3 1 0,-5-3 7 16,0-3-18-16,-9 0-6 15,-19 0 26-15,-9 0 8 16,0-9 23 0,4-10 34-16,9-2-1 15,8-1-6-15,11-5-55 16,5-1 2-16,0-3-9 16,9-3 4-16,27 0-1 15,1 0-11-15,17 3-24 16,-34 25-88-16,1 3-258 15</inkml:trace>
  <inkml:trace contextRef="#ctx0" brushRef="#br0" timeOffset="17975.21">25209 11877 384 0,'0'0'315'0,"0"0"-278"16,0 0-2-16,0 0 69 0,0 0-52 15,0 0-25-15,4-6-14 16,-17 33 18-16,-16 14-9 16,-7 14 4-16,-5 13 3 0,-1 9-13 15,-3 6-9 1,13 0-4-16,11-9-3 0,13-12 0 16,8-10-7-16,0-6 7 31,33-12 0-31,12-6 2 0,12-10 4 15,9-8-1 1,0-7-4-16,4-3-1 0,-9 0-38 16,-7 0-78-16,-46-6-102 15,-8-6-274-15</inkml:trace>
  <inkml:trace contextRef="#ctx0" brushRef="#br0" timeOffset="18424.9">25504 12197 296 0,'0'0'391'0,"0"0"-375"0,0 0 17 16,0 0 147-1,0 0-101-15,0 0-26 16,13-61-18-16,-26 61-16 15,-3 0-16-15,-9 9 4 0,0 10 19 16,1-1-16-16,8-3-6 16,7 0-4-16,9-2 0 0,0-1-4 15,0 7-3-15,5-1 6 16,23 1-5-16,9 2 6 16,4-2-16-16,4-4-13 15,0 1-14-15,-4-4-3 16,-4 1 8-16,-12-1-1 15,-8-3 20-15,-13-3 1 0,-4-3 7 16,-4 0-41-16,-29-3 52 16,-17 0 27-16,-7 0 13 15,-5 0-1-15,9 0 21 16,12 0-5-16,12 0-28 16,13 0-24-16,12 0-3 0,4 0-30 15,0 0-85 1,8 0-99-16,13 0-159 15</inkml:trace>
  <inkml:trace contextRef="#ctx0" brushRef="#br0" timeOffset="18814.24">25919 12188 785 0,'0'0'65'0,"0"0"-56"16,0 0-9-16,0 0 56 0,0 0-40 16,-132 47-7-16,112-17-1 31,7 1-6-31,5-4-2 16,8-8 3-16,0-3-3 0,0-7-8 15,0-3 8-15,4-6 0 16,17 0 11-16,-1 0-11 15,9-12-3-15,4-7-13 16,-5-2-2-16,-7-1 14 0,0 6 4 16,-9 7 0-16,-4 6 12 15,-8 3 1-15,0 0 5 16,0 0-18-16,5 22 0 16,-5 6 28-16,8-1-17 15,0 1-10-15,0-6 0 16,9-7-1-16,-1-6-5 15,8-9-5 1,-16 0-84-16,1 0-268 0</inkml:trace>
  <inkml:trace contextRef="#ctx0" brushRef="#br0" timeOffset="19030.53">26128 12222 740 0,'0'0'7'0,"0"0"-3"16,0 0-4-16,0 0 29 16,0 0-21-16,78 111-6 15,-49-86-1-15,0-7 0 16,-4-5 2-16,-6-8-6 16,2-1 2-16,-5-4-6 0,-11 0-104 31,-1 0-188-31</inkml:trace>
  <inkml:trace contextRef="#ctx0" brushRef="#br0" timeOffset="19213.8">26424 12210 488 0,'0'0'276'0,"0"0"-157"16,0 0-6-16,0 0-21 0,0 0-75 16,0 0 21-16,-37 77-1 15,12-22-27-15,8 1-2 16,5-4-7-16,0-6-1 15,3-6 0-15,5-9-36 16,1-6-45-16,3-16-56 16,0-9-110-16,0 0-231 0</inkml:trace>
  <inkml:trace contextRef="#ctx0" brushRef="#br0" timeOffset="19498.14">26625 11975 913 0,'0'0'147'0,"0"0"-147"0,0 0 4 16,0 0-8-1,0 0 3-15,0 0 1 16,151 99 8-16,-101-28-7 0,-4 9 4 0,-10 0 3 15,-11-6 14-15,-21-9 17 16,-4-9-28-16,-17-13-7 16,-40-10 3-16,-25-14-7 15,-4-7-58-15,44-12-191 16,9 0-236-16</inkml:trace>
  <inkml:trace contextRef="#ctx0" brushRef="#br0" timeOffset="25173.76">12220 13899 263 0,'0'0'32'0,"0"0"-29"16,0 0 62-16,0 0 49 0,0 0-31 15,0 0-16 1,0 0-31-16,0 0-2 15,0-108 9-15,0 105-2 16,0 0 2-16,0 0-21 0,0 3-10 16,0 0 4-16,0 0-8 15,0 0 3-15,0 0-4 16,0 0-7-16,0 0-9 16,0 15 9-16,0 19 35 15,0 12 7-15,4 16-29 16,4 6-5-16,0 6 4 0,1 6-9 15,-5 0 1 1,0-9-2-16,-4-6 1 0,0-13 1 16,0-12-1-16,0-12-2 15,0-13 33-15,0-9-11 16,0-2 3-16,0-4-8 16,0 0-1-16,0 0 5 15,0-13-7-15,8-9 2 16,-4-14-10-16,5-4-6 15,3-10 0-15,5 1-1 16,-1-4 0-16,5 10-3 16,-6 0 1-16,6 13 0 15,-4 7 0-15,-9 11-2 16,0 3 3-16,-4 9-4 0,0 0-1 16,0 9 0-16,5 28-18 15,-1 9 24-15,4 13 4 16,1 3-1-16,3-6-1 15,4-1 0-15,-3-12 0 0,-1-9-2 16,1-12 0-16,-5-7-2 31,5-12 0-31,-5-3 2 16,4 0 1-16,5-22 5 0,3-9 2 16,-3-9-8-1,-1 4 0-15,-7-5-6 0,-5 14-2 16,-4 2 4-16,-4 19 4 15,0 3 0-15,0 3-5 16,0 3-16-16,0 28-3 0,0 6 24 16,0 6 6-16,8-6-3 15,9-6-6-15,8-10 2 16,-2-8-2-16,-2-11 3 16,8-2 4-16,-8 0 5 15,4-27 7-15,-9-10-9 16,-12-10 6-16,-4 4-3 0,0 0-10 15,-20 3 22-15,-18 9-11 16,5 4 8-16,-3 14-9 16,-1 7-7-16,4 6-6 15,8 0 2-15,8 13-32 16,9 18-14-16,8-4-44 16,0 1-27-1,21-10-26-15,16-5-41 16,-12-13-33-16,-4 0-8 0</inkml:trace>
  <inkml:trace contextRef="#ctx0" brushRef="#br0" timeOffset="25374.1">13075 13865 867 0,'0'0'115'16,"0"0"-115"-16,0 0-2 15,0 101 2-15,0-26 19 16,4-1-10-16,19 0-7 16,6-4-4-1,4-5 1-15,-8-6-35 16,0-19-24-16,-9-6-53 16,-12-34-66-16,-4 0-168 15</inkml:trace>
  <inkml:trace contextRef="#ctx0" brushRef="#br0" timeOffset="25728.69">13398 14377 904 0,'0'0'0'16,"0"0"-17"-16,0 0 17 15,0 0 55-15,0 0-7 16,0 0-5-16,95-40-38 0,-59 0 0 15,-3 0 0-15,-8-7-5 16,0 1 0-16,-13 6-4 16,-12 9-7-16,0 6 2 15,0 16 9-15,-24 9 3 16,-9 0 5-16,-9 37 8 16,2 15 23-1,7 13-11-15,12 0-15 0,21-6-10 16,0-7-3-1,37-18 0-15,16-10 0 16,9-11 2-16,12-13 7 16,4 0-7-16,-1-9-2 0,-48-7-112 15,-12-3-306 1</inkml:trace>
  <inkml:trace contextRef="#ctx0" brushRef="#br0" timeOffset="26498.86">14728 14133 518 0,'0'0'160'0,"0"0"-133"16,0 0 38-16,0 0 52 16,0 0-58-16,0 0-28 15,29-68-5-15,-29 68 4 16,0 0-12-16,0 0 5 16,-8 0-21-16,-17 3 7 15,-12 25-4-15,-3 3-5 0,-6 9 8 16,9 3 3-16,8-3-11 15,13-6 0-15,16-3-4 16,0-3-8-16,9-13 9 0,23-3 0 16,9-9 3-16,5-3 10 15,2 0-5-15,2-18 0 16,-1-7-5-16,0-5-12 0,-8 2-16 16,-12 0-8-16,-8 10 20 15,-13 8 8-15,-8 7 8 16,0 3-5-16,0 0 7 15,-8 22-2-15,-13 9 26 16,13 3-3-16,8-4-15 16,0-5-6-1,0-7 1-15,8-8-4 16,17-7 2-16,7-3 9 0,5 0 11 16,5-28-11-1,3-3-1-15,-13-6-3 0,-7 4-6 16,-13-5 7-16,-12 8-5 15,0 5 0-15,-4 6-2 16,-29 10-21-16,-11 9 14 16,-6 0 3-16,5 3 3 15,8 22-14-15,9 2-63 16,11 4-70 0,17-21-190-16</inkml:trace>
  <inkml:trace contextRef="#ctx0" brushRef="#br0" timeOffset="26895.78">15386 14112 474 0,'0'0'416'16,"0"0"-351"-16,0 0-36 16,0 0 24-16,0 0-26 15,0 0-5-15,32 89-17 0,-32-46-1 16,0-9-3-16,0-10 1 15,0-5 10-15,8-10-9 16,0-9 3-16,5 0 8 16,-1 0 0-16,9-21 24 15,3-13-20-15,1-3-14 0,-1-3 6 16,1 0-8 0,-5 9-2-16,-7 6 0 15,-5 13 1-15,-4 12-3 16,-4 0-7-1,0 15-19-15,0 31 28 0,0 4 10 16,0 2-3-16,0-5-5 16,0-10 0-16,4-10-4 15,21-5 1-15,0-13-1 0,7-9-4 16,5 0 3-16,9-31-58 16,-1-6-108-16,-25 16-143 15,-12-1-69-15</inkml:trace>
  <inkml:trace contextRef="#ctx0" brushRef="#br0" timeOffset="27096.99">15992 14072 32 0,'0'0'285'0,"0"0"-106"0,0 0-44 16,0 0 1-16,0 0-20 0,0 0-19 15,0 0-25 1,33-93-41 0,-37 105-23-16,-12 22 19 15,-1 6 5-15,-2 3-21 16,6 0-5-16,5-3 14 15,8-5-6-15,0-8-7 0,4-8-6 16,21-7 5-16,15-12-5 16,10 0 5-16,8 0-6 15,-31-6-31-15,-6-13-229 16</inkml:trace>
  <inkml:trace contextRef="#ctx0" brushRef="#br0" timeOffset="27515.49">16329 14226 681 0,'0'0'300'0,"0"0"-300"16,0 0 9 0,0 0-2-16,0 0-7 15,0 0-117-15,0 0-114 0,0 0-253 16</inkml:trace>
  <inkml:trace contextRef="#ctx0" brushRef="#br0" timeOffset="28903.59">17224 13902 142 0,'0'0'336'0,"0"0"-286"15,0 0-19 1,0 0 122-16,0 0-77 15,0 0-52-15,-20-22-20 16,20 22 2-16,0 0 32 16,0 13 35-16,0 15 4 15,0 5-10-15,0 10-33 16,0 10-4-16,0 2-14 16,4 13-3-16,-4 3 1 0,8 0-12 15,-8 0 2-15,4-3 3 16,0-10-5-16,5-8 3 15,-1-10 1-15,-4-16-4 16,0-9 2-16,0-2-4 16,4-13-1-16,-8 0 0 0,5 0-11 15,-5 0-11-15,4-25-60 0,-4-6-52 16,0-5-81 0,0 17-72-16,0-2-108 15</inkml:trace>
  <inkml:trace contextRef="#ctx0" brushRef="#br0" timeOffset="29218.7">17249 13982 751 0,'0'0'143'16,"0"0"-140"-16,0 0 27 16,0 0 19-16,0 0-19 15,0 0-11-15,46-80-18 16,-19 80 2-16,11 0-3 15,7 19 0-15,4 2 0 0,-12 3-3 16,0 7 3-16,-12-3-3 16,-9 0-5-16,-7-4 8 15,-9-2-6-15,0-1 6 16,0 2 9-16,-21-8-7 16,-12 0 4-16,-8-6 25 0,-8 0-16 15,-5-9 3 1,1 0-18-16,0 0 1 15,12 0-2-15,3 0 1 16,14 0-22 0,11-2-25-16,13-1-73 0,0-1-160 15</inkml:trace>
  <inkml:trace contextRef="#ctx0" brushRef="#br0" timeOffset="30246.15">18005 14028 210 0,'0'0'69'16,"0"0"-58"-16,0 0 33 16,0 0 68-16,0 0-112 0,0 0-9 15,-9-6 8-15,9 6 1 16,0 0 3-16,0 0 3 15,0 0-6-15,0 0 0 16,0 0-2-16,0 0 2 16,0 0-2-16,0 0 1 15,0 0 1-15,0 0 9 0,0 0 1 16,0 0 34-16,0 0 31 16,0 0-8-16,0 0-1 0,0 0-7 15,0 0-5 1,0 0-6-16,0 0-17 0,0 0-4 15,4 0-9-15,1 0-7 32,7-3 6-32,4 0-8 0,8-3-4 0,5 3 4 15,13-3-7-15,-2 2 0 0,14 4-2 16,4 0 2 0,-6 0-1-16,-2 0-1 0,-13 0 0 31,-4 0 2-31,-9 0 3 0,-12 0-6 15,-3 0 1-15,-9 0 0 16,0 0-3-16,0 0 3 16,0 0-7-16,0 0-48 15,-21 0-65-15,9 0-121 16,-4 0-185-16</inkml:trace>
  <inkml:trace contextRef="#ctx0" brushRef="#br0" timeOffset="30594.65">18111 14191 323 0,'0'0'64'0,"0"0"-62"0,0 0 62 15,0 0 88-15,0 0-61 16,0 0-17-16,-37 31-25 15,37-31-10-15,0 0-3 0,4 0-13 16,17 0 14 0,-1 0 3-16,13-3-12 0,-1-6-4 15,10 3-9-15,7 0-2 16,-4-3 6-16,4 2-16 16,1 1 5-16,-5 3 0 15,-4 0-6-15,-12 3 4 16,-13 0-6-16,-7 0 1 15,-9 0-4 1,0 0 2-16,0 0-7 16,-5 0-34-16,-11 0-74 15,-1 0-167-15,5 0-271 16</inkml:trace>
  <inkml:trace contextRef="#ctx0" brushRef="#br0" timeOffset="31450.37">19133 13914 583 0,'0'0'128'0,"0"0"-118"0,0 0 82 16,0 0 37 0,0 0-72-16,0 0-10 0,0 0-10 15,-16-43-26-15,16 43 3 16,0 0-12-16,0 0 3 31,0 0-5-31,0 15 1 0,0 16 14 16,-4 9 11-16,4 7-19 15,0-1 2-15,0-3-9 16,0 0 4-16,0-9-3 16,0-6 1-16,0-7 1 15,0-8-3-15,0-7 1 16,0-6-2-16,4 0 4 0,4 0 2 15,9-6 10-15,7-19 5 16,4-9-7-16,1-3-7 16,4-6-3-16,4 0 4 15,-3-10-6-15,-7 1 1 0,7 3-2 16,-10 5 4-16,-7 11-1 16,-9 11-3-1,0 13 1-15,-3 6 21 16,-5 3-16-16,0 0-6 15,0 0-11 1,0 22-14-16,0 14 25 0,0 14 5 16,0 2-4-16,0 0 4 15,0 1-5-15,8-10 0 0,4 0 0 16,4-9 2-16,-8-6-5 16,9-10 3-16,-9-8-3 15,4-4 0-15,1-6-5 16,3 0-6-16,1 0-17 15,3 0-60-15,5-13-65 16,-22 4-231-16,6-3-96 16</inkml:trace>
  <inkml:trace contextRef="#ctx0" brushRef="#br0" timeOffset="38849.99">19712 14269 7 0,'0'0'294'0,"0"0"-230"16,0 0-43-16,0 0 63 15,0 0 5-15,0 0-30 16,0 0-19 0,4-12-2-16,-4 12-8 15,0 0 3-15,0 0 12 16,0 0 7-16,0 0-13 15,0 0-5-15,0 0-12 16,0-4-12-16,0-2-2 16,0 0-8-16,0 3-1 15,0 0-1-15,0 0 4 0,0 3-3 16,0 0 1-16,0 0 0 0,0 0 5 16,0 0-5-16,0 0-1 15,0 0-2-15,0 0 3 16,0 0 11-16,0 0-11 15,0 0-4-15,0 21 4 32,-4 4 13-32,-4 9 3 15,0-1-3-15,-1 5-8 0,5 2 3 16,0 0-8-16,4-6 2 16,0 0-1-16,0-10-1 15,0-2 1-15,12-10 1 16,9-6 2-16,8-6 7 15,3 0-1-15,14 0 4 0,3-9-9 16,-4-9-5-16,-4-1-10 16,-16-3-45-16,-9 4-35 15,-16 12-107-15,0-3-355 16</inkml:trace>
  <inkml:trace contextRef="#ctx0" brushRef="#br0" timeOffset="39324.71">19675 13991 372 0,'0'0'260'0,"0"0"-255"16,0 0 0-16,0 0-5 15,0 0 40-15,0 0-32 16,-13 84 6-16,13-66-4 16,13 1 6-16,3-11 20 0,1-1 10 15,-1-7 15-15,5 0 8 16,3 0-27-16,1-9-12 16,-5-16-21-16,-11 4-2 15,-5-10-2-15,-4 6-5 16,-8 0-26-16,-26 7 12 0,-2 6-18 15,-1 2 13-15,-4 7-28 16,24 3-131-16,9 0-220 0</inkml:trace>
  <inkml:trace contextRef="#ctx0" brushRef="#br0" timeOffset="39811.18">19929 13618 260 0,'0'0'533'0,"0"0"-477"0,0 0-45 16,0 0 56-16,0 0-16 16,0 0-25-16,66-46-12 31,-37 43 4-31,0 0-3 16,-5 0 4-16,-8 3-1 0,-3 0-18 0,-13 6-7 31,0 19-1-31,0 8-4 15,-13 11 12-15,-20-1 0 16,-3-3 2-16,7-3-1 0,4-9 6 16,13-10-6-16,8-5 0 0,4-4-1 15,0-9 0-15,0 3 0 16,12-3 5-16,21 0 10 16,9 0-7-16,10 0-2 15,-2-3-6-15,0-4-7 16,-2 5-29-16,-11 2-40 15,-28 0-83 1,-9 0-240-16</inkml:trace>
  <inkml:trace contextRef="#ctx0" brushRef="#br0" timeOffset="40658.75">18981 14901 124 0,'0'0'12'16,"0"0"-3"-16,0 0-8 16,0 0 9-16,0 0-10 15,0 0-5 1,0 0 2-16,-49 12-9 16,49-12-7-16,-9 3 18 15,5-3-5-15,4 0-27 16,-4 0-38-16</inkml:trace>
  <inkml:trace contextRef="#ctx0" brushRef="#br0" timeOffset="41159.18">18981 14901 109 0,'-85'15'101'0,"85"-15"-11"0,0 0-8 15,0 0-7 1,0 0-33-16,-5 0-3 16,1 0 4-16,0 0-10 15,0 3 1-15,-4-3-6 0,4 3 27 16,-5-3 11-16,9 0-12 15,0 0-23 1,0 0-9-16,0 0-5 16,0 0-8-16,0 0-7 15,0 0 6-15,0 0 3 16,0 0-10-16,13 0 0 16,7 0 11-16,12 0-9 15,14 0 4-15,8-3-7 16,15-3 0-16,14 0 3 0,11 0 5 15,12-7 6-15,9 7-6 16,5 0-3-16,-6 3 0 16,1-3-5-16,-12 0 4 15,-4 3 2-15,-13-7-2 16,-12 7 1-16,-9-6-2 0,-11 3-3 16,-14 3 5-16,-11 3-5 0,-17 0 26 15,-3 0 16 1,-9 0-6-16,0 0-4 15,0 0-15-15,0 0-13 16,0 0-2-16,0 0-1 0,0 0-1 16,0 0 0-16,0 0-3 15,0 0-12 1,0 0-38 0,0 0-44-16,-9 0-23 0,-7 0-71 15,4 3-107-15,3-3-73 16</inkml:trace>
  <inkml:trace contextRef="#ctx0" brushRef="#br0" timeOffset="42991.16">19416 15184 119 0,'0'0'521'16,"0"0"-521"-1,0 0 13-15,0 0-13 16,0 0 87-16,0 0-37 15,13-27-8-15,-13 27-12 0,0 0-14 16,0-3 12-16,0 3 13 16,0 0-12-16,0 0-15 15,0 0-7-15,0 0-1 16,0 0-6-16,0 5 1 16,0 17 21-16,4 3-1 0,0 9-12 15,0-1-1-15,0 5-6 16,1-5-1-16,-1 5 5 15,0-8-4-15,0-2 1 16,-4-9-2-16,4-13-1 16,-4 0 4-1,4-6 2-15,0 0 17 16,-1 0 6-16,2 0 8 16,7-21 0-16,9-10-32 15,-1-4-3-15,9-1 1 16,-4-1-2-16,8-4 0 0,-5 4-1 15,1 10 0 1,-4 2-1-16,-9 10 1 0,-7 8 0 16,-1 5 0-16,-8 2 0 15,0 0 0-15,0 15 2 0,0 15-2 16,0 11 14-16,4-1-9 16,4-6-5-16,5-7 6 15,-2-8-5-15,6-7 1 16,3-5-1-16,9-7 6 15,4 0 4-15,16 0-9 0,5-3 2 32,-1-13-1-32,-4 4-3 15,-8-7 0-15,-8 0-17 0,-33 10-45 16,0-3-153-16</inkml:trace>
  <inkml:trace contextRef="#ctx0" brushRef="#br0" timeOffset="43970.68">20968 14527 508 0,'0'0'180'16,"0"0"-151"-16,0 0 60 15,0 0 34-15,0 0-57 16,0 0-14-16,0 0-20 15,-13-12-17-15,30 6-5 16,8 0 5-16,12-6 2 0,4 3-2 16,12-1-13-16,1 1-2 15,-2 3 3-15,6 3 0 16,-4 0 2-16,-5 3 5 0,-12 0-1 16,-8 0-5-1,-13 0-4-15,-7 0 0 0,-9 0-1 31,0 0-16-31,0 3-31 16,0 6-23-16,-13 3-41 0,-7 4-81 16,3-10-112-16,1 6-115 15</inkml:trace>
  <inkml:trace contextRef="#ctx0" brushRef="#br0" timeOffset="44273.65">21182 14709 371 0,'0'0'177'16,"0"0"-141"-16,0 0 4 15,0 0 35-15,0 0-4 16,0 0 6-16,-75 78-34 16,75-78-12-16,0 0 3 0,0 0 17 15,0 0 11-15,0 0-36 16,25 0-9 0,12-4 20-1,16-5-22-15,5-3-5 16,4 6-6-16,3 2-2 15,-3 2 9-15,-9 2 13 0,-4-3 1 16,-11 3-4 0,-22 0-12-16,-8 0-7 0,-8 0-2 15,0 0-3-15,0 0-11 0,0 0-18 16,-12 0-51-16,-9 0-17 16,9 0-120-16,4 0-251 15</inkml:trace>
  <inkml:trace contextRef="#ctx0" brushRef="#br0" timeOffset="49668.61">22344 14099 309 0,'0'0'9'0,"0"0"7"16,0 0-5-16,0 0 102 15,0 0-44-15,0 0-34 16,0 0 35-16,0 0-7 15,4-58-8-15,0 58 1 16,0-4-11 0,0 1-16-16,-4 3-4 15,0 0 4-15,4 0-10 16,-4 0-1-16,0 0-6 16,0 0 1-16,0 0-13 15,0 10 3-15,0 18 2 16,4 5 13-16,5 13-11 15,-2 7 2-15,5-4-4 0,-4 0-2 16,-3-2 1-16,-1-10-3 16,0-7 3-16,-4-7-1 15,0-8-2-15,0-6 3 16,0-3 1-16,0-6 6 16,0 0-8-16,0 0-3 0,0 0-4 15,0 0-30-15,0 0-66 0,0 0-89 16,4 0-116-16</inkml:trace>
  <inkml:trace contextRef="#ctx0" brushRef="#br0" timeOffset="50018.68">22791 14204 605 0,'0'0'0'16,"0"0"-12"-16,0 0 12 31,0 0 77-31,0 0-62 0,0 0-2 16,0 0 30-16,25 22-14 0,-25-4-9 16,0-3 23-16,-4 1 10 15,-17-7-13 1,9-3-11-16,-1-3 1 15,5-3-2-15,4 0-15 0,0 0 0 16,4-3-13 0,0-15-35-16,0 3 16 15,0 2 1-15,8 1-9 16,-4 6-30-16,4 6-34 16,-3 0-28-16,-5 0-60 15,0 0-150-15</inkml:trace>
  <inkml:trace contextRef="#ctx0" brushRef="#br0" timeOffset="50586.05">23214 14077 596 0,'0'0'46'0,"0"0"-42"16,0 0-4-16,0 0 45 16,0 0-41-16,0 0 4 31,25 28 26-31,-46 3 9 16,-4 3-16-16,0 0 25 0,0-6-7 15,1-1-13-15,4-2-12 16,12-7 0-16,0-2-8 15,8-10-4-15,0 0-4 16,0-6-4-16,27 0 0 16,11 0 3-16,-1 0 7 15,12 0-10-15,-4-12-1 0,-4 3-46 16,-8-10-20-16,-8 4-5 16,-4-1-17-16,-18 1 27 15,1 3 5-15,-4-1 42 0,0 1 15 16,-4 0 6-16,-12 3 34 15,4 2-11-15,4 1 24 32,8 6 32-32,-4 0-10 15,4 0-26-15,0 0-27 0,0 13-10 16,-5 14 23-16,5 7-5 16,0 3-15-16,0 3-9 15,0 0-1-15,0-6-3 16,0 0-2-16,0-9-1 15,5-4-27-15,-1-8-18 0,0-7-20 16,0-6-62-16,4 0-68 16,-8 0-84-16</inkml:trace>
  <inkml:trace contextRef="#ctx0" brushRef="#br0" timeOffset="50972.47">23587 14093 187 0,'0'0'471'0,"0"0"-402"0,0 0-65 15,0 0 113-15,0 0-52 16,0 0-65-16,12 15 26 16,-12 22 4-16,0 0-23 15,0 0-1-15,0-6-6 0,0-6 1 16,9-10 0-16,3-5-1 15,4-10 0-15,13 0 1 16,8 0 6-16,16-10-7 0,5-8-17 16,-1 3-19-16,1 5 28 15,-13 7 8-15,-13 3 0 16,-19 0 0-16,-9 0-5 16,-4 13 5-16,0 14 32 15,-21 4-1-15,-15 3-13 16,-1-6-3-16,-9-1 9 15,9-8 12-15,-3-7-15 16,7-8-21 0,4-2-1-16,4-2-84 0,21 0-86 15,0 0-178-15</inkml:trace>
  <inkml:trace contextRef="#ctx0" brushRef="#br0" timeOffset="51142.71">23628 14050 846 0,'0'0'34'0,"0"0"-30"15,0 0-4-15,0 0 22 16,160-49-22-16,-103 49-3 16,-40 0-107-16,3 0-261 0</inkml:trace>
  <inkml:trace contextRef="#ctx0" brushRef="#br0" timeOffset="51391.18">24342 14068 592 0,'0'0'205'16,"0"0"-205"-16,0 0 6 15,0 0 74-15,0 123-50 16,-12-79-14-16,4 5-3 16,-9-6-5-16,9-6-5 15,-9-3-2 1,6-12-1-16,-6-7-15 16,1-6-31-16,4-9-48 15,7 0-95-15,5 0-202 16</inkml:trace>
  <inkml:trace contextRef="#ctx0" brushRef="#br0" timeOffset="51610.4">24203 14170 571 0,'0'0'278'16,"0"0"-266"-16,0 0 0 15,0 0 7-15,0 0 37 16,0 0-41-16,0 0-2 15,70 89-8-15,-38-61-2 0,5-3 3 32,1-7-6-32,-1 1-8 15,-9-10-74-15,-3-3-73 16,-21-6-73-16,-4 0-180 0</inkml:trace>
  <inkml:trace contextRef="#ctx0" brushRef="#br0" timeOffset="51860.49">24638 14059 774 0,'0'0'129'0,"0"0"-128"15,0 0 1-15,0 0 7 16,0 0 5-16,0 0-1 0,8 89-9 15,1-48 2-15,3-4-6 16,-4-4 0-16,0 1-30 16,-3-9-58-16,3-6-61 15,-8-19-28 1,0 0-96-16</inkml:trace>
  <inkml:trace contextRef="#ctx0" brushRef="#br0" timeOffset="52222.43">24844 14072 235 0,'0'0'710'0,"0"0"-702"16,0 0 3 0,0 0-11-16,0 0 33 15,0 0-27-15,-9 132 4 16,9-92-9-16,0 0 2 0,0-6 0 15,9-9-2-15,6-10 0 16,-2-9-1-16,7-6 0 16,9 0 13-16,4 0 22 0,4-21-19 15,4-7-9-15,-4-3-7 32,-8-3 0-32,-8-6 0 15,-13 0 4-15,-8 0 2 0,0 0-4 16,-13 3 0-16,-20 9 10 15,-12 7-11-15,-8 14-1 16,-9 7-6-16,0 0-15 0,1 0-27 16,12 13-67-16,40-4-126 15,5-3-269 1</inkml:trace>
  <inkml:trace contextRef="#ctx0" brushRef="#br0" timeOffset="52497.49">24942 13745 703 0,'0'0'164'15,"0"0"-161"-15,0 0 9 16,0 0 29-16,0 0-17 15,0 0 10-15,33 89-26 16,-17-49-3-16,-7 0 2 16,-2-6-6-16,5-3-2 0,-7-13-13 15,-1-2-51-15,0-10-69 0,-4-6-108 16,0 0-173-16</inkml:trace>
  <inkml:trace contextRef="#ctx0" brushRef="#br0" timeOffset="52826.04">25175 13732 520 0,'0'0'309'16,"0"0"-308"-16,0 0 2 15,0 0-3-15,0 0 54 16,0 0-40-16,13 130-5 0,-13-90-8 15,0-3 0-15,0-15 2 16,0-7-2-16,0-9 0 16,12-6-1-16,5 0 7 15,8-9 36-15,4-19-18 16,-2-3-17-16,-2-9 1 16,-8 6-8-16,-9 1 4 0,-8 2-1 15,0 9-3-15,-12 7 10 16,-21 8-6-16,-16 7-2 15,-9 0-3-15,1 16-59 0,32-1-79 16,5-2-200-16</inkml:trace>
  <inkml:trace contextRef="#ctx0" brushRef="#br0" timeOffset="53198.05">25389 13532 829 0,'0'0'53'15,"0"0"-47"-15,0 0 7 16,0 0 47-16,0 0-26 15,123-31 5-15,-98 46-6 16,8 23-18-16,-1 11-6 16,1 9 2-1,0 17-6-15,-4 8-3 16,0 6 2-16,-13 0 1 0,-4 1-3 16,-12-4-1-16,0-6 1 15,-32-15-2-15,-30-6-33 16,-12-20-17-16,-20-11 48 0,-4-9-123 15,52-19-163-15,9 0-59 16</inkml:trace>
  <inkml:trace contextRef="#ctx0" brushRef="#br0" timeOffset="54013.05">22315 13825 520 0,'0'0'184'15,"0"0"-176"-15,0 0 8 16,0 0 114-16,0 0-75 0,0 0-39 16,-119 40 17-16,81 3 23 15,-3 15-10-15,-3 17-7 16,11 14-17-16,0 13-11 0,12 11-2 15,13-1-8 1,8-1-1-16,0-13 3 16,29-8-3-16,20-16-1 0,8-19 1 0,13-11-3 15,8-17-25-15,-4-18-52 16,-49-9-123-16,-4-9-277 16</inkml:trace>
  <inkml:trace contextRef="#ctx0" brushRef="#br0" timeOffset="55083.08">25816 13178 471 0,'0'0'148'0,"0"0"-116"16,0 0 80-16,0 0 10 0,0 0-59 15,0 0-22-15,0 0 1 16,0-25-19-16,0 22-9 16,0 3-8-16,4 0-6 15,13 0 2-15,12 0 1 16,7-3 3-16,10 3-6 0,-1 0 0 16,-5 0-2-16,-7 0 1 15,-8 9-2-15,-17 10 3 16,-3 8-12-16,-5 7 6 15,-25 12 0-15,-21 4 6 16,-15-4 2-16,3-3-2 16,14-9 17-1,7-9 13-15,12-10-11 16,17-3-11-16,8-8-5 0,0-1 1 16,4-3 0-16,33 0-4 15,12 0 15-15,13 0 1 16,3 0-10-16,-3 0-6 15,-4 0-4-15,-10 0-20 16,-15 0-31-16,-12 0-74 0,-21 0-191 16,0 0-216-1</inkml:trace>
  <inkml:trace contextRef="#ctx0" brushRef="#br0" timeOffset="56572.4">22352 15150 228 0,'0'0'183'0,"0"0"-163"15,0 0-12-15,0 0 111 16,0 0-34-16,0 0-55 0,0 0-11 16,-25-15 4-16,25 15-1 15,0 0 21-15,0 0 16 0,0 0-5 16,0-3-7 0,0 3-9-16,0 0 15 0,0 0-22 15,0-3-17 1,0 0 2-1,0 0-1-15,0 3-9 0,0-4-3 16,4 4-1-16,17-6 1 16,11 6 5-16,9-6-6 15,9 3 5-15,7 0 2 16,9-3 3-16,15-1 7 16,10 2-8-16,16-5 0 0,8 4 2 15,3-3-11-15,6 3 2 16,8-1 2-16,-5 1-5 15,4 3 1-15,-4 0-1 16,4 3 0 0,1 0 3-16,-9 0-3 0,1 0 1 0,-14 0-2 15,-7 0-2-15,7 0 2 16,-2 0 0-16,-6-3 1 16,5-3-2-16,-8 0 2 15,-9 0-1-15,-5-1 1 0,-6 2-1 16,-10 1 1-1,-3-2-1-15,-17 3 0 0,-8 3 1 16,-12-3 0-16,-8 3-1 31,-9-3 1-31,-3 3-1 0,-9 0 3 16,0 0 0-16,0 0-1 16,0 0 0-16,0 0-1 15,0 0-1-15,0 0-1 16,0 0-18-16,0 0-9 15,0 0-16-15,-25 0-54 16,-4 0-106-16,8 0-69 0,1 0-152 16</inkml:trace>
  <inkml:trace contextRef="#ctx0" brushRef="#br0" timeOffset="57939.07">23251 15382 341 0,'0'0'195'15,"0"0"-181"-15,0 0-14 16,0 0 103-16,0 0-5 16,0 0-24-16,0 0-14 15,4-44-8-15,-4 44-20 16,0 0-5-16,0 0 3 0,0 0-17 15,0 19 0-15,0 6 7 16,0 12 6-16,0-1-6 16,0 11-10-16,0-4-1 15,0 3-5-15,3 3-1 16,1-9-3 0,5-2 0-16,-5-8 3 15,0-8-3-15,-4-10 0 16,0-6-5-16,0-3 3 15,0-3-18-15,0 0-90 16,0 0-63-16,0-3-114 16</inkml:trace>
  <inkml:trace contextRef="#ctx0" brushRef="#br0" timeOffset="58361.1">23599 15431 793 0,'0'0'59'0,"0"0"-59"0,0 0 0 16,0 0 73-16,0 0-17 16,0 0-50-16,21 37 6 15,-21 3 7-15,0 0-3 16,0 3-4-16,0-3 1 15,0-3-10-15,0-3-2 0,0-9 3 16,8-7-4-16,5-5 1 16,3-13-1-16,13 0 0 0,-1 0 24 15,9-22-4 1,9-12-14-16,-2 0-2 16,-3-6-4-16,-12 3 0 15,-12 3-4-15,-13-3 4 0,-4 7 5 0,-12 5-4 16,-30 6 2-1,-10 10 11-15,-10 9-8 16,-5 0-6-16,11 0 0 0,6 0-30 16,9 0-47-16,38 0-101 31,3 0-199-31</inkml:trace>
  <inkml:trace contextRef="#ctx0" brushRef="#br0" timeOffset="59040.07">24105 15190 504 0,'0'0'129'16,"0"0"-121"0,0 0 32-16,0 0 41 0,0 0-56 15,0 0-22-15,-4-12-2 16,4 12 2-1,0 0 8-15,0 12 27 16,0 10 25-16,0 6-11 0,0 2-30 16,0 4-17-16,4-3 5 15,4 0-9-15,-4-9 3 0,0-7-3 16,3-3-1-16,-2-5 0 16,-5-4-20-16,0-3-56 15,4 0-55-15,-4 0-82 16,0 0-110-16</inkml:trace>
  <inkml:trace contextRef="#ctx0" brushRef="#br0" timeOffset="59557.1">24409 15206 303 0,'0'0'218'0,"0"0"-194"0,0 0 22 16,0 0 85-16,0 0-49 15,0 0-27-15,0 0 2 16,44-40 6-16,-44 40-10 16,0 0-26-16,-8 0-5 15,-17 0-21-15,-3 0-1 0,7 9 7 16,1 3 6-16,7 1-10 15,1-1-3-15,8 6 0 16,4-2-1-16,0-1-7 16,0 7 3-16,4-4-5 15,17 4 0-15,-5-1 9 16,9 1-3 0,-4 3 4-16,-6-4-1 15,-3-2 3-15,1 0-3 16,-9-7 1-16,-4-6-4 0,0 0 4 15,0-3-4-15,-17-3 4 16,-2 0 3 0,-10 0 1-16,4-9 1 15,9-16 7-15,3-9 4 0,9-6-7 0,4 3-8 16,0-3 1-16,25 6-2 16,12 1-4-16,16 8-4 15,0 3-36-15,9 3-80 16,-38 17-129-16,1 2-201 15</inkml:trace>
  <inkml:trace contextRef="#ctx0" brushRef="#br0" timeOffset="60458.43">26289 14682 435 0,'0'0'122'16,"0"0"-104"-16,0 0 104 0,0 0 18 15,0 0-74 1,0 0-30-16,-17-9-12 15,17 5 20-15,0 4 0 16,4-5-11-16,17-2-6 16,3 4-18-16,13-6-5 15,8 0-1-15,8 2-2 16,5 1-1-16,8 0 0 16,-5 3 0-16,5-3 2 0,-5 3-1 15,-7 0 4-15,-9 3-2 16,-17 0-3-16,-11 0-4 15,-9 0-24-15,-8 0-39 16,0 0-21-16,-8 0-65 16,-9 0-164-16</inkml:trace>
  <inkml:trace contextRef="#ctx0" brushRef="#br0" timeOffset="60797.48">26379 14888 457 0,'0'0'75'16,"0"0"-68"-16,0 0 94 0,0 0-6 16,0 0-63-16,0 0-17 15,0 0 19-15,-5 31 42 16,38-31-17-16,13 0-21 15,7 0-14-15,5-12 0 0,3-1 2 16,9 4 7-16,-13-3 10 16,5 3-11-16,-9 3-6 15,-8 2-10-15,-8 1-9 0,-8 0-5 16,-12 3-2 0,-9 0 0-16,-4 0-4 15,-4 0-38-15,0 0-44 16,0 0-98-1,-12 0-287-15</inkml:trace>
  <inkml:trace contextRef="#ctx0" brushRef="#br0" timeOffset="119998.9">26403 14420 179 0,'0'0'176'0,"0"0"-176"0,0 0 9 15,0 0-9-15,0 0 67 16,0 0 4-16,9 0-30 16,-5 0-6-16,-4 0 2 0,0 0 30 15,0 3 4-15,0-3-28 16,0 0-25-16,0 0-11 15,0 0 1-15,0 0 8 16,0 0-5-16,0 0 5 16,0 0 16-16,0 0-5 15,4 0 11 1,0-19 14-16,0-5-30 16,13-13-19-16,2-9-3 15,10-1 0-15,0 1-3 0,13 6 0 16,-6 6 2-16,1 9 0 15,-8 10-1-15,-13 6-1 16,5 9 3-16,-9 0-9 16,-3 34 9-16,3 15 2 15,-4 6 16-15,4 7-10 0,-4-6-1 16,0-10-5-16,5-9-2 16,-1-16 0-16,1-8 1 15,7-13 1-15,9-3-2 16,11-37 6-16,10-22 9 15,0-12-15-15,-10-3-8 16,-3-1-41 0,-16 8-16-16,-9 14-8 15,-8 16 6-15,-4 16 10 16,0 17-18-16,-20 7-31 16,7 0-97-16,-3 13-46 0</inkml:trace>
  <inkml:trace contextRef="#ctx0" brushRef="#br0" timeOffset="120583.21">27577 14370 733 0,'0'0'122'16,"0"0"-120"-16,0 0 40 16,0 0 46-16,0 0-50 15,0 0-31-15,123-111-7 0,-85 109 0 16,2-5 6-16,-3 7 0 16,0 0 4-16,-12 7-10 15,-8 20-3-15,-2 4 0 16,-11 9 2-16,-4 6 1 15,0 4 0-15,-28 5 6 16,-17 1 1 0,0-4-7-16,-8-9 6 15,3-3 20-15,17-9-16 16,8-3-3-16,21-10-7 16,4-5 2-16,0-4-5 15,37-9-2-15,25 0 5 16,24 0 12-16,12-13-12 15,10-5-11-15,-10 0-25 0,-8-1-34 16,-7 0-41-16,-71 7-100 16,-8 3-188-16</inkml:trace>
  <inkml:trace contextRef="#ctx0" brushRef="#br0" timeOffset="120900.28">28411 14460 576 0,'0'0'404'0,"0"0"-365"0,0 0-34 16,0 0 79-16,0 0-29 15,0 0-22-15,-128 86-23 16,112-37-8-16,12 1 2 16,4-4-4-16,0-6-5 15,29-9 2-15,8-6-5 16,16-19 6 0,9-6 2-16,15 0 7 15,-2-31-1-15,-2-9-5 16,-15-9 4-16,-13-7 2 15,-21-6-1-15,-20 7 9 16,-4 2 1-16,-16 10-7 16,-37 16-2-16,-17 8-7 15,-16 19-4-15,-8 0-1 0,3 15-9 0,22 23-27 16,23 8-67 0,46-25-124-16,0 1-270 15</inkml:trace>
  <inkml:trace contextRef="#ctx0" brushRef="#br0" timeOffset="121215.54">29064 14364 717 0,'0'0'331'0,"0"0"-319"15,0 0 19-15,0 0 33 16,0 0-62-16,0 0 3 15,-133 123 0-15,101-61-2 0,12 3-6 16,20-15-1-16,0-14-8 16,29-8 7-16,23-16 5 15,19-12 0-15,6-3 5 16,10-30-1-16,3-14 5 16,-24-8 0-16,-13-7-2 15,-24-6 31-15,-25-3-5 0,-4 10-11 0,-33 5 0 16,-28 19-8-16,-18 16-14 15,-11 17-11 1,-1 4-34-16,6 35-46 0,60-5-127 16,8 4-468-16</inkml:trace>
  <inkml:trace contextRef="#ctx0" brushRef="#br0" timeOffset="121685.33">27298 15505 512 0,'0'0'298'15,"0"0"-298"-15,132-43-85 16,-13 18 85-16,28 7 36 16,26-1-3-16,19 7 22 15,10 6-9-15,12 3-3 16,-6 3-4-16,-6 0 3 16,-6 0-22-16,-23 12-15 15,-25-3-5-15,-34 0-26 0,-35-3-73 0,-42-2-43 16,-28-1-24-1,-18-3-32-15,-36 0 21 0</inkml:trace>
  <inkml:trace contextRef="#ctx0" brushRef="#br0" timeOffset="121970.86">27655 15619 1059 0,'0'0'87'16,"0"0"-87"-16,0 0 0 0,0 0-6 15,0 0 12-15,0 0 0 16,222-12 3-16,-57-4-6 16,6 7 2-16,10 3 3 15,-8 6 14-15,-17 0-6 16,-13 0-11-16,-16 12 1 0,-28-3-4 15,-25 1-2-15,-28-4 0 32,-31-3-26-32,-15-3-74 0,-12 0-109 15,-25 0-473 1</inkml:trace>
  <inkml:trace contextRef="#ctx0" brushRef="#br0" timeOffset="124526.87">22877 13082 162 0,'0'0'366'16,"0"0"-360"-16,0 0 15 15,0 0-18-15,0 0 58 16,0 0-33-16,0 0-28 0,0-16 2 16,12 14 1-16,17-1 0 0,13-4 12 15,18-2 7-15,23-7 1 16,24 1 24-16,20-6-5 15,12 2 1-15,13-2-11 16,8-1-15-16,1 6-3 16,-9 4-8-16,-21 6-2 15,-29 0-5-15,-23 6 1 16,-35 0-54-16,-15 0-43 16,-29 0-46-16,0 0-28 15,-33 0-107-15</inkml:trace>
  <inkml:trace contextRef="#ctx0" brushRef="#br0" timeOffset="124864.78">23074 13307 659 0,'0'0'160'0,"0"0"-139"15,0 0-14-15,0 0 24 16,0 0 7-16,0 0-34 16,-16 6 0-16,101-21 7 15,19-7-10-15,11 4 2 16,8-1 1-16,4-2-2 16,8 5-1-1,5-2 7-15,-1 5 3 16,-16 10 3-16,-24-3-11 15,-34 3-2-15,-27 3-2 16,-22 0-2-16,-12 0-18 16,-4 0-34-16,0 0-34 15,-24 0-41-15,3 0-132 16,0 0-70-16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14:18.8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1912 9506 521 0,'0'0'182'0,"0"0"-182"16,0 0-103-16,0 0 103 15,0 0 80-15,0 0-28 0,0 0-43 16,0 0 0-16,37-6 3 16,-37 6 6-16,0 0 13 15,0 0 6-15,0 0-13 16,0 0-13 0,0 0-6-16,0 0 1 15,0 0 0-15,0 0-3 16,0 0 4-16,0 0-3 15,0 0 5-15,0 0 10 16,0 0-1-16,0 0 0 16,4-3-6-16,5 3-1 15,3-3 5-15,9-3 12 0,8-4-5 0,11 4-5 16,5-3-11-16,18-3 3 16,2 0 0-16,9-1-5 15,12 1 3 1,16-1-7-16,21 1 2 0,9-1 1 15,-4 1-4-15,-14 0-3 16,-11 3 3 0,-8 3 0-16,-14-3-2 15,-11-1 2-15,-8-2 0 16,-9 3 0-16,-8-4 1 16,-8 7-1-16,-8-3 0 15,0 3 0-15,-4 0 1 16,-6 2-1-16,-2 1 0 15,-5 0-1-15,-3 3 4 0,-1 0-5 16,-4 0 2-16,4 0 0 16,-8 0 0-16,0 0 0 15,0 0 0-15,0 0 3 0,0 0-2 16,0 0 2 0,0 0-1-16,0 0 1 0,0 0-1 31,0 0-1-31,0 0 0 0,0 0-1 15,0 0 1-15,0 0-3 16,0 0 0-16,0 0-2 16,0 0-6-16,0 0-28 15,0 0-35-15,-8 0-58 16,0 0-101-16,-9 10-163 16</inkml:trace>
  <inkml:trace contextRef="#ctx0" brushRef="#br0" timeOffset="552.41">2413 9922 743 0,'0'0'45'0,"0"0"-45"16,0 0 0-1,0 0 51-15,0 0 25 16,0 0-76-16,0 0-8 15,-16 65 8-15,16-3 3 0,0 8 1 16,0-2-4 0,0 3 1-16,12-9-1 0,-4-10 2 15,1-5 0-15,-1-11-2 16,-8-14 0-16,4-6-1 16,-4-16-1-16,0 0-51 0,4-16-42 15,-4-24-76-15,0 13-106 16,0-1 11-16</inkml:trace>
  <inkml:trace contextRef="#ctx0" brushRef="#br0" timeOffset="849.28">2364 9981 220 0,'0'0'246'16,"0"0"-114"-16,-33-127-61 31,33 109 52-31,0 6-16 16,0 6-53-16,0-1-38 0,8-2-16 15,21 6-6-15,20 0 6 16,12 3-1-1,1 0 1-15,9 12 0 16,-14 13-11-16,-12-4 6 16,-8 7 1-16,-13 3-5 0,-16-3-2 15,-4 6-8-15,-4-3-1 16,-8 2 6-16,-32-5 14 16,-22 6 1-16,-7-3 3 0,-2-3 7 15,5-3-2-15,13-10 4 16,25-6 6-16,7 0-5 15,17-6-14-15,4-3-7 16,0 0-41-16,12 0-72 0,21 0 28 16,-8-6-77-16,-4-3-125 15</inkml:trace>
  <inkml:trace contextRef="#ctx0" brushRef="#br0" timeOffset="1537.1">2786 9913 24 0,'0'0'662'16,"0"0"-598"-16,0 0-58 16,0 0 85-16,0 0 12 15,0 0-87-15,25 0-16 16,-21 56 0-16,5 14 2 16,3 10-1-16,0-5 2 0,1-1-4 0,-5-3 1 15,0-16 0-15,-8-9 1 16,0-18 1-1,0-10-2 1,0-11 4-16,5-7-3 0,-5 0 15 16,12-16 18-16,-4-24 12 15,4-9-39-15,4-4-5 16,-8 7-2-16,9 6 0 16,-9 12 1-16,-4 13-3 15,0 6 1-15,-4 9-2 16,5 0-9-16,-1 31-1 15,4 12 13-15,0 3 5 0,5 3-4 16,-1-9 1 0,0-6-2-16,1-9 1 0,-2-13-2 0,6-12-6 15,-1 0 6 1,13-12 1-16,0-28 0 0,4-6-1 16,-5-7-16-16,-7 4-16 15,-5 3 17 1,-3 9 8-16,-5 12 8 15,-8 10 4-15,0 15 0 0,0 0 22 0,0 24-26 16,-8 19 0-16,4 13-1 16,4-4 1-16,0-2-2 31,0-14 1-31,4-5-3 16,12-12 3-16,5-13 1 15,0-6 0-15,4-3 9 16,-2-28 28-16,-2-12-25 0,0-3-2 15,-13-3-4-15,-8-1-2 16,0 7-2-16,-4 3 3 16,-25 12-5-16,-4 13-2 15,-3 15-2-15,-10 0-5 0,5 21 5 16,9 13-3-16,7 3-48 16,21-3-98-16,4-18-139 0,0-7-207 15</inkml:trace>
  <inkml:trace contextRef="#ctx0" brushRef="#br0" timeOffset="2139.29">3698 10101 518 0,'0'0'44'0,"0"0"-16"16,62-105 147-16,-62 96-35 0,0 3-43 15,0 6-20 1,-16 0-43-16,-5 0-34 15,-12 22 0-15,0 8 0 16,-3 4 1-16,2 0 3 0,14-9-4 16,7-4 0-16,9 1-7 0,4-4-4 15,0 1 6 1,21-4-5-16,12 4 3 16,7-1 5-16,6-2-4 15,-9 2-3-15,-4-2 0 0,-16 2-9 16,-10 0 13-16,-7 4-2 15,0-3-2 1,-24-4 8-16,-17 4 1 16,-5-10 17-1,2 0 4-15,11-9-4 0,4 0-17 16,16-9-6-16,9-13-61 16,4-2-32-16,4-4-17 15,25-3 22-15,13 4 6 0,-6-4-22 16,1-3 2-16,0-3 8 15,-8-7 55-15,-1 1 45 0,-7 3 8 16,-5 9 41 0,-3 7 79-16,-5 15 42 0,-8 6-11 15,0 3-10-15,0 0-39 16,0 8-90-16,4 30-17 16,0 14-3-16,5 16 4 0,-1 6-2 15,8 15-2-15,5 4 0 16,-5 6-4-16,4-4 3 15,1-15 0-15,-9-9-1 16,1-16-23-16,-5-17 3 16,-8-14-4-16,4-12-49 15,-4-12-43 1,0 0-81-16,0-18-168 16</inkml:trace>
  <inkml:trace contextRef="#ctx0" brushRef="#br0" timeOffset="3015.78">3829 10348 380 0,'0'0'451'0,"-8"-108"-435"16,8 93-8-16,21 5-4 15,12 10 24-15,12 0-1 0,0 6-12 16,0 22-11 0,-8 6 6-16,-16-3-10 0,-14 3 0 15,-7-7-3-15,0-2 4 16,-11 0-1-16,-22-10 12 15,-13-2 6 1,1-7-6-16,0-6 1 16,8 0 1-16,12-6-14 15,9-19-41-15,8-3-50 16,8-3-29-16,0-6 8 16,8 1 15-16,21-11 42 15,8 1 0-15,-4-3 9 16,-1 2 46-16,1 4 10 0,-4 10 40 0,-4 10 32 15,-8 8-4-15,-9 12-8 16,-8 3-10 0,8 3-5-16,-5 25-21 15,5 21-18-15,9 10-3 0,-9 6-6 16,5-1-2-16,3-2-4 16,-3-3 2-1,-1-10-3-15,0-18 1 16,-3-10 0-16,-5-8 0 15,0-7 0-15,4-6-1 16,5 0 2-16,-2-28 47 16,10-12-31-16,-1-3-16 15,-3-6-2-15,-1 6-6 16,-3 8 2-16,-5 14 1 0,-4 14 3 16,-4 7 8-16,0 0 18 15,0 32-21-15,0 4-5 0,4 14 0 16,5-4 0-1,3-9 0-15,5-6-1 16,-2-10-3-16,6-8-8 16,4-13 2-16,-1 0 1 0,1-13-21 0,0-23 6 15,-10-4-36-15,-2-4-4 16,-9 1 0-16,-4 6 46 16,0 7 18-16,0 7 11 15,0 18 28-15,-8 5 46 16,-1 0 4-16,2 21-70 15,-1 22-17 1,8 4-2-16,0 5 12 16,0-3-4-16,20-9-5 15,4-9 0-15,1-9-1 16,0-10-2-16,-4-12 17 0,3 0 6 16,0-19 29-16,5-17-27 15,-4-8-18-15,-4 1-3 31,-9 3-4-31,-12 3 0 0,0 3-1 16,-8 10 0-16,-25 14-1 16,-4 10-3-16,-12 0 10 0,3 22-3 15,1 12-2-15,17 3-9 16,16 3-20-16,12-25-120 16,0-9-223-16</inkml:trace>
  <inkml:trace contextRef="#ctx0" brushRef="#br0" timeOffset="4200.39">4835 10268 607 0,'0'0'167'0,"0"0"-143"0,0 0 79 16,0 0 33-16,0 0-68 16,0 0-68-16,0 0-17 0,45 0 13 15,-16 49-5-15,3 0-30 16,10-3-1-16,-9-5-11 31,-8-8 19-31,-9-8 24 0,-12-10 6 16,0-2 2-16,-4-13 8 15,0 0 14-15,0 0 73 0,0-15-16 16,-16-19-67 0,-1-3 15-16,5-4 3 0,4 1-17 15,4-3-13 1,4 6 0-16,0 6-3 0,0 7-17 15,12 5-19-15,13 7-24 16,0 0-19 0,3-1 12-16,-4 4-13 15,5 3-10-15,-4-6 45 16,-8-1 43-16,-5 7 5 16,-4 3 26-16,-4 3 28 15,-4 0 17-15,0 0-7 16,0 28-44-16,0 12-9 15,0 6-10-15,0 4 3 0,0-4-2 16,9-9-2-16,10-6 0 16,6-13-1-16,-8-9 1 15,3-9 0-15,1 0 16 16,0-12 40-16,-9-25-24 16,-4-3-10-16,-8-7-3 0,0 4-12 15,0 3-4-15,-20 3-3 16,-9 16-2-16,0 8-1 15,8 13-9-15,-4 0-2 0,6 28 2 16,6 9-23 0,5 12-4-16,8-9-4 0,0-2-7 15,21-14-25-15,7-8 26 16,5-16 49 0,4 0 4-16,4-7 47 15,0-21-39-15,0-12-12 16,-8 4-25-16,-4-4-10 15,-9 2 3-15,-12 8 10 16,-4 11 22-16,-4 10 3 16,0 9 90-16,0 3 11 0,-8 28-68 15,-1 15-31-15,-2 7 3 16,7 2-4-16,4 4 13 16,0-13-13-16,0-6-4 15,15-12 2-15,-2-16 2 16,7-9 11-16,-3-3 10 15,12-3 28-15,0-31-26 0,0-6-27 32,-5-6-1-32,-4 0-17 0,-3-1-2 15,-9 13-6 1,-4 7 2-16,0 14 16 0,-4 13 8 16,0 0 19-1,0 28-18-15,0 12-2 0,-8 6-2 16,8 4 3-16,0-7 0 15,0-9-3-15,0-13 3 0,0-11-2 16,21-10 2-16,4-4 20 16,12-29 12-16,-5-14-23 15,-3-5-9-15,0-10-9 0,-9 1-5 16,-3-1-6 0,-9 12 0-16,-4 14 19 15,-4 11 1-15,0 16 50 0,0 9 13 16,-4 0-31-16,0 6-32 15,0 31-9-15,4 12 1 16,0 10 5-16,20-3-6 16,17-4-34-16,0-6 3 15,0-3 13-15,-8-12 19 0,-18-9-1 32,-6-7 9-32,-5-6-3 0,-9-3-6 15,-27-6 8 1,-9 0 1-16,-1 0 11 0,6 0-8 15,15-3-3 1,9-9-37-16,16 6-112 0,0 2-260 16</inkml:trace>
  <inkml:trace contextRef="#ctx0" brushRef="#br0" timeOffset="6530.05">1235 10329 465 0,'0'0'72'0,"0"0"-72"0,0 0 0 15,0 0 54-15,0 0 1 16,0 0-17-16,50-111 8 16,-46 90-6-16,0 2-2 15,-4 1-1-15,0-4-7 16,0 7 7-16,0 2-17 16,-17 1 5-16,-3 9-18 15,-1 3-7 1,-8 0 0-16,-4 19 0 0,-3 17 0 15,3 14 0-15,4 2-3 16,12 4-1-16,13-4 0 16,4-6-1-16,8-12 5 15,26-15-5-15,11-13 3 16,4-6-1-16,4-12-24 16,9-29 18-16,-5-11-31 0,-7-7-17 15,-9-9-33-15,-17 4 17 16,-8 5 40-16,-7 7 33 15,-9 15 3-15,0 16 40 16,0 8 16-16,0 13 42 16,-13 0-30-1,1 25-65-15,0 21-6 16,0 13 0-16,12 2-5 16,0-2 5-16,0-7 0 15,3-2 0-15,14-10 0 0,-9-13 0 16,4 1 0-16,1-9 0 15,3-1-4-15,-3-3 3 16,3 4-22-16,1 12-61 16,-1 9 20-16,0 12 8 0,0 10 3 15,-3 6 1-15,-5-1 8 16,-8-2-38-16,0-6 82 16,0-10 63-16,0-15 9 15,-8-9 29-15,-9-10-6 16,2-12 5-16,-14-3-8 15,4 0-15-15,-4-31-9 0,4-12-35 16,9-9-12-16,12-16 2 16,4-3-4-16,0 3-19 15,33 4-3-15,12 5 2 16,5 16-16-16,3 6-72 16,-37 37-101-16,-3 0-136 0</inkml:trace>
  <inkml:trace contextRef="#ctx0" brushRef="#br0" timeOffset="6662.08">1835 10496 905 0,'0'0'156'0,"0"0"-156"16,0 0-52-16,0 0 50 15,0 0-128-15,0 0-407 16</inkml:trace>
  <inkml:trace contextRef="#ctx0" brushRef="#br0" timeOffset="6964.56">1021 10865 590 0,'0'0'220'16,"-127"19"-220"-16,106-19 2 0,18 0 95 15,3 0 8-15,0-3-105 16,20-9 3-16,13-4-3 16,17-8 10-16,15-4 0 15,13-3 8-15,16-3-5 16,4 9-13-16,-2 4 0 15,-15 2-39 1,-10 10-30-16,-59 9-93 16,-12 0-140-16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9:55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2641,'0'0'8516,"0"0"-8516,0 0-400,0 0-368,0 0 768,0 0 608,0 0-288,0 0-320,0 24-224,0-24-448,0 0-145,0 9 561,0-9-144,0 0-1233,6 0-1120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26:37.08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  <inkml:brush xml:id="br4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2295 7487 262 0,'0'0'94'0,"0"0"-75"16,0 0-4-16,0 0 77 0,-13-120-24 16,13 102-21-1,0 5-14-15,0-2 14 0,0 2 3 16,0 1-14-16,0-1 22 15,0 11-21-15,0-1-23 16,0 3 4-16,0 0-10 0,0 0-2 16,-4 0-6-16,4 12-19 15,0 25 19-15,0 15 16 16,0 16 12-16,0 12-6 16,4 13-16-16,0 12 8 15,0 5-4-15,5 5-10 16,-9-1 8-1,0-7-3-15,0-2-1 16,0-3 3-16,0-9-4 16,0-7 16-16,0-12 1 15,0-13-6-15,-4 1 1 16,4-9-1-16,0-4-12 16,0-6 2-16,8-6-3 0,0-6-1 15,4-13 0-15,-4-9-6 16,-4-2 6-16,-4-7-3 0,0 0-21 15,0-13-101 1,0-5-268-16</inkml:trace>
  <inkml:trace contextRef="#ctx0" brushRef="#br0" timeOffset="1258.33">2228 7429 216 0,'0'0'183'16,"0"0"-183"-16,0 0 7 16,0 0 30-16,0 0 88 15,0 0-54-15,-48 0-32 31,48 0-8-31,0 0-14 0,0 0-9 16,0 0-8-16,0 0-1 16,0 0 1-16,0 0 13 0,3 0 4 15,9 0 4 1,9 0 9-16,4 0 13 0,4 0 5 16,12 0-5-16,3 0-18 15,10 0-2-15,7 0-5 16,18 0-1-16,15 0-12 0,9-4 4 15,20-5-8-15,8-3-1 16,21 6 2-16,17-3 1 16,11-4-3-16,1 7 2 15,-1-3-2-15,1 6 1 16,-5-3-1 0,1 6 0-16,-1 0 5 15,-3-3-5-15,-4 3-2 16,-9 0 2-16,-4 0 4 15,-8 0-4-15,-9 0-2 16,-8 0 2-16,-3 0 1 16,-5 0 2-16,-9 0 1 15,9 0 16-15,4 0-4 0,-3 3-6 16,-5-3 0-16,4 0-9 16,-4 0 4-16,-4 0-1 0,0 0-4 15,-4 0 0 1,-8 0 6-16,-1 0-3 0,-3 0 0 15,8 0 0-15,-5 0 1 16,4 0-1-16,6 0-3 0,3 0 8 16,-1 0-8-16,-3 0 2 15,1 0-1-15,-2-3-1 16,5-1 1-16,0 1-1 16,-1-3 0-16,-2 3 6 15,-6 3-6-15,1-3 5 16,-1 3-4-1,2 0-1-15,-6-3 4 16,0 0-4-16,2 3 1 16,-2-3 1-16,5 3 2 15,-1-3-2-15,2-1-2 16,2 1 1-16,-3 0 5 16,3 0-5-16,6 0-1 0,-10-3 2 15,1 0 2-15,-8 6-4 16,-1-3 1-16,-4 3-1 15,-3-4 6-15,-5 4-6 0,-4 0 1 16,5-5-2 0,-2 1 6-16,10 1-4 0,-1 3-1 15,1-3 1-15,-9 3-2 32,0 0 0-32,-3 0 1 0,-6 0 1 15,5 0 0-15,-3 0 1 16,-2 0-2-16,2 0 4 15,-10 0 2-15,1 0-1 16,-5 3 1-16,1 0 3 16,1 1-4-16,-11-1 11 15,2-1-13-15,-5-2 1 0,-12 0 6 16,-8 0-9-16,-12 0 6 16,-4 0 6-16,-5 0-11 15,-5 0 0-15,-7 0-2 16,0 0 1-16,0 0-3 15,0 0-9-15,-4 0-48 0,-16 0-97 16,-8 0-360-16</inkml:trace>
  <inkml:trace contextRef="#ctx0" brushRef="#br0" timeOffset="1773">3423 9364 116 0,'0'0'0'0,"0"0"-51"0</inkml:trace>
  <inkml:trace contextRef="#ctx0" brushRef="#br0" timeOffset="3109.69">2270 9081 304 0,'0'0'244'0,"0"0"-235"0,0 0 2 16,0 0-11-16,0 0 72 16,0 0-35-16,0 0-23 15,4-6 17-15,29 3 26 16,7 3-7-16,18-4 2 15,15 1-15-15,14-3 11 16,11 3-33 0,9 0 14-16,9-3-3 15,19 3-6-15,9-3-1 16,12 0-8-16,11-1-3 16,2-5 8-16,-1 3-14 15,5-1 3-15,4 1 0 0,-5 0-1 16,8 3-1-16,5 0-3 15,0-1 5-15,-8 4-2 16,3-2-3-16,-16 1 3 0,-8 4 4 16,-4 0-4-16,-13 0 3 15,1 0-3-15,0 0 3 16,-1 0 3-16,-4 0-6 16,-3 0-2-16,0 0 4 15,-5 0-3-15,0 0 1 0,-4 0-3 16,-4 0 1-16,-4 0-4 15,-4 0 4-15,-4-3-1 16,4 0 6-16,-1 3-6 16,9-6 2-16,1 6-2 15,3-7 0-15,-4 5 0 16,-5-1-3 0,5-4 3-16,1 1 0 15,-1 0 3-15,-4 3-3 16,-5-3 0-16,1 3 0 15,-4-4-1-15,-4 2 2 16,-5-2-1-16,-3 4 2 0,3 3 1 16,-4 0-3-16,6-3 0 15,-6 3 1-15,0 0-3 16,-8 0 1-16,4 0 1 0,1-3 0 16,3 0 2-16,5-3-2 15,0 3 0-15,-1 0 0 16,-4 3 1-16,-3-4-1 15,-1 1 0-15,-4 1 0 16,0-2 4 0,-4 1-7-16,5 3 5 15,-10-3-2-15,5 3 4 16,5-3-4-16,-1 0 0 0,5-3 0 16,3 3 4-16,-8-3-4 15,4-1 0 1,5-2 0-16,3 0-2 15,-3 3 2-15,3 0 0 0,-7-1-1 0,-5 4 7 16,-9-3-8 0,-2 0 2-16,-2 3 0 0,-7 3 1 31,-4-3 0-31,-5 3 0 0,-3 0 4 0,-10 0-2 16,-7 0 3-16,-3 0-2 15,-10-3 0 1,5 0 7-16,-5 3-8 15,1 0 2-15,-4 0 3 16,3 0-6-16,-3 0 6 16,0 0-5-16,-5 0 2 15,-4 0 2-15,-8 0-7 16,-4 0 5-16,0 0 3 16,0 0-6-16,0 0 0 0,0 0-2 15,0 0-2-15,0 0 1 16,0 0-6-16,0 0-38 0,0 0-65 15,-8-7-266-15</inkml:trace>
  <inkml:trace contextRef="#ctx0" brushRef="#br0" timeOffset="3766.52">12935 7250 223 0,'0'0'242'0,"0"0"-225"16,0 0-5-16,0 0 27 16,0 0 27-16,0 0-2 15,0 0-10-15,0 0-23 16,0 28 16-16,0 8 5 16,0 14 26-16,0 8-24 0,0 10-20 15,0 9 0-15,0 6 4 16,0 7-9-16,0 9 4 15,0-1-7-15,0 4-5 16,0-3-1-16,0-4-6 16,0-6 2-16,0-2 3 0,0-10-13 15,-4-9 9 1,0-13-8-16,0-11 5 16,-1-11 1-1,1-5-8-15,4-6-1 0,-4-4 5 16,4-5-8-16,0-4 0 15,0-3-1-15,0 0-2 16,0-6 1-16,0 0-29 16,-4 0-67-16,4 0-153 0</inkml:trace>
  <inkml:trace contextRef="#ctx0" brushRef="#br1" timeOffset="19984.53">2836 7872 186 0,'0'0'67'0,"0"0"-60"16,0 0 4-16,0 0 8 15,0 0 14-15,0 0-2 16,0 0-11 0,25-27 0-16,-21 24 15 0,-4 0 16 15,8-4-10-15,-4 2-15 16,1 1 3-16,-5 1-2 16,0 0 2-16,0 0 15 15,0 3 6-15,0-3-14 16,0 0 2-16,0 3-15 15,0 0-6-15,0 0-12 0,0 0-5 16,0 0-4-16,0 0-6 16,0 0-17-1,-9 0 17-15,-3 0 5 0,4 12 3 16,-5 3-1-16,5 4-3 16,4 6-2-16,4-10 6 15,0 4-17 1,0-4 0-16,4-6-29 15,17 0 19-15,3-9 29 16,5 0 2-16,-1 0-2 16,1-6 10-16,0-12-5 15,-4-7 0-15,-4 0 2 16,-9-2 0-16,-9-1 15 0,-3 3 11 16,0-3 8-16,-3 7 4 0,-18 3-45 15,1 2 6 1,-5 10-6-16,0 3-16 15,0 3-42-15,17 0-141 16,-4 0-89-16</inkml:trace>
  <inkml:trace contextRef="#ctx0" brushRef="#br1" timeOffset="20654.34">2882 8332 125 0,'0'0'2'16,"0"0"-2"-16,0 0 1 15,0 0 4-15,0 0 11 16,0 0-5-16,-9 25-6 16,9-22 9-16,0 0 15 15,0-1 3-15,0 2-3 16,0-1-10-16,0 0 3 16,0 0-10-16,0 9 3 0,0 1 1 15,0-1-1-15,0 4-2 16,0-4-4-16,0 0 0 15,0 0-4-15,0-3 1 16,0-2 12-16,9-1 12 16,-5-3-3-16,8-3 24 15,-8 0 6-15,3 0 10 0,6-3 24 0,-5-15-43 16,0-4-21 0,1-9-7-16,-5 1-16 0,-4 2 4 15,0 3 6-15,0 3-7 16,-8 7-2-16,-9 3-5 31,0 5 0-31,-6 7-26 0,-6 0-26 16,0 3-83-16,16 10-75 15,1-7-112-15</inkml:trace>
  <inkml:trace contextRef="#ctx0" brushRef="#br1" timeOffset="21356.4">2959 8653 120 0,'0'0'241'0,"0"0"-241"16,0 0-14 0,0 0 14-16,0 0 31 0,0 0-21 15,-50 5 6-15,43 17 7 16,-1 6-15-16,0 0 8 16,4 12 9-16,4-3-22 15,0 0 0-15,0-6-3 16,0-7 6-16,4-12 14 15,4-3-17-15,4-5 47 0,-4-4 12 16,4 0 10-16,5-9 9 16,-1-13-47-16,-4-12-15 15,1 3-8-15,-9-3-7 16,-4 4 3-16,0 2-2 16,0 6-5-1,0 1-6-15,-8 8-34 16,-9 7-21-16,-3 6-78 0,11 0-105 15</inkml:trace>
  <inkml:trace contextRef="#ctx0" brushRef="#br1" timeOffset="21990.95">3677 7879 231 0,'0'0'28'0,"0"0"-26"0,0 0 57 15,0 0 33-15,0 0-30 16,0 0 11-16,0-31-28 15,0 31-19-15,0 0-3 0,0 0-22 32,0 0-1-32,0 0-14 15,-4 0 14-15,-4 0 9 16,-4 3-4-16,-5 9-4 16,10 4-2-16,-6-1 6 0,5-3-9 0,4 1 5 15,0-4-2 1,4 0-2-16,0-3-5 15,0-3-1-15,0-3 9 0,0 0 9 16,16 0 24-16,8 0 1 16,1-18-16-16,0-7-3 15,0-3-15-15,-13-2-12 16,0 2 6-16,-12 3 6 16,0 1 0-16,0 5 2 0,-4 7 18 15,-16 6-20-15,-5 3 0 16,0 3-11-16,0 0-18 15,6 18-63-15,10-8-136 16</inkml:trace>
  <inkml:trace contextRef="#ctx0" brushRef="#br1" timeOffset="22446.07">3644 8360 333 0,'0'0'163'0,"0"0"-147"15,0 0-14-15,0 0 104 16,0 0-34-16,0 0-54 15,0 0-9 1,25-50-4-16,-25 50-5 16,0 0-6-16,-8 0-15 15,-13 12 20-15,-3 13 1 16,4 3 0-16,3 0-4 16,5 0-2-16,12-10-2 15,0-6 6-15,0-2-14 16,0-10 16-16,4 0 10 0,21-4 16 0,-5-17 10 31,4-7-20-31,-3 0-3 0,-9 1-3 16,-3-1-10-16,-9 0 2 15,0 7-2-15,-9 8-12 0,-11 4-6 16,-8 9-20-16,-1 0-25 16,16 0-55-1,1 0-93-15</inkml:trace>
  <inkml:trace contextRef="#ctx0" brushRef="#br1" timeOffset="22848.18">3583 8853 282 0,'0'0'100'0,"0"0"-100"16,0 0 0-16,0 0 3 16,0 0 2-16,0 0 7 15,-16 96-9-15,16-91 1 16,4-2 17-16,8-3 40 15,5 0 9 1,-1-3-20-16,4-18-23 16,-3-4-10-16,-9-2-5 15,-4-1 1-15,-4 3-2 16,0 4 11-16,0 5-9 16,0 4-2-16,-8 5-11 15,-9 7-25-15,6 0-60 0,-2 0-123 16,9 0-202-16</inkml:trace>
  <inkml:trace contextRef="#ctx0" brushRef="#br1" timeOffset="23511.86">4256 7804 342 0,'0'0'46'0,"0"0"-35"0,0 0 36 16,0 0 59-16,0 0-46 15,0 0-9-15,-4-12-13 16,4 12-14-16,0 0-9 16,0 0-15-16,0 0-7 15,0 4-7-15,0 17 14 16,0 7 5-16,0-3-3 0,0-1-2 15,0-5-2-15,12-7-4 16,1-6-6-16,-1-6 11 16,5 0 1-16,-1 0 29 15,5-9 20-15,-1-16-33 16,0-2-15-16,-7-4 7 0,-5 0-8 16,-8 6 0-1,0 3 0-15,0 10-2 16,-17 6 2-1,-7 6-29-15,-4 0-55 16,-9 18-54-16,24-2-118 0,-3-1 24 16</inkml:trace>
  <inkml:trace contextRef="#ctx0" brushRef="#br1" timeOffset="23934.3">4343 8322 82 0,'0'0'240'0,"0"0"-171"16,0 0-42-16,0 0 53 15,0 0-19-15,0 0-50 0,0 0-3 16,4 35 7-16,-4-17-3 0,-8 0 0 16,8-2-8-16,-4-7 3 15,4-3-1 1,0-3-3-16,0-3-2 0,0 0 29 16,0 0 40-16,0 0 4 15,12-15-21-15,1-9-27 16,-6-1-13-16,1-3-2 0,-4 3-5 15,-4 4-2-15,0 2 0 16,0 4-4-16,-12 6-9 16,-12 9-5-16,-9 0-16 15,0 0-32-15,20 3-60 16,1 6-191-16</inkml:trace>
  <inkml:trace contextRef="#ctx0" brushRef="#br1" timeOffset="24398">4335 8834 89 0,'0'0'374'16,"0"0"-308"-16,0 0-60 15,0 0 96-15,0 0 8 16,0 0-49-16,-4 4-35 15,4-4-26-15,-5 0-12 16,-3 12 0-16,0 12 12 0,-4 10 7 16,3-3-3-16,9-3-4 0,0-7-1 15,0-8-4-15,0-7 5 16,0-6 2-16,21 0 10 16,8-15 18-1,3-20-15-15,-3-5-12 0,-4-3 1 16,-9 9-3-16,-12 1-2 0,-4 2 1 15,0 9-12-15,0 0-12 16,-16 13-39-16,-5 3-37 16,9 6-127-16,3 0-168 15</inkml:trace>
  <inkml:trace contextRef="#ctx0" brushRef="#br1" timeOffset="25271.37">5016 7718 273 0,'0'0'69'15,"0"0"-68"-15,0 0 3 16,0 0 42-16,0 0-17 0,0 0-16 0,-29 0-10 16,21 0 3-16,-5 13 18 15,1 5 4-15,-1 7-2 16,6 3-9-16,3 2-5 15,4-2-11-15,0-6-1 16,0-7 0-16,0-2-2 16,11-10 2-1,6-3 39-15,4 0 64 16,3 0-5-16,10-25-57 16,-6 0-34-16,-7-3-7 15,-9 1 2-15,-8 2-2 16,-4 6 6-16,0 4-6 15,0 6-6-15,-9 9-9 16,-10 0-35-16,-10 0-79 0,16 9-115 16,-3 3-96-16</inkml:trace>
  <inkml:trace contextRef="#ctx0" brushRef="#br1" timeOffset="25657">5057 8218 96 0,'0'0'270'0,"0"0"-196"0,0 0-66 16,0 0 65-16,0 0-24 15,0 0-49-15,-20 0 0 16,3 3 2-16,-4 15 7 16,1 4 17-16,3-1-17 15,13-5-9-15,0-4-6 0,4-9 6 32,0 1 0-32,0-4 11 0,8 0 35 15,13-7 50 1,-1-14-35-16,5-4-49 15,-4 0-4-15,-9 1-7 0,-8 5 3 16,-4 4-4-16,0 5-1 16,0 10-25-16,-4 0-54 15,-8 0-81-15,-5 0-179 0</inkml:trace>
  <inkml:trace contextRef="#ctx0" brushRef="#br1" timeOffset="26091.89">5003 8594 219 0,'0'0'115'16,"0"0"-75"-16,0 0 68 16,0 0 41-16,0 0-74 15,0 0-43-15,5 19-24 16,-5-4 1-16,-13 6-9 16,1 4 7-16,-1 2-6 15,9 1 0-15,4-9-2 0,0-4-3 16,0-6 0-16,0-5 4 15,9-4 16-15,7 0 27 0,5 0 19 32,-1-25-34-17,-7-6-13-15,-1 3 4 0,-4 4-9 16,-8 2 14-16,0 4-21 16,0 8 5-16,0 5-8 15,-16 1-18-15,-5 4-49 0,9 0-113 16,-5 0-204-16</inkml:trace>
  <inkml:trace contextRef="#ctx0" brushRef="#br1" timeOffset="26764.14">5668 7799 119 0,'0'0'5'0,"0"0"-2"16,0 0 21-16,0 0 34 15,0 0-29-15,0 0-6 16,-20 0 8-16,20 0-2 16,0 0-12-16,0 0-17 0,0 0-6 15,0 5 6-15,0 14 17 16,0 3 23-16,13-4-29 15,-2-2 8-15,6-4-1 16,-1-3 11-16,1-9 14 16,3 0 20-16,-3 0 0 15,4 0-29 1,-5-18-28-16,1-10 2 16,-6 1 9-16,-7-8-17 15,-4 1 34-15,0 9-30 16,0 1 28-16,-12 12-7 0,-4 5-25 15,0 7-5 1,-5 0-3-16,-8 0-72 0,17 13-60 16,-5-1-182-16</inkml:trace>
  <inkml:trace contextRef="#ctx0" brushRef="#br1" timeOffset="27249.96">5742 8190 338 0,'0'0'61'0,"0"0"-59"0,0 0 105 15,0 0-10 1,0 0-85-16,0 0-9 0,0 0 28 16,-33 3-9-16,17 10-15 0,8 5 4 15,-5-3 1-15,13-3-12 16,0-5 0-16,0-1-4 15,0-6 4-15,0 0 8 16,0 0 15-16,0 0 23 0,17 0 9 16,-1-6-26-1,-3-10-20 1,-5 4-5-16,0 0-2 16,-8 0 9-16,0 5-11 15,0-2-6-15,0 6-36 16,-8 3-3-16,-17 0-34 0,13 0-178 15,-5 0 111 1</inkml:trace>
  <inkml:trace contextRef="#ctx0" brushRef="#br1" timeOffset="27829.88">5722 8680 16 0,'0'0'179'0,"0"0"-120"0,0 0 8 15,0 0 44-15,0 0 15 16,0 0-63-16,20-9-6 15,-20 9-1-15,0 0-18 16,0 0-20-16,0 0-18 16,0 0-18-16,0 12 11 15,-8 13 7 1,8-1 0-16,0-2 0 16,0-4-2-16,0-2-6 0,0-10 8 15,8-3 3-15,5-3-1 16,-1 0 16-16,5-3 9 15,3-19-8-15,0-2-13 16,-3-7-6-16,-9 0 1 16,-8 1 2-16,0 5 1 15,0 3 15-15,-21 7-3 16,-7 3-16-16,-5 12-8 0,-8 0-7 16,24 0-57-16,1 3-210 15</inkml:trace>
  <inkml:trace contextRef="#ctx0" brushRef="#br1" timeOffset="28669.67">6789 7595 289 0,'0'0'53'16,"0"0"-48"-16,0 0 83 15,0 0 37-15,0 0-38 16,0 0-44-16,0 0-31 0,5-16-12 15,-5 16-24-15,-13 10 24 16,5 15 6-16,-4 2-5 16,3 1-1-16,9 3 0 15,0-10-5-15,0-2 5 16,0-10 4-16,13 0 0 16,-1-9 14-16,0 0 22 0,9 0 43 15,0-12-33-15,-6-9-30 16,2-4-8-16,-9 0-7 0,-4 0 1 15,-4 10 4 1,0 3-7-16,0 6-3 16,-8 6-3-16,-13 0-38 0,-7 3-92 15,16 9-110 1,-5 3-127-16</inkml:trace>
  <inkml:trace contextRef="#ctx0" brushRef="#br1" timeOffset="29978.93">6740 8159 199 0,'0'0'152'0,"0"0"-147"0,0 0-2 16,0 0 68 0,0 0-47-1,0 0-9-15,0 0 19 0,-61 6-8 16,53 10-11-16,-1-1-10 16,5 4-2-16,4-1-1 15,0-2-2-15,0-1 0 16,0-6 7-16,17 4 29 15,-2-7-9-15,6-6 3 16,0 0 37-16,8 0 2 0,-5-13-52 16,1-8-2-16,-12-4-7 15,-2 3 1-15,-11 1-7 16,0 2-2-16,0 10-20 16,-11 3 15-16,-10 6-21 15,-4 0-27-15,-8 0-39 0,21 9-100 31,-1 1-94-31</inkml:trace>
  <inkml:trace contextRef="#ctx0" brushRef="#br1" timeOffset="30364.01">6715 8585 25 0,'0'0'136'0,"0"0"-98"0,0 0-12 16,0 0 52 0,0 0-5-16,0 0-26 15,0 101 2-15,0-79-18 16,0-4 17-16,0-5-14 0,0-1-17 15,4-3 19-15,4-6 21 16,1 4-18-16,3-7 14 16,-4 0 3-16,9 0-21 15,-5-3-10-15,-3-16-4 16,3 0 1-16,-12-9-4 16,0 4-1-16,0 0 1 15,0 2-18-15,-17 4-3 0,1 5-25 16,-9 7-10-16,13 6-59 15,-1 0-152-15</inkml:trace>
  <inkml:trace contextRef="#ctx0" brushRef="#br1" timeOffset="31884.55">7708 7641 430 0,'0'0'82'0,"0"0"-79"16,0 0 26-16,0 0 31 0,0 0-50 15,0 0-10 1,0 0-5 0,4 0 2-16,-4 19 3 15,-8 2 3-15,5 4 3 16,-1 2-4-16,4 1-1 0,0 0-1 15,0-9 0-15,0-4 6 16,0-6-1-16,7-6 8 16,10-3 34-16,-5 0 14 15,9 0 4-15,-1-15-28 0,-3-6-26 16,4-7-6-16,-9 0 2 16,-8 3 0-16,0 1-6 15,-4 5-1-15,0 7 0 16,-12 6-25-16,-21 6-14 15,-4 0 17-15,-9 3-27 16,22 6-94 0,8 3-116-16</inkml:trace>
  <inkml:trace contextRef="#ctx0" brushRef="#br1" timeOffset="32619.97">7725 8575 157 0,'0'0'148'15,"0"0"-132"-15,0 0-5 16,0 0 96-16,0 0-29 15,0 0-26-15,0 0-3 16,0 0-5 0,0 0-9-16,0 0 4 15,0 0-20-15,0 7-19 0,0 1 3 16,-4 8-2 0,-5 6 0-16,1-1-1 0,8 4-2 15,0-3 1-15,0-7-3 16,0-3 1-16,0-3-6 15,0-5 9-15,0-4 18 0,17 0 47 16,-1-7-4-16,9-14-6 16,-4-7-16-16,-5-3-20 15,-7-3 10-15,-5 4-2 16,-4 5 7-16,0 7-8 16,-4 5-24-16,-17 7-2 15,-8 6-4 1,-8 0-2-16,5 0-9 15,3 12-103-15,20-5-168 16,9-2-298-16</inkml:trace>
  <inkml:trace contextRef="#ctx0" brushRef="#br1" timeOffset="33476.15">8661 7620 259 0,'0'0'63'0,"0"0"-46"16,0 0 79-16,0 0-11 16,0 0-59-16,0 0-17 15,17-3-8 1,-17 3 2-16,4 12-1 16,0 6 1-16,0 10 8 15,9-3-7-15,3 0 0 16,4-1 14-16,0-5-6 15,1-7 2-15,-9-6 6 16,5-3 20-16,-5-3 21 0,1 0 7 16,-1 0-2-16,5-9-21 15,-10-10-30-15,1-2-2 16,-8-1-4-16,0-2-4 16,0-1-5-16,-19 6-4 0,-10 7-11 15,-4 9-30-15,-5 3-60 16,18 0-79-16,0 0-195 15</inkml:trace>
  <inkml:trace contextRef="#ctx0" brushRef="#br1" timeOffset="34138.61">8805 8492 198 0,'0'0'136'0,"0"0"-108"15,0 0 52-15,0 0 90 16,0 0-73-16,0 0-48 16,4-12-49-16,-4 12-2 0,0 0-14 15,-12 18 16-15,-1 7 3 16,1-1-3-16,8 1 0 16,0-3-1-16,4-3-3 15,0-4 4-15,0 0 3 0,0 3 0 16,4-5 13-16,12-4 2 15,-3 0 14-15,3 0 0 16,-3-9-7-16,-1 0-4 31,0 0 1-31,4 0 5 16,-8 0 9-16,0-21-10 0,-3-6 7 0,-5-5-8 0,0-1-9 16,-9 5-2-16,-6 3-9 31,-6 7-4-31,5 8-1 0,-1 7-1 15,0 3-23-15,-3 0-71 16,12 0-177-16,8 0-360 16</inkml:trace>
  <inkml:trace contextRef="#ctx0" brushRef="#br1" timeOffset="34809.54">8776 8085 210 0,'0'0'136'16,"0"0"-106"-16,0 0-8 15,0 0 69-15,0 0-56 0,0 0-24 16,0 0-5-16,0-3-6 15,-4 3-5-15,0 10 5 0,4 11 7 16,-4 4-2 0,4 2 7-16,0-2 3 0,0 0-2 15,8-7 3-15,8-5-7 16,1-4 13-16,-1-6 11 16,5-3 20-16,0 0 2 0,-2 0-14 15,6-16-12-15,-8-8-7 16,-5-1-12-16,-4-3 8 15,-8 1-11-15,0 2 5 16,0 4-11-16,-24 5-1 16,-1 7-10-16,-4 9-4 15,-3 0-12 1,19 0-104-16,1 0-222 16</inkml:trace>
  <inkml:trace contextRef="#ctx0" brushRef="#br1" timeOffset="35582.49">9654 7635 278 0,'0'0'131'0,"0"0"-123"15,0 0-6-15,0 0-1 0,0 0 7 16,0 0 2-16,-49 34 8 16,33-9 9-16,8-1-11 0,0 1-6 15,8 0-3-15,0-1-2 16,0-8 8-16,8-4 21 31,12-5-1-31,9-7 24 16,-5 0-5-16,5 0-24 15,0-19 8-15,-4-9-16 0,-9-6 2 16,-4 3 3-16,-8-3-8 16,-4 7 10-16,0 5-15 15,-8 7 4-15,-13 5-16 16,6 4-2-16,-6 6-17 16,0 0-88-16,-3 13-116 15,15-4-11-15,1 6-94 16</inkml:trace>
  <inkml:trace contextRef="#ctx0" brushRef="#br1" timeOffset="36015.83">9729 8150 489 0,'0'0'124'0,"0"0"-105"0,0 0 5 16,0 0 52-16,0 0-65 16,0 0-6-16,-33 6-3 15,25 9-1-15,3-2-1 16,1-4 0-16,4-3 0 0,0 1-3 15,0-5-10 1,0-2 13-16,4 0 36 16,21 0 15-1,-4 0-12-15,3-9-24 0,0-6-9 16,-11-4 9-16,-5 4-5 16,-4 3 25-16,-4-1-1 15,0 1-13-15,0 6-10 16,-4 3-11-16,-12 3-6 15,-5 0 3-15,-7 0-8 0,-5 0-40 16,21 0-166-16,-1 3-198 16</inkml:trace>
  <inkml:trace contextRef="#ctx0" brushRef="#br1" timeOffset="36538.28">9708 8551 452 0,'0'0'97'0,"0"0"-97"15,0 0 0-15,0 0 36 0,0 0-3 16,0 0-4-16,-82 129-14 31,82-101-4-31,0-7 1 0,0-5-2 16,0-7 11-16,0-6 8 16,12-3 32-16,0 0 17 15,5 0-4-15,4-25-37 16,-5-6-22-16,-3-2 7 15,-5-1-1-15,-8 0-15 0,4 6-2 16,-4 3-4-16,0 10-3 16,0 6-71-16,0 3-74 15,0 6-91-15,0 0-116 16</inkml:trace>
  <inkml:trace contextRef="#ctx0" brushRef="#br1" timeOffset="37171.53">10406 7635 149 0,'0'0'202'0,"0"0"-175"0,0 0-8 16,0 0 99-16,0 0-57 15,0 0-27-15,-4-40 3 16,0 40-15-16,-9 0-16 15,1 12-1-15,-9 10 3 0,5 12 1 16,-1 0-4-16,10 2-3 16,7-1-2-16,0-7 0 15,0-4 0-15,11-12 14 16,10-2 8-16,4-10 28 16,8 0 14-16,4-13-22 15,3-14-24-15,-7-7-15 16,-8-3-3-1,-4 0-8-15,-17 3 2 16,-4 3 5-16,0 9-1 0,-4 4-7 16,-13 12 9-1,-8 6-36-15,-3 0-82 16,15 0-103-16,2 12-135 0</inkml:trace>
  <inkml:trace contextRef="#ctx0" brushRef="#br1" timeOffset="37621.06">10516 8107 273 0,'0'0'79'0,"0"0"-69"0,0 0 48 31,0 0 41-31,0 0-39 0,0 0-40 0,0 0-7 16,-81 104-7 0,81-91 4-16,0-7 0 15,0 0 17-15,0 0 13 16,0-6 29-16,4 0-9 0,8 0-8 15,4 0-12-15,5 0-6 16,-5-12-15-16,5-7-10 0,-9-2 6 16,-8-1-10-16,5 4 4 15,-9 3-5-15,0 5-3 16,0 1 1-16,0 6-2 16,-21 3-12-16,-8 0 5 15,-7 0-3-15,3 3-32 16,20 0-141-1,1 3-163-15</inkml:trace>
  <inkml:trace contextRef="#ctx0" brushRef="#br1" timeOffset="38120.99">10508 8526 430 0,'0'0'97'0,"0"0"-69"0,0 0 114 16,0 0-9-16,0 0-93 16,0 0-40-16,0 0-1 15,-33 25 1-15,22 2 4 16,-2 4-3-16,1 3 3 15,12-6-4-15,0-7-2 16,0-5 2-16,0-4 8 0,16-9 4 0,8-3 5 16,5 0 4-16,8-12-10 15,-4-16-6 1,-8 1-3-16,-5-8 7 16,-12 4-9-16,-4 10 3 0,-4 3 2 15,0 2-5-15,0 10-9 16,-20 6-25-1,-4 0-48-15,11 0-88 16,-3 0-281-16</inkml:trace>
  <inkml:trace contextRef="#ctx0" brushRef="#br1" timeOffset="38843.74">11260 7647 108 0,'0'0'77'0,"0"0"-70"31,0 0 1-31,0 0 34 0,0 0-9 16,0 0-4-16,0-24 29 0,0 21 37 0,0 3 16 16,0-3-9-16,0 0-56 15,0 3 4-15,0 0-8 31,0 0-21-31,0 0-4 0,0 0-9 16,0 0-8-16,0 0-10 16,-5 0-12-16,-7 0 19 15,4 15 1-15,0 10-2 16,-1 6 0-16,9 2-2 16,0-5-3-16,0-6 5 15,0-4 3-15,4-12-6 0,9-2 7 16,3-4 15-16,1 0 52 15,8-16-35-15,4-6-22 16,-10-8-2-16,2 2-8 16,-13-3-1-16,-4 3-1 15,-4 7 2-15,0 2-6 0,-8 10 6 16,-13 6-17 0,-7 3 12-16,-5 0-47 15,0 3-78-15,21 9-90 16,0-2-135-16</inkml:trace>
  <inkml:trace contextRef="#ctx0" brushRef="#br1" timeOffset="39327.1">11284 8067 154 0,'0'0'97'0,"0"0"-43"16,0 0 84-16,0 0-32 0,0 0-62 15,0 0-6-15,5-3 19 0,-5 3-16 16,-13 0-3-16,1 0-23 16,3 3-7-16,-3 9 1 15,8 6-9-15,0 1-1 16,4-10 0-16,0 1 1 16,0-5 3-16,0-1 17 15,0-1 0 1,8-3 7-16,9 0-3 15,3 0-12-15,1-3-3 16,0-13-7-16,-6 1 2 0,-7-6 2 16,-8-1-6-1,0 3 0-15,0 1-15 0,-15 2 1 16,-14 7-19-16,-4 6-28 16,-4 3-38-16,20 0-79 15,5 0-168-15</inkml:trace>
  <inkml:trace contextRef="#ctx0" brushRef="#br1" timeOffset="39776.33">11239 8464 172 0,'0'0'61'16,"0"0"-46"-16,0 0 86 0,0 0 26 16,0 0-62-16,0 0-9 15,12 16-24-15,-12-7-27 16,0 6-4-16,0 7 7 15,0 9 3-15,0 0-5 0,0-4 1 16,0-8-1-16,0-4 4 16,0-3 11-16,0-5 39 15,17-7 0-15,4 0 1 16,7 0-16 0,5-19-34-1,-5-9 1-15,-7-3 4 0,-4-2 17 16,-9-1 19-16,-8 3-31 15,0 3 1-15,0 10-22 16,-12 3 0-16,-22 5-14 16,-3 7-24-16,18 3-171 15,-2 0-469-15</inkml:trace>
  <inkml:trace contextRef="#ctx0" brushRef="#br2" timeOffset="45783.34">7585 8054 56 0,'0'0'64'15,"0"0"-24"-15,0 0 31 0,0 0-23 31,0 0-34-31,0 0-11 16,0 0 4-16,13 3 12 16,-13-3 19-16,0 0 8 0,0 0-6 0,0 0 8 15,0 0-8-15,0 0-5 16,0 0-17 0,0 0-5-16,0 0 13 15,0 0-3-15,0 0 5 16,0 0 9-16,0 0 17 15,0 0-7-15,0 0-10 0,0-3-4 16,0 0 0 0,0 3-7-16,0 0-12 0,0 0 5 15,0-3-1-15,0 3-12 16,0 0 1-16,0 0-5 16,0 0 0-16,0 0-2 0,0 0-9 15,0 0-5-15,4 16 9 16,-4 5 5-16,8 10 6 15,-4 0-1-15,0 6-4 32,1 3 2-32,3-6-1 0,-4 0-2 15,0-9 3-15,0-4-2 16,-4-9 2-16,0-5-3 16,0-1 0-16,0-4 2 15,0-2-2-15,0 0 3 16,0 0 3-16,0 0-4 15,0 0 1-15,0 0-2 0,0 0 3 16,0 0-4-16,0 0-37 16,0 0-45-16,0-15-159 15,0 3-51-15,0 6-28 0</inkml:trace>
  <inkml:trace contextRef="#ctx0" brushRef="#br2" timeOffset="46502.84">7606 8119 339 0,'0'0'68'0,"0"0"-59"16,0 0 96-16,0 0-15 16,0 0-14-16,0 0-23 0,0 0 21 15,-8-37-4-15,8 34-27 16,0-3-27-16,0 3-4 15,0 0-7-15,0-3 10 16,0-1-7-16,16-2-8 16,5 0 0-1,0-1-2-15,3 5 2 0,8-5 0 0,6 4 2 16,3 3 2-16,0 0-4 16,4 3 0-16,-12 0 1 0,-4 0 0 15,-9 0-2-15,-11 12-3 16,-5 3-3-1,-4 4 7-15,0 0-1 0,-17-4 1 16,-16 3-3 0,-8 1 4-16,1-4-1 15,-6 1 24-15,9-1-3 16,0-6-5-16,17-2-7 16,-1-1 1-16,13 0 2 0,4-6-10 15,4 3 5-15,0-3-7 16,0 0 0-16,0 0-1 15,0 0 0-15,0 0-2 16,0 0-2-16,0 0 0 16,12 0 0-16,9 0 4 15,11 0 2-15,9 0 6 0,5 0-7 16,-6 0 4-16,-3 0-4 16,-3 0-6-16,-10 13 2 15,-7 2-2 1,-9 3-7-1,-4 1 11-15,-4-4-11 0,0 4 6 16,-8-7 5-16,-25 4 2 16,-4-4-1-16,-9 0 17 15,6-6-10-15,-6 4 1 16,5-7-3-16,9-3 12 16,3 0 5-16,13 0 0 0,3 0-7 15,5 0-7-15,0 0-4 16,-1 0-3-16,-3-10-9 15,4 7-46-15,-1-6-36 16,9 6-185-16,0 0-186 0</inkml:trace>
  <inkml:trace contextRef="#ctx0" brushRef="#br2" timeOffset="47459.81">8082 7882 110 0,'0'0'161'16,"0"0"-154"0,0 0-1-16,0 0 43 15,0 0-37-15,0 0 7 32,0 0 2-32,9-37 49 0,-9 34-15 15,0 0-29 1,0-4 4-16,-9 4-8 0,1-3-11 0,-4 0 9 15,-1 0-13-15,1-1 8 16,-9 2 7-16,5 5 12 0,-8-3 14 16,-1-1-5-1,-4 4-20-15,0 0-3 16,0 0-13-16,1 0 2 0,-5 0-2 16,0 0 1-16,-4 7 7 15,8 2-8-15,1 3 3 16,3 0 2-16,1 4-11 15,-1-4 4-15,0 7-4 0,5-4 3 16,4 4-2-16,3-1-2 31,-3 4 0-31,4 2-3 16,-1 1 6-16,1-1-6 0,8 4 3 16,-1-3-1-1,5 0 0-15,0-4 1 0,0 4-2 16,0-4-1-16,17 7 5 15,0-9-4-15,3 9 4 16,1-4 0-16,-2 1 5 0,2 2-6 16,0-2 2-16,8-7-2 15,-9 5-1-15,5-8 6 16,0 0-6-16,-1-2 1 16,1-8-1-16,-1 5 0 15,10-4 0-15,3-6 3 16,3 0-3-16,6 0 0 0,-1 0-3 31,-1-3-12-31,-2-10 9 16,3-2-4-16,-4 0 8 15,4-1-1-15,-8-9-11 16,-4 4 8-16,-1-1 4 0,-11-5 2 16,0 2 6-16,-5-3 4 15,1-3 19-15,-5-5 6 16,-4-1-20-16,-3-4 18 0,-5-5-11 15,0 3-6 1,-13 0 12-16,-16 0-14 0,-8 9-5 16,-12 6-9-16,-17 13 1 15,-15 9-2-15,-2 6-1 16,1 0-1-16,12 0-5 16,9 6-67-16,53 3-128 0,4-6-391 15</inkml:trace>
  <inkml:trace contextRef="#ctx0" brushRef="#br3" timeOffset="54016.74">2507 9506 377 0,'0'0'111'16,"0"0"-107"-16,0 0 53 0,0 0 28 15,0 0-14-15,0 0-21 16,-4-80-17-16,4 77-7 16,0 0-4-16,0 3 0 15,4 0 1-15,-4 0-16 16,0 0-5-16,0 0-2 15,0 0-10-15,0 3-1 0,0 21 11 16,5 11 0-16,3 8 10 0,-4 6-6 16,4 6-1-1,0 7-1-15,-3-6 1 16,-1-7-2-16,0-6-1 16,-4-9 0-16,0-6 1 0,0-10-1 15,0-2-2 1,0-10 1-16,0-3-3 15,0 0 3-15,0-3-45 16,0 0-72-16,-4 0-8 16,4-12-31-16,-4-4-31 15</inkml:trace>
  <inkml:trace contextRef="#ctx0" brushRef="#br3" timeOffset="54399.87">2503 9534 20 0,'0'0'341'0,"0"0"-197"15,-20-111-78-15,20 92 44 16,0 7 1-16,0 6-56 0,0-4-21 16,0 8-19-16,4-1-14 31,12-4-1-31,5 7-2 16,8 0 1-16,8 0 1 0,3 7 1 15,10 11 1-15,12 10-2 16,-9 6 3-16,-4 6-3 15,-7 0 0-15,-6 3 0 16,-11 0-3-16,-9-3 2 16,-8-3-1-16,-8-3-4 0,0-3 6 15,-12 0 3-15,-25 0-3 16,-24-1 3-16,-14 1 8 16,-2-6-10-16,-6 3 19 15,14-10 5-15,7-9 6 16,18-6-3-16,15-3-4 15,16 0-10 1,5 0-10-16,8 0-4 16,0-9-33-16,0-6-91 15,12 6-110-15,9-1-131 16</inkml:trace>
  <inkml:trace contextRef="#ctx0" brushRef="#br3" timeOffset="54771.07">3161 9654 572 0,'0'0'131'16,"0"0"-120"-16,0 0 51 15,0 0 60-15,0 0-104 16,0 0-18-16,56 10-4 16,-72 30 4-1,5 3 7-15,2-7-3 16,5-5-4-16,4-9-3 15,0-4 0-15,4-5-3 0,12-7 6 16,4-6 4-16,5 0 5 16,4-9 9-16,0-13 5 15,4-9 9-15,-13-2 1 16,-4-2 0-16,-16 4-20 0,0 1 5 16,0 2 1-16,-27 7-18 15,-15 8-1-15,-12 10-16 16,-7 3-3-16,-9 7 6 15,8 23-35-15,9-2-106 16,16 0 87-16,37-19-218 16,0-6-77-16</inkml:trace>
  <inkml:trace contextRef="#ctx0" brushRef="#br3" timeOffset="55035.91">3575 9562 418 0,'0'0'288'16,"0"0"-204"-16,0 0-65 15,0 0-17-15,0 0 6 0,0 0-5 16,8 142 3-16,-16-81-1 16,4 4-4-16,4-6 1 15,0-7-2 1,0-3 1-16,8-8 4 0,0-11-5 0,1-12-1 15,-1-5-6-15,-4-10-2 16,4-3-34-16,-3-3-86 16,-5-15-85-16,0-4-159 15</inkml:trace>
  <inkml:trace contextRef="#ctx0" brushRef="#br3" timeOffset="55272.15">3505 9571 586 0,'0'0'192'16,"0"0"-159"-16,0 0-4 16,0 0-19-16,0 0-9 15,0 0-2-15,139-28 3 0,-85 50-4 16,-4 9 0-16,-14-3-42 16,-24-7-75-16,-12 3 27 15,0 1 85-15,-40 0 7 0,-18-1 5 16,-11-5 10-16,-6-7-14 15,6-5 22-15,15-7-12 16,13 0-11-16,41 0-109 16,0 0-190-16</inkml:trace>
  <inkml:trace contextRef="#ctx0" brushRef="#br3" timeOffset="55636.83">3813 9747 604 0,'0'0'2'16,"0"0"9"-16,0 0-2 15,0 0 31-15,0 0-2 16,0 0 66-16,99 9-33 16,-71-34-52-16,5-2-13 15,0-4-6-15,-12 0-2 0,-5 0-28 16,-12 9-12-16,-4-2 8 0,0 12 18 15,-20 5-4 1,-9 4 20-16,-13 3 1 16,2 3 14-16,-5 22 0 0,3 9-7 15,9 3 3-15,9 6-11 16,16 0 0-16,8-3-6 16,0-6 3-1,13-9 3-15,19-3 6 16,9-10-2-16,9-12 0 15,6 0-4-15,-35 0-17 16,0-3-271-16</inkml:trace>
  <inkml:trace contextRef="#ctx0" brushRef="#br3" timeOffset="56191.62">4626 9611 362 0,'0'0'142'0,"0"0"-139"16,0 0 52-16,0 0 92 15,0 0-86-15,0 0-30 16,0 0-27-16,-91-71 4 0,47 71 18 16,-18 0-16-16,4 25-1 15,1 9 24-15,3 9-28 16,13 0-2-16,13 7 0 16,12-11-3-16,11-5 0 15,5-9-8-15,0-13 8 16,17-3 3-16,11-9 14 0,9 0 16 15,4 0 4-15,17-27-20 0,-1-10-9 16,1-10-8-16,-14-2 0 16,-2-9-1-16,-13-7-27 15,-9-3-7-15,-11-3-27 16,-5 3-29-16,-4 13 28 16,0 12 63-1,-4 21 33-15,-9 10 81 16,-3 12-71-16,-1 0-15 15,1 25 3-15,-9 27-31 16,5 22 0-16,8 9 0 16,12 9 5-16,0-5-5 15,8-7-3-15,20-12-2 16,1-12-2-16,-8-11-82 0,-17-41-147 16,-4-4-247-16</inkml:trace>
  <inkml:trace contextRef="#ctx0" brushRef="#br3" timeOffset="57928.18">5784 9383 101 0,'0'0'14'0,"0"0"-8"0,0 0 31 16,0 0 15-16,0 0-13 15,0 0 2-15,65-28 41 16,-53 22 2-16,1 0 3 16,-1 0 2-16,-4 0-3 15,1 3-6-15,-5-1-12 0,-4-2-13 16,0 6-8-1,0 0-1 1,0 0-16-16,0 0-15 0,-8 0-15 0,-21 0-19 16,-13 3 18-16,-10 19 2 0,-6 6 2 15,1 2 4 1,11 4-6 0,13-6-2-16,17 0-1 15,12-6-10-15,4-4 7 16,0-3-12-16,29-5 17 15,16-1-7-15,8-6 4 16,5 0-15-16,-9 0-13 16,0 3-9-16,-8 3 9 15,-8 4 4-15,-16 2-3 0,-9 7 16 16,-8 3-6-16,0-4 4 16,-12-2 12-16,-21-1-3 15,-9-5 7-15,-2-5 66 0,2-8-17 16,13 4 3-1,5-4-24-15,11 0-12 0,13-12-16 16,0-13-24-16,0 0 1 16,13 0-26-16,11 1-35 15,1 2-40-15,-12 16-85 0,-5 3-94 16</inkml:trace>
  <inkml:trace contextRef="#ctx0" brushRef="#br3" timeOffset="58950.27">6034 9605 225 0,'0'0'80'0,"0"0"-55"15,0 0 81-15,0 0 37 16,0 0-62-16,123 15-11 16,-94-30-34-16,0-7-11 15,0-3-18-15,-1-2 7 0,-4-1 7 16,-3 0-12-16,-4 4 4 0,-9-1-11 15,-8 3 3-15,0 7 10 16,0 6-15-16,-29 3-4 16,0 6-8-16,-15 0 12 31,2 18 7-31,1 13-5 0,-5 3 0 16,23 6-2-16,10-6-8 15,9 0 3-15,4-3-4 16,4-10 8-16,21 1 1 15,-1-7 6-15,5-12-5 16,4-3 7-16,-4 0-6 16,4 0-2-16,3-21-4 15,-11-4-62-15,0-3-33 0,-9-6 23 16,-3 3 13-16,-9 1 29 16,0 5 19-16,0 4 15 0,-4 8 3 15,0 10 26 1,4 3 31-16,-4 0-14 0,0 3-46 15,0 25-6-15,0 12 6 32,0 0 3-32,0 0-3 15,4-6 3-15,12-6-6 0,-4-10 6 16,5-11-3-16,-5-4 14 16,1-3 24-16,-1 0 50 15,0-19-17-15,9-12-36 16,-4-3-24-16,-1-6-8 0,4 6-3 15,-8 3 4-15,5 13-3 16,-13 5-1-16,0 10 0 16,-4 3 0-16,0 0-6 15,0 13-37-15,0 18 43 16,0 6 11-16,0-4-8 16,0-5-3-16,0-6-1 15,0-6-1-15,16-11 2 0,-3-5 2 16,8 0 6-16,3-12 14 15,4-16-18-15,1-3 0 0,0 1-4 16,-12 2-19 0,-1 3 0-16,-8 7 13 0,-3 8 6 31,-5 7 5-31,0 3 0 0,0 0-5 16,0 7-35-1,0 20 31-15,0 10 4 0,0-3 0 16,16 0 0-16,5-12-4 15,3-3 4-15,5-7 4 16,-1-12 4-16,10 0 9 16,-2-10 5-16,5-20-16 0,1-8-6 15,-5-2-56-15,-14 0-111 16,-2 1-45-16,-13 11 78 16,-8 3 99-16,0 15 35 15,0 8 122-15,-8 2 21 16,-8 0-30-16,-4 25-68 15,3 11-13-15,5 14-30 16,4-1 2 0,8 3 3-16,0-9-7 0,8-5-1 15,9-14 1-15,2-8 2 16,6-7 6-16,-8-9-8 16,-9 0-45-16,-4-9-314 15</inkml:trace>
  <inkml:trace contextRef="#ctx0" brushRef="#br3" timeOffset="59069.68">6974 9108 237 0,'0'0'394'16,"0"0"-394"-16,0 0-447 15</inkml:trace>
  <inkml:trace contextRef="#ctx0" brushRef="#br3" timeOffset="59502.75">7627 9376 629 0,'0'0'101'0,"0"0"-91"16,0 0 15-1,0 0 5-15,0 0-20 16,0 0-10 0,-94 0 17-16,52 35-3 15,1 8 15-15,4 6-2 0,17 1-26 16,16-7 7-16,4-3-6 16,0-7-4-16,32-8 6 15,18-9 13-15,16-14 23 16,15-2-16-16,5 0-15 15,5-24-9-15,-58 9-69 0,-16-4-321 16</inkml:trace>
  <inkml:trace contextRef="#ctx0" brushRef="#br3" timeOffset="60795.71">8103 9442 400 0,'0'0'127'0,"0"0"-126"16,0 0 66-16,0 0 39 31,0 0-90-31,0 0-6 16,0 0 20-16,-115 61-9 0,95-18-16 15,3 0 4-15,13-3-7 0,4-2-2 16,0-11 0-16,8-5 5 16,21-10 8-16,-1-5 7 15,9-7 21-15,1 0-13 0,3 0-10 32,3-23 4-17,-2-4-18-15,-5-4 1 0,-12-6 2 0,-10 6-5 0,-15 1 10 31,0 2-9-31,-4 6 2 0,-32 7-5 16,-10 6-16-16,-11 9 16 16,-4 0-8-16,-6 0-3 15,11 15-3 1,14 6-134-16,38-8-125 0</inkml:trace>
  <inkml:trace contextRef="#ctx0" brushRef="#br3" timeOffset="61560.28">8324 9491 437 0,'0'0'281'0,"0"0"-215"0,0 0 13 16,0 0-63-16,0 0-15 16,0 0-1-16,33 58 12 15,-41-18-8-15,8-9-2 16,0-6-1-16,0-6-1 31,0-14-1-31,0 2-2 0,0-7 3 16,0 0 4-16,0 0 15 15,13-12 32-15,3-16-33 16,5-6-13-16,4-3-5 16,-6 0 0-16,-2 3 0 15,-1 6-4-15,-8 9 1 0,-3 11 3 16,-5 4 1-16,0 4-1 15,0 0-10-15,0 9-31 16,0 25 41-16,12 1-1 16,5-5-1-16,7-2-15 0,9-10 9 15,4-5 7-15,4-10 2 16,0-3 1-16,8 0 3 31,0-6-5-31,1-16 0 16,-5-6-19-16,-8-3-45 0,-8 1 3 15,-13-4-6-15,-16 3 17 16,0 3-82-16,-8 9-37 0,-38 7 21 16,-3 12 136-16,-16 0 12 15,-6 12 106-15,6 23 28 16,3 5-88-16,14 6-30 16,23 0-16-16,17-6-7 15,8-12-3-15,12-10 10 16,21-8 16-16,12-10 97 15,4 0-5-15,5-15-19 16,-1-16-46-16,5-9-26 16,-10-7-7-16,-7 1-8 0,-12-6-2 15,-4-4-15-15,-16 1-28 16,-9-1-30-16,0 10-8 16,0 12 81-16,-17 12 14 0,-4 19 87 31,-4 3-41-31,1 10-11 15,-4 30-35-15,3 15-14 16,8 7-2-16,13-1-1 0,4 1 3 16,4-6-40-16,30-13-40 15,2-10-3-15,-3-8 5 16,8-12 8-16,-33-13-7 16,5 0-104-16</inkml:trace>
  <inkml:trace contextRef="#ctx0" brushRef="#br3" timeOffset="69373.39">9100 9343 452 0,'0'0'26'16,"0"0"-15"-16,0 0-8 16,0 0 87-1,0 0-32-15,0 0-14 16,21 123-25-16,-17-92 11 16,-4 3 8-16,4 0-2 15,-4 0-2-15,5-4-3 16,-1-5-8-16,4-3 1 15,0-4-8-15,-1-8 2 0,6-7-4 16,-5 0 1-16,5-3 6 16,-1 0 31-16,9-6-17 15,-1-19-11-15,5-6-18 16,0-6-6-16,-5 0-10 16,-4 0-11-16,-4 3 7 15,-7 6 11-15,-1 4 3 0,0 12 2 16,-4 5-2-16,0 7 26 0,0 0-5 15,0 0-21-15,0 15-29 16,0 20 25-16,0 8 4 16,-4 3 1-1,4-3 0-15,0-3 1 0,4-9 0 32,17-6-1-32,-5-10-1 15,1-9-3-15,3-6-36 0,8 0-37 16,1 0-40-16,4-21-65 15,-16 5-110-15,-13 1-32 16</inkml:trace>
  <inkml:trace contextRef="#ctx0" brushRef="#br3" timeOffset="69610.25">9733 9447 215 0,'0'0'90'0,"0"0"21"0,0 0 61 16,49-107-12-16,-49 104-6 0,0 3-66 15,-13 0-75-15,-19 27-13 16,-5 10 0-1,-9 9 0-15,13 1 11 16,4 2-1-16,18-9-8 0,11-3-2 16,0-6 1-1,4-13 0-15,28-8 1 16,5-10-2-16,17 0 1 16,3-3-1-16,5-22 0 15,-8-9-29-15,-10 0-14 16,-2-12-50-16,-30 27-62 15,-8-2-120-15</inkml:trace>
  <inkml:trace contextRef="#ctx0" brushRef="#br3" timeOffset="69804.64">10085 9093 1015 0,'0'0'0'0,"0"0"-24"16,-49 154 24-16,49-95 3 15,0-1 0-15,21-2 0 0,7-7-6 16,1-3-15-16,0-12-21 16,-8-6-27-1,-5-16-14-15,-16-12-152 16,0 0-57-16</inkml:trace>
  <inkml:trace contextRef="#ctx0" brushRef="#br3" timeOffset="70512.95">10004 9364 673 0,'0'0'158'0,"0"0"-158"16,0 0 0-16,0 0 11 0,135-27-4 16,-78 18-4-16,9-4-1 15,-9 1-2-15,-3-3 2 16,-17 5-1-16,-16 1 3 0,-9 3-2 15,-12 3 0-15,0 3 46 16,0 0-32 0,-21 30-1-1,-8 11 8-15,5 4-16 16,7-1 3-16,13-7-10 0,4-9 5 16,0-10-3-16,0-6-2 15,25-12 5-15,8 0 22 16,12 0 17-16,4-15-22 15,1-10-18-15,-9-3-4 16,-13 1-4-16,-16-4-12 0,-12 3-1 16,0 0-5-16,-36 4-38 15,-18 5 30-15,-8 10 30 16,1 9-1-16,8 0 1 16,7 0-32-16,18 0-18 15,16 16-69-15,12-7-95 16,4-3-11-1,32 0 131-15,18-6 94 16,8 0 0-16,3 0 40 16,-3-18 27-16,-5 2 30 15,-8-2 27-15,-11 9 12 0,-9-1-25 16,-17 10 24-16,-8 0-50 16,0 0-22-16,-4 19-40 15,0 15-17-15,0 15 8 16,0 1-3-16,3 2-8 0,1-9 1 15,5-6-2-15,-1-12 1 16,0-10-1-16,1-9-1 16,-5-3-1-16,4-3 9 15,0-3 26-15,0-28 43 16,9-9-63-16,0-6-4 0,3-3 11 16,1-1-10-16,3 1-10 15,0 3 1-15,5 12 0 16,-4 9-6-16,0 13-1 15,-8 12-34-15,-2 0-63 16,-15 0-128-16,0 12-394 16</inkml:trace>
  <inkml:trace contextRef="#ctx0" brushRef="#br3" timeOffset="71821">2368 10299 358 0,'0'0'65'0,"0"0"-19"15,0 0 82-15,0 0-9 16,0 0-59-16,0 0-35 15,0 0-13-15,-45-3-3 0,45 3 1 16,0 0 7-16,-4 0 12 16,4 0 6-16,0 0-6 15,0 0 3-15,0 0 8 16,0 0-16-16,0 0-10 0,0 0-14 16,0 0-2-16,16 0 2 15,13-4 3-15,20-2 35 16,25-6 4-16,25-6-11 15,16-1-9-15,24 0 2 16,26-2-17 0,15 5 5-16,13 4-8 15,8 3 0-15,-12 3 1 16,-17 6-3-16,-16-4 3 16,-21 4-4-16,-19 0-1 15,-14 0 3-15,-24 0-3 16,-20 0-1-16,-21 0-1 15,-20 0 3-15,-17 0-1 0,0 0 4 16,0 0 6-16,0 0-5 16,-17 0-5-16,-4-3-14 15,5 0-18-15,-13 3-25 0,-4 0-72 16,-16 0-61-16,24 6-103 16</inkml:trace>
  <inkml:trace contextRef="#ctx0" brushRef="#br3" timeOffset="72284.78">2618 10450 348 0,'0'0'249'0,"0"0"-231"16,0 0-13-16,0 0 122 16,0 0-13-16,0 0-74 15,-102 0-38-15,102 0-2 0,0 0 0 0,12 0 0 32,9 0 12-32,12 0 14 15,7 0 4-15,22 0 7 16,20 0-8-16,13-10 5 0,24-2 3 15,16-4-14 1,21 1-2-16,13-3-7 0,12-4-6 16,-10 7-3-16,2-1-3 15,-17 1 3-15,-8 5-2 16,-13 1-2-16,-16 0 0 16,-20 3-1-16,-30 3-1 15,-19-3-1-15,-25 6 2 16,-13-3 0-16,-12 3-3 15,0 0-4-15,0 0 6 0,0 0-21 16,-8 0-39-16,-21 0-51 16,8 0-74-16,-4 0-95 15</inkml:trace>
  <inkml:trace contextRef="#ctx0" brushRef="#br3" timeOffset="73223.97">2187 11057 418 0,'0'0'241'0,"0"0"-241"16,0 0 6-16,0 0 70 15,0 0-3 1,0 0-6-16,4 3 3 16,4-19-39-16,5-2-19 15,-1-4-2-15,-8 1-4 16,-4-4-1-16,0 3 3 16,0 4-8-16,-16 5-33 15,-16 8-2-15,-5 5 17 16,-5 0 0-16,-3 3 16 15,13 18 1-15,7 1 1 0,4 6 15 16,17-1-11-16,4 1-4 16,0-3 0-16,21-4-1 15,8-6 5-15,11-8-1 16,-3-7 1-16,5 0 1 0,-2 0-2 16,1-10-3-1,-4-14-8 1,5-4-16-16,-10-3-12 0,1 1-7 15,-8-1 15 1,-9 3 2-16,-12 3 16 0,-4 7 10 16,0 6 3-16,0 5 10 15,-8 4 16-15,-13 3-15 16,1 0 0-16,3 12-2 16,1 10-8-16,4 6-1 0,4 0 0 15,8-1 3-15,0 4-5 16,0 0-1-16,12-3 3 15,4 9-1-15,0 3-2 16,-3 3-84-16,-1 6 84 16,-8-3-3-16,1 1-29 0,-5 2 22 31,0-9 6-31,0-6-24 16,-21-3 28-16,-4-12 28 15,-3-10 32-15,-5-3 6 16,0-6-5-16,4 0-16 15,-4 0-4-15,9-25 7 0,4-12 7 16,15-9-17-16,5-6-18 16,0-13-8-16,38 3-12 0,2 7-1 15,10 5-3 1,-1 10-28-16,4 3-11 0,5 13-37 16,-10 2-91-16,-35 22-40 15,-5 0-150-15</inkml:trace>
  <inkml:trace contextRef="#ctx0" brushRef="#br3" timeOffset="73339.77">2549 11029 985 0,'0'0'13'16,"0"0"-4"-16,0 0-9 16,0 0 0-16,0 0-16 15,0 0-162 1,-13 13-221-16</inkml:trace>
  <inkml:trace contextRef="#ctx0" brushRef="#br3" timeOffset="73640.2">1814 11383 529 0,'0'0'91'15,"0"0"-85"-15,0 0 117 16,0 0-2-16,0 0-65 16,0 0-56-16,0 0 3 15,-46 16-3 1,84-16 19-16,11-6 2 16,12-9-6-16,14-4-13 15,10 0 6-15,11 1-7 16,-7 6 0-16,-7-1 0 15,-8 4-1-15,-13 6-25 16,-19 0-65-16,-9 3-58 16,-33 0-91-16,0 0-85 0</inkml:trace>
  <inkml:trace contextRef="#ctx0" brushRef="#br3" timeOffset="74522.95">3033 10878 429 0,'0'0'203'15,"0"0"-201"-15,0 0-2 16,0 0 150-16,0 0-90 16,0 0-46-16,0-96 12 15,0 96 2-15,0 0-8 16,0 0 7-16,0 7-24 16,0 21 0-16,0 12 22 0,9 6-14 15,2 6-6-15,6 4-4 16,-1-4 2-16,-3-3 2 15,-1-6-3-15,-4-12-4 0,-8-9-10 16,0-10-4 0,0-6-5-16,0-3 3 0,0-3-20 15,0 0-22 1,0-15-71 0,0-16-184-16,0-9 67 0,0-6 175 15,-4-4 73-15,-4-5 4 16,4-1 97-16,4 4-24 15,0 6 37-15,0 15 53 16,0 3-31-16,0 10-9 16,16 3-55-16,5-1-38 0,12 4-25 15,11 5-2-15,6 7-4 16,8 0 1-16,-5 0-1 16,-8 25 1-16,-12 3-4 15,-12 6-33-15,-21 6 4 16,0 0 5-16,-25 3 24 15,-25-9 9-15,-7 0 16 0,-4-9 27 16,7-7 0-16,21-8-14 0,17-8-10 16,12-2-19-1,4 0-9 1,0 0-14-16,24 0-8 16,17-2 22-16,13-11 3 15,3 7-3-15,1 6-2 16,-5 0-4-16,-8 0-11 0,-16 15-21 15,-4 10-12-15,-21 6 2 16,-4-4 22-16,-13 7 11 16,-32-6 15-16,-8-3 29 15,-9-1 29-15,1-8-11 0,3-7-20 16,13-6-3 0,12-3 2-16,21 0-26 0,8-24-1 15,4-4-22-15,4-6-12 16,28-6 2-16,10 0-24 0,12 0-57 15,-2 3-59-15,-35 24-103 16,-1 10 97-16</inkml:trace>
  <inkml:trace contextRef="#ctx0" brushRef="#br3" timeOffset="74794.6">3587 11017 352 0,'0'0'101'16,"0"0"-87"-16,13 111 23 15,-13-86 68-15,8-10-38 16,-4-3-10-16,9-6-34 16,-2 0-3-16,10-6 18 0,4 0 11 15,-1 0-20-15,9-18-16 16,-8-13-4-16,-1-3-6 16,-3 0 0-16,-13-6 4 15,-8 0-1-15,0 6 2 0,-8 3 25 31,-24 6 18-31,-6 10-8 16,-3 6-2-16,0 9-22 16,-4 0-19-16,4 0-2 15,4 19-7-15,8 5-52 0,9 7-86 16,20-19-52-16,0-3-146 16</inkml:trace>
  <inkml:trace contextRef="#ctx0" brushRef="#br3" timeOffset="75197.89">3825 10909 138 0,'0'0'623'16,"0"0"-618"-16,0 0 6 0,0 0 34 0,0 0-31 15,0 0-14 1,25-19-19-16,0 50 14 15,4 0 5-15,3 6-1 16,1 6 4-16,-8-6-1 0,-5-3-1 31,1-3 1-31,-13-16-2 16,-4 1-3-16,-4-10 3 16,0-3 0-16,0-3 16 15,0 0 47-15,0 0 10 0,-20-19-52 16,3-8-3-16,-3-7 13 15,7-3 16-15,5-3-20 16,4 3-10-16,4 0-11 16,0 3-2-16,0 9-4 0,12 3-2 15,9 7-12 1,4 6-32-16,4 3-44 16,-21 6-77-16,3 0-116 15</inkml:trace>
  <inkml:trace contextRef="#ctx0" brushRef="#br3" timeOffset="75879.92">4248 10822 354 0,'0'0'395'0,"0"0"-380"16,0 0 35 0,0 0 68-16,0 0-97 0,-53 102-14 15,45-55-5-15,8-4 2 16,0-3-3-16,0-7 0 0,0-14-1 15,12-7 3-15,4-9-3 16,13-3 4-16,4 0 9 16,4-21 6-16,4-10-13 15,-9-9 0 1,-7 6-1-16,-12-6 0 0,-13 3 4 0,0 3-4 31,-9 7 10-31,-20 2 19 16,-3 10-24-16,-5 15-1 15,4 0-9-15,0 0-11 16,8 8-16-16,10 17-18 0,11 0-30 16,4-4-17-16,0 1-22 15,11-7 0-15,18-8 24 16,8-7 18-16,4 0 72 0,0 0 1 16,4-4 4-16,1-11-3 15,-9-3-2-15,-5 2-4 16,-3 4-1-16,-13 6 5 15,-7 2 18-15,-5 4 35 16,-4 0 19-16,0 4 20 16,0 23-29-16,0 10-15 0,0 4-39 15,0-4-5-15,0-6 3 16,0-10-5-16,0-9 2 16,0-5 46-16,0-7 13 15,0 0 29-15,4 0-8 16,4-19-16-16,1-9-41 15,3-6-26 1,0-6 0-16,5 0-1 16,-2 3-1-16,2 10 1 15,-1 5-2-15,1 9-3 16,-5 10-3-16,5 3-6 0,-1 6-5 16,9 31 7-16,7 4 12 15,6 5 6-15,-5-3 1 16,-4-6-6-16,-5-6 3 15,-4-6-4-15,-12-10-13 0,-8-15-79 16,0 0-378-16</inkml:trace>
  <inkml:trace contextRef="#ctx0" brushRef="#br0" timeOffset="87453.67">2278 5838 82 0,'0'0'143'0,"0"0"-135"15,0 0-8-15,0 0 2 16,0 0 17-16,0 0 24 16,-37 18-5-16,37-18 0 15,0 0 11-15,0 0-8 16,0 0 4-16,0 0-4 16,-4 0-4-16,4 0-25 0,0 0 6 15,0 0 3-15,0 0-6 16,0 0-7-16,0 0 6 0,0 0 9 15,0 0 2 1,0 0 3-16,0 0-2 16,0 0-5-16,0 0-6 15,0 0-6-15,8 0 2 0,13 0 19 16,8 0 9 0,7 0-2-16,9 0-14 0,17 0-1 15,7 0 12-15,18 0-4 16,11-3-9-16,9-6-3 15,3 6-15-15,6 0-1 16,3 3-2-16,-8 0 1 16,3-3-3-16,-2 0 3 15,-1 3-1-15,-5-3 3 16,9-4-3-16,-4 5 0 0,-4-5 2 16,3 4 0-1,5 3-2-15,0-3 0 16,5 0 0-16,-1 3 2 15,-13 0-2-15,-4 0 0 0,6 0-3 16,-2 0 3-16,-3 0 0 16,3 0 1-16,-2 0-1 0,-2 0 0 15,4 0 3-15,-2 0-3 16,-10 0 0-16,-4 0 0 16,-4 0 0-16,-4 0 3 15,5 0-3 1,-1 0 0-16,0 0 0 15,4-6-1-15,-4 0 1 16,1-4 0-16,-1 1 1 16,4 6-1-16,-3-6 0 15,7 3 1-15,-4-3-1 16,5 2 0-16,-5 7 0 16,5-3 0-16,-1 3 2 0,-9 0-2 15,2 0 0-15,-9 0 1 16,-4 0 2-16,0 0-3 0,0 0 2 15,-1 0 0 1,6 0 0-16,-6 0-1 16,-2 0 1-16,2-3-2 15,-3-3 0 1,0 0 1-16,4-4 0 0,3 1-1 16,6 0 1-16,-1-3 0 15,-9 2-1-15,10 1 0 16,-10 3 1-16,10 0 1 15,-6 3 2-15,10 0-1 16,-5-6-2-16,5 9 1 16,-6-7 3-16,-7 4-3 0,-4 1 0 15,0-5 4-15,-9 4 2 16,10 3 7-16,2 0-3 16,-3-3-4-16,4 3-6 0,0-3 1 15,-5 3-3 1,2 0 0-16,-2-3 1 15,1 3-1-15,-1-4 1 0,6 2-1 16,-2-1-1-16,2 3 1 16,-2 0 0-16,1 0 2 0,4 0-2 15,-4 0 0-15,4 0 1 32,-4 0-1-32,0 0 1 0,-8 0-1 15,-1 3 0 1,5 3 1-16,-1-6-1 0,-2 3 0 15,6 3 2-15,1-3-1 16,-8 4-1-16,4-5 0 16,-13 1-3-1,5 0 3-15,0 1 0 0,-1-4 0 16,5 0-2-16,3 0 3 16,1 0-1-16,4 0 0 0,-8 0 1 15,-1 0-1-15,-7 0 0 16,0 0 0-16,-10 0-2 15,6 3 4-15,-1-3-2 0,-4 0 1 16,9 6 0 0,-1-6-1-16,-3 3 0 15,-5-3 1 1,0 6-2-16,-3-6 2 16,-5 0-1-16,-1 3 1 15,-7-3 2-15,-12 0 0 0,-5 0 0 16,-3 0 1-16,-1 0 11 15,-8 3-5-15,-4-3-3 16,0 0-3-16,0 0-3 16,0 0 4-16,0 0-5 0,0 0 1 15,0 0-3-15,0 0-3 16,0 0-33-16,-12 0-56 16,0 0-165-16,-13 0-347 15</inkml:trace>
  <inkml:trace contextRef="#ctx0" brushRef="#br0" timeOffset="90719.64">2159 2191 189 0,'0'0'282'0,"0"0"-220"16,0 0-48-16,0 0 59 16,0 0 8-16,0 0-16 15,0 0-15-15,32-6 0 16,-15 3-13-16,3 0-7 16,1 3 3-16,0-6-3 15,4 3-9-15,7-7-7 16,5 5-4-16,4-5-2 0,9 4-2 15,2 3-4-15,10-3 0 16,12 0 1-16,4 2 0 16,4 1-2-16,5 3 3 0,-6 0-4 15,9 0 0-15,1 0 0 16,3 0 0-16,2 0 0 16,-2 0 1-1,0 0-1-15,1 0 0 16,-1 0 0-1,4 0-1-15,1 0 1 0,-9-6 2 16,0 6 1-16,-3 0-3 16,-6 0 0-16,6 0-2 15,-9 0 5-15,3 0-4 16,-6 0 1-16,-2 0-4 0,-2 0-1 16,2 0-2-16,-3 0 5 0,-1 3 0 15,6 0 1-15,2-3-1 16,-2 3 2-16,2 1 0 31,6-1-1-31,-1 0-1 16,4 0 2-16,-4-3 0 0,5 3 1 0,3 0-1 31,-4 0 1-31,-4-3-1 0,4 3 0 0,5 0 1 0,7 0-1 16,-4-3 0-1,6 4 0-15,-11-4-1 0,-3 0 1 16,5 0-1-16,-1 0 1 31,-4 0 0-31,1 0 1 0,-10 0-1 16,-2 0 2-16,-6 0-2 15,-3 0 0-15,-1 0 0 16,1 0 2-16,-4 0-1 16,3 0 0-16,2 0 3 15,-6 0-2-15,5 0 0 16,-1 0 3-16,9 0 1 0,4 0-3 15,0 0 6-15,4 2-6 16,1 1 8-16,-6 4-8 16,2-4 2-16,-2 0-3 0,5-3 0 15,1 3 4-15,-6-3-5 16,10 3 2-16,-1-3 1 31,1 0-1-31,2 0 2 16,-3 0-2-16,5 0 0 0,-1 0 0 15,-3 0-1-15,-1 0 0 16,4 0 1-16,1 0-3 16,-6 0 5-16,5 0-5 15,-3-3 1-15,-5 0 0 16,-8 3-1-16,-5 0 0 0,-7 0 0 31,-1 0 0-31,1 0 5 16,0 0-2-16,4 0 1 0,0 0 1 15,7 0-5-15,-3-3 2 16,4 3-1-16,0-6 0 16,8 2 2-16,0 1-1 15,4 1-1-15,-4-2 0 16,-4 4-1-16,-8 0 0 16,-4 0 3-16,-4 0-1 15,-1 0-1-15,1 0 1 0,-1 0-1 16,1 0 1-16,3 0-1 15,-3 0-1-15,-8 0 0 16,-6 0 1-16,2 0-3 16,-9 0 3-16,4 0-1 0,-4 0 4 15,0 0-3-15,4 0 1 16,0 0 2-16,1 0-4 0,-1 0 0 16,0 0 2-16,4 0-2 15,5 0 0-15,-1 0 1 16,1 0-1-16,-6 4 0 15,2-4 1-15,-9 2-1 16,-4-2 2-16,-9 3-1 16,-3-3 3-16,-8 0 3 15,-5 0 2-15,-8 0 1 16,0 0-8-16,-4 0 4 16,4 0 1-16,-4 0-5 15,0 0 4 1,9 0-6-16,-5 0 2 15,0 0 0-15,0 0-2 16,0 0 0-16,0 0 0 0,-4 0 0 16,4 0-1-16,-4 0 1 15,0 0-3-15,0 0-7 16,0 0-31-16,0 0-15 16,0 0-13-16,0 0 10 0,9 4 19 15,-1 2 20-15,3 0 13 16,-2-3 1-16,-5 3 2 31,4-6 3-31,0 6 0 0,-4-2 1 0,1-1 1 0,3-3-1 31,-4 0 4-31,0 0 16 16,-4 0 6-16,0 0 7 16,0 0 3-16,4 3-5 0,-4 0-4 15,0-3-13-15,4 0-8 16,9 0 1-16,3 0-2 15,1 6 3-15,-1-6-5 16,8 3-1-16,-7 0 0 0,3 0-1 16,5 0-1-16,-8 1 2 15,7-2 2-15,-7 1 1 16,0-3-3-16,-10 4 1 16,5-4 2-16,-4 3-3 15,-3-3 0 1,-1 0 3-16,0 0-2 15,-4 0 3-15,0 0 7 16,0 0-9-16,0 0 2 16,0 0-4-16,0 0-1 15,0 0 1-15,0 0-2 16,0 0 0-16,0 0-5 0,0 0-20 16,0 0-15-16,0 0-29 15,-4 0-42-15,0 0-108 16,-9 0-208-16</inkml:trace>
  <inkml:trace contextRef="#ctx0" brushRef="#br0" timeOffset="92559.9">759 5813 19 0,'0'0'453'16,"0"0"-395"-16,0 0-53 16,0 0 38-16,0 0 24 15,0 0-38-15,0 0-6 16,0 0 17 0,0-27-11-16,0 23 22 15,0 4-9-15,0-5-14 16,0 1-9-16,0 1-6 15,0 3-8-15,0 0 12 0,0 0-8 16,0 0-9-16,0 0-8 16,0 0-8-16,-9 12 13 15,-3 13 3-15,-12 15-2 16,-1 9 2-16,1 7 2 0,7 9-1 16,5-4-1-16,3-5 2 15,9-6-2-15,0-14-1 16,0-8 0-16,13-13-1 15,12-2 2-15,12-13 4 16,11 0 9 0,14 0 8-16,12-25-3 15,0 1-12-15,-5-4-6 16,-15 0-38-16,-17 0-72 16,-37 16-108-16,0 2-233 0</inkml:trace>
  <inkml:trace contextRef="#ctx0" brushRef="#br0" timeOffset="92768.22">648 5730 609 0,'0'0'238'16,"0"0"-238"-16,0 0-4 16,0 0 4-16,90-111 49 15,-36 92-30-15,12 4-16 0,-1 3-3 16,-11 6 2-16,-14 6-2 31,-19 0-23-31,-13 0-85 0,-8 12-77 16,0-3-47-16,-8 1 29 15</inkml:trace>
  <inkml:trace contextRef="#ctx0" brushRef="#br0" timeOffset="92945.01">566 5924 326 0,'0'0'64'16,"0"0"-62"-16,0 0 84 0,0 0 56 16,123 31-64-1,-49-40-52-15,8-6-12 0,-8 2-9 0,-8 4-5 16,-22 3-14-16,-44 6-181 16,0 0-176-16</inkml:trace>
  <inkml:trace contextRef="#ctx0" brushRef="#br0" timeOffset="93347.66">1149 5936 497 0,'0'0'35'16,"0"0"-32"-16,0 0 85 15,0 0-27-15,115 0-52 0,-90 19 5 16,-6 9 0 0,6 9-5-16,-4 0 31 0,0 0-19 15,-5-3 27-15,-8-3-23 16,1-6-2-16,-1-1-3 16,0-9 24-16,-4-2-32 0,1-7 1 31,-1-6-8-31,0 0 8 15,-4 0 0-15,4 0 8 0,-4 0 15 16,0 0 9 0,8-13 23-16,8-14-27 0,4-14-35 15,1-11-4-15,8-3-2 16,-4-4 0-16,0-2 1 16,-6-1-1-16,-6 10-9 0,-1 5-17 15,-8 20-18-15,-4 8-43 16,0 19-120-16,-4 0-268 15</inkml:trace>
  <inkml:trace contextRef="#ctx0" brushRef="#br0" timeOffset="94550.7">812 2031 311 0,'0'0'192'0,"0"0"-175"16,0 0-16-16,0 0 67 15,0 0 26-15,0 0 5 16,-16-71-19-16,16 71-35 0,0 0-15 15,-4 0-19-15,4 0-11 16,-9 6-19-16,5 22 12 16,0 15 7-1,0 13 29-15,0 2-9 16,0 10-3-16,4-3-4 16,0-10-5-16,0-2-7 15,12-10-1-15,9-6 3 16,-5-13 1-16,17-5-4 15,-5-10 6-15,5-9 6 16,9 0 1-16,-1-9-7 0,4-19-6 16,0 1-13-16,-4-1-53 15,-32 12-99-15,-5 4-127 16</inkml:trace>
  <inkml:trace contextRef="#ctx0" brushRef="#br0" timeOffset="94767.17">718 1899 950 0,'0'0'19'0,"0"0"-1"15,0 0-3-15,0 0 6 16,0 0-19-16,0 0-2 0,119-87-3 15,-74 81 0-15,-8 6-60 16,-21 0-99-16,-16 0-127 16,0 6-105-16</inkml:trace>
  <inkml:trace contextRef="#ctx0" brushRef="#br0" timeOffset="94935.86">554 2179 378 0,'0'0'180'0,"0"0"-180"15,0 0 0-15,0 0 56 0,0 0 47 32,0 0-19-32,180 16-41 15,-106-38-39-15,0 4-4 16,-8 2-40-16,-54 16-68 0,-8 0-239 16</inkml:trace>
  <inkml:trace contextRef="#ctx0" brushRef="#br0" timeOffset="95283.39">1633 2219 693 0,'0'0'67'0,"0"0"-26"0,0 0 92 16,0 0-13-16,0 0-113 15,0 0 5 1,-111-28-20-16,49 56 8 0,6 9 0 16,10-3 11-1,13 6-9-15,16-3-2 0,10-6-4 16,7-6-2-16,0-10 6 0,12-2 0 15,25-11 11-15,12-2 25 16,17 0-17-16,12-15-18 16,0-3-1-16,-8-4-57 15,-54 16-128-15,-7-1-263 16</inkml:trace>
  <inkml:trace contextRef="#ctx0" brushRef="#br0" timeOffset="97292.96">2245 4244 368 0,'0'0'87'0,"0"0"-77"0,0 0 56 16,0 0 26-1,0 0-54-15,0 0-18 16,-4 0-10-16,4 0-8 16,8 0 1-16,0 0-3 15,1 0-1-15,7 0-45 16,-8 0-98-16,1 0-113 16</inkml:trace>
  <inkml:trace contextRef="#ctx0" brushRef="#br0" timeOffset="100891.71">2224 3948 214 0,'0'0'128'0,"0"0"-91"16,0 0-18-16,0 0 50 31,0 0 1-31,0 0-11 16,0 0-6-16,-12-6-7 15,12 6-6-15,0-3 3 16,0 3-5-16,0 0-11 0,0 0-14 16,0 0-13-16,0 0-6 15,16-3 4-15,5 0 2 16,12-3 13-16,12-4-2 15,0 2 7-15,5 1-9 0,-2 1-9 16,-6 6-80-16,-30 0-188 16,-8 0-33-16</inkml:trace>
  <inkml:trace contextRef="#ctx0" brushRef="#br0" timeOffset="101144.81">3021 3896 400 0,'0'0'192'0,"0"0"-170"15,0 0-15 1,0 0 102-16,0 0-47 0,0 0-57 15,131 0-5-15,-102 0-8 16,-9 0-99-16,-12 0-86 16,0 0-73-16</inkml:trace>
  <inkml:trace contextRef="#ctx0" brushRef="#br0" timeOffset="101292.26">3534 3896 212 0,'0'0'103'16,"0"0"-100"-16,0 0-1 16,0 0 64-16,0 0-25 15,123 3-41-15,-115-3-45 16,4 0-137-16</inkml:trace>
  <inkml:trace contextRef="#ctx0" brushRef="#br0" timeOffset="101460.93">3924 3927 134 0,'0'0'369'0,"0"0"-360"15,0 0-1-15,0 0 18 16,0 0 12 0,0 0-38-16,136 3-3 0,-100-6-91 0,-28 3-116 0,1 0-27 15</inkml:trace>
  <inkml:trace contextRef="#ctx0" brushRef="#br0" timeOffset="101795.06">4954 3964 491 0,'0'0'115'0,"0"0"-115"15,0 0-54-15,0 0 46 16,0 0 8-16,111 3-231 16</inkml:trace>
  <inkml:trace contextRef="#ctx0" brushRef="#br0" timeOffset="101993.6">5549 3927 224 0,'0'0'196'15,"0"0"-196"-15,0 0-40 0,0 0 40 16,119 0 0-16,-102 0-92 15,-5-6-157-15</inkml:trace>
  <inkml:trace contextRef="#ctx0" brushRef="#br0" timeOffset="102147.59">6059 3902 485 0,'0'0'188'15,"0"0"-181"-15,0 0-4 16,0 0 24-16,0 0-27 0,0 0-49 16,90 0-78-16,-74 0-84 15</inkml:trace>
  <inkml:trace contextRef="#ctx0" brushRef="#br0" timeOffset="102332.49">6613 3825 305 0,'0'0'189'0,"0"0"-146"16,0 0 4-16,0 0-38 16,0 0-1-16,123-27-8 15,-107 23-112-15,1 4-220 16</inkml:trace>
  <inkml:trace contextRef="#ctx0" brushRef="#br0" timeOffset="102510.52">7085 3782 577 0,'0'0'65'16,"0"0"-65"-1,0 0 0-15,0 0 29 16,152-9-23-1,-103 3-6-15,8-1-12 0,1 1-76 16,-42 3-74-16,0 3-39 16</inkml:trace>
  <inkml:trace contextRef="#ctx0" brushRef="#br0" timeOffset="102648.58">7676 3730 298 0,'0'0'218'0,"0"0"-193"16,0 0-20-16,0 0-1 16,0 0-4-16,0 0-56 0,90-7-179 31</inkml:trace>
  <inkml:trace contextRef="#ctx0" brushRef="#br0" timeOffset="102815.54">8045 3711 123 0,'0'0'490'0,"0"0"-490"15,0 0-54-15,0 0 54 0,0 0 0 16,123 6-26-16,-110-6-195 16,-1 0-49-16</inkml:trace>
  <inkml:trace contextRef="#ctx0" brushRef="#br0" timeOffset="103011.82">8587 3723 253 0,'0'0'70'16,"0"0"-63"-16,0 0 87 15,0 0-34-15,0 0-37 16,0 0-6-16,132 0 2 16,-104 0-12-1,9 0-7-15,5 0-5 16,2 0-29-16,6 0-27 0,-5 0-9 15,1 0 25-15,2 4 15 16,-40-4-44-16,1 0-72 16</inkml:trace>
  <inkml:trace contextRef="#ctx0" brushRef="#br0" timeOffset="103127.67">9236 3742 215 0,'0'0'229'0,"0"0"-135"15,0 0-48-15,0 0 23 16,0 0-26-16,0 0-38 15,94 3-5-15,-82-3-157 16</inkml:trace>
  <inkml:trace contextRef="#ctx0" brushRef="#br0" timeOffset="103297.17">9786 3788 548 0,'0'0'275'0,"0"0"-275"16,0 0-79-16,0 0 79 16,114 0 21-16,-76-6-21 0,15 0-34 15,4 3-129-15,-36 0-112 16</inkml:trace>
  <inkml:trace contextRef="#ctx0" brushRef="#br0" timeOffset="103454.83">10664 3760 443 0,'0'0'96'0,"0"0"-76"15,0 0 104-15,0 0-34 32,0 0-87-32,0 0-3 15,0 0-100-15,98 0-216 0</inkml:trace>
  <inkml:trace contextRef="#ctx0" brushRef="#br0" timeOffset="103815.71">11120 3788 324 0,'0'0'259'16,"0"0"-259"-16,0 0-31 16,0 0 31-16,0 0 11 0,0 0-11 15,131 6-49-15,-93-6-77 16,3 0-39-16,3 0 17 31,2 0 107-31,3 4 41 0,-4-2 60 16,-8 1 9-16,4-3 16 15,-4 0-34-15,4 0-14 16,-4 4-21-16,0-4-2 16,0 0-14-16,-4 3-1 15,0-3-55-15,-4 0 14 16,-5 0 35-16,4 0 7 15,1 0 25-15,0 0 46 16,0 0-15-16,8 0 19 0,0 0-58 0,4 0-1 16,0 0-16-1,4 0-21-15,-8 0-86 16,0 0-38-16,-4 0 24 16,-8 6-5-16</inkml:trace>
  <inkml:trace contextRef="#ctx0" brushRef="#br0" timeOffset="104002.93">12397 3816 1 0,'0'0'137'16,"0"0"-47"-1,0 0 0-15,0 0 43 16,0 0-55-16,0 0-25 16,74 0-24-16,-53 0-20 15,2 0-9-15,6 0-60 16,0 0-64-16,4 0-40 16,0 3 70-16,-5 0 82 15,5 3 12-15,0-3 29 0,1 0 28 16,-2-3-14-16,9 4-5 15,-4-1-38-15,0-1-1 0,-28-2-44 16,-1 0-55-16</inkml:trace>
  <inkml:trace contextRef="#ctx0" brushRef="#br0" timeOffset="104741.76">2869 4109 328 0,'0'0'0'15,"0"0"-104"-15,-144-22 87 16,99 13 6-16,4-1 11 15,37 8-19-15,-5 2-102 16</inkml:trace>
  <inkml:trace contextRef="#ctx0" brushRef="#br0" timeOffset="106115.43">632 3800 326 0,'0'0'7'0,"0"0"-7"16,0 0 0 15,0 0 14-31,0 0 29 0,0 0 0 0,0 0-1 0,-53 81-15 31,40-57 16-31,5 1 8 0,0 6-20 16,4 0-5-16,-5 2 5 15,9 1-9-15,0 3 8 16,0 1-9-16,0-5-7 16,5-2-7-16,15-9 4 15,4-7-5-15,1-6 6 16,8-9 7-16,4 0 35 16,9 0-20-16,2-3-11 0,6-15-8 15,-6 0-15-15,-6-1-54 16,-17-3-89-16,-25 13-125 15,0 3-85-15</inkml:trace>
  <inkml:trace contextRef="#ctx0" brushRef="#br0" timeOffset="106364.3">694 3798 573 0,'0'0'131'16,"0"0"-122"-16,0 0 40 15,0 0 49-15,0 0-38 0,0 0-43 16,60-78-16-16,-10 60 0 16,4 3-1-16,-6 2 0 15,-6 7-10-15,-17 3-64 16,-17 3-50-16,-8 0-31 15,0 0-73 1,-13 12 82-16</inkml:trace>
  <inkml:trace contextRef="#ctx0" brushRef="#br0" timeOffset="106539.46">566 3961 322 0,'0'0'89'15,"0"0"-89"-15,0 0 8 16,0 0-8-16,0 0 119 15,0 0 29-15,0 0-72 16,119 19-39-16,-62-35-22 16,1-3-8-16,-4 7-7 15,-6 3-49-15,-39 6-160 16,-5 3-204 0</inkml:trace>
  <inkml:trace contextRef="#ctx0" brushRef="#br0" timeOffset="106939.1">1223 3927 177 0,'0'0'232'0,"0"0"-147"15,0 0-10-15,0 0 66 16,0 0-23-16,0 0-47 16,16-10-27-16,-16 10-6 0,0 0-38 15,0 10-8-15,-8 15-7 16,0 5 15-16,-5 16 1 16,9-2-1-16,4-1-1 15,0 0-1-15,0-3-10 16,0-3-19-16,0-3 2 0,0-10 7 15,0-2 7 1,0 0 5 0,-8 0-13-16,-5-7-25 15,-7 6-9-15,-4-2-75 16,16-16-82-16,-5-3 9 0</inkml:trace>
  <inkml:trace contextRef="#ctx0" brushRef="#br0" timeOffset="107119.72">1006 4346 722 0,'0'0'94'0,"0"0"-94"16,114-74 0-1,-61 50 13-15,-7 2-10 16,-1 6-3-16,-1 1-40 15,-6 9-115-15,-34 6-157 16,0 0 48-16</inkml:trace>
  <inkml:trace contextRef="#ctx0" brushRef="#br0" timeOffset="107373.22">1469 4093 211 0,'0'0'134'15,"0"0"-133"-15,0 0-1 16,0 0 40-16,0 0 25 16,0 0-23-16,-45 114-16 0,33-83 13 15,8 0-14 1,4-7-6-16,0-2-10 0,0-6 4 16,12-7-4-16,9-3-3 31,-6-6 10-31,6 0 11 0,4 0-21 0,-17 0-6 31,0-6-176-31</inkml:trace>
  <inkml:trace contextRef="#ctx0" brushRef="#br0" timeOffset="107504.34">1366 4032 903 0,'0'0'35'0,"0"0"-35"0,0 0-2 15,0 0-9-15,0 0-40 16,0 0-330 0</inkml:trace>
  <inkml:trace contextRef="#ctx0" brushRef="#br0" timeOffset="110216.56">2261 5400 221 0,'0'0'322'0,"0"0"-314"15,0 0 7 1,0 0 4-16,0 0 27 0,0 0-34 16,0 0 3-16,-4 6 16 15,4-6-18-15,0 0 10 0,0 0 15 16,0 0-7-16,0 0-12 15,0 0-8-15,4 0-5 16,13 0 11-16,4 0-6 16,-5 0-1-16,8 0-2 15,5 0-4-15,0 0-3 16,0 0-1 0,8 0 0-16,-5 0-82 15,1 0-65-15,-21 0-68 16,-3 0-58-16</inkml:trace>
  <inkml:trace contextRef="#ctx0" brushRef="#br0" timeOffset="110570.51">2922 5366 384 0,'0'0'120'0,"0"0"-115"15,0 0-2-15,0 0 51 0,0 0-30 16,0 0-13-16,95 0-1 16,-70-3-6-16,-1-3-1 0,9 0 0 15,-4 3-3 1,8-3-6-16,-29 6-158 16,0 0-196-16</inkml:trace>
  <inkml:trace contextRef="#ctx0" brushRef="#br0" timeOffset="110802.29">3485 5314 325 0,'0'0'192'16,"0"0"-192"-16,0 0 0 15,0 0 3-15,0 0 9 16,0 0-7-16,140 3-3 16,-108-3-2-16,1 0 0 15,0 0-25-15,4 0-41 0,-29 0-87 16,1 0-86-16</inkml:trace>
  <inkml:trace contextRef="#ctx0" brushRef="#br0" timeOffset="111002.64">4084 5320 508 0,'0'0'151'16,"0"0"-151"-16,0 0-7 15,0 0 7-15,0 0 0 16,0 0-11-16,131 7-84 15,-119-7-86-15,-3 0-46 0</inkml:trace>
  <inkml:trace contextRef="#ctx0" brushRef="#br0" timeOffset="111171.79">4589 5327 429 0,'0'0'117'16,"0"0"-112"-16,0 0 4 15,0 0 44-15,131 0-53 16,-122 0-101 0,3-4-94-16</inkml:trace>
  <inkml:trace contextRef="#ctx0" brushRef="#br0" timeOffset="111335">5008 5314 298 0,'0'0'104'15,"0"0"-103"-15,0 0 53 0,0 0 53 16,0 0-93-16,0 0-14 16,143 0-4-16,-126 0-147 15,-9 0-76-15</inkml:trace>
  <inkml:trace contextRef="#ctx0" brushRef="#br0" timeOffset="111503.34">5529 5314 323 0,'0'0'32'15,"0"0"-14"-15,0 0 124 16,0 0-76-16,0 0-60 15,0 0-6-15,143 0-49 0,-130 0-160 16</inkml:trace>
  <inkml:trace contextRef="#ctx0" brushRef="#br0" timeOffset="111688.2">6009 5314 483 0,'0'0'162'0,"0"0"-155"16,0 0-2-16,0 0-7 16,0 0 2-16,0 0-4 15,131 0-87-15,-89 0-75 16,-26-3-16-16,-3 0 47 0</inkml:trace>
  <inkml:trace contextRef="#ctx0" brushRef="#br0" timeOffset="111824.73">6473 5249 170 0,'0'0'145'0,"0"0"-124"15,0 0-12-15,0 0 83 0,0 0-92 32,131-40-15-32,-118 37-111 15,-5 3-61-15</inkml:trace>
  <inkml:trace contextRef="#ctx0" brushRef="#br0" timeOffset="112143.08">7007 5169 457 0,'0'0'91'16,"0"0"-79"-16,0 0 75 0,0 0-1 16,0 0-76-1,0 0-9-15,127-15-1 16,-98 11 1-16,4 4-2 0,-4-2-32 15,-5 2 4-15,-7 0-6 0,3 0-10 16,-8 0 2-16,0 0-13 16,1 0-78-16,-9 0 18 15,4 0 45-15,-4 0 8 16,0 0 31-16,-4 0 32 16,5 0 9-16,-5 0 37 15,0 0 25 1,4 0 6-16,0 0-9 15,4 0-17-15,5 0-35 0,3 0-16 16,1 0-18-16,-14 0-89 16,5 0-109-16</inkml:trace>
  <inkml:trace contextRef="#ctx0" brushRef="#br0" timeOffset="112338.14">7610 5188 146 0,'0'0'113'15,"0"0"-80"1,0 0 69-16,0 0-14 16,0 0-61-16,0 0-26 15,136 6-1-15,-99-6-30 16,-25 0-139-16,1 0-45 15</inkml:trace>
  <inkml:trace contextRef="#ctx0" brushRef="#br0" timeOffset="112523.2">8103 5221 46 0,'0'0'127'15,"0"0"-86"-15,123 16-10 16,-102-13 36-16,-1-3-38 0,0 0-29 16,-3 0-44-1,-1 0-25-15,1 0-5 0,-1 0 56 16,9 0 18-16,-4 3 10 15,4-3 11-15,-2 0 18 16,-2 0 15-16,0 0-22 0,3 0-17 16,-19 0-15-16,3 0-41 15</inkml:trace>
  <inkml:trace contextRef="#ctx0" brushRef="#br0" timeOffset="112731.7">8834 5218 443 0,'0'0'61'0,"0"0"-61"15,0 0 16-15,0 0 62 16,0 0-71-16,0 0-7 16,98 0-4-16,-65 0-35 0,4 0-56 15,-1 0-6 1,14-2 26-16,-9-5-27 15,-24 7-16-15</inkml:trace>
  <inkml:trace contextRef="#ctx0" brushRef="#br0" timeOffset="112877.72">9309 5200 60 0,'0'0'171'0,"0"0"-88"16,0 0 9 0,0 0 20-16,0 0-27 0,0 0-11 15,112 0-13-15,-96-6-31 16,4 6-26-16,5-6-4 15,-4 6-62-15,7 0-59 16,-23 0-57-16,-1-3 9 16</inkml:trace>
  <inkml:trace contextRef="#ctx0" brushRef="#br0" timeOffset="113011.65">9753 5185 396 0,'0'0'65'0,"0"0"-58"16,0 0 79-16,0 0-55 15,0 0-31 1,124 0-39-16,-120 0-64 0,3 0-116 16</inkml:trace>
  <inkml:trace contextRef="#ctx0" brushRef="#br0" timeOffset="113093.92">10077 5178 139 0,'0'0'52'15,"0"0"-52"1,0 0-84-16</inkml:trace>
  <inkml:trace contextRef="#ctx0" brushRef="#br0" timeOffset="113327.14">10344 5157 410 0,'0'0'61'0,"0"0"-58"15,0 0 8-15,0 0 9 31,0 0-20-31,135-16-36 0,-102 16-48 16,9 0-56-16,-1 0 23 16,-1 0 36-16,-7 0 66 15,0 0 15-15,-8 0 57 16,0 0 12-16,-5 0-17 0,0 0-9 16,1 0-13-16,-21 0-30 15,0 0-138-15</inkml:trace>
  <inkml:trace contextRef="#ctx0" brushRef="#br0" timeOffset="113442.72">11070 5163 248 0,'0'0'0'0,"0"0"-16"16,0 0 7-16,0 0-55 0</inkml:trace>
  <inkml:trace contextRef="#ctx0" brushRef="#br0" timeOffset="113558.52">11457 5234 263 0,'0'0'131'0,"0"0"-123"16,0 0-6-16,131 9-2 16,-106-9-15-16,-17 0-132 15</inkml:trace>
  <inkml:trace contextRef="#ctx0" brushRef="#br0" timeOffset="113679.79">11793 5256 328 0,'0'0'101'16,"0"0"-88"-16,0 0 47 15,0 0-24-15,112 5-36 16,-104-5-20-16,-4 0-198 16</inkml:trace>
  <inkml:trace contextRef="#ctx0" brushRef="#br0" timeOffset="113880.34">12126 5268 443 0,'0'0'6'0,"0"0"20"16,0 0-26-16,0 0 24 16,0 0-20-16,0 0-4 0,119 6-9 15,-90-3-39-15,-5 0 9 16,5 3 26-16,-1-3-1 15,5 0-49-15,-24-3-51 16,-5 0-32-16</inkml:trace>
  <inkml:trace contextRef="#ctx0" brushRef="#br0" timeOffset="114029.9">12492 5302 101 0,'0'0'138'16,"0"0"-45"-16,0 0 14 16,0 0 2-16,0 0-32 15,0 0-35-15,77 2-17 16,-52-2-12-16,8 0-13 15,-1 0-3 1,1 0-70-16,0 0-92 16,-29 0-38-16,5 0-19 0</inkml:trace>
  <inkml:trace contextRef="#ctx0" brushRef="#br0" timeOffset="114198.79">12918 5296 47 0,'0'0'5'0,"0"0"-3"15,0 0 0-15,0 0 21 16,0 0 34-16,0 0 27 16,70 0-11-16,-62 0 5 15,-4 0-3-15,4 0-23 16,1 0-20-16,3 0-26 16,5 0-6-1,-9 0-54-15,-4 0-171 16</inkml:trace>
  <inkml:trace contextRef="#ctx0" brushRef="#br0" timeOffset="114899.33">13444 4991 314 0,'0'0'306'0,"0"0"-227"0,0 0-19 15,0 0 47-15,0 0-22 16,0 0-14-16,12-16-32 16,-12 16-19-16,0 0-12 15,0 0-8-15,0 0 0 16,0 0-16-16,0 16 14 16,0 5 2-1,0 6 2-15,0 4 2 16,0 9-2-16,0 10-1 15,0-1 3-15,4 3-1 16,4-5 0-16,1-7 2 16,-1-3-4-16,4-6 1 15,1-4-2-15,-2-2 0 0,6-3 6 16,3-7-4-16,1-6 4 16,4-2-6-16,8-1 8 15,3-6-1-15,1 0-3 0,9 0-4 16,-1 0 0-1,-5 0-7-15,-2-6-14 0,-9-7-31 16,-29 4-87-16,0 0-188 31</inkml:trace>
  <inkml:trace contextRef="#ctx0" brushRef="#br0" timeOffset="115116.61">13546 4968 693 0,'0'0'136'0,"0"0"-83"15,0 0-24-15,0 0 39 16,0 0-30-16,0 0-32 16,78-58-4-16,-53 58-4 15,-1 0-2-15,5 0-6 0,-4 0-19 16,4 3-16-16,-5 7-11 15,-7-1-28-15,-17-6-113 0,0-3-192 16</inkml:trace>
  <inkml:trace contextRef="#ctx0" brushRef="#br0" timeOffset="115315.25">13292 5188 476 0,'0'0'113'0,"0"0"-100"16,0 0-6-16,0 0 89 15,164 28-77-15,-103-23-18 16,1-5-1-16,0 4-84 0,-46-4-130 16,0 3-35-16</inkml:trace>
  <inkml:trace contextRef="#ctx0" brushRef="#br0" timeOffset="115933.66">13998 5339 142 0,'0'0'140'16,"0"0"-47"-16,0 0 29 0,0 0 34 16,0 0-45-16,0 0-24 15,8 15-29-15,-8-12-35 16,0 0-16-16,0-3-7 16,0 0 0-16,0 0-3 15,0 0 2-15,4 0 0 16,-4 0-1-16,0 0 2 0,0 0 1 15,0 0 0-15,0 0-1 16,0 0 1-16,0 0 1 0,0 0 3 16,0 0-4-1,0 0-1-15,0 0 2 16,0 0-2-16,0 0 0 0,0 0 0 16,0 0 1-1,0 0-1-15,0 0 1 16,0 0 2-16,0 0 2 15,0 0-5-15,0 0 3 16,0 0-2-16,0 0 0 16,0 0 14-16,0 0-3 15,0 3-7-15,0 0-2 16,0 1-3-16,0 5-9 0,0 12 0 16,0 13 9-16,0 6 10 15,0 3 6-15,0 0-11 31,0-3-1-31,8-2-2 0,-4-5-2 16,5-2 6-16,-1-9-5 16,-4-7 1-16,0-5-1 15,-4-4-1-15,0-3 0 16,0-3-3-16,0 0-108 0,0 0-139 16,0 0-218-16</inkml:trace>
  <inkml:trace contextRef="#ctx0" brushRef="#br0" timeOffset="116691.66">14072 5456 78 0,'0'0'315'0,"0"0"-206"15,0 0-73-15,0 0 79 16,0 0-12-16,0 0-15 16,-4 0-18-16,4 0-28 15,4 0-25-15,12 0-12 16,0 0-3-1,5 0-2-15,-1 0-2 16,5 0 2-16,-4 0-2 16,8 0 2-16,-6 0-1 15,-2 0-2-15,-4 0-7 16,-1 0-37-16,-12 0-58 0,-4 0-139 16,0 0-108-16</inkml:trace>
  <inkml:trace contextRef="#ctx0" brushRef="#br0" timeOffset="116970.95">14006 5604 8 0,'0'0'296'0,"0"0"-258"15,0 0-29-15,0 0 148 16,0 0-31-16,0 0 4 16,0 0-78-16,20 15-18 0,5-15-15 15,0 0-7-15,-1 0-7 16,5 0-3-16,4 0-2 16,-4 0-1-16,0 0 0 0,-9 0-21 15,-4 6-42-15,0-3-51 16,-16 0-59-16,0-3-73 15</inkml:trace>
  <inkml:trace contextRef="#ctx0" brushRef="#br0" timeOffset="117224.6">14297 5631 439 0,'0'0'144'0,"0"0"-110"15,0 0 49-15,0 0 18 16,0 0-34-16,0 0-67 15,0 16-3-15,0 8-17 16,0 7 20-16,0 3 5 16,0 0-3-16,0-6 2 15,0-1 0-15,0-5-4 16,0-3 1-16,0-1 0 16,0-6 1-16,0-2 1 0,0-4-3 15,0 0-22-15,0-6-82 0,0 0-89 16,0 0-192-16</inkml:trace>
  <inkml:trace contextRef="#ctx0" brushRef="#br0" timeOffset="117494.76">14301 5579 657 0,'0'0'79'16,"0"0"-79"-16,0 0 0 16,0 0 1-16,119-12 4 0,-98 30 18 15,0 4-3-15,-9-4-15 16,-4 4 0-16,-8-1 1 0,0-2-6 16,-12-4 8-16,-25 1-4 15,-8-10 9 1,-9 3-13-16,30-9-121 15,-1 0-123-15</inkml:trace>
  <inkml:trace contextRef="#ctx0" brushRef="#br0" timeOffset="120093.33">2540 6149 490 0,'0'0'193'0,"0"0"-190"16,0 0 4-16,0 0 97 0,0 0-31 15,0 0-17-15,0 0-24 16,0-43-3-16,0 43-21 15,0 0-5-15,0 0 5 16,0 0-7-16,0 0-1 16,0 15-27-16,-4 10 27 0,-4 6 8 15,4 0-4-15,0-3 2 16,0-1-3 0,4-2-3-16,-4-10-34 15,-1 4-38-15,-3-10-59 16,4-9-98-16,0 0-51 15</inkml:trace>
  <inkml:trace contextRef="#ctx0" brushRef="#br0" timeOffset="120287.54">2327 6307 355 0,'0'0'276'16,"0"0"-225"-16,0 0-36 0,0 0 13 0,0 0-10 15,0 0-10 1,124-37-6-16,-63 27-2 0,5 1-15 16,-46 6-125-16,0 3-144 15</inkml:trace>
  <inkml:trace contextRef="#ctx0" brushRef="#br0" timeOffset="120559.63">3209 6137 414 0,'0'0'137'15,"0"0"-137"-15,0 0 4 16,0 0 5-16,0 0 27 0,0 0 7 15,13 71-15-15,-13-37-14 16,0 6-9-16,0-9 2 16,0-1-4-16,0-5-3 0,0-7-5 31,0-5-37-15,0-13-149-16,0 0-90 0</inkml:trace>
  <inkml:trace contextRef="#ctx0" brushRef="#br0" timeOffset="120759.4">3033 6338 623 0,'0'0'161'0,"0"0"-153"16,0 0-6-16,0 0 12 15,0 0-9-15,0 0-5 0,148-47 0 16,-91 41-1-16,1-3-16 15,-46 9-102-15,1 0-144 16</inkml:trace>
  <inkml:trace contextRef="#ctx0" brushRef="#br0" timeOffset="121025.08">4056 6121 369 0,'0'0'273'16,"0"0"-241"-16,0 0-32 0,0 0 38 16,0 0-36-16,0 0 1 0,0 0 23 15,23 90-16 1,-23-56-7-16,5-3 7 15,-1-7-10-15,-4-2-45 16,4-6-18-16,-4-4-11 0,0-12-81 16,0 0-103-1</inkml:trace>
  <inkml:trace contextRef="#ctx0" brushRef="#br0" timeOffset="121225.68">3944 6276 248 0,'0'0'414'0,"0"0"-390"16,0 0-4-16,0 0-12 15,0 0 49-15,0 0-35 16,127-49-20-16,-81 45-2 16,7 1-2-16,-8 3-63 15,-33 0-75-15,-3 0-150 16</inkml:trace>
  <inkml:trace contextRef="#ctx0" brushRef="#br0" timeOffset="121461.27">4802 6128 487 0,'0'0'131'0,"0"0"-131"0,0 0-17 16,0 0 17-16,0 0 22 15,0 0 10-15,12 74-25 16,-8-49 4-16,1-1-9 0,-1 1-2 16,-4-7-50-1,0-12-121 1,0-6-89-16</inkml:trace>
  <inkml:trace contextRef="#ctx0" brushRef="#br0" timeOffset="121675.23">4630 6282 493 0,'0'0'131'0,"0"0"-131"16,0 0-31-16,0 0 31 0,156-46 0 16,-90 39-39-16,0-2-34 0,-43 6-85 15,-2 0-79-15</inkml:trace>
  <inkml:trace contextRef="#ctx0" brushRef="#br0" timeOffset="121910.35">5628 6125 498 0,'0'0'148'16,"0"0"-148"-16,0 0 0 15,0 0 1-15,0 0 6 0,37 117-6 16,-22-87-2 0,2-2-20-16,4-3-100 15,-21-22-17-15,0-3-125 16</inkml:trace>
  <inkml:trace contextRef="#ctx0" brushRef="#br0" timeOffset="122141.75">5591 6242 534 0,'0'0'15'0,"0"0"-13"16,131-19 10-16,-69 13-12 15,-5 3-2-15,5 0-71 16,-42 3-60-16,-3 0-74 0</inkml:trace>
  <inkml:trace contextRef="#ctx0" brushRef="#br0" timeOffset="122374.53">6510 6128 625 0,'0'0'119'0,"0"0"-119"15,0 0-9-15,0 0 9 32,0 0 6-32,0 0-4 15,13 104 2-15,-9-82-4 0,-4 0-13 16,0-4-9-16,0-5-21 15,0-1-19-15,0-12-158 16,0 0-79-16</inkml:trace>
  <inkml:trace contextRef="#ctx0" brushRef="#br0" timeOffset="122575.11">6399 6242 70 0,'0'0'648'15,"0"0"-594"-15,0 0-49 16,0 0-1-16,0 0 21 16,0 0-17-1,148-34-8-15,-91 34-7 16,5-3-78-16,-42 0-88 16,-3 3-119-16</inkml:trace>
  <inkml:trace contextRef="#ctx0" brushRef="#br0" timeOffset="122806.42">7491 6100 88 0,'0'0'547'0,"0"0"-527"16,0 0-13-1,0 0 15 1,0 0 21-16,0 0-29 0,33 105-8 16,-33-74-6-16,4-7-2 15,-4 4-41-15,5-9-5 16,-1-4-57-16,-4-15-124 16</inkml:trace>
  <inkml:trace contextRef="#ctx0" brushRef="#br0" timeOffset="123007.21">7433 6242 554 0,'0'0'45'0,"0"0"-40"0,0 0-5 15,156-40 27 1,-102 34-27-16,0-4-63 15,-34 8-57-15,0 2-145 0</inkml:trace>
  <inkml:trace contextRef="#ctx0" brushRef="#br0" timeOffset="123278.66">8489 6100 520 0,'0'0'267'0,"0"0"-220"0,0 0-44 31,0 0 35-31,0 0-15 16,0 0 8-16,29 49-16 15,-25-21-13-15,4-3 2 0,0 2-4 16,-4-5-41-16,1-3-51 16,-5-7-32-16,0-12-74 15,0 0-166-15</inkml:trace>
  <inkml:trace contextRef="#ctx0" brushRef="#br0" timeOffset="123465.46">8267 6229 335 0,'0'0'144'15,"0"0"-112"-15,0 0 33 16,161-37 14-16,-100 29-63 0,1-5-16 16,7 3-6-16,1 1-26 15,4-3-13-15,-54 9-33 16,-7 0-135-16</inkml:trace>
  <inkml:trace contextRef="#ctx0" brushRef="#br0" timeOffset="123697.8">9334 6032 665 0,'0'0'54'0,"0"0"-54"0,0 0 6 15,0 0-6-15,0 0 15 32,12 129-2-32,-12-101-6 15,0-3-2-15,0-3-4 0,0-4 5 16,0-2-6-16,0-4-65 16,0-12-97-16,0 0-121 15</inkml:trace>
  <inkml:trace contextRef="#ctx0" brushRef="#br0" timeOffset="123899.2">9346 6171 426 0,'0'0'265'16,"0"0"-220"-16,0 0-8 16,0 0 65-16,0 0-61 15,0 0-32 1,0 0 6-16,21-10-9 15,8 8 6-15,8-5-8 16,8 1-4-16,0-3-37 16,5 3-37-16,3 3-15 15,-33 0-55-15,-7-1-74 0</inkml:trace>
  <inkml:trace contextRef="#ctx0" brushRef="#br0" timeOffset="124187.18">10479 5946 729 0,'0'0'0'0,"0"0"-85"16,0 0 41-1,0 0 41 1,0 0 3-16,0 0 22 16,37 99-11-16,-37-69-7 0,0-2-4 15,0-6-37-15,5-4-65 16,-5-18-55-16,0 0-79 16</inkml:trace>
  <inkml:trace contextRef="#ctx0" brushRef="#br0" timeOffset="124403.32">10406 6088 654 0,'0'0'19'16,"0"0"4"-16,0 0-22 0,0 0 43 15,0 0-32 1,144-37-12-16,-95 31-2 16,12-1-73-16,-40 4-65 0,-1 0-94 15</inkml:trace>
  <inkml:trace contextRef="#ctx0" brushRef="#br0" timeOffset="124654.77">11478 5961 487 0,'0'0'248'15,"0"0"-248"-15,0 0-52 16,0 0 52-16,0 0 1 15,11 102 0-15,-15-74-1 16,4-3-15 0,0-4-58-16,0-2 27 15,0-16-60-15,0-3-100 16</inkml:trace>
  <inkml:trace contextRef="#ctx0" brushRef="#br0" timeOffset="124901.5">11383 6097 698 0,'0'0'157'0,"0"0"-151"0,0 0-4 16,0 0 66-16,0 0-48 15,0 0-17 1,45-12 0-16,1 12-3 15,6 0-30-15,2-3-58 16,-1 3-24-16,5-7-54 16,-42 7-31-16,5-3-41 15</inkml:trace>
  <inkml:trace contextRef="#ctx0" brushRef="#br0" timeOffset="125155.25">12425 5955 271 0,'0'0'556'0,"0"0"-443"0,0 0-108 16,0 0 30-16,0 0-35 31,0 0-2-31,21 25 2 16,-33-1 4-16,3 1-1 15,1 3-1-15,0-3 1 16,4-4-3-16,0-3-14 16,4-2-47-16,0-1-38 0,-4-15-76 15,4 0-126-15</inkml:trace>
  <inkml:trace contextRef="#ctx0" brushRef="#br0" timeOffset="125354.79">12274 6051 73 0,'0'0'545'15,"0"0"-451"-15,0 0-94 0,0 0 28 16,0 0 0-16,123-19-21 16,-90 19-7-16,8-3-20 31,3 3-91-31,-31-3-111 0,-1 0-65 15</inkml:trace>
  <inkml:trace contextRef="#ctx0" brushRef="#br0" timeOffset="125623.67">13025 5936 164 0,'0'0'508'0,"0"0"-428"0,0 0-73 16,0 0 40-16,0 0-7 31,0 0-30-31,16 25 3 16,-16-3 28-16,0-1-28 0,0 4-6 15,0-3-3 1,0 2 1-16,0-5-5 0,0-4-5 15,-4 1-59-15,0-16-106 16,0 0-150-16</inkml:trace>
  <inkml:trace contextRef="#ctx0" brushRef="#br0" timeOffset="125803.15">12902 6066 640 0,'0'0'155'0,"0"0"-144"16,0 0-10-16,0 0 48 16,0 0-12-16,0 0-11 15,144-31-26-15,-124 28-40 16,-7 0-187-16</inkml:trace>
  <inkml:trace contextRef="#ctx0" brushRef="#br0" timeOffset="127332.22">11740 3884 299 0,'0'0'83'0,"0"0"-30"16,0 0 24 0,0 0-15-16,0 0 3 15,0 0-9-15,0 0-17 0,0-3 0 16,0 3 0-16,0 0-5 16,0 0 1-16,0 0-6 0,0 0-8 15,0 6 1-15,0 16 26 0,0 8-19 31,0 13-5-31,8 13 3 0,1 5-18 0,-5 10-6 16,4 3 0-16,-4 3-1 16,-1 1 1-16,6-4 0 15,-5-1-3-15,0-2 2 16,-4-3 1-16,0-3-3 16,0-4 1-16,0-5 0 15,0 0-1-15,0-4 3 16,0 7-3-16,0-4 1 15,0 4 4 1,0-10-4-16,0-9 0 16,0-6 0-16,0-9 0 15,0-10 1-15,0-6 0 16,0-6-1-16,0-3-1 16,0 0-22-16,0 0-20 0,0-15-88 15,-12-4-269-15</inkml:trace>
  <inkml:trace contextRef="#ctx0" brushRef="#br0" timeOffset="127711.16">11555 4929 420 0,'0'0'291'15,"0"0"-222"-15,0 0-40 16,0 0 76-16,0 0-48 0,0 0-5 16,-12-6-41-16,24 24 13 15,5 7 19-15,3 2-20 16,5 7-8-16,3 3-2 15,5 0-12-15,4 7 4 0,5-4-4 32,-6 0 1-32,-3-9 3 0,-4-7-5 15,-8-5 4-15,-9-10 1 16,-8-3-4-16,-4-3-2 16,0-3-19-16,0 0-48 15,0 0-53-15,0 0-309 16</inkml:trace>
  <inkml:trace contextRef="#ctx0" brushRef="#br0" timeOffset="127967.63">11982 4880 491 0,'0'0'329'0,"0"0"-265"16,0 0-24-16,0 0 55 0,0 0-59 0,0 0-36 31,0 0 0-31,-16 36 7 16,-9 11-1-16,-3 2-4 15,-1-3 1-15,0 3-1 16,0-6 1-16,0-8-2 16,13-4 0-16,4-13-2 15,8-6-14-15,4-2-71 0,0-10-165 16,4 0-291-16</inkml:trace>
  <inkml:trace contextRef="#ctx0" brushRef="#br0" timeOffset="128817.32">11649 3822 191 0,'0'0'148'0,"0"0"-75"15,0 0 14-15,0 0 41 16,0 0-38-16,0 0-20 16,-12-6-18-16,12 6-30 15,0 0-22-15,0 0-2 0,0 0 1 16,0 0 1-16,-8 6 1 15,-12 15 14-15,-5 10 31 16,4 9 21-16,-16 3-37 16,8 7-8-16,1-1-7 15,-1-9-12-15,9-2 1 0,-1-14-4 16,9-5 0-16,3-10 4 16,9-3-2-16,0-6-2 15,0 0-1-15,0 0-2 16,5 0 1-16,11-12 2 15,13-19 5-15,4 0-4 16,-1-6 3-16,-3 3-5 0,0 0 2 16,-4 1 0-1,-4 5 2-15,-5 6-3 16,-4 6 4 0,4 7 33-16,-8 6-15 0,1 0-6 15,3 3-8-15,4 0-5 16,5 3-1-16,8 25 0 15,0 6 4-15,7 6 4 16,1 3-2-16,1-6-2 0,-5-3-6 16,-10-6 2-16,-2-13-2 15,-4-2 0-15,-9-5-30 16,-4-4-66-16,-4-4-151 16,0 0-274-16</inkml:trace>
  <inkml:trace contextRef="#ctx0" brushRef="#br3" timeOffset="136563.5">12101 4537 330 0,'0'0'144'0,"0"0"-77"16,0 0-20-16,0 0 65 0,0 0-18 15,0 0-36-15,0-24-20 16,0 24-22-16,0 0-10 16,0 0-5-16,4 0-1 0,4 0-11 15,5 18-7-15,7-3 18 16,9 4 2-16,12-4 2 15,8-2 5-15,13-4-3 16,8-6 2-16,4-3-4 16,8 0 2-16,4-9-3 15,0-16 4-15,-4-3-6 16,-8-9 3-16,-4-3 1 0,-13-9-3 16,1-4 4-16,-5 1 11 15,-3-7 13-15,-1-5 2 16,0-4-22-16,-4-3-4 15,5-6 2-15,-2-3-7 16,-2 0 0 0,4-6-1-16,-2-1 0 15,2 4-1-15,-1 0 1 0,8 9-3 16,-7 3 3-16,2 3 0 16,-6 6 0-1,-9-2 0-15,0 5 0 0,-5 0 0 16,6 4-2-1,3-7-8-15,4 4 6 0,8 3-6 16,5 2 8-16,11-3-1 0,6 4 2 16,11 3 0-16,-4-1-1 15,4 7 2-15,-12 0 4 16,-4 3 1-16,-12 3 0 16,-6 3 4-16,-2 3-2 15,-1-2 1-15,-4-2-7 16,5 2-1-1,-1 2 4-15,0 0-3 16,0 3 8-16,-3 0-6 16,2 1-3-16,2 5 3 0,4-3-3 15,-2 1 0 1,6 5-1-16,3 1 4 0,5 3-5 16,5 2 3-1,-10 4-2-15,-3 0 1 0,-6 5-2 16,-6 1 2-16,-9-3-2 0,3 3 4 15,-7-3-1-15,0-3-1 16,0 0 0-16,-4-4 3 16,-5 4-3-16,-3 0 0 15,-5 2 3-15,-7 1-1 16,-9 0 0-16,0 3-1 0,0 3-1 16,0 0-2-16,0 0-5 15,0 0-7-15,0 0-10 16,0 0 7-16,0-3-17 15,-13 0 8-15,-12 3-10 0,-2 0 10 16,-7 0-8 0,-11 0-31-1,0 0 65-15,0-3 6 16,0 0 6-16,-1 3-5 16,10-6 30-16,3 2-8 0,4 1-12 15,12 3 10-15,5 0-9 16,8-3 1-16,0 3-2 15,4 0-15 1,0 0 2-16,0 0-4 0,4 0-7 0,12 0-6 16,13 0 13-16,21 0 4 15,3 0 2-15,13 0-1 16,3 6 3-16,1 4-5 16,-21 5-1-16,-8 0-2 15,-16 7 0-15,-13 0-3 0,-7 5-3 31,-5 4-3-31,0 3 9 16,-9 0 3-16,-11-3-2 16,-9-3 9-16,1-4-7 15,3-2 7-15,4-1 0 16,5-2-10-16,-1-1-6 16,17-18-77-16,0 0-140 0</inkml:trace>
  <inkml:trace contextRef="#ctx0" brushRef="#br3" timeOffset="138053.47">17105 1483 577 0,'0'0'63'0,"0"0"-58"0,0 0 37 15,0 0 82-15,0 0-73 16,-114-35-36-1,89 35-11-15,0 19-1 16,-4 2-1-16,4 14 8 16,1 1 8-16,4 8 8 0,7 2-7 15,9 0-15-15,4 0-4 16,0-3 0-16,13-8 1 16,19-8-1-16,9-5 3 15,9-10-3-15,-2-12-4 16,6 0 4-16,0 0 9 15,-6-18 0-15,-2-10-5 16,-5-6-1-16,-4-3 10 0,-17 3-10 16,1-6 3-16,-5 3 4 15,-12-3 2-15,-4 3-5 32,0-3 0-32,0 6 2 0,-20 0 0 15,7 6-9-15,-7 6-3 16,0 1-4-16,3-1-51 15,1 4-40-15,-5-4-18 16,5 1 6-16,3-4 63 16,5-3 7-16,4-2 13 15,0-4-17-15,4 0-32 0,-4 3 16 16,-5 6 60-16,5 1 9 16,-7 5 56-16,3 7 57 15,-1-1-24-15,-3 10 47 16,4 1-72-16,4 2-5 15,-1 0-35-15,5 0-7 16,-4 15-24 0,0 25-2-16,0 16-12 15,4 8 12-15,0 10 7 16,0 6-4-16,0 0 3 16,0 6-6-16,0-5 7 0,12-4-5 15,-3 0 7-15,7-6-4 16,-8-3-4-16,5-4 8 15,2-11-9-15,-6-7 1 0,3-6 2 16,-4-9-2-16,1-10 0 16,-1-5-1-16,-4-4-31 15,4-6-87-15,-8-6-69 16,4 0-297-16</inkml:trace>
  <inkml:trace contextRef="#ctx0" brushRef="#br3" timeOffset="138299.94">17593 1744 753 0,'0'0'0'0,"0"0"-64"16,0 0 53-16,0 136 11 15,0-74 13-15,13-1-8 0,3-5-3 16,1-7-2-16,-9-18-12 16,9-3 12-16,-5-10-1 15,-4-12-7-15,0-2-70 16,-8-4-24-16,0-4-108 0</inkml:trace>
  <inkml:trace contextRef="#ctx0" brushRef="#br3" timeOffset="138468.97">17639 1729 651 0,'0'0'291'16,"0"0"-254"-16,0 0-34 16,0 0-3-16,0 0-5 15,143-34 5-15,-105 34-2 0,-9 0-49 16,-29 0-142-1,0 0-151-15</inkml:trace>
  <inkml:trace contextRef="#ctx0" brushRef="#br3" timeOffset="138647.34">17668 1966 483 0,'0'0'148'0,"0"0"-127"0,0 0 30 16,0 0 86-16,0 0-82 15,147-6-46-15,-101-3-9 16,-10 0-83-16,-28 6-146 16,-8-4-176-16</inkml:trace>
  <inkml:trace contextRef="#ctx0" brushRef="#br3" timeOffset="138848.75">17992 1902 693 0,'0'0'113'16,"0"0"-113"-16,0 0 0 16,4 123 18-16,5-74-3 0,3 1-11 0,-1-1 9 15,2-9-11-15,-1-3-2 16,-4-6-21-16,-3-13 6 16,3-8-14-16,-8-7-1 15,0-3-45-15,0 0-43 16,0-3-134-16</inkml:trace>
  <inkml:trace contextRef="#ctx0" brushRef="#br3" timeOffset="139087.21">17980 1883 772 0,'0'0'102'0,"0"0"-84"0,0 0 19 16,0 0-35-1,0 0-1-15,148 16-1 0,-111 11 0 0,-13 1 1 16,-16 0-2-16,-8-4-32 16,0 1-38-16,-17-7 43 15,-15-2 28-15,-5-4 17 16,8-2 4-16,4-10-21 16,5 0-47-16,20 0-88 15,0 0-247 1</inkml:trace>
  <inkml:trace contextRef="#ctx0" brushRef="#br3" timeOffset="139303.96">18517 1569 602 0,'0'0'301'0,"0"0"-278"16,0 0-8-16,0 0-20 16,0 0 13-16,148-13-6 0,-94 13-2 15,-14 0-33-15,-7 0-84 16,-12 0-59-16,-21 0-67 0</inkml:trace>
  <inkml:trace contextRef="#ctx0" brushRef="#br3" timeOffset="139467.15">18542 1720 573 0,'0'0'23'16,"0"0"-17"-16,0 0 79 16,0 0 20-16,164 12-78 15,-103-21-27-15,-36 6-58 16,-8-4-215-16</inkml:trace>
  <inkml:trace contextRef="#ctx0" brushRef="#br3" timeOffset="139840.54">19244 1285 816 0,'0'0'88'0,"0"0"-81"0,0 0 13 16,0 0-20-16,0 0 0 16,0 0-30-16,37 102 12 15,-33-47 18-15,4 4 2 0,1-10 5 16,-1-5-6-16,4-17 0 16,-3-5 2-16,-6-13-3 15,5-6 0-15,0-3 0 16,1 0 8-16,7-16 47 0,9-14 43 15,0-10-42-15,0-3-11 16,-1 0-25-16,0 2-12 31,-7 1-8-31,3 9 0 0,-11 10 0 16,-5 9-15-16,0 5-21 16,-4 7-26-16,0 0-64 15,0 3-147-15,-13 10-193 16</inkml:trace>
  <inkml:trace contextRef="#ctx0" brushRef="#br3" timeOffset="140022.34">19502 1495 266 0,'0'0'325'15,"0"0"-246"-15,0 0-46 16,0 0 128-16,0 0-53 16,0 0-36-16,62 92-21 15,-37-70-28-15,4 3-18 0,-1-7 0 16,5 0 1-1,-8-8-6-15,8-7-46 0,-4-3-19 16,3 0-34-16,-3-3-80 16,-25-10-100-16,0-5-84 0</inkml:trace>
  <inkml:trace contextRef="#ctx0" brushRef="#br3" timeOffset="140222.62">19905 1316 163 0,'0'0'166'0,"0"0"6"15,0 0 15-15,0 0-52 16,0 0-18-16,0 0-104 16,0 0-13-16,8 34-16 15,-8 18 16-15,8-2 9 16,4-4-1-16,-3-6-8 16,3-9-1-16,-8-13-49 0,-4-6-3 15,0-8-18-15,0-4-79 16,0 0-201-16</inkml:trace>
  <inkml:trace contextRef="#ctx0" brushRef="#br3" timeOffset="140390.99">19720 1301 886 0,'0'0'98'0,"0"0"-69"16,0 0 43-16,0 0-56 15,136-38-12-15,-67 35-4 16,1 1 0-16,-12 2-46 16,-42 0-87-16,-12 0-208 0</inkml:trace>
  <inkml:trace contextRef="#ctx0" brushRef="#br3" timeOffset="140740.65">19166 2009 233 0,'0'0'661'15,"0"0"-624"1,0 0-36-16,0 0 106 0,115-33-84 16,-13 14-13-16,17 4-4 15,17-1 1-15,11 1-4 16,10 3 0-16,-1-1-2 16,-9 7-1-16,-19 6 0 0,-29 0-1 15,-30 0-11-15,-32 0-78 0,-33 0-114 16,-4 0 16-1,-33 0-61-15,-12 0-83 0</inkml:trace>
  <inkml:trace contextRef="#ctx0" brushRef="#br3" timeOffset="144266.26">20065 2145 242 0,'0'0'413'0,"0"0"-348"0,0 0-53 16,0 0 119-16,0 0-31 15,0 0-36-15,0 0-53 31,-41-92-11-31,-8 92-8 16,-5 12 3-16,-3 19 1 16,-5 6 4-16,13 3 0 15,8 0-2-15,16-3-3 0,9-9 5 16,16-7-8-16,0-6 4 16,0-5 4-16,8-4 0 15,13-6 7-15,3 0 2 16,10 0 8-16,2-18 0 0,5-4-6 15,-8-9-7-15,0 10-4 16,-9-4 0-16,-7 13 0 16,-5 9 0-16,-4-4 0 0,-8 7-1 15,0 0 1-15,0 13 7 32,0 27-7-32,0 15 0 15,-4 10 6-15,-4 9 6 16,8 3-8-16,0-12 3 0,0-7-7 15,0-11 1-15,0-16 5 16,0-10-6-16,0-12 0 16,0-6 0-16,4-3 1 15,0 0-1-15,8-6 13 16,1-25 41-16,8-12 31 16,7-6-56-16,0-9 1 15,10-4-18-15,-5 0-8 0,-4 9-4 16,-5 17 0-16,-7 8-2 15,-10 16-16-15,-7 12-18 16,0 0-27-16,0 0-89 16,-7 0-396-16</inkml:trace>
  <inkml:trace contextRef="#ctx0" brushRef="#br3" timeOffset="145359.57">20660 2028 489 0,'0'0'232'15,"0"0"-173"-15,0 0-52 16,0 0 55-16,0 0 5 16,139-126-14-16,-110 86-33 15,0-1-12-15,-4-4 2 16,-8 1 1 0,-1-5-6-16,-12 0-5 0,-4 2-9 15,0 7 7-15,-4 6 0 16,-21 4-6-16,5 11 7 0,-5 7-8 15,4 8 4-15,-8 4-9 16,1 10-2-16,-9 27 2 16,0 12 12-16,4 13 0 15,9 9 1-15,12 0 1 16,12 5 3-16,0-1-1 16,12-8-1-16,20-11-1 15,5-13 4-15,1-15 0 16,3-13-3-16,3-12 19 15,2-3 10-15,-1 0-13 16,0-24-6-16,-4-14-11 0,-4-8-11 16,-8-6-23-16,-1 0-12 15,-11 5-10-15,-5 7 44 32,-4 9 9-32,-4 13 3 0,-4 8 13 15,0 10 32-15,0 0 23 16,0 0-22-16,0 31-46 15,0 16-41-15,0 8 41 0,0 7 5 16,0-9 0-16,0-14 0 16,9-8-3-16,-1-18-1 15,-4-10-1-15,4-3 0 16,1 0 2-16,3-13 7 16,9-21 52-16,2-3-16 15,-2-6-32 1,4 3-8-16,-4 12-3 15,-9 7-2-15,-8 9 2 0,-4 12-2 16,0 0 7-16,0 0 23 16,0 3-23-16,0 30-7 15,0 11-16-15,0 2 16 16,0-3 3-16,8-9-3 16,5-9-6-16,3-7-4 0,0-12-5 15,9-6-16-15,0 0-33 16,8 0-12-16,-25-15-89 15,0-4-315-15</inkml:trace>
  <inkml:trace contextRef="#ctx0" brushRef="#br3" timeOffset="145798.84">21908 1205 378 0,'0'0'200'0,"0"0"-166"15,0 0-33-15,0 0 40 16,0 0 22-16,0 0-23 16,0 0-25-16,5-59-15 15,-5 59-1-15,0 0-7 16,-13 13 8-16,1 12 11 15,-5 2 20-15,-4 16 4 0,-3 13 16 16,0 12-5-16,3 15-15 16,-4 6-9-16,9 13-11 15,4 9-2-15,7 6-2 16,5-3-6-16,0-6 2 16,25-12-3-16,8-16 3 15,8-9-1 1,0-13 0-16,0-9 6 0,-4-11 2 15,4-14 34-15,-4-8-24 16,-4-11-6-16,-4-1 3 16,-14-4-17-16,2 0-17 15,-13-25-36-15,-4 10-91 16,0-10-300-16</inkml:trace>
  <inkml:trace contextRef="#ctx0" brushRef="#br3" timeOffset="146465.47">22196 1439 451 0,'0'0'70'0,"0"0"-70"0,0 0 8 16,0 0 90-16,4-105 56 15,-4 105-45-15,0 0-46 16,0 0-36-16,0 0-27 16,0 28-3-16,0 9-33 0,0 12 36 15,0 7 13-15,0 3-3 16,0-7-5-16,0-6-1 16,0-12-1-16,4-12 0 0,0-10-2 15,0-6 1-15,-4-6-2 16,0 0 4-16,0 0 2 15,0-12 20-15,0-16 79 16,4-12-64-16,5 0-40 16,-1-9 4-16,7-4-2 31,2 1-3-31,-5 5-2 16,1 7 2-16,-5 16 1 15,-4 8-1-15,4 10 0 0,-8 6-1 16,0 0 0-16,5 6-8 15,-1 25-16-15,8 13 0 16,9 8 18-16,-1 0 7 0,4-2 1 16,1-4 2-16,-4-12-2 15,-5-10-1-15,1-8 1 16,-9-10-1-16,0-3 0 16,-4-3 4-16,1 0-2 0,-1-18 10 15,0-19 18-15,0-4-24 16,-4-11 3-16,0 0 2 15,0-7-2-15,0 0-4 16,0-2-2-16,0 6-3 16,0 11 0-1,0 17 7-15,0 11-3 16,0 16-4-16,0 0 0 16,-4 0-27-16,-4 31-50 0,3 12-96 15,5-21-48-15,0-4-312 16</inkml:trace>
  <inkml:trace contextRef="#ctx0" brushRef="#br3" timeOffset="146918.09">22766 1516 2 0,'0'0'691'16,"0"0"-518"-16,0 0-123 15,0 0-6 1,0 0-44-16,0 111-5 16,-12-68 5-16,-1-5 2 15,9-8 8-15,0-8-10 16,4-10 6-16,-4-6-5 16,4-3 1-16,0-3 0 15,0 0 4-15,0-3 15 16,0-22 15-16,0-8 33 0,0-4-69 15,12-3 0-15,9-4 1 0,0-2-1 16,-1 0-4 0,0 9-7-16,-8 9 2 0,-3 10 6 15,-5 11 3 1,-4 7 5-16,0 0 19 0,8 0-8 16,-4 19-16-16,9 18-22 0,7 6 22 15,5 7 0-15,0-1 9 16,-4-3-8-16,-2-6 0 15,-10-9-1-15,-1-6-32 16,-8-10-8-16,0-6-40 31,0-9-76-31,-8 0-320 16</inkml:trace>
  <inkml:trace contextRef="#ctx0" brushRef="#br3" timeOffset="147067.04">22835 1649 688 0,'0'0'180'0,"0"0"-128"16,0 0 11 0,0 0 8-16,0 0-20 0,125-31-32 15,-81 31-18-15,-7 0-2 0,-8 0-62 16,-29 0-141-16,0 0-383 16</inkml:trace>
  <inkml:trace contextRef="#ctx0" brushRef="#br3" timeOffset="147450.15">22117 2019 585 0,'0'0'177'16,"0"0"-141"-16,0 0 48 16,0 0 60-16,0 0-75 15,0 0-36-15,29-3-17 0,21-7-13 16,7 5-2-16,17-2 2 16,8-2 0-16,9 2 1 15,7 2 11 1,8 2 3-16,2-1-2 0,-2 4-3 15,-12 0-3-15,-23 0-6 16,-27 0-3-16,-23 0-1 16,-21 0-1-16,0 0-23 15,-13 0-22-15,-31 0-47 16,-6 0-60-16,17 0-84 16,4 4-261-16</inkml:trace>
  <inkml:trace contextRef="#ctx0" brushRef="#br3" timeOffset="148158.66">22466 2284 40 0,'0'0'529'16,"0"0"-436"-16,0 0-41 31,0 0 65-31,0 0 2 16,0 0-50-16,0 0-28 0,0 0-18 15,0 6-22-15,0 18-1 16,0 11-27-16,0 14 22 16,0 4 5-16,0-8 0 15,0-2-9-15,0-15-4 16,0-6 13-16,0-13-1 0,0-6-2 15,0-3 3-15,0 0 3 16,0-6 6-16,5-22 16 16,11-8 18-16,9-11-40 15,3 1-4-15,-7 0 1 16,3 3 0-16,1 3-1 16,-4 9-12-16,-9 9 7 0,-3 10-4 0,-5 9 10 15,-4 3 4 1,0 0 7-16,0 3-11 0,0 24-7 15,0 14-17 17,0 8 24-32,0 6 3 0,8-2 4 15,3-4-3-15,10-9-4 16,0-9 1-16,-1-10 0 0,-3-8 0 16,-1-10 1-16,5-3 2 15,4 0 0-15,-1-6 1 16,0-19-5-16,1-6-1 15,-8-2-25-15,-5-2 5 16,-4 11 9-16,-8 8 6 16,0 7 6-16,0 6 15 0,0 3 27 15,0 0-12-15,-4 16-12 16,-16 18-18-16,3 9-3 0,1 6 3 16,7-6 3-1,9-3 0-15,0-12-3 16,0-6 0-16,9-10 0 15,11-6 0 1,1-6 0-16,4 0 17 0,4-6-3 16,-6-25-14-16,-6-9-46 15,-17 21-151-15,0-5-503 0</inkml:trace>
  <inkml:trace contextRef="#ctx0" brushRef="#br3" timeOffset="148306.69">22881 2191 976 0,'0'0'186'0,"0"0"-186"0,0 0 5 15,0 0-5 1,0 0 0-16,0 0-137 0,-8-12-350 31</inkml:trace>
  <inkml:trace contextRef="#ctx0" brushRef="#br3" timeOffset="149474.7">23337 1057 355 0,'0'0'137'0,"0"0"-115"16,0 0-20-16,0 0 33 16,0 0-13-1,0 0-22-15,0 6 12 16,0 0 13-16,0 1-20 16,0-5 5-16,0 5-3 15,0-4 0-15,4 0 1 16,-4-3 0-16,0 6 0 15,4-6 4-15,-4 3-3 16,4 0-7-16,-4-3 7 0,0 0-5 16,4 0 11-16,0 0 5 15,-4 3-4-15,0-3-4 16,0 0-10-16,0 3 0 0,0 1-1 16,5-1 0-16,-1-3 2 15,-4 3-2-15,4-3 5 16,-4 0 23-16,4 0 13 15,-4 0-3-15,0 0-5 0,0 0-5 16,4 0-6-16,-4 0-5 16,4 0 9-16,-4 0 1 15,4 0-9-15,1 0-4 16,3 0 1-16,-1 0-1 16,1 6 1-1,5-6-3-15,-1 6-4 16,-4-6 1-16,5 3-7 15,-9 0 4-15,4-3-2 16,-4 3-4-16,-4-3 5 16,0 0-4-16,4 0 0 15,-4 0 1-15,0 4 1 16,0-4-3-16,0 0 4 0,0 0-5 0,0 0 0 16,0 2-7-16,0 1-34 15,0 4-69-15,0-4-79 16,0-3-158-16</inkml:trace>
  <inkml:trace contextRef="#ctx0" brushRef="#br3" timeOffset="151954.04">23328 1085 249 0,'0'0'149'0,"0"0"-130"16,0 0 46-16,0 0 42 16,0 0-33-16,0 0-26 15,0 0 12-15,-16-22 1 16,16 22-14-16,0 0-10 15,0 0 7-15,0 0-10 16,0 0 2 0,0 0 4-16,0 0-6 0,0 0-10 15,0 0-5 1,0 0-13-16,0 0-4 16,0 0-2-16,0 0-6 0,4 0 5 15,4 3-2-15,9 16 3 16,4 12 1-16,3 5 1 15,8 17 7-15,6 9 4 0,7 9-6 16,1 15 6 0,2 3-3-16,2 7-5 0,-5 8-3 15,-4 4-1-15,-8 13 1 16,-9 2-2-16,-11 3-1 16,-13-12 1-16,0-12 0 15,-37-13-6 1,-13-8 0-16,-11-20 2 15,-5-11 4-15,-3-13 6 16,11-13 14-16,8-9-7 16,22-5 14-16,16-7 2 0,12-3-22 15,0 0-7-15,0 0-6 16,25 0-9 0,11 0-29-16,5-15-29 0,-20 5-106 15,-13-2-529-15</inkml:trace>
  <inkml:trace contextRef="#ctx0" brushRef="#br3" timeOffset="162354.87">21186 4978 626 0,'0'0'17'0,"0"0"12"32,0 0-29-32,0 0 83 0,0 0-64 15,0 0-19 1,0 0 0-16,0 0 3 15,0-25 16-15,0 25 11 0,0 0-11 16,0 0-2-16,0 0-13 16,0 0 2-16,0 0-6 15,0 0-6-15,0 10 6 16,0 18 3-16,0 8 12 16,0 16 4-16,0 10-11 0,0 6 13 15,0 9-6-15,0-3-7 16,0-6-3-16,0-10-3 15,0-8-1-15,0-7 13 16,0-9-8-16,0-12 5 16,0-4 4-16,0-5-3 15,-4-8-7 1,4 2-2-16,0-7 2 0,-4 0-5 16,4 0-14-16,-4 0-31 15,-1-19-118 1,1 4-172-16,4-4-121 15</inkml:trace>
  <inkml:trace contextRef="#ctx0" brushRef="#br3" timeOffset="162678.75">21169 5003 573 0,'0'0'89'0,"0"0"-81"16,0 0 130-16,0 0-25 15,0 0-67 1,0 0-36-16,0 0-9 16,5-59-1-16,15 90 0 15,5 6 22-15,7 6 17 16,9 3-24-16,1 1 3 0,6-1-12 16,2 3 9-16,4-3-5 15,-2 0-6-15,-2-8 1 16,-5-1-2-16,-4-6-3 0,-12-7 3 15,-9-3-3-15,-3-2 0 16,-13-10 0-16,0 4-1 16,-4-7-11-16,0 3-30 0,0-3-38 15,0-6-114-15,-4 0-139 16</inkml:trace>
  <inkml:trace contextRef="#ctx0" brushRef="#br3" timeOffset="163027.6">21719 4885 384 0,'0'0'288'15,"0"0"-267"-15,0 0-14 0,0 0 122 16,0 0-37-1,0 0-63-15,0-80-27 0,0 80-2 16,0 0-2-16,0 13 2 16,0 18 11-16,4 12 4 0,5 9 11 15,-1 7-8-15,0 5 8 16,0 7-11-16,1 7-4 16,-1-2-8-16,-4-8-2 15,0-6 0 1,0-19 1-16,-4-9 1 0,0-12-3 15,5-10 2 1,-5 0-2-16,0-5-2 16,0-5-48-16,0-2-57 15,0 0-87-15,0 0-209 16</inkml:trace>
  <inkml:trace contextRef="#ctx0" brushRef="#br3" timeOffset="163501.59">22073 5163 682 0,'0'0'190'15,"0"0"-190"-15,0 0 0 16,0 0 145-16,0 0-107 16,0 0-38-1,16-22-40-15,-20 66 40 16,-12 8 7-16,-1 10 9 15,1-10-5-15,3-6-9 16,-3-9-1-16,7-15 7 16,5-4 0-16,4-11-5 15,0-7-2-15,0 0 6 16,0 0 7-16,0-7 9 0,0-26-9 16,0-11-14-16,8-5 0 15,1-3 0-15,3-7 0 16,-8 10-1-16,5 11 2 0,-9 17-1 15,4 9 11-15,-4 5 21 16,0 7-13-16,0 0-19 16,8 19-26-1,8 18 23-15,5 13 3 16,3 2 2-16,5 7 3 16,4-11-3-16,-4 5-2 15,0-13 2-15,-5-3-2 16,-4-3 0-16,-3-13-26 0,-9 1-19 15,-8-9-48 1,0-13-89-16,0 0-240 0</inkml:trace>
  <inkml:trace contextRef="#ctx0" brushRef="#br3" timeOffset="163662.94">21921 5471 866 0,'0'0'191'0,"0"0"-176"15,0 0-5-15,0 0 20 0,0 0-7 16,0 0-18-16,164-46-1 16,-103 37-4-16,-7 6-50 15,-33 3-157-15,-13 0-322 16</inkml:trace>
  <inkml:trace contextRef="#ctx0" brushRef="#br3" timeOffset="165258.41">24786 4963 178 0,'0'0'28'15,"0"0"-26"-15,0 0 78 16,0 0 52 0,0 0-59-16,0 0 33 15,-98-38-19-15,98 29-21 16,0 3-26-16,0 0-27 15,0 0 36-15,0 3-22 16,0 3 16-16,0-3 1 0,-5 3-4 16,5 0-2-16,0 0-12 15,0 0-14-15,0 0-7 0,0 0-4 16,0 0-1 0,5 0 0-16,11 0 1 0,12 6 14 31,9 9 1-31,9 7 3 15,11-1-9-15,9 1 1 16,15 9-1-16,6 3-1 0,3 0-6 16,1 6-1-16,-5 0 0 15,-9 3-2-15,-6-3 0 16,-13 0 3-16,-14-6-3 16,-15-9-4-16,-8-4-4 15,-17-6-14-15,-4-2-2 16,0-4 3-16,-13 0 15 15,-24 7 6-15,-11 3 9 0,-14-4 1 16,-13 10-5-16,-7-4-2 16,-12 4 1-16,-1 0 2 15,1-4 3-15,8 1 10 16,4-4-10-16,21 0-1 0,15-8-4 16,17-4-2-1,25-6-4 1,4 0 1-16,0 0-33 15,33 0-36-15,20 0 30 16,17 0-48-16,-32-9-129 0,-1 2-255 16</inkml:trace>
  <inkml:trace contextRef="#ctx0" brushRef="#br3" timeOffset="165878.94">26133 4991 91 0,'0'0'10'0,"0"0"-10"16,0 0 103-16,0 0-3 15,0 0-32-15,0 0 4 32,-123-93 32-32,102 84-32 15,0 2 12-15,1 1-10 16,11 0 7-16,1 6-5 0,4 0-4 16,4 0-25-16,0 0-22 15,0 0-10-15,0 0-7 16,0 0-8-16,0 0-10 0,0 0-9 15,0 6 18-15,4 10 1 16,8 2 9-16,13 7-2 0,4 3 16 16,11 5-6-1,10 7-8 1,8 1 3-16,-1-1-6 16,9 3 2-16,-9 0-6 15,-8-3-2-15,-11-3-11 16,-18-6-10-16,-11-7-8 0,-9 1 22 15,0 0-2-15,0-4 6 16,-29 1-2-16,-17 0-4 16,-8-1 18-16,-11 1 8 15,-9-1-8-15,0 1 12 16,0-1-2-16,1 1 8 16,7 3-11-16,9-4-6 0,11 1-10 15,21-7-2-15,13-2 2 16,12-4-8-16,0-3-31 15,4 0-30-15,29-3-81 16,-8-3-34-16,0 0-261 0</inkml:trace>
  <inkml:trace contextRef="#ctx0" brushRef="#br3" timeOffset="167248.99">29022 4799 645 0,'0'0'148'0,"0"0"-148"0,0 0 0 0,0 0 46 16,0 0-44-16,0 0 3 31,0 0 22-31,29 86 9 16,-20-30-20-16,-5 9-1 16,0-1 4-16,-4 4-4 15,3 0-7-15,-3-13 4 16,8-12 4-16,-4-5 0 0,-4-20 2 0,4-5-4 15,1-11 8 1,-1 2 8-16,0-4 17 16,4-4-7-16,0-26-7 15,13-16-26-15,0-10-6 0,-1-9 1 16,1-3-2-16,3-3 0 16,1 7 0-16,-5 2 0 0,-3 13 2 15,-5 9 0-15,1 12 9 16,-13 16 13-1,4 6-12-15,-4 6-8 0,0 0-4 16,0 3-17-16,0 27-11 16,4 17 28-16,8 15 2 15,9 5-1 1,-1 7 1-16,4 0-1 16,1-3-1-16,0-6 0 15,0-9 1-15,0-17 0 16,-6-11 1-16,-2-9-2 15,-5-7 0-15,5-6 4 16,-1-6-3-16,5 0 1 16,4-9-2-16,0-19-16 0,-6-6-6 0,-2-6 0 15,-5-3 9-15,-8 0 8 16,0 9 5 0,-4 9 4-16,0 7 21 15,0 9-5-15,0 9-20 16,0 0-1-16,0 0-21 0,-4 27 16 15,0 7 6 1,0 6 4-16,4-3-4 16,0-3 1-16,0-3 1 15,4-7-1-15,9-5 4 16,-5-7-1-16,4-2-1 16,-3-4 5-16,-1-3-3 15,0-3 2-15,5 0-4 16,3 0-3-16,-8-12-20 0,0-13-45 15,-8-3-69-15,0 10-144 16,0-1-270-16</inkml:trace>
  <inkml:trace contextRef="#ctx0" brushRef="#br3" timeOffset="167603.2">29654 4743 142 0,'0'0'393'16,"0"0"-362"-1,0 0 45-15,0 0 78 16,0 0-89-16,0 0-8 16,-20-33-8-16,20 33-12 0,0 0-4 15,0 0-31-15,-8 3 4 16,-4 22-6-16,3 3 19 15,5-4-10-15,4-3-6 16,0-2 4-16,0-7-3 16,8-5 4-16,9-4 4 15,4-3-5-15,-2 0 4 16,6-3 1-16,-4-25 0 16,-5-3-12-16,-12 0-26 15,-4 3-3-15,0 4-3 0,-33 5-13 16,-12 7-52-16,21 12-161 31</inkml:trace>
  <inkml:trace contextRef="#ctx0" brushRef="#br3" timeOffset="169410.19">18394 4960 197 0,'0'0'48'0,"0"0"-34"16,0 0 80-1,0 0 19-15,0 0-54 16,0 0-3-16,-29 6 9 16,29-6-30-16,0 0-4 15,0 0 3-15,0 2 7 16,0 2-8-16,0-1-9 15,0 3 18-15,17 4 2 16,8-1-6-16,8 3-3 0,11 3-4 16,14 7-7-16,4 6-7 15,3 2-13-15,-3 8 6 16,-9-2-8-16,-3 4-1 16,-9-5-1-16,-9-2 1 0,-3-8-1 15,-8-7 1-15,-9-2-2 16,-12-4-3-16,0 1-6 15,0-4 3-15,0 0-8 0,-21 3 15 16,-16 1 21-16,-7 5 2 16,-18 1-6-16,-4 2-2 15,0 4-6-15,-11 0-2 32,7 3 1-32,0-4-5 0,4 0 6 15,12-1-3-15,10-5 1 16,11-6-5-16,12-3-2 15,13-3 1-15,8-6-1 0,0 0-13 16,0 0-30 0,4 0-14-16,17 0-1 15,8-9-46-15,-17 3-147 16,0-3-310-16</inkml:trace>
  <inkml:trace contextRef="#ctx0" brushRef="#br3" timeOffset="170207.29">19002 4920 238 0,'0'0'236'0,"0"0"-183"0,0 0-26 15,0 0 109-15,0 0-79 16,0 0-13-1,0 0-6-15,-21-28-5 0,21 28 2 16,0 0 4-16,-4 0 2 16,4 0-3-16,0 0-9 15,0 0-2-15,0 0-3 16,0 0 3-16,0 0 3 16,0 0-9-16,0 0-4 15,0 0-6-15,0 0-6 0,0 0-3 16,0 0-2-16,0 0 0 15,0 12 1-15,4 7 0 16,13 2 4-16,8 3-2 16,3 11 0-16,5 5 3 15,12 0-5-15,1 9 4 0,2 0-3 16,-2 4 0-16,-5-4-1 16,-1-3 0-16,-7-9 0 15,-8-6 0 1,-4-6 1-16,-13-10-3 15,-4-6 1-15,0-2 0 16,-4-4 1-16,0 0-1 16,0 3 0-16,0-3 0 15,0 3-4-15,0 1 4 0,0-2 0 16,0 2 1-16,0-1-2 16,0 0 1-16,0 0-4 15,0 4 1-15,-16 2 3 16,-13 0 2-16,-4 10 4 15,-12-1-4-15,-8 10 1 16,-13 3-2-16,0 6 0 0,4-3 9 16,6 0-1-16,6-6-5 0,13-9-1 15,12-7-2 1,14-6-2-16,11-9 0 16,0 0-54-16,0 0-138 15,11 0-261-15</inkml:trace>
  <inkml:trace contextRef="#ctx0" brushRef="#br3" timeOffset="172232.67">15586 5261 291 0,'0'0'50'0,"0"0"-33"16,-53 105 66-16,45-71-7 15,0 0-44-15,8-3 2 0,0-3-26 16,0 0 19-16,0-10-16 15,0-9-3-15,0-3 7 16,0-3 6-16,0-3 2 16,0 0 30-16,0 0 11 0,0 0-23 15,0-9-41-15,0-12-22 32,0-7-39-32,0 6 15 15,0 1 5-15,0-7 23 16,0 6 4-16,0-9 14 0,0 4 0 15,0-1 2-15,0-6 5 16,0-3 25-16,0 4 3 16,0 5 3-16,0 3 12 15,0 10-10-15,0 2 1 0,0 4 5 16,0 6-5-16,0 3-11 16,0 0-9-16,0 34-21 15,0 15-14-15,0 13 14 16,4 5 8-16,-4 11-6 15,0-5 1-15,0 1 0 16,0-3-3-16,0-9 1 0,0-3 1 16,0-16-2-16,0-13 3 15,0-8-3-15,0-9 0 16,0-7 1-16,0-6 0 31,0 3 2-31,0-3-3 0,0 0-11 16,0-6-9-16,0-22-17 15,0-9-112-15,0 21-243 16</inkml:trace>
  <inkml:trace contextRef="#ctx0" brushRef="#br3" timeOffset="172536.81">15484 5154 572 0,'0'0'248'16,"0"0"-196"-16,0 0 11 15,0 0 31-15,0 0-57 16,0 0-30-16,62-13-5 16,-22 63 8-16,14 5 3 15,0 7 5-15,7 0-10 16,-4-7 1 0,0-6-4-16,-7-2-3 15,-5-8 1-15,-13-4-2 16,-7-5-1-16,-4-8 0 15,-13-10 0-15,-4-3-3 0,-4-2-8 16,0-4-9-16,0-3-16 16,0 0-49-1,0 0-134-15,-4 0-199 0</inkml:trace>
  <inkml:trace contextRef="#ctx0" brushRef="#br3" timeOffset="172813.17">15969 5055 577 0,'0'0'165'15,"0"0"-122"-15,0 0-11 16,0 0 108-16,0 0-94 16,0 0-37-16,0-37-9 15,0 83 0-15,12 19 0 0,-1 15 16 16,2 7-3-1,-1-1-3-15,-8-3-6 0,4-3-3 16,-3-9 1-16,-1-9 3 16,0-16-5-16,0-9 0 0,-4-12 5 15,0-7-5-15,0-12 0 16,0-6-69-16,0 0-137 16,0-6-231-16</inkml:trace>
  <inkml:trace contextRef="#ctx0" brushRef="#br3" timeOffset="173607.11">16469 5403 735 0,'0'0'11'0,"0"0"33"15,0 0-25-15,0 0 78 16,0 0-97-16,0 0 7 15,0 0 3-15,-156 31 13 16,107-9 27 0,8 3 0-16,4 2-19 15,12-6-11-15,16 2-6 16,9-2-14-16,0-6-11 16,9 1 6-16,24-1 3 15,8-3-2-15,8 1 0 0,0-7 4 16,1 3 1-16,-9 0-1 0,-9 7-8 15,-7 6-8 1,-12 2-23-16,-9 4-6 16,-4 3 14-16,0 0 20 15,-13-7 6 1,-24-2-6-16,-3-4 11 0,-18-6 7 0,8-5 40 16,2-7 9-16,10 0-26 15,10 0-6 1,15-15-11-16,9-10-8 15,4-6-5-15,8-3-51 16,29 9 15-16,13 4-24 16,-1 2-31-16,0 7 19 15,1 0-27-15,-6 2 25 16,-2 4 31-16,-5 0 43 0,-4 3 0 16,-5-3 5-16,-7 3-4 15,-5-1 1-15,-4 4-2 16,-3-3 1-16,-5 3 16 15,-4 0 41-15,0 0 14 0,0 0-8 16,0 3-18-16,4 19-30 16,0 9-8-16,0 0 6 31,0 3 1-31,-4-1-13 0,0-5-2 16,5-6 0-16,-1-3 5 15,-4-4-1-15,0-9-3 16,4 0-1-16,-4-6-37 15,0 0-122-15,0-6-222 0</inkml:trace>
  <inkml:trace contextRef="#ctx0" brushRef="#br3" timeOffset="173724.34">16662 5514 780 0,'0'0'0'0,"0"0"-631"15</inkml:trace>
  <inkml:trace contextRef="#ctx0" brushRef="#br4" timeOffset="179599.46">28575 5777 349 0,'0'0'176'0,"0"0"-159"15,0 0 40-15,0 0 25 16,0 0-58-16,0 0-24 16,-4 2 6-16,4-2-3 0,0 0 0 15,0 0 0-15,0 0-3 16,4 0-1-16,0 0-5 16,0 0 0-16,4 0 4 15,-3 0-5-15,-1 0 4 16,4 0 1-16,-4 0 2 15,0 0 0 1,-4 0 0-16,0 0 3 16,0 0 10-16,0 0 37 15,0 0 10-15,0 0-5 16,0 0-6-16,0 0-5 16,0 0-44-16,-8 0-1 15,-17 19 0-15,-8 8 2 0,-4 11 0 16,-3 11 0-16,-2 10 3 15,9 2 2-15,8 4-6 0,13-1 3 16,8-2-3 0,4-3 0-16,4-10 0 0,25-6-2 15,8-8 2-15,0-2-14 16,4-8 14-16,-4-4 4 16,-4-2 2-16,-8-4-6 0,-5-2-22 15,-4-1-61-15,-16-12-71 16,0 0-198-16</inkml:trace>
  <inkml:trace contextRef="#ctx0" brushRef="#br4" timeOffset="179988.77">28879 5924 508 0,'0'0'78'16,"0"0"-66"-16,0 0 58 0,0 0-41 16,0 0-19-16,0 0 13 15,-9 87 34 1,9-41-17-16,0 0-16 16,0 0 1-16,0 4-18 0,0-7-2 15,5-3-3-15,3-6 0 16,0-3-2-16,0-13-83 0,-8-18-106 15,5 0-91-15</inkml:trace>
  <inkml:trace contextRef="#ctx0" brushRef="#br4" timeOffset="180337.46">29075 6156 546 0,'0'0'186'15,"0"0"-137"-15,0 0 71 16,0 0-83-16,0 0-31 0,0 0-6 16,8 92 11-1,-4-46-3-15,5-6-6 0,7-12-2 16,-3-4 0-16,12-11 0 0,-5-10 2 16,5-3 11-16,11 0 2 15,5-21-7-15,5-13 2 16,-9-6 2-16,-5-4 7 15,-11 1 14-15,-13 3-17 16,-8-3 10-16,-8 3 1 16,-29 6-4-1,-12 13-4-15,-5 8-19 16,1 13-3-16,0 0-2 16,7 13-44-16,5 11-101 15,34-8-138-15,7-7-405 16</inkml:trace>
  <inkml:trace contextRef="#ctx0" brushRef="#br4" timeOffset="183731.62">28513 6279 233 0,'0'0'59'0,"0"0"2"16,0 0 58-16,0 0-61 15,0 0-14-15,0 0 23 16,0 0-8-16,8 0-14 15,-8 0 10-15,0 0-3 16,0 0-8-16,0 0-8 16,0 0-4-16,0 0 1 0,0 0-8 0,0-7-8 15,0-2-12-15,0 3 10 16,4-6-11-16,0 3 6 31,5-7-7-31,-5 1 5 16,8-4-8-16,1 1 0 0,-1-1 0 15,0 7-1 1,-3 3 0-16,-1 6 0 0,0 3-5 16,-8 0 5-16,4 0-9 15,0 0 1-15,5 6 8 16,-2 15 0-16,1 11 1 16,0 1-1-16,1 1 1 15,-1 0 7-15,-4-9-7 0,4-7 0 16,1-5 1-16,-5-7 1 15,0-6 0-15,4 0 4 16,1 0 4-16,3-4 19 16,9-20 17-1,-1-7-21-15,4-6-9 16,-7 3-9-16,-1 1-1 16,-4 8-5-16,-7 6 4 15,-5 10 1-15,0 3-6 0,0 6-6 16,-13 0-76-16,1 0-251 15</inkml:trace>
  <inkml:trace contextRef="#ctx0" brushRef="#br4" timeOffset="185017.37">29543 5752 462 0,'0'0'69'15,"0"0"-23"-15,0 0 107 16,0 0-51-16,0 0-67 16,0 0-23-1,0 0 2-15,0-13 10 16,0 13-24-16,0 10 5 16,0 11-5-16,4 13 7 0,5 0-3 15,-5 3 4 1,4-3-6-16,0-3 5 15,-4-10-6-15,-4-5 0 16,0-4 7-16,5-3-8 0,-5-5-54 16,0-4-110-16,0 0-155 15</inkml:trace>
  <inkml:trace contextRef="#ctx0" brushRef="#br4" timeOffset="185381.26">29741 5786 704 0,'0'0'9'16,"0"0"21"-16,0 0-17 16,0 0 34-16,-9 117-42 15,9-80-4-15,0-3 5 0,0-10-2 16,0-5-3-16,21-10 0 15,0-6 8-15,7-3 17 16,13 0 23-16,0-12 8 16,5-13-34-16,-10-3-5 0,-11-5-3 15,-9 2 2 1,-16 0 13-16,0 0-8 0,-20 6 8 16,-26 7-18-16,-7 9-4 15,-4 9-7-15,8 0-1 0,4 12-18 16,11 19-73-16,30-16-81 15,4 4-106-15</inkml:trace>
  <inkml:trace contextRef="#ctx0" brushRef="#br4" timeOffset="185964.26">30353 5822 480 0,'0'0'213'0,"0"0"-177"15,0 0 74-15,0 0 3 16,0 0-79-16,0 0-34 15,8-5-14-15,-21 35 10 16,-11 19 4-16,-14 13 32 16,-7 9-12-16,0 6-4 15,-4 1-15-15,3-11 5 0,10-8-3 16,11-10-3-16,5-12-1 16,11-12-1-16,9-7-45 15,0-12-51-15,5-6-49 16,7 0-94-16</inkml:trace>
  <inkml:trace contextRef="#ctx0" brushRef="#br4" timeOffset="186694.55">30389 6149 643 0,'0'0'132'0,"0"0"-122"15,0 0 81-15,0 0-37 0,0 0-54 16,0 0-28-16,16 53 28 16,-24-13 5-16,4-3 3 15,4-3-8-15,0-6 1 16,0-7-2-16,4-5 1 16,8-10 0-16,5-4 7 15,-1-2-3-15,1 0 9 0,4-12 4 16,-1-15-7-16,1-4-2 15,-5 0-7-15,-4 0 0 16,-4 6 5-16,-8 7-2 16,0 12 1-16,0 3 28 15,0 3 11-15,0 0-44 0,0 6-16 32,0 22-2-32,0 6 18 15,0 3 5-15,0-6-5 0,0-10 0 16,0-6 0-1,0-11-1-15,0-4-3 0,0 0 4 16,0 0 10-16,13-4 18 16,7-17-6-16,1-4-16 15,4 0-4-15,-5 4-2 0,-4 2-7 16,-4 7 5-16,-8 12 1 16,-4 0 1-16,0 0-3 15,0 0-27-15,0 12 2 16,0 13 20-16,0-3 8 15,0-1 1-15,0-2 0 16,0-10 0 0,5-6 2-16,3-3 11 15,8 0 11-15,1 0 25 16,4-15-18-16,3-10-25 16,-3 3-1-16,-5-2-5 15,0 5-2-15,-8 7-2 0,-3 6 3 16,-5 6-1-16,0 0 1 15,0 0-9-15,0 3-22 0,0 18 4 16,0 4 27 0,0 3 8-16,0-3-8 15,0-7 3-15,0-6-3 16,0-5-6-16,0-1-26 16,0-6-41-16,0 0-100 0,4 0-77 15</inkml:trace>
  <inkml:trace contextRef="#ctx0" brushRef="#br4" timeOffset="187096.86">30861 6171 390 0,'0'0'248'16,"0"0"-238"-16,0-114 57 0,0 86 106 15,0 10-79-15,0 2-28 32,12 7-33-32,1 3-10 0,3 3-22 15,9 3-1-15,0 0 0 16,-5 0 0-16,-4 3 0 15,-8 12-1-15,1 4 1 16,-9-1-7-16,0 4 0 16,-9-1-7-16,-15-2 14 0,-4-4 0 15,11-3 13-15,5-5-5 16,12-7-4-16,0 0-4 16,0 0-12-16,0 0-19 15,12 0 9 1,9 0 22-16,-1 3 5 15,4 3-3-15,-7 3-2 16,-9 4-3-16,0 2-4 16,-8 7 1-16,0-1-7 0,-8-2 9 15,-13-4-2 1,1-3 6-16,7-5 16 0,6-7-10 16,3 0-6-1,4 0-24-15,0 0-98 0,0 0-124 16,0 0-329-16</inkml:trace>
  <inkml:trace contextRef="#ctx0" brushRef="#br4" timeOffset="187575.27">31194 5595 609 0,'0'0'138'16,"0"0"-118"-16,0 0 52 15,0 0-15-15,0 0-26 16,0 0 5-16,164 111-1 15,-99-22 5-15,1 22-14 16,-9 12 12 0,-15 4-19-16,-30-1-15 15,-12-9-4-15,-37-9-1 16,-41-16-5-16,-16-14 1 16,36-69-199-16,1-9-71 15</inkml:trace>
  <inkml:trace contextRef="#ctx0" brushRef="#br4" timeOffset="190056.2">14955 6970 166 0,'0'0'323'15,"0"0"-280"-15,0 0-39 16,0 0 78-16,0 0-3 16,0 0-39-16,0 0-11 0,-13-4 16 15,13-11-32-15,0-10 1 16,0 3 3-1,0-2 13-15,8 3-5 16,-3-4-21-16,3 9 4 0,3 4-8 16,-3 6 0-16,1-1-2 15,7 7-4-15,-7 0-3 16,3 0-4-16,-4 19 2 16,5 9 6-16,3 6 5 0,1 3 5 15,-1-6-5-15,-3-10 1 16,2-12-1-16,-7-6-1 15,13-3 1-15,0-3 3 16,4-24 15-16,8-7-3 16,-5-6-11-1,-4 3-4-15,-7 3-26 16,-5 6-42-16,-8 6-61 16,-4 19-87-16,0 3-266 15</inkml:trace>
  <inkml:trace contextRef="#ctx0" brushRef="#br4" timeOffset="190526.36">15529 6609 509 0,'0'0'172'0,"0"0"-106"0,0 0-14 16,0 0 55-16,0 0-50 16,0 0-36-1,0-41-14-15,0 41-7 16,0 0-16-16,-4 19 4 0,-4 12 12 0,0 15 17 16,-1 10-6-16,5 5-5 15,0 4-4-15,4-7 3 16,0 1-5-16,0-16-1 15,0-9-33-15,0-12-11 16,0-7-29-16,0-15-77 16,0 0-134-1</inkml:trace>
  <inkml:trace contextRef="#ctx0" brushRef="#br4" timeOffset="190911.22">15804 6593 772 0,'0'0'0'0,"0"0"7"16,0 0-7-16,-29 105 58 16,17-43-45-16,-1 2-8 15,13-5-5-15,0-7-1 16,0-9 1-16,0-15 1 0,13-12 0 31,-1-7 2-31,9-6 6 16,0-3 27-16,3 0 15 0,0-16-20 0,1-8-7 15,0-7-11-15,0 0-7 32,-5-2 1-32,-7-7 1 15,-1-1 8-15,-9-2-5 0,-3 3 3 16,0-3 3-16,-3 6-9 15,-26 6 25-15,0 10-21 16,0 8-1-16,0 10-11 16,1 3-9-16,-1 0-85 15,17 9-161-15,4 1-334 0</inkml:trace>
  <inkml:trace contextRef="#ctx0" brushRef="#br4" timeOffset="191491.74">15996 6399 509 0,'0'0'241'0,"0"0"-213"16,0 0-25-16,0 0 81 16,0 0-72-16,0 0-8 15,0 0-2-15,91-56-2 0,-62 56 0 16,-9 0-2-16,-8 0-4 15,-3 0-2-15,-5 19-7 16,-4 9 10-16,0 3-3 16,0 5 8-16,-17-1 6 15,-7-2 4-15,4-5-10 16,-1-6 4-16,13-7 0 0,0-6-1 16,8-2-3-16,0-4-10 0,8-3-7 15,25 0 3-15,7 0-41 16,6-16-54-1,-30 4-62-15,1-1-131 16</inkml:trace>
  <inkml:trace contextRef="#ctx0" brushRef="#br4" timeOffset="194103.87">16277 6368 367 0,'0'0'73'0,"0"0"-70"16,0 0 56-1,0 0 14-15,0 0-58 0,0 0 4 16,73-30 6-16,-61 26 1 16,1 1 16-16,-5 3-10 15,-4 0-13 1,-4 0 1-16,0 0 0 15,0 0-12-15,0 10-5 16,0 8 1-16,0 1 3 16,4 5-6-16,0-2 0 15,5-1 7-15,-9 1-8 16,4-4 2-16,-4-2-2 16,0 2-11-16,0 1 7 0,-4-4 4 0,-13 0 1 15,1 1 15 1,3-4 14-16,5-5-4 15,4-1-7-15,4-6-10 16,0 0-4-16,0 0-5 0,0 0-5 16,0 0 5-1,8 0 8-15,13 0 0 16,-1 0-1-16,9-3-3 16,-1-4-1-16,5 1-3 15,-4 0 0 1,0 3-61-16,-25 0-94 0,0 3-132 15</inkml:trace>
  <inkml:trace contextRef="#ctx0" brushRef="#br4" timeOffset="194605.02">16650 6621 520 0,'0'0'125'0,"0"0"-107"0,0 0 39 15,0 0 47-15,0 0-104 16,0 0-11-16,0 0 11 15,-50 34 15-15,14 3 6 0,-10 9 17 16,-7 16-7 0,-8 18 5-16,-1 10-6 0,0 5-15 31,5 0-14-31,11-8 2 0,5-13-2 16,17-19 3-1,3-15 0-15,9-15-4 0,12-13-18 16,0-9-59-16,0-3-46 15,0 0-51-15,0-6-105 16</inkml:trace>
  <inkml:trace contextRef="#ctx0" brushRef="#br4" timeOffset="195390.91">16460 7151 291 0,'0'0'216'15,"0"0"-148"-15,0 0 35 16,0 0 63-16,0 0-129 0,0 0-37 16,17 13 0-16,-25 18 10 15,-5-4-8-15,5 4-1 16,4-6-2-16,4-7-2 0,0-3 3 15,0-2-2-15,0-10 5 16,0-3-3-16,4 0 9 16,8 0 1-16,-3-3 12 15,3-19-6-15,1-6-2 16,3 1-10-16,-8-1-4 16,1 4 0-16,-1 5-3 0,-4 7 3 15,-4 8 0-15,0 4 0 16,0 0-4-16,0 0-26 15,0 22-1-15,0 6 31 16,0 0 4-16,0 2 0 16,0-8 0-16,0-7-3 0,0-9-2 31,4-3 0-31,-4-3 1 16,8 0 0-16,1 0 18 15,2-15 34-15,6-13-28 16,-1 0-19-16,5 1 0 0,-1-4-5 15,-3 13 0-15,-5 2-1 16,-7 13 1-16,-5 3-3 16,0 0 0-16,0 6-34 15,0 22 21-15,0 6 16 0,-5-3 2 16,1-7 1-16,4 1-1 16,0-16-1-16,0-6-1 15,0-3 1-15,0 0 16 16,4 0 19-16,13-21 20 15,0-7-38 1,2-3-14-16,-6 3-3 16,-1 0 0-16,0 13-1 15,-3 6 3-15,-9 6 1 16,0 3 10-16,0 0-1 16,0 0-13-16,0 22-31 15,0 2 31-15,0 1 8 16,0-3-5-16,4-7-1 0,0-6-2 15,4-3 0-15,-4-3 0 16,0-3-37-16,1 0-25 16,-5 0-113-16,0 0-120 0</inkml:trace>
  <inkml:trace contextRef="#ctx0" brushRef="#br4" timeOffset="195806.98">16773 6859 430 0,'0'0'95'0,"0"0"-83"16,0 0 67-16,0 0 73 15,0 0-63 1,0 0-32-16,0-78-16 16,0 78-19-16,0 0-20 15,8 0 0-15,13 0 7 0,-5 0-3 16,1 7 1-16,-5 5-2 15,-8 6-4-15,-4 1-1 16,0 3-4-16,0-1 0 16,-4 1 4-16,-8-10 14 0,12-6 1 15,0-3-10 1,0-3-5-16,0 0-8 16,4 0 8-16,20 0 3 0,0 0-2 15,1-6-1-15,0 6 0 16,-4 0 0-16,-5 0-4 15,-3 3 4 1,-13 16-10 0,0-1 1-16,0 3-12 0,-21-2 21 15,-4-3 21-15,0-1-7 16,5-3-9-16,3-3-5 16,13-9-142-16,-4 0-350 15</inkml:trace>
  <inkml:trace contextRef="#ctx0" brushRef="#br4" timeOffset="196933">14974 6285 300 0,'0'0'176'0,"0"0"-158"0,0 0-4 15,0 0 65-15,0 0-29 16,0 0-24-16,0 0 2 16,-98 46 21-16,69-12 22 15,1 12-24-15,-1 13 17 16,0 12-25-16,9 15 5 16,-1 16-25-16,13 9-5 15,4 9-8-15,4-6-5 16,8-9-1-16,29-13-9 0,25-11-54 15,20-17 63-15,8-12-2 32,17-8 2-32,-5-7 0 15,-3-9-5-15,-8-10-9 0,-6-3-77 16,-64-15-171-16,-9 0-290 16</inkml:trace>
  <inkml:trace contextRef="#ctx0" brushRef="#br4" timeOffset="197717.45">16835 6236 451 0,'0'0'114'15,"0"0"-77"-15,0 0 7 16,0 0 34-16,0 0-38 0,0 0-15 16,0 0 5-16,123-34 2 15,-78 34 20-15,-5 6-7 16,14 22-6-16,0 6-16 0,3 18-12 16,1 16-8-16,-2 12-2 15,-6 15 0-15,-4 26-1 16,-14 8 0-16,-8 10-37 15,-11 6-64-15,-13-13 99 16,0-11-1 0,-4-10-7-1,-34-19 3-15,-18-12 7 0,-15-15 45 16,-2-16 13-16,-1-12 5 16,17-12-14-16,11-9-37 15,13-14-12-15,33-2-116 16,0-12-201-16</inkml:trace>
  <inkml:trace contextRef="#ctx0" brushRef="#br2" timeOffset="209924.34">20189 6784 400 0,'0'0'56'0,"0"0"-42"15,0 0 134-15,0 0 7 0,0 0-74 0,0 0-55 16,0 0 3 0,-9-43 6-16,9 43 11 15,0 0-3-15,0 0-6 16,0 0-5-16,0 0-6 0,0 0-8 16,0 0-6-16,0 0-4 15,0 0-4-15,0 0-1 0,0 0-3 16,0 0-2-16,0 0 1 15,0 16-18-15,0 11 11 16,0 7 8-16,0 12 5 16,0 1 1-16,0 5-5 15,0 3 1-15,0 4-2 16,0 3 2 0,0-4 1-16,0 1-2 15,0-7-1-15,0-8 3 16,0-7-3-16,0-6 0 15,0-10 1-15,0-6 1 16,0 1-2-16,0-7-7 16,0-3-18-16,0-3-36 15,0-3-61-15,0 0-38 0,0 0-91 0,0-9-292 16</inkml:trace>
  <inkml:trace contextRef="#ctx0" brushRef="#br2" timeOffset="210374.93">20504 6892 456 0,'0'0'105'0,"0"0"-105"0,0 0 0 15,0 0 132-15,0 0-66 16,0 0-22-16,0 0-11 15,33-89-7-15,-33 89-2 16,0 0-13-16,-8 21-10 16,-13 7 31-16,-3 12 23 15,3 3-30-15,-3 7 4 16,3 5-29-16,9 4 9 16,3 2-6-16,9-2-3 15,0-4 0-15,0-5 0 0,13-10 0 0,16-6-1 16,0-16-23-1,3-5 24-15,9-13 0 16,0 0 9-16,5 0-8 16,-6-25 2-16,-3-9-1 0,-8 0 2 15,-8-6 1-15,-13-3 16 16,-8-3 45 0,0-4-17-16,-29 1-7 15,-8 3-11-15,-4 9-9 16,-4 6-12-16,8 7-10 15,8 8-8-15,4 13-36 16,21 3-78-16,4 0-211 16</inkml:trace>
  <inkml:trace contextRef="#ctx0" brushRef="#br2" timeOffset="210772.98">20701 6476 452 0,'0'0'150'0,"0"0"-90"0,0 0 48 15,0 0 29-15,0 0-81 16,0 0-46-16,-16-12-10 16,16 21-15-16,0 19 15 15,0 6 26-15,0-1-6 0,0 5-7 16,0 2-10-16,0-4-2 15,0-5 3-15,0 1-4 16,4-14-43-16,0-6-39 0,-4-12-98 16,0 0-166-16</inkml:trace>
  <inkml:trace contextRef="#ctx0" brushRef="#br2" timeOffset="211243.15">20919 6482 555 0,'0'0'121'15,"0"0"-119"-15,0 0 7 0,0 0 147 16,0 0-94-16,70-101-30 16,-70 94 21-16,0 7 0 15,0-3-17-15,-21 3-36 16,-4 0-1-16,-7 3 1 15,-1 13 0-15,0 5 0 0,12-2-1 32,9 3-4-32,8-1-4 15,4-2 3-15,0 2 2 16,12 1-6-16,13-1-19 16,8 1 3-16,0-1-1 0,-1 1-16 15,-7 3-41-15,-13-1-26 16,-8-2 21-16,-4-4 9 15,0-2 57-15,-24-1 23 0,-1-3 54 16,-7-5 40-16,11-7 11 16,5 0-14-16,7 0-5 15,9-22-15-15,0-9-29 16,0-2-27-16,9-7-3 0,24-1-4 16,11 1-3-16,14 3-5 31,0 6-21-31,3 10-44 15,-12 6-68-15,-36 15-144 16,-13 0-342-16</inkml:trace>
  <inkml:trace contextRef="#ctx0" brushRef="#br2" timeOffset="212200.18">21116 7114 528 0,'0'0'44'16,"0"0"-20"-16,0 0-18 0,0 0 82 15,0 0-46-15,0 0 11 16,0 0 11-16,0-65-11 0,0 62-15 31,0 3-10-31,0 0-13 0,0 0-15 0,-17 22 0 16,-4 12 9-16,-2 9 2 15,-2 9 0-15,-4 13 4 16,-4 0-5-16,4 6-5 0,1-9 2 16,3-7-6-16,9-15-1 15,7-6 0-15,1-16-18 16,4-5-27-16,0-7-57 16,4-6-130-16,0 0-145 15</inkml:trace>
  <inkml:trace contextRef="#ctx0" brushRef="#br2" timeOffset="213004.23">21165 7330 136 0,'0'0'449'0,"0"0"-388"0,0 0-48 15,0 0 142 1,0 0-70-16,0 0-54 0,17-19-31 16,-21 38 0-16,-17 12 9 15,0 3 10 1,1 6-6-16,-1 0-11 16,4-7 2-16,10 2-4 0,7-14 0 15,0-2-2-15,0-10 0 16,0-6-13-16,16-3 15 15,4 0 0-15,5 0-12 16,0-21-10-16,4-4-21 16,-4-9-34-16,-6 3-11 15,-2-3 42-15,-9 4 38 16,0 5 8-16,-3 9 6 0,-5 7 29 16,0 9 61-16,0 0-14 15,0 0-82 1,0 9 0-16,0 19 0 15,0 6 4 1,0 0 2-16,0-1-3 0,0-10 0 16,0-8-2-16,0-6-1 15,0-9-2-15,0 0 2 16,0 0 7-16,0 0 12 0,12-24-1 16,5-4-11-16,-1-7-6 15,1-1 2-15,-1 5-2 16,1 6 0-16,-6 10-1 15,-3 6-1-15,-8 9 0 16,0 0 0-16,0 0-4 16,0 24-24-16,0 10 29 0,0 3 16 15,-4-3-12 1,4-9 2-16,0-10-6 0,0-9 8 16,0-2-7-16,0-4 10 15,0 0 3-15,17-10 2 0,-1-15 5 16,5-6-15-16,-5 1-4 15,-3 5-1-15,-5 10-1 16,-4 2 4-16,0 10-3 16,-4 0-1-16,0 3 19 31,0 0-19-31,0 25-16 0,0 6 16 16,-4 0 8-16,4-1 0 15,0-5-4-15,0-10-3 16,0-5-1-16,0-10-1 15,0 0-14-15,0 0-30 16,0 0-99-16,0 0-142 0</inkml:trace>
  <inkml:trace contextRef="#ctx0" brushRef="#br2" timeOffset="213421.7">21415 7080 222 0,'0'0'544'0,"0"0"-510"15,0 0-34 1,0 0 106-16,0 0-60 0,0 0-45 16,29-83 1-16,-12 80 2 15,-1 3-3-15,1 0 0 16,-5 3 1-16,-4 18-4 0,0 1-1 15,-8 3-9-15,0-1 12 16,0 1 6-16,-4-6-4 16,-4-7 6-16,0-6-6 15,4-3 1-15,4-3-3 0,0 0-11 16,0 0-55-16,20 0 57 31,13 0 6-31,0 0-17 16,0 0-31-16,-4 3-6 0,-1 12 33 15,-8 1 16-15,-11 6 3 16,-5-1-6-16,-4-2-17 16,-4-1 28-1,-25-3 60-15,1 4-9 0,-5-7-21 16,4-2-30-16,21-10-116 0,-1 0-379 16</inkml:trace>
  <inkml:trace contextRef="#ctx0" brushRef="#br2" timeOffset="214186.94">22027 6939 633 0,'0'0'267'0,"0"0"-241"16,0 0-21-16,0 0 24 15,0 0-21-15,0 0-4 0,62-10-4 16,-34 7-89 0,-15 3-156-16,-5 0-129 0</inkml:trace>
  <inkml:trace contextRef="#ctx0" brushRef="#br2" timeOffset="214339.78">22495 6899 203 0,'0'0'314'0,"0"0"-306"16,119-25-5-16,-77 22 25 16,-10-4-28-1,9 7-24-15,-33 0-103 16,-4 0-195-16</inkml:trace>
  <inkml:trace contextRef="#ctx0" brushRef="#br2" timeOffset="214440.72">22820 6864 324 0,'0'0'13'0,"0"0"-12"16,0 0-2-16,0 0-220 15</inkml:trace>
  <inkml:trace contextRef="#ctx0" brushRef="#br2" timeOffset="-214508.01">23251 6575 354 0,'0'0'223'0,"0"0"-191"0,0 0-14 0,0 0 112 15,0 0-72-15,0 0-36 16,-8-19 0-16,8 19 18 16,0 0 11-1,0 0-10-15,0 0-32 16,0 7-4-16,0 20-5 15,0 10 27-15,0 6-5 16,0 13-13 0,0 6-5-16,0 2 3 0,0 4-3 0,0-6-1 15,0-7-3-15,0-8 0 16,0-7 3-16,0-13 0 16,0-6-3-16,4-11 0 0,0-1-8 15,0-9-36-15,-1 0-25 16,1 0-53-16,-4 0-96 15,0-9-282-15</inkml:trace>
  <inkml:trace contextRef="#ctx0" brushRef="#br2" timeOffset="-214068.14">23547 6618 420 0,'0'0'192'16,"0"0"-164"-16,0 0 73 15,0 0 82-15,0 0-92 16,0 0-35-16,0 0-23 0,36-50-33 16,-36 78-3-16,-13 12 3 15,5 10 13-15,-7 11-9 31,10 4 2-31,-3 0-4 16,8 3 0-16,0-13-2 0,0-6-4 16,24-9-4-16,-8-12-4 15,9-9 12-15,4-10 0 16,0-9 2-16,7 0 3 16,6-12 0-16,-1-22-2 15,0-6 2-15,-13-13 5 0,-11-6 6 16,-9-8 16-16,-8 2 13 15,-12 3-17-15,-25 10 4 16,0 12-3-16,-4 15-14 16,4 10-15-16,-8 9-16 15,4 6-18-15,-5 0-65 16,30 6-110-16,8 7-367 0</inkml:trace>
  <inkml:trace contextRef="#ctx0" brushRef="#br2" timeOffset="-212297.38">23714 6232 60 0,'0'0'254'0,"0"0"-168"16,0 0-45-16,0 0 36 16,0 0-18-16,0 0-6 15,0 0 7-15,0 0 9 16,0 0-17-16,0 0-18 0,0 0-14 16,0 0-10-16,0 0-3 15,0 10-3-15,0 8 35 16,0 10-5-16,0 6-16 15,0 6-7-15,0 0 2 16,4 3-9 0,0-6-1-16,5-9-3 15,-9-6 5-15,4-7-4 16,-4-9 2-16,0-3-3 16,0-3-18-16,4 0-49 15,-4 0-91-15,0 0-111 16</inkml:trace>
  <inkml:trace contextRef="#ctx0" brushRef="#br2" timeOffset="-211860.68">23849 6202 555 0,'0'0'107'0,"0"0"-97"0,0 0-4 16,0 0 106-16,0 0-76 16,0 0-20-16,13-13-13 15,-13 38 48-15,0 9-17 16,0 0-16-16,0 3-5 16,4-6-10-16,-4-3 0 0,0-4-2 15,4-12 0-15,-4 1 2 16,4-13-2-16,0 0 2 15,5 0 2-15,7 0 2 16,1 0-1-16,12 0-6 16,4-10-7-16,-1 2-12 15,-3 8-18-15,-5 0 5 0,-11 0 11 0,-5 0 4 16,-8 15-7 0,0 6-24-16,-4 4 48 15,-25 0 27-15,0-7 30 0,-8 1-9 16,9-7 9-16,-1-3-6 15,4-3-45-15,0-2-6 16,21-4-133 0,-4 0-254-16</inkml:trace>
  <inkml:trace contextRef="#ctx0" brushRef="#br2" timeOffset="-211697.22">23817 6220 295 0,'0'0'495'0,"0"0"-488"16,0 0-5-16,148-43 55 15,-99 40-48-15,4 3-9 16,-36 0-34-16,-9 0-365 0</inkml:trace>
  <inkml:trace contextRef="#ctx0" brushRef="#br2" timeOffset="-211173.32">24252 6590 198 0,'0'0'558'0,"0"0"-498"0,0 0-17 32,0 0 103-32,0 0-100 0,0 0-39 15,-28-58 2-15,28 58-6 16,-5 0-3-16,1 0-7 16,-8 15-3-16,-1 19 10 0,-3 9 13 15,-1 12 0-15,-7 13-6 16,-4 13 0-16,-5 2 0 15,-5 3-4-15,-3-3-3 16,-3-3 0-16,2-12-10 16,5-9-140-16,8-10 150 15,1-18 19-15,16-9-17 16,4-10-2-16,8-3-8 16,0-9-88-16,0 0-157 0,0 0-61 31</inkml:trace>
  <inkml:trace contextRef="#ctx0" brushRef="#br2" timeOffset="-210367.23">24092 7009 592 0,'0'0'126'0,"0"0"-116"16,0 0 90-16,0 0-1 16,0 0-47-16,0 0-18 15,21-24-29 1,-21 42 6-16,-8 13-8 16,-1 9 8-16,1 3-8 0,4-3-2 15,0 3-1-15,4-8-1 16,0-8-6-16,0-6 7 15,8-2-10-15,9-13 10 16,-5-6-1-16,4 0-4 16,0 0-4-16,5-25-4 0,-5-8-3 15,1-1-9-15,-5-10 13 16,1 11 7-16,-5 2 5 16,-8 9 1-16,4 10 8 15,-4 9 7-15,0 3 10 16,0 0-26-16,0 6-20 15,0 25 9 1,0 6 11-16,0 0 5 16,0 0 0-16,0-6-3 15,0-13-2-15,0-3 0 16,0-8 0-16,4-7 5 0,4 0-1 16,9 0 9-16,-1-22 3 15,0-8-9-15,5-1-7 16,-1-4 0-16,-3 5 0 15,-1-1-1-15,-7 13 0 0,-5 9 2 16,-4 5-1-16,0 4 0 16,0 0-21-16,0 22 2 15,0 12 19-15,-8 0 8 16,3-4-6-16,5-5 5 16,0-10-4-16,0-5-1 0,0-7-1 15,0-3 10-15,0 0 3 16,13-10 3-16,8-11-6 15,-2-10-11-15,6 0-4 16,-4 0-9-16,-5-5-4 0,-3 11-11 16,-9 6-1-1,0 7 29-15,-4 12 7 16,0 0-3-16,0 6 6 16,-8 25-10-1,-1 6 13-15,5 3-7 16,4-6-3-16,0-3 1 0,0-9-3 15,0-7-1-15,8-6-18 16,-3-9-68-16,-5 0-206 0</inkml:trace>
  <inkml:trace contextRef="#ctx0" brushRef="#br2" timeOffset="-209913.35">24404 6707 659 0,'0'0'324'16,"0"0"-324"-16,0 0 7 16,0 0 65-16,0 0-56 15,0 0-16 1,0 0-2-16,94-77 0 0,-77 77-2 0,-5 0 0 15,-3 9-4-15,-9 10-5 16,0 5-5-16,-4 4 16 16,-25 3 2-16,-4-6 1 15,-5-3 0-15,10-4 12 16,12-9-3-16,12-3-9 0,4-3-1 31,0-3-15-31,16 0 6 16,16 0 4-16,14 0 5 15,3 0-39-15,-8 0 3 16,-8 0 31-16,-17 0 5 16,-7 10 0-16,-9 11 14 0,0 4 26 15,-13 3-24-15,-20-4 3 16,1-2-3-16,-5-1-11 0,4-5-5 16,0-4-9-16,24-12-146 15,-3 0-522-15</inkml:trace>
  <inkml:trace contextRef="#ctx0" brushRef="#br2" timeOffset="-208505.39">19568 6541 276 0,'0'0'123'16,"0"0"-112"-16,0 0 9 15,0 0 29-15,0 0-18 0,0 0 16 16,0 0 26-16,0-9 9 15,0 5-11-15,0 4-33 16,0 0-13-16,0 0-7 0,0 0 0 16,0 0-7-1,0 0-8-15,0 0-3 0,0 0 2 16,0 0-1-16,0 0 1 16,0 0-1-16,0 0-1 15,0 0-24-15,0 0-23 0,0 0-26 16,0 0-17-16,0 0-28 15,0 0-66-15,0 0-174 16</inkml:trace>
  <inkml:trace contextRef="#ctx0" brushRef="#br2" timeOffset="-207917.35">19610 6461 258 0,'0'0'213'0,"0"0"-169"15,0 0 25-15,0 0 43 16,0 0-71-16,0 0-32 16,-4 6 10-16,8-6-3 15,4 0 35 1,16 0 18-16,13-6 2 15,8-3-37-15,12-4-3 16,9 1 4-16,0 2-17 16,0 2-15-16,-13 1 4 15,-8 4-7-15,-16-3 0 16,-13 6-4-16,-11 0-5 0,-5 0-35 16,0 0-39-16,-17 0-34 15,-4 0-86-15,1 6-210 16</inkml:trace>
  <inkml:trace contextRef="#ctx0" brushRef="#br2" timeOffset="-207176.66">19662 6504 352 0,'0'0'214'0,"0"0"-183"16,0 0-2-16,0 0 117 15,0 0-86-15,0 0-32 16,0-9-3-16,0 9 1 16,0 2-11-16,5 26 15 15,-1 22 8-15,4 21 8 16,0 28-31-16,-4 17-4 0,1 8-1 15,-1 2-6-15,0-6-4 0,0-6 1 16,-4-9-1 0,4-12 0-16,0-13 0 0,0-13 1 15,0-8 1-15,5-9-2 16,-1-10 0-16,-4-13 0 16,0-5 6-16,0-4-6 31,1-11 0-31,-5-1 0 0,4-6 1 15,-4 3 0-15,0-3 4 16,0 0 2-16,4 0 0 16,-4 0-1-16,0 0-1 15,0 0 1-15,0 0-3 16,0 0-3-16,0 0-2 16,0 0 1-16,0 0-5 0,0 0 0 15,0 0 3-15,0 3 3 16,0-3 0-16,0 0 2 15,0 0-2-15,0 0 4 16,0 0 3-16,0 0 2 16,0 0-2-16,0 0-5 0,0 0-2 15,0 0 0 1,0 0-1-16,0 0 1 16,0 0 0-1,0 0 0-15,0 0-1 0,7 0 1 16,1 0 4-16,13 0-2 15,16 0-2-15,5 0 4 16,14-6-2-16,11 0-1 16,-2-1-1-16,1 4 0 0,-4 3 0 15,-9 0 0-15,-16 0-12 16,-8 0-55-16,-17 0-65 16,-12 0-94-16,0 0-206 15</inkml:trace>
  <inkml:trace contextRef="#ctx0" brushRef="#br2" timeOffset="-204808.9">24605 6004 152 0,'0'0'42'15,"0"0"-30"-15,0 0 47 0,0 0-2 16,0 0-52-16,0 0 10 16,0 0 7-16,-25 0 21 15,25 0 4-15,0 0 19 16,0 0 3-16,0 0-11 16,0 0-3-16,0 0 2 15,0 0-18 1,0 0-15-16,8 0-15 15,5 0 8-15,7 0 13 16,9 0-10-16,9 0-2 16,6 0-4-16,2 3-6 15,-1 1-5-15,4 2-1 0,-12 3-1 16,0-3 1-16,-8 0-2 16,-8-2 1-16,-14-1-1 15,1-3 0-15,-8 0 5 0,0 0 2 16,0 0 5-16,0 0 0 15,0 0-3-15,0 0 1 16,0 0-2-16,0 0-3 16,0 0-5-16,0 0-3 15,0 0 1 1,0 0 0-16,0 0 2 16,0 0 0-16,0 0 0 0,0 0-3 15,0 0 0-15,0 0 1 16,0 0 0-16,0 0 1 15,0 0-6-15,0 0 4 16,0 6-2-16,0 0-8 16,0 12-4-16,0 4 17 0,-4 15 19 15,0 9-9 1,1 3-3-16,3 13 0 16,-4 6-3-16,-1 3-2 15,1 6 0-15,0 3-1 0,4 0 1 16,0 6-1-16,0-5 4 31,0-4 0-31,4-10 8 16,5 1-9-16,-5-3 5 0,-1-4-5 15,1 2 14-15,4-2-12 16,-4-5 1-16,1-7-2 0,-1-9 2 16,4-3-4-16,0-7 0 15,-4-2 4-15,0-3 4 16,1-7-5-16,-1-5-1 15,-4-1-1-15,0-6 1 16,0 1-2-16,0-1 2 16,0-6-1-16,0 6-1 15,0-6 0-15,0 0-3 16,0 3 0-16,0-3 3 16,0 0-2-16,0 0 2 0,0 0-1 0,0 0 3 15,0 0 4-15,0 0-8 16,0 0 2-16,0 0-1 31,0 0 0-31,4 0-2 16,-4 0 0-16,0 0-3 15,0 0 2-15,4 0 1 16,-4 0 0-16,0 0 0 0,0 0 2 16,0 0-1-16,0 0-1 15,0 0-1-15,0 0 1 16,0 0 0-16,0 0-1 15,0 0 1-15,0 0-4 16,0 0 3-16,0 0 0 0,0 0 0 16,0 3-1-16,0-3 1 15,0 3 1-15,0 0 1 16,0-3 1 0,4 4-2-16,-4-2 0 15,0-2 0-15,0 0 2 16,0 0-2-16,0 3-4 15,0 1 4-15,0-1 0 16,0 3-1-16,0 0 1 0,0 0 0 16,0 4 3-16,0-7-3 15,0-1 0-15,0-2 2 16,0 0-2-16,0 4 0 16,0-4 0-16,0 0-4 15,0 0 4-15,0 6 0 16,0-3 2-16,0 0-2 0,0-3 1 15,0 3 1-15,0-3-2 16,0 0 0-16,0 0 2 16,0 0-2-16,0 0 3 15,0 0 3-15,0 0-3 16,0 0 4-16,0 0-4 0,0 0-1 31,0 0-2-31,0 0 0 16,0 0 0-16,0 0-3 15,-12 0 1-15,-21 0 2 0,-8 0 2 16,-17 0-2-16,-4 0 4 16,-3 0 8-16,7 0 1 15,6 0-12-15,15 6-1 16,12-3-21-16,16-3-32 0,9 0-122 16,0 0-308-16</inkml:trace>
  <inkml:trace contextRef="#ctx0" brushRef="#br2" timeOffset="-202316.84">26210 7460 14 0,'0'0'39'0,"0"0"-22"0,0 0-11 15,0 0-6 1,0 0-7-16,0 0-18 0</inkml:trace>
  <inkml:trace contextRef="#ctx0" brushRef="#br2" timeOffset="-200912.45">25804 7546 277 0,'0'0'99'15,"0"0"-46"-15,0 0 76 16,0 0-36-16,0 0-43 16,0 0-18-16,0 0 11 0,-13 0-13 15,13 0-13-15,0 0 12 16,0 0-5-16,0 0-5 15,5 0 1-15,15 0 3 16,17 0-6-16,12 0-14 0,9-3-1 31,11-4-1-31,10-2-1 0,11 0 0 0,5-1-1 16,-1 2 1-16,0-2-2 31,-7 1-1-31,-14-4 3 16,-11 8 1-16,-17-5-1 0,-12 4 0 15,-17 6 3-15,-8-3-2 16,-3 3 5-16,-5 0 11 16,0 0 19-16,0 0-20 15,0 0-16-15,0 0-3 16,0 0 1-16,0 0-6 16,0 0-37-16,0 0-22 0,0 0-54 15,0 0-38-15,-9 0-154 0</inkml:trace>
  <inkml:trace contextRef="#ctx0" brushRef="#br2" timeOffset="-200579.09">26576 7327 128 0,'0'0'389'0,"0"0"-304"0,0 0-17 15,0 0 72-15,0 0-92 16,0 0-23-16,-17-19-3 15,17 19 9-15,0 0 9 16,0 0-16-16,0 0-2 16,17 6 13-16,4 13-10 0,7 0-5 15,9 5-13-15,-4 1-1 16,0 3-2-16,-5-4-4 0,-8 4 1 16,-11-1-1-1,-5 4 0-15,-4 0 1 16,0 0 16-16,-33 3-8 15,-12-6-4-15,-13-6 7 0,9-7-10 16,4-6 2 0,16-6-4-16,17-3-26 15,12 0-69-15,0 0-173 16,0 0-265-16</inkml:trace>
  <inkml:trace contextRef="#ctx0" brushRef="#br2" timeOffset="-199992.55">27195 7324 235 0,'0'0'276'0,"0"0"-163"0,0 0 38 15,0 0-12-15,0 0-79 16,0 0-25-16,0 0-5 15,0-6-11-15,0 6-13 16,0 0-6-16,0 6 0 16,12 19 10-16,5 5 3 15,8 11-5-15,0 2-6 0,-1 2-1 16,4 2 2-16,-3-4-3 16,-4-6-1-16,-5-6-6 15,-3-7 0 1,-5-8 1-16,-8-10-8 15,0 0 11-15,0-6 0 16,0 0 3-16,-8-9 16 16,-13-12 1-16,0-10-16 15,5-6 16-15,3 0 2 0,6-7 12 16,7 1-8-16,0 0-20 16,12 6-3-16,17 3 0 15,8 6-4-15,0 10 1 16,3 6-3-16,6 6-21 15,-5-1-53-15,-4 7-63 0,-28 0-128 16,-2 0-176-16</inkml:trace>
  <inkml:trace contextRef="#ctx0" brushRef="#br2" timeOffset="-199291.42">27643 7500 259 0,'0'0'179'16,"0"0"-69"-16,0 0 31 16,0 0 4-16,118-10-82 0,-84-12-8 15,-6 1 0-15,-3-6-26 16,-8 2 8-16,-13 0 6 16,0 7 1-16,-4-4 8 0,0 3-10 15,-21 10-38-15,-16 3-4 16,0 6-9-16,-3 0 6 15,-2 12 0-15,1 16 0 16,8 12 2-16,9-3 1 16,16 3-5-16,8-3-11 15,0 0 5 1,21-9 4-16,6-13 4 16,11-6-2-16,-1-9 5 15,4 0 0-15,8 0-8 16,5-2-22-16,2-17-17 15,-6-3-7-15,0-2-13 16,-10-7 13-16,-7 0 18 16,-8-3 35-16,0 0 1 0,-13 1 22 0,0 5 19 15,-7 6 5-15,-5 10 18 16,0 3 3-16,0 9-24 16,0 0-43-16,-21 0-7 15,-4 0 7-15,-4 15-1 16,8 6 0-16,5 7-3 15,13 0 2-15,3 0-12 0,0-4-19 16,11 1-3-16,6-7 23 16,8-2 8-16,8-1-1 15,-4-5 5-15,-9-4-4 16,0-3-5-16,-16 3-11 16,-4-6-3-16,0 3 24 15,0 0 0 1,-20 1 2-16,-9-2 25 15,-4 1 4-15,4 0-11 16,13-3-12-16,3 0-8 0,9 0-10 16,4 0-35-1,0 0-40-15,4 0-51 16,21 0 82-16,4-6 8 16,0-9-38-16,4 0-72 0,-20 5-4 0,-6 4 10 15</inkml:trace>
  <inkml:trace contextRef="#ctx0" brushRef="#br2" timeOffset="-199043.34">28411 7367 54 0,'0'0'564'0,"0"0"-483"15,0 0-18-15,0 0 48 16,0 0-105-16,0 0-2 15,0 0 15-15,4 101 12 0,-4-66-4 16,0 1-4 0,0-8 3-16,8-6-17 0,-4-7-4 15,0-9-5-15,-4-2-18 16,4-4-40-16,-4 0-39 0,0-16-29 16,0-3-210-16,0 1 55 15</inkml:trace>
  <inkml:trace contextRef="#ctx0" brushRef="#br2" timeOffset="-198956.94">28411 7367 170 0,'24'-80'85'0,"-20"40"-4"0,1 9 14 16,-1 6 24-16,0 13-68 16,4 5-51-16,-4 7-28 31,0 0-181-31</inkml:trace>
  <inkml:trace contextRef="#ctx0" brushRef="#br2" timeOffset="-198573.95">28669 7278 54 0,'0'0'489'16,"0"0"-391"-16,0 0 28 15,0 0 52-15,0 0-90 0,0 0-38 16,103-10 0-16,-103 10-13 16,0 0-13-16,0 0-10 15,0 0-14-15,-20 13-6 16,3 14 2-16,1 1 3 0,11 0-21 15,5 0-3-15,0-4-4 16,0 1-3-16,13-3 7 16,12-1 6-16,2-2 11 31,2-1-1-31,0-3 2 0,-8-5 5 16,-4-1 2-16,-13-3-1 15,-4 0 0-15,0 1-9 16,0-2-13-16,-21-1 23 15,-12 2 11-15,-4 0-3 16,5-3-3-16,11 0-5 16,5-3-5-16,11 0-43 0,5 0-32 15,0 0-81-15,17-12-34 16,-5 2-38-16,9-2-8 16</inkml:trace>
  <inkml:trace contextRef="#ctx0" brushRef="#br2" timeOffset="-198372.54">29043 7179 52 0,'0'0'827'0,"0"0"-725"16,0 0-49-16,0 0-40 0,0 0-6 15,0 0-7-15,25 92 4 32,-25-33 0-32,0 3-1 15,0-4-2-15,0-2-1 0,7-10-25 16,5-9-19-16,-3-6-16 15,-1-16-22-15,-4-15-87 16,-4 0-126-16</inkml:trace>
  <inkml:trace contextRef="#ctx0" brushRef="#br2" timeOffset="-198071.01">29002 7447 250 0,'0'0'465'0,"0"0"-374"0,0 0-51 16,0 0 9-1,0 0-40-15,0 0-7 0,102-31 1 16,-56 28 0 0,-1 0-2-16,-5-6 0 0,2 0 2 15,-9-4 2 1,-8 4 0-16,-9 0 11 16,-8 6 26-16,-5 3 16 15,-3 0-25-15,0 0-15 16,0 6-18-16,0 19 0 15,0 6 6-15,0 5 3 16,0-2-4-16,0 0 10 16,0-9-13-16,5-7 2 0,-1-6-1 15,-4-5-3-15,4-7-46 16,-4 0-92-16,0 0-257 16</inkml:trace>
  <inkml:trace contextRef="#ctx0" brushRef="#br2" timeOffset="-197901.9">29339 7086 1077 0,'0'0'21'0,"0"0"-21"16,0 0-1-16,0 0-30 15,0 0-113-15,0 0-109 16,44 43-321-16</inkml:trace>
  <inkml:trace contextRef="#ctx0" brushRef="#br2" timeOffset="-197382.57">29643 7271 899 0,'0'0'160'16,"0"0"-76"0,0 0 28-16,0 0-97 0,0 0-15 31,0 0-3-31,11 108 2 15,-11-74 2-15,4 0-1 16,4 0 0-16,1-12 0 0,3-4-4 16,-4-8-12-16,0-8 8 15,5-2 2-15,-1 0 6 0,1-2 4 16,3-26 12 0,-3-10-11-16,7-5 0 0,-4-6 6 15,0 0-11-15,-3 3 6 16,-1 6-1-16,-4 6 4 15,-3 9-9-15,-5 10 0 16,0 11-15-16,0 4-37 16,0 7-56-16,0 21-45 0,4 5 81 0,8 1-19 15,9 0 51 1,4-9 37-16,7-10 3 16,1-6 73-16,8-9 13 15,0 0-9-15,0 0-39 0,0-21-14 16,-12-7-12-1,-4 0-11 1,-17-2-1-16,-8 2-20 0,0 3 7 16,-8 4-10-16,-25 8 23 15,-9 10 18 1,1 3 11-16,-3 9 6 0,2 22-22 16,17 16-6-16,21 1-7 15,4 8 2-15,50-6 9 16,23-10 13-16,18-13 1 0,20-11-10 15,-66-16-15-15,-9 0-188 16</inkml:trace>
  <inkml:trace contextRef="#ctx0" brushRef="#br2" timeOffset="-195693.83">18103 8135 683 0,'0'0'45'15,"0"0"-38"1,0 0-7-16,0 0 134 0,0 0-96 16,0 0-38-16,0 0-5 15,45-16 5-15,-13 7 0 16,10-1 1-16,11-2 3 16,8 0-2-16,14 0 8 15,11-4 9-15,13 4 7 0,-1 0-5 16,-4 2-9-16,-7 1-8 15,-14 3-2-15,-11 0-2 16,-17 3 0-16,-16-1 0 16,-17 1-1-16,-12 3 0 0,0 0-14 15,-12 0-53-15,-9 0-30 16,-11 0-219-16</inkml:trace>
  <inkml:trace contextRef="#ctx0" brushRef="#br2" timeOffset="-190781.19">17881 8344 688 0,'0'0'0'0</inkml:trace>
  <inkml:trace contextRef="#ctx0" brushRef="#br3" timeOffset="-160845.55">18369 7888 293 0,'0'0'159'0,"0"0"-136"16,0 0-20-16,0 0 61 16,0 0-3-16,0 0-17 15,0 0-9-15,9 0 0 16,-9 0 5-1,0 0 4-15,0 0-7 16,0 0-11-16,0 0-9 16,0 0 5-16,0 0 4 15,4 0-13-15,-4 0-5 0,0 0-3 16,0 0-1-16,0 0 4 16,0 0-3-16,0 0-3 15,0 3 6-15,0 12 9 0,-17 1 7 16,-3 2-10-16,-5 7 2 15,-11 6 12-15,-6-1-12 16,-3 5-6 0,5-4 9-16,2-1-3 0,9-5-6 15,5-4 0-15,11-5-7 16,5-10-3 0,8 0-1-16,0-3-1 15,0-3 1-15,0 3-2 16,0 1 3-16,8 1 7 15,13-1-3-15,4-1 5 0,4 3-8 16,4-3 1-16,-1 3 4 16,1 0-5-16,0 1 2 15,-8-2-3-15,-5-1 1 16,-8-1 1-16,-4 3-2 16,-8-3 0-16,4 0 3 15,-4-3-2-15,0 0 1 0,0 0-2 16,0 0 1-16,0 3-1 15,4 0 0-15,5 3-3 32,-5-2-32-32,0-4-80 0,0 6-69 15,-4-6-87-15,0 0-83 16</inkml:trace>
  <inkml:trace contextRef="#ctx0" brushRef="#br3" timeOffset="-157256.04">15003 8452 234 0,'0'0'191'0,"0"0"-154"0,0 0-31 16,0 0 30-16,0 0-7 16,0 0-12-16,13-3 9 15,-13 3 19-15,0-3 6 16,0 0 13-16,0 0-12 0,0-4-25 16,4-2-11-16,-4 0-11 15,0-3 1-15,0-3-2 16,0-1 0-16,0-6-3 15,0 4 5-15,0-1-1 0,-21 4 7 32,0 3-12-32,-7-1-2 15,-9 13 0-15,4 0 1 16,-8 0-3-16,-4 19 4 16,-4 11 0-16,3 11 0 15,2 8 0-15,7 3 12 16,8 1-12-16,12-7-2 15,17-6-1-15,0-6-2 0,0-10 10 16,17-8-1-16,8-7-3 16,3-9 19-16,13 0 0 15,0-9-6-15,5-25-7 0,-5-12-7 16,-1-6-5-16,-7-4-42 16,-8-6-42-16,-4 0 36 15,-9 1 6-15,-12 3 17 16,0-1 28-16,0 10 2 0,0 6 9 31,0 12 6-31,-8 6 37 16,4 12-10-16,-4 8 5 15,3 5 6-15,1 0-42 16,4 0-11-16,-4 18-21 16,0 25 21-16,0 15 28 0,4 13-4 15,0 13-15-15,0-4-5 16,0-3 6-16,16-12-7 15,9-13-1-15,0-6 0 16,-1-18 1-16,1-3-3 16,-5-10 3-16,1-9-2 15,0-6 4-15,-1 0-1 0,0-3 3 16,1-22 0 0,3-8-5-16,1-5-2 0,0-7-10 15,0-5 0-15,-5 4 8 16,0-10-21-16,-3 1 12 15,-5 9 4-15,-4 0 7 16,-8 11 0-16,0 14 0 16,0 9 38-1,-12 9 12-15,-9 3-38 0,-7 3-10 16,-9 27 3-16,4 17 2 16,-4 11-1-16,8 4 5 15,13-1-10-15,8-8-1 16,8-7 0-16,0-12 2 0,8-13-2 15,16-2-7-15,9-13 7 16,9-6 0-16,3 0 0 16,8-18-6-16,-4-13-40 15,5-9-21-15,-5-3-19 16,-8-4-27-16,0-5 10 16,-4 3-22-16,-9 0-40 0,-11 12 109 15,0 6 56-15,-13 12 74 16,-4 7 75-16,0 6-26 15,0 3-24-15,0 3 3 32,-9 0-69-32,-11 0-17 0,-5 0-1 0,0 18-6 0,-3 4 1 31,3 2-8-31,5-2 12 0,7-7-14 16,1 1 2-1,4-10-2-15,8 3-1 0,0-9-4 16,0 0-6-16,0 0-27 15,0 0-26-15,4 0 33 16,12 0 31-16,5 0 0 16,-4-3-9-16,-1 0-11 15,-8 3 7-15,1 0 8 0,-5 0 5 16,-4 0 0-16,0 0 1 16,0-3 12-16,0 0 6 15,4 3 6-15,-1-9-6 16,1 2-16-16,4-5 8 15,1 3 5-15,-9 3-2 16,4 2-1-16,0 2-4 16,-4 2 1-16,0 0 3 15,0 0 6 1,0 0 2-16,0 0-14 16,0 0-2-16,0 0 1 0,0 0-2 15,0 0-2-15,0 0 4 16,0 0-3-16,0 0 3 15,0 0-3-15,0 0 2 0,0 0 3 16,0 0-5-16,0 0 0 16,0 0 2-16,0 0 0 15,0 0 4-15,0 0 2 16,0 0 0-16,0 0 2 16,0 0-6-16,0 0 0 15,-4 0-1 1,0 0 1-16,0 0-2 15,-9 0-5-15,2 0 0 16,-2 0 7-16,1 0-7 16,-5 0 1-16,-3 0-1 15,-1 9-2-15,0 9 2 16,1 10 0-16,0 3 3 16,-1-1 6-16,9 5-9 0,0-4 3 0,8-4 0 15,4-5-3-15,0-1 0 16,0-8 0-1,20-4 0-15,5-3 3 0,3-6 2 16,9 0-3-16,4-12-2 16,-3-13-3-16,-2-6-18 15,-7-6-12-15,-9 1 13 0,-11 1 20 16,-5 7 0-16,-4 7 4 16,0 12 6-16,0 3 33 15,0 6-10-15,0 0-21 16,0 0-12-16,-4 12-13 15,-5 19 7-15,-3 12 2 16,8 6 8 0,0 13-3-16,4 3-1 15,0 5-1-15,0 1-12 16,4 0 9-16,12 6-11 16,1-9-6-16,-5-9-9 15,1-7 0-15,-9-12 14 16,-4-6 3-16,0-9 11 15,0-4 1-15,-8-9-6 0,-13 1-6 0,-12-7 10 16,0-2 3-16,5-4 3 16,-5 0-1-1,4-7 16-15,12-17-6 0,1-11-3 16,12-5 5-16,4-3 1 16,0-9-15-16,24 0 0 15,18 2-5 1,2 4-2-16,10 3 6 15,8 3 0-15,-5-1 1 16,-3 1 0-16,-13 0 2 16,-9 4-1-16,-11-4-1 15,-9 9 0-15,-12 3 0 16,0 3 2-16,0 7 5 0,0-1-7 16,0 7 1-16,-8 6-3 15,-5 3 2-15,1 0-13 16,-5 3 1-16,2 0 2 0,-2 3 6 15,5 12 1-15,-9 10-3 16,9 3 2-16,4-1-2 16,4 4-1-1,4-3 4-15,0 0 1 0,0 0 2 0,16-7 0 16,5 1-9-16,4-4-1 31,-5-9-5-31,0 4 3 0,-8-13-2 0,-3 0 6 16,3 0 4-16,-4 0 3 15,0-7-1-15,5-14 0 32,-1-10-14-32,1-6-5 0,-5 0-3 15,0-3 7-15,1 0 15 16,-5 3 2-16,0 6 3 16,-4 12 4-16,8 7 12 15,-8 9 4-15,0 3-6 16,0 0-17-16,0 0-7 0,0 15-12 15,0 20 19-15,3 1 11 16,1 8-10-16,5 2 5 16,-5-6-4-16,4-6 1 0,-8-7-3 15,4-8 1-15,-4-7 12 16,0-9 5-16,0 1-9 16,0-4 13-16,0 0 31 31,4-7 17-31,4-17-13 0,-3-10-56 15,7-3 1-15,0-3 0 16,1-3-2-16,-5 6-1 16,0 12-3-16,-8 9 4 15,4 14 0-15,-4 2 0 0,0 0-5 16,5 5-17-16,3 23 11 16,0 9 11-16,5-3 0 15,2 0 3-15,2-6 0 16,-1-4-2-16,-3-11 2 15,-1-4-1-15,0-9-2 16,-3 0 6-16,3 0-6 16,5-12 0-16,-5-16-13 0,5-9-19 31,-6 0-9-31,-7-3 14 0,4 0 1 16,-8 3 9-1,0 6 11-15,0 13 6 0,0 5 5 16,0 7 13-16,-8 6-4 15,0 0-14-15,-4 0-20 16,-4 31 18-16,-1 9 0 16,5 6 1-16,8 4-8 0,4-4 9 15,0-6 4-15,0-6-4 16,20-9 2-16,1-10-5 16,3-3-4-16,5-12 7 15,12 0-10-15,5 0-10 16,-6-12-28-16,5-10-15 15,-7-9-111-15,-30 16-106 0,-4 0 22 16</inkml:trace>
  <inkml:trace contextRef="#ctx0" brushRef="#br3" timeOffset="-156437.55">16485 8335 556 0,'0'0'70'0,"0"0"-67"16,0 0 106-16,0 0-30 15,0 0-66-15,0 0-12 16,0 0 4-16,25 0 6 15,-17 30 26-15,5 11-17 0,-5 5-13 16,0 3-5-16,1-5 4 16,-5-11-5-16,0-11-1 15,-4-7 0 1,0-5 0-16,0-10 5 16,0 0 2-16,4 0 13 0,-1-16 29 0,1-18 6 15,4-15-53-15,1-1-2 16,3-2 1-16,9 6-1 15,-9 6-1-15,5 9 1 16,-5 10 0-16,-4 8 0 0,-3 10-2 16,3 3-5-1,-4 0-43 1,4 0-49-16,1 0-73 16,-5 3-115-16,3 6 0 15</inkml:trace>
  <inkml:trace contextRef="#ctx0" brushRef="#br3" timeOffset="-155818.5">16962 8218 295 0,'0'0'189'0,"0"0"-156"16,0 0 49-16,0 0 35 16,0 0-45-16,0 0-65 15,0 0-3-15,-46 12 4 16,9 44 17-16,5 5-14 15,3 4-3 1,0-3 2-16,17-10-10 16,8-15 8-16,4-12-5 15,0-10-3-15,0-9 0 16,8-6 13-16,13 0 7 16,7-9 0-16,5-19-5 0,-9-9-13 15,1 3-2 1,-12-3-18-16,-9 16 4 0,-4 9 14 0,0 8 0 15,0 4 2 1,0 0-2-16,-17 19-2 0,5 11 2 16,-1 5 4-16,13-4-4 15,0-4 0-15,0-6 2 16,9-5-2-16,11-9 2 16,1-7 15-1,12 0-6-15,0-10-1 16,3-18-10-16,6-12-16 15,-5-6-76-15,-1-10-66 16,-3-2-40-16,-12 3 15 0,-5-4 65 16,-3 4 52-16,-9-1 66 15,-4 10 94-15,0 6 38 16,0 12 88-16,0 13-8 0,-4 5-61 16,0 10-60-1,4 0-79-15,-9 15-12 0,5 26-4 16,0 14 4-16,4 10 1 15,0 3 6-15,0-1-7 16,4-5 2-16,13-3-2 16,-5-16 0-16,0-9-4 0,-3-9-41 15,-1-13-63-15,-8-12-134 16,0 0-266-16</inkml:trace>
  <inkml:trace contextRef="#ctx0" brushRef="#br3" timeOffset="-155415.68">17171 8396 703 0,'0'0'329'15,"0"0"-329"-15,0 0-34 16,0 0 34-16,0 0 5 0,0 0 13 16,99-3-10-16,-51 3 9 15,2 0-12 1,4-3 0-16,-10-15-5 0,-3-1-11 0,1-5-6 15,-13 2-5-15,-5 1 8 16,-8-4 11-16,-8 3 1 16,-8 1 2-16,0 5 5 15,0 4 4-15,-4 6-5 16,-16 0-4-16,-4 6 22 31,-9 0-12-31,0 21 5 0,0 13-2 16,8 3 1-16,12 6-5 15,10 1 1-15,3-8-6 16,7-5-3-16,35-6 11 16,12-10 13-16,15-8 5 15,9-7-14-15,12 0-5 16,1 0-11-16,-13-7-20 0,-16-8-75 16,-50 9-162-16,-12-4-559 15</inkml:trace>
  <inkml:trace contextRef="#ctx0" brushRef="#br3" timeOffset="-145492.96">17622 11544 639 0,'0'0'429'0,"0"0"-389"16,0 0-39-16,0 0 47 15,0 0-35-15,0 0-13 16,0 0-5-16,17-31-19 0,-13 31-59 16,-4 0 5-1,0 12 49-15,0 4 23 16,0 2 4-16,0-5 2 16,0-4 0-16,0 3 0 0,0-9 1 15,-4 0 11-15,-5-3 28 16,-3 0-8-16,8 0-5 15,-4 0-17-15,4-15 3 32,-1-1-9-32,5 4-1 0,0 3-3 15,0 3-2-15,0 6-6 16,0 0 0-16,0 0-11 16,0 0-5-16,0 3 4 15,0 12-7-15,0 1 24 16,-4-4 3-16,-3-6 3 15,-1 0 2-15,8-6-5 0,0 0-5 16,0 0-159-16,0 0-353 0</inkml:trace>
  <inkml:trace contextRef="#ctx0" brushRef="#br3" timeOffset="-144781.25">18161 11442 261 0,'0'0'153'0,"0"0"-95"16,0 0-12 0,0 0 56-1,0 0-62-15,0 0-25 0,-4 9 36 16,8-9 54-16,-4-9-11 16,4 0-7-16,-4-3-20 15,3 2-35-15,1-5-3 16,0-1-26-16,9 1-2 15,3-3-1-15,1 2-1 0,7-3 1 16,5 7-2-16,0 3-4 16,-1 3 6-16,5 3-4 15,0 3 1-15,9 0 2 16,-10 6 0-16,5 18 0 16,-8 1-3-16,-13 3-6 15,-3 3 6-15,-5-6-7 0,-4-4-9 16,0-6 14-16,5-5 6 15,-5-10 1-15,4 0 1 16,12 0 1-16,9-22 17 16,8-12-6-16,12-6-8 31,-4-9-3-31,-4 6-2 0,-4 0 1 16,-12 5-2-16,-5 14 0 15,-12 5 0-15,-8 13-4 16,0 6-23-16,0 0-81 15,-12 0-219-15</inkml:trace>
  <inkml:trace contextRef="#ctx0" brushRef="#br3" timeOffset="-142992.43">18165 11165 293 0,'0'0'224'0,"0"0"-185"16,0 0-38-16,0 0 49 0,0 0-19 15,0 0-20 1,0 0 0-16,11 0 13 0,-11-4 27 16,4 4 24-16,0-6-33 15,5-3-28-15,7 3 0 16,1-6-6-16,3-1 3 15,1-2 1-15,4 2-7 16,3-5-2-16,5 3 1 16,0-1-4-16,0 4 4 0,-4 3-2 15,-9 9 0-15,0 0 4 16,-7 0-4-16,-9 3 1 16,4 19 1-16,0 2 13 0,-3 4 7 15,3-4-16-15,0-2-7 16,0-9 6-16,9-5 0 15,-1-8 3-15,12 0 7 16,10-3 7 0,11-27 7-16,1-11-21 15,-6-4-5-15,6-2 0 16,-13 1-4-16,-5 0 1 16,-7 5-2-16,-9 17 0 15,-7 5 2-15,-5 17-2 16,-4 2-4-16,0 0-53 15,0 5-134-15,-13 11-11 0,1 3-125 16</inkml:trace>
  <inkml:trace contextRef="#ctx0" brushRef="#br3" timeOffset="-141994.52">19597 10921 87 0,'0'0'320'0,"0"0"-235"16,0 0-56-16,0 0 113 15,0 0-12-15,0 0-63 16,0 0-29-16,-12-46-11 16,12 46 13-16,0 0-3 15,0 0 8 1,0 0-13-16,0 0-11 15,0 0-12-15,0 9-9 0,-4 19-9 16,0 15 9 0,-5 3 12-16,5 10-8 0,0-4 1 15,0-3-4 1,4-2 0-16,0-10 4 0,0-3-5 16,0-16 1-16,0-5 0 0,0-10 0 15,0-3 4-15,0 0-3 16,0 0-1-16,0 0-1 15,0-10-12-15,0-14-17 16,0-10-32-16,4 0-26 16,-4-13-4-16,0-5-3 15,4 0 21 1,5-4 40-16,-1 4 33 16,4 12 13-16,-8 15 52 15,5 6 68-15,-1 11-19 16,-4 4-32-16,0 4-36 0,3 0-35 15,6 0-11-15,7 0 0 16,5 22-1-16,12 6 3 16,5 12 3-16,2 0-5 15,10 3 0-15,-1 0 6 0,0-3-6 16,-3-6 3-16,-10 0-3 16,-2-10-5-16,-14-8-10 15,-7-10-15-15,-1 0-2 16,-7-6-34-16,-5 0-43 15,-4 0-61 1,0-15-70-16,0 2-39 16</inkml:trace>
  <inkml:trace contextRef="#ctx0" brushRef="#br3" timeOffset="-141772.29">20151 10862 330 0,'0'0'220'15,"0"0"-99"-15,-16-111-29 16,12 102 12-16,4 6-10 0,0 3-27 15,0 0-25-15,0 0-30 16,0 12-12 0,-4 23 0-16,4 14 3 15,-5 9 20-15,5 7-15 0,-4 0-2 16,4-1-4-16,0-11 1 16,0-7-3-16,0-9-8 0,0-9-18 15,0-7-13-15,0-11-55 16,0-10-125-16,0 0-204 15</inkml:trace>
  <inkml:trace contextRef="#ctx0" brushRef="#br3" timeOffset="-141276.02">20488 10905 912 0,'0'0'0'0,"0"0"-1"16,0 0 1-16,0 0 34 0,0 0-33 15,0 0-2-15,-41 130 2 16,24-75 5-16,5-5-6 16,4-7 3-16,-5-6-2 15,13-12-1-15,-4-10 1 16,4-8-1-16,0-7-4 15,0 0 1 1,0 0 3-16,8-28 26 16,9-15-19-16,-5-4-6 0,1-8-1 15,-1-4-4-15,1 0 4 16,-1 4 3-16,0 9-2 16,-8 9 21-16,0 16 43 0,-4 8-25 15,0 10 0-15,0 3-21 16,4 0-19-16,0 24-29 15,4 20 22-15,13 8 7 16,-9 7 7-16,13 5-5 16,0-5 2-16,-4-7-4 15,2 1-12-15,6-16-2 16,-8-6-3-16,-5-10-22 16,-11-8-28-1,-5-4-19-15,0-9-46 16,0 0-167-16</inkml:trace>
  <inkml:trace contextRef="#ctx0" brushRef="#br3" timeOffset="-141115.04">20303 11143 876 0,'0'0'168'16,"0"0"-153"-16,0 0 16 0,0 0-4 15,0 0-18-15,148-37-7 16,-66 31-2-16,-4 0-2 15,-8-1-83-15,-50 5-134 0,-16-1-334 16</inkml:trace>
  <inkml:trace contextRef="#ctx0" brushRef="#br3" timeOffset="-140049.22">21600 10976 631 0,'0'0'146'0,"0"0"-141"0,0 0 1 16,0 0 94-16,0 0-72 15,0 0-28-15,0 0 2 16,86-46 9-16,-36 43-7 15,-1-3-1-15,8 0-3 0,1 0 0 16,-5 0 5-16,5 3-5 31,-9 3 2-31,-13 0-2 0,-7 0 0 16,-16 0-20-16,-13 0-148 16,0 0-89-1,0 3-155-15</inkml:trace>
  <inkml:trace contextRef="#ctx0" brushRef="#br3" timeOffset="-139765.31">21694 11146 621 0,'0'0'156'0,"0"0"-149"16,0 0 3-16,0 0 112 15,0 0-57-15,0 0-32 16,-56 31-14-16,56-31 19 0,4 0-25 15,11 0 21-15,14 0 20 16,8 0-31-16,17 0-11 16,11-9-3-16,10-4-6 15,6 7 1-15,2-3-4 16,-6 3 0-16,-10 2 0 16,-19 2-1-1,-15-1-2-15,-20-1-17 0,-13 4-42 16,0 0-49-1,-4 0-49-15,-21-6-313 16</inkml:trace>
  <inkml:trace contextRef="#ctx0" brushRef="#br3" timeOffset="-137265.09">23143 10733 442 0,'0'0'269'0,"0"0"-269"16,0 0 0-16,0 0 16 0,0 0 100 16,0 0-47-16,0 0-41 15,0-49 13-15,0 49-2 16,0 0-7-16,0 0-6 16,0 0-26-16,0 0-3 15,0 3 1-15,0 21 0 16,0 11 2-16,0 13 17 15,0 2-8-15,0 9-3 0,0-4-2 16,9 1 1-16,-1-13-2 16,9 0-3-16,-5-9 1 15,-4-7-2-15,0-8 2 16,-3-7 1-16,-1-8-2 16,-4-2 0-16,4-2-3 0,0 0-59 31,0 0-74-31,-4 0-130 0,0 0-88 15</inkml:trace>
  <inkml:trace contextRef="#ctx0" brushRef="#br3" timeOffset="-136762.99">23550 10764 100 0,'0'0'438'0,"0"0"-438"16,0 0 9 0,0 0 5-16,0 0 82 0,0 0-46 31,24-40-12-31,-24 40 9 16,0 0-7-16,0 0-17 0,0 3-15 15,0 9-6 1,0 7 20-16,0 9 11 15,-8 8 12-15,-8 7-12 16,4 7-16-16,0-1-9 0,-1 4-2 16,9-1-4-16,0-3 0 0,4-2 0 15,0-14-1-15,0-5-1 16,8-6-2-16,9-10 1 16,11-12-6-16,5 0 7 15,8 0 8-15,9-18 3 16,3-16-7-16,0-3-1 15,-7-6-3 1,-6-3 6-16,-15-7 0 16,-17 0 14-16,-8 4 31 15,0 3-6-15,-37 6-2 16,-3 12-4-16,-10 9-8 0,5 11-31 16,-4 8-1-1,-1 0-18-15,1 0-50 16,0 24-47-16,37-12-87 0,4 1-246 15</inkml:trace>
  <inkml:trace contextRef="#ctx0" brushRef="#br3" timeOffset="-136376.99">23895 10296 535 0,'0'0'133'15,"0"0"-133"-15,0 0 0 16,0 0 100-16,0 0 13 0,0 0-58 15,0 0-1 1,21-81-4-16,-21 81-45 0,0 6-5 16,0 22-17-16,0 15 17 15,0 4 16-15,0 2-9 0,0 0-5 16,0 0 0-16,0-6 0 16,0-8 0-16,0-7-1 15,0-16-1-15,4-3 0 16,-4-6-1-16,8-3-55 31,4 0-95-31,-8 0-106 0</inkml:trace>
  <inkml:trace contextRef="#ctx0" brushRef="#br3" timeOffset="-135991.12">24145 10283 677 0,'0'0'188'16,"0"0"-183"-16,0 0 25 16,0 0 92-16,0 0-84 15,0 0-38-15,17-12-33 0,-17 42 33 16,0 13 2-16,0-2 9 16,0-7-8-16,0 0 1 0,0-10-4 15,0-5 0-15,12-7 0 0,4-3-3 31,9-9 3-31,12 0 1 16,8 0 4-16,5 0-5 16,-1-6-16-16,-9 3 5 0,-2 3 8 0,-14 0 2 15,-7 0-8 1,-13 16-9-16,-4 8-3 16,0 7 8-1,-12 6 13-15,-21-6 1 0,-5 0 8 0,-6-4 19 16,-1-8 14-16,-5-4-21 15,5-8-21 1,8-4-13-16,25-3-117 16,4 0-257-16</inkml:trace>
  <inkml:trace contextRef="#ctx0" brushRef="#br3" timeOffset="-135827.08">24276 10280 765 0,'0'0'79'16,"0"0"-77"-16,160-47-2 15,-93 45 0-15,-43 2-84 16,-3 0-385-16</inkml:trace>
  <inkml:trace contextRef="#ctx0" brushRef="#br3" timeOffset="-135385.75">25594 10425 828 0,'0'0'91'0,"0"0"-83"16,0 0 66-16,0 0 6 15,0 0-58-15,0 0-22 16,12-19-18-16,-36 50 11 15,-13 15 7-15,-12 22 4 0,-5 9 0 16,6 13 1-16,-6-1 4 31,12-3-9-31,15-5 2 16,14-13-2-16,13-13 0 16,0-12-1-16,25-9 0 0,19-12 1 15,14-4 5-15,3-12 1 16,10-6-6-16,-2 0-41 15,-49 0-116-15,-3-6-214 0</inkml:trace>
  <inkml:trace contextRef="#ctx0" brushRef="#br3" timeOffset="-134985.16">25870 10644 803 0,'0'0'101'0,"0"0"-85"0,0 0 97 16,0 0-33-16,0 0-80 16,0 0-4-16,-50-25 4 15,21 53 4-15,1 3-2 16,3-1-2-16,13-2-3 16,8-6-3-16,0 2-5 15,4-8-3-15,0-4 6 0,11 0-21 16,23 1-14-16,3-4 13 15,8 0 2-15,-4 3-6 16,0 4 4-16,-4 3-3 16,-12-1-7-16,-9 0-53 15,-11-2-19-15,-5-4 102 16,-13 0 10-16,-32-2 49 0,-17-1 42 16,-16-3-21-16,-8-6-21 15,8 0 22-15,16 0 13 16,17 0-49-16,21-6-35 0,7-3-11 15,17-1-36-15,0-2-109 16,12 9-112-16,9-3-189 31</inkml:trace>
  <inkml:trace contextRef="#ctx0" brushRef="#br3" timeOffset="-134584.41">26383 10665 811 0,'0'0'14'0,"0"0"-6"15,0 0 60-15,0 0-22 16,-119 25-33-16,73 15-2 0,5 3 0 16,9 1-7-16,11-11-2 15,9-5 1 1,12-13-3-16,0-5-1 15,0-4 1 1,12-6 1-16,13 0 17 16,7 0-14-16,1-19-4 15,0-6-11-15,-4-2-10 0,0 6-9 16,-13 5 23-16,-4 9 7 16,-8 5 3-16,-4 2 10 15,0 0 7-15,4 2-20 0,0 17 0 16,5 3 11-16,-1 3-3 15,9-7-4-15,-1-6-2 16,9 1-2-16,-4-11 0 16,6-2-38-16,7 0-39 15,-22 0-88-15,0-5-202 16</inkml:trace>
  <inkml:trace contextRef="#ctx0" brushRef="#br3" timeOffset="-134225.65">26564 10647 692 0,'0'0'226'0,"0"0"-226"16,0 0-5-16,0 0 5 15,0 0 18-15,0 0-16 16,44 123 1 0,-15-95-2-16,4-4 5 15,-4-8-5-15,-4-10-1 0,3 0-21 16,-4-6-50-16,5 0-65 15,-4-6-28-15,0-16-56 16,-8-2 87-16,-5-4 54 16,-5 4 79-16,-7 2 118 0,0 6 82 15,0 7-17-15,0 6-5 16,0 3-32-16,0 0-46 16,-3 3-49-16,-13 31-45 15,-9 12 3-15,-8 13 2 16,0 8-3-1,-4 4-5-15,4 4-3 16,0-11-23-16,8-11-53 16,9-10-46-16,12-40-114 0,4-3-288 0</inkml:trace>
  <inkml:trace contextRef="#ctx0" brushRef="#br3" timeOffset="-133868.45">27151 10382 831 0,'0'0'80'16,"0"0"-64"-16,0 0-16 15,0 0 135-15,0 0-101 16,0 0-34-16,0 0-30 16,16 18 30-16,12 44 4 15,9 15-3-15,5 9 1 0,-1 7 0 16,-1 6-2-16,2-1 9 16,-22-6 13-16,-16-2-8 15,-4-10-8-15,-37-9 1 16,-28-12-1-16,-22-13-6 15,-15-13-27-15,52-33-153 16,9 0-268-16</inkml:trace>
  <inkml:trace contextRef="#ctx0" brushRef="#br3" timeOffset="-128728.24">18649 12817 454 0,'0'0'0'16,"0"0"-82"-16,0 0-70 16,0 0 121-16</inkml:trace>
  <inkml:trace contextRef="#ctx0" brushRef="#br3" timeOffset="-128142.16">18767 12971 405 0,'0'0'546'0,"0"0"-546"0,0 0-114 16,0 0 114-16,0 0 35 15,0 0-35-15,33-16-18 16,-24 16-129-1,-5 0-369-15</inkml:trace>
  <inkml:trace contextRef="#ctx0" brushRef="#br3" timeOffset="-126976.4">19092 12721 733 0,'0'0'34'0,"0"0"-19"16,0 0 28-16,0 0 26 15,0 0-67-15,0 0-2 0,0 0-6 16,-25-27 6-16,50 23 10 16,4 1-4-16,4 0-1 15,16 0-1-15,4 0-4 0,9-3 1 16,3 3-3-16,6 0 2 15,-14 0-1-15,-8 3-35 16,-16 0-98-16,-33 0-135 16,0 0-145-16</inkml:trace>
  <inkml:trace contextRef="#ctx0" brushRef="#br3" timeOffset="-126708.83">19215 12839 414 0,'0'0'161'0,"0"0"-124"0,0 0-5 15,0 0 68-15,0 0-31 0,0 0-13 16,-45 33-5-16,45-33 3 16,0 0-2-1,9 0-15-15,15 0 12 0,17 0-3 16,17-6-30-16,11-6-12 15,14-1-2-15,2 4-1 16,-6 3-2-16,-14 6 1 0,-24 0-46 16,-16 0-104-16,-25 0-173 15,0 0-229-15</inkml:trace>
  <inkml:trace contextRef="#ctx0" brushRef="#br3" timeOffset="-124685.73">20410 12447 286 0,'0'0'216'0,"0"0"-216"16,0 0 8-16,0 0 66 16,0 0 34-16,0 0-16 0,0 0-21 15,-13-114 3 1,17 95-19-16,5 4 11 15,-5 3-24-15,4 5-18 0,-4-2-20 32,0 6-2-32,1 3 1 0,-5 0-2 15,0 0-1-15,0 0-13 16,0 12 0-16,0 22 3 16,0 16 10-16,0 8 11 15,0 4-5-15,0-3-4 16,0-7 1-16,0-9-2 15,0-9-1-15,0-16 0 0,0-8 2 16,0-10-2-16,4 0 2 0,4 0 2 16,8-16-3-1,13-18 7-15,3-9-1 0,6-9 1 16,-1-3-8 0,-4 2 1-16,-5-5-1 0,-3 5 5 31,-1 7-3-31,-7 12 7 15,-9 13-8-15,-8 8 3 16,0 13-1-16,0 0 1 0,0 6-4 16,0 28-14-16,4 18 14 15,1 10 7-15,7 3-3 16,0-6-2-16,5-7-2 16,3-9 1-16,0-6 0 0,-3-15-1 15,8-7-3-15,-1-9-10 16,9-6-24-16,8 0-1 15,-4-12-26-15,8-16-42 16,-8-9-10-16,-4 0 15 16,-13-6 50-1,-11 3 51-15,-5 6 5 0,-4 6 64 0,0 13 34 16,0 8 19-16,0 7-5 16,0 0-75-16,0 4-42 15,0 27-8-15,-4 9 8 16,-1 3 4-16,5-3-1 15,0-6-2-15,5-10-1 0,19-8 0 32,5-7-1-32,3-9-1 15,6 0 4-15,3 0-5 0,-4-9-3 16,-13-16-83 0,-24 10-83-16,0 2-213 0</inkml:trace>
  <inkml:trace contextRef="#ctx0" brushRef="#br3" timeOffset="-124548.02">21099 12185 1189 0,'0'0'0'16,"0"0"-168"-16,0 0 82 16,0 0 66-16,0 0-406 15</inkml:trace>
  <inkml:trace contextRef="#ctx0" brushRef="#br3" timeOffset="-124044.23">21330 11935 710 0,'0'0'151'0,"0"0"-151"0,0 0 0 16,36-105 35-16,13 93-16 16,5 3-14-16,7 9-2 15,-3 0 1-15,-13 15-4 0,-17 19-5 16,-15 12-2-16,-13 1 7 16,-9 8 0-16,-35-6 7 15,-6-2-3-15,-3-8 9 16,12-11 33-16,17-12 30 0,11-7-15 15,13-9-41-15,0 0-20 32,13 0-8-32,20 0 8 15,15 0 15-15,14-12-6 16,3-1-9-16,6 1-4 16,-9 9-33-16,-10 3-44 15,-43 0-109-15,-9 0-288 0</inkml:trace>
  <inkml:trace contextRef="#ctx0" brushRef="#br3" timeOffset="-122928.02">20106 13137 743 0,'0'0'78'16,"0"0"-71"-16,0 0-7 15,0 0 73-15,0 0-73 16,0 0-5-16,0 0 5 0,4-6 37 15,25 3 17 1,8 0 0-16,12-3-11 16,21-6-9-1,20-4-4-15,17 1-9 0,21-4-13 16,7 4-7-16,9-4 0 16,8 1-1-16,-1 3 0 15,-3 2 0-15,-12 1 0 16,-13 6 0-16,-25 2 0 0,-20 2 0 15,-21 2-1-15,-20 0 1 16,-16 0 0-16,-8 0-2 16,-9 0 2-16,-4 0 0 15,0 0-4-15,0 0-2 16,0 0-22-16,0 0-37 0,-9 0-89 16,-7 0-118-16</inkml:trace>
  <inkml:trace contextRef="#ctx0" brushRef="#br3" timeOffset="-120674.18">20866 13369 462 0,'0'0'9'0,"0"0"9"15,0 0-4-15,0 0 73 16,0 0-47-16,0 0-24 0,0 0 29 16,20-12-6-16,-16 27-6 15,0 0-2-15,-4 13 21 16,5 12-3-16,-5 12-3 15,0 10-3-15,0 9-5 16,0 6-19-16,0 3-5 16,0-3-4-1,0-9-2-15,0-9-4 16,8-16-3-16,0-12 0 16,-4-16-1-16,0-12-4 0,1-3-51 15,-5 0-154-15,0-9-132 16</inkml:trace>
  <inkml:trace contextRef="#ctx0" brushRef="#br3" timeOffset="-117209.39">20832 13427 246 0,'0'0'0'15,"0"0"16"-15,0 0 23 16,0 0 56-16,0 0-61 15,0 0-7-15,0 0 23 0,-8 0-9 16,8 0 1-16,0 0 11 0,0 0-4 16,0 0-9-1,0 0-8-15,0 0 3 0,0 0-7 0,0 0-7 32,0 0-8-32,0 0 2 0,0-3 0 0,0-3-2 15,4-3-10 1,9 5 1-16,7-1-3 0,9 1 3 15,4-2-4 1,12 0 2-16,9 0 2 0,2 0 5 16,11 6 2-16,3 0 0 15,-9 0-1-15,-7 0-10 16,-14 12 0 0,-11 6-7-16,-17 7 3 15,-12 3-2-15,0 0 6 16,-41 3 9-16,-24-4 7 0,-18 1 2 15,-15-7-3 1,4-2 12-16,7-10 0 0,14-2-21 16,15-7-6-16,17 0-37 15,37 0-222-15,4-7-465 0</inkml:trace>
  <inkml:trace contextRef="#ctx0" brushRef="#br3" timeOffset="-105212.11">17343 11097 322 0,'0'0'173'0,"0"0"-173"15,0 0-14-15,0 0 14 16,0 0 52-16,0 0-26 15,0 0 12-15,0 0 16 16,-4 24-4-16,4-20-9 16,0-1-6-16,0-3-14 15,0 6-4-15,0 0-1 0,0 0 13 16,0 9-4 0,0 4 3-16,0 6 17 15,0 9-14-15,0 3 3 16,4 6-8-16,-4 9-1 0,0 3-16 15,0 13 30-15,4 6-11 16,-4 1-15-16,9 1-6 16,-5-11-1-16,4-6 2 15,-8-13-6-15,4-9 10 16,-4-3-6-16,4-9-4 16,-4-13 0-16,0-6 5 15,0-6-4-15,0 0 4 0,0 3-3 16,4-3 0-1,-4 0-2-15,0 0-2 0,0 0-18 16,4-15-28-16,-4-10-122 16,0 10-92-16,0-1-170 0</inkml:trace>
  <inkml:trace contextRef="#ctx0" brushRef="#br3" timeOffset="-104676.29">17389 11269 509 0,'0'0'131'15,"0"0"-100"-15,0 0 18 16,0 0 89-16,0 0-46 16,0 0-50-16,-38-27-11 15,38 24 2-15,0 3-12 0,0-3-12 16,5-1-8-16,11-2 6 16,5 3 2-16,8-3-4 0,3 3 1 15,5 3 0-15,4 0-4 16,-8 0 0-16,4 0-2 15,-9 18 3 1,1 4-8-16,-8 6 5 16,-4 2-2-1,-5 5-5-15,-8-2 7 0,-4 4 0 16,0 0 2-16,-8 1-2 16,-17-5 3-16,-8 1-2 15,-12-3 0-15,-12-3 9 16,-14-7 7-16,2-5 2 15,15-7 13-15,13-6-9 0,17-3-2 16,12 0-6-16,8 0-7 16,4-6-8-16,0-9 0 15,0-1-14 1,8 1-29-16,12 3-67 16,-8 8-159-16,-4 4-420 15</inkml:trace>
  <inkml:trace contextRef="#ctx0" brushRef="#br3" timeOffset="-102582.96">13624 11115 202 0,'0'0'347'0,"0"0"-312"15,0 0-26-15,0 0 9 0,0 0 25 16,0 0-43-16,0 0-1 15,-12-6 1-15,12 25 20 16,-4 8-3-16,0 7 45 0,0 9 3 16,-1 10-23-16,1 5 17 15,4 4-27-15,0 6-15 16,0-4-2-16,0-5-12 16,0-4 4-16,0-14-3 15,9-14-2-15,-5-8-2 16,-4-13 4-16,4-6 14 0,0 0 12 15,-4 0 10-15,4 0-2 16,9-18-13-16,-1-10-8 16,0-9-9-16,8-3-3 15,-8 0-2-15,1 0-2 16,-5 3-1-16,0 3 1 0,1 3-1 31,-1 9-5-31,-4 7 5 16,-4 12-2-16,4 3-3 15,-4 0-1-15,0 0-11 16,0 22-22-16,0 14 39 0,8 14 3 16,5 5 0-16,3 1-2 15,5-4-1 1,-6-12 4-16,2-12-3 0,-9-16 0 0,1-2-2 16,-1-10 3-16,0 0-1 15,5 0 12-15,3-25-2 16,9-12-3-16,-4-6-4 15,-2 0-3-15,-6 3-2 16,-1 5-5-16,-4 8 4 16,-8 11-1-1,0 14 6-15,0 2-6 16,0 0 1-16,0 9-16 16,0 27 17-16,0 11 1 15,0 2 4-15,9-3 0 16,11-12 1-16,1-9-4 15,0-6 0-15,3-14 1 0,-4-5 8 16,-3 0-7-16,-1-5 7 16,1-23 0-16,-9-3-3 15,-8-3 2-15,0-6 0 16,0 6 2-16,-17 3 1 0,-7 7-9 16,-4 8 2-16,-5 4-5 15,-1 12-7-15,6 0-1 16,-6 0 4-16,11 18-22 0,2 4-22 15,17 3-40-15,4-4-53 16,0-9-54-16,25-12-37 16,7 0 127-16,-12 0-39 15,1-6-84-15</inkml:trace>
  <inkml:trace contextRef="#ctx0" brushRef="#br3" timeOffset="-102329.96">14289 11180 206 0,'0'0'377'16,"0"0"-291"-16,0 0-49 15,0 0 140-15,0 0-60 0,0 0-86 16,0 0-31-16,8-19 0 0,-8 78 27 16,0 9-2-1,4 3-8 1,9 6-15-16,-1-6 5 0,1 0-3 15,-5-10-4-15,4-8 0 16,-8-10 3-16,5-16-3 16,-9-8-22-16,0-7-47 15,0-12-134-15,0 0-303 16</inkml:trace>
  <inkml:trace contextRef="#ctx0" brushRef="#br3" timeOffset="-101897.34">14491 11772 796 0,'0'0'65'0,"0"0"-47"16,0 0 10-16,0 0 51 15,0 0-58-15,0 0-15 0,60-80-5 16,-43 43 5-16,0 0-1 16,-9-6 13-16,-4 3-7 15,-4 2-8-15,0 8 4 0,0 14-7 16,-17 4 4-16,-3 12-8 15,-5 0 15-15,-7 15-5 16,3 23 4-16,4 7 0 16,9 11-9-16,16-3 6 15,0-1-6-15,8-12-1 0,25-12 0 16,4-10 0-16,8-12 6 16,0-6-6-16,5 0-11 15,-2 0-66-15,-35-9-179 16,-5-3-429-16</inkml:trace>
  <inkml:trace contextRef="#ctx0" brushRef="#br3" timeOffset="-101193.68">15418 11473 560 0,'0'0'192'0,"0"0"-186"15,0 0 11-15,0 0 124 31,0 0-77-31,0 0-18 16,-12-68-46-16,-4 68-8 16,-9 0 8-16,-8 18 5 0,-4 10 15 15,-8 9-7-15,4 7 4 16,4 2-9-16,8 3 5 16,16-3-10-1,13-6-3-15,0-9-3 0,9-6 3 0,19-16 0 16,10-3 10-16,3-6-1 15,8 0-9-15,4-24-6 16,1-14-9-16,-5-11-26 16,-12 3-48-16,-4 0 1 15,-21 9 25-15,-3 12 44 16,-9 7 19 0,0 11 30-16,-9 7 44 15,-7 0-48-15,-5 7 4 16,0 17-9-16,9 10 0 15,4 0-14-15,8 0-6 16,0-6-1-16,0-10 0 0,12-9 3 16,5-5 10-16,8-4 3 15,4 0 3-15,3-22-1 16,-4-9-15-16,1 1-3 16,-12-5-3-16,-9 4-19 0,-8 4 13 15,0 5 3-15,-25 7-7 16,-8 6 5-16,-4 9 8 15,-3 0 6-15,3 0 10 16,8 15-14-16,8 7-2 0,4-1-11 16,13 1-29-16,4-7-35 15,4-2-80-15,25-13 25 16,-8 0-8-16,0 0-121 16</inkml:trace>
  <inkml:trace contextRef="#ctx0" brushRef="#br3" timeOffset="-100806.33">15738 11445 335 0,'0'0'421'0,"0"0"-300"15,0 0-110-15,0 0 13 16,0 0 5-16,0 0 18 0,0 0-31 16,21 127-1-16,-13-94-7 15,0-5-3-15,-4-6 18 0,5-10 0 16,-5-9-5-1,-4-3-9-15,8 0 2 0,0 0 11 16,5-27 3-16,7-8-15 16,0-1-9-16,-3-4-1 15,-1 2-3-15,1 11 1 16,-5 5-1 0,-8 10 2-16,0 5 1 15,0 7-3-15,-4 0 2 16,0 7-11-16,9 14 12 15,-5 17 12-15,12 2-3 0,-3-7-2 16,6 1-5-16,-2-9 1 16,-1-6-3-16,1-7-9 15,0-9-13-15,3-3-29 0,1 0-57 16,0 0-61-16,-17-10-149 16</inkml:trace>
  <inkml:trace contextRef="#ctx0" brushRef="#br3" timeOffset="-100585.65">16280 11359 462 0,'0'0'372'16,"0"0"-349"-16,0 0-20 16,0 0 67-16,-119 62 0 15,87-16-26-15,11 3-13 16,13 0-23-16,8-2-8 15,0-13 0-15,12-7 5 0,20-8-4 16,5-13 5-16,5-3 1 0,-1-3-7 16,4 0-29-1,-33-9-124-15,-4-4-213 0</inkml:trace>
  <inkml:trace contextRef="#ctx0" brushRef="#br3" timeOffset="-100418.02">16477 11612 355 0,'0'0'811'16,"0"0"-773"-16,0 0-32 15,0 0 39-15,0 0-24 16,0 0-21 0,17 3-66-16,-13-3-124 15,-4 0-339-15</inkml:trace>
  <inkml:trace contextRef="#ctx0" brushRef="#br3" timeOffset="-98078.92">13464 13282 334 0,'0'0'189'16,"0"0"-189"-16,0 0 9 0,0 0 20 16,0 0 38-16,0 0-17 0,0 0-8 15,61 7-3-15,-48-10-6 16,-1-4 15-16,-4-2-7 15,1 0-6 1,-1-1-16-16,0-2-4 0,0-3-6 16,5-4-5-16,-5-2-1 15,4-1 0 1,-3 4-3-16,-1-4 2 16,-4 4-2-16,-4-1 0 0,0 3-3 15,0 8-3-15,-8-2-11 16,-13 10-2-16,0 0-2 15,-7 0-1-15,-10 6 22 16,6 25 7-16,-5 6 25 16,4 16-6-16,8 5 0 15,9 4-9-15,16-1-10 0,0-5-4 16,8-10-3 0,25-12 0-16,12-13 1 0,4-5 7 15,1-10 6-15,-1-6-8 16,4 0 3-16,-3-3-1 0,-1-18-6 31,-9-4-2-31,-2-3-29 16,-13-3-20-16,-9-9-21 15,-12-3-40-15,0-10-28 0,-4 32-87 16,0-1-58 0</inkml:trace>
  <inkml:trace contextRef="#ctx0" brushRef="#br3" timeOffset="-97840.88">13891 12761 555 0,'0'0'296'16,"0"0"-235"-16,0 0-57 16,0 0 1-16,0 0-2 15,0 0 27-15,0 0-4 16,0 158-15-16,0-81 11 16,0 3-14-1,0-3-4-15,0-6-4 16,4-1 1-16,0-14-3 15,9-13-5-15,-9-12-5 16,4-12-16-16,0-10-30 0,5-6-22 16,-2-3-10-16,2 0-58 0,-9-6-141 15,0-10 26 1</inkml:trace>
  <inkml:trace contextRef="#ctx0" brushRef="#br3" timeOffset="-97524.02">14002 13415 212 0,'0'0'215'0,"0"0"-131"0,0 0-20 16,0 0 49-1,0 0-12-15,0 0-28 0,70 0-12 16,-54 0 4-16,8-25-19 16,-3-8-27-16,4-2-11 0,-9-5-5 15,-3 6-3-15,-9 1 0 16,-4 2-1-16,0 6 1 31,0 6 0-31,-17 7 2 0,-8 6-2 16,1 6-1-1,-1 0-2-15,-7 15 3 0,3 16 3 16,4 12 9-16,4 4-4 16,17-1-7-16,4-6-1 15,0-6-1-15,13-7-3 16,16-8-11-16,8-10 15 16,-1-9-3-16,14 0-14 15,-1-6-40-15,-4-25-75 0,-33 10-105 16,0 3-98-16</inkml:trace>
  <inkml:trace contextRef="#ctx0" brushRef="#br3" timeOffset="-97322.31">14355 13116 336 0,'0'0'277'0,"0"0"-132"15,0 0-38-15,0 0-17 16,0 0-48-16,0 0-13 16,0 0-11-1,-83 108-1-15,71-59-16 16,8 0 0-16,4-9-1 15,0-12 0-15,4-6-1 0,17-10 3 16,4-12-2 0,8 0 0-16,8-3-8 15,-1-28-46-15,6-9-78 16,-38 19-89-16,0-1-171 0</inkml:trace>
  <inkml:trace contextRef="#ctx0" brushRef="#br3" timeOffset="-96204.75">14503 12882 666 0,'0'0'233'16,"0"0"-207"-16,0 0-11 16,0 0 1-1,0 0 2-15,0 0-3 16,-29 123-4-16,29-62-11 16,0-2 2-16,0-4 2 15,8-2-4-15,-4-10-7 0,5-9-17 16,-5-6 4-16,0-9-9 15,0-7-19 1,-4-12-50-16,0 0-22 0,0-4 32 16,0-23-131-16,0-4 8 15,0-6 211-15,0-3 66 16,-4 3 31-16,4 3 35 16,0 12-21-16,0 4-3 0,0 12-21 15,0 2-7-15,16 4-31 16,4 0-22-16,5 0-11 15,4 7 3-15,4 14-1 0,0 4-10 16,-9 6-1-16,-4 3 0 16,-3 0-7-16,-13-1-1 15,-4-5-9-15,0-6 10 16,0-4 10-16,0-8 2 16,-4-4 0-1,-8-6 8-15,3 0 22 16,5 0-17-16,0-16-25 15,4-17-2-15,0-10 1 16,0-4 1-16,4 4-1 0,17-3-15 16,0 12 3-1,-1 9 12-15,1 3-2 16,0 10-5-16,-9 3-4 0,0 3-35 16,-4 3 11-16,0 3 14 15,-8 0 6-15,4 0 11 16,-4 0 3-16,0 0 2 15,0 12 26-15,0 10-1 0,0 2 4 16,0 7-10-16,0 0 5 31,0 6-12-31,0-6-10 16,0-3 2-16,0-1-1 0,4-11-2 16,8-4-1-16,1-9 0 15,-1-3 8-15,9 0 4 16,4-9-2-16,0-13-3 15,-6-12-1-15,-6 4-4 16,-9-1-1-16,-4 0-1 0,0 6-6 16,-13 7 3-16,-15 2-14 15,-5 10 17-15,9 6-1 16,-1 0 1-16,4 0-2 16,9 0-1-16,3 6-5 15,6 4-8-15,3-1-29 16,0 0-29-16,8-6-14 0,12-3 65 15,13 0 23-15,0 0 1 16,9-9-1-16,-6-1-2 16,-3 5-29-16,-12 5-3 15,-9 0 28-15,-4 0-6 0,-4 21 12 32,-4 10 45-32,0 6-7 0,0 3 7 15,0-3-20 1,0-6 32-16,-4-10-30 0,4-14 26 15,0-7 5-15,0 0-9 16,0-4 1-16,4-23-13 16,25-10-25-16,-1-6-10 15,5 3-2-15,-8-1 0 16,0 8-1-16,-4 11-2 0,-9 9 2 16,-8 8 1-16,-4 5-5 15,0 0 0-15,0 12-20 16,0 16 25-16,0 12 10 15,0-6-8-15,0 6-2 16,0-10 0-16,12-8-33 16,0-3-14-1,0-14-65-15,5-5-38 0,-13 0-24 16,4 0-196 0</inkml:trace>
  <inkml:trace contextRef="#ctx0" brushRef="#br3" timeOffset="-95572.52">15705 12993 132 0,'0'0'385'0,"0"0"-345"16,0 0 9-16,0 0 134 15,0 0-59-15,0 0-81 16,0 0-41-1,8-34 1-15,-32 65 20 16,-4 2 8-16,-6 8-1 16,5 4 3-16,13-1-22 15,4-1-8-15,7-6 6 16,5-9-9-16,0-10-1 16,13-6 1-16,16-9 8 15,8-3 3-15,8 0-1 0,8-21-10 0,9-10-8 16,-5-3-37-16,-7-3-31 15,-9 3 18 1,-12 1 13-16,-14 5 36 16,-15 9 9-16,0 7 0 0,0 6 56 15,-8 6 26-15,-11 0-48 16,-6 15-6-16,0 16-9 0,4 9-4 16,13 0-13-16,8 3-1 15,0-9 2-15,0-6-1 16,16-9-2-16,13-14 3 15,0-5-3-15,8 0 0 16,8-30 0-16,0-4-9 16,-7-3-8-1,-10-3-17-15,-12 3-5 16,-16 3 17-16,0 6 4 16,-8 7 16-16,-24 11 4 0,-14 10 9 15,-7 0 7 1,4 0-3-16,-1 22-1 15,13 9-12-15,17-3-2 16,11 5-7-16,9-2-46 0,4-6-51 0,29-13-70 16,13-12 36-16,7 0 0 15,-29-3-7-15,1-9-19 16</inkml:trace>
  <inkml:trace contextRef="#ctx0" brushRef="#br3" timeOffset="-95038.74">16404 13021 503 0,'0'0'289'16,"0"0"-177"-16,0 0-95 16,0 0 46-16,0 0-7 15,12 107-40-15,-16-67-9 16,0 0-4-16,4-9-3 16,0-12 5-16,0-10-5 15,0-9 1-15,4 0 2 0,11-6 13 16,6-22-5-16,4-6-11 15,-4-6 0-15,-5 6-1 0,-4-3-2 16,1 6 3-16,-9 10 0 16,0 8 0-16,-4 13 12 15,0 0 35-15,0 0-18 16,0 6-29-16,0 19 0 0,4 6 6 31,9 0-5-31,-2-7 4 16,6-5-5-16,7-7-3 15,9-12-2-15,1 0-5 0,14 0-8 16,2-21-11-16,3-10-31 16,0-3-55-16,-7-3-9 15,-9 0 17-15,-8-3 34 16,-14 0 40-16,-15 9 33 16,0 10 25-16,-4 8 62 15,-24 13 96-15,-17 0-60 16,-9 13-59-16,5 20 3 15,0 14-30-15,16-1-16 0,12 3-9 16,13 1-12-16,8-4 0 0,0-6-2 16,12-9 2-1,17-10-2-15,13-8-17 0,7-13-13 16,0 0-48-16,-29 0-125 16,1-13-294-16</inkml:trace>
  <inkml:trace contextRef="#ctx0" brushRef="#br3" timeOffset="-94900.42">17195 13147 456 0,'0'0'632'16,"0"0"-572"-16,0 0-56 16,0 0 58-16,0 0-27 15,0 0-35-15,17 0-40 0,-17 0-87 16,0 0-269-16</inkml:trace>
  <inkml:trace contextRef="#ctx0" brushRef="#br3" timeOffset="-93994.22">17713 12808 478 0,'0'0'41'0,"0"0"-41"0,0 0 0 15,0 0 53-15,0 0-34 16,0 0-17-16,78-75 8 15,-66 75 14-15,-8 0 4 16,-4 0 21-16,0 0 4 16,0 4 16-16,0 20 24 0,0 11-44 15,0 4-3-15,0 5-26 32,4 5-6-32,0 0-5 15,5-3-8-15,-1-5 0 0,0-8 2 16,-4-5-3-16,1-16 1 15,-1-2 0-15,0-10 2 16,0 0 12-16,8 0 14 16,4-22 18-16,5-12-31 0,12-9-15 15,-4 0 2-15,4-9-3 16,-1 8 2-16,-3 4-3 16,0 10 1-16,-5 11 0 15,-11 10 1-15,3 2 6 16,-7 7 14-16,2 0-11 15,5 7-9-15,9 23 7 16,4 8 1 0,4 2-2-16,0 0-5 0,-5-1 0 15,1-8 0-15,-4-3-1 16,4-9 0-16,-8-7 1 16,2-9-1-16,6-3 1 0,0 0 2 15,8-12-4-15,5-16-7 16,-6-6-30-16,-7-3-56 15,-25 16-155-15,-4 2-433 16</inkml:trace>
  <inkml:trace contextRef="#ctx0" brushRef="#br3" timeOffset="-91422.8">22433 12820 668 0,'0'0'174'0,"0"0"-174"16,0 0-64-16,0 0 64 15,0 0 29-15,0 0-26 0,156-40 3 16,-73 28-6-16,7-1 4 16,-4 4 5-16,-3 0-2 15,-18 5-6-15,-24 4-1 16,-20 0-16-16,-17 0-75 16,-4 0-79-16,-13 4-2 15,-11-1 10 1</inkml:trace>
  <inkml:trace contextRef="#ctx0" brushRef="#br3" timeOffset="-91206.01">22540 12943 324 0,'0'0'105'0,"0"0"-73"16,0 0-3 0,0 0 37-16,0 0 12 0,0 0-35 0,29 40 15 15,37-55-17-15,3 0 3 16,10-1-21-1,-6 1-5-15,-3 2 8 16,-4 4 0-16,-17 6-21 0,-16 3-5 16,-12 0-99-16,-21 0-125 15,0 0-213 1</inkml:trace>
  <inkml:trace contextRef="#ctx0" brushRef="#br3" timeOffset="-90788.75">22487 12478 762 0,'0'0'43'16,"0"0"-43"-16,0 0-39 15,0 0 39-15,0 0 44 0,0 0-31 16,86-18-9-16,-61 39-3 16,-5-2 4-16,1 2-1 15,-8-9-1-15,-5-2-2 16,0-5 0-16,-4-5 8 16,-4 0 12-16,12 0 3 15,4 0 5 1,9-9 1-16,12-9-19 15,0-7-10-15,8 1 0 16,0-4 2-16,5 0-2 16,-2 1-1-16,-2-1 0 15,-5 3 1-15,-5 0-1 16,-3 4 1-16,-12 5-1 0,-8 7 0 16,-9 6-30-16,-4 3-90 0,0 0-170 15</inkml:trace>
  <inkml:trace contextRef="#ctx0" brushRef="#br3" timeOffset="-89535.56">23678 12536 695 0,'0'0'143'0,"0"0"-139"16,0 0 10 0,0 0 103-16,0 0-103 15,0 0-14-15,0 0-5 16,53-61 4-16,-20 61-1 15,8 0 1-15,-1 0 1 16,-7 0-2-16,-4 3 0 16,-4 9 0-16,-13 3-8 15,-7 1 0-15,-5 6-23 16,0 2 0-16,-13 7 31 0,-20 6 4 16,-8 0-1-16,-4 3 3 0,4-3-3 15,0 0 4-15,12-9 8 16,9-3-2-16,8-7-3 15,12-3 5-15,0-5-11 16,0-8-1-16,23-2 8 31,19 0 2-31,16 0 1 16,15-2-11-16,6-14-1 16,15 7-10-16,-4-4-26 0,-4 1-21 15,-65 9-70-15,-9 0-140 16</inkml:trace>
  <inkml:trace contextRef="#ctx0" brushRef="#br3" timeOffset="-89250.72">24794 12469 872 0,'0'0'0'0,"0"0"-10"16,0 0 10-16,0 0 26 16,0 0 11-16,0 0-23 15,-127 138-13-15,90-98 11 16,4 0-6-16,8-12-4 0,9-10-1 31,4-5 0-31,8-13-1 16,4 0-14-16,-4 0-13 15,4 0-46-15,-4-6-118 0,-1-13-337 16</inkml:trace>
  <inkml:trace contextRef="#ctx0" brushRef="#br3" timeOffset="-89061">24417 12487 375 0,'0'0'438'16,"0"0"-401"-16,0 0-33 15,0 0 36-15,0 0-19 16,0 0 6-16,0 0 11 15,86 59-17-15,-37-26-16 16,4 2 2-16,-3-2-5 16,3 1 0-1,-12-6-2-15,-12-4-11 16,-5-5-74-16,-3-10-76 16,-21-9-42-16,0 0-113 15</inkml:trace>
  <inkml:trace contextRef="#ctx0" brushRef="#br3" timeOffset="-88761.9">25119 12379 852 0,'0'0'142'15,"0"0"-142"-15,0 0-6 0,0 0 6 16,0 0 14 0,0 0-2-16,8 148-6 15,-8-96-1-15,0 1 5 0,4-4-8 16,0 0 0-16,0-8 3 16,-4-14-2-16,4-5-6 15,0-10-5-15,-4-3-47 0,4-9-66 16,-4 0-134-16,0 0-93 15</inkml:trace>
  <inkml:trace contextRef="#ctx0" brushRef="#br3" timeOffset="-88377.58">25369 12472 861 0,'0'0'200'0,"0"0"-200"15,0 0-26-15,0 0 26 16,0 0 16-16,12 104-8 16,-16-51-8-1,0-1 5-15,4-3-5 0,0-6 0 16,0-8 1 0,0-11-1-16,8-8 1 15,9-10 1-15,3-6 11 0,8 0-7 16,14 0 5-16,3-22-2 15,1-9-9-15,2-5-2 16,-15-8-5-16,-12-2 1 0,-9-6 5 16,-12 2 1-16,0 4 0 15,-29 9 11-15,-8 9 24 16,-4 13 15-16,-8 12-22 16,0 3-27-16,-4 0-2 15,3 0-29-15,9 16-48 16,33-4-94-1,8-3-248-15</inkml:trace>
  <inkml:trace contextRef="#ctx0" brushRef="#br3" timeOffset="-84897.72">25681 12018 485 0,'0'0'67'16,"0"0"-67"-16,0 0 0 0,0 0 41 31,0 0-41-31,0 0-2 0,0 0 2 0,0 0 29 15,-29 78 9-15,25-48 13 16,0 4-18-16,-5-3-13 16,9-6-7-16,0-6-6 31,0-7 12-31,13-6-9 0,12-6 5 0,12 0-7 16,11 0-8-16,2 0-52 15,4-13-20-15,-14 4-3 16,-11 6 29-1,-17 0 34-15,-7 3 11 0,-5 0 2 16,0 12 28-16,-9 19 64 16,-16-3-43-16,1 9-6 0,-4-6-4 15,-1 3-22-15,-8-7-1 16,-1-2 1-16,2-10-7 16,3-5 8-16,0-7-19 15,4-3-18-15,25 0-143 16,0 0-263-16</inkml:trace>
  <inkml:trace contextRef="#ctx0" brushRef="#br3" timeOffset="-84726.88">25644 12080 110 0,'0'0'827'0,"0"0"-776"0,0 0-51 15,123-52 0-15,-57 42 15 16,3 7-15-16,1 3-2 16,-45 0-98-16,-12 0-311 15</inkml:trace>
  <inkml:trace contextRef="#ctx0" brushRef="#br3" timeOffset="-82666.22">24128 13325 237 0,'0'0'327'0,"0"0"-319"15,-123 25 2-15,103-18-10 0,8-5 30 0,0 4-23 16,0-2-7-16,7 2 0 16,-3-3 2-16,8-3 4 15,-4 3 16-15,4 0 6 16,0-3-7-16,0 0-5 15,0 0-1-15,0 0 8 16,0 0-18-16,25 0 4 0,11 0 4 16,26-9 0-16,16-7-2 0,21 1-7 15,16-7 5 1,20 1 1-16,13-4 1 16,8 4-7-16,-4-4-1 15,-4 6-1-15,-13 4 0 0,-20 9-2 31,-29 0 6-31,-20 6-6 16,-29 0 3-16,-21 0-3 0,-16 0-3 16,0 0-22-16,-16 0 16 15,-26 0-4-15,-14 12 5 16,-15 0-24-16,-10 4-23 16,-14 6-36-16,50-17-119 15,0 5-52-15</inkml:trace>
  <inkml:trace contextRef="#ctx0" brushRef="#br3" timeOffset="-82418.58">24409 13446 206 0,'-140'40'248'0,"95"-25"-163"16,20-2-68-16,16-11 15 15,9 2-7-15,0-1-5 16,17-3 2 0,20 0 1-16,12 0 18 15,5 0 3-15,12-9 0 16,15-4-22-16,13-2 3 15,22 0-9-15,3-1 11 16,8-3 1-16,0 4 0 16,-8 3 13-16,-12-1-15 0,-16 4-3 15,-26 0-1-15,-20 9-19 16,-20 0-3-16,-13-6-27 16,-12 6-105-16,-16-3-131 0</inkml:trace>
  <inkml:trace contextRef="#ctx0" brushRef="#br3" timeOffset="-81455.98">23591 11615 179 0,'0'0'466'0,"0"0"-466"15,0 0-11-15,0 0 11 16,0 0 58-16,0 0-47 0,0 0 4 15,111 9 7-15,-33-9 41 32,24-12-7-32,17-4-14 15,21 1-2-15,4-1-9 16,7 1-13-16,-7 2-3 0,-20-2-11 16,-26 6 0-16,-37 3-3 15,-28 3-1-15,-20 0-6 16,-13 3 1-16,0-4-13 0,0-1 7 15,-4 1-24-15,-17 1 2 16,-4 3-11-16,-11 0-13 16,-5 0-18-16,-9 9-58 15,26-2-46-15,-5 5-42 16</inkml:trace>
  <inkml:trace contextRef="#ctx0" brushRef="#br3" timeOffset="-81200.61">23895 11800 282 0,'0'0'158'16,"-115"46"-130"-16,107-40-28 16,4-3 8-16,4 0 55 15,0-3-23-15,12 0-8 16,21 0-4-16,12 0 8 16,13 0 46-16,19-6-9 15,22-6-5-15,16-4-8 16,12 1-19-16,9-1 7 15,-1 4-16-15,-16 3-13 0,-24 6-9 16,-34 3-10 0,-24 0 0-16,-33 0-12 15,-8 0-118-15,-33 0-231 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09:55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2641,'0'0'8516,"0"0"-8516,0 0-400,0 0-368,0 0 768,0 0 608,0 0-288,0 0-320,0 24-224,0-24-448,0 0-145,0 9 561,0-9-144,0 0-1233,6 0-1120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51:10.81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4052 4525 126 0,'0'0'0'16,"0"0"-52"-16,0 0 52 15,0 0 11 1,0 0-5-16,0 0-6 0,0 0-15 15,27-86-60 1</inkml:trace>
  <inkml:trace contextRef="#ctx0" brushRef="#br0" timeOffset="2314.35">2902 3967 296 0,'0'0'60'0,"0"0"-51"16,0 0 4-1,0 0 50-15,0 0 16 16,0 0-42-16,0 0-5 0,-8-89-9 15,8 85 21-15,0 4 17 16,0 0-21 0,0 0-2-16,0 0 3 15,0 0-12-15,0 0 2 0,0 0-11 16,0 0-15-16,0 0-5 16,0 0-12-16,-4 16 12 15,0 11 22-15,4 13 0 16,0 7-7-16,-4 5-4 15,4 13-3-15,0 3 8 16,-5 3-12-16,5 9 11 0,0 0 3 16,0 3-9-16,0 3 6 15,0-2-14-15,0 2 5 16,0-3-2-16,0-2 0 16,5-1-1-16,7 9 4 0,-4 0-4 15,-1 1 2-15,-2-7-2 16,3-3 1-16,-8-6 2 0,4-3-2 15,0-3 0-15,0 3 7 16,-4-7-11 0,4-5 11-16,-4-4-7 0,0-2 5 15,0-10 0-15,0 0-7 16,0-3 5-16,0-2 8 16,0-5-11-1,0 1 4-15,0 0-5 16,0-3 0-16,5-4 0 15,-1-2-1-15,0-9-1 0,0-1 5 16,-4-9-5 0,0-2 2-16,0-1-3 15,0-3 0-15,0 6 1 16,0-3-1-16,4 0 0 0,-4 3 1 0,0-3 3 31,4 3-7-31,-4 0 3 16,0-6 0-16,0 0-3 15,0 0 2-15,0 0-1 0,0 0-25 16,0 0-33 0,0 0-16-16,0-15-52 0,0-13-108 15,0 13-48-15,0-7-122 16</inkml:trace>
  <inkml:trace contextRef="#ctx0" brushRef="#br0" timeOffset="10428.06">2750 3874 2 0,'0'0'139'16,"0"0"-107"-16,0 0-27 15,0 0 21 1,0 0 33-16,0 0 6 16,0 0-2-16,0 4-12 15,0-4-18-15,0 0-26 0,0 0-7 16,0 3-7-16,0 3 4 16,0-3 3-1,-8 0 4-15,4 0-1 16,4-3-3-16,0 0 4 0,0 0 4 15,0 0-8-15,0 0 0 0,0 0-3 16,0 0 3-16,12 3 7 16,8 0 8-16,9-3-10 15,0 0 21-15,8 0-12 16,7 0-5-16,10 0 6 16,16 0-2-1,12-3 4-15,12-6-10 16,18 0 2-16,3-1 3 15,3 1-6-15,10 0 5 16,-5 3-7-16,0-3-2 16,-8 5-1-16,-4 4-1 0,-1-3 0 15,5 0 5 1,5 0-5-16,-1 0 1 0,4 3 0 0,0-3 0 16,0 3 1-1,-4 0-2-15,1 0 0 0,-6 0 3 16,-7 0-2-16,-1 0-1 15,2 0 0-15,-6 0 1 16,-8 0 0-16,5 0-1 16,4 9 0-1,-1-3 4 1,9-6-4-16,-4 4 0 0,4-4-1 16,-9 0 1-16,9 0 0 15,0 0-2-15,8 0 2 16,-4 0 2-16,0 0-1 15,-1 0-1-15,2 0 2 16,-9 0-2-16,-9 0 2 0,-3 0-1 0,-5 0 0 16,4 0 5-1,1 0 0-15,-1 0 5 0,0 0-1 16,-3 0-8-16,3 0 8 16,-4 0-4-16,9-4-1 15,-1 1 3 1,0 0 0-16,2 0 5 0,-2 0 3 0,-4 3-7 15,1 0-2-15,-5 0-5 16,-3 0 0-16,-1 0 6 16,-9 0-2-16,2 0 4 15,-2 0 0-15,6 0-5 32,-2 0 4-32,2 0-6 0,-1 0-2 15,-4-3 6-15,0 0-7 16,-1 3 3-16,-2-6-1 0,6 6-1 15,-2-7-1-15,-6 4 0 16,6 1 0-16,-10-2 2 16,10 4-1-16,-6-3 0 15,2 3-1-15,2-3 0 16,2 3 0-16,-2 0 0 0,-7 0 0 16,-4 0 1-1,-4 0-1-15,-10 0 0 0,6 0 0 16,0 0 1-16,3 0 1 31,1 0-2-31,-1 0 0 0,-3 0-1 16,0 0 2-16,-6 0-1 15,6 0 0-15,-5 0 0 16,5 0-1-16,-8 0 1 16,6-3 0-16,-10 0 4 15,-1 0-1-15,-8 0 8 16,-4 3 1-16,-4-6 3 15,4 6 0-15,0 0-8 0,3 0-4 16,-3 0 5-16,0 0-7 16,-4 0 7-16,-4-3 3 15,-6-1-1-15,-6 1 7 16,-5 0-4-16,-4 3 0 0,0 0 2 16,-4 0-8-16,0 0 6 15,4 0-6-15,1 0-6 31,7 0 0-31,5 0-1 0,3 0 0 16,1 0 2-16,3 0 0 16,-4 0-2-16,5 0 1 15,0 0 0-15,4 0 4 16,0 0-4-16,7 0 2 0,5 0 3 16,1 0-5-16,-5 6 0 15,-1-6-1-15,-3 0 2 16,-4 0 1-16,0 0-3 0,-8 0 0 15,-2 0 4 1,-6 0-3-16,-5 0-1 0,-4 0 0 16,0 0 1-16,-4 0 1 15,4 0-2-15,-4 0 1 16,0 0 6-16,0 0-6 0,0 0 8 16,0 0-3-16,0 0-4 15,0 0-1-15,0 0-1 16,0 0-5-16,0 0 5 31,0 0-6-31,0 0 1 16,0 4-21-16,-8-1-93 15,-4-3-193-15</inkml:trace>
  <inkml:trace contextRef="#ctx0" brushRef="#br0" timeOffset="12795.26">3029 6516 154 0,'0'0'61'16,"0"0"-55"-16,0 0 11 31,0 0 21-31,0 0-15 15,0 0-14-15,0 0-9 16,-70-3 3-16,66 3 13 16,-8 0 0-16,3 0 4 15,5 0-5-15,-4 0-1 16,-5 0 6-16,6 0-6 16,-1 0-13-16,-4 0 2 15,7 0 0-15,1 0 30 16,4 0 2-16,-4 0 1 15,4 0 0-15,0 0-13 0,0 0-9 0,0 0 4 16,0 0-11-16,0 0-7 16,0 0 4-16,13 0-2 15,3 0 30-15,8 0-14 16,5 0 16-16,8 0 9 16,13 0-21-16,11 0-2 15,9 0 11-15,7 0-4 0,14 0-5 16,-1 0-2-16,4-3-10 15,10 0 1-15,-2 3-6 16,4 0-1-16,1 0-1 16,0 0-1-16,0 0 6 15,3 0-8-15,5 0 1 16,1 0-1 0,-1 0 1-16,-1 0 1 15,1 0-1-15,4 0 1 16,1 0-1-16,-5 0-1 15,-5 0-2-15,1 0 2 0,-1 0 0 16,-2 0 7-16,-6 3-7 16,1 0 2-1,-8 0 2-15,7 0 0 0,4-3 2 0,2 0 2 16,7 0-7-16,-13 0-1 16,-4 0 0-16,1 0 4 15,0 0-4-15,-1 0-1 16,1 0 1-16,-1 0 0 15,-4 0 4-15,1 0-1 16,-1 0-3 0,0 0 0-16,-7 0 0 15,-1 0-1-15,-3 0 1 0,2 0 2 16,1 0-1-16,9-3-2 16,-1 0 5-16,-4 3-6 15,5-6 2-15,-5 0-7 16,10 0 5-16,-2-4 3 15,0 1-1-15,1 3 1 16,-5 3 1-16,0-3-2 16,-7 2 0-16,-1 1 3 15,-5 3-3-15,-2 0 4 0,-1 0-4 16,-4 0-4-16,-5 0 4 16,-7 0 1-16,4 0 3 15,-1 0-4-15,2 0 1 0,2 0-3 16,5 0 6-16,-4 0-4 15,0 0 0-15,-9 0 0 16,5 0 0-16,-1 0 0 16,5 0 0-16,0 0-1 15,4 0 1-15,-1 0-3 16,2 0 3 0,2 0 0-16,-2 0 0 15,-2 0 0-15,2 0 2 16,2 0-1-16,-7 0 2 15,0 7-3-15,4-7 0 16,-9 3 0-16,5 0-2 16,-4-3 4-16,0 0-4 0,3 0 2 15,-3 0 0-15,4 0 5 16,-9 0-5-16,-3 0 0 16,3 0-2-16,-3 0 2 15,3-3-1-15,-3-4-1 0,4 2 2 16,-1-2 0-16,-3 1-1 15,-1 0 1-15,1 0 0 32,-5 3 0-32,-4 0 0 0,5-1-2 15,-1 4 2-15,0 0 0 16,1 0 1-16,-5 0 0 16,0 0-1-16,1 0 0 15,-1 0 0-15,0 0 4 16,-4 0-4-16,5 0 0 15,-6 0 0-15,-6 0 2 0,3 0-5 16,-5 0 3-16,-3 0 0 16,-4 0 0-16,-4 0 1 15,-9 0 3-15,1 0-3 16,-9 0-1-16,0 0 29 16,-4 0-15-16,0-3-7 0,-4 3 0 15,0 0-6-15,0 0 12 0,0 0 2 16,0 0-5-1,0 0-9-15,0 0-1 16,-4 0-12-16,-8 0-23 0,-8 0-91 16,11 0-88-16,-7 0-120 31</inkml:trace>
  <inkml:trace contextRef="#ctx0" brushRef="#br0" timeOffset="17186.32">13160 3955 237 0,'0'0'0'0,"0"0"0"16,0 0 20-1,0 0 13-15,0 0 0 0,0 0-22 16,-4-41 1 0,4 41-9-16,0-5 0 15,0 1-1-15,0 1-3 16,0-3 1-16,0 3 0 0,0 0 1 15,0 3 1-15,0-3 21 16,0 0 2-16,0-3 4 16,0 2-4-16,0-2-14 0,0 0 8 15,0 0 3-15,0 0 11 16,0 6-16-16,0-3 4 16,0 3 18-16,0 0-7 15,0 0-16-15,0 0-9 0,0 0 8 31,0 0-1-31,0 0 10 16,0 0-2-16,0 0-8 16,0 0 4-16,0 0 0 0,0 0-5 15,0 0 0-15,0 0-8 16,0 0-3-16,0 0-1 16,0 0-1-16,0 0-2 15,0 0-4-15,0 0-4 0,0 15 10 16,0 7 0-16,0 6 0 15,0 2 9-15,0 8-3 16,0-2 6-16,0 4-12 16,0 3 6-16,0 4 17 15,0-1-11-15,0 0-3 16,0 0 3 0,0-2-11-16,0-1 6 15,0-3-1-15,0-3-3 0,0 0 7 16,0-4-3-16,0 8 2 0,4-4 11 15,0 0-8-15,1 3 6 16,-5-3-14-16,0 3-2 16,0 0 9-1,0 0-11-15,0 3 2 16,0-6 3-16,0 9-5 16,4-2 4-16,-4-1-1 15,8 6 3-15,-4-3 5 0,-4-3-10 16,8-6 2-16,-3-6 4 15,-5 0-7-15,4-7 2 16,0 4-2-16,-4-6 0 0,4-1 0 16,-4 1 2-16,4 0-2 15,0 0 2-15,0 5 1 32,0-2-1-32,0 6 0 15,0-3-1-15,-4-1-1 0,4 1 1 16,0 3-1-16,0 2 2 15,-4 2 3-15,4-5-9 16,0 1 4-16,-4-6 0 16,0 0-1-16,0 2 3 15,0 1-2-15,0 0 3 16,0-4-2-16,0 4-1 16,0-3 0-16,0 0 2 0,0 2-3 15,5-2 1-15,-5 3 0 0,0-7 0 16,0 1 1-1,0 2 0-15,4-2-1 16,-4-1 1 0,0 1 6-16,4 0-6 15,-4-4 2-15,4 0 6 16,-4-2-9-16,0-1 3 16,4 1-3-16,-4-4 1 0,0 0 0 15,0-2 0-15,0 2-1 16,0-3 2-16,0 1-1 15,0-4-1-15,0 0 0 16,0-3 0-16,0-3-1 0,0 3 4 16,0-3-3-16,0 3 8 15,0 1-3-15,0 1 4 16,0-5-5-16,0 3-4 0,0-3 4 16,0 0-4-16,0 0 0 15,0 0 1-15,0 0 2 16,0 0-2-16,0 0 0 15,0 0-1-15,0 0 0 16,0 0-12 0,0 0-7-16,0 0-5 15,0 0-21-15,0 0-39 16,-4 0-88-16,-4 0-167 16</inkml:trace>
  <inkml:trace contextRef="#ctx0" brushRef="#br0" timeOffset="23891.69">3920 3057 60 0,'0'0'107'0,"0"0"-66"15,0 0-9-15,0 0 25 16,0 0-39-16,0 0 34 0,0 0-10 0,0 0 7 16,32-30 14-16,-32 24-36 15,0 6 27-15,0 0-13 16,0 0-21-16,0 0-14 15,0 0-6-15,0 0-1 0,0 0-6 16,0 0 6 0,0 0 1-1,0 0 0-15,0 0 3 16,0 0-1-16,0 0-2 0,-16 12 6 16,-4 10 1-16,-9 2-2 15,-8 7-4-15,-4 6 4 16,-16 9 4-16,-13 10-5 15,-8 5-1-15,-13 13 1 16,-7 0-1-16,0-3 1 16,-2 0-3-16,6-6 6 0,17-13 10 15,11 1-7-15,12-13-1 16,10 0-9-16,15-3-2 16,8-7 2-16,13-5 0 15,-1-6-2-15,9-7-10 16,0-5-55-1,0-5-27-15,0-2-92 16,13 0-86-16</inkml:trace>
  <inkml:trace contextRef="#ctx0" brushRef="#br0" timeOffset="35534.9">3895 3017 87 0,'0'0'29'0,"0"0"-26"0,0 0 3 16,0 0 20-16,0 0-4 16,0 0 3-16,17 4-7 15,-17-4-2-15,0 3-10 16,0-3 15-16,0 0 38 15,0 0 13-15,0 0-21 0,0 0-12 16,0 0-11-16,0 0-1 16,0 0-12-16,0 0-1 15,0 0 3 1,0 0-5-16,4 0 1 16,0 0 2-16,0 0-7 15,8 0 2 1,4 0 0-16,9 0 1 0,8 0 10 15,9 0-10-15,2-3 3 16,14-1 5-16,3 1-1 16,9 1-4-16,12-2-7 15,9 1 4-15,-1 0-3 0,13 0-4 16,3 0-4-16,1 0 0 16,12 3 0-16,-9-3 3 15,10 0-3-15,-9 3 0 0,-1-6 2 16,-7-1-2-1,0 1 0-15,-13 0 1 0,0 3 0 16,-7-3 0-16,-6-1-1 16,6 5 0-16,3-1 0 15,0-1 0 1,0 1 0-16,-4 3 1 16,1-3 1-16,-6 0-4 15,10 3 1-15,3 0 1 16,1-3 1-16,-1 3-1 15,-4 0 0-15,0 0 0 16,-8 0 0-16,0 0 1 16,-4 0-1-16,-4 0 0 0,3 3 1 15,2-3-1 1,-2 0 1-16,6 0-1 0,-2 0 1 0,9 0 3 16,5 0-4-16,-5 0 0 15,1 0 0-15,-2 0 0 16,-10-3-1-16,2 0 1 15,-3-3 0-15,-4 3 2 0,4 0-2 16,-4-4 0-16,4 7-1 16,-1-3 1-1,5 0 0-15,1 0 4 0,-10 3-3 16,5 0 2-16,-5 0-3 16,2 0 2-16,2 0 0 15,-3 0 1 1,-3 0-3-16,-2 0 2 15,-3 0-1-15,-1 0 0 16,5 0-1-16,-5 0 0 0,5 0 3 16,-5 0-2-1,1-3 4-15,0 3 3 16,-1-3-8-16,1 3 7 16,3-3-7-16,1 3 1 0,3-3 0 0,2 3-1 15,-6 0 0-15,1 0 3 16,-4 0-3-16,3 0 3 15,-3 0-3-15,3 0 1 16,1 0 1-16,0 0-1 16,0 0 0-16,3 0 4 15,1 0-4 1,-4 0 0-16,-1 0-1 16,-3 0 0-16,-1 0 3 15,1 0-3-15,-1 0 0 16,1 0 2-16,-4 0-2 15,3 0 2-15,-7 0-2 16,7 0 0-16,-3 0 0 0,0 0-1 16,3 0 1-16,-3 0 2 15,7 0 0-15,-7 0-2 16,-1 0 0-16,-4 0 1 0,-3 0 3 16,7 0-3-1,1 0 0-15,4 0 5 0,3 0-5 16,1 0 3-16,3 0-3 31,-3 0-1-31,4 0 5 0,-8 0-5 16,-6 0 0-16,-2 0 11 15,0 0-3-15,-6 0 5 16,6 0-5-16,0 0-6 0,-1 0 2 16,5 0-4-1,-2 3 1-15,-2 0 3 0,0-3-4 16,-1 6 1-16,-4-3-1 15,-7 0 0-15,-2-3-3 0,-11 3 3 16,-4-3 0-16,-1 0 3 16,-3 3-2-16,8-3 0 15,-5 0-1-15,5 4 0 16,8-4 0-16,-4 0 0 31,7 3 0-31,-2-3 4 0,-5 0-3 16,-4 3 3-16,-5-3 1 15,-4 0-2-15,-3 3-1 16,-5 0-2-16,4 0 0 16,-7 0 0-16,-5-3 1 15,4 3 0-15,-4-3-1 16,-4 0 0-16,0 0-1 0,0 0-2 16,0 0-8-16,0 0-10 15,0 0-14-15,0 0 9 16,0 0 1-16,0 0 4 0,0 0 10 15,0 0-5-15,0 0 16 16,0 0 2-16,0 0-1 16,0 0 2-16,0 0-3 15,0 0 0-15,0 0 0 0,0 0-3 16,0 0-13-16,0 0 0 16,0 0 4-16,0 0 8 15,0 0 1-15,0 0-7 16,0 3-18-16,0 4-11 15,-8-2-36 1,0-5-57-16,-1 4-105 16</inkml:trace>
  <inkml:trace contextRef="#ctx0" brushRef="#br0" timeOffset="36352.32">13956 2977 350 0,'0'0'36'0,"0"0"-35"16,0 0 2-1,0 0 22 1,0 0 50-16,0 0-13 0,0 0-14 16,62-49-24-16,-62 49-21 15,4 0-1-15,-4 0-1 16,0 0 1-16,0 0-3 16,0 0 2-16,0 0 0 0,0 0 7 15,0 0 0-15,0 0-3 16,0 0-5-16,-4 0-1 15,-12 0 1-15,-1 6 13 16,-8 6 2-16,-7 7 14 16,-5 3-21-16,-13 8 17 15,-6 13 8-15,-19 7 13 16,-15 11-10-16,-9 1-10 31,1 6 2-31,0 3-2 0,11-3-11 0,9 3-5 16,12-13 9-16,13-9-13 15,12-11 0 1,8-14 0-16,12-5 4 0,6-7-5 16,7-6-5-16,8-6 0 15,0 0-7-15,0 0-21 16,0 0 0-16,0 0-19 0,19 0-38 16,-2 0-28-16,-9 0-53 15,4-3-93-15</inkml:trace>
  <inkml:trace contextRef="#ctx0" brushRef="#br0" timeOffset="38398.71">14166 3104 10 0,'0'0'46'15,"0"0"4"-15,0 0 17 16,0 0 8-16,0 0-28 16,0 0-15-16,0 0-27 15,17-62 23-15,-17 53-11 16,0 3-4-16,0-4 6 0,-5 1 20 16,1 3-16-16,0-3 16 0,4 3-2 15,0 3-22 1,0 0-9-16,-4-1 2 15,4 4-8-15,0-3 1 16,0 3 5-16,0 0 0 0,0 0 4 16,0 0 3-1,0 0-11-15,0 0 2 16,0 0-4-16,0 0-3 16,0 0 1-16,0 0-10 15,0 0-4-15,0 0 16 16,0 19 4-16,0 0 0 15,0 5 1-15,0 7-2 16,0 2 1-16,4 11-4 0,0 2 0 16,0 10 5-16,5 5 3 15,-5 4-3-15,8 12 0 16,-4 0-1-16,-3 0-2 16,-1 0 2-16,0-6-4 0,4 0 4 15,0 0-1 1,-5 0 15-1,2-3-9-15,-1 6-6 16,0-3 11-16,-4 0-4 0,0-1-6 16,0-2 4-16,4-3-5 15,-4 2 4-15,0 4-6 16,0 0-1-16,0-3 8 16,0-3-5-16,0-6-3 15,0-7 8-15,0 4-7 0,8-1 1 16,-4-3 2-16,5 4 4 15,3-4 0-15,-4 1 2 16,5-13 3-16,-5-6 3 16,0-4-15-16,1-8 3 0,-5-6-4 15,-4-4 1 1,4 0 1 0,-4 0-2-16,0 4 0 0,0 3 1 15,0-4-1-15,0 6 5 0,0 1-5 16,0-7-2-1,0-2-22-15,0-1-89 0,0-12-86 16,0 0-104-16</inkml:trace>
  <inkml:trace contextRef="#ctx0" brushRef="#br0" timeOffset="42500.3">14359 5508 25 0,'0'0'4'16,"0"0"15"-16,0 0-4 16,0 0 4-16,0 0 13 15,0 0-9-15,53-40 14 16,-49 40 47-16,0 0-17 15,-4-3 14-15,0 3 10 0,0 0-17 16,0 0-16-16,0 0-12 0,0 0-35 16,0 0-5-16,0 0-6 15,-4 0 0-15,-4 0 10 16,-9 0-3 0,2 3-6-16,-6 10 0 0,-8 5 1 15,0 10 7 1,-12 5 2-16,-4 11 6 15,-8-1 5-15,-5 6 7 16,-3 1-16-16,-5 5-2 16,-8 0 9-16,0 4-1 15,-4 0 0-15,4-1-10 16,1-5 13-16,-2-1-1 16,2-3-9-16,7 1 1 0,1-4-2 15,7 0-2-15,9-6-7 16,4-6 2-16,12-3-3 15,-1-3-1-15,7-10 0 0,2-2 1 16,8-4 3 0,5-9 1-16,8 0-3 15,4-3 7 1,0 0-9-16,0 0-16 16,0 0-22-16,4 0 19 0,8-9-78 15,1-7 15-15,-1 1-62 16,-12 9-88-16,0 3-92 15</inkml:trace>
  <inkml:trace contextRef="#ctx0" brushRef="#br0" timeOffset="47276.8">7766 3927 181 0,'0'0'34'0,"0"0"-24"16,0 0 11-16,0 0 40 16,0 0-40-16,0 0-9 0,0 0-10 15,0-31 5-15,0 25 13 16,0 3 7-16,0 0 23 15,0-3-20-15,0 2-7 0,0 1 6 16,0 0-5-16,0-3-11 16,0 3-7-16,0 0 5 15,0-3 0-15,0 6-3 0,0-3 23 32,0 3 6-32,0 0-22 0,-4 0-2 15,4 0-5-15,0 0-8 16,0 0-1-16,0 0-8 15,0 0 9-15,0 9 6 16,0 9-6-16,-4-2 10 16,4 6-5-16,-4 2 7 15,4 7 7-15,-4 0-4 0,4 6-4 16,0 3 12-16,0 6-10 16,-4 0 11-1,4 10-10-15,0-1-9 16,-9 7 10-16,9 3-1 0,-4 3 5 15,0 5-2-15,4-2-10 16,-4 3 6-16,4-3-3 16,0 0 12-16,0 0-9 0,0 9-6 15,0 6 0-15,0 1 11 16,0 2-12 0,0-6-1-16,8-2 1 0,-4-5-1 15,5-2 3 1,-5-3-8-1,-4-6 0-15,4-3 4 16,-4-3-3-16,0-7 1 0,0-6 0 16,0-6 5-16,0-3 9 15,0 3-12-15,0 3 4 16,0-2 8-16,0 2-8 16,0-3-1-16,-4-3-2 0,4-10-2 15,0-2 3-15,-4-3-6 16,4-7 1-16,0-2 5 15,0-4-6-15,0-3 4 16,0 0 1-16,0-3-5 16,0 3 1-16,0 0-1 15,0 1 0 1,0 2 2-16,0 6 0 16,0 1 0-16,0-1 0 0,0-2 0 15,0-1-2 1,0-3 1-16,0-3-1 0,0-6 4 15,0 0-3-15,0 0 5 16,0 0-3-16,0 0-2 16,0 0 7-16,0 0-7 0,0 0-1 15,0 0 0-15,0 0-13 16,0 3 3-16,0 0 2 16,0-3 7-16,0 6-3 15,0-6-8-15,0 0-23 16,0 0-21-16,0 0-43 15,0 0-41-15,-5 0-56 0,-3 0-294 16</inkml:trace>
  <inkml:trace contextRef="#ctx0" brushRef="#br0" timeOffset="49085.21">8920 2946 26 0,'0'0'202'31,"0"0"-145"-31,0 0-52 16,0 0 35-16,0 0 23 15,0 0-21-15,0 0-29 16,8 0 6-16,-8 0-2 16,4 0 0-16,-4 0-2 15,0 0-10-15,0 0-2 0,0 0 2 16,0 0-1-16,0 0-2 16,0 0-2-16,0 0 0 15,0 0-2-15,0 0 2 16,0 0 0-16,0 0-1 0,0 0 1 15,0 0 0-15,0 0-9 16,0 0 0-16,0 0 2 16,0 0-2-16,0 0 1 0,0 0 8 15,0 0 0-15,0 0 3 16,0 0-3-16,0 0 1 16,0 4 3-16,0-4 0 15,0 0 5-15,0 0 4 16,0 0-5-16,0 0-3 15,0 3-5 1,0-3 1-16,0 3-2 16,0 3 2-16,-12 0 10 15,-9 7-5-15,-4 5 36 16,-11 4-18-16,-5 9 0 16,-13 9 22-16,-11 3-3 15,-10 6-10-15,2 6 1 0,-10-2-6 16,6 5-12-16,2-2 2 0,-2-4-7 15,2 4-1-15,2-7 8 16,-4-6-2 0,10-3-10-16,5-2 1 0,10-5-1 15,6-2-6-15,5-3 2 16,9-1-1-16,3-5 3 16,8-6-4-1,1-4 0-15,15-6 1 16,1-3 1-16,4-3-1 15,0 3-1-15,0 0-11 16,0-3-5-16,0 0 1 16,0 0 1-16,0 0 1 0,0 0-16 15,0 0-40-15,0 0-47 16,0 0-10-16,0 0-13 16,4 0-48-16</inkml:trace>
  <inkml:trace contextRef="#ctx0" brushRef="#br1" timeOffset="62242.68">2750 2635 25 0,'0'0'49'0,"0"0"-48"16,0 0-1-16,0 0 21 16,0 0 11-16,0 0-10 0,0 0 11 15,-8 0 5-15,8 0-4 0,0-6-24 16,0 3-10-16,0 0-6 15,-4-3-16-15,4 3 19 16,-8-4-2-16,3 1 5 16,1-3 2-16,-4 3 7 15,8-3 11 1,-4 2 15-16,4-1 6 16,0-5-8-16,-4 1-4 15,4 2-5-15,0 1-9 16,0 0 24-16,0 3 2 15,-4 3 5-15,0-1 6 16,4 4-16-16,-5 0-11 16,5 0-12-16,0 0-13 0,0 0-4 15,0 0-6-15,0 7 0 16,0 21 10-16,-4 3 0 16,-4 8 1-16,8 5 3 15,-4 5 4-15,0-3 2 0,4 3 2 16,0-6-11-16,0-2 8 31,0-4-1-31,0-6-4 16,0-10 0-16,0-6 5 0,0-5 0 15,0-4-1-15,0-6-5 16,0 0 2-16,-4 0-1 16,4 0 0-16,0 0-4 15,0 0-15-15,0-16-72 0,0 1-168 16,0-1-116-16</inkml:trace>
  <inkml:trace contextRef="#ctx0" brushRef="#br1" timeOffset="62626.65">2635 2503 414 0,'0'0'158'0,"0"0"-114"16,0 0-33-16,0 0 66 15,0 0-29-15,0 0-35 16,-5-74-12-16,30 74 3 16,8 0-3-16,4 0-1 15,-3 6 3-15,2 15-5 16,-3 1 2-16,-8 6-8 0,-9 0 6 16,-8 0 0-16,-3-1-2 15,-5-2 3-15,0-4-1 16,0 1 1-16,-9-4-4 0,-11 1 10 15,-13-4-1-15,-1 1 14 16,-2-4-10-16,-5 0 15 16,4-5 10-16,4-4 5 15,5-3-9-15,15 0-13 16,5 0 1-16,8 0-7 0,0 0-10 16,0 0-2-16,0 0-47 15,0-3-66-15,13-4-103 16,-1 1-96-1</inkml:trace>
  <inkml:trace contextRef="#ctx0" brushRef="#br1" timeOffset="63042.74">3082 2453 309 0,'0'0'169'0,"0"0"-145"0,0 0 37 15,0 0 42-15,0 0-44 16,0 0-35-16,0-9-18 16,0 12-4-16,0 22 1 15,0 6 7-15,0 3-1 16,0 6-7-16,0-3 4 0,0 3 0 16,0-9 2-16,0 0-3 15,0-10-2-15,0-2-2 16,0-11 1-16,0 2-1 15,0-10 0-15,0 3 1 16,-4-3-2 0,-4 0-98-16,4 0-41 0,-5 0-126 0</inkml:trace>
  <inkml:trace contextRef="#ctx0" brushRef="#br1" timeOffset="63262.4">2902 2645 424 0,'0'0'152'15,"0"0"-113"1,0 0 22 0,0 0 55-16,0 0-63 15,0 0-49-15,0 0 22 0,36-35-17 16,-3 32 1-16,5-6-1 16,3 0 0-16,-1 3-4 0,-2 0-4 15,-5 6-2 1,-9-3-69-16,-4-1-80 0,-20 4-69 15,0 0-120-15</inkml:trace>
  <inkml:trace contextRef="#ctx0" brushRef="#br1" timeOffset="64107.16">3792 2071 379 0,'0'0'180'16,"0"0"-158"-1,0 0-15-15,0 0 73 16,0 0-13-16,0 0-18 15,0 0-28-15,4-15-21 0,-4 15-2 16,0 3-4 0,-8 18 6-16,-12 16 48 15,-9 10-13-15,0 5-21 16,1 13-1-16,-1 12 17 0,1 9-21 0,3 9-1 16,8-8-1-16,5-13-3 15,12-12-1-15,0-10-2 16,0-12 1-16,16-3-1 15,13-9 3-15,-1-6-3 16,5-4 0-16,0-6 3 16,-8-2-4-1,0-10 0-15,-5 3 4 16,-12-3 1-16,0 0 3 16,-8 0-1-16,0 0-7 15,0 0-5-15,0 0-48 16,0 0-74-16,0 0-261 15</inkml:trace>
  <inkml:trace contextRef="#ctx0" brushRef="#br1" timeOffset="65078.89">3846 2392 206 0,'0'0'156'0,"0"0"-108"16,0 0-35-16,0 0 51 0,0 0-36 0,0 0-28 15,-8-3 0-15,3 12 10 16,1 9 10-16,0 4 20 16,0 6-2-16,0 6 2 15,4 0-21-15,0 2-2 16,0-1 9-16,0-5-14 16,0-8-5-16,0-4-4 15,0-8-1-15,0-1-1 16,0-9 1-16,0 0-1 15,0 0 2-15,0 0-3 16,0 0 0-16,0 0-42 0,0-9-20 31,0-13-79-31,0-6 35 16,0 0 10-16,0 16-28 16</inkml:trace>
  <inkml:trace contextRef="#ctx0" brushRef="#br1" timeOffset="65309.91">3817 2364 169 0,'0'0'141'16,"0"0"-61"-16,0 0 1 16,0 0 3-16,0 0-50 0,0 0-33 15,16-12 2-15,1 40 15 16,4 2-4-16,3 4-4 16,9 3 2-16,-5 3 1 15,1-3-2-15,-4-6-2 16,-4-6-9-16,0-4 1 0,-9-11 2 15,-5-1-2-15,-3-6 2 16,0 0-3-16,-4-3-5 16,0 0-47-16,0 0-43 15,0 0-61-15</inkml:trace>
  <inkml:trace contextRef="#ctx0" brushRef="#br1" timeOffset="65579.25">4035 2222 574 0,'0'0'65'15,"0"0"-50"-15,0 0 35 16,0 0-21-16,0 0-29 0,0 0 8 16,-4 28-8-16,4 21 23 15,0 1-6-15,0 5 2 16,0 1-11-16,0-1 0 15,0-3-1-15,0-5-6 16,0-10 0-16,0-10 4 16,0-8-5-1,0-7 1-15,0-5-1 16,0-4-68-16,8-3-77 16,-8 0-137-16</inkml:trace>
  <inkml:trace contextRef="#ctx0" brushRef="#br1" timeOffset="66066.55">4170 2435 340 0,'0'0'104'16,"0"0"-79"-16,0 0 71 15,0 0 16-15,0 0-64 16,0 0-48-1,9-34-13-15,-9 62 12 16,0 6 1-16,0 9 21 16,-4 6-17-16,4-6 2 15,-5-6-3-15,5-9-2 0,0-10 0 16,0-5 7-16,0-10-2 16,0-3 8-1,0 0 7-15,0 0 20 0,0 0 20 16,0-16 16-16,0-14-60 0,0-7-14 15,5 0 3-15,3-3-4 16,-4 6-2-16,0 3 0 16,0 6-1-16,-4 16 1 15,0 3 0-15,0 6 0 16,0 0-7-16,0 0-7 0,0 12-11 31,4 19 25-31,0 6 0 0,5 0 0 0,2 0 5 31,-3-6-3-31,1 0-2 0,3-4 0 0,0-5 0 16,-3 0-9-16,-1-13-18 16,-8 0-35-1,0-3-30-15,0-6-86 16,0 0-156-16</inkml:trace>
  <inkml:trace contextRef="#ctx0" brushRef="#br1" timeOffset="66231.17">4129 2645 273 0,'0'0'420'0,"0"0"-406"0,0 0 4 15,0 0 5-15,0 0 38 16,0 0-37-16,83-53-24 16,-43 44-8-16,-28 9-125 15,5-6-168-15</inkml:trace>
  <inkml:trace contextRef="#ctx0" brushRef="#br1" timeOffset="66837.1">4515 2524 678 0,'0'0'72'15,"0"0"-60"-15,0 0-12 16,0 0 110-16,8-117-68 15,13 90-22 1,-5 2-20-16,-4 6-1 0,-3 10 1 0,-5 6 4 16,0 3-3-16,-4 0-1 15,8 0-17-15,9 15-3 16,-5 13 20-16,13 9 4 0,-5-3-4 16,4-3 0-16,-3-13 0 15,4-2-4-15,-4-13 7 16,3-3-3-1,-4 0 5 1,1 0-4-16,-5-3 29 0,5-19-3 16,-5-3 2-16,-3-2-13 15,-1-4-3-15,-8 3-13 16,5 0-22-16,-9 4-69 16,0 18-144-16,0 6-409 15</inkml:trace>
  <inkml:trace contextRef="#ctx0" brushRef="#br1" timeOffset="67170.56">5086 2259 706 0,'0'0'91'0,"0"0"-87"16,0 0 54-16,0 0-1 15,0 0-36-15,0 0-21 0,0-18-10 16,0 39-11-16,0 16 19 16,0 6 2-16,0 7 8 15,0-1-7-15,0 1 0 16,0-4-1-16,0-3 1 0,3-9-2 15,1-7 1-15,1-8-46 32,-1-10-46-32,0-3-46 15,0-6-67-15,0 0-61 16</inkml:trace>
  <inkml:trace contextRef="#ctx0" brushRef="#br1" timeOffset="67539.75">5254 2324 47 0,'0'0'444'16,"0"0"-288"-16,0 0-66 16,0 0 52-16,0 0-88 15,0 0-54-15,16-40-30 16,-16 80 19-16,0 16 11 0,-4 8 10 16,0 7-9-16,0-6 2 15,4-7 0-15,0-11-2 16,0-11 0-16,4-14-1 15,12-9 0-15,5-7 2 16,0-6 5-16,8 0 8 16,7-28 11-16,5-12 16 15,5-13-16-15,-9 1-15 0,-9-6 7 16,-3 2 1 0,-13 1-18-1,-4 8 6-15,-8 13 1 0,0 9 11 16,-8 16 14-16,-25 6-28 15,-3 3-5-15,-18 7-24 0,0 20-68 16,-3 1-49-16,37-12-147 16,11-7-142-16</inkml:trace>
  <inkml:trace contextRef="#ctx0" brushRef="#br1" timeOffset="67872.03">5541 1892 531 0,'0'0'0'0,"0"0"-52"0,0 0 52 16,0 0 84-16,0 0-35 15,0 0 1-15,-28-71-41 0,28 71-9 16,0 0-16-16,-4 28 16 16,-4 9 2-16,8 9 10 15,0 4-8-15,0-1 1 16,0-3-1-16,0-3-3 0,0-6-1 16,0-9-1-1,4-9-53-15,0-19-138 0,-4 0-162 31</inkml:trace>
  <inkml:trace contextRef="#ctx0" brushRef="#br1" timeOffset="68309.92">5722 1806 177 0,'0'0'567'0,"0"0"-556"16,0 0-4-16,0 0 19 16,0 0 29-16,0 0-29 0,16-46-26 15,-16 46-26-15,0 6-17 0,0 19 43 16,-8 5 0-16,-4 1 5 16,3-3 3-16,9-3-7 15,0 2 5-15,0 1-6 16,17-6 0-16,12 5-15 15,0-2-23-15,3 0 8 16,-3-4 11 0,-4 4-1-16,-5 0-32 15,-7-4-6-15,-9-2 8 16,-4-10 2-16,0-3 28 16,-4-3 20-16,-13-3 94 0,-8 0-3 15,9-6 1 1,3-19-2-16,1-2-14 15,8-14-23-15,4 1-38 0,0 0-15 16,0 4-4-16,12 5 3 0,9 3-20 16,8 6-71-16,-17 19-83 15,-3 0-73-15</inkml:trace>
  <inkml:trace contextRef="#ctx0" brushRef="#br1" timeOffset="69074.52">6202 1926 537 0,'0'0'120'0,"0"0"-106"16,0 0 6-16,0 0 4 16,0 0-17-16,0 0-7 15,0 0-22-15,-4 6 4 16,-12 32 18-16,-17 17 37 16,4 9-13-16,-3 17-17 0,-6 2 17 0,1 3-8 15,4-2-6 1,9-13-6-16,0-10-3 15,7-9 0-15,5-14 2 16,3-14-1-16,1-5-1 16,4-10 0-16,4 0-2 15,0-6-1-15,0-3-83 0,0 0-57 16,0 0-118-16</inkml:trace>
  <inkml:trace contextRef="#ctx0" brushRef="#br1" timeOffset="69833.58">6231 2380 368 0,'0'0'276'16,"0"0"-247"-16,0 0-20 15,0 0 47-15,0 0-52 0,0 0 0 0,0-13-4 16,-20 41 21 15,-1 6-15-31,4 3-5 0,5 0 6 16,8-1-3-16,4-5-4 0,0-3 5 0,0-9-5 16,8-4-3-16,9-6 3 15,-1-9-3 1,1 0 3-16,-1 0 8 15,4 0-8-15,1-24-13 16,-1-7 2-16,-3-3-6 16,-5-3 9-16,5 0 6 15,-9 6 4-15,-4 10 4 16,4 5 2-16,-3 10 9 0,-5 6 15 16,0 0-12-16,0 0-20 15,0 6-29-15,0 22 28 16,0 3 1-16,0-4 0 15,0-2 8-15,0-7-7 0,0-8 0 16,0-4 1-16,0-6 4 16,0 0 12-16,4 0 15 15,4 0 6 1,9-9 8 0,-2-13-29-16,2 1-14 0,-1 2-4 0,-3 4-9 15,-1 6 0 1,-8 9 5-16,-4 0-14 15,0 0-11-15,0 9-11 0,0 13 34 16,0 5 6-16,0-2 1 16,0-6 0-16,0-11 6 15,4-1-6-15,4-7 8 16,5 0-1-16,-1 0 7 0,9-10 2 16,3-14-17-1,1-4-7-15,-5 4-31 0,1 2-10 16,-9 9 21-1,-3 8 15 1,-5-2 9-16,-4 7 3 0,0 0-12 16,0 16-13-16,0 15 25 15,0 5-1-15,0-1-8 16,0-23-133-16,0-6-162 16</inkml:trace>
  <inkml:trace contextRef="#ctx0" brushRef="#br1" timeOffset="70571.95">6596 2046 503 0,'0'0'208'0,"0"0"-187"0,0 0 3 15,0 0 89-15,0 0-69 16,0 0-44-16,-20-15-2 15,20 12-11-15,8 3 13 16,4-3 8-16,5 3-4 0,-1 0 0 16,9 0-2-16,-4 0-2 15,3 0-11-15,-4 0 9 16,-3 12-20-16,-5 4-7 0,-8 2 14 16,-4 0 2-16,0 4 6 15,-4 0 1-15,-17-4 6 16,1-2 33-16,-1-4 3 15,14-9-12-15,7 0-10 16,0-3-10-16,0 0-4 16,0 0-16-16,0 0-22 15,11 3 31-15,10 4 5 0,0-1-6 16,3 0-16-16,1 6 12 16,-4 0 11-1,-5 7 1 1,0-3-1-16,-12-1-3 15,-4-3-8-15,0 0 12 0,0 1 7 16,-15-4 36-16,-14 3-11 16,0-2-25-16,0-1 6 15,4-3-13-15,21-6-79 16,0 0-209-16</inkml:trace>
  <inkml:trace contextRef="#ctx0" brushRef="#br1" timeOffset="71372.92">6946 1760 538 0,'0'0'145'0,"0"0"-145"15,0 0-25 1,0 0 22-16,0 0 6 15,0 0-3-15,0 0 30 0,73 132 7 16,-32-58 1-16,1 19-5 0,-10 12-5 16,-3 2-5-16,0-8-11 15,-13-6-4 1,-12-19-5-16,-4-6-1 0,-16-16-2 16,-42-3-2-16,-16-12 1 15,-16-12-116-15,53-25-57 16,8 0-325-1</inkml:trace>
  <inkml:trace contextRef="#ctx0" brushRef="#br1" timeOffset="75417.98">9835 2226 170 0,'0'0'22'0,"0"0"-14"16,0 0 75-16,0 0-2 0,0 0-20 15,0 0-15-15,0 0 5 16,0-16-11-16,0 13 0 0,0 3 13 16,0 0-4-16,0 0-4 15,0 0 2-15,0 0-7 16,0 0-13-16,0 0-15 16,0 0-8-16,0 0-4 15,0 0-3-15,0 0-13 0,0 15-4 16,0 16 20-16,0 6 6 15,0 9-5-15,0-6 0 16,0 0 1-16,0-3-1 16,0-12 2-16,0-7-1 15,0-8-2 1,0-10 3-16,0 0 20 16,0 0 20-16,0 0 8 0,0-12 4 15,4-16-26-15,5-6-26 16,3 0 7-16,-4 3-1 15,5 0-9-15,-2 7 0 16,-3 5-1-16,1 7-2 16,3 2-10-16,-8 8 3 15,0 2 3-15,5 0 3 16,-1 0-4-16,4 2-8 0,5 23 8 16,-5 3 0-16,5 9 8 15,-1 0-1-15,-4 3-3 16,4-6 4-16,-7-3 0 15,-1-7-7-15,-4-8-8 0,4-4-47 16,0-9-25-16,-3-3-111 16,-5 0-271-16</inkml:trace>
  <inkml:trace contextRef="#ctx0" brushRef="#br1" timeOffset="75820.28">10599 1874 274 0,'0'0'192'16,"0"0"-188"-16,0 0-3 15,0 0 38 1,0 0 46-16,-132 92-32 16,96-27 10-16,3 12-21 15,4 10-5-15,8 2-21 16,17-3-7-16,4-9-2 15,12-9-3-15,30-13-2 0,3-15 2 16,4-12-4-16,-4-12 0 16,9-7-1-16,-6-6-6 0,2-3-1 15,-4 0-86-15,-38 0-68 16,-4-12-236 0</inkml:trace>
  <inkml:trace contextRef="#ctx0" brushRef="#br1" timeOffset="76507.1">10820 2185 523 0,'0'0'78'0,"0"0"-69"16,0 0 15-16,0 0 48 15,0 0-60-15,0 0-9 16,-33 50 1-16,29-7 4 16,4-3 0-16,-4-3-7 0,4-3 4 15,0-13-2-15,0-5-2 16,0-10 5 0,0-6 0-16,0 0 10 0,0 0 10 0,0 0-5 15,0-19 5-15,0-12-26 16,0-2-31-16,0-7 26 15,0 0-15-15,4 2-24 16,-4 5 27-16,4 5 17 16,-4 9 1-16,4 7 14 15,-4 9 14 1,0 3-17-16,5 0-12 16,-1 19-29-16,12 17 27 15,5 4 2-15,0 0 3 16,7-2 0-16,-4-8-3 15,1-5 3-15,-4-9-3 16,-5-4-5-16,-3-12-24 0,-1 0-38 16,0 0-18-16,1-19 28 15,-5-9-110-15,-8-8 79 16,0-2 36-16,0-5 27 16,0 0 20-1,0-3 5-15,0 0 13 16,-4 6 15-16,4 12 81 15,-4 9 87-15,4 7-71 16,0 12-66-16,-4 0-23 0,0 3-36 16,-1 34-19-16,-3 9 19 15,4 13 33-15,0 3-22 16,4-7-8-16,0 1 3 16,0-10-3-16,0-6-2 15,0-9 2-15,4-9-3 16,4-4-16-16,1-9-51 0,-1-9-110 15,-4 0-200-15</inkml:trace>
  <inkml:trace contextRef="#ctx0" brushRef="#br1" timeOffset="76741.69">11178 2226 693 0,'0'0'98'0,"0"0"-97"0,0 0-1 16,0 0-8-16,0 0 8 16,0 0 4-16,0 104 2 15,0-70-5-15,0-6-1 0,0-4-2 16,0-5 0-16,0-7-16 16,0-6-7-16,0-3-14 15,8-3-50-15,-4 0-27 16,-4 0 21-16,0-12-115 15</inkml:trace>
  <inkml:trace contextRef="#ctx0" brushRef="#br1" timeOffset="77011.11">11190 2216 323 0,'0'0'154'0,"0"0"-102"16,0 0 72-16,0 0-62 16,0 0-62-16,0 0-3 15,12-31-7 1,8 50 5-16,5 8 0 0,4 4 4 15,4 6 0 1,-1 0-2-16,-3 7-1 16,-8-4 2-16,-9-4-7 15,-8-1 5-15,-4-8 4 0,0-2 1 16,-8-10 83-16,-8 4-18 16,-5-7-20-16,0 0-27 15,2-6-19 1,6-6-11-16,5 0-111 0,4 0-135 15</inkml:trace>
  <inkml:trace contextRef="#ctx0" brushRef="#br1" timeOffset="77898.48">11580 2364 518 0,'0'0'113'0,"0"0"-101"16,0 0 77-16,0 0 20 0,0 0-56 16,0 0-49-16,0 0 13 15,12-65 9-15,5 47-7 16,7-4-11-16,-4 7-8 15,-3-1 0-15,-1 10-1 16,-3 6-2-16,-1 0 0 0,1 4-10 31,-1 23-14-31,0 10 27 16,1 0 1-16,2 0-1 16,2-6-2-16,-5-10-7 15,5-11 8-15,4-10-2 0,3 0-12 16,5-3 2-16,3-25-39 15,-3-9-55-15,-4-3-45 16,-21 21-115-16,-4 4 7 0</inkml:trace>
  <inkml:trace contextRef="#ctx0" brushRef="#br1" timeOffset="78355.2">12208 2114 554 0,'0'0'55'16,"0"0"-41"-16,0 0 94 15,0 0-11-15,0 0-28 16,0 0-40-16,4-34-29 15,-4 34-2-15,0 22-23 16,0 15 25-16,-4 12 21 0,-4 1-6 16,4 2-9-16,4-6-2 15,0-2 1-15,0-4-2 0,0-7-2 16,0-8-1-16,8-7-29 16,0-8-51-16,0-4-60 15,-4-6-76-15,0 0-60 0</inkml:trace>
  <inkml:trace contextRef="#ctx0" brushRef="#br1" timeOffset="78689.83">12434 2074 690 0,'0'0'174'0,"0"0"-174"0,0 0-14 16,0 0 14-1,0 111 5-15,-9-52 3 0,1-1 1 0,8-2-8 16,0-4 4-16,0-11-5 16,13-11 3-1,7-8-3-15,1-10 0 0,4-12 5 16,11 0 7-16,5-12 1 16,5-22-1-16,2-6-2 15,-10-4 0-15,-14-5 5 0,-3 3 21 16,-17 3-15-16,-4 3 9 15,0 3-12-15,-21 9 0 16,-16 10-17-16,-4 11-1 16,-12 7-12-16,-1 0-55 15,6 10-61-15,31 2-98 16,9-3-127 0</inkml:trace>
  <inkml:trace contextRef="#ctx0" brushRef="#br1" timeOffset="78992.25">12644 1800 590 0,'0'0'55'16,"0"0"-48"-16,0 0 68 15,0 0 54-15,0 0-91 16,0 0-38 0,0-28-8-16,0 28-13 15,0 28 7-15,0 6 12 16,-5 6 4-16,5 3 3 16,0 3 0-16,0-6-5 0,0-6 0 15,0-9-51 1,0-7-68-16,0-18-77 0,5 0-99 15</inkml:trace>
  <inkml:trace contextRef="#ctx0" brushRef="#br1" timeOffset="79370.62">12815 1723 627 0,'0'0'0'0,"0"0"4"16,0 0-4-16,0 0 6 15,0 0 26-15,0 0-20 16,0 83-6-16,0-55-3 16,8 0-3-16,9-4 2 0,-5-5-2 15,5-7-6-15,-1-3 3 16,9-5 0-16,3-4 3 15,-7 0-2-15,-1 0-13 0,-3 2 8 16,-13 1 2 0,0 7-9-16,-4 5-5 0,0 7 17 15,-4 9 2-15,-17-4 18 0,-7-2-7 16,0-10-4 0,-10-2-5-16,9-7 5 0,1-6-7 15,23 0-109-15,1 0-230 16</inkml:trace>
  <inkml:trace contextRef="#ctx0" brushRef="#br1" timeOffset="79524.08">12955 1689 626 0,'0'0'271'0,"0"0"-271"15,0 0 5-15,131-28-6 0,-86 28 1 16,-32 0-91-16,-1 0-310 0</inkml:trace>
  <inkml:trace contextRef="#ctx0" brushRef="#br1" timeOffset="80775.16">13485 1794 114 0,'0'0'355'16,"0"0"-317"-16,0 0-29 16,0 0 93-16,0 0-21 0,0 0-37 31,0 0-34-31,12-13-10 0,-12 13 0 15,-12 13 21-15,-13 14 32 16,-8 20-12-16,0 11-27 16,-7 17-3-1,-2 11-7-15,1 6 1 0,4-2-5 16,-4-1 3-16,8-6-2 16,4-9 3-16,5-12-3 0,3-16 0 15,5-12 0-15,4-10-1 16,8-11-9-16,4-7-41 15,0-6-71-15,0 0-145 16,0-3-69-16</inkml:trace>
  <inkml:trace contextRef="#ctx0" brushRef="#br1" timeOffset="81475.55">13333 2250 545 0,'0'0'207'0,"0"0"-206"15,0 0 1-15,0 0-4 16,0 0-18-16,0 0 20 16,-21 49 2-16,5-9 5 15,7 3-6-15,5-5 0 16,4-7-1-16,0-7-1 15,0-12-1-15,4-5-5 0,9-5 2 16,8-2 0-16,12 0 3 16,-5-12-16-16,0-16-23 15,1-2-32-15,-8-4-1 16,-4 3 23-16,-5 6 44 16,-4 7 7-16,-4 12 29 15,-4 3 58 1,0 3 23-16,0 0-81 15,0 9-29-15,0 15 0 0,-8 10 9 16,4 0 3-16,4-6-3 16,0-3-4-1,0-10 4-15,0-6 4 16,0-9 0-16,8 0 15 0,5 0 13 16,2-3 6-16,6-18-28 0,0-10-17 15,-1 3-2-15,-3 0-1 16,-1 10 0-16,-3 5-2 15,-9 7 3-15,0 6 1 16,-4 0-1-16,0 0-10 16,0 6-10-16,0 19 20 15,0 9 1 1,0-3 5-16,0-3-4 16,0-13 4-16,8-2-5 15,0-13 2-15,4 0-1 16,0 0 8-16,9-10 7 15,0-15-12-15,-1-2-5 16,5-4-10-16,-8 6-3 16,-1 10 13-16,-9 6 0 0,-7 5 0 15,0 4 7-15,0 0-7 16,0 0-19-16,0 10-10 0,0 15-7 16,0-16-123-1,0 0-168-15</inkml:trace>
  <inkml:trace contextRef="#ctx0" brushRef="#br1" timeOffset="81929.73">13850 2031 813 0,'0'0'89'15,"0"0"-72"-15,0 0 11 16,0 0 19-16,0 0-47 16,0 0-17-16,0 0-2 0,8-40 12 15,9 40-8-15,3 10 13 16,-7 2-2-16,-5-3-1 16,-4 3-3-16,-4 3-2 15,0 1 3-15,0-1-5 16,-4 4 11-16,-9-1-2 0,-3-2 3 15,4-1 6-15,7-3-5 16,-3-2 3 0,8-1-2-16,0-3-2 0,0-3-2 15,0 0-3 1,4 4-12-16,13-4-2 16,-1 0 8-16,5 3 11 15,-4 0-1-15,-5 0 0 16,-5 0 0-16,-3 1-1 15,-4 2-3-15,0 0-3 16,0-3 5-16,0 6 2 16,-15 1 1-16,-6-4-5 0,-4-3 1 15,13-6-92-15,8 0-145 16</inkml:trace>
  <inkml:trace contextRef="#ctx0" brushRef="#br1" timeOffset="82245.97">14104 1639 528 0,'0'0'21'15,"0"0"-21"-15,0 0-11 16,0 0 11 0,0 0 18-16,0 0 13 15,107 170-15-15,-78-68-14 16,-5 21 3-16,-7 13 0 16,-9-4 7-16,-8-5-7 0,0-19-4 0,-12-10 0 15,-33-17-2-15,12-76-35 16,-4-5-231-16</inkml:trace>
  <inkml:trace contextRef="#ctx0" brushRef="#br1" timeOffset="90466.56">3148 5992 318 0,'0'0'19'0,"0"0"-2"15,0 0 128-15,0 0-59 16,0 0 2-16,0 0-29 16,0 0 0-16,0 0 9 0,0 0-35 15,-20-71-4 1,20 71-5-1,0 0 10-15,-5 0-8 0,5 0-7 16,0 0-19-16,0 0 0 16,-4 0-7-16,0 6-8 15,0 19 7-15,0 12 8 16,-4 6 8-16,3 13-2 0,5 5-5 16,0 1 0-1,0 3 3-15,0-7-1 0,0-8-2 16,0-10 1-16,0-10-1 15,0-8-1-15,0-3 2 16,0-7-2-16,0-6 3 0,0-3-3 16,0-3 1-16,0 0-2 15,5 0-24-15,3 0-61 16,0 0-66-16,0-15-5 16,-3 2-140-16</inkml:trace>
  <inkml:trace contextRef="#ctx0" brushRef="#br1" timeOffset="90802.5">3165 6051 382 0,'0'0'318'0,"0"0"-234"16,0 0-35-16,0 0 28 16,0 0-37-16,0 0-37 15,36-90-3-15,-3 90 0 16,4 0-5-16,5 0 5 15,-2 19 0-15,-3 5-6 16,-4 7 4-16,-8 3 0 0,-4-6 2 16,-9 3 0-16,-8-10-2 15,-4 1 0-15,0-1-3 16,-12-2 5-16,-30-1 7 16,-11-2 29-16,0-7-24 15,3-6 4-15,5-3-9 0,16 0 15 31,9 0-22-31,8-6-1 16,12-3-43-16,0-4-49 16,0 4-22-16,8-3-62 15,16 0-6-15,-8 8 46 0,5 1 28 16</inkml:trace>
  <inkml:trace contextRef="#ctx0" brushRef="#br1" timeOffset="91099.99">3727 5931 104 0,'0'0'116'15,"0"0"1"-15,0 0 27 16,0 0-14 0,0 0-21-16,0 0-4 15,0 0-27-15,17-35-22 16,-17 35-21-16,0 0-35 15,0 0-9-15,0 25-14 0,0 12 23 0,0 7 14 16,4-1-3-16,0 0-8 0,0 0 5 16,0-6-6-1,0-9-2-15,0-7 2 16,-4-6-2-16,0-5-29 16,0-1-62-16,0-9-96 15,0 0-50-15,0 0-121 16</inkml:trace>
  <inkml:trace contextRef="#ctx0" brushRef="#br1" timeOffset="91267.93">3550 6113 507 0,'0'0'475'16,"0"0"-433"-16,0 0-39 16,0 0 31-16,0 0-11 15,0 0-16-15,90-44 8 16,-15 32-11-1,6-3 2-15,-6 2-6 16,-55 13-121-16,-11 0-279 0</inkml:trace>
  <inkml:trace contextRef="#ctx0" brushRef="#br1" timeOffset="93375.84">12659 5844 467 0,'0'0'84'0,"0"0"-76"16,0 0 42-16,0 0 52 15,0 0-56-15,0 0-21 16,0 0-7-16,4-24 3 16,-4 24-2-16,0 0 15 15,0 0-4 1,0 0-29-16,0 15-1 0,0 19 0 16,0 12 16-16,0 6-4 15,0 4-7-15,8-4 2 16,1-11-5-16,-5-8 1 15,0-8-2-15,0-10-1 16,-4-8 4-16,0-4-2 16,0-3 8-16,4 0 28 15,-4 0 27-15,4 0-1 16,9-19-16-16,-5-9-30 16,9-8-11-16,-1-5-5 0,1-5 3 15,2 6-4-15,6 3 0 16,-8 3-2-16,-1 16 1 15,-3 6-3-15,-9 8 3 0,-4 4-3 16,4 0-4-16,-4 9-12 16,8 22 9-16,0 6 10 31,9 6 2-31,-5-2-1 16,1-4 1-16,2-10-2 0,-6-5 0 15,-5-7 0-15,4-5 1 16,-4-1-2-16,-4-9-71 15,0 0-225-15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53:31.04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8111 4291 166 0,'0'0'55'0,"0"0"-52"16,0 0 6-16,0 0 24 15,0 0-10-15,0 0-14 16,0 0-4-16,0 0-1 16,0 0-4-1,0 0 6 1,-8 0 1-16,8 0-4 0,-4 0 3 16,4 0 21-16,0 0-12 15,0 0 2-15,0 0 17 0,0 0 7 16,0 0-19-16,0 0-11 15,0-3 2-15,0 3 20 16,0-4-13 0,0 4 13-16,0 0-5 0,0 0 10 0,0 0 1 15,0 0-7-15,0 0-9 16,0 0-11-16,0 0 3 16,0 0-4-16,0 0 0 15,0 0 0-15,0 0 6 16,0 0 5-16,0 0-2 15,0 0-2-15,0 0 1 16,0 0-5-16,0 0 4 0,0 0 2 31,0 0 0-31,0 0-1 0,0 0-4 16,0 0-2-16,-4 0 0 16,4 0-8-16,0 0 2 15,0 0-1-15,0 0-1 16,0 0 2-16,0 0 1 15,0 0 1-15,-4 0 4 16,0 0-6-16,-5 0-2 0,5 0-3 16,-12 0-2-16,3 0 2 15,-3 0-2-15,-1 0 0 16,-2 0 2-16,-6 0-2 16,0 0 1-16,-4 4-1 15,0-1 0-15,0 3 3 0,-3-3-3 31,-1 3 3-31,0 0 3 16,-4 6-5-16,-4-5-1 16,4 5 0-16,-4-3 0 0,-1 3 1 15,-6-2-1-15,2 2 0 16,9-3 3-16,-3-2-2 16,11-1 0-1,4-3 2-15,5 0-2 0,11-3 3 0,1 3-4 16,4-3 3-16,4 0 1 15,0 0-2-15,0 0-2 16,0 0 3 0,0 0-2-16,0 0 4 0,0 0-1 0,0 0 1 15,0 0 3-15,0 0-3 16,0 0-1-16,0 0-4 16,0 0 0-16,0 0-1 31,0 0 0-31,0 0 1 15,0 0 2-15,0 0 0 0,0 0 2 16,0 0-3-16,0 0-1 16,0 0 0-16,0 0 0 15,0 0 0-15,0 0 1 16,0 0-1-16,0 0 0 0,0 0-1 16,0 0 1-16,0 0 2 15,0 0-2-15,0 0 0 16,0 0 3-16,0 0-3 15,0 0-1-15,0 0 0 16,0 0-1-16,0 0 0 0,0 0-4 16,0 0 2-16,0 0 1 15,0 0-2-15,0 0-4 16,0 0-26-16,0 0-34 16,-4 0-65-16,4 0-157 15,-4 0-78-15</inkml:trace>
  <inkml:trace contextRef="#ctx0" brushRef="#br0" timeOffset="604.63">7348 4284 228 0,'0'0'104'0,"0"0"-69"16,0 0 42-16,0 0 24 15,0 0-33-15,0 0-20 16,8-12 5 0,-8 12 7-16,0 0-13 15,0 0-12-15,0 0-22 16,0 0-7-16,0 0 7 15,-8 9 20-15,-5 3-10 16,5 4-13-16,-9-1-7 0,5 1 7 16,-5 3 13-1,2-4-5-15,-2 3 4 0,-3-2-8 0,7-4-6 16,1-6 0-16,8 0-8 16,4 1 0-16,0-7 0 15,0 0-4-15,0 0-4 16,0 0-2-16,0 0 10 15,8 3 14-15,9-3-6 0,3 0 2 16,8 3-4-16,-3 3 0 31,4-3-2-31,-4 3-4 16,0-3 1-16,-5 4 1 16,-4-4-2-16,0-3 0 15,-8 5 0-15,-3-5 1 0,-1 0-2 16,0 0 1-16,0 0 0 15,-4 0 1-15,0 0 0 0,0 0-1 16,0 0 3 0,0 0-2-16,0 0 1 0,0 4-2 15,0-4-14-15,0 3-61 16,0-3-126-16,0 0-272 16</inkml:trace>
  <inkml:trace contextRef="#ctx0" brushRef="#br0" timeOffset="1389.34">8267 4143 284 0,'0'0'87'16,"0"0"-83"-16,0 0 53 15,0 0 0-15,0 0 19 0,0 0-16 16,20-28-5-16,-20 28 12 16,0 0-17-16,0 0-18 15,0 0-16-15,0 0-11 32,0 0-4-32,0 19 2 0,4 5 0 15,4 4 7-15,1-1-7 16,3 4-1-16,1-6 3 15,-1-1-3-15,-4-2-1 16,1 3 0-16,-1-6 0 16,-4-10 1-16,0 3-2 0,-4-6 0 15,0 0 1-15,0-6 0 16,0 3 1-16,0-3-2 16,0 0-12-16,0 0-97 15,0 0-13-15,0 0-20 0,0-3-176 16</inkml:trace>
  <inkml:trace contextRef="#ctx0" brushRef="#br0" timeOffset="1641.4">8210 4293 347 0,'0'0'42'0,"0"0"-38"15,0 0 36-15,0 0 77 16,0 0-51-16,0 0-44 15,0 0-22-15,-29-9 0 0,45 9 0 16,5 0 30-16,8-3 5 16,0-3-10-16,3 3-11 15,1-3-7-15,-4 0-1 16,4-1-6-16,-1-2 1 16,-7 3-1-16,-5 3-1 0,-11 0-30 15,-9 0-89-15,0 3-84 16</inkml:trace>
  <inkml:trace contextRef="#ctx0" brushRef="#br0" timeOffset="2258">8534 4041 48 0,'0'0'423'0,"0"0"-395"16,0 0-22-16,0 0 94 16,0 0-13-16,0 0-57 15,-66-28-12-15,49 28-2 16,-6 0 6-16,-2 0 13 15,0 0 3-15,-4 0-19 0,-4 3-7 32,-3 9 2-32,-1 4-10 15,4-1 3-15,-5 4 1 0,9-1 0 16,6 7 2 0,-2 0-4-16,4 9-1 15,-4 3-2-15,9 3-2 16,-1 0 4-16,13 0 2 0,4-3-5 15,0 3-2-15,0-6 1 0,0 0-1 16,8-3 3-16,17-4-3 16,0-2-6-16,8-4 6 15,0-5 8-15,-1-1 1 16,10-8-3-16,-5-1-2 16,3-6 6-16,6 0-7 15,-1 0 6-15,5-16-9 0,-2-9 4 16,-2-5 4-16,-5-4-7 15,-9-6 1-15,-3 0 4 16,-12-6 0-16,-13-7-3 16,-4 0-3-16,-9-2 4 15,-36 3 6-15,-8 5-10 16,-13 14-3 0,-7 8-7-16,-2 10-54 15,2 15-30-15,52 0-46 0,-4 0-125 16</inkml:trace>
  <inkml:trace contextRef="#ctx0" brushRef="#br0" timeOffset="3191.03">6888 4466 125 0,'0'0'175'16,"0"0"-123"0,0 0-17-16,0 0 67 15,0 0-26-15,0 0-31 16,0 0-3-16,0 0-3 16,0 0-2-16,0 0 8 15,0-3-9-15,0 3-11 16,0-3-9-16,0 3-8 15,0 0-4-15,4-3 2 0,8 0-4 16,9 3 11-16,4-6 0 16,11 0 0-16,-3 3-7 15,-4-4-5-15,0 7 0 0,-9-2-1 32,-3 2 0-32,-6 0 2 0,-2 0-2 15,-9 0 0 1,0 0 0-16,0 0 0 15,0 0-3-15,0 0-23 0,0 0-1 16,-5 0-16-16,-6 0-26 16,7 0-21-16,-8 2-19 15,7-2-54-15,5 0-28 16</inkml:trace>
  <inkml:trace contextRef="#ctx0" brushRef="#br0" timeOffset="3949.14">7220 4266 209 0,'0'0'117'0,"0"0"-95"15,0 0-1-15,0 0 117 16,0 0-75-16,0 0-35 0,-33-31-8 15,17 31-10-15,-1 0 1 16,1-3 1-16,-4 3 5 16,-1 0-2-16,-3 0 6 15,3 0-3-15,-4 0-2 16,0 3-6-16,5 6 2 16,0 0 0-16,-1 1-8 15,1 5 7 1,3 0-5-16,-3 4 10 0,3 3-4 15,-4-1-10 1,9 4 0-16,-4 6 2 16,4-3 3-16,0 6 6 15,7-1-7-15,5-2 1 0,0-3-1 16,0 0-5-16,5-1 4 16,15-2 0-16,0 0-4 0,9-7 1 15,0-2-1-15,8-4 6 16,0 0-2-16,-1-2 6 15,6-7-4-15,-1-1-5 16,-1-2 0-16,-2 0 1 16,3 0 6-1,0-8-4-15,-9-11 0 16,1 1-1-16,-4-7 3 16,-8-3-1-16,0-3 0 0,-13-6 0 15,-4-3 5-15,-4-6 37 16,0-3-28-16,0 6-16 15,-21-4 0-15,-3 4-4 16,-14 9-3-16,5 9-36 0,-7 10-34 16,28 15-84-16,-9 0-97 15</inkml:trace>
  <inkml:trace contextRef="#ctx0" brushRef="#br0" timeOffset="8618.26">8143 4993 109 0,'0'0'65'16,"0"0"-60"-16,0 0 17 0,0 0 8 15,0 0-24-15,0 0-5 16,0 0 9-16,0 0-10 15,0 0-1-15,0 0 1 16,0 0 1-16,0 0 0 16,0 0 0-16,0 0 3 15,0 0-1-15,0 0 7 0,0 0 16 16,0 0 10-16,0 0 3 16,0 0-9-16,0 0-10 15,0 0 2-15,0 0 8 16,0 0 5-16,0 0-5 15,0 0 5-15,0 0-1 16,0 0-8 0,0 0-8-16,0 0-6 0,0 0-2 15,0 0 7 1,0 0 6-16,0 0 5 0,0 0 10 16,0 0-5-1,0 0-5-15,0 0-2 0,0 0-7 16,0 0-5-16,0 0-7 15,0 0 2-15,0 0 9 0,0 0-7 16,0 0 4 0,0 0 8-16,-7-2-4 0,3 2-8 15,-4 0-7-15,-5 0-4 16,5 0 2-16,-4 0-2 16,-5-4 0-16,1 4 3 0,-5 0-2 31,0 0-1-31,-7 0 0 15,-1 0 0-15,-4 0-1 16,-4 0 2-16,4 4-1 16,-3 1 1-16,3 2-1 15,-8-1 1-15,-1 0-1 16,6-3 0-16,-5 6 2 16,-1-5-1-16,-2 1-1 0,3 2 4 0,-9-7-4 15,13 0 2 1,5 0-1-16,-1 0-1 15,4 0 6-15,4 0-4 16,12 0 8-16,5 0 6 0,4 0-10 16,1 0-1-16,3 0 0 15,0 0-4-15,0 0 0 0,0 0-1 16,0 0 0-16,0 0 0 16,0 0 0-16,0 0 0 15,0 0 0-15,0 0-4 16,0 0-1-16,0 0-15 15,0 0-7-15,0 0 3 16,0 0-7 0,0 0 1-16,0 0 12 15,0 0 1-15,0 0-26 0,11 0-33 16,-7 0-10 0,9 0-72-16,-9 0-47 15,0 0-28-15</inkml:trace>
  <inkml:trace contextRef="#ctx0" brushRef="#br0" timeOffset="9135.34">7417 4950 92 0,'0'0'178'0,"0"0"-118"16,0 0-1-16,0 0 68 16,0 0-27-16,0 0-30 15,8-9-18-15,-8 9-26 16,0 0-17-16,0 0-8 0,0 0-1 16,0 0 5-16,-8 3 36 15,-4 9-2-15,-4 4-2 16,-9-1-13-16,4 1 1 15,-3-1-6-15,7 1-3 0,1-1-2 16,3-3-8-16,6-3-1 16,3 0 2-16,4 1-7 31,0-1 0-31,0-3-2 0,0-3-3 16,0 4 3-16,0-4-4 15,7 3 6-15,10 0 6 16,7-3 1-16,9 0 1 15,1-3 9-15,-1 0-9 16,-1 0-6-16,-3 3-2 16,-9 4 1-16,-7-4-2 0,-5-3 1 15,-4 2 0-15,-4-2-2 16,0 0-6-16,0 0-3 16,0 4-17-16,0-4-43 15,0 3-43-15,0-3-83 0,0 0-106 16</inkml:trace>
  <inkml:trace contextRef="#ctx0" brushRef="#br0" timeOffset="9961.39">8333 4910 300 0,'0'0'125'0,"0"0"-82"16,0 0 67-16,0 0-8 16,0 0-30-16,0 0-14 15,0 0-5-15,0-12-20 16,0 12-8-16,0 0-4 0,0 0-9 15,0 0-12-15,0 0-8 16,0 0 0-16,0 15 8 16,0 10 6-1,0 0-3-15,0 3 1 0,0 5-3 0,0-2 2 16,0-3-2-16,0-1-1 16,0-5 1-16,0-4 0 15,0-5 1-15,0-1-2 16,0-2 0-16,0-7-1 15,0-3 1-15,0 0-5 32,0 0-75-32,0 0-19 0,0 0 6 15,0-13-157-15,-17-5 45 16,9 11 42-16</inkml:trace>
  <inkml:trace contextRef="#ctx0" brushRef="#br0" timeOffset="10214.59">8226 5064 116 0,'0'0'90'0,"0"0"-47"15,0 0 15-15,0 0 26 16,0 0 18-16,0 0-20 16,-16-28-17-16,16 28-22 0,0 0-7 15,0 0-20-15,0 0-16 16,0 0 0-16,0 0 14 16,12 0 10-16,5 0 28 15,11 0-17-15,0 0-12 16,5-5-9-16,5-2-9 15,-9 1-3 1,-5 3-2-16,-4 3 0 0,-8-6 0 16,-7 6-10-16,-1-3-32 15,-4 0-28-15,0 3-25 16,0 0-55-16,0 0-84 0</inkml:trace>
  <inkml:trace contextRef="#ctx0" brushRef="#br0" timeOffset="10850.27">8497 4839 384 0,'0'0'94'0,"0"0"-92"16,0 0 5-16,0 0 70 15,0 0-18-15,0 0-14 16,-123-25-18-16,102 25-3 0,1 0-6 16,-9 0 0-16,1 4 4 15,-1 8-5-15,-4 0 2 16,-5 4-2-16,5-4 10 15,1 7-1-15,8 2-9 16,-1 4-11-16,8 3 2 16,1 0 2-1,-1 8-4-15,9-2-3 16,4 6-3-16,4 0 4 16,0 4-4-16,0-1 0 15,0-3 0-15,8 0 3 0,17-6-3 16,0-1-2-1,4-2-2-15,4-6 8 0,7-3 5 16,-3-10-8-16,9-6 1 16,-2-6-2-16,6 0 16 0,-1-6-14 15,0-22 3-15,0 1-2 16,-3-10-3-16,-13-4 0 16,-9-8 5-16,-8-6 5 15,-12-1-5-15,-4-6 9 16,0 7-2-16,-12 3 6 0,-16 2-6 15,-1 10-10-15,-4 12 7 16,0 10 0-16,-4 9-9 16,1 9-23-1,-14 0-67-15,34 0-145 16,-9 12-244-16</inkml:trace>
  <inkml:trace contextRef="#ctx0" brushRef="#br0" timeOffset="11713.02">6941 5154 273 0,'0'0'133'0,"0"0"-120"16,0 0-1-16,0 0 107 15,0 0-62-15,0 0-26 0,-8-6-4 16,8 6 8-16,0 0 15 16,0-3 6-1,0 3-35-15,0 0-21 16,0 0 1 0,17 0 11-16,3 0 12 15,8 0 6-15,5 0-8 0,0 0-13 16,-4 0-4-16,-4 3-3 15,-5-3-2-15,-4 0 4 16,-7 0-2-16,-1 0-1 0,-8 2 0 16,0 2-1-16,0-1-14 15,-4-3-67 1,-9 0-96-16,1 0-188 0</inkml:trace>
  <inkml:trace contextRef="#ctx0" brushRef="#br0" timeOffset="12248.95">7056 5003 353 0,'0'0'31'0,"0"0"-24"0,0 0 113 15,0 0-28-15,0 0-36 16,0 0 28-16,0-47-30 15,-12 44-28-15,-5 0-13 16,-3 3 7-16,-1 0-16 16,-7 0 0-16,-1 0 2 0,0 10 4 15,0-2 10-15,0 8-8 16,5 3-1-16,4 2 5 16,-1 7-8-16,5 3-2 15,3 9-3-15,1 3-3 16,8 7 3-16,-1-5-3 15,5 2-1-15,0-1-1 16,0-6 2-16,17-6-1 16,12-6-4-1,4-7 1-15,3-5 4 0,10-7 0 16,-1-9 2-16,0 0 19 16,0 0-14-16,5-18-4 15,-9-10 1-15,-5-3-1 0,-7-9 5 16,-12-3-2-1,-13-3 3-15,-4-1 17 0,0-5 10 16,0 5-22-16,-25 4-4 16,-4 6-10-16,1 10-3 15,-1 5 3-15,-4 10-16 16,4 6-72-16,-4 3-58 16,21 3-150-16,0 0-167 15</inkml:trace>
  <inkml:trace contextRef="#ctx0" brushRef="#br0" timeOffset="14741.83">8120 5820 149 0,'0'0'43'0,"0"0"-37"0,0 0 13 16,0 0 27-16,0 0-18 15,0 0 5-15,0 0 14 16,0 5-1-16,0-5-8 16,0 0 15-16,0 0-11 15,0 0-9-15,0 0-1 16,0 0 0-1,0 0-3-15,0 0 2 16,0 0 0-16,0 0-3 0,0 0-3 16,0 0-2-1,0 0 3-15,0 0-7 0,0 0 9 16,0 0-16 0,0 0-8-16,0 4 9 0,-9-1-2 15,-3 3 13-15,-9 0-12 0,-3-3-3 16,-10 3 5-16,2 1 5 15,-5-4-1-15,4 3-3 16,-4 0-8-16,5 0-3 16,-9-3-1-16,7 4-2 15,-7-2 3-15,-3-1-3 16,-2-1 0 0,-3-3 1-16,0 0 1 15,4 0 3-15,-9 0-2 16,9 0 1-16,0 3-1 15,-1-3-4-15,2 6 0 16,7 0 3-16,4-3-3 0,0 0 0 16,8 0 3-16,5-3 2 15,4 4 4-15,7-4-6 16,1 0 0-16,8 0 3 0,0 0-3 16,0 0-2-16,0 0-1 15,0 0-4-15,0 0 3 16,0 0-4-16,0 0 5 15,0 0 3-15,0 0-3 16,0 0-2 0,0 0-13-16,0 0-4 15,0 0-6-15,0 0-9 16,4 0 17-16,0 0-21 0,5 0-45 16,-1 0-45-16,0 0-32 15,-8-4-90-15</inkml:trace>
  <inkml:trace contextRef="#ctx0" brushRef="#br0" timeOffset="15208.75">7212 5798 343 0,'0'0'64'0,"0"0"-57"15,0 0 66-15,0 0 2 16,0 0-31-16,0 0-27 16,0 0-8-16,0 0-2 15,0 0 22-15,-8 6 6 0,-4 3-8 32,-5 7 1-32,-4-1 2 15,9 1 3-15,-5-4-6 16,6 4-9-16,3-4-5 0,-1 0-8 15,5-3-1 1,0 1 4-16,4-1-8 0,0 0-1 16,0 0 1-16,0 4 0 15,0-4 7-15,17 0 11 0,6 4-11 32,2-8 4-32,13 5-3 0,-1-1 0 15,0-3-6-15,-1 7-1 16,-3-7 5-16,-8 0-6 15,-8 0 0-15,-5 0-1 16,-8-3 2-16,0 0-2 16,-4-3 0-16,0 0-4 15,0 0-24-15,0 0-72 16,0 0-119-16,0 0-249 16</inkml:trace>
  <inkml:trace contextRef="#ctx0" brushRef="#br0" timeOffset="15978.46">8152 5733 380 0,'0'0'171'16,"0"0"-157"-16,0 0 31 15,0 0 41-15,0 0-44 16,0 0-16-16,0 0-7 15,-4-3-9-15,4 3-9 0,0 3-1 16,0 16 31-16,-5 6-5 16,1 2 3-16,4 7-16 15,0-3 0-15,0 3 0 16,0-1-13-16,0-5 7 16,0 6 3-16,9-3-7 0,-5-6 2 15,4 3-3 1,-4-7 2-1,0 1-3-15,0-7-1 0,-4-9 0 16,0 0 3 0,0-6-1-16,0 0-2 0,0 0-4 15,0 0-38-15,0 0-45 16,0-3-194-16,0-9-160 16</inkml:trace>
  <inkml:trace contextRef="#ctx0" brushRef="#br0" timeOffset="16262.01">7980 5940 288 0,'0'0'169'0,"0"0"-129"16,0 0-21 0,0 0 116-16,0 0-83 15,0 0-51-15,0 0-1 16,-16-9 0-16,32 9 5 15,4 0 24-15,0 0-6 0,14 0-13 16,-1 0 7 0,12-7-2-1,-1 4-4-15,6-6-4 16,0 3-5-16,-10 0 13 16,-7-3-15-16,-8 2 0 0,-9 4-6 15,-7 0-21-15,-9 3-62 16,0 0-31-16,0 0-95 15,-9 0-49-15</inkml:trace>
  <inkml:trace contextRef="#ctx0" brushRef="#br0" timeOffset="16912.22">8353 5678 471 0,'0'0'81'0,"0"0"-73"15,0 0 66-15,0 0 14 0,0 0-42 16,0 0-13-16,-106-31 10 16,85 31-13-16,0 0-11 15,-12 0 5-15,4 0-11 0,2 6 3 16,-2 3 0-16,0 7 5 16,4-1-1-16,-4 10-10 15,5 3 0-15,3 3 1 16,9 2-7-16,0 7-2 15,8 1-1-15,-1 4 4 16,5 2-1 0,0 2-4-16,0-6 0 15,17-5 0-15,4-5 0 16,3-5 0-16,0-3 1 0,9-4 1 16,-4-12 2-16,0 1-1 15,7-7 9-15,1-3-5 16,9 0-4-16,-1-13 4 0,8-8-7 15,1-16 2-15,0 0-6 16,-10-9 1-16,-7-4 3 16,-12-2 4-16,-12-10-2 15,-9 4 6-15,-4 2-5 16,-4 4 6-16,-30 5 9 16,-7 17 3-16,-12 5-8 15,0 13-5 1,-5 9-8-16,1 3-5 15,-1 3-57-15,37 9-114 16,9 3-271-16</inkml:trace>
  <inkml:trace contextRef="#ctx0" brushRef="#br0" timeOffset="17843.74">6752 6042 299 0,'0'0'66'0,"0"0"-56"0,0 0 79 15,0 0 15-15,0 0-59 16,0 0-11-16,0 0 5 16,123-4-6-16,-94 1-9 15,4 3-6-15,-4 0 3 16,-1 0 4-16,-7 0-13 0,-9 0-11 15,-4 0-1-15,-8 0 0 16,0 0-6-16,0 0 4 16,0 0 2-16,0 0-21 15,0 0-96-15,0 0-19 16,-4 0-74-16,0 0-6 0</inkml:trace>
  <inkml:trace contextRef="#ctx0" brushRef="#br0" timeOffset="18385.34">7035 5869 202 0,'0'0'74'0,"0"0"-73"15,0 0 7-15,0 0 80 16,0 0-18-16,0 0-51 15,-28-62 44-15,15 59-40 16,-11 3 20-16,4 0-6 16,-9 0-17-16,0 0 22 0,4 0-12 31,-4 0-14-31,1 0 7 16,7 0-1-16,-3 9-13 15,7 3-2-15,1 1-1 0,-1 2 1 16,5 4-1-16,-5 5-1 15,10 4 3-15,-1 0-7 16,-1 9 3-16,5-3 3 16,4 6-4-16,0-3 1 0,0 0 5 15,17 0-9-15,7-3 2 16,4-10-5-16,10-5 6 16,3-7 3-16,8-5 9 15,8-7-7-15,1 0 10 16,3 0 2-16,1-25 1 0,-5-3-12 15,-7-9 1-15,-17-3 2 16,-8-3-1-16,-14-3 28 0,-11-1 11 16,0 4 3-1,-7 0-29-15,-22 9-24 16,-4 3 2-16,-4 10-7 16,-5 11 0-16,6 5-62 15,20 5-122 1,3 0-124-16</inkml:trace>
  <inkml:trace contextRef="#ctx0" brushRef="#br0" timeOffset="23729.92">9047 4205 194 0,'0'0'71'0,"0"0"-59"0,0 0 31 15,0 0 15-15,0 0 13 0,0 0-36 16,0 0 4 0,0 0 27-16,4-25-7 15,-4 25-36-15,0-3-8 16,0 3 18-16,0 0-7 0,0 0 10 15,0 0-7-15,0 0-15 16,0 0 3-16,0 0-1 0,0 0-7 16,0 0-5-16,0 0-4 15,0 0 0-15,0 0-4 16,0 0-6 0,0 0 5-16,0 9 5 0,0 12 7 15,0 4 13 1,0 9-4-16,0-3 5 15,0 6 6-15,4 0-12 16,0 0 1-16,0-6-8 16,0 0 6-16,-4-7-4 15,5 0-5-15,-5-5 2 16,0-3 2-16,0-7-4 16,0-3 1-16,0-6 1 0,0 3-5 15,0-3 3-15,0 0-3 16,0 0 0-16,4 0 5 15,-4 0-5-15,0 0-1 16,0 0-1-16,0 0-16 16,0 0-18-16,0 0-24 15,0 0-24-15,0 0-57 16,0 0-87 0,-4-6-8-16,-1 0 22 15</inkml:trace>
  <inkml:trace contextRef="#ctx0" brushRef="#br0" timeOffset="24022.59">8895 4466 91 0,'0'0'166'0,"0"0"-138"15,0 0-12-15,0 0 105 16,0 0-15-16,0 0-42 16,-21-12-37-16,21 12-18 15,0 0-2-15,13 0 11 16,3 0 24-16,5 0 24 15,8 0-36-15,4-3-5 0,7-3 9 16,6 0-7-16,-1 2-12 16,-8 1 2-16,-9 1-8 15,-7 2-8-15,-9 0 0 0,-8 0-1 16,-4 0-5-16,0 0-6 16,0 0-31-16,-8 0-46 31,-8 0-14-31,3 0-74 0,5 0-98 15</inkml:trace>
  <inkml:trace contextRef="#ctx0" brushRef="#br0" timeOffset="24797.23">9150 4192 60 0,'0'0'296'0,"0"0"-259"15,0 0-33 1,0 0 66 0,0 0 25-16,0 0-47 15,0 0-5-15,-41-96 13 0,32 90-24 16,-3 0 5-16,0 6-12 15,-5 0-14-15,-4 0-2 16,1 0-4-16,-4 0 3 16,-1 0 8-16,-4 9-3 0,4 4 1 15,1-4-2-15,-1 10-3 16,1-4 6-16,3 3-5 16,5 7 0-16,3 0-3 15,5 2-1-15,4 4-1 16,0 0-5-16,4 0 1 15,0 0 4 1,0 0-5-16,0-4 2 16,0 1-1-16,4-4 2 15,8 4-3-15,5 0-2 0,0-6 2 16,3-1-6-16,4 1 6 16,1-4 14-16,0 1-10 0,4-4-2 15,-5-2 4-15,-3-4-4 16,3 0-1-16,1-6-1 15,-1 3 3-15,5-6 3 16,-4 0 0-16,4 0-3 16,-1 0 6-16,1 0-7 15,4-9 0-15,-4-3 3 16,0-7-3 0,-1 1-2-16,1-1 8 15,-4-2-7-15,-9-1 4 0,5-3 11 16,-9-3 8-16,-4 1 4 15,-3-10 5-15,-5-3 0 16,0-6-3-16,0-7-10 16,-17 4-3-16,-8 0-8 15,-4-1-3-15,-4 10 6 16,-7 6-4-16,3 7-7 16,-1 5-1-16,-7 6-2 15,1 11 0-15,-2 5-29 0,-8 0-27 16,2 0-22-16,-2 12-37 15,0 9-51-15,6 4-3 16,39-13-100-16</inkml:trace>
  <inkml:trace contextRef="#ctx0" brushRef="#br0" timeOffset="26868.12">8982 4546 181 0,'0'0'103'0,"0"0"-95"16,0 0 0-16,0 0 64 16,0 0-19-16,0 0-10 15,0 0 3-15,12-6-17 0,-12 6-20 16,0 0 2-16,0 0 9 15,0 0 26-15,-8 0-35 16,-5 0-10-16,-7 0 0 0,-1 0 1 16,-4 0-2-1,-8 0 0-15,5 0 4 16,-5 0-3-16,0 3 3 0,0 0 3 0,1 0 4 16,-1 1 2-16,0-1-6 15,0 0 2-15,-8-3 5 16,-4 6 3-1,4-6-1-15,-5 6-4 0,6-3-7 32,3 0-1-32,-5 0-2 15,2 3-2-15,-1 1 1 0,-1-1 2 16,1 0-2-16,-3 0 0 16,2 0 0-16,-3-3 1 15,4 4-1-15,4-4 1 16,4 0 1-16,0-3 0 15,8 0 5-15,-3 3-5 0,4 0 6 16,-5 0-1-16,0 0 0 16,0-3-4-16,1 6 5 15,-1 0-7-15,-4 1 1 16,0 2-3-16,-5 0 1 16,2 0-2-16,-1-2 1 0,0-1 0 15,0 0 3-15,5-3-2 31,-1 3 0-31,-5 0-1 0,5 0 0 16,1 4-1-16,-1-4-1 16,0-3 2-16,4 3 0 15,0-3 2-15,1 0-1 16,4 1-1-16,-5-4 0 16,0 0 1-16,4 0-1 15,-3 0 2-15,-1 0-1 0,4 0-1 16,0 0 3-16,1-7-3 15,3 7 1-15,-3-3-1 16,3 3 0-16,5-3 0 16,-5 3 0-16,1 0 3 15,-1 0-5-15,4 0 2 0,2 0 0 16,-6 0 1-16,9 0-1 31,-5 0 0-31,9 0-2 16,0 0 2-16,4 0 0 0,-1 0 0 0,5 0-4 15,0 0-1-15,0 0-7 16,0 0 3-16,0 0-3 16,0 0 6-1,0 0 6-15,0 0 5 0,0 0-5 16,0 0 0-16,0 0-32 16,0 0-36-16,5 0-34 15,-5 0-60-15,4 0-13 16</inkml:trace>
  <inkml:trace contextRef="#ctx0" brushRef="#br0" timeOffset="27484.57">6752 4660 98 0,'0'0'185'0,"0"0"-165"16,0 0 3-16,0 0 47 15,0 0-46-15,0 0 0 16,4-3-16-16,-12 3-3 31,-4 3 8-31,-5 7 15 16,1-4 15-16,-4 3-3 0,3 1-2 15,1-1 4-15,8 3 1 0,-5 3-7 16,5-3-20 0,0 1-1-16,4-3-4 15,4 2-2-15,0-3-5 0,0 0-3 16,0 0-2-16,8-3 2 15,13 4 13-15,-1-1-8 16,8-3 2-16,1 0 1 0,4 1-4 16,0-4 3-1,-4-3-8-15,-5 3 0 0,1 0 0 16,-13-3-83-16,1 0-46 16,-13 0-121-16,0 0-83 15</inkml:trace>
  <inkml:trace contextRef="#ctx0" brushRef="#br0" timeOffset="28544.78">6523 4485 303 0,'0'0'66'0,"0"0"-20"15,0 0 27-15,0 0-1 16,0 0-27-1,0 0-9-15,0 0 5 16,0-34-9-16,0 34 13 16,0-3 1-16,-4-3-27 15,0 6-17-15,-9 0 1 16,1 0-3-16,-5 0 0 0,1 0-1 16,-5 0 0-1,0 3 1-15,-2 9 0 0,2 4 1 16,0-4 3-16,1 6 1 0,7-3-2 15,1 1-1-15,3 3-2 16,5 2 0-16,4 4 0 16,0 0 0-16,0 2 0 15,0 1 0-15,0 6 0 16,9-6-1 0,11-3 1-16,1 2 0 15,0-9 4-15,8 1-1 16,-2-10 1-16,2 4 0 15,9-7-1-15,-5-6 1 16,-1 0 1-16,1 0 7 16,0 0-6-16,0 0 1 15,0-16 1-15,-1-2-4 0,1-7 8 0,-4-3 8 16,0 0-7-16,-4 1 2 16,-6-4-8-16,-2 1 3 15,-9-5 8-15,1 1 13 16,-9-6-7-16,0 0 21 31,0-9-20-31,-13 3-4 16,-16-4-19-16,1 4 6 0,-13 6-7 15,0 9 5-15,-1 0 8 16,6 13-12-16,-1 5-2 16,4 8 0-16,4 5-1 0,1 0-5 15,-5 3-16 1,4 22-18-16,-4 8-22 0,4 7-52 15,5 0-33-15,20-24-104 16,4-4-58-16</inkml:trace>
  <inkml:trace contextRef="#ctx0" brushRef="#br0" timeOffset="28891.81">6494 4565 308 0,'0'0'222'0,"0"0"-192"16,0 0-27-1,0 0 65-15,0 0-21 16,0 0 12-16,82-3-4 16,-41-6-14-16,-4-1-25 0,-5 4 1 15,-7 0-1-15,-9 0-10 16,-7-1-2-16,-5 7-2 16,-4 0 4-16,0 0-6 15,0 0-62-15,-4 0-200 0,-5 0-148 16</inkml:trace>
  <inkml:trace contextRef="#ctx0" brushRef="#br0" timeOffset="30117.41">9059 4956 190 0,'0'0'208'15,"0"0"-193"-15,0 0-2 0,0 0 76 16,0 0-26-16,0 0-30 16,0 0-18-16,4-6 4 0,-4 6 1 15,0 0 6-15,0 0-11 16,0 0-12-16,0 0 7 16,0 16 11-16,0 2-8 15,0 4 11-15,0 6-9 16,0-4-4-16,0 7 0 15,0-3-8-15,0 0 6 0,0-4-5 32,0 1-3-32,0-3 4 15,0-4-4-15,0-6-1 0,0 1 0 16,0-4 0-16,0-3-1 16,0 0-51-16,0-6-90 15,-4 0-120-15</inkml:trace>
  <inkml:trace contextRef="#ctx0" brushRef="#br0" timeOffset="30364.9">8920 5141 575 0,'0'0'79'0,"0"0"-74"0,0 0 71 15,0 0 12-15,0 0-70 16,0 0-3-16,0 0-8 15,49-31 2-15,-12 28 12 16,8-3-2-16,4 0-7 16,1 0-6-16,-5 0-6 15,-8 6 0 1,-12 0-7-16,-5 0-93 16,-16 0-119-16,-4 0-34 15,0 0 23-15</inkml:trace>
  <inkml:trace contextRef="#ctx0" brushRef="#br0" timeOffset="30965.91">9330 4956 379 0,'0'0'86'16,"0"0"-64"-16,0 0 72 15,0 0 29-15,0 0-49 0,0 0-8 16,-119-67-11-16,94 67-14 16,-4 0-30-16,-3 0 0 31,-5 0 1-31,0 0 2 16,0 0 5-16,1 0 5 15,2 0-5-15,5 0-5 16,5 0-1-16,-1 3-2 0,1 9-11 15,3 0 1-15,1 7 0 0,-1 2 0 16,5 1-1 0,-1 9 0-16,0-4-1 15,2 7 1-15,3 3-2 16,3 6-2-16,9 1 3 16,0-1 0-16,0 0 0 0,0 4 1 0,0-11-8 15,17 1 8-15,7-6-10 16,5-3-2-1,4-3 12-15,8-7-3 16,-1-6 3-16,10-2 5 0,4-10-2 16,7 0 0-16,9 0 2 15,-1-10 1 1,-3-8-6-16,-5-4-6 16,-7-6 0-16,-13-2 6 15,-16 2 5-15,-8-9 4 16,-14 0 7-16,-3-9 40 0,0-6-12 15,-7-1-14 1,-22 4-11-16,-9 5-14 0,-7 10-5 16,-4 10-1-16,-13 8-33 15,-7 11-68-15,44 5-91 0,0 0-186 16</inkml:trace>
  <inkml:trace contextRef="#ctx0" brushRef="#br0" timeOffset="32025.33">6288 5373 203 0,'0'0'19'0,"0"0"-18"16,0 0 50-16,0 0 44 16,0 0-27-1,0 0 6-15,0 0 3 0,-29-19-19 16,29 16 6-16,0 0-4 0,0 3-8 16,0 0-11-16,0 0 2 15,0 0 7-15,0-3-23 16,0 3-14-16,0-3-13 15,9 3 0-15,15-3 0 16,1-1 1-16,12 1 1 0,1-2 3 31,-2 5-5-31,-3-4 1 16,-4 1-1-16,-4 0 0 16,-5 0-2-16,-4 3-6 0,-8 0-34 15,-4 0-29-15,-4 0-61 16,0 0-4-16,0 0-45 15,0-3-106-15</inkml:trace>
  <inkml:trace contextRef="#ctx0" brushRef="#br0" timeOffset="32689.45">6580 4975 454 0,'0'0'53'0,"0"0"-50"15,0 0 22-15,0 0 72 32,0 0-42-32,0 0-25 0,-90-40-16 15,73 40-3-15,-3 0 0 16,-5 0 19-16,0 0-8 15,1 0-1-15,-1 9 7 0,5 0-8 16,-1 4 0-16,0-1-12 16,5 1-6-16,3 5 1 15,1 7-3-15,1-1 2 16,-2 7 5-16,-3 3-7 0,3 6 5 16,5-6 0-16,4 3-2 15,4 0 7-15,0 0-9 16,0 3 9-16,4-6-2 15,21-3-4-15,-5-3-4 16,8-1 1-16,-3-2-1 16,4-4 1-1,0 1-1-15,4-4 0 16,-1-2 3-16,1-4-1 16,0-2 0-16,5-10-2 0,-6 3-3 15,5-3 3-15,4 0 17 16,5 0-16-16,-2 0 7 15,6-7-8-15,-5-2 1 16,-5-6 2-16,-2-1-2 0,-5-5 3 16,-4-1 0-16,-1-9 6 15,-8 3-3-15,-11-5 3 16,-1-5 31-16,-8-2 6 16,-4-6-3-16,-25-6-24 15,-7 3-12-15,-10 6 7 16,-4 8-11-16,2 14-4 0,-2 9-6 31,1 12-40-31,0 0-69 0,37 0-114 0,-1 6-153 31</inkml:trace>
  <inkml:trace contextRef="#ctx0" brushRef="#br0" timeOffset="33529.32">9006 5681 356 0,'0'0'236'16,"0"0"-236"-16,0 0-4 15,0 0 4-15,0 0 14 0,0 0-13 16,-4 18-1-16,4 1 23 15,0 2 9-15,0 4-2 16,0 6 3-16,0-1 4 31,0 8-14-31,0-5-6 0,0-5 6 16,4 3-15-16,1-3-1 16,-2-7-4-16,-3-2-3 15,4-7 2-15,-4-5-2 16,0-4-1-16,0-1-22 15,0-2-74-15,0 0-101 16,0 0-145-16</inkml:trace>
  <inkml:trace contextRef="#ctx0" brushRef="#br0" timeOffset="33777.08">8870 5971 587 0,'0'0'67'16,"0"0"-60"-16,0 0 94 0,0 0 4 16,0 0-95-16,0 0-2 15,33-19 22-15,4 16-12 16,1-3-1-16,6 3-6 16,-3-1-7-16,-4 2-4 15,-8 2-3-15,-1 0-7 0,-3 0-38 16,-8 0-60-16,-5 0-41 15,-12 0-22-15,0 0-44 16</inkml:trace>
  <inkml:trace contextRef="#ctx0" brushRef="#br0" timeOffset="34376.85">9273 5761 250 0,'0'0'172'0,"0"0"-124"16,0 0-13-1,0 0 106 1,0 0-69-16,-123-93-11 0,94 84-7 16,4 3-14-16,-4 3-1 15,-4 0 0-15,5 3-5 16,0 0-1-16,-1 0-22 15,0 0 4-15,0 0 1 16,4 0-6-16,1 0-7 0,-1 12 5 16,5 7 1-16,-1 2 4 15,-4 10-10-15,9 6-2 16,3 0 4-16,2 3-2 16,3 4-2-16,-1-1 3 15,9-3-2-15,0 3-1 16,0-3-1-1,0 0 0-15,13 0-1 16,6-6 0-16,6-3-6 16,4-7 5-16,4-5 0 0,4-1 4 15,4-8 2 1,4-4 3-16,1-6-3 0,2 0-4 16,10 0 2-16,0-13-6 15,-1-8 1-15,-3-10-3 16,-6 0-10-16,-15-6 9 0,-8-9 7 15,-13 3 1-15,-12-7 13 16,0-5 2-16,-8 2 8 16,-25 1-7-16,-3 12 2 15,-5 6-14-15,-5 13-2 16,1 8-3-16,-4 10-25 0,28 3-85 16,1 0-256-16</inkml:trace>
  <inkml:trace contextRef="#ctx0" brushRef="#br0" timeOffset="35432.94">6284 6159 86 0,'0'0'290'0,"0"0"-259"0,0 0-27 15,0 0 89-15,0 0 0 16,0 0-39-16,-33 0-12 15,33 0 1-15,0 0-5 0,0 0 10 16,0 0-5 0,0 0-32-16,8 0-11 0,13 0 3 15,12-3 17 1,4-7 13 0,8 1-15-16,0 3-6 0,-8 0-11 15,-8 2 0-15,-4 4-1 16,-9 0 1-16,-8 0-1 15,-8 0-11-15,0 0-53 16,0 0-7-16,0 0-70 16,-8 0-43-16,-4 0-123 15</inkml:trace>
  <inkml:trace contextRef="#ctx0" brushRef="#br0" timeOffset="35980.83">6559 5853 535 0,'0'0'30'0,"0"0"-30"0,0 0 65 0,0 0 32 16,0 0-46-16,0 0-10 15,-98-83-20-15,69 83-13 31,0 0 9-31,-3 0 12 0,-5 3-2 16,-1 13 0-16,-3-1-3 16,-3 6-6-16,6 4-4 15,-3 3-9-15,9 0-5 0,3 9 3 16,0 3-2-16,4 3-1 16,13 3 0-16,0 0-1 15,3 4 1-15,9-4-2 16,0 0 2-16,0-6-2 15,0-2-3-15,13-5-3 16,7-5 2-16,18 0 5 0,-1-10 1 16,11-2 11-1,2-13-5-15,8-3-5 0,-5 0 1 32,4-3-2-32,-8-19 4 15,-3-6-1-15,-1-5 4 16,-8-2-4-16,-9-8 2 0,-3 0 17 15,-9-3 5-15,-7-4 14 16,-9 5-7-16,0-2-11 0,0 1-5 16,-25 6-16-16,-4 6 1 15,-3 3-3-15,-5 16 0 16,-9 5-30-16,1 10-33 16,0 0-106-16,29 3-128 15</inkml:trace>
  <inkml:trace contextRef="#ctx0" brushRef="#br0" timeOffset="40849.71">9404 3874 232 0,'0'0'80'16,"0"0"-79"-16,0 0 8 16,0 0 74-16,0 0 9 15,0 0-24-15,0 0-26 16,0-27-4-16,0 27-5 0,0 0 1 31,0 0 7-31,0 0 1 16,0 0-9-16,0 0 1 15,0 0-10-15,0 0-5 0,0 0-3 16,0 0-4-16,0 0-7 16,0 0 0-16,0 0-5 15,0 0 1 1,0 0-1-16,0 0 0 0,0 0-2 0,0 0-5 15,0 0 7-15,0 3 0 16,0 9 6-16,0 10-1 16,0-4-3-16,0 10-2 0,4 3 6 15,1 3-6-15,-1 6 4 16,0 0 1-16,0 6 6 31,0 0-4-31,0 0 3 16,-4 1-5-16,4-1 5 0,-4 0-3 15,5 1-5-15,-1-1 3 16,-4 0-2-16,3 3 0 16,5 0-3-16,0-2 1 15,-4 5 1-15,5-2-2 16,-5-1 1-16,0 0 1 0,4-9-2 16,-4 4 1-16,1 2-1 15,-1 3 0-15,0 3-1 16,0-2 1-16,-4 5 0 15,0 1 2-15,0 5-2 0,0 1 1 16,0 3-2 0,0-7 2-16,0-3-1 0,0 1 0 31,0 0 0-31,0-1 1 16,0 1 0-16,4-1-2 15,4 1 2-15,5-7-1 0,-5 3 0 16,4 1-1-16,-3-4 1 15,-1 1 1-15,0-5 0 16,-1 2-1-16,2-4 2 16,-5-6-2-16,4 0 0 0,-4-6-1 15,0-3 1-15,-4-7 0 16,5-5 0-16,-1-7 0 16,-4 0 0-16,4-6 0 15,-4-3 2-15,0 0-2 16,0 0 0-16,0 0 3 0,0 0-3 15,0 0 3-15,0 0-3 16,0 0-3-16,0 0-1 16,0 0-26-16,0 0-19 15,0 0-9-15,0 0-56 0,0 0-84 16,0-3-319 0</inkml:trace>
  <inkml:trace contextRef="#ctx0" brushRef="#br0" timeOffset="42186.23">10344 2944 175 0,'0'0'112'15,"0"0"-57"1,0 0-6-16,0 0 13 0,0 0-14 15,0 0-20 1,0 0-6-16,8-10 11 0,-8 10-4 16,0 0-7-1,0 0 1-15,0 0-5 0,0 0 3 16,0 0 11-16,0 0-17 0,0 0-15 16,0 0-2-16,0 0 2 31,-12 12 29-31,-5 10-1 15,-11 9 23-15,-5 3-34 16,-8 12-7-16,-8 6 8 0,-9 10 2 16,-12 6-11-1,-7 12 20-15,-9-2-6 0,3-5-4 16,6 1-2-16,10-9-9 16,10-9 7-16,12-13-2 15,8-6-8-15,8-10 2 16,12-11-7-16,5-4 2 15,8-9-2-15,4-3-2 16,-4 0-12-16,4 0-55 0,-3 0-48 16,3 0-98-16,0 0-189 0</inkml:trace>
  <inkml:trace contextRef="#ctx0" brushRef="#br0" timeOffset="42917.97">8390 3396 402 0,'0'0'177'15,"0"0"-151"-15,0 0-24 16,0 0 2-16,0 0-4 16,0 0 1-1,0 0 7-15,0 56 15 0,0-19 22 16,0 3-2-16,0 6-1 16,0-3-20-16,-4-5-8 15,0-5-13-15,4-11 1 0,-4-3 1 16,4-7-3-16,0-6-1 15,0 0-10-15,-4-3-102 16,4-3-107-16,-4 0-54 16</inkml:trace>
  <inkml:trace contextRef="#ctx0" brushRef="#br0" timeOffset="43134.03">8185 3671 353 0,'0'0'111'0,"0"0"-85"0,0 0 39 15,0 0 46 1,0 0-16-16,0 0-77 16,0-62 2-16,20 56 2 0,9 6-16 15,9-3 4-15,2 0-1 16,5 3-6-16,1-3-3 16,-6 3 0-1,-7-3-27-15,-4 3-99 0,-29 0-165 16,0 0-82-16</inkml:trace>
  <inkml:trace contextRef="#ctx0" brushRef="#br0" timeOffset="43610.85">8603 3400 238 0,'0'0'169'0,"0"0"-149"31,0 0-4-31,0 0 101 16,0 0-30-16,-139-75-19 16,106 75-23-16,5 0 6 0,-5 0-3 15,-4 0-14-15,3 0-2 16,2 13 1 0,4-1-10-16,-1 4-3 15,8 6-3-15,0-1-17 0,5 13 0 0,7 6 0 16,5 6 2-16,4 3-4 15,0 1 1-15,0-1-6 32,9-9 7-32,7 0-2 0,9-9-15 0,4-9 17 0,0-4 3 15,11-8 10-15,6-10-5 32,11 0 7-32,13-7-8 0,0-21-7 15,3-5-10-15,-6-10 9 16,-18-7 1-16,-9-2 3 15,-15 0 9-15,-12-1 8 16,-13 10 19-16,0 3-12 0,-9 9 3 31,-20 9-1-31,-8 10-20 0,1 3-9 0,-1 9 0 16,-5 0-61-16,26 0-118 0,8 3-189 16</inkml:trace>
  <inkml:trace contextRef="#ctx0" brushRef="#br0" timeOffset="44016.99">8911 3594 320 0,'0'0'195'0,"0"0"-159"0,0 0-9 16,0 0 6-16,0 0-10 15,0 0-13-15,100 0-3 16,-60 0-4-16,-3 0 0 16,0 0 0-16,-8 0 2 0,-5 0-5 15,-12 0 0-15,-3 0-2 16,-9 0-75-16,0 0-231 15</inkml:trace>
  <inkml:trace contextRef="#ctx0" brushRef="#br0" timeOffset="44485.06">9223 3375 547 0,'0'0'50'0,"0"0"-50"16,0 0 31-16,0 0 45 0,0 0-58 15,0 0-18-15,0 0-1 16,-106-25 1-16,69 41 1 16,0 2 5-16,0 4 14 15,4 3-1-15,4 2 6 16,5 4 6-16,7 6-16 15,9 3-12 1,8 0-3-16,0 0 0 16,4-2-8-16,21-8 8 15,4-2 10-15,8-7-7 16,-5-2 7-16,9-7 10 0,1-12-6 16,7 0 7-16,0 0-2 15,9-9-6-15,-1-19-4 16,-12 1-1-16,-4-7-5 0,-12-6 7 15,-16 2-1-15,-10-5 24 16,-3 3 4-16,0 3-1 16,0 10-31-16,-24 5 15 15,-13 7-9-15,-5 5-11 16,-10 10-51-16,23 0-110 16,4 0-122-16</inkml:trace>
  <inkml:trace contextRef="#ctx0" brushRef="#br0" timeOffset="45087.78">9096 3427 490 0,'0'0'95'0,"0"0"-94"16,0 0 26-16,0 0 9 0,0 0-24 15,0 0-5-15,9 19-1 16,-9 9 49-16,0 9-33 15,0 9-8-15,0 6-5 16,0 1-5-16,0-4-3 16,0-9-1-16,0-9 0 15,0-6-2 1,4-16-54-16,-4-9-131 16</inkml:trace>
  <inkml:trace contextRef="#ctx0" brushRef="#br0" timeOffset="45688.68">8878 3088 290 0,'0'0'197'0,"0"0"-162"16,0 0 4-16,0 0 51 16,0 0-38-16,0 0-31 15,9-9-21-15,-9 9-7 16,0 0 2-16,0 0 5 0,0 16 36 16,0 5-2-16,0 4-16 15,0 3-12-15,0-4-1 16,0 4 0-16,0-7-4 15,0-5-1-15,4-1-11 0,-4-2-45 16,0-4-53 0,0-3-38-16,0-6-39 0,0 0-107 15</inkml:trace>
  <inkml:trace contextRef="#ctx0" brushRef="#br0" timeOffset="45905.01">8768 3239 457 0,'0'0'236'16,"0"0"-222"-16,0 0-8 15,0 0 36-15,0 0-17 16,0 0-23-16,0 0 0 16,135-40-1-16,-94 34-1 15,5 0 0-15,-10-3-4 16,-3 2-43-16,-4 5-81 0,-29-1-62 15,0 3-30-15</inkml:trace>
  <inkml:trace contextRef="#ctx0" brushRef="#br0" timeOffset="46375.61">9182 3014 231 0,'0'0'114'0,"0"0"-91"16,0 0-15-16,0 0 71 15,0 0-10-15,-123-61-17 16,94 61-3-16,5 0-12 0,-4 0-2 16,-6 0 1-16,1 6 2 15,0 9-10-15,5 4-6 16,-1 2 3-16,5 7-8 15,3 9-8 1,4 3-6-16,5 7-3 0,12-1-1 0,0-3 1 31,0-6-6-31,4-4 5 16,21-8-11-16,8-3 5 0,0-6 6 16,12-8-2-16,0-4 6 15,5-4 9 1,6 0-1-16,11-16 2 0,-6-15-6 15,-4 3-3-15,-11-8 6 16,-17-4 2-16,-14-3 15 0,-10 3 27 16,-5-3-19-16,0 2-28 15,-24 11-7-15,-9 2 0 16,-5 9 0-16,-3 13-37 16,-3 6-88-16,27 0-75 15,1 0-159-15</inkml:trace>
  <inkml:trace contextRef="#ctx0" brushRef="#br0" timeOffset="46925.01">9552 3073 356 0,'0'0'94'0,"0"0"-76"16,0 0 64-16,0 0 13 0,0 0-37 16,0 0-36-16,0-9-22 15,0 9-27 1,0 9 27-16,0 13 27 16,0 6 3-16,0-1-22 15,0 4-4-15,0-3-4 16,-4-4 4-16,0 1-4 15,4-10 0-15,-4 1-4 16,4-7-33-16,-4-3-69 0,4-6-64 16,0 0-63-1</inkml:trace>
  <inkml:trace contextRef="#ctx0" brushRef="#br0" timeOffset="47126.89">9482 3196 338 0,'0'0'212'16,"0"0"-191"-16,0 0-5 0,0 0 0 16,0 0 11-16,0 0-20 15,107-15-4-15,-70 9-3 16,4 2 2-16,-4-1-2 0,-8-2-50 16,-25 7-176-16,-4-6 48 15</inkml:trace>
  <inkml:trace contextRef="#ctx0" brushRef="#br0" timeOffset="47532.15">9831 2984 185 0,'0'0'93'0,"0"0"-61"0,0 0-13 16,0 0 53-16,0 0-10 15,0 0-34-15,-123-53 11 0,94 53 16 16,-4 0-3-1,4 15-5-15,-3 7-4 16,-5 3-2-16,4 9 4 0,0 6-22 16,0 6-14-16,9 0 0 15,3 4-6-15,9-7-3 16,12-6-3 0,0-3 0-16,0-7 1 15,4-5 0-15,17 0 2 16,4-10 10-16,2-3 1 15,15-5 4-15,-1-4 14 16,12 0-1-16,5-13-9 16,-4-12-12-16,2-6 10 0,-10 1-2 15,-13-10 9 1,-17 2 8-16,-7 2-22 0,-9-4-7 16,-4 9-3-16,-34 3-12 15,-11 9-3-15,-12 10-34 16,-14 9-99-16,46 0-91 0,-3 0-227 15</inkml:trace>
  <inkml:trace contextRef="#ctx0" brushRef="#br0" timeOffset="49891.66">5841 3973 157 0,'0'0'105'15,"0"0"-72"-15,0 0-19 0,0 0 11 16,0 0 34-16,0 0-25 16,0 0 1-16,-4-40 33 15,4 37-20-15,0 3 14 0,0-3 1 16,0 0-6-16,0 3-22 16,0-3-5-16,0 3 8 15,0 0-5-15,0 0-12 16,0 0-12-16,0 0-6 15,0 0-2-15,0 0-1 16,0 0-8 0,0 0-7-16,0 0-10 0,0 15 24 15,0 4 1-15,0 6 11 16,0 5 8 0,0 7-8-16,4 3 7 15,-4 3-13-15,0 1-3 16,0 2 4-16,0 3-4 0,0-3 2 15,0 3-3-15,4-2 1 0,-4-4 4 16,4 0-6-16,-4-3 0 16,4 0 7-1,0 0-5-15,0 0-1 0,-4-2 0 16,4-2 2-16,1 1-3 16,-5 4 1-16,0-1 1 15,0 0 0-15,0-4-2 0,0 2 3 31,0-5-1-31,0 5 0 16,0-2 2-16,0 1-3 0,0 4 0 16,4-1 0-16,-4 0 3 0,4 3-2 15,0 0-2-15,0 0 2 16,-4 0-2 0,0-2 4-16,0 4-3 0,0-4 3 31,0 2 3-31,0 0 4 0,0-3-6 0,4 0-2 15,-4 0 2-15,4 0-4 0,-4 0 1 16,5 0 1 0,-1 0-3-16,-4 1 2 0,4 2-1 31,0-3-1-31,0 0 1 16,0-3-3-16,0-3 4 0,0-3-1 15,1-1 0-15,-1-2-1 16,4-3 1-16,-4-4-1 15,0 4 0 1,0-6 0-16,0-1 1 0,0 0-1 16,0-5 2-16,-4-1-2 0,4-6 1 15,-4-2-1-15,0-1 0 16,4-3-11-16,-4 0 4 16,4 0-17-16,-4-10-40 15,4-11-71-15,-4 5-119 16,0 1-218-16</inkml:trace>
  <inkml:trace contextRef="#ctx0" brushRef="#br0" timeOffset="50981.84">6395 3569 225 0,'0'0'44'0,"0"0"-28"0,0 0-2 16,0 0 51-16,0 0-1 15,0 0-23-15,111 0-1 16,-70 0 17-16,0 0 5 15,0 0-16 1,1-3 5-16,-10 0-31 16,-8 0-17-16,-7 0-2 15,-9 3-1-15,-8 0-3 16,0 0-48-16,0 0-84 16,0 0-120-16,-8 0-50 0</inkml:trace>
  <inkml:trace contextRef="#ctx0" brushRef="#br0" timeOffset="51532.32">6810 3427 273 0,'0'0'73'0,"0"0"-72"16,0 0 0-16,0 0 145 15,0 0-21-15,0 0-81 16,-33-46-19-16,12 43-2 0,-3 3-4 16,-1 0-6-16,-7 0-7 15,3 0-5-15,-4 0 2 16,0 13 12-16,-5 2 5 15,2 3-5-15,3 7 2 16,4 0 3-16,0 3-2 16,6 5-11-16,6 5 6 15,9 5-10-15,4 3-2 16,4 0-1-16,0-6 0 16,8 0-1-16,16-9 1 15,5-3 0-15,8-7 7 16,0-11-7-16,7-1 6 15,2-9 9-15,16 0-1 16,3-13-3-16,5-11-8 0,0-10-3 16,-21-3 4-16,-12-6-4 15,-20-4 2-15,-17 1 10 16,0 0 31-16,-12 6 9 0,-22 6-1 16,-11 6-37-16,5 10-11 15,-2 5-3-15,9 13-38 16,8 0-64-16,17 0-123 15,8 0-160-15</inkml:trace>
  <inkml:trace contextRef="#ctx0" brushRef="#br0" timeOffset="51842.28">7129 3659 543 0,'0'0'16'0,"0"0"-16"15,0 0 0-15,0 0 44 16,0 0-23-16,0 0-13 0,144-10-6 15,-107 4 4-15,1 0-4 16,-14 6 1-16,-7-3-1 31,-5 3-2-31,-3 0-1 0,-6 0-6 16,1 0-51-16,-4 0-142 0,0 0-169 16</inkml:trace>
  <inkml:trace contextRef="#ctx0" brushRef="#br0" timeOffset="52254.99">7491 3431 515 0,'0'0'73'16,"0"0"-69"-16,0 0 3 0,0 0 47 15,-127-40-15 1,98 40-25-16,-4 5-10 15,-3 11 8-15,3 9 13 16,0 5 2-16,4 5-11 16,4 1 7-16,0 8-10 15,18-1-6-15,3 0 1 0,4-6-6 16,0-3-4-16,15-3-5 16,18-10-1-16,9-2 8 15,-1-10 1-15,8-6 11 0,0-3-8 16,5 0 11-16,7-19 1 15,-3-8-10 1,-5-4-5-16,-16-6 9 16,-8-3-5-16,-21-3 5 0,-4 3 1 15,-4 3 17-15,-4 3-28 16,-25 3 6 0,-8 3-14-16,-3 7-45 15,-6 6-90-15,30 15-27 16,3 0-87-16</inkml:trace>
  <inkml:trace contextRef="#ctx0" brushRef="#br0" timeOffset="52725.48">6892 3252 163 0,'0'0'128'16,"0"0"-89"-16,0 0-14 16,0 0 99-16,0 0-25 15,0 0-57-15,-21 0-28 16,21 0 10-16,0 0 27 16,0 0 2-16,0 0 2 0,0 0-12 15,4 0-31-15,9 0-11 16,7 0 11-16,5-3-1 15,12-7-2-15,0 4-1 16,4-3-1-16,-4 3-7 0,-4 3 0 16,-1 0 0-16,-7 0-8 15,-4 3-49-15,-5 0-145 32,-16 0-48-32,0 0-9 0</inkml:trace>
  <inkml:trace contextRef="#ctx0" brushRef="#br0" timeOffset="53242.33">7356 3067 113 0,'0'0'280'0,"0"0"-266"0,0 0-12 16,0 0 27 0,0 0 54-1,-119-7-44-15,86 7-12 16,0 0 2-16,-9 7-8 16,6 2 5-16,3 3 8 0,0 0 5 15,0 4 1-15,9-1 0 16,0 1-10-16,7 6-11 15,5 2-11-15,3 1-5 0,9 3-3 16,0 3-3-16,0-4-1 16,0 1 0-16,21-10 1 15,4 4 2-15,3-6 1 16,9-4 7-16,4-6 0 16,5-6-2-16,2 0 7 15,2 0-12-15,4-3 4 0,-6-16-4 16,-2-12-1-16,-17 3-7 15,-5-11 8-15,-12-1 4 16,-12 0-1-16,0 3 8 16,0 3-11-16,-20 6-4 31,0 9-4-31,-5 7 7 0,4 9-75 16,13 3-73-16,-5 0-193 0</inkml:trace>
  <inkml:trace contextRef="#ctx0" brushRef="#br0" timeOffset="53557.55">7623 3215 687 0,'0'0'39'0,"0"0"-39"16,0 0 0-16,0 0 23 15,0 0-2-15,0 0-15 16,0 0-2-16,160-16-2 0,-123 10 0 15,-5 0-2-15,-11 3 0 0,-5 0-1 16,-8 3-9-16,-8 0-129 16,0 0-240-1</inkml:trace>
  <inkml:trace contextRef="#ctx0" brushRef="#br0" timeOffset="53942.78">7873 2987 106 0,'0'0'287'0,"0"0"-249"16,0 0-38 0,0 0 36-16,0 0 30 15,-127 9-21-15,98 16-13 16,-3 9 10-16,7-1 15 15,4 4-3-15,5 4-24 16,11-5-7-16,5 1-22 16,0-6-1-16,17-3-4 0,16-9 1 15,7-11 3-15,10-8 16 0,8 0 2 16,3-5 1-16,-3-20 21 16,-5-6-13-16,-8 0-18 15,-16-3 10-15,-13 6-14 16,-16 4-3-16,0 2-2 15,-45 13-102-15,-24 9-61 16,27 0-97 0,-7 0-28-16</inkml:trace>
  <inkml:trace contextRef="#ctx0" brushRef="#br0" timeOffset="54733.04">6679 3042 228 0,'0'0'59'0,"0"0"-49"16,0 0 54-16,0 0 20 16,0 0-32-16,0 0-12 0,102-65 14 15,-94 56 3 1,1 3-12-16,-5 3-1 0,0 0 28 0,-4 3-14 16,0 0-20-16,0 0-17 15,0 0-21-15,0 0-5 16,0 0-17-16,0 0-2 15,-8 0 22-15,-5 3 2 0,-3 6 7 16,-1 4-2-16,-3-1 9 16,-1 3-2-16,-7 4-5 15,-1-1 8-15,-8 10 2 16,-9 9-2-16,-6 9 4 16,-10 10 7-16,-8 9 9 15,-12 6-6 1,4 5-6-16,-4 2-2 15,16-2-16-15,9-5-5 16,15-9 2-16,10-10 0 16,3-8-1-16,9-13 1 15,3-7-4-15,5-8 1 16,-1-7-26-16,9 0-19 0,-4-3-32 16,8-6-76-16,0 0-131 15</inkml:trace>
  <inkml:trace contextRef="#ctx0" brushRef="#br0" timeOffset="62386.64">7487 7879 12 0,'0'0'11'0,"0"0"-1"16,0 0-7-16,0 0 0 15,0 0-3-15,0 0 0 0,0 0 0 31,0 0 0-31,0 0-1 0,0 0 1 16,0 0-2-16,0 0 1 16,0 0-3-16,0 0 1 15,0 0-1 1,0 0-6-16,0 0-3 0,0 0 12 16,0 0 1-16,0 0 0 15,0 0 0-15,0 0 0 0,0 0 0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0:54:41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8772,'0'0'1297,"0"0"-1281,0 0 0,0 0 864,0 0 257,0 0-433,0 0-112,0 0-144,0 0-304,0 0-144,0 0-80,0 0-32,0 0-176,0 0-1072,0 0-609,0 0-1969,0 0-1553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57:33.33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3140 8914 103 0,'0'0'76'0,"0"0"-76"15,0 0-3-15,0 0 3 32,0 0 23-32,0 0-1 15,0 0-4-15,0 0-5 0,0 0-8 16,0 0-1 0,8 0-4-16,-8 0 0 0,0 0 0 15,0 3-12-15,0-3-5 16,0 0-4-16,0 0 1 15,0 0 8-15,0 4-2 0,0-4-36 16,0 0-30-16</inkml:trace>
  <inkml:trace contextRef="#ctx0" brushRef="#br0" timeOffset="402.68">3140 8914 2 0,'8'7'84'0,"-8"-7"-17"16,0 0-9-16,0 0-14 15,0 0 3-15,0 3 11 0,0-3-12 16,0 0-3-16,0 0-7 15,0 0 6-15,0 0-8 16,0 0-9-16,0 0-1 16,0 0-6-16,0 0 8 0,0 0 9 15,0 0-9-15,0 0-4 32,4 0-6-32,-4 0-1 15,0 0-3-15,0 0-7 0,0 0-1 16,4 0 3-16,-4 0-2 15,5 0 6-15,-1 0-1 16,0 0-1-16,0 0 3 16,4 0-6-16,1 0-5 0,-2 0 9 15,1 0-7-15,0 0 1 16,1 0-4-16,-5 0 1 16,8 0 3-16,-4 0-2 0,5 0-2 15,3 0 4 1,9 0-3-16,8 0 0 15,8 0 2-15,0 0-6 16,13 0-8 0,-10 0-82-16,-32 0-112 0,-3 0-114 15</inkml:trace>
  <inkml:trace contextRef="#ctx0" brushRef="#br0" timeOffset="904.31">3862 8957 10 0,'0'0'224'16,"0"0"-196"-16,0 0-26 0,0 0 38 15,0 0 27-15,0 0-35 16,0 0-22-16,94 4 1 15,-69-4 5-15,4 0-12 16,4-4-3-16,-5 1-1 16,1 0-5-16,-4 3-32 15,-17 0-58-15,-4-2-39 16</inkml:trace>
  <inkml:trace contextRef="#ctx0" brushRef="#br0" timeOffset="1437.32">4626 8921 191 0,'0'0'167'16,"0"0"-167"-16,0 0 7 15,0 0-7-15,0 0 39 16,0 0 2-16,0 0-2 15,17 3-14-15,-2-3-5 16,2 0-8-16,3 0-4 16,9 0 0-16,9 0-6 0,6 0-1 15,6-3-1-15,-1-1 0 0,-4 1-21 16,0 3-17-16,-3-3-58 16,-34 0-59-1</inkml:trace>
  <inkml:trace contextRef="#ctx0" brushRef="#br0" timeOffset="1876.16">5426 8881 208 0,'0'0'56'0,"0"0"-29"0,0 0 51 15,0 0 7-15,0 0-11 16,0 0-15-16,8 0 0 16,1 0-2-16,-1 0-28 15,4 0-17 1,9 0-5-16,4 0-7 16,3-7 0-16,9 1 2 15,4 3-2-15,5 0-4 16,-6 0-35-16,6 3-23 15,-5-6-29-15,-33 6-79 16,0-3-36-16</inkml:trace>
  <inkml:trace contextRef="#ctx0" brushRef="#br0" timeOffset="2277.6">6363 8797 78 0,'0'0'34'16,"0"0"-12"-16,0 0 78 16,0 0-4-16,0 0-7 15,0 0-12-15,29-9-9 16,-26 6-17-16,1 0-14 16,4 3-21-16,9-3-10 0,-1 0-5 15,13-1 0-15,0 2 1 0,8 2-2 16,4-3-1-1,4-1 0-15,5 4-22 16,-2 0-20-16,6-3-18 0,-9 3-42 16,-32 0-40-16,-10 0-4 15</inkml:trace>
  <inkml:trace contextRef="#ctx0" brushRef="#br0" timeOffset="2660.31">7249 8757 96 0,'0'0'245'0,"0"0"-220"15,0 0-24-15,0 0 87 16,0 0 6-16,0 0-45 16,0 0-27-16,61 10 3 15,-44-10-14-15,4 0-10 16,3 0 0-16,5 0 0 0,7 0-1 15,2 0-8-15,7 0-25 16,0 0-24-16,4 0-16 16,1 0 4-16,3 0-13 15,-41 0-13-15,5 0-143 16</inkml:trace>
  <inkml:trace contextRef="#ctx0" brushRef="#br0" timeOffset="3043.09">8259 8807 274 0,'0'0'76'15,"0"0"-73"-15,0 0 34 16,0 0 48-16,0 0-50 16,0 0-27-16,98 3-2 15,-69-3 12-15,4 0-2 31,4 0-6-31,8 0 3 0,1 0-3 16,2 0-1-16,6 0-8 16,0 0-1-16,-6 0-3 15,6 0-56-15,-42 0-37 0,-3 0-60 16</inkml:trace>
  <inkml:trace contextRef="#ctx0" brushRef="#br0" timeOffset="3481.88">9449 8890 255 0,'0'0'138'0,"0"0"-121"16,0 0-14-16,0 0 63 0,0 0-16 15,0 0-18-15,91 6-4 16,-66-6 14-16,-1 0-12 16,4-6-28-16,5 6 1 15,0-4-3-15,9 4-37 16,6 0-23-16,-31 0-72 15,-5 0-77 1</inkml:trace>
  <inkml:trace contextRef="#ctx0" brushRef="#br0" timeOffset="4016.16">10283 8816 225 0,'0'0'37'16,"0"0"-37"-16,123 0 0 15,-74 0 4-15,0 0 8 0,1 0-7 16,-5 0 1-16,4 0 25 15,-4 0-2-15,1 0-20 16,-2 0-9-16,-36 0-11 16,1 0-115-16</inkml:trace>
  <inkml:trace contextRef="#ctx0" brushRef="#br0" timeOffset="4432.85">11272 8816 251 0,'0'0'39'0,"0"0"-27"16,0 0 83-16,0 0-30 15,0 0-39-15,0 0-2 16,0 0 5-16,123 0-9 0,-90 0-13 15,4 0-5-15,4 0 2 16,4 0-4-16,5 0 0 31,2 0-18-31,2 0-21 16,-8 0-36-16,-6 0-14 0,-3 0-5 16,-33 0-5-16,-4 0-3 15</inkml:trace>
  <inkml:trace contextRef="#ctx0" brushRef="#br0" timeOffset="4785.83">12155 8785 278 0,'0'0'135'16,"0"0"-115"-16,0 0-11 15,0 0 56-15,0 0-24 0,0 0-16 16,94-9-10-16,-69 5 1 15,3 2-9-15,6-1-7 16,6-1 0-16,5 4-18 16,5-3-19-16,3 3-8 15,0 0-20-15,-36 0-23 16,-1 0-60-16</inkml:trace>
  <inkml:trace contextRef="#ctx0" brushRef="#br0" timeOffset="5148.28">12959 8760 127 0,'0'0'130'0,"0"0"-109"31,0 0-16-31,0 0 51 0,0 0 11 16,0 0-8-16,37 0 1 16,-29 0-12-16,5 0-34 15,3 0-11-15,5-6-3 16,0 6 0-16,6-3-1 15,7 0 1-15,-1 3-10 16,8 0-18-16,-1 0-43 16,2 0-45-16,-26 0-24 15</inkml:trace>
  <inkml:trace contextRef="#ctx0" brushRef="#br0" timeOffset="7144.31">1371 8754 200 0,'0'0'171'15,"0"0"-104"-15,0 0-16 16,0 0 17 0,0 0-16-16,4-111 2 0,4 99-26 0,-4 2 9 15,0-2-2-15,0 9 12 16,-4-3-15-16,0 3-10 15,0 3 10-15,0 0-1 16,0 0-27-16,0 0-4 16,0 6-7-16,0 16 7 15,0 9-4-15,-16 2 5 0,3 4-1 16,1 4 2-16,0 5 0 16,-1 3-4-16,1 3 2 15,3 4 0-15,-2-7 0 16,11-9 0-16,0-6 0 15,0-9 1-15,0-7 0 16,8-3 1 0,8-5 0-16,5-4-2 15,3-3 7-15,9-3 1 16,9 0 6-16,-2 0 1 16,10-3-8-16,-5-9-2 15,0 0-2-15,0-1-3 16,-12 4 0-16,0-4-1 0,-13 8-15 0,-12-2-12 15,-4 1-24 1,-4-3-29-16,0 6-127 16,-8-7-187-16</inkml:trace>
  <inkml:trace contextRef="#ctx0" brushRef="#br0" timeOffset="7464.52">1239 8748 598 0,'0'0'91'0,"0"0"-88"15,0 0 26-15,0 0 55 16,0 0-43-16,0 0-23 15,42-40 2-15,14 24 3 16,2-5 2-16,16 6-7 16,4-7 10-16,-9 6-19 15,-2 7-1-15,-18 6-8 16,-13 0 0 0,-11 3-40-16,-21 0-43 0,-4 6-26 15,-12 19-28-15,-13-13-69 16,-7 0-118-16</inkml:trace>
  <inkml:trace contextRef="#ctx0" brushRef="#br0" timeOffset="7693.21">1321 8930 363 0,'0'0'135'15,"0"0"-84"-15,0 0 62 16,0 0 16-16,0 0-59 15,0 0-27-15,120-40-16 0,-68 24-5 16,11 1-8-16,2 3-8 16,-12-1-4-16,-3 7-2 0,-10 3-21 15,-7 3-51-15,-4 0-22 16,-16 0-80-16,-13 0-68 16,0 0 28-1</inkml:trace>
  <inkml:trace contextRef="#ctx0" brushRef="#br0" timeOffset="8046.92">1891 8967 321 0,'0'0'133'0,"0"0"-119"16,0 0 73-16,0 0 24 15,0 0-43-15,0 0-29 16,0 0-39-16,9 15-5 0,-9-3-6 16,0 13 11-1,0 3 3 1,0 3 0-16,0-1-1 16,0 1 6-16,0 4-5 15,0-5 2-15,0-2-1 0,0-3 0 16,0-10 2-16,0 1-4 15,0-7-1-15,0-3 1 16,0-3 1-16,0-3-1 16,0 0-2-16,0 0-24 0,0 0-110 15,0 0-86-15,-4 0-68 16</inkml:trace>
  <inkml:trace contextRef="#ctx0" brushRef="#br0" timeOffset="8247.34">1822 9078 441 0,'0'0'137'0,"0"0"-103"15,0 0-12-15,0 0 92 16,0 0-69-16,0 0-32 0,94-77-9 16,-44 70-1-16,-1 1-3 31,-8 0 0-31,-4 3-1 15,-8 3-43-15,-8 0-85 16,-21 0-92-16,0 0-69 0</inkml:trace>
  <inkml:trace contextRef="#ctx0" brushRef="#br0" timeOffset="8432.03">1797 9198 267 0,'0'0'278'15,"0"0"-276"-15,0 0 27 16,0 0-27-16,0 0 133 16,0 0-77-16,107 0-41 15,-53-9-5 1,-5-1-12-16,-32 5-28 16,-13 5-184-16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0:59:15.2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5944 9392 123 0,'0'0'122'0,"0"0"-96"16,0 0-13-16,0 0 48 15,0 0 5-15,0 0-13 0,0 0-10 32,0 0-18-32,8 0-11 15,-8 0 10-15,0 0 6 16,0 0-3-16,0 0-6 15,0 0-8-15,0 0-4 0,0 0-2 16,0 0-7-16,0 0 3 16,0 0-3-16,0 3-3 0,0 1-4 15,0 5-4-15,0 0 11 16,0 0 3-16,0 4-3 16,0 5-8-16,4-3-42 15,-4-9-106-15,0-2-88 16</inkml:trace>
  <inkml:trace contextRef="#ctx0" brushRef="#br0" timeOffset="1461.1">3275 9577 107 0,'0'0'29'16,"0"0"-27"-16,0 0 10 16,0 0 17-1,0 0-10-15,0 0-7 16,0 0-6-16,0 0-3 0,0 0-2 15,0 0-1-15,0 0-1 16,0 0-11-16,0-3-11 16,0 3-10-16,0-3 1 15,0 3-13 1,0 0 3-16</inkml:trace>
  <inkml:trace contextRef="#ctx0" brushRef="#br0" timeOffset="1978.7">3140 9593 77 0,'0'0'94'16,"0"0"-93"-16,0 0 2 15,0 0 54-15,0 0-32 16,0 0-17-16,-12 0-8 31,12 0 0-31,-5 0-15 16,5 0 0-16,0 0-21 0,0 0-16 16,0 0-4-16</inkml:trace>
  <inkml:trace contextRef="#ctx0" brushRef="#br0" timeOffset="4571.24">3144 9571 99 0,'0'0'123'15,"0"0"-86"-15,0 0-7 16,0 0 37 0,0 0-24-16,0 0-12 0,0-3 3 15,0 3 7-15,0 0-4 16,0 0 13-16,0 0 7 0,0 0-4 15,0 0 5-15,0 0-9 16,0 0-16-16,0 0-12 16,0 0-14-1,0 0 1-15,0 0 8 16,0 0 2-16,0 0 3 16,0 0-6-16,0 0-2 15,0 0 3-15,0 0-10 16,0 0 1-16,0 0 3 0,0 0-8 15,0 0 2-15,0 0-4 16,0 0 0-16,0 0 4 16,4 0-1-16,4 0 9 15,1 0 9-15,-1 0-12 16,4 0-2-16,0 0-3 0,4 0-2 16,-3 0 4-16,3 0-6 15,-3 0 1-15,3-3 2 16,-3 3-2-16,3 0 0 15,-3-3-1-15,3 3 0 16,0 0 0-16,0 0 0 16,5-4 0-1,-1 4 1-15,5-2 0 16,0-1-1-16,0-1 0 16,3 1 0-16,1 0 2 15,0 3-2-15,-5-3 0 0,5 0 0 16,-5 0 2-16,1 3-2 15,0-3 0-15,0 0 1 16,-1 0-2-16,-3 0 1 16,3-1 0-16,1 1 1 0,-5 3 0 15,1-2-1-15,0-2 0 16,-1 4 0-16,-7-3-1 16,7 3 1-16,-4 0 0 15,5-3 1-15,-5 3 0 16,1 0-1-16,-5 0 0 0,5 0 0 15,3-3-2-15,-3 0 2 16,2 3 0-16,2 0 1 16,-4 0 0-16,3 0-1 15,-3 0 0-15,4 0 0 32,-1 0-2-32,0 0 2 15,1 0 0-15,-1 0 1 0,5 0-1 16,-8 0 0-16,11 0 0 15,-7 0 0-15,3 0-3 16,-3 0 2-16,-1 0 1 0,1 0 0 16,-5 0 2-16,5 0-2 15,0 0 0-15,-2 0 1 16,-2 0-2-16,4 0 1 16,3 0 0-16,-3-3-1 15,0 3 3-15,4 0-2 0,-10 0 0 16,2 0 0-16,-1 0-2 15,1 0 2-15,-5 0 0 16,5 0-1-16,-1 0 3 16,-3 0-3-1,3 0 1-15,1 0 0 16,-2 0 0-16,2 0 0 16,-1 0 0-16,1 0 0 15,-1 0 2-15,5 0-3 16,-4 0 1-16,-1 0 0 15,0 0 0-15,-4 0 0 16,0 0 0-16,5 0-1 0,-5 0 4 16,5 0-4-16,-1 0 1 15,-3 0 0-15,3 0 0 16,1 0 0-16,-2 0 0 0,2 0-1 16,-5 0 3-16,5 0-2 15,-1-3 0-15,5 3 0 16,-4 0-2-16,3 0 2 0,-3 0 0 15,2 0 1 1,-2 0 0-16,0 0-2 0,-1 0 1 16,5 0 0-16,-9 0 0 15,5 0 0-15,-5 0 0 16,5 0 0 0,-6 0 1-16,6 0-2 15,-5 0 1-15,0 0 0 16,1 0 0-16,-1 0 0 15,5 0 0-15,-5 0 0 16,0 0 2-16,1 0-2 16,-1 0 0-16,0 0 0 0,0 0-1 15,5 0 1 1,-9 0 0-16,4 0 0 0,-3 0 1 16,-1 0-2-16,0 0 1 15,4 0 0-15,-3 0 0 16,-1 0 0-16,4 0-1 0,-3 0 1 15,-1 0 1 1,3 0-1-16,-2 0 0 0,-1 0 0 16,0 0-1-1,5 0 2-15,-1 0-2 16,-4 0 2-16,5 0-1 16,-5 0 0-16,0 0-1 15,0 0 1-15,1 0 1 16,-1 0-1-16,0 0 0 15,0 0-1-15,1 0 3 16,-2 0-3-16,1 0 1 0,1 0 0 16,-1 0-3-16,-4 0 4 15,0 0-1-15,0 0 0 16,0 0 1-16,-4 0-2 16,9 0 1-16,-9 0 0 15,0 0 0-15,0 0 0 16,4 0 0-16,-4 0-1 0,0 0 3 0,0 0-3 15,0 0 1-15,0 0 0 16,0 0 3 0,0 0-2-16,0 0-1 15,0 0 1-15,0 0-1 0,0 0 0 32,0 0-3-32,0 0 3 15,4 0-2-15,0 0 1 0,4 0 1 16,1 0 3-16,-1 0-3 15,8 0 3-15,1 0-3 16,-5 0 0-16,4 0 3 16,0-3-2-16,-3 3 0 15,-1 0 0-15,-12 0 0 16,4 0-2-16,-4 0 1 0,0-3 0 16,0 3 10-16,0 0-6 15,0 0 0-15,0 0 0 0,0 0-3 16,0 0-1-1,0 0-5-15,0 0-56 16,0 0-69-16,0 0-185 16,-8 0-294-1</inkml:trace>
  <inkml:trace contextRef="#ctx0" brushRef="#br0" timeOffset="9178.81">2938 7681 109 0,'0'0'105'15,"0"0"-53"-15,0 0-9 16,0 0 23-16,0 0-34 15,0 0-30-15,0 0 2 16,0 0 7-16,-12 4 7 16,12-4 27-16,0 0 7 15,0 0-3 1,0 0-11-16,0 0-13 16,0 0-9-16,0 0-8 0,0 0-7 15,0 0 3 1,0 0-1-16,0 0 7 15,0 0 6-15,0 0-3 16,0 0 9-16,0 0-2 0,0 0-5 16,0 0 4-16,8 0 5 0,1 0 2 15,7 0-9-15,-8 0-9 16,9 0-1-16,-5 0-1 16,9 0 1-16,-5 0 0 15,4 0-2-15,-3 0 4 16,-1 0 10-16,9 0-13 15,-8 0 1-15,11 0-1 0,1 0-3 32,-1 0-1-32,5 0-2 0,0 0 0 0,5 0 4 15,2 0-4-15,1 0 0 16,1 0 2-16,3 0-2 16,-5 0 2-16,-2 0-2 15,-1 0 0 1,-1 0 3-16,1 0-2 15,-4-4 2-15,9-2-1 0,-6 0-1 16,5 3 3-16,-4 0-2 16,1 0-2-1,-10-3 6-15,0 6-3 16,1-4-3-16,0 1 1 0,-4 3-1 16,0 0 3-16,-5 0-3 0,4 0 0 15,1-2 0-15,4 2 1 16,-4-4-1-16,3 4 0 15,1-3 1-15,0 0-1 16,4 3 0-16,0-3 0 16,-1 0-1-16,5 3 2 15,-8 0-2 1,0 0 1-16,0-3 0 16,-1 3 0-16,1-3-1 15,0 3 1-15,0-3 1 0,0 3-1 16,3-3 0-1,1 0 1-15,-4 3-1 0,8-4 0 16,-5 4 0 0,-3-3 0-16,0 3 0 0,-4-3 2 15,-1 0-2-15,1 3 0 0,-5-3 0 16,1 3 0-16,3 0 0 16,-3-3 0-16,8 3 0 15,-8 0 1-15,2-3-1 16,6 3 0-16,-4-3 0 15,0 3 0 1,4-3 0-16,-4 0 0 16,3 3 3-16,1-4-3 15,-9 4 0-15,5-2 1 16,-4-1-1-16,3-1 0 16,-8 4 0-16,1 0 1 0,3 0-2 15,-7 0 3 1,3 0-3-16,1-3 1 0,-5 3 0 15,5 0 0-15,-1 0 0 16,-4 0 0-16,4-3 3 16,1 3-3-16,-5-3 0 0,9 3 2 15,-5 0-2 1,1 0 0-16,-1-3 0 0,1 3 0 16,-6 0 3-16,6-3-2 15,-1 3 1-15,-3 0 1 0,-5-3-2 31,0 3 5-31,5-3-5 16,-1 3 0-16,-8 0 2 16,4 0-1-16,1 0-2 0,-1 0 0 0,-8 0 2 15,4 0-2 1,0-3 0-16,0 3 0 16,0 0 2-16,1 0 0 0,2 0 3 15,-3-3-2-15,0 3 1 16,0 0-2-16,0 0-2 15,5 0 0-15,-9 0 1 16,0 0 1-16,0 0-2 0,0 0 0 16,0 0 0-16,0 0 6 15,4 0-6-15,-4 0 1 16,4-4 7-16,0 4-8 16,0 0 10-16,-4 0-4 15,4 0-1-15,-4 0 8 16,0 0-2-16,0 0 8 31,0 0 4-31,0 0-9 0,0 0-6 0,0 0-5 16,0 0-3-16,0 0 0 15,4 0 0-15,1 0 0 16,-5 0-1-16,4 0 3 16,0 0-2-16,-4 0 1 0,8 0-1 15,-8 0 1-15,4 0 0 31,5 0-1-31,-5 0 1 16,8-3 1-16,0 0-1 16,1 1-1-16,-5 2 0 15,4 0 0-15,-4-4 0 16,0 4 0-16,-4 0 0 0,0 0 2 16,-4 0-2-16,0 0 1 15,0 0-1-15,0 0 4 16,0 0-4-16,0 0 0 0,0 0 1 15,0 0 1 1,0 0-3-16,0 0 1 0,0 0 0 16,0 0-1-16,0 0 1 15,0 0 0-15,0 0 3 16,0 0-2-16,0 0 1 0,0 0-2 16,0 0 0-16,0 0-2 15,0 0-2-15,0 0-3 16,0 0-9-16,-4 0-30 15,-12 0-45-15,4 0-142 16,0 0-375-16</inkml:trace>
  <inkml:trace contextRef="#ctx0" brushRef="#br0" timeOffset="13912.48">2237 9596 313 0,'0'0'55'15,"0"0"-45"-15,0 0 86 16,0 0-25-16,0 0-23 0,0 0-25 15,0 0 10-15,4-28-14 16,-4 25-19-16,0 3 31 0,0 0 15 16,0 0-19-16,0 0-2 15,0 0-12-15,0 0-2 16,0 0-8-16,0 0-3 16,0 0 4-16,0 0 1 15,0 0 1-15,0 0 3 16,0 0-8-16,0 0 9 15,0 0-1-15,0 0-9 0,0 0-5 16,0 0-12 0,0 6 2-16,0 12 10 0,0 10 10 31,0 9 0-31,0 0 4 16,0 3-9-16,0-3 4 0,0-3-3 15,0-3 0-15,0-3-1 16,0-10 1-16,0-3-2 15,0-2 0-15,0-7-1 16,8 0 2-16,0-6 8 16,1 0-8-16,7 0 12 0,1 0 0 15,3 0-1-15,4 0-3 16,5-12 4-16,0-1-6 16,-4 1-4-16,4 0-1 15,-10 3 1-15,-2 2-2 16,-1-2-16-16,-7 0-17 15,-5 0-39-15,-4 6-56 16,0-3-284-16</inkml:trace>
  <inkml:trace contextRef="#ctx0" brushRef="#br0" timeOffset="14218.8">2097 9558 514 0,'0'0'139'15,"0"0"-132"-15,0 0-5 16,0 0 130-16,0 0-87 16,0 0-44-1,0 0 2-15,-16-30-3 16,36 27 1-16,1 0 11 15,0-4 0-15,3 5 1 0,0-5-7 16,-3 7-6-16,-1-3 4 16,1 3-4-16,-8 0-17 15,-1 0-57-15,-4 0-77 0,-8 0-87 16,0 0-56-16</inkml:trace>
  <inkml:trace contextRef="#ctx0" brushRef="#br0" timeOffset="14453.3">2068 9722 359 0,'0'0'271'0,"0"0"-271"16,0 0 4-16,0 0 23 15,0 0 50-15,0 0-18 16,0 0-26-16,123 0-6 15,-77-10-20-15,-5 2 1 16,-4 1-5-16,3 4-3 0,-11 0-10 16,-4 3-61-16,-25 0-82 15,0 0-167-15</inkml:trace>
  <inkml:trace contextRef="#ctx0" brushRef="#br0" timeOffset="14866.78">2422 9697 194 0,'0'0'347'0,"0"0"-327"0,0 0-19 0,0 0 104 31,0 0-42-31,0 0-42 16,8-3-20-16,-8 3-1 0,4 0-21 15,0 10 10-15,9 14 9 16,-1 1 2-16,-1 3 0 16,2-1 6-16,-5-2-1 15,4-4-1-15,-3-2-3 16,-1-10 11-16,-4-2 14 0,-4-7-6 16,8 0 16-16,-8 0 35 15,4 0 18-15,5-4-7 16,3-17-28-16,5-7-9 15,-1 0-25-15,1-2-2 16,-2-1-9-16,2 6-4 16,-5 0 3-16,-4 10-7 15,-3 2-1-15,-5 1-6 16,0 3-43 0,0 3-58-16,0 6-125 15,0 0-288-15</inkml:trace>
  <inkml:trace contextRef="#ctx0" brushRef="#br0" timeOffset="16288.75">2228 7450 297 0,'0'0'104'0,"0"0"-102"0,0 0 4 16,0 0 87-16,0 0-29 16,0 0-9-16,0-30-18 15,0 26 10-15,0 4-11 16,0 0 8-1,0 0 3-15,0 0-14 16,0 0-17-16,0 0 5 16,0 0-2-16,0 0-18 15,0 0-1-15,0 0-13 0,0 22 13 16,-4 5 0 0,-4 11 4-16,4 5-1 15,0 3 1-15,0 0 3 0,4 4 0 0,0-5-6 16,0 2 7-16,0-7 3 15,0-6-9-15,4-3 6 16,4-10-8-16,4-8 1 16,5-7 10-16,-1-3-10 15,1-3 3-15,4 0 13 16,-1 0-2 0,4-15-2-16,5-7-13 15,-8 3-19-15,-1-5-55 16,-7-4-49-16,-13 22-61 15,0-6-154-15</inkml:trace>
  <inkml:trace contextRef="#ctx0" brushRef="#br0" timeOffset="16527.16">2187 7389 420 0,'0'0'149'16,"0"0"-114"-16,0 0 30 15,0 0 85-15,0 0-51 32,0 0-46-32,0 0-53 0,-78-59-11 15,83 59-18-15,3 0 29 16,4 0 3-16,5 0 7 16,-1 0-3-16,0 0-5 15,0 0 5-15,5 0-7 0,-9 0-61 16,5 0-57-16,-5 6-42 15,-7 0-81-15,-5 1-58 16</inkml:trace>
  <inkml:trace contextRef="#ctx0" brushRef="#br0" timeOffset="16728.09">2109 7629 131 0,'0'0'600'15,"0"0"-600"-15,0 0-11 16,0 0 11-16,0 0 60 0,0 0 18 16,63 6-46-16,-23-18-25 15,1-4-7-15,-4 7-1 32,0 3-103-32,-29 6-127 0,-4 0-184 15</inkml:trace>
  <inkml:trace contextRef="#ctx0" brushRef="#br0" timeOffset="17114.7">2598 7712 300 0,'0'0'193'16,"0"0"-168"-16,0 0 29 16,0 0 102-1,0 0-65-15,0 0-43 16,9 0-13-16,-13 0-17 16,-13 3-15-16,-4 3-2 0,-8 13 11 15,0 2-6-15,5 4-2 16,8 6 0-1,8-3-1-15,4-7-3 0,4 1-3 16,0-4 0-16,4-5 3 0,20-4 5 0,9-9 26 16,8 0 1-16,13 0-7 15,-2-3-13-15,-2-9-12 16,-9-4-18-16,-36 10-113 16,-5 3-235-16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1:00:07.44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9835 8347 0 0,'0'0'7'16,"0"0"-6"-16,0 0 2 16,0 0 7-16,0 0 3 15,0 0 5-15,0 0 1 16,0 0-3-16,4 0 12 15,-4 0-1 1,0 0-11-16,0 0-10 16,0 0 6-16,0 0 9 15,0 0-10-15,0 0-9 16,0 0-1-16,5 0-1 16,-5 0 2-16,0 0-2 0,0 0 0 15,0 0 6 1,0 0 4-16,0 0 7 0,0 0 6 15,0 0-1-15,0 0 3 16,0 0-4-16,0 0 1 0,0 0-5 16,0 0-7-16,0 0 1 15,0 0-4-15,0 0-1 16,0 0 8 0,0 0 3-16,0 0 10 15,0 0 3-15,0 0-6 16,0 0 1-16,0 0-1 15,0 0-12-15,0 0 0 16,0 0-9-16,0 0-1 16,0 0 3-16,0 0 0 15,0 0 4-15,0 0 2 16,0 0 2-16,0 0 2 0,0 0-12 16,0 0-2-16,0 0 8 15,0 0-3-15,0 0 3 16,0 0 1-16,0 0-4 15,0 0 2-15,0 0-7 0,0 0-1 16,0 0 2-16,0 0-1 16,0 0 0-16,0 0 4 15,0 0 0-15,0 0 3 0,0 0-4 16,0 0 1-16,0 0 3 16,0 0-5-16,0 0 5 31,0 0-4-31,0 0-4 15,0 0 3-15,0 0-3 0,0 0 0 16,0 0 2-16,0 0-1 16,0 0-1-16,0 0 0 15,0 0 0-15,0 0-3 0,0 0 5 16,0 0-2-16,0 0 0 16,0 0-2-16,0 0 0 15,0 0-4-15,0 0-11 16,0 0-2-16,0 0-36 15,0 0-53-15,0 0-89 16</inkml:trace>
  <inkml:trace contextRef="#ctx0" brushRef="#br0" timeOffset="3328.71">9782 8372 174 0,'0'0'139'15,"0"0"-115"-15,0 0-21 0,0 0 49 16,0 0-11-16,0 0-15 16,0 0 7-16,-5 0 2 15,5 0-6-15,0 0 15 16,0 0-5-16,0 0-19 16,0 0-5-16,0 0-1 0,0 0 1 31,0 0 3-31,0 0-6 15,0 0 11-15,0 0 0 16,0 0 1-16,0 0 5 16,0 0-6-16,0 0 9 0,0 0-3 0,13 0-21 15,-5 0 9 1,5 3-8-16,3 0-8 16,-4 0 1-16,5 0-2 15,4 1 0-15,-6-2 5 16,2-2-4-16,-1 0 0 0,1 0 2 15,-1 0-2-15,1 0 0 16,-1 0 0-16,1 0-1 16,7 0 2-16,1 0-1 15,3 0-1-15,1 0 2 0,9 0-2 16,-2 0 0-16,5 0-3 31,0-6 3-31,-3 0 1 16,2 0-1-16,1 3 4 0,1-3-4 15,-6 0 0-15,-3 6-1 16,-8-4 1-16,4 4 0 16,-9 0 2-16,1 0-2 15,3-3 0-15,-4 3 0 16,1 0 2-16,0 0-4 16,-5 0 2-16,1 0 0 0,4 0 1 15,-1 0 0-15,0 0-1 16,1 0 0-16,-5 0 0 0,5 0 0 15,-1 0 0 1,-3 0 0-16,8 0 0 16,-10 0 1-16,2 0 0 0,3 0-2 15,-3 0 3-15,0 0-3 16,-1 0 1-16,1 0 0 31,3 0-1-31,4 0 2 16,-3 0-1-16,4 0 0 0,-1 0 0 15,-3 0 1-15,4-3-1 16,-1 3 0-16,0 0 0 16,1 0 0-16,-4 0 0 15,0-3 0-15,3 3 0 16,-3 0 0-16,3-3 0 0,1 3 0 16,-5-3 1-16,1 3 1 15,4 0-3-15,4 0 1 16,-1 0 0-16,5-3-1 15,-9 3 0-15,-3 0 1 16,4 0-1-16,-5 0 3 16,0-3-2-16,1 3 0 0,0 0 0 0,-1 0-2 15,1 0 3 1,-5 0-1-16,5-3 1 16,3-1 0-1,-8 1-1-15,5 3 0 16,0-9 0-16,-1 6 1 15,5 0-1-15,-4 0 0 16,3 0 2-16,1 0-2 0,-5-3 1 16,5 0-1-16,0 2 0 15,0 1 1-15,-2-3-1 16,2 3 0-16,-4 0 4 16,4 0-3-16,-5 3 0 0,1 0-1 15,-1 0 2-15,-4 0-4 16,5 0 4-16,-5-3-2 15,9 0 2-15,-8 3 1 16,8-3-2-16,-6-1-1 0,-2 4 0 16,8 0 2-16,-9 0-1 15,5 0-1-15,-1 0 4 32,1 0-2-32,0 0 3 0,-6-2-5 15,2 2 1-15,-1-3-1 16,5 3 0-16,-4 0 0 15,3 0 4-15,5 0-3 16,-5 0-1-16,0 0 0 16,1 0 1-16,0-4-2 15,-5 4 1-15,5 0 0 0,-9 0 0 16,5 0 1-16,-2 0 0 16,2 0-1-16,-1 0 0 15,-3 0 1-15,3 0-1 16,-3 0 0-16,-1 0 0 15,5-3 0-15,-5 3 0 16,5 0-1-16,-5-3 1 0,-1 3 0 31,2 0 0-31,3 0 0 16,-7 0 1-16,3 0 0 16,0-3-2-16,1 3 1 0,-1 0 0 15,-4 0-1-15,1 0 3 16,3 0-2-16,-4-3 0 15,4 3 0-15,-4 0 0 16,0-3 0-16,1 3 0 0,3 0 0 16,-4 0 0-16,-4 0 0 15,1 0-1-15,-1 0 3 16,-4 0-2-16,0 0 0 16,0 0 1-16,0-3 0 15,0 3-1-15,0 0 0 0,4 0 0 16,0 0 2-16,0 0-2 15,4 0 1-15,-4 0 3 16,5 0 6-16,-1 0-8 16,-4 0 3-16,0 0-2 15,5 0-1 1,-1 0 1-16,-4 0-3 16,0 0 0-16,0 0 0 15,-4 0 0-15,0 0 0 16,0 0 0-16,0 0 1 15,0 0-2-15,4 0 1 0,-4 0 0 16,4 0-1-16,-4 0 1 16,0 0-1-16,0 0 0 15,0 0-5-15,0 0-18 16,0 0-33-16,0 0-48 0,0 0-76 16,0 0-78-16</inkml:trace>
  <inkml:trace contextRef="#ctx0" brushRef="#br0" timeOffset="7922.81">9884 10561 83 0,'0'0'0'0,"0"0"-43"16,0 0 43-16,0 0 11 0,0 0 21 15,0 0 5-15,0 0-24 16,0 0-11-16,0 0 12 16,0 0 4-16,0-4 3 15,0 4-5-15,0 0-12 16,0 0 0-16,0 0-4 16,0-3-2-1,0 3 2-15,0 0-2 16,0 0 1-16,0 0 1 0,0 0 0 15,0 0 0 1,0 0 0-16,0 0-4 16,0-3 2-16,0 3-10 15,0 0-18-15,0 0-17 0,0 0-65 16</inkml:trace>
  <inkml:trace contextRef="#ctx0" brushRef="#br0" timeOffset="9928.75">9888 10517 58 0,'0'0'65'0,"0"0"-56"15,0 0 7-15,0 0 20 16,0 0-6-16,0 0 10 15,-4 4 1-15,4-4 3 16,0 0 27-16,0 0 17 0,0 0-5 16,0 0-10-1,0 0-20-15,0 0 7 16,0 0-2 0,0 0-20-16,0 0-8 0,0 0-11 15,0 0 3-15,0 0-3 16,0 0-8-16,0 0 2 15,0 0-12-15,0 0 0 16,0 0 3-16,0 0-3 16,0 0 1-16,0 0-1 15,0 0 2-15,0 0 9 16,12 3-5-16,1-3 9 16,3 0 8-16,1 0-12 15,-1 0-3-15,5 0-6 0,-4 0 0 16,3 0 1-16,0 0-3 15,1 0-1-15,3 0 1 16,-3 0 2-16,4 0-2 16,0 0-1-16,7 0 0 15,1 0 3-15,8 0-3 16,5 0 0-16,-2 0 2 0,10-3 1 0,-1-1 0 16,0-2-3-1,1 6 1-15,-1-6-2 16,-4 6 2-16,-3-3-1 15,-5 0 0-15,-1 3 0 0,-2-3 0 16,-5 3-1-16,-4 0 1 16,-1 0 1-1,0 0-1-15,1 0 0 16,4 0 4-16,1 0-4 16,-7-3 0-16,7 3 2 15,-6 0-2-15,1 0 0 16,0 0 0-16,-5 0 0 15,1 0 0-15,-4 0 0 16,-1 0 0-16,-3 0-1 0,3 0 1 16,4 0 2-16,1 0-2 15,0 0 0-15,4 0 5 16,0 0-2-16,4 0 5 16,-1 0-4-16,-3 0-2 15,0 0-1-15,0 0-1 16,-1 0 0-1,-4 0 1-15,5 0 3 0,0 0-6 16,0 0 5-16,4 0-3 16,-5 0 3-1,5 0-3-15,0 0 0 16,0 0 0-16,-1-3 2 0,-3 3-3 16,4 0 1-16,-4 0 0 15,0 0 0-15,-1 0 0 0,-3 0 0 16,4 0 0-16,-4 0 2 15,4 0-3-15,-1 0 1 16,-4 0 0-16,1 0-1 16,-4 0 2-16,4 0-1 15,4 0 3-15,-1 0-3 16,1 0 0 0,-1 0 2-16,1 0-1 15,0 0 1-15,-5 0-2 16,5 0 0-16,-4 0 2 0,0 0-1 15,-1 0-1-15,-3 0 0 16,-1 0 0 0,0 0 2-16,1 0-2 15,4 0 0-15,0 0 0 0,0 0 1 0,7 0-1 16,-3 0 0-16,-1 0 2 16,6 0-2-16,-10 0 2 15,4 0 0-15,-3 0 0 16,0 0-2-16,0 0 0 15,-5 0 0-15,5 0 1 16,-5 0-1-16,5-4 3 0,-5 4-4 16,5 0 2-16,-4-3-1 15,-1 0 0-15,5 3 0 16,-5-3 0-16,1 3 1 0,-5 0-1 16,1 0 0-1,-5 0-1-15,-4 0 0 16,1 0-1-1,-1 0 2-15,0 0 0 16,-4 0 0-16,9 0 0 16,-5 0 0-16,0 0 1 0,4 0-1 15,-8 0 0-15,0 0-1 16,-4 0 1-16,0 0 0 16,0 0 1-16,4 0-1 15,-4 0 6-15,0 0 1 0,0 0 4 16,0 0-5-16,0 0-3 15,0 0 1-15,0 0-4 16,0 0 0-16,0 0 0 16,0 0-4-16,0 0-43 15,0 0-113-15,0 0-414 16</inkml:trace>
  <inkml:trace contextRef="#ctx0" brushRef="#br0" timeOffset="12452.6">13406 7977 148 0,'0'0'14'0,"0"0"-11"15,0 0 49-15,0 0-8 16,0 0-21-16,0 0-12 16,0 0 27-16,0-27-17 15,4 23 6 1,-4-2 23-16,5 3-17 16,-5 0 12-16,4-3 12 15,-4 3-27-15,0-3 6 16,4 0 18-16,-4-1-34 0,0 4 2 15,0-3 14 1,0 3-4-16,4-3-6 0,-4 6-3 16,0-3-4-16,0 3-1 15,0 0-8-15,0 0 1 0,0 0-2 16,0 0-6-16,0 0 1 16,0 0-4-16,0 0-5 15,0 0-3-15,0 0-6 0,0 3 7 16,0 22 5-1,0-1 2-15,4 4 4 0,0 0-1 16,0 5-3-16,1 5 2 16,-5-2-1-16,0-1 0 15,0-5-1-15,0-2 0 16,0-3 1-16,0-7-1 16,0-3 0-16,0-2 3 15,0-7-3 1,4 0 5-16,0-6-3 15,4 0 0-15,9 0 9 16,3 0-7-16,4 0 1 16,9-3 2-16,0-12-6 0,4-1 0 15,-4 4-1-15,-9-3-9 16,-7 2-23-16,-9 1-53 16,-8 6-65-16,0 0-223 15</inkml:trace>
  <inkml:trace contextRef="#ctx0" brushRef="#br0" timeOffset="12716.7">13390 7922 409 0,'0'0'162'16,"0"0"-142"-16,0 0-9 15,0 0 47-15,0 0 7 0,0 0-5 16,0 0-17-16,54-50-21 16,-26 44-11-16,-3 3-11 15,-1 0 1-15,-7 3-1 16,-5 0-24-16,-4 0-61 16,-4 0-53-16,-4 0-71 0,0 0 61 15,0 6 19-15</inkml:trace>
  <inkml:trace contextRef="#ctx0" brushRef="#br0" timeOffset="12916.49">13263 8067 401 0,'-25'21'71'0,"25"-17"-71"16,0-4 0-16,21 0 80 15,16 0 41 1,12 0-38-16,4 0-39 15,5-7-25-15,-8-2-6 16,-10 0-8-16,-3 6-5 16,-12 0-62-16,-25-1-136 15,0 4-143-15</inkml:trace>
  <inkml:trace contextRef="#ctx0" brushRef="#br0" timeOffset="13316.66">13920 8113 39 0,'0'0'531'16,"0"0"-471"-16,0 0-57 16,0 0 91-16,0 0 1 0,0 0-72 15,-4 0-9-15,-17 0-14 16,1 0 0-16,-1 15 7 16,-4 4 3-16,8 5-5 15,10 1-1-15,3 0-4 16,4-4 0-16,0 1 9 15,11-7-5-15,23 1 0 0,7-13 7 0,9 3 3 16,2-6 11-16,2 0-17 16,3 0 0-1,-3-9-8-15,-42 3-114 16,-4-4-226-16</inkml:trace>
  <inkml:trace contextRef="#ctx0" brushRef="#br0" timeOffset="14380.46">13575 10200 182 0,'0'0'0'0,"0"0"10"15,0 0 25 1,0 0 45-16,0 0-5 0,0 0-4 0,0 0 6 16,0-43-34-1,0 43-12-15,0 0-2 16,0 0-16-16,0 0-13 16,0 9 0-16,0 19 25 15,-4-1 34-15,4 4-54 0,-4 6 9 16,4 0-4-16,0-3 5 15,0 6-5-15,0 0-4 16,0-3-6-16,12-3 1 16,-4-6-1-16,5-3 3 15,-1-10 2-15,0-6-3 16,5-5 6-16,-1-4-4 16,8 0 17-16,1-13-14 0,0-5-7 15,0-4-17-15,-5 4-50 16,-3-4-39-16,-5 0-16 15,-12 16-75-15,0 0-72 32</inkml:trace>
  <inkml:trace contextRef="#ctx0" brushRef="#br0" timeOffset="14604.26">13489 10166 520 0,'0'0'128'0,"0"0"-128"15,0 0 22-15,0 0-9 0,0 0 20 16,0 0-23-16,61-83-8 16,-32 76-2-16,-4-2-8 15,-5 9-41 1,-20 0-83-16,0 0-135 15</inkml:trace>
  <inkml:trace contextRef="#ctx0" brushRef="#br0" timeOffset="14802.62">13485 10388 560 0,'0'0'4'0,"0"0"23"15,0 0-27-15,0 0 42 16,0 0-26-16,123-9-14 16,-78-4-2-16,-4 4-5 15,-4 3-48-15,-29 3-195 16</inkml:trace>
  <inkml:trace contextRef="#ctx0" brushRef="#br0" timeOffset="15269.18">13833 10382 404 0,'0'0'53'0,"0"0"-46"16,0 0 87-16,0 0 20 15,0 0-42-15,0 0-33 16,4 0-25-16,-4 0-10 16,0 0-4-16,0 9-2 15,4 10 2-15,9 2 8 0,-5 7-5 16,0-1 1 0,5 4-3-1,-5-3 0-15,0 3 3 16,5-10-4-16,-9-2 0 15,4-13 2-15,-4 3-1 0,0-9 4 16,-4 0 26-16,5 0 47 16,-5-9 28-16,4-21-46 15,0-11-16-15,4 1-14 0,-5 0-20 16,1 0 2-16,5 6 2 16,-9 9-10-16,4 4 2 15,0 5-5-15,0 7 0 16,-4 3-2-16,0 3-20 15,0 3-42-15,0 0-63 16,0 0-101-16,0 0-191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1:00:51.22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5907 7564 22 0,'0'0'25'0,"0"0"-24"0,0 0 14 16,0 0 25-16,0 0-16 15,0 0-15-15,0 0-5 16,0 3-2-16,0-3-2 15,0 0 5-15,0 0 46 16,0 0 155-16,4 0-206 0,0 0-15 16,-4 0 15-16,4 0 0 15,-4 0-2-15,4 0 2 16,-4 0 3-16,0 0-2 0,0 0 7 16,0 0 0-1,0 0-2-15,4 0-1 16,-4 0 2-16,0 0 1 15,0 0 2-15,0 0-2 0,0 0 16 0,0 0 2 32,0 0-9-32,0 0-5 15,0 0-8-15,0 0 3 16,0 0 2-16,0 0 0 16,0 0 0-16,0 0-4 0,0 0 3 15,0 0-2-15,0 0-4 16,0 0-1-16,0 0 4 15,0 0-2-15,0 0 0 0,0 0-3 16,0 0 0-16,0 0 2 16,0 0 0-16,0 0 2 15,0 0 0-15,0 0 1 16,0 0 1-16,0 0-6 16,0 0 0-16,0 0 3 15,0 0-3 1,0 0 1-16,0 0 2 15,0 0 1-15,0 0 1 16,0 0-5-16,0 0 0 16,0 0 4-16,0 0-4 15,0 0 3-15,0 0-1 16,0 0 0-16,0 0 4 0,0 0-3 16,0 0-2-16,0 0 5 15,0 0-6-15,0 0 0 16,0 0 1-16,0 0 0 15,0 0-2-15,0 0 1 16,0 0-3-16,0 0-7 0,0 0-94 16,0 0-131-16</inkml:trace>
  <inkml:trace contextRef="#ctx0" brushRef="#br0" timeOffset="1369.91">5857 7589 135 0,'0'0'28'0,"0"0"-25"15,0 0 16-15,0 0-2 32,0 0-3-32,0 0 6 15,0 0 11-15,0-6 4 0,0 6 9 16,0 0 19-16,0 0-11 15,0 0-4-15,0 0-18 16,0 0-12-16,0 0-5 16,0 0-10-16,0 0 3 15,0-4 16-15,0 4 4 16,0 0 1-16,0 0-4 0,0 0-1 16,0-2 3-16,0 2-7 15,0-3 2-15,0 3-3 16,0 0-6-16,0-4 4 15,4 4-1-15,0 0-2 16,-4 0 8-16,5 0-7 0,-5-3 0 31,0 3 6-31,0 0-4 16,0 0-1-16,0 0-1 16,0 0 0-16,0 0 2 0,0 0-7 15,4 0-1-15,-4 0 3 16,0 0-4-16,0 0-1 15,0 0-5-15,0 0 1 16,0 0 0-16,0 0 0 0,0 0-1 16,0 0 5-16,0 0-3 15,0 0 5-15,0 0-5 16,0 0 0-16,0 0 1 16,0 0-3-16,0 0 0 15,0 0 2-15,0 0-1 16,0 0-2-1,0 0-1-15,0 0 2 16,0 0 0-16,0 0 0 0,0 0 0 16,0 0-2-1,0 0 1-15,0 0 0 16,0 0-4-16,0 0-8 16,0 0-8-16,0 0-12 0,0 0 0 15,0 0 7-15,0 0-10 0,0 0 3 16,0 0-4-16,0 0-6 15,0 0-10-15,0 0-11 16,0 0-52-16,0 0-29 16,0 0-15-16</inkml:trace>
  <inkml:trace contextRef="#ctx0" brushRef="#br0" timeOffset="7390.06">5874 7561 148 0,'0'0'100'16,"0"0"-100"-16,0 0 1 15,0 0 10-15,0 0-5 16,0 0-6-16,0 0-2 16,0 0 2-16,0 0 6 15,0 0-1-15,0 0-1 16,0 0-4-16,0 0 0 0,0 0-1 15,0 0 0-15,0 0-1 0,0 0-2 16,0 3-10-16,0-3-9 16,0 0-26-16,0 0-40 15</inkml:trace>
  <inkml:trace contextRef="#ctx0" brushRef="#br0" timeOffset="14380.08">5820 7626 134 0,'0'0'39'0,"0"0"-39"0,0 0 0 15,0 0 21-15,0 0 6 16,0 0-7-16,0 0-1 15,0 6 7-15,0-6 15 16,0 0 21-16,0 0-16 16,0 0-18-16,0 0-19 15,0 0-1 1,0 0-6-16,0 0-1 16,0 0-1-16,0 0-3 0,0 0 3 15,0 0 7-15,0 0-7 16,0 0 4-16,0 0-3 15,0 0-1-15,0 0 0 16,0 0-1-16,0 0 1 16,0 0-1-16,0 0 1 15,0 0 0-15,0 0-3 16,0 0-1-16,0 0 3 16,0 0-5-16,0 0 5 0,0 0 0 15,0 0-10-15,0 0-11 16,0 0-10-16,0 0 26 31,0 0 4-31,0 0-57 0,0 0-9 16,0 0 1-16,0 0 0 15,0 0 2-15</inkml:trace>
  <inkml:trace contextRef="#ctx0" brushRef="#br0" timeOffset="20208.57">5505 7521 215 0,'0'0'88'16,"0"0"-78"-16,0 0 2 16,0 0 39-16,0 0-9 15,0 0-10 1,0 0 0-16,0 6-2 0,0-6 0 0,0 0 24 16,0 0-2-16,0 0-12 15,0 0-3-15,0 0-4 16,0 0 6-16,0 0-5 0,0 0-10 31,0 0-9-15,0 0-2-16,0 0-1 0,12 0 5 15,0 0-8-15,4 0 1 0,1 0-2 0,3 0-8 16,5 0 6 0,-8-6-6-16,3 6 0 15,-3 0 7-15,-6-3-7 16,6 3 0-16,-9 0-1 15,9 0 2-15,-5 0-1 16,-4 0 0-16,13 0 0 16,-9 0 1-16,1 0-1 15,3 0 0-15,4 0 1 0,-4 0-1 16,5 0 1-16,-4 0-1 0,-1 0 0 16,1 0 2-16,-5 0-2 15,0 0-1 1,1 3 0-16,-5 0 1 15,0 0-4-15,4 3 3 0,0 0 1 16,-4 1 0 0,5-1 2-16,3-3-2 15,1 3 2-15,-1 0-2 16,5-3 4-16,0-3-4 16,3 4 0-16,0-4 1 15,1 0-1-15,-4 0 0 16,4 0 0-16,-5 0 1 0,0 0-3 15,1 0 2-15,-5 0 0 16,5 0 0-16,0 3 1 16,-1 3-1-16,1-3 0 0,0 0 0 15,-2 3-1 1,2 0 1-16,0 0 0 0,-5-3-2 16,-8 4 2-16,5-4 0 31,-1 3-1-31,1 0 2 0,-5 0-2 15,0 1 1-15,8-2 0 16,-8-1 2-16,4 2-1 16,1 0 0-16,-1-3-1 0,0 3 0 15,5 0-1 1,-5-2 1-16,5 1 0 0,-5-1 1 16,1 2 0-16,-2-3-2 15,2 0 1-15,-1 3 0 0,-4 0-1 16,5-3 0-16,-5 1 1 15,8-1 0-15,1 2 4 16,-5 2-5-16,5-1 1 16,-5-3 0-16,-3 6-1 31,6-6 1-31,-3 4 0 0,1-1 0 16,-1 3 1-16,1-3 1 15,-1 1-2-15,0-1 0 16,5 0 1-16,-5 0-1 15,5 0 0-15,-1 1 4 16,-4-5 0-16,0 4-4 16,5 1 0-16,-9-1 1 0,9 0-2 15,-5 0 1-15,0 0 0 16,-3-2 2-16,3-2-1 16,-4 5 6-16,5-1-6 0,-1-3 1 15,-5 3 6-15,2-3-6 16,3 3 0-16,0 1 3 15,-3-4-5 1,3 3 4 0,-4 0-4-16,5-3 3 0,-5 0 8 15,4 3-11-15,-3-3 0 16,3 3 2-16,-4-2 1 16,5-1-3-16,-6 3 0 0,1 0 0 15,1-3 1 1,-1 6-1-16,4-5 0 0,-3 1 2 15,-1-1-1-15,-4-1-2 16,4 0 3-16,0 0-2 16,5 3 0-16,-5-3 1 15,5 0-1-15,-5 3 4 16,4-2-2-16,1 1-2 0,-6-2 0 16,9 4 0-16,-7-4-1 15,7 3 2-15,-3-3-1 16,-1 3 1-16,-4-3 1 15,9 1 0-15,-9-1-2 0,4 0 0 16,1 3 4-16,3-3-3 16,-4 0-1-16,-4 0 4 31,9 3-3-31,-5-2 1 16,0-1-1-16,1-1 0 0,-1 5-1 15,1-4-1-15,3 0 1 16,-8 3 1-16,9-3 2 15,-6-3-2-15,2 6-1 16,-1-6 0-16,5 6-2 16,-5-6 2-16,0 7 0 0,1-1-2 15,-1-6 6-15,5 3-4 16,-9 3 0-16,4-3 0 0,1 0-2 16,-2 3 2-16,2-3 0 15,-1 0 2-15,5 1-1 16,-5-1 0-16,5 0-1 31,-1 0 0-31,-4 0-2 16,5 0 2-16,-9 0 0 15,4 0-1-15,0 0 3 16,-4 0-2-16,9 1 0 0,-1 1 0 16,-3-1-2-16,-1-1 2 15,5 3 0-15,-5-6 2 16,1 6 0-16,-1-6-3 15,3 3 1-15,-6 0 0 0,7 3-2 16,-3-6 2-16,-1 4 0 16,5-4 1-16,-9 3 0 15,8-1-1-15,-3-2 0 16,3 0 1-16,-3 4-1 16,2-4 0-16,-2 3 0 0,-1-3 0 15,9 0 3-15,-9 3-4 16,5 0 1-16,-5-3 0 15,5 0 0-15,-1 0 0 16,1 3 0-16,-2-3-1 16,2 0 5-16,-1 0-4 31,5 3 0-31,-5-3 0 0,1 3-2 0,0-3 2 16,-9 3 0-1,4 0-1-15,4 0 2 16,-8-3-1-16,8 4 0 0,-3-4 1 15,-1 3-4-15,1 3 3 16,-5-6 0-16,4 3 2 16,5 0-1-16,-1 0-2 0,1-3 1 15,-2 3 0-15,-2 0-1 16,3-3 0-16,1 3 1 16,-1 1 2-16,1 1-1 15,-5-2 0-15,1-3-1 16,-5 4 0-16,5-1-2 15,-5 0 3 1,-1 0-1-16,5-3 1 16,1 3 0-16,-1 0-2 15,-4-3 0-15,5 3 1 16,-1 0 0-16,-3-3 0 16,-1 3 0-16,0 1 0 15,0-1 4-15,5 0-7 16,-1-1 3-16,-4-2 0 0,0 0 3 0,4 4-3 15,-8-1 0-15,4-3 0 16,1 0-2-16,-5 3 0 16,8 0 2-16,-3 0 0 15,-1 0 1-15,4-3 0 16,-4 0-1-16,5 4 2 16,-5-2-2-16,0-2 0 0,5 3-3 15,-1 0 3-15,-5-3 0 16,6 7 1-16,-1-7-1 31,1 0 0-31,-1 0 2 16,0 3-1-16,1-3-1 0,3 3 0 0,-7-3 1 15,7 0-1 1,-7 0 0-16,3 0 0 16,-1 0 0-16,2 0-1 15,-1 0 1-15,0 0 0 16,1 0 0-16,-1 0 1 15,1 0-1-15,3 3 0 16,-3-3 1-16,3 0-2 0,-3 0 1 16,-2 0 0-16,1 0 1 0,5 0-1 31,-9 0 0-31,9 0-1 0,-5 0 3 16,0 0-3-1,1 0 1-15,3 0 0 0,-3 0 1 16,-1 0 0-16,0 0-1 15,-4 0 0-15,4 0 0 16,5 0-1 0,-5 0 1-16,5 0 0 0,-1 0 0 15,1 0 2-15,-1 0-2 16,5 0 0-16,-1 0 0 16,4 0-1-16,-3 0 1 15,0-3 0-15,-5 3 0 16,5 0 1-16,0-6-1 0,2-1 0 15,11 1 0-15,-1 0-2 16,4 0 1-16,7 0 1 0,6-1 0 16,4-1 1-16,-2 1-2 15,-2 1 0-15,-9 0 1 16,-5 6-4-16,-11 0 3 31,0 0-5-31,-4 0-27 0,-1 0-32 16,-20 0-79-16,0 0-261 15</inkml:trace>
  <inkml:trace contextRef="#ctx0" brushRef="#br0" timeOffset="24779.24">5628 9435 131 0,'0'0'28'0,"0"0"-28"16,0 0 12-16,0 0 14 16,0 0-2-16,0 0 6 0,0 0 2 15,8 0-6-15,-4 0 6 16,-4 0-2-16,0 0-1 15,0 0-7-15,0 0-6 16,0 0-6-16,0 0-6 16,4 0-1-1,0 0 1-15,5 0 6 16,-1 0 3-16,-1 0 14 16,1 0-5-16,5 0-2 15,-1 0 13-15,5 0-6 0,-5 0-12 16,1 0-10-16,-1 0 4 15,-4 0-7 1,1 0 9-16,3 0-4 0,-4 0 2 16,0 0 7-16,4 0-4 15,4 0-6-15,-3 0 8 16,-1 0-5-16,5 0 1 0,-5 0-1 16,1 0-8-16,-5 0 1 15,0 0-2-15,4 0 1 16,-3 0 5-16,-1 0-6 15,0 0 5-15,0 0-2 0,0 0 8 16,4 0 6-16,-4 0-4 16,5 0-3-16,-1 0 4 15,1 0-12-15,-5 0 1 32,4 0-3-32,-3 0 0 15,3 4-1-15,0-1 0 0,1-1 1 16,6-2 2-16,2 0-1 15,0 0-2-15,4 0 1 16,-5 0 0-16,-3 0-1 16,-1 0 1-16,1 0 0 0,-2 3 0 15,-2-3 4 1,3 4-4-16,-7-4 0 0,3 3 0 16,-4 0-2-16,9-3 2 15,-9 0 0-15,4 0 5 16,1 3-5-16,-5 0 6 0,5 0-2 15,-2-3 2-15,1 3 1 32,-3 0-5-32,3 0 8 0,0 0 8 15,1-3-15-15,-1 7 5 0,1-4-7 16,-1 0-1-16,-4 3 1 16,5-3-1-1,-5 0 0-15,0 3 5 16,-1 0-5-16,2-3 7 0,-1 4-7 15,9-4 0-15,-9 3 3 16,8 0-3-16,-3 0 0 0,-1 1 5 16,5-2-4-1,-5 2 6-15,5-1-7 0,-5 0 1 16,-1 0 0-16,2 0-1 16,-1 1 0-16,1 2 3 15,-5-3-1-15,0-3 0 16,0 3-2-1,5 0 1-15,-1 1 3 16,-4-4-4-16,5 3 0 16,-5-3 5-16,0 0-3 15,1 3 1-15,-2-3-1 16,1 4 0-16,5-2 2 16,-5 2 0-16,0-1-4 15,5-3 6-15,-5 3-5 0,4 0 2 16,-4-3-3-16,5 7 0 0,-1-4 2 15,-3-3-2 1,-1 3 0-16,0-3 5 16,0 4-4-16,-4-5 1 15,4 1-1-15,0 0 0 0,0 4 4 16,1-1-3 0,3 0-1-16,4 3 7 15,-7-2-5-15,3-4 5 16,-4-1-7-16,1 5 1 15,-1-1-1-15,0-3 0 16,0 3-1-16,1 0 6 16,-1 1-6-16,3-1 4 15,-2 3-2-15,3-6-1 0,0 0 3 16,5 3-4-16,-5 0 0 16,1 1 4-16,-5-1-2 15,9 0-2-15,-9-3 0 0,4 6 0 16,-3-6 0-16,-1 4 0 15,-1-1 0 1,1-3-1-16,1 0 2 16,3 6-1-1,-4-6 0-15,1 3 0 0,3 1-1 16,-4-1 1-16,5 0 0 16,-1 0 2-16,0 0-1 15,-3-3 0-15,3 1-1 16,5 1 0-16,-6-1-2 15,1 5 3-15,1-6-1 0,-1 3 0 16,5 0 1-16,-5-3 0 16,1 1-1-16,-5-1 0 15,0 2 0-15,4-5 0 16,-3 7 0-16,-1-4 0 16,4 0 2-16,-9 3-3 15,6-2 1-15,-1 1 0 0,4-2-1 16,-3 1 2-16,3-1-1 15,-4 3 0-15,1-3 1 16,3 0 0-16,0 0-1 0,1 0 0 16,-1 3 1-16,1 0-1 15,-1-3 0-15,4 1 0 16,-4-1 2 0,-4 0-2-1,5 3 0-15,3-3 0 0,-8 0 2 16,5 0-2-16,3-3 0 15,-3 3 4-15,3-3-2 16,-3 3 5 0,-6 1-4-16,5-1 1 0,-3-1 3 15,3 2-6-15,0-4 1 0,-3 3 0 16,3 0-1 0,1 0 1-16,-1 0-2 0,-4 3 0 0,5-3 2 31,-1 0-2-31,-8-3 0 0,4 0 5 0,4 3-5 15,-8 1 4-15,4-1-4 32,-4 0 3-32,9-3 0 15,-9 0-2-15,0 3-1 16,4 0 1-16,-4 0-1 16,5-3 0-16,-1 6 0 0,0-3 0 15,0 0 3-15,1 1-2 16,-1-2-1-16,0 1 1 15,5 1 0-15,-1-1 0 16,-1 0-1-16,6 0 0 0,-5 0 2 16,1 0 0-16,-1 0-2 15,5 0 0-15,-5 0 3 16,5 0-3-16,-1-3 0 16,-3 7 0-16,-1-7 2 15,-1 3-2-15,2-1 0 0,3 2 0 0,-3-1 1 16,-1-3-1-1,1 3 0-15,-5 0 0 16,0-3 1 0,4 3 0-16,1-3-1 15,-1 3 0-15,-3 1 3 16,2-4-6 0,1 2 3-16,1-2 0 0,-1 0 0 0,0 3 2 15,1-3-2 1,-5 4 0-16,5-1 2 15,-1-3-4-15,0 6 2 0,1-6 0 16,-1 3 1-16,4 0 1 16,-4-3-2-16,5 6 0 15,-5-6 0-15,0 6-2 0,1 1 2 16,-1-5 0-16,5 1 0 16,-1 1 1-16,-3-1-1 15,2 3 0-15,2 0 0 0,-1-3-2 16,1 3 2-16,-1 1 0 15,1-4 2-15,-5 3 0 32,1 0-3-32,-1 0 1 0,1 0 0 15,-2-6-1 1,-3 6-1-16,5-6 2 0,-9 3 0 16,4 1 5-16,0 2-7 15,-4-3 2-15,5 0 0 16,-5 0-2-1,4 0 1-15,-4 0 1 0,4 0 2 0,1 4 1 32,-1-5-6-32,0 5 1 0,1-1 2 15,3-3 0 1,-4 3-2-16,0-3 2 0,4 0 3 16,-4 3 1-16,0-2-7 15,9-1 4-15,-5 3-1 16,1-3 0-16,-1 0 0 15,-4-3 0-15,5 6 0 16,-1-6 2-16,-4 0-2 0,1 3 0 16,3 0 0-16,-5-3-1 15,2 3 0-15,3-3 1 16,5 3 2-16,-5-3 1 16,4 0-3-16,-3 0 0 0,-1 0 0 15,1 0-1 1,3 0 0-16,-3 0 1 0,-1 0 1 15,-1 3 1-15,2-3-3 16,-1 0 1-16,5 4 0 16,-5-4-1-16,5 0 1 15,-5 0 0-15,0 0 0 0,-3 0 3 32,-1 0-4-32,4 0 1 0,0 3 0 0,-8-3-1 15,4 0 1-15,0 0 0 16,1 0-2-16,-5 0 6 15,8 0-5-15,1 0 1 0,-5 3 0 32,0-3-1-32,9 3 1 15,-9-3 0-15,4 0 0 16,-7 0 3-16,3 0-5 16,-4 0 2-16,4 0 0 0,-1 0-1 15,2 0 1-15,-1 0 0 16,9 0 0-16,-1 0 2 15,1 0-1-15,3 0-1 0,1 0 0 16,4 0-2 0,-6 0 2-16,2 0 0 0,-9 0-1 15,5 0 4-15,-5 0-3 16,5 0 0-16,-5 0 0 16,5 0-3-1,-5 0 3-15,8 0 0 16,5 0 0-16,0 0 2 0,3 0-4 15,6 0 0-15,-1-3-11 16,-1 0-2-16,1 0-17 16,8-1-14-16,-1-2-25 15,14 3-58-15,0 0-34 16,-33 0-102-16</inkml:trace>
  <inkml:trace contextRef="#ctx0" brushRef="#br0" timeOffset="27494.39">6875 7425 98 0,'0'0'121'16,"0"0"-88"-16,0 0 2 16,0 0 27-1,0 0-30-15,0 0-7 0,0 0 4 16,0 0 7-16,13 0-1 15,-13 0 0-15,0 0 1 16,0 0-17-16,0 0-15 16,0 0 1-16,0 0 0 15,0 0 3 1,0 0-8-16,0 0 0 16,4 0-2-16,-4 0-3 15,8 4-2-15,0-4 7 16,1 0 3-16,7 0-3 15,1 3 2-15,7 0-1 16,4-3-1-16,10 3-53 16,-30-3-114-16,8 0-99 0</inkml:trace>
  <inkml:trace contextRef="#ctx0" brushRef="#br0" timeOffset="28160.53">7528 7435 134 0,'0'0'205'0,"0"0"-168"0,0 0-9 16,0 0 84-16,0 0-56 15,0 0-26-15,5 0-11 16,-5 0-12-16,0 0 5 15,0 0-3-15,0 0-1 16,0 0-8 0,8 0-4-16,-4 0-3 15,8 0 6-15,4 0-3 16,5 0-5-16,3 0-74 16,-11 0-49-16,-5 0-48 15</inkml:trace>
  <inkml:trace contextRef="#ctx0" brushRef="#br0" timeOffset="28547.29">8160 7435 11 0,'0'0'34'0,"0"0"-16"0,0 0-18 16,0 0-1-16,0 0-61 16</inkml:trace>
  <inkml:trace contextRef="#ctx0" brushRef="#br0" timeOffset="28761.48">8751 7395 318 0,'0'0'0'16,"0"0"-101"-16,0 0 100 15,0 0-1-15,0 0-85 16</inkml:trace>
  <inkml:trace contextRef="#ctx0" brushRef="#br0" timeOffset="28976.99">9215 7441 373 0,'0'0'99'0,"0"0"-99"0,0 0 2 16,0 0-5-16,0 0 1 15,0 0-114-15,103 6-33 16</inkml:trace>
  <inkml:trace contextRef="#ctx0" brushRef="#br0" timeOffset="29181.3">9852 7447 219 0,'0'0'71'0,"0"0"-57"16,0 0 16-16,131 0-12 16,-110 0-18-16,-5 0-45 0,-11 0-73 15</inkml:trace>
  <inkml:trace contextRef="#ctx0" brushRef="#br0" timeOffset="33211.4">10619 7349 70 0,'0'0'84'16,"0"0"-74"-16,0 0-7 15,0 0 21-15,0 0-15 16,0 0 3-16,0 0 8 15,-4 0 8-15,4 0 14 16,0 0 33-16,0 0-2 16,0 0-28-1,4 0-13-15,8 0-3 16,1 0-23-16,7 0-6 16,5 0 2-16,8 0-8 15,7 0 6-15,2 0-23 0,3 0-106 16,1 0 13-16,-31 0 39 15</inkml:trace>
  <inkml:trace contextRef="#ctx0" brushRef="#br0" timeOffset="33380.83">11247 7382 39 0,'0'0'0'16</inkml:trace>
  <inkml:trace contextRef="#ctx0" brushRef="#br0" timeOffset="33597.25">11613 7382 121 0,'0'0'74'15,"0"0"-58"-15,0 0 25 16,0 0-3-16,119 0-38 15,-98 0 0-15,2 0-3 16,-18 0-22-16,3 0-93 16</inkml:trace>
  <inkml:trace contextRef="#ctx0" brushRef="#br0" timeOffset="33782.89">12240 7314 292 0,'0'0'6'0,"0"0"-2"16,0 0-1-16,119-18-3 15,-90 15-1-15,8 0-42 16,-28 3-30-16</inkml:trace>
  <inkml:trace contextRef="#ctx0" brushRef="#br0" timeOffset="33957.31">12771 7274 299 0,'0'0'17'0,"0"0"-16"15,0 0-2-15,0 0 1 16,0 0-109-1,0 0-98-15</inkml:trace>
  <inkml:trace contextRef="#ctx0" brushRef="#br0" timeOffset="34803.9">11905 7336 114 0,'0'0'121'0,"0"0"-82"16,0 0 29-16,0 0 71 16,0 0-78-16,0 0-12 15,-9-9-1-15,9 9-13 16,0 0-3-16,0 0-5 16,0 0-4-16,-4 0-9 15,4 0-13-15,0 0-1 0,0 0-6 0,0 3 6 16,0 9 10-1,0 0-7-15,0 7 0 16,0 3 12-16,0 5-1 16,0 1 4-16,-4 3 9 0,4 6-14 15,-4 0-1-15,0 3-12 16,-5 0 3 0,9 0 9-16,-4 3-8 15,4 0 7-15,-4 10 10 0,0-7-11 16,0 4 1-1,0-4-10-15,-4-9 1 16,3 6 4-16,1-3-2 16,4-3 6-16,0 0-5 0,-4-6-4 15,4-4 8-15,0-2-7 16,-4-3 8-16,4-4 5 16,0 1-11-16,-4-7 8 15,4-6-7 1,0-3-4-16,0-3 5 15,0 0-4-15,0 0 1 16,0 0 8-16,0 0-1 16,0 0 8-16,0 0-11 0,0-3-7 15,-4-15-20-15,0-4-55 16,-5 3-23-16,5 1-67 16,-4 3-4-16,0 12-70 15,-1-4 35-15</inkml:trace>
  <inkml:trace contextRef="#ctx0" brushRef="#br0" timeOffset="35241.78">11633 8017 167 0,'0'0'107'0,"0"0"-39"0,0 0 80 31,0 0-41-31,0 0-38 15,0 0-3-15,-12-15-11 16,12 15-26-16,0 0-1 16,0 0-8-16,0 0-10 0,0 0 8 15,0 0-4-15,0 0 22 16,4 0 26-16,16 9-23 16,1 4 5-16,8 2-9 0,4 0-12 15,0 1 6-15,3 2-17 16,1 1-4-16,-8-1-7 15,-4 1 1-15,-4-7-2 16,-10 0 0-16,-3-2 0 16,-4-7-3-16,-4 0 6 15,0-3-3-15,0 0 3 0,0 0-3 16,0 0 10-16,0 0-10 16,0 0 2-16,5 0-1 15,-5 0-1-15,0 0-13 0,0 0-31 16,0 0-26-16,0 0-19 15,0 0-49 1,0 0-120-16,0 0-108 16</inkml:trace>
  <inkml:trace contextRef="#ctx0" brushRef="#br0" timeOffset="35573.37">11978 7974 248 0,'0'0'93'0,"0"0"-63"0,0 0 95 16,0 0-10-16,0 0-31 15,0 0-29-15,0-49 4 16,0 49-39-16,0 0-20 16,0 0 0-16,0 0-17 15,0 0 5 1,-8 9 12-16,-5 10 44 15,-7 9-14-15,0-1-9 16,-1 4 0-16,-4-3 5 16,9-3-12-16,-5-1 6 15,9-2 7-15,4-10-11 16,3-3-4-16,5 0-9 16,-4-6 0-16,4-3-1 0,0 4-2 15,0-4-11-15,0 0-65 16,4 0-37-16,13 0 3 15,-9-4-186-15</inkml:trace>
  <inkml:trace contextRef="#ctx0" brushRef="#br0" timeOffset="36374.37">11892 7395 103 0,'0'0'233'16,"0"0"-178"-16,0 0-29 16,0 0 82-16,0 0-54 15,0 0-29-15,0 0-13 16,-25-3-8-16,9 3-4 16,-5 9 5-16,-8 6 9 0,1 10 20 0,-5-3 11 15,8-4-14 1,5 1-15-16,7-4 4 15,5-9-9-15,8 0-2 16,-4-2-5-16,4-4-2 0,0 0 8 16,0 0-9-1,0 0 4-15,0 0 11 0,0 0 4 0,0 0 12 16,0 0-4-16,4-10-22 16,8-5-3-1,5-1 8-15,0 1-6 0,-1-4 2 16,-4 10-5-16,1 3-2 15,-5 0 3-15,-4 6 8 32,-4 0 24-32,3 0-16 0,2 0-15 15,-1 0-4-15,8 0-7 0,0 0 6 16,13 6-1-16,0 6 2 16,12 3 7-16,-1-2-5 15,2-1-2-15,-1-2 1 16,-8-1 0-16,-9 0-1 15,4-6 0-15,-7 4-4 0,3-2-64 16,-20-5-142 0,0 0-237-16</inkml:trace>
  <inkml:trace contextRef="#ctx0" brushRef="#br1" timeOffset="43653.62">12471 7796 161 0,'0'0'54'16,"0"0"-53"-16,0 0 9 15,0 0 44-15,0 0 3 16,0 0 7-16,0-4 9 16,0 1-24-16,0 3-7 0,0-3-3 15,0 3-17-15,0 0-13 16,0 0-2-16,0 0 9 15,0-3 13 1,0 3-11 0,0 0-1-16,0 0 7 0,0 0 0 15,0-3 3-15,0 3-2 16,0 0-3-16,0 0 4 16,0 0-3-16,0-3-5 15,0 0-2-15,0 3-1 16,0-6-1-16,0 2-14 15,12-2-3-15,8-6 3 0,9 3-3 16,4-3 3-16,8-1 4 16,8 1-3-16,13-7-1 15,11 4 0-15,10-4 0 16,7 1 1-16,13-4-1 16,8 4 2-16,12-1-3 0,8-2 3 31,9 3-4-31,-1-1-1 15,5 0 3-15,-9 7 0 0,-12-1 1 16,-19 1-1-16,-31 9 0 0,-23 0-1 16,-17 0-2-16,-25 3 2 15,-4 0 1-15,-4 0 4 16,0 0 3 0,0 0 4-16,0 0-5 0,0 0-6 15,0-3 2-15,0 3-5 16,0 0 3-16,0 0-13 15,0 0-14-15,0-3-35 16,-8-3-37-16,-9 0 34 16,-3-7 22-16,3 7 21 15,1-3 22-15,-1 3 7 0,5-4-6 16,-5 1 4-16,9-3 11 31,-1 6 2-31,-2-3 21 0,3 2-19 16,0-2 20-16,-5 6-9 15,9-3-5 1,-4 6-1-16,4 0-4 0,0 0-15 16,4 0-1-16,0 0 0 15,0 0-1-15,0 0-2 16,0-3-2-16,0 3-5 0,0 0 4 16,0 0-3-16,8 0 4 15,12 0 6-15,1 0 15 16,7 0 0-16,9 0-4 15,-4 3-7-15,0 3-4 0,-8 3 0 16,-5 1-4-16,-8 2-2 16,-3 0-4-16,-5 0 1 15,-4 4-1-15,0 3 3 16,0 2 2-16,-4 1 3 16,-21-1 6-16,-3-2-6 15,-5-1 2 1,4-6 5-16,4-2-9 15,4-4 3-15,5 0-4 16,7-6-1-16,6 0-1 16,3 0-46-16,0 3-50 15,0-3-6-15,0 3 12 16,0-3 8-16,0 0-84 0,0 0-188 16</inkml:trace>
  <inkml:trace contextRef="#ctx0" brushRef="#br1" timeOffset="44101.93">14359 7262 737 0,'0'0'0'16,"0"0"-242"-16</inkml:trace>
  <inkml:trace contextRef="#ctx0" brushRef="#br1" timeOffset="45136.94">15118 7154 558 0,'0'0'86'0,"0"0"-81"16,0 0-1-16,0 0 77 16,0 0-15-16,0 0-16 0,8-25 6 15,-8 23-2-15,0-1-4 16,0-1-28-16,-8 4-7 15,-12 0-15-15,-9 0-2 16,-8 0-6-16,-4 19 8 16,5 6 0-16,-6 2 0 0,9 10-1 15,0 3 0-15,12 10-4 16,2-1 3-16,15 0-6 16,0-2 0-16,4-7 8 0,0-10-7 15,16-2 7-15,12-10 0 16,5-8 3-1,8-4-2 1,12-6 0-16,-3 0 2 16,3-6 10-16,0-13-6 15,-7-8 0-15,-5-8 10 16,-12 2-3-16,-1-7 9 0,-12 0 18 16,-7-3-17-16,-5 2 3 15,-4 1 10-15,0 9-21 16,-9 4 2-16,-19 2-2 15,0 7-14-15,-18-1-2 0,-3 10-17 16,-4 3-19-16,-1 6-50 16,38 0-67-16,7 0-268 15</inkml:trace>
  <inkml:trace contextRef="#ctx0" brushRef="#br1" timeOffset="45529.13">14963 6874 398 0,'0'0'288'0,"0"0"-249"16,0 0-37-1,0 0 108-15,0 0-43 16,0 0-18-16,0-84-21 16,0 84-20-16,0 0 5 15,0 0 3-15,0 0-16 16,0 3-8-16,0 22 8 15,0 12 3-15,4 7 7 16,-1 8-7-16,-3 10 3 16,4 5-4-16,-4 7 0 0,0 10 3 15,4 2-3-15,0 6 2 16,1-2 3-16,-1-10-6 16,8-12 1-16,-8-13 0 0,0-15-1 15,-4-9 4 1,0-9 0-16,5-10 1 0,-5-12 5 31,4 0-5-31,-4 0 2 16,0 0-6-16,8 0 11 15,-8 0-13-15,4-12-29 0,-4 2-148 16,0 1-258-16</inkml:trace>
  <inkml:trace contextRef="#ctx0" brushRef="#br1" timeOffset="46281.48">15336 7607 477 0,'0'0'110'0,"0"0"-70"16,0 0 120-16,0 0-47 15,0 0-42-15,0 0-29 16,-12 0-24-16,12 0-12 16,0 0-6-16,0 0-4 0,0 10-3 15,-5 8-2-15,5 10 9 32,0 3 0-32,0 3 1 0,0-1-2 15,0-2 1-15,0-3 0 16,0-3 4-16,0-10-3 15,0-9 1-15,0 0-1 16,0-6 7-16,0 0 2 16,0 0-3-16,0 0 29 15,0 0 16-15,0-12-25 16,0-9-19-16,13-4-7 0,3 3-1 16,1 1 0-1,-5 6-4-15,9-1-1 0,-1 9 3 16,-4 2-4-16,5 2 2 15,-1 3-5-15,-3 0 0 0,4 0 3 16,-1 6-2-16,0 9 6 31,-3 0 1-31,-5 4 1 16,-4-3-1-16,-8-4-2 0,0 7-2 16,0-7 4-1,-20 3 2-15,-17-3 5 0,0 1 2 16,0-7-6-16,8-3 4 15,5-3-2-15,4 0 0 16,11 0-4-16,5 0-13 16,4-16-36-16,0 4-48 0,13-3-61 15,14-3-1-15,7-1 1 16,-18 13-48-16,1-4-80 16</inkml:trace>
  <inkml:trace contextRef="#ctx0" brushRef="#br1" timeOffset="46543.1">15705 7647 238 0,'0'0'126'15,"0"0"5"-15,0 0 45 16,0 0-39-16,0 0-42 16,0 0-45-1,0 0-37-15,8-12-13 16,-8 12-18-16,0 12 11 16,0 16 7-16,-4 6 7 15,0-3 7-15,0 3 0 16,4-6-7-16,0-3-5 0,0-4 0 15,0-3 6 1,0-5-6-16,8-7 0 0,4-3 0 16,9-3 5-16,4 0 5 15,0 0-12-15,4-9-37 0,-6-10-82 16,-18 10-112-16,-5 0-129 16</inkml:trace>
  <inkml:trace contextRef="#ctx0" brushRef="#br1" timeOffset="46697.1">15525 7490 648 0,'0'0'122'0,"0"0"-86"16,0 0 120-16,0 0-84 31,0 0-72-31,0 0-30 0,-45-58-19 16,45 58-146-16,8 0-215 15</inkml:trace>
  <inkml:trace contextRef="#ctx0" brushRef="#br1" timeOffset="47580.84">15988 7435 399 0,'0'0'172'0,"0"0"-124"16,0 0 7-16,0 0 14 15,0 0-38-15,0 0-22 16,46-10 11-16,-13 1 18 0,4 3-5 16,-1 0 7-16,1 0-10 15,-8 3-10-15,-4 3-13 16,-8 0-7-16,-13 0-3 16,0 0-26-16,-4 0-71 15,0 0-40-15,0 12 31 16,-4-6-35-16,-9-3-145 0</inkml:trace>
  <inkml:trace contextRef="#ctx0" brushRef="#br1" timeOffset="47813.14">16034 7549 196 0,'0'0'242'31,"0"0"-209"-31,0 0-11 16,0 0 117-16,0 0-72 15,0 0-21-15,-21 12-2 0,21-12-2 16,4 0-23-16,13 0 22 16,7 0 10-16,14 0-17 15,2 0-12-15,1-9-21 16,-4 6 2-16,-3 0-3 0,-14 3-11 16,-8 0-74-16,-12 0-86 15,0 0-58-15,0 0-39 16</inkml:trace>
  <inkml:trace contextRef="#ctx0" brushRef="#br1" timeOffset="48566.2">16674 7108 279 0,'0'0'13'0,"0"0"-9"16,0 0 51-16,0 0 36 16,0 0-70-16,0 0-15 15,0-15 1-15,0 15 4 0,0 0-8 16,0 0 5-16,-4 0 1 16,-8 0-5-16,-5 9 13 15,-3 6 9-15,-1 1-10 0,-4 5 3 16,-3 7 20-16,-1 6-5 15,5 6-4-15,-1 0-7 16,4 6-2-16,9 1-12 31,8-11-7-31,4 2 0 0,0-8-2 16,16-2 8-16,21-6 2 16,5-7 5-16,6-6 8 15,14-6 3-15,4-3-7 16,8 0 3-16,-8-3 1 15,-5-18-1-15,-12-1-14 16,-15 1-4-16,-18-7 2 0,-16 0-5 16,0-3-1-16,-12 4-25 15,-26 2-43-15,-7-3 21 16,0 6 24-16,4 1-10 16,4-1 11-16,12 10-51 15,9-4-41-15,12 16-51 0,4-5-151 31</inkml:trace>
  <inkml:trace contextRef="#ctx0" brushRef="#br1" timeOffset="48913.58">16662 6846 597 0,'0'0'72'15,"0"0"-70"-15,0 0 85 16,0 0-65-16,0 0-17 16,0 0-5-16,-12 86 38 15,24-27 3-15,0 3-15 16,1 9 0-16,3 5 4 0,0 2-20 16,-4 2 3-16,5-3-4 0,-5-9-6 15,-4-4 2-15,1-5 3 16,-1-10-1-1,-4-3 4-15,0-9-10 16,0-6 4-16,1-6-3 0,-5-7-2 16,0-5 0-1,4-4-1-15,0-6-53 16,-4-3-74-16,0 0-182 16</inkml:trace>
  <inkml:trace contextRef="#ctx0" brushRef="#br1" timeOffset="49268.68">16978 7543 578 0,'0'0'46'16,"0"0"-26"-16,0 0 117 15,0 0-104-15,0 0-28 16,0 0-3-16,0 0 17 16,-16 104-11-16,12-61-4 15,4 0 14-15,0-5-11 0,0-1-3 16,0-6-2-16,0-7-1 15,0-2 1-15,4-10-2 16,0-3 0-16,-4-5-1 16,8-4-5-16,-8 0-73 15,0-4-7-15,0-8-140 16,0-3-34-16</inkml:trace>
  <inkml:trace contextRef="#ctx0" brushRef="#br1" timeOffset="49447.34">16925 7669 351 0,'0'0'165'0,"0"0"-112"0,0 0 46 16,0 0 24-16,0 0-77 31,0 0-29-31,8-68-16 16,17 62 2-16,8 0-3 0,-5 0 0 16,-4 6-1-16,-3 0-4 15,-9 0-60-15,-12 0-131 16,0 0-59-16</inkml:trace>
  <inkml:trace contextRef="#ctx0" brushRef="#br1" timeOffset="49632.21">16925 7669 290 0,'-70'95'163'0,"70"-95"-160"15,0 0 49-15,0 0 106 16,20 0-43-1,5 0-26-15,8 0-49 16,0-8-23-16,4-2-17 16,-1 1 0-16,-7 3-46 15,-25 6-118-15,-4-3-176 0</inkml:trace>
  <inkml:trace contextRef="#ctx0" brushRef="#br1" timeOffset="49925.17">17151 7721 287 0,'0'0'235'15,"0"0"-180"-15,0 0 7 16,0 0 16 0,0 0-78-16,0 0 2 15,3 53 11-15,1-25-4 16,4 5-5-16,-3 2 7 15,3 1-5-15,0-2 3 16,0 0-9-16,5-3 4 16,-1-10 2-16,1-2-5 15,-5-7 2-15,-4-2-3 0,0-7 0 0,0-3 0 16,-4 0-57-16,0 0-26 16,0-6-175-1</inkml:trace>
  <inkml:trace contextRef="#ctx0" brushRef="#br1" timeOffset="50150.05">17187 7842 112 0,'0'0'203'0,"0"0"-100"0,0 0 1 16,0 0 6-16,-16-109-52 31,16 107-6-31,12-1-33 16,9 3-12-16,-1 0 1 15,5 0-3-15,4 3 4 0,-5 12 4 16,-8 7-4-16,1-1-9 15,-13 1-7-15,-4-1 7 16,0-5 8-16,-12-1 2 16,-20 1-3-16,3-7-7 0,0-3-105 15,16-6-130-15,9 0-121 16</inkml:trace>
  <inkml:trace contextRef="#ctx0" brushRef="#br1" timeOffset="50473.4">17351 7308 490 0,'0'0'79'16,"0"0"-45"-16,0 0 103 0,0 0-69 16,0 0-45-16,0 0-23 15,21-12 14-15,8 6-2 0,15-6 0 16,2 2-6 0,-1 1-4-16,1 0 2 0,-6 6-3 15,-15-1-1-15,-4 4-7 16,-9 0-80-16,-12 0-126 15,0 0-208-15</inkml:trace>
  <inkml:trace contextRef="#ctx0" brushRef="#br1" timeOffset="50989.71">18024 6970 589 0,'0'0'102'0,"0"0"-93"15,0 0 19-15,0 0 28 0,0 0-53 16,0 0 2-16,-119 70-5 16,87-26 11-16,3 8 1 15,0 3-8-15,13 1 0 32,8-4-4-32,8-9-3 0,0-6 2 15,16-6 1-15,13-12 5 16,4-7 8-16,3-6 19 15,6-6-8-15,7 0-3 16,8-9-5-16,-3-13-5 16,-4-5-7-16,-14-4 3 15,-7-6 1-15,-21-3 22 0,-8-3 24 16,0 0-8-16,-33 5-41 16,-7 5 12-16,-14 2-13 15,4 9-4-15,2 4-1 0,6 8-6 16,5 4-45-1,12 0-72-15,17 3-62 0,8 3-104 32</inkml:trace>
  <inkml:trace contextRef="#ctx0" brushRef="#br1" timeOffset="51253.42">17934 6753 417 0,'0'0'176'15,"0"0"-87"-15,0 0 43 0,0 0-27 16,0 0-73-16,0 0-32 16,0-27-13-16,4 67 13 15,1 15 8-15,-1 10 5 16,0 12-4-16,0 0 11 16,8 7-8-16,1-1 5 15,3 0-10-15,-3-6-5 0,2-6 4 16,2-9-6-16,-5-10 1 0,1-9-3 15,-5-9 2 1,-4-9 0-16,0-10-29 0,-4-6-49 16,0-9-112 15,0 0-252-31</inkml:trace>
  <inkml:trace contextRef="#ctx0" brushRef="#br1" timeOffset="51605.94">18246 7531 146 0,'0'0'401'0,"0"0"-369"16,0 0 14-16,0 0 116 15,0 0-82-15,0 0-63 16,9-7-9-16,-9 32-8 16,0 5 35-1,0 5-29-15,4 5-2 16,0 0 0-16,0-6-2 16,4-1 0-16,-3-2 0 0,-1-9-2 15,0-4 4 1,0-5-4-16,0-10 0 0,-4-3 0 15,4 0-22-15,-4 0-56 0,0-3-22 16,0-13-223 0</inkml:trace>
  <inkml:trace contextRef="#ctx0" brushRef="#br1" timeOffset="51775.21">18267 7512 494 0,'0'0'123'16,"0"0"-87"-16,0 0 38 31,0 0 28-31,0 0-65 16,0 0-19-16,0 0-18 0,57-37-4 15,-49 37-59-15,-8 0-126 16,0 0-167-16</inkml:trace>
  <inkml:trace contextRef="#ctx0" brushRef="#br1" timeOffset="51947.34">18234 7660 260 0,'-4'15'222'0,"4"-15"-207"0,0 0 104 0,0 0 33 15,21 0-74-15,3 0-18 16,5 0-33 0,8-6-21-16,0-3-6 15,-8-1-12-15,-21 7-116 16,-8 3-251-16</inkml:trace>
  <inkml:trace contextRef="#ctx0" brushRef="#br1" timeOffset="52359.68">18415 7660 653 0,'0'0'127'0,"0"0"-103"0,0 0 86 15,0 0 9 1,0 0-116-16,0 0-3 0,0 0-4 16,37 52 4-16,-25-24-1 15,0 0 1-15,0-4 0 16,-3-2 1-16,-1-9-1 16,-4-1 0-16,4-9 2 15,-8 0-2 1,4-3 4-16,-4 0 4 15,5 0 21-15,3-18 31 16,4-7-57-16,5-6 3 16,-1-3-2-16,1 3-4 15,-2 6 0-15,2 7 0 0,-5 9 0 16,-3 5 9-16,-5 4 6 16,0 0-9-16,4 0-6 15,9 19-4-15,3 12 3 16,5 2-1-16,3 5 2 0,-3-7-1 15,-9-4-45-15,5-2-74 16,-21-25-132-16,0 0-293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1:04:00.44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2886 13514 99 0,'0'0'100'16,"0"0"-95"-16,0 0-3 15,0 0 7-15,0 0 31 16,0 0-24-16,0 0-15 0,-21 0 0 16,21 0-1-16,-4 0 1 15,4 0 17-15,-4 2 19 31,0-2-3-31,-1 0-8 0,5 4 8 16,-4-1-4-16,4 0-8 16,0-3-16-16,0 0-2 15,0 0-1-15,0 0-1 16,0 0 0-16,0 0-2 16,0 0-1-16,0 0 1 15,0 0 12-15,0 0-4 16,0 0-5-16,0 0-3 15,0 3 14-15,4 0 8 0,13 0-3 16,0 0 1-16,7 0-5 16,0-3-1-16,1 3 1 15,8 0-9-15,4 1 1 16,-1-4-2-16,6 3-2 0,-1 0 2 16,0-3-4-16,0 6 0 15,4-3-1-15,1-3 1 16,6 3 2-16,6 0-3 0,3-3 0 15,10 3 1-15,6-3 1 16,2 0-1-16,2 3-1 16,6 1 1-16,-14-4 1 15,6 0-2-15,-10 0 0 16,6 2 2 0,-2 1 0-16,1 0-2 15,4 1 0-15,1-4 0 16,-6 3 0-16,10 0 0 15,-2-3 0-15,5 0 0 16,9 0 0-16,-1 0 0 16,4 0 0-16,2 0 1 15,-15 0 3-15,6 0-3 0,-9 0 0 16,-4 0-1-16,0 0 1 16,-5 0 1-16,2 0-2 0,-6-3 1 15,1 0-1 1,4 3 1-16,0-4-1 0,4 1 0 15,4-2 3-15,0-2-5 32,-3-2 3-32,-2 0-1 15,2-1 8-15,-2 4 8 0,6 0 1 16,-6 0-7-16,5 0-7 16,-3-3 1-16,-2 2-3 0,2 4 0 15,-6 0 1 1,-3 3-2-16,0 0 0 15,0 0 3-15,-5 0-2 0,1 0 1 16,-4-3-2-16,-1 0 1 16,1 0 1-16,-1 0-2 15,1 0 0-15,-1 0 2 16,5 3 3-16,-4-3-1 16,3-1 3-16,-7 1-2 15,-1 1 5-15,1-2-8 0,-4-2 2 16,-2 3 4-16,2 0 0 15,-1-6-2-15,9 3-3 0,0-4-2 16,3 1 3 0,1 0-3-16,3-1 1 0,-2 4 4 15,-2 0 2-15,-3 3 0 16,-4 3-3 0,-2-3-3-1,-2 3 0-15,-1 0-2 0,-4 0 1 16,5 0 2-16,-9 0-2 15,4-3 3-15,-3 0 0 16,-2 3 0-16,6-3 5 16,-5 3 0-16,4-3-3 15,9 3 8-15,-4-3-8 0,2 3 5 16,2 0-2-16,3-4-8 16,-3 1 9-16,0 0-9 15,-1 1 4-15,-3 2-3 16,-1-4-1-16,0 1 2 15,9 0 0-15,-5-6-2 0,5 5 3 32,-4 2-4-32,3-1 1 15,-3-1-1-15,3 1 3 16,-4-3-2-16,-3 6-1 0,7-3 1 16,-7 0 1-1,3 0-2-15,1 3 0 0,3 0 2 16,-3 0 0-16,-5 0 0 15,-4 0 0-15,0 0 2 0,1 0-2 16,-1 0 0-16,0 0-2 16,5 0 3-16,3 0 2 15,1 0 1-15,3 0-1 16,1 0-2-16,-4 0 1 16,-2 0-2-16,-2 0-2 15,0 0 2 1,-5 0 2-16,0 0-3 15,4 0 5-15,1 0-4 16,-1-3 4-16,0 0-4 16,-3 0-2-16,3-1 7 15,-4 1-7-15,5 1 1 16,-5 2 0-16,4 0 0 0,-3 0 1 16,3 0-2-16,-8 0 0 0,0-3 2 15,5-1-1 1,-10 1 1-16,6 0-2 0,-5 3 0 15,4-3-1 1,-4 3 2-16,0-3-1 0,-4 0 2 16,-5 0-2-16,2 3 2 15,-1-3-2-15,4 0 0 0,-5 0 1 16,1 3 0-16,8 0 3 16,-8 0-1-16,-1 0-2 15,1 0 0-15,-4 0-1 16,4 0 1-16,1 0-1 15,-7 0 0-15,-2 0 0 16,0 0 1 0,-4 0 2-16,4 0-3 15,-5 0 0-15,4 0 1 0,-7 0 1 16,3 0 0 0,1 0-1-16,-9 0 0 15,5 0-1-15,-5 0 3 16,1 0 0-16,-1 0-3 0,-8 0 1 15,3 0 0-15,-7 0 0 0,0 0 4 16,0 0-2 0,0 0 7-16,0 0-4 0,0 0-4 15,0 0 1 1,0 0-2-16,0 0-1 16,0 0 1-16,0 0-1 15,0 0 0-15,0 0 0 0,0 0-1 0,0 0 0 16,0 0 1-16,0 0-9 15,0 0 1-15,0 0-1 32,0 0 3-32,0 0 0 15,0 0-8-15,0 0 3 16,0 0-11-16,0 0-4 16,0 0 3-16,0 0-3 0,0 0-5 15,0 0-15-15,0 0-40 16,0 0-40-16,0 0-56 15,0 0-71-15</inkml:trace>
  <inkml:trace contextRef="#ctx0" brushRef="#br0" timeOffset="1139.45">13743 13270 60 0,'0'0'194'0,"0"0"-148"0,0 0-25 16,0 0 43-16,0 0-3 15,0 0-17-15,0 0 4 16,0 3-10 0,0-3-12-16,0 0 10 0,17 0 19 31,-1 0-15-31,13 0-17 0,3 3-3 15,6-3-1-15,11 3 0 16,0-3 0-16,4 3 7 16,9-3-3-16,-5 4-2 15,1-1 5-15,-1-1-3 16,-3 1-6-16,0 1-3 16,-10-4 0-16,-3 0-1 0,1 3 3 15,-5 0-8-15,-5 0-1 16,-3-3-2-16,-4 0-2 15,-9 3-1-15,1-3 0 0,-5 0-1 16,-4 3-1-16,1-3 1 16,-2 0-1-1,1 0 0-15,-4 0 1 0,0 0 0 16,-4 0 2-16,0 0-3 0,0 0 0 16,0 0-4-16,0 0-29 31,0 0-27-31,0 0-21 15,-8 0 27-15,0 0-26 16,-8 0 12-16,0 0 21 16,-5 0 23-16,5 0 8 0,-9-3-18 15,-4-6-18-15,0 2 26 16,-3-5 13-16,-5 3 13 16,4-3 7-16,0-1 12 15,1 4 6-15,-2 0 6 16,6 0-13-16,3 3 18 15,0-1 0-15,5 1 7 0,0 0 5 16,-1 0 6-16,4 0-16 16,1 0-1-16,3-1-10 15,5 4-4-15,0 3-7 16,8 0-7-16,0-3-1 0,0 0-7 16,0 0-2-16,0 3 1 31,0 0 0-31,0 0 3 15,4 0 4-15,8 0-5 0,9 0 12 16,8 0 0 0,4 9 8-16,3 1-13 0,2 2 2 15,-1-6-5-15,-4 6 1 16,-9-2-2-16,-4-1 1 16,-7 0-5-16,-5 1-1 0,-4-1-1 15,-4-6-5-15,0 6 3 16,0 0 1-16,0 4 2 15,-16-1 5-15,-9 3-3 16,-3 3 11-16,-9-2-6 16,4-1 2-16,-5 1-2 15,2 3-6 1,7-1 3-16,0-6 0 0,9 1-4 16,3-4 3-1,5-3-1-15,8-3-2 0,-1 3 0 16,5-2-10-16,0-2-72 15,9 1-73-15,3-3-105 16,5 0-174-16</inkml:trace>
  <inkml:trace contextRef="#ctx0" brushRef="#br0" timeOffset="5447.9">7737 6886 56 0,'0'0'32'0,"0"0"-32"15,0 0 6 1,0 0 38-16,0 0 1 0,0 0-21 0,0 0-12 16,0 6-5-16,0-6 25 15,0 0 18-15,0 0-50 16,0 7-7-16,0-4 7 16,0-1 1-16,0 2-1 15,0-1 0-15,0 0 0 16,0 3 1-1,0 0-1-15,0 3 0 16,0 3 0-16,0-2-1 16,0 5 1-16,0 4-1 15,9-4 1-15,-1 4-31 16,-4 5-10-16,0-17-9 16,-4 2-48-16</inkml:trace>
  <inkml:trace contextRef="#ctx0" brushRef="#br0" timeOffset="5734.03">7808 7508 157 0,'0'0'34'16,"0"0"-30"-16,0 0-3 15,0 0-1-15,0 0 0 16,0 0-4-16,-9 81 1 0,9-66-1 16,0 1-2-16,0-4 0 15,0-9-6 1,0 0-66-16</inkml:trace>
  <inkml:trace contextRef="#ctx0" brushRef="#br0" timeOffset="6035.96">7836 7872 88 0,'0'0'18'0,"0"0"-18"15,0 0 0 1,0 0 1-16,0 0-1 0,0 0 4 16,0 68 2-16,0-49-4 15,9-7-2-15,-5 0 2 16,-4 4-1-16,0-4 0 15,0 1 0-15,0 5 0 0,0-3-2 16,-4 7-1-16,-5-16-5 16,5-6-75-16</inkml:trace>
  <inkml:trace contextRef="#ctx0" brushRef="#br0" timeOffset="6274.61">7787 8224 145 0,'0'0'77'0,"0"0"-71"16,0 0-6-16,0 0-3 16,0 0 2-16,0 0 1 15,0 27 0 1,0-14 2-16,0-4-2 0,0 7-3 31,0-1-20-31,0-12-32 16,0 3-90-16</inkml:trace>
  <inkml:trace contextRef="#ctx0" brushRef="#br0" timeOffset="6458.99">7795 8569 173 0,'0'0'23'0,"0"0"-23"15,0 0-7-15,0 0 6 16,0 0-1-16,0 0-10 16,0 0-21-16,41 84-27 15</inkml:trace>
  <inkml:trace contextRef="#ctx0" brushRef="#br0" timeOffset="6658.99">7877 8868 45 0,'0'0'2'0,"0"0"0"0,0 0-2 15,0 0 2-15,0 0-2 16,0 0-1-16,12 56-33 16</inkml:trace>
  <inkml:trace contextRef="#ctx0" brushRef="#br0" timeOffset="6858.83">7893 9078 89 0,'0'0'36'0,"0"0"-22"16,0 0-11 0,0 0-1-16,0 0-2 15,0 0 1 1,-4 68-1-16,4-59-3 16,0 0-1-16,0 3-1 0,0-2 1 15,0-1 4-15,0 0-3 16,0 0-1-16,0-9-48 15</inkml:trace>
  <inkml:trace contextRef="#ctx0" brushRef="#br0" timeOffset="7059.17">7897 9321 13 0,'0'0'31'0,"0"0"-27"0,0 0-1 15,0 0 2-15,0 0 21 16,0 0-5-16,0 37-7 15,0-31-11-15,0 1-3 16,0-2 2-16,0 5-2 16,0 3-12-16,0-8-39 15,0 8 7-15</inkml:trace>
  <inkml:trace contextRef="#ctx0" brushRef="#br0" timeOffset="7222.08">7885 9485 1 0,'0'0'40'0,"0"0"-21"15,0 0 0-15,0 0 2 16,0 0-9-16,0 0-11 16,-4 58-1-16,4-52-2 15,0 3-13-15,0 1 1 0,0-1 11 16,0 0 3-16,0 1 0 16,0-1 0-16,0 3 0 15,0-9 0-15,0 1-29 16</inkml:trace>
  <inkml:trace contextRef="#ctx0" brushRef="#br0" timeOffset="7475.04">7877 9793 26 0,'0'0'7'15,"0"0"-5"-15,0 0 8 0,0 0 26 16,0 0-20-16,0 0-9 16,0 0 16-1,0 46-10-15,0-36-11 0,0 2-2 16,0 3 5-16,0 1-5 16,0-7-13-16,0 0-80 15</inkml:trace>
  <inkml:trace contextRef="#ctx0" brushRef="#br0" timeOffset="7637.78">7856 10265 7 0,'0'0'41'0,"0"0"-39"16,0 0-2 0,0 0-10-16</inkml:trace>
  <inkml:trace contextRef="#ctx0" brushRef="#br0" timeOffset="7891.73">7868 10551 250 0,'0'0'57'0,"0"0"-57"0,0 0-7 16,0 0-1-16,0 0 6 15,0 0 2-15,-16 89-24 16,16-64-19-16,0 0-31 15,0-16 32-15,0-6-18 0</inkml:trace>
  <inkml:trace contextRef="#ctx0" brushRef="#br0" timeOffset="8061.44">7860 10943 140 0,'0'0'34'16,"0"0"-31"-16,0 0-3 16,0 0 2-16,0 0 1 15,0 0-3-15,0 111-7 16,0-90-20-16,4 1-27 16,-4-16 33-16</inkml:trace>
  <inkml:trace contextRef="#ctx0" brushRef="#br0" timeOffset="8260.59">7902 11276 132 0,'0'0'93'0,"0"0"-71"0,0 0-19 16,0 0 0-1,0 0-2-15,0 0-1 0,0 71-2 16,0-47-34-16,0-17-64 15,0-2 75-15</inkml:trace>
  <inkml:trace contextRef="#ctx0" brushRef="#br0" timeOffset="8445.34">7897 11858 10 0,'0'0'12'0,"0"0"-8"16,0 0-2-16,0 0-2 16,0 0-4-16</inkml:trace>
  <inkml:trace contextRef="#ctx0" brushRef="#br0" timeOffset="8868.66">7820 13109 62 0,'0'0'105'16,"0"0"-73"0,0 0-25-16,0 0-4 0,8 115-3 15,0-84-14-15,-8-22-21 16,0-3-79-16</inkml:trace>
  <inkml:trace contextRef="#ctx0" brushRef="#br0" timeOffset="9722.1">7828 11883 128 0,'0'0'17'16,"0"0"-6"-16,0 0 33 16,0 0 3-16,0 0-25 15,0 0-6-15,90 40-8 16,-73-12-4-16,-5 12 6 0,0 6-8 16,5 10-2-16,-13-35-60 15,-4 4-92-15</inkml:trace>
  <inkml:trace contextRef="#ctx0" brushRef="#br0" timeOffset="9920.94">8000 12663 154 0,'0'0'25'0,"0"0"-19"15,0 0 4-15,0 0 5 16,0 0-5-16,-7 117-9 0,7-89-1 16,0 3-17-16,0-22-46 15</inkml:trace>
  <inkml:trace contextRef="#ctx0" brushRef="#br0" timeOffset="10089.2">7988 13412 81 0,'0'0'3'0,"0"0"-3"31,-8 117-19-31</inkml:trace>
  <inkml:trace contextRef="#ctx0" brushRef="#br0" timeOffset="10205.21">7968 13850 71 0,'0'0'17'0,"0"0"-17"0,0 0-29 16</inkml:trace>
  <inkml:trace contextRef="#ctx0" brushRef="#br0" timeOffset="10305.34">7955 14096 72 0,'0'0'45'16,"0"0"9"-16,0 0-22 16,0 0-20-1,0 0-12-15,0 0-2 16,0 0-67-16</inkml:trace>
  <inkml:trace contextRef="#ctx0" brushRef="#br0" timeOffset="10536.43">7939 14629 37 0,'0'0'88'15,"0"0"-65"-15,0 0-23 16,0 0-20-16,0 0-22 16</inkml:trace>
  <inkml:trace contextRef="#ctx0" brushRef="#br0" timeOffset="10821.53">7980 15225 83 0,'0'0'0'16,"0"0"-14"-16,0 0 14 0,0 0 23 15,0 0-23-15,0 113-5 16,0-94 0-16,0-10-7 16,0 4 11-1,0-8 1-15,0 8 2 0,0-4 10 16,0-3 5-16,4 7-17 16,0-13-6-16</inkml:trace>
  <inkml:trace contextRef="#ctx0" brushRef="#br0" timeOffset="11491.5">8062 13917 169 0,'0'0'101'16,"0"0"-94"-16,0 0-7 15,0 0 0-15,0 0 8 16,0 0-4-16,0 0 5 16,4 68 1-16,-4-46 4 15,-4-4-8-15,4 1-6 16,0-13-25-1,0-6-104-15</inkml:trace>
  <inkml:trace contextRef="#ctx0" brushRef="#br0" timeOffset="11768.95">8087 14330 238 0,'0'0'51'16,"0"0"-51"-16,0 0 0 15,-5 109 0-15,5-73 7 16,0 1-2-16,9 6-5 0,-1 0-1 16,0 4-33-16,-8 2 10 15,0-3-31-15,0 1 16 16,0-4 3-16,0 0-3 31,0 3 36-31,0-36-60 0</inkml:trace>
  <inkml:trace contextRef="#ctx0" brushRef="#br0" timeOffset="11839.95">8107 15233 40 0,'0'0'57'16,"0"0"-41"-16,0 0-16 15,0 0-29-15</inkml:trace>
  <inkml:trace contextRef="#ctx0" brushRef="#br0" timeOffset="11924.77">8087 15569 22 0,'0'0'0'0</inkml:trace>
  <inkml:trace contextRef="#ctx0" brushRef="#br0" timeOffset="12157.42">8111 16309 29 0,'0'0'0'15,"9"114"47"-15,-1-74-26 16,0 1 5-16,4-4-26 16,-12-29-110-16,4 2 97 15</inkml:trace>
  <inkml:trace contextRef="#ctx0" brushRef="#br0" timeOffset="12399.97">8185 17083 134 0,'0'0'0'0,"0"0"-98"0,0 0 62 16,0 0 36-16,0 123 25 16,-9-89-25-16,5-3 51 15,0-3 10-15,0-7 21 16,0-2-40-16,-4 0 9 15,8-4-29-15,0-3-22 16,0 4-1 0,0-16-45-16,0 0-65 15</inkml:trace>
  <inkml:trace contextRef="#ctx0" brushRef="#br0" timeOffset="12584.82">8218 17730 255 0,'0'0'48'0,"0"0"-43"15,0 0-10-15,4 130-10 16,4-99 15-16,5 9 0 16,-9-28-51-16,0 4-149 15</inkml:trace>
  <inkml:trace contextRef="#ctx0" brushRef="#br0" timeOffset="17410.18">5968 13362 150 0,'0'0'49'15,"0"0"-49"-15,0 0 0 16,0 0 9-16,0 0 18 0,0 0-27 16,0 0-4-16,0 0 2 15,0-12-2-15,0 9-5 16,0 0 8-16,0 0 1 16,0 0 1-16,0 3-1 0,0 0 0 15,0 0 3-15,4-4-3 31,-4 2-9-31,0-1 5 16,0-1-5-16,0 4 6 16,0 0 3-16,0 0 8 15,0 0 11-15,0 0-6 0,4 0-13 16,-4 0 0-16,0 0-6 16,0 0 6-16,0 0 3 15,0 7 3-15,0 8 3 16,0 0-3-16,0 13 15 15,0 3 8-15,0 3-3 16,0 0-11-16,0 0-9 0,0-3-6 16,0-19-15-16,0-6-91 15</inkml:trace>
  <inkml:trace contextRef="#ctx0" brushRef="#br0" timeOffset="20099.27">9979 13184 136 0,'0'0'20'16,"0"0"-14"-1,0 0 45-15,0 0-9 16,0 0-27-16,0 0-1 0,0 0 11 16,0-6-12-16,0 6 11 0,0 0-18 15,0 0 1-15,0 0-2 16,0 0-3-16,0 0 3 15,0 0 3-15,0 0 2 16,0 0-6-16,0 2 4 16,0 8 0-16,0 2-7 0,0 1 9 15,4 11-3-15,0 7-3 16,0 6-4-16,9 9 2 16,-5 3-2-16,0-2-20 15,-8-32-61-15,0-6-31 16</inkml:trace>
  <inkml:trace contextRef="#ctx0" brushRef="#br0" timeOffset="28541.22">7964 11975 100 0,'0'0'59'15,"0"0"-55"-15,0 0 23 0,0 0 29 16,0 0-33-16,0 0-16 16,0 0 2-16,0 0-3 15,-5 0 2-15,5 0 3 16,0 0 4-16,0 0 0 0,0 0 0 16,0 0 7-16,0 0-9 15,0 0-2-15,0 0-3 16,-4 0 3-16,4 0 6 15,-4 0 4-15,4 0 6 16,0 0-6-16,0 0 1 0,0 0-6 31,0 0 5-31,0 0-5 16,0 0-2-16,0 0-2 16,0 0-1-16,0 0 4 15,0 0 4-15,0 0-2 0,0 0 5 16,0 0-1-16,0 0 4 15,0 0 0-15,0 0-10 16,0 0 6-16,0 0 4 0,0 0-5 16,0 0-3-1,0 0-2-15,0 0 1 0,0 0 3 16,0 0-7-16,0 0-5 16,0 0 3-16,0 0 1 15,0 0-1-15,0 0-5 16,0 0 4-16,0 0 3 0,0 0-2 31,0 0-1-31,0 0 0 0,0 0-2 0,0 0 0 31,0 0-4-31,0 0 1 16,8 0-3-16,9 0 9 16,7 0 5-16,-4-3-3 0,14 0-3 15,-1 0-1-15,4-3-1 16,3 3-3-16,6-3 5 15,3 2-2-15,-4 1-2 16,4-2-1-16,5-2-4 0,-1-2 3 16,5 2 1-16,-5 2-4 15,0-2 1-15,1 1 0 16,-2 3 0 0,-2 0-1-16,-4 3 0 15,-2 0 1-15,6 0-1 16,-9 0 0-16,0 0 1 15,-9 0-1-15,1 0 0 16,0 0 0-16,-4 0 1 0,-4 0-1 16,-1 0 0-16,1 0 0 15,0 0-1-15,-1-3 2 16,1 3 0-16,3-3-1 0,1 0 0 16,0 3 1-16,-8 0-1 15,3 0 0-15,-7 0 0 16,0-3 0-16,-6 3 0 15,1-3 0-15,-3 3 1 16,-1 0-3-16,-8 0 3 0,0 0-1 16,4 0 0-16,-4 0 0 15,4 0 1-15,0 0-1 16,9 0 0-16,-1 0 1 16,5 0-1-16,-1 0 0 15,9 0 0-15,-1-4 0 16,1 2 1-1,3 2-1-15,-11-3 0 0,4-1-2 16,-9 4 2-16,-4 0 0 16,-8 0 1-16,0 0 0 15,0 0-1-15,0 0 1 16,0 0 1-16,0 0 1 16,0 0-1-16,0 0-1 15,0 0 0-15,0 0-1 0,0 0 0 16,0 0-4-16,0 0-1 15,0 0-14-15,0 0-2 16,0 0 7-16,0 0 2 16,0 0-1-16,0 0 7 15,0 0-3-15,0 0-5 16,0 0 7 0,0 0 2-16,0 0-1 15,0 0 0-15,0 0-1 16,0 0 4-16,0 0 3 0,0 0 0 15,0 0 0-15,0 0-1 16,0 0 1 0,0 0-1-16,0 0-1 15,0 0 1-15,0 0 0 0,0 0 1 0,0 0-1 16,0 0 2-16,0 0-2 16,0 0 0-16,0 0 1 15,0 0 0-15,0 0 0 0,0 0 0 16,0 0 0-16,0 0 1 15,0 0-1-15,0 0 1 32,0 0 0-32,0 0-1 15,5 0-1-15,3 0 0 0,0 0 1 16,-4 0 0-16,8 0 1 16,0 0 0-16,-4 0-1 15,5 0 1-15,-1 0-2 16,-4 0 2-16,5 0-1 15,-9 0 0-15,4 0 1 0,-8 0-1 16,4 0 0-16,-4 0 1 16,0 0 2-16,0 0-2 15,0 0 2-15,0 0-3 16,0 0 0-16,0 0-3 16,0 0 3-16,0 0 0 15,0 0-10-15,0 0-37 16,0 0-22-1,0 0-29-15,0 0 21 16,0 0 3-16,0 0-12 16,0 0-20-16,-4 0-16 0,0 0 27 15,4 0 7-15,0 0-45 16</inkml:trace>
  <inkml:trace contextRef="#ctx0" brushRef="#br0" timeOffset="29985.64">9806 11852 209 0,'0'0'68'15,"0"0"-22"-15,0 0 83 16,0 0-38-16,0 0-30 16,0 0-12-16,0 0-2 15,0 0-15 1,0 0-5-16,0 0 5 16,0 0-1-16,0 0 2 15,0 0-5-15,0 0 3 0,0 0-6 16,0 0-12-16,0 0-4 15,0 0-2-15,0 0 7 16,0 0 2-16,0 0-1 16,0 0 0-16,0 0-3 0,0 0 0 15,0 0 0-15,0 0 2 16,0 0-4-16,0 0-3 16,0 0 0-16,0 0-4 15,0 0 2-15,0 0-5 16,0 0 0-16,0 0 3 15,0 0-1 1,0 0 2-16,0 0 1 16,0 0 0-16,0 0-1 15,0 0-4-15,0 0-2 16,0 0 0-16,0 0 0 16,0 0-3-16,0 0 4 15,0 0 1-15,0 3 2 0,0 6 3 16,0 4-4-16,0-1 0 15,0 0-1-15,0 3 4 16,0 4-4-16,0 3 2 0,0-4 0 16,0 4-2-16,0-4 0 15,0 4 2-15,0-1-2 16,0-2 2-16,0 6-2 16,0-4 0-16,0 1-1 0,0 2 3 15,0 1-2-15,0-3 2 16,0-1-2-16,0 4 1 15,0-4-1-15,0 4 2 16,0-3-2-16,0 2 4 16,0-5-2-16,0 2-2 15,0-2 3 1,0 3 0-16,0-4 0 16,0 4-1-16,0-1 3 0,0-2-3 15,0-1-1-15,0 1 2 16,0-1 2-16,5 4-2 15,-1-4 0-15,0 4-2 16,0-4 2-16,-4-2 0 16,0-1-1-16,0-2-1 0,0-1 1 15,0 0-2 1,4 0 3-16,0 1-3 0,-4 2 0 16,4-2 3-16,-4-1-3 15,4 3 2-15,-4 1 0 16,5-4 1-16,-1 3-3 15,-4-2 0 1,0-1 1-16,0 1 1 16,0-1-1-16,4-3 0 15,-4 3 0-15,0 1 0 16,4-1 1-16,-4 1-2 16,0-4 3-16,4-3-2 15,-4 3-1-15,4-3 1 16,-4 4-1-16,4-2 1 0,1 2-1 15,-1-1 0-15,0 3 1 0,-4-5 0 16,3 2-2-16,-3 3 2 16,4 0-1-16,-4-2 1 15,0-1 0-15,0 0-1 16,4 3 3-16,0-2-3 16,-4 2 1-16,0-3 0 0,4 4 0 31,1-1 1-31,-5 1-2 15,0-1 1-15,4 0 0 16,-4-3-1-16,0-2 0 16,4 2 1-16,-4-3 0 15,0-3-1-15,4 3 1 16,-4-2-1-16,0-2 1 0,0-2-1 16,0 0 0-16,0 0 1 15,0 0 0-15,0 0 0 16,0 0-1-16,0 3 0 0,0 1-1 15,0-1 2-15,0-3-1 16,0 6 0-16,0-6 0 16,0 3 1-16,0-3-1 15,0 0 0-15,0 0-1 0,0 3 2 16,0 3-1-16,4-3 0 16,-4 0 0-16,0-3 0 15,0 0 0-15,4 0 0 16,-4 0-1-1,0 0-7 1,0 0 0-16,0 0-4 0,0 0-6 16,0 0-6-16,0 0-5 15,0 0-5-15,4 0 4 16,-4 0-17-16,0 0-19 16,0 0-19-16,0 0-27 15,5 0-7-15,-5 0-23 16,0 0-35-16,0 0 17 0</inkml:trace>
  <inkml:trace contextRef="#ctx0" brushRef="#br0" timeOffset="30871.36">9958 13289 67 0,'0'0'168'15,"0"0"-133"-15,0 0-27 16,0 0 69-16,0 0-26 16,0 0 11-16,0 0-11 15,0 5 2-15,0-5-13 16,0 0 10-16,0 0 12 0,0 0 1 16,0 0-16-16,0 0-16 15,0 0-9-15,0 0 5 16,0 0-12-16,0 0 0 15,0 0 6-15,0 0-6 16,4 0 2-16,5 0 6 16,3 0-3-16,5 0-1 0,3 0-3 15,4 0-8-15,1 0-2 16,0 0-3-16,4 0 3 16,4 0-4-16,-5 0 0 0,5 0 0 15,-4 0 0-15,-5 0 4 16,5 0-6-16,-5-3 6 15,5 1-2 1,0-5-3 0,0 1 3-16,0 0 3 0,-1 3-5 15,5 0-2-15,0 3 5 16,-4 0-5-16,4 0 2 16,-1-3-1-16,1 3 2 0,0-3 0 15,4 3 0-15,-5-3-2 16,-3-4-1-16,-4 7 2 15,-4 0 0-15,0 0 0 16,-1 0 1-16,1 0 5 16,3 0-3-16,-4 0 0 15,5 0-4-15,-4 0 2 0,-1 0 1 16,5 0-4-16,-1 0 1 16,-3 0 2-1,4 0-3-15,-5 0 1 16,-3 0-1-1,-1 0 1-15,-3 0-1 16,3 0 1-16,0 0-1 0,-4 0 0 16,1 0 1-16,-1 0-1 15,4 0 0-15,-3 0 0 16,3 0 0-16,1 0 0 0,-1 0 1 16,1 0 0-16,3 0 1 15,-4 0-2-15,5 0 1 16,4 0 2-16,-9 0-2 15,1 0-1-15,-9 0 0 16,4 0 1-16,-7 0 0 16,-1 0-1-16,-4 0 1 0,0 0-1 0,0 0 3 15,4 0-2 1,-4 0 1-16,0 0-2 16,0 0 0-16,0 0-29 15,-8 0-84-15,-9 0-165 16,-4 0-410-16</inkml:trace>
  <inkml:trace contextRef="#ctx0" brushRef="#br0" timeOffset="33241.41">7955 11987 171 0,'0'0'75'0,"0"0"-72"15,0 0 7-15,0 0 21 16,0 0-14-16,0 0 1 0,-4-5 20 16,4 5 12-1,0 0-8-15,0 0 2 0,0 0-4 16,0 0-8-16,0 0-10 15,0 0-6-15,0 0-8 16,0 0 0-16,0 0 10 0,0 0-6 31,0 0 5-31,0 0-4 16,0 0 3-16,0 0 18 0,0 5 9 16,4 5-34-1,0 2 19-15,5 7-14 0,-1 2 7 16,-4 1-13-16,4 3 6 15,-3-1 2-15,2 1-8 16,-3 3 6-16,0-1-7 16,0 1-1-16,0 3 2 15,0 0-3-15,-4 0-1 16,5-4 2-16,-1 1-1 0,-4 3 4 16,4-3-5-16,0-1 0 15,-4 4 0-15,0-3 1 16,4-1-4-16,0-2 1 15,-4 0 2-15,4 0 0 16,-4-1 0-16,0 1 2 0,5-3 5 16,-5 2-1-1,0 1-6 1,0 0-1-16,0-1 3 16,0-2 1-16,4 3-2 0,-4-1-5 15,0 1 3-15,0-1 6 16,0-2-7-16,0-3-1 15,0-1 10-15,0 1-8 16,0-1 3-16,4-3 1 0,-4 4 2 16,0 3-2-16,0-7-5 15,0 10 2-15,0-10 1 16,0 3-1-16,0-2 0 16,0-1-2-16,0 1 2 15,0 2 3-15,0-2-4 16,0 2 4-16,0-3-4 0,0 4-1 15,0 0 5-15,0 2-4 16,-4 1 0-16,4 3-1 16,0-4 3-16,-4 1 3 15,4-1-8-15,-5-2 1 16,5 2 4-16,0 1 0 0,0 2-2 31,0 1 2-31,0-3-3 16,0-1 3-16,0-2 0 0,0-4-4 15,0 3 2-15,0 1 0 16,0 0 0-16,0 2 1 16,0-2-3-16,0-4 1 15,0 4 0-15,0-1-1 16,0 1 0-16,0-1 0 0,0 0 0 16,0 4-1-16,0-1 0 15,0-2 2-15,0 3-2 16,0-4 0-16,0 1 0 15,0-1 2-15,0-3-2 16,0 4 1-16,0 3-1 16,0-1 2-16,0 1-2 15,0 0 1 1,0-1-1-16,0-2 1 0,0 2-1 16,0 1 1-16,0-4-1 15,0 7 0-15,0-4 2 16,0-2-1-16,0 2 1 15,0-2-1-15,0 3 0 16,0-4-1-16,5 1 1 0,-1 2 1 16,0 4 0-16,0-4 0 31,-4 1 1-31,8-1-1 0,-4-5 4 0,0-1-4 16,1 7-1-16,-1-7 4 0,0 7-5 15,-4-1 5 1,4-2-4-1,0-3 0-15,-4-1 2 16,4-3-1-16,0 4-2 16,-4-4 2-16,0 0-2 0,0 1 2 15,0-1 3-15,0 0-3 16,0-2-1-16,0-5 0 16,0 2-1-16,0-7 3 15,5 3-3-15,-5-3 0 16,0 0 2-16,4 0 0 0,-4 0 1 15,0 0 0-15,0 0-3 16,0 0 2-16,0 0-2 16,0 0-2-16,0 0-2 15,0 0 0 1,0 0-3-16,0 0-3 16,0 0-4-16,0 0-9 15,0-10-23-15,0 2-35 16,0-5-19-16,0 1-22 15,0 9-79-15,0-4-169 16</inkml:trace>
  <inkml:trace contextRef="#ctx0" brushRef="#br0" timeOffset="34213.37">8120 14707 7 0,'0'0'31'0,"0"0"-7"0,0 0 3 0,0 0-5 16,0 0-9-16,0 0-3 15,0 0-5-15,0 2 2 16,0-2 4 0,0 0 21-16,0 0 10 15,0 0-9-15,0 0 1 16,0 0 8-16,0 3 5 16,0-3-18-16,0 4-18 0,0-4-3 15,0 0 8-15,0 0 4 16,0 0 1-16,0 0 5 0,0 0 1 15,0 3 7-15,0 0 1 16,0 3-4 0,0-3 4-16,4 3 6 15,-4 0-19-15,0 1-3 16,0 5-2-16,4-6-9 16,-4 6 11-16,4-2-9 0,-4-1 0 15,0 0 0-15,4-3 0 16,-4 0-2-16,0 1 1 15,3-1 11-15,-3 0-8 16,0 0-3-16,0-6 2 0,0 3-6 31,0-3-2-31,0 0-1 16,0 0-1-16,0 0 2 16,0 0-3-16,0 3 0 0,0 0 3 15,0 1 3-15,0-1 0 16,0 0 1-16,0 0-4 15,0-3 2-15,0 0-2 16,0 0-2-16,0 0 0 16,0 3 2-16,0 0-3 15,0-3 0-15,0 3 1 0,0-3-1 16,0 3 0 0,0 0 3-16,0 0-3 0,0-3 1 15,0 0-1-15,0 0 1 16,0 0-1-16,0 0-6 0,0 0-5 15,0 0-1-15,0 0-5 32,0 0 0-32,4 0-11 15,-4 0-11-15,0 0-24 0,0 0-13 16,0-3-42 0,0-3-19-16,0 0-33 0,0 3 97 15,0 3-34-15</inkml:trace>
  <inkml:trace contextRef="#ctx0" brushRef="#br0" timeOffset="35801.11">8156 14873 200 0,'0'0'79'0,"0"0"-69"0,0 0 56 31,0 0 15-31,0 0-41 16,0 0 12-16,0 0 11 15,0 3-13-15,0-3-10 16,0 0 1-16,0 0 7 15,0 0-14-15,0 0-6 0,0 0-8 16,0 0-9-16,-4 0-1 16,-5 0-3-16,2 0 6 15,-1 0 3-15,0 0 13 16,-5 0-13-16,-3 3 2 16,3-3 0-16,-3 0-2 15,3 0-2-15,1 0-2 0,0 3-3 16,-5-3-3-16,5 3 2 15,-4-3-1-15,-5 0 4 16,5 0-6 0,-5 3-5-16,-4-3 3 15,5 0 0-15,-5 0 3 16,1 0 7-16,4 0-6 16,-1 0-4-16,-4 0 3 0,4 0-2 15,1 0 1-15,-4 3 0 16,3 0-4-16,-8-3 0 15,0 0 1-15,0 0-1 16,-3 0 0-16,-9 0-1 16,4 0 0-16,-5 0 2 15,-2 0-2-15,3 0 0 0,-5 0 0 16,6 0 0-16,3 0 1 16,0 0-1-16,-1 0 0 0,2 0 0 15,-1 0 0 1,0 0 1-16,-5 0-4 15,6 0 5-15,-1 4-4 16,-4 2 4-16,3-3-1 16,2 3-1-16,3 0 3 15,4-3 0-15,-4 0-3 16,8-3 0-16,2 0 2 16,-6 4 0-16,4-4-2 15,0 0 3 1,9 0-2-16,-1 3 0 0,5-3 0 15,-4 2-1-15,4-2 0 0,-5 0 2 16,1 0-3-16,-1 0 2 16,1 0-1-16,-5 0 0 15,4 0 0-15,1 0 0 16,4 0 0-16,-4 0 0 16,3 0 1-16,1 7 0 15,0-7 0-15,-5 0 2 0,5 0-1 16,-1 0-2-16,5 3 3 15,0-3 2-15,0 0-1 0,-1 3-3 16,-2 0 1-16,3 0-2 16,-1 0 0-1,-3 0 1-15,4 0 0 16,-1-3 0-16,-3 3 0 16,8-3 2-16,0 0-3 15,0 0 2-15,4 0-1 16,-5 0 0-16,1 0-2 15,0 0-1-15,4 0 2 16,-4 0 0-16,4 0 0 16,0 0 0-16,0 0 1 15,-4 0-1-15,4 0 3 0,0 0-3 16,-4 0 2-16,4 0-1 16,0 0 1-16,0 0 0 15,0 0 0-15,0 0 0 16,0 0 4-16,0 0-2 0,0 0 0 15,0 0-2 1,0 0-1 0,0 0 1-16,0 0-1 15,0 0 1-15,0 0 0 16,0 0 1-16,-4 0-1 0,0 0-2 16,-1 0 1-16,-3 0 0 15,8 4-1-15,-4-4 0 16,4 0 4-16,0 0-4 15,-4 0 0-15,4 0 3 0,-4 0-3 16,4 0 0-16,0 0 1 16,0 0-1-16,0 0 1 15,0 0 0-15,0 0-1 0,0 0 0 16,0 0 0-16,0 0 0 16,0 0 0-16,0 0 0 31,0 0-1-31,0 0 2 15,0 0-1-15,0 0 1 16,0 0-1-16,0 0 0 16,0 0-1-16,0 0 1 15,0 0-1-15,0 0 2 0,0 0-2 16,0 0 0-16,0 0 1 16,0 0-5-16,0 0-9 15,0 0-6-15,0 0-4 16,0 0-6-16,0 0-2 0,0 0-8 15,0 0-13-15,0 0-12 16,0 0-19-16,0-7 0 16,8-8-21-16,-4-7-48 15,-4 10-47-15,0 0 35 0</inkml:trace>
  <inkml:trace contextRef="#ctx0" brushRef="#br0" timeOffset="36689.32">6026 13674 33 0,'0'0'0'15,"0"0"-30"-15,0 0 30 16,0 0 89-16,0 0-57 16,0 0 21-16,0 0 10 0,0-53 5 0,0 47 0 15,0 3-5-15,0 0 28 16,0 3-38-16,0 0-11 15,0 0 10-15,0 0-18 16,0 0-7-16,0 0 5 16,0 0-1-16,0 0-6 15,0 0-4-15,0 0-8 0,0 0-8 16,0 0 0-16,-9 6 6 16,5 9 19-16,0 7 18 15,4 0-33-15,0 5-6 16,0 8-6-16,0 8 13 15,0 9-3-15,0 10 0 16,0-1 4 0,0 1 2-16,0-1-1 15,4 1-10-15,5-3-5 16,-1 0 6-16,-4-4-1 16,4-3-6-16,-4 4 6 0,5-1 6 15,-1-3-2-15,0-5-7 16,0-4 5-16,-3-3-6 15,-1-3 0-15,0-3-3 16,-4-10 7-16,4 4-6 0,-4-6-1 16,0-4 10-16,4-2-7 15,-4-4 2-15,0-2-1 16,0-1-3-16,0-3 1 16,0 0-2-16,0-3-1 15,0 0 0 1,0-3 3-16,0 0-3 15,0 0 0-15,0 0-3 16,0 0-10-16,4 0-8 16,-4 0-20-16,0-9-13 15,0-13-44-15,0-2-91 16,0 8-56-16,0 1-151 16</inkml:trace>
  <inkml:trace contextRef="#ctx0" brushRef="#br0" timeOffset="38413.53">3600 13634 151 0,'0'0'293'16,"0"0"-270"-16,0 0-22 15,0 0 83-15,0 0-6 16,0 0-46-16,-4-9-18 16,4 9-3-16,0 0 5 15,0 0 11-15,0 0 20 0,0 0-3 16,0 0-9-16,0-4-7 15,0 4-9-15,0 0 4 16,0 0-3-16,0 0-4 16,0 0 2-16,0 0-6 0,0 0 11 15,8 0-4-15,4 0-2 16,1 0-4 0,2 0 6-1,6 0-9-15,4 0-1 0,0 0 4 16,4-3-8-16,4 0 9 15,-1 3-10-15,1 0-2 16,8 0 2-16,-4 0-2 16,-1 0 0-16,10 0-1 15,-1 0 1-15,8 0 0 16,1 0-2-16,7 0 1 0,-3 3 0 16,8-3 0-16,-9 0-1 15,5 0 0-15,-10 0-2 16,-6 3 2-16,-1-3 0 15,-7 0 0-15,-2 0 0 16,-3 0 1-16,4 0 1 16,-4 0-2-16,3 0 0 0,6 0 0 15,-1 0 0-15,0-3 0 32,4 0-1-32,-8 0 1 0,4 3-1 0,-4 0 1 0,-4 0 1 31,4 0-1-31,-8 0 0 15,4 0 0-15,-1 0 0 16,1 0 0-16,0 0 2 0,-4 0-2 16,3 0-1-16,1 0 0 15,-4 0 1-15,0 0 0 16,0 0 1-16,3 0 0 16,1 0-1-16,4 0 1 15,5 0 0-15,-2 0-2 16,5 0 2-16,5-3-1 0,-1 3 1 15,0-6 0-15,1 6-1 16,-6 0 0-16,-2 0 0 16,-9 0 0-16,-9 0 0 15,1 0 0-15,-9 0-1 16,0 0 1-16,-3-3-2 0,3 3 1 31,-3 0 1-31,-5-3-1 16,0 3 1-16,5-3 0 0,-5 3 0 15,8 0 0 1,1 0 1-16,3-4-1 0,4 4 1 16,5 0-1-16,-4 0 0 15,0-3 0-15,-1 3 0 16,-8-5 0-16,1 5 1 0,-5 0-1 16,-4 0 0-16,-3 0-1 15,-5 0 0-15,0 0 0 16,0 0 0-16,0 0-11 15,0 0-31-15,0 0-53 16,-9 0-65-16,-11 0-185 16</inkml:trace>
  <inkml:trace contextRef="#ctx0" brushRef="#br0" timeOffset="42921.21">1252 12675 497 0,'0'0'0'0,"0"0"4"16,0 0-4-16,0 0 112 15,0 0-51 1,0 0-26-16,0 0-15 16,0 0 8-16,-38-21-5 15,38 21-9-15,0 0-7 16,0 0-2-16,0 0-4 15,0 0 2-15,0 0-3 16,0 0-2-16,0 0 1 0,0 0-5 16,0 0 0-16,0 0-2 0,0 0-6 15,0 0-2-15,0 0-5 16,0 0 4-16,0 0 9 16,0 0-1-16,0 0 7 15,0 0 2-15,0 0 0 16,0 0 2-16,0 0 2 15,0 0 16 1,0 0 19-16,0 0-6 16,0 0 2-16,0 0 4 15,0 0-1-15,0 0 4 16,-8 0 0-16,-4-7-10 16,-1 7-30-16,-3-6-2 15,-4 6 0-15,0 0 3 16,-5 0 0-16,-4 0-1 0,-4 0 2 15,-3 16 0-15,-6 5-1 0,1 4-3 16,4 2 3-16,5 1-2 16,7 3-1-16,8 0 0 15,13 0-2-15,4 0-2 16,0-4-7-16,29 1 11 16,11-6 0-1,2-7 0-15,3-3-1 16,1-5 1-16,-6-7 3 15,-7 0-2-15,0 0-2 0,-4 0 3 16,7-13-5-16,-3-2-50 16,-4-7-95-16,-25 10-103 15,-4 0-113-15</inkml:trace>
  <inkml:trace contextRef="#ctx0" brushRef="#br0" timeOffset="43422.07">1321 12515 564 0,'0'0'195'0,"0"0"-191"0,0 0-1 15,0 0 63-15,0 0-33 0,0 0-33 16,0-28-23-16,0 46-3 16,0 20 26-16,0 5 15 15,0 9-7-15,0 4 11 16,0 2-3-16,4-6-10 15,8 1 10 1,-3-13-6-16,-1-6-5 16,0-10 6-16,-4-11-1 15,1-7-2-15,-5-3 6 16,4-3-5-16,-4 0 2 16,8 0 12-16,0-24 11 15,5-10-12-15,3-3-17 16,-3-1-5-16,-1 8 1 0,-4 8-1 15,-5 7 0-15,6 9-1 16,-9 3 0-16,4 3-1 16,-4 0-5-16,4 0-9 0,4 12-4 15,9 19 18-15,-1-1 2 16,1 1 3-16,3-3-2 31,-3-9 3-31,-1-1-2 16,-3-9-2-16,-6-5 0 0,-3-4 0 15,4 0 0-15,1 0 0 16,-1 0 0-16,9-13-14 16,-5-9-52-16,-4 13-134 0,-4 3-102 15</inkml:trace>
  <inkml:trace contextRef="#ctx0" brushRef="#br0" timeOffset="44171.5">1868 12690 480 0,'0'0'55'0,"0"0"-52"16,0 0 59-1,0 0 50-15,0 0-84 0,0 0-22 16,-42-40 9-16,22 49-15 15,-5 16 6-15,-4 9 19 16,5 6 0-16,3 3 1 16,5 0-1-16,12-3-18 0,4-5-6 15,0-4-1-15,0-10 0 16,4-9 1-16,12-2 4 16,-3-7-1-16,3-3 1 15,0 0 5-15,9-3 1 16,-5-19-1-16,1-6-9 0,0 0-1 15,-9 4-13-15,5 5 0 16,-13 7 13-16,4 9-1 16,-8 3 1-16,0 0-4 15,0 0-19-15,0 18 11 16,4 7 12-16,0 0 2 16,4-4-1-16,0-12-1 15,0-2-6-15,0-7-7 16,5 0-7-16,-1-9 11 15,5-19-45-15,-1-6-81 16,5-9-92-16,-5 6-10 16,-3-1 237-16,-6 11 126 15,-3 9-63-15,-4 5-12 16,0 10 135-16,0 3 3 0,0 0-94 16,0 0-95-16,8 13-3 15,1 14 3-15,3 13 16 16,1-6-10-16,3 0 1 15,-8-3-7-15,5-7 1 16,-9-5 0-16,-4-7-1 16,0-5 0-1,0-5 10-15,0-2 54 16,0 0 8-16,-4 0-5 16,-13-15-41-16,9-13-16 0,-4 0 6 15,12 1-1-15,0-7-13 16,0 7 3-16,0 2-4 15,0 6-1-15,12 0 0 16,9 7-4-16,-1 3-6 0,5 0-72 16,-1 6-62-16,-16 3-66 15,0 0-112-15</inkml:trace>
  <inkml:trace contextRef="#ctx0" brushRef="#br0" timeOffset="44974.18">2364 12780 480 0,'0'0'231'0,"0"0"-209"16,0 0-14-16,0 0 119 16,0 0-56-1,0 0-28-15,37-68-6 16,-37 62 3-16,0 0-24 15,-4 6-7-15,-17 0-9 0,-12 6-2 16,-3 21 2-16,-5 11 2 16,7-1 6-1,6-1 4-15,15-1-10 0,5-8-2 16,8-8-1-16,0-7-1 0,0-9 2 16,0-3 1-16,16 0-1 15,5 0 15-15,0-18-6 16,4-4-6-16,-5 10-3 15,-3-1-1-15,-9 7 1 16,-4 6-1-16,-4 0-5 16,8 0-5-1,0 31-5-15,8 19 14 16,1 5 1-16,8 9 1 16,-5 11-1-16,-7-1-7 15,3 2-179-15,-12-8 142 16,-4-18 22-16,0-7 46 15,-20-15 41-15,-9-7 63 16,0-9-51-16,8-12-23 0,1 0-21 0,4 0-5 16,-1-27-21-16,5-16 2 15,4-13-8-15,4-5-1 16,4-10 1-16,4 3-1 16,25 6-7-16,7 0 4 15,9 7 2-15,5-1-3 16,7 4 3-16,1 6 2 0,4 0-9 31,-10 0-8-31,-6 2-10 0,-9 4 3 16,-17 6 2-16,-8 1 10 15,-12 8 9-15,0 3 3 16,0 3 3-16,-15 10-3 16,-14 3-1-16,-4 6-5 15,-9 0 6-15,-6 31 0 16,6 12 1-16,5 9 4 15,8 7 5-15,17 0-5 16,3-1 13-16,9-5-16 16,0-10 3-16,9-9-2 15,16-9-3-15,8-10 1 0,8-9 5 16,-1-6-6-16,14 0 0 16,-4-6-42-16,-34-9-151 15,-3 2-339-15</inkml:trace>
  <inkml:trace contextRef="#ctx0" brushRef="#br0" timeOffset="45087.21">2886 12915 606 0,'0'0'0'15</inkml:trace>
  <inkml:trace contextRef="#ctx0" brushRef="#br0" timeOffset="83040.95">9979 11858 144 0,'0'0'72'0,"0"0"-72"15,0 0 0 1,0 0 7-16,0 0 11 0,0 0-9 16,0 0-2-16,0 0-5 15,0 0 3-15,29-6 1 16,-21 3-4-1,-4 3-2 1,1 0-2-16,2 0-9 0,-7 0-6 16,4 0-10-16,4 0-19 15,-8 0-31-15</inkml:trace>
  <inkml:trace contextRef="#ctx0" brushRef="#br0" timeOffset="83944.79">10040 11833 147 0,'0'0'50'0,"0"0"-44"0,0 0 44 15,0 0 13 1,0 0-12 0,0 0 5-16,0 0 8 15,0 0 0-15,0 0 0 16,0 0-10-16,0 0-18 0,0 0-11 15,4 0 9-15,13 0 14 16,3-3-17-16,9-3-9 16,8-3-4-16,8 0 6 15,9 0 2-15,4-4-9 0,-2 1-4 16,2 9-7-16,-5-6 0 16,-3 6-5-16,-9-1-1 15,-8 1 2-15,-9 3-1 16,-12 0-1-16,-4 0 0 15,-8 0-3-15,0 0 6 16,0 0-2-16,0 0 0 0,0 0-1 16,0 0-19-16,0 0-17 31,0 0-21-31,0 0-55 16,0 0-42-16,0 0-140 15</inkml:trace>
  <inkml:trace contextRef="#ctx0" brushRef="#br0" timeOffset="84433.14">10221 11633 314 0,'0'0'131'16,"0"0"-120"-16,0 0 39 16,0 0 60-16,0 0-46 15,0 0-19-15,0-18-3 16,0 18-10 0,0 0-18-16,0 0 0 0,0 0-3 15,0 0-10-15,0 9 4 16,-13 10 12-16,-3 2-11 15,-4 4 8-15,-5 3-4 16,1-1 0-16,-1 1-6 16,0-3 4-16,9-7 2 15,-1-3 1-15,9-5-3 0,1-4-8 16,7-3 0-16,0 0-4 16,0 3-5-16,0 0 2 15,7-2 7-15,13-1 8 16,1-1 4-16,8 2-7 15,4-4 8-15,0 0-7 0,3 3-6 32,-3 0 0-32,0 0-2 15,-4 0-42-15,-5 0-88 16,-20-3-60-16,-4 0-222 16</inkml:trace>
  <inkml:trace contextRef="#ctx0" brushRef="#br0" timeOffset="84967.82">10923 11547 353 0,'0'0'40'16,"0"0"-35"-16,0 0 77 16,0 0 29-16,0 0-45 15,0 0-13-15,0 0 11 16,16-25-15-16,-16 25-25 16,0 0-17-16,0 3 0 15,0 16 20-15,4 9 4 16,0-1-15-16,1 7-10 15,-1 3 6-15,4-3-6 16,-4-6-2 0,0 0-3-16,0-4 1 15,-4-8 1-15,0-4-1 16,5-3-4-16,-5-2 2 16,0-7-12-16,0 0-116 15,0 0-106-15,0 0-46 0</inkml:trace>
  <inkml:trace contextRef="#ctx0" brushRef="#br0" timeOffset="85202.32">10771 11701 625 0,'0'0'111'16,"0"0"-107"-16,0 0 13 15,0 0 20 1,0 0-10-1,0 0-5-15,95-43 1 0,-47 33-7 16,6 5-2-16,0-5-11 16,-6 4 1-16,-10 0-4 15,-5 3-41-15,-4 0-79 16,-29 0-159-16,0 3-131 16</inkml:trace>
  <inkml:trace contextRef="#ctx0" brushRef="#br0" timeOffset="85917.87">11358 11603 326 0,'0'0'68'0,"0"0"-65"16,0 0 115-16,0 0-27 31,0 0-36-31,0 0-14 16,33-62 10-16,-33 53 7 0,0 2-26 15,-4 7-18-15,-13-6-2 16,-3 6 14-16,-8 0-26 16,-5 0 0-16,-5 13 0 15,1 5 2-15,5 10 3 16,3 2-1-16,13 5 6 15,3-5-7-15,9 4-3 0,4-9 0 16,0-7-6-16,4-6 3 16,13-12 3-16,3 0 11 15,9 0 20-15,3-5-16 16,6-20-6-16,-1-6-6 16,0 0-3-16,-9 0-4 0,-3 7 4 15,-13 2 0 1,1 10 3-1,-9 6-2-15,0 3 22 0,-4 3 21 16,0 0-10 0,0 0-30-16,0 6-4 0,0 21 0 15,0 14 4-15,0 2-3 16,0 6 2-16,0 6-2 16,0-5-1-16,0-1-1 15,0-6-3-15,0-3 4 0,0-9 3 16,0 0-3-16,0-13 0 15,0-2 0-15,0-7 1 16,0-6-1-16,0-3 0 16,0 0 1-16,0 0 13 15,0 0 41-15,4-12-12 0,0-16-20 16,8-12-18-16,1-6 2 16,3-7-2-16,-3-2-3 15,6 3 0-15,2 5-2 16,0 7 0-16,-5 12-2 0,-3 10 0 31,-5 2 0-31,-4 11-19 16,0 1-45-16,0 4-52 15,-4 0-92-15,0 0-229 16</inkml:trace>
  <inkml:trace contextRef="#ctx0" brushRef="#br0" timeOffset="86722.27">11781 11464 329 0,'0'0'155'0,"0"0"-141"15,0 0 39 1,0 0 133-16,0 0-85 15,0 0-61-15,0 0-40 16,0-43-5-16,0 55 5 0,0 19 25 16,0 6-1-1,0 6-10-15,0 6 8 0,0-3 3 16,0 4-6 0,0-10-14-16,0-3-2 0,0-10 1 0,0-8 0 15,0-7-1-15,0-6-2 16,0-6 0-16,0 0 0 15,0 0 6-15,0-18-7 16,0-13-7-16,0-9-15 16,0-3 20-16,0-4 0 0,0 8-16 31,0 2 9-31,0 9 9 16,0 9 2-16,0 7 17 15,0 9 17-15,0 3-6 16,0 0-20-16,0 0-10 15,0 6-24-15,20 22 24 0,9 3 8 16,8 3-4-16,9-7-1 16,-2 4-3-16,6-9 2 0,-9-1-2 15,-5-8 0 1,-7-7-4-16,-4-3-9 0,-12-3-21 16,-5 0-12-16,0 0-25 15,-4-16 22-15,-4-11-51 16,0-7 61-16,0-6-21 15,-12 0-11-15,-5-6 11 0,5-7 22 16,-1 4 6-16,-3 2 23 16,4 11 9-16,3 8 97 15,1 9 11-15,4 7 13 16,4 9 18-16,0 3-58 16,0 0-63-16,-4 0-18 0,4 15 0 31,0 16 7-31,0 9 8 15,0 3-9-15,4 4 1 0,8 5 4 16,5 0-2 0,-5-2-2-16,5-1 0 15,-1-3-3-15,-7-12-3 0,3-3 0 16,-4-9-1-16,-4-7 0 16,0-6-2-16,5-2-69 0,-9-7-136 15,0 0-190-15</inkml:trace>
  <inkml:trace contextRef="#ctx0" brushRef="#br0" timeOffset="87093.14">12282 11603 528 0,'0'0'117'0,"0"0"-110"16,0 0 41-16,0 0 91 16,0 0-90-16,0 0-20 0,4-35-15 15,-4 35-13-15,0 0 2 16,4 13 1-16,0 11 18 16,4 4 0-16,1 9-11 15,-1-3-5-15,0-3 1 16,1 3-6-16,-5-10 3 15,0-5-3 1,0-1 0-16,-4-8-1 16,0-7 0-16,0-3 3 0,0 0-3 15,0 0-17-15,0-22-48 16,0-12-106-16,0-3-6 0,0-9 1 16,-8 28 10-1,4 2-65-15</inkml:trace>
  <inkml:trace contextRef="#ctx0" brushRef="#br0" timeOffset="87329.06">12282 11603 212 0,'4'-90'211'16,"-4"87"-48"-16,0 3-21 16,0 0-27-16,0 0-66 0,0 0-49 15,8 0 2-15,21 18-1 16,3 1 2-16,10 6 0 16,-5-1-1-16,0 4-1 15,3-1 7-15,-3 8 1 0,-8-4 7 31,-8-4-16-31,-9 1-1 16,-7-3 1-16,-5-1 5 16,-5 1 20-16,-36 0 8 0,-13-4-15 15,-7-2-18-15,-9-4-13 16,41-15-118-16,10 0-207 0</inkml:trace>
  <inkml:trace contextRef="#ctx0" brushRef="#br0" timeOffset="90379.83">5443 15005 201 0,'0'0'61'0,"0"0"-58"0,0 0 3 16,0 0 59-16,0 0-38 15,0 0-21-15,0 0 7 16,-9-5 20-16,9 5 3 16,0 0 2-16,0 0 7 0,0-4-16 15,0 4-3-15,0 0-1 31,0 0-1-31,0 0-5 16,0 0 7-16,0 0 0 16,0 0-4-16,0 0-2 0,0 0-3 15,0 0-2-15,0-3 0 16,0 3-6-16,0 0-2 16,0 0 8-16,9 0 2 15,11 0 9-15,5-3-11 0,4 0 1 16,7 0 6-16,6 0-4 15,7-3 0-15,4 0-3 16,1-1-7-16,-5-2 4 16,-4 6-9-16,-8-3-1 15,-8 3-2-15,-8-1 1 16,-13 1-1-16,0 3 0 0,-8 0 0 16,0 0 1-16,0 0 6 15,0 0-7-15,0 0-37 16,0 0-44-16,-8 0-77 15,0 0-120-15</inkml:trace>
  <inkml:trace contextRef="#ctx0" brushRef="#br0" timeOffset="90857.06">5870 14864 400 0,'0'0'293'16,"0"0"-285"-16,0 0-7 15,0 0 102-15,0 0-3 16,0 0-57-16,0 0-31 0,-42-16 2 31,42 16 2-31,0 0 1 16,0 0 0-16,0 0-3 15,0-3-4-15,0 3 3 0,0 0-3 16,0 0-7-16,0 0-3 16,0 0 0-1,4 0 0-15,9 0 1 16,-1 0 3-16,9 9 4 0,4 1-6 16,-5 2 0-16,5 0 0 15,-5 4 0-15,-4-1-2 0,1-2 0 16,-1-1 0-16,9 3 0 15,-12 1 0-15,-1-4 0 16,-8 1-3-16,-4-8 3 16,0 5 1-16,-4 2 6 15,-21 0 1-15,-8 4 2 0,-8-4-6 32,0 4-4-32,0-1-6 15,0-3-45-15,9-3-63 16,23-9-88-16,5 0-158 15</inkml:trace>
  <inkml:trace contextRef="#ctx0" brushRef="#br0" timeOffset="91805.76">3308 15147 414 0,'0'0'146'15,"0"0"-137"-15,0 0 11 16,0 0 94-16,0 0-41 16,0 0-39-16,0 0-15 15,9-12-5-15,-1 9-1 16,9 0 0-16,2 0 24 16,6 0-10-16,8-1-15 0,4 1 5 15,4 0-8-15,-4-3-9 16,0 6 6-16,0-3-6 15,-9 3 3 1,-3-3-2-16,-9 0-1 16,-7 3-2-16,-5 0-41 15,0 0-24-15,-4 0-57 16,0 0-32-16,0 0-96 16</inkml:trace>
  <inkml:trace contextRef="#ctx0" brushRef="#br0" timeOffset="92496.06">3952 15018 379 0,'0'0'210'16,"0"0"-190"-16,0 0-12 16,0 0 141-16,0 0-56 15,0 0-30-15,54-77 2 16,-54 70-33-16,0 2-18 15,0 5-13-15,-4 0-1 0,-17 0 0 16,-4 0-14-16,-7 8-10 16,-5 14 22-1,-4 6-1-15,4 0 3 16,8 5 1-16,5-2-1 0,12 3-1 16,7-3-5-16,5-9-4 15,0-4 7-15,0-5-7 16,21-8 10-1,-1-5 3-15,9 0 1 0,0 0 4 16,8-21-4-16,0-6-4 0,-5-1-7 16,-7-3-2-1,-9 3 6-15,-3 13 3 16,-9-4 6-16,-4 13-1 0,0 6 27 16,0 0 10-16,0 0-16 15,0 0-23-15,0 0-3 16,0 18-14-16,0 10 13 31,0 18 1-31,0 1 2 0,0 2-2 16,0 1-1-16,8-4 0 15,-8 0 1-15,4 0 0 16,5-6 1-16,-9-9-1 0,0-3 0 16,0-13 1-16,0-3 0 15,0-5-1-15,0-7 0 16,4 0 1-16,-4 0 1 15,0 0 7-15,4 0 8 16,-4-19 38-16,4-15-20 16,0-12-27-16,4 0 4 15,5-7-2-15,2 7-10 0,6 3 0 16,0 3-1-16,-1 9-1 16,5 0 0-16,-8 7-26 15,-1 5-36-15,1 7-50 16,-17 12-87-16,0 0-160 0</inkml:trace>
  <inkml:trace contextRef="#ctx0" brushRef="#br0" timeOffset="93227.04">4293 14929 470 0,'0'0'214'0,"0"0"-205"0,0 0 13 16,0 0 135-16,0 0-76 16,0 0-72-16,0 0-9 15,-4 33-7-15,0 17 7 0,4-4 1 16,0 3 0-16,0-9 1 16,0-3-2-1,0-3 2 1,0-12-1-16,0-7 0 0,0-5-1 15,0-5-2 1,0-5-2-16,0 0-7 16,0 0 6-16,0-9 5 15,4-12-3-15,0-10 3 0,1-3-3 16,-5-3-3-16,0-9-10 16,0-1 14-16,0 7 2 0,0 10 0 15,0 11 4 1,0 10 23-16,0 6 25 0,0 3 5 15,0 0-45-15,4 0-12 16,8 25-14-16,9 8 14 16,7 4 3-16,1 3-3 15,4-6 0-15,0 0 0 0,-8-6-1 16,-2-6-6-16,-2-4-10 16,-4-8-12-16,-5-5-6 15,0-5-11-15,-3 0-38 16,-5 0-89-16,0-15 57 15,-4-16-66-15,0-3 66 16,0-3 28 0,-8-9 42-16,-5-6 42 0,-3-4 2 15,3 1-2-15,1 5 4 16,4 10 65 0,3 13 78-16,1 8 18 15,1 13 1-15,-1 0-20 0,4 6-30 16,0 0-94-16,0 15-18 15,0 22 0-15,0 6 4 0,4 10 1 16,12 2-5-16,4-2 1 16,-3-1-1-16,-1-9 1 15,-3-6-1-15,-1-9 0 16,1-6 0-16,-5-7-3 16,0-6-103-16,-8-9-141 0,0 0-210 31</inkml:trace>
  <inkml:trace contextRef="#ctx0" brushRef="#br0" timeOffset="93683.18">4818 15002 812 0,'0'0'57'0,"0"0"-45"0,0 0-12 16,0 0 53-16,0 0-52 15,0 0 3 1,0 31-4-16,-12 6 3 0,4 3-3 16,-4-3 3-16,4-6-3 15,0-3 0-15,4-9 1 0,0-7 3 16,4-6 0-16,0-6 1 16,0 0-5-16,0 0 5 15,0 0 25-15,0-18 53 16,0-10-59-16,0-3-24 15,4-3 2-15,4-6-2 16,0 6-1 0,1 3 1-16,-5 12 0 15,-1 4 1-15,-3 12 2 16,0 0 24-16,0 3-2 16,0 0-25-16,4 0-7 15,4 18-8-15,9 10 15 16,-1 3 3-16,5-3-2 0,4 3-1 15,0-4 2-15,-1 1-2 0,-4-6 0 16,-3-1-12-16,-1-2-26 16,-8-4-19-16,5-5-45 15,-13-2-70-15,0-8-105 32</inkml:trace>
  <inkml:trace contextRef="#ctx0" brushRef="#br0" timeOffset="93890.14">4700 15233 755 0,'0'0'122'0,"0"0"-117"0,0 0 99 16,0 0 18-16,0 0-80 16,0 0-42-16,-25-21 0 15,58 9 1-15,16-4 9 0,12 4-8 16,1-3-2-1,-4 2-107-15,-46 13-216 0,-8-3-303 16</inkml:trace>
  <inkml:trace contextRef="#ctx0" brushRef="#br0" timeOffset="104182.98">8353 12022 189 0,'0'0'40'16,"0"0"-34"-16,0 0 25 15,0 0 12-15,0 0-31 16,0 0-7-16,0 0 6 0,0 0 15 0,0 0-1 16,0 0-7-16,13-7-7 15,-13 7-10 1,0 0 16-16,0 0-14 0,-9 16 35 15,-11 8 0-15,-9 1-24 16,1 9-5-16,-5-3 1 16,0 6-7-1,4-7-3-15,4 1-4 16,21-24-106-16,0-7-84 16</inkml:trace>
  <inkml:trace contextRef="#ctx0" brushRef="#br0" timeOffset="104527.07">8534 12037 245 0,'0'0'12'0,"0"0"-3"16,0 0-4 0,0 0 1-16,0 0-6 15,0 0 0-15,13 0 16 0,-30 25 15 16,-12 11 16-16,-8 7 9 16,1 13 10-16,-6 6-18 15,1 0-27-15,4-1 3 0,9-6-20 16,3-11-4-16,4-7-1 15,5-9-3-15,3-10-62 16,13-18-112-16,0 0-88 16</inkml:trace>
  <inkml:trace contextRef="#ctx0" brushRef="#br0" timeOffset="104813.32">8661 12141 57 0,'0'0'290'0,"0"0"-290"16,0 0-34-16,0 0 34 15,-94 139 66-15,49-71-15 0,-13 3-33 16,9 0 18-16,0-6 19 15,7-10 9-15,9-8-34 16,9-14-16-16,8-5-14 0,8-16-4 16,8-5-4-16,0-7-83 15,0 0-107-15,0-4 43 16</inkml:trace>
  <inkml:trace contextRef="#ctx0" brushRef="#br0" timeOffset="105082.4">8838 12216 314 0,'0'0'0'15,"0"0"-67"-15,0 0 67 0,0 0 88 0,0 0-32 16,-74 157-18-16,29-89-8 15,4 9 17-15,-5 0-7 16,1-6 3 0,5-4-13-16,2-14-17 0,5-7-5 15,8-12-5-15,5-16-3 16,8-5 0-16,12-10-22 0,0-3-72 16,0 0-109-16,0-9 27 15</inkml:trace>
  <inkml:trace contextRef="#ctx0" brushRef="#br0" timeOffset="105367.66">9080 12330 277 0,'0'0'56'16,"0"0"-55"-1,0 0 1-15,-86 132 62 16,36-61 13-16,-7 6-31 0,4 0-5 0,-1-6 1 16,4-9 7-16,10-10-11 15,3-9-13-15,8-8-16 16,8-17-8 0,9-6-1-16,12-12-3 0,0 0-49 15,0 0-90-15,25-21 55 16,-9 2-82-1,5-2-24-15</inkml:trace>
  <inkml:trace contextRef="#ctx0" brushRef="#br0" timeOffset="105599.37">9105 12518 239 0,'0'0'59'15,"0"0"-59"-15,0 0-12 0,0 0 12 16,0 0 63-16,0 0 24 15,-5 98-18-15,-32-36-37 0,-4 3-15 16,-3 6 6-16,-10-1 10 16,4-1 2-16,-3-14-22 15,8-12-6 1,12-9-4-16,5-15-1 0,20-7-2 0,4-9-4 16,4-3-97-16,0 0-110 15,12-15 81-15</inkml:trace>
  <inkml:trace contextRef="#ctx0" brushRef="#br0" timeOffset="105853">9351 12678 353 0,'0'0'143'16,"0"0"-143"-16,-33 108-8 15,-4-43 8-15,-8-1 49 0,-9 1 6 16,6 0-20-16,2-16 11 16,1-6-5-16,13-12-8 15,7-9-9-15,12-10-21 0,9-12-3 16,4 0-15-16,0 0-113 16,21-24-4-16,11-10-20 15,-16 9 5-15,5 3-16 31</inkml:trace>
  <inkml:trace contextRef="#ctx0" brushRef="#br0" timeOffset="106047.11">9342 12879 295 0,'0'0'69'0,"0"0"-43"16,-8 111 41-16,-21-47-1 15,-11 1-17-15,-6 3 0 0,-3-9 13 16,8-14-20-16,17-14-8 15,11-15-13-15,9-13-14 16,4-3-7-16,0 0-39 16,21-28-65-16,16-15 10 15,-22 19-114-15</inkml:trace>
  <inkml:trace contextRef="#ctx0" brushRef="#br0" timeOffset="106625.76">9425 12678 174 0,'0'0'48'16,"0"0"-43"-1,0 0 22-15,0 0 36 0,0 0-33 31,0 0-15-31,0-6-10 16,0 6 37-16,0 0 28 16,0 0 8-16,0 0-11 0,0 0-19 15,0 0-10-15,0 0-13 16,0 0-14-16,0 0-11 16,12 0 6-16,4 0 5 15,17 0-1-15,8 9-1 0,9-3 0 16,15 1-5-16,1-4 1 15,3 0-1-15,6-3 0 16,-2 0 8-16,-2 0 4 16,2-6-4-16,-7-7-9 15,-5 4 0-15,-11-4-3 16,-13 1 2-16,-8 0-4 16,-10 3 0-16,-6-3-5 0,-9 2-17 15,-4 1-16 1,0-3-32-16,0 2-105 15,-12 7-39-15,-5 0-74 0</inkml:trace>
  <inkml:trace contextRef="#ctx0" brushRef="#br0" timeOffset="106911.49">10204 12508 141 0,'0'0'248'0,"0"0"-201"15,0 0-46-15,0 0 10 16,0 0 6-16,0 0 14 0,0 22 9 16,17-6 2-16,4 2-21 15,-1 1-7-15,-3-1-2 0,-1-5 1 16,-12 2-8 0,1-3 3-16,-5 1 11 0,0-1 15 15,0 0-5-15,-5 0-14 16,-11 4-10-16,-1-7-5 15,5 1-2-15,4-2-42 0,8-4-46 16,0-4-85-16,0 0-57 16</inkml:trace>
  <inkml:trace contextRef="#ctx0" brushRef="#br0" timeOffset="107427.86">10824 12555 161 0,'0'0'111'0,"0"0"-81"15,0 0 7-15,0 0 105 0,0 0-45 16,0 0-21-16,46-28 5 16,-46 28 3-16,0 0-39 15,0 0-34 1,-4 0 18-16,-17 9-8 0,-4 13-20 16,-4 6-1-16,0 2 5 15,6-2-2-15,10 0-3 16,9-3-1-16,4-7-5 15,0-3 4-15,0-5-4 16,8-1 3-16,13-6 3 16,3-3 8-16,9 0 10 0,4-9 7 0,4-13-15 15,0-5 2-15,-4-8 1 16,-8 2-1-16,-13-7 4 16,-3 2 3-16,-13 2 12 15,0 2-15-15,0 3-4 16,-21 6-9-16,-12 10-1 15,4 9-2-15,-8 3-1 16,5 3-48-16,-5 0-88 0,20 12-104 16,9 0-105-1</inkml:trace>
  <inkml:trace contextRef="#ctx0" brushRef="#br0" timeOffset="107527.93">10824 12555 510 0</inkml:trace>
  <inkml:trace contextRef="#ctx0" brushRef="#br0" timeOffset="107697.17">10824 12555 510 0,'25'59'182'0,"-25"-59"-133"0,0 2 38 0,4 5-41 0,1 2-39 16,11 6-5-16,5 7 7 0,3 3-6 15,0-4-2-15,9 1 2 16,-4-1-2-16,4-6 0 15,-5 4 1-15,-7-3-1 16,-4-4 0-16,-9-3-1 0,4 1 1 16,-4-8-1-1,-3 5-9 1,-1-4-130-16,-4-3-74 16,0 0-120-16</inkml:trace>
  <inkml:trace contextRef="#ctx0" brushRef="#br0" timeOffset="112557.87">11284 12730 465 0,'0'0'16'15,"0"0"-7"-15,0 0-9 16,0 0 74-1,0 0-45-15,0 0-15 16,0 0 9-16,0 0-1 16,0 0-3-16,0 0 2 0,0 0-3 0,0 0-8 15,0 0-6-15,0 0 3 16,0 0-1-16,0 0 0 16,0 0-4-1,0 0-2-15,0 0 0 0,0 0-1 16,0 0-2-16,0 0 2 15,0 7 1-15,0 2 12 16,0 6 9-16,0 4-5 16,0 5 9-16,0 1 3 15,0 3-22-15,0 3 7 0,0-7-1 0,0 1 3 16,0-3-3 0,0-4 7-16,5-5-5 15,-1-5-6-15,0-4-2 16,-4-4 9-16,0 0-4 0,4 0 1 15,-4 0 5 1,0 0-14 0,0 0-3-16,4-4-30 0,-4-11-54 15,0-3-74-15,0 12-68 16,0-3-168 0</inkml:trace>
  <inkml:trace contextRef="#ctx0" brushRef="#br0" timeOffset="112912.1">11358 12503 316 0,'0'0'86'0,"0"0"-74"15,0 0 109-15,0 0-1 16,0 0-44-16,0 0-15 0,0 0-8 16,8-25-13-1,-8 25-27-15,0 0-6 16,0 0 18-16,-16 9-11 16,-8 9-2-16,-9 10-3 0,0 0 12 0,0 6 5 15,-1-6-9-15,7-7-8 16,10-6 1-16,5-2-5 15,7-13-5-15,5 0-2 16,0 0-9-16,0 0-85 16,0 0-118-16,13 0-182 15</inkml:trace>
  <inkml:trace contextRef="#ctx0" brushRef="#br0" timeOffset="114263.68">6207 13741 238 0,'0'0'88'0,"0"0"-85"16,0 0-3-16,0 0 81 0,0 0-16 15,0 0-18-15,0 0-10 16,94-98-4-16,-82 95-8 0,-8 0-8 16,0 0 1-16,-4 3-10 15,0 0-3-15,0 0 2 16,0 0 7-1,0 0-5-15,0 0-6 0,0 0-3 32,0 6 2-32,-12 15 8 0,-9 7-4 15,-12 12 6-15,-7 7 0 16,-14 8 9-16,0 0 2 16,-3 4 5-16,8-10-1 15,12-9-21-15,13-9-6 16,11-15 0-16,5-4-24 0,8-12-46 15,0 0-84-15,0 0-29 16,13-3-79-16</inkml:trace>
  <inkml:trace contextRef="#ctx0" brushRef="#br0" timeOffset="114534.13">6690 13640 328 0,'0'0'0'15,"0"0"-23"-15,0 0 23 16,0 0 8-16,0 0 19 16,0 0-2-16,66-6 12 15,-107 46-13 1,-3 6-10 0,-10 13 9-16,-4 9 20 0,-3 8 20 15,-5-2-49-15,9-6 8 16,3-9 13-16,13-13-15 15,12-15-14-15,18-16-6 16,6-5-12-16,5-10-131 16,0 0-59-16,13-7 25 0</inkml:trace>
  <inkml:trace contextRef="#ctx0" brushRef="#br0" timeOffset="114781.8">7048 13732 420 0,'0'0'98'0,"0"0"-96"15,0 0 1-15,-111 130 24 16,45-59 44-16,-3 9-16 16,-10 6-24-16,2 1 12 15,7-4 20-15,9-12-19 16,15-13-16-16,9-17-17 0,24-17-11 15,5-12-3-15,8-9-66 16,0-3-81-16,29-12 45 16,-4-10 10-16,0-6-108 15</inkml:trace>
  <inkml:trace contextRef="#ctx0" brushRef="#br0" timeOffset="115053.3">7302 13812 270 0,'0'0'31'16,"0"0"-31"-16,0 0 0 16,0 0 13-16,0 0 154 15,-29 136-99 1,-44-50-46-16,-9 10 23 0,-5 0 22 0,2-4 2 16,2 1-5-16,5-17-14 15,16-14-9-15,22-16-6 16,15-21-12-16,17-12-23 15,8-10-12-15,0-3-90 16,33-13 1-16,20-27 83 0,21-16-70 16,12-11-58-16,-49 33-100 15,0 3 25-15</inkml:trace>
  <inkml:trace contextRef="#ctx0" brushRef="#br0" timeOffset="115253.52">7479 14013 164 0,'0'0'90'16,"0"0"-61"-16,0 0-29 0,0 0 114 31,0 0 73-31,0 0-91 16,-29 157-47-16,-40-77-7 0,-10 0 15 15,2 1 15-15,-2-14-27 16,18-11-29-16,16-19-12 16,24-19-1-16,17-14-3 15,4-4-22-15,25-16-146 16,24-24 112-16,16-13-87 0,10-8-20 15,-42 33-6-15,-5 3-78 16</inkml:trace>
  <inkml:trace contextRef="#ctx0" brushRef="#br0" timeOffset="115437.4">7623 14145 278 0,'0'0'76'16,"0"0"-74"-16,0 0 10 16,0 0 134-1,0 0-28-15,-13 167-80 16,-48-90-28-16,-5-3 10 15,-4-6 53-15,9-16-5 16,19-18-7-16,22-18-38 0,16-16-23 16,4 0-16-1,24-22-64-15,34-21 33 0,11-16-86 16,-27 25-22-16,-9 6-63 16</inkml:trace>
  <inkml:trace contextRef="#ctx0" brushRef="#br0" timeOffset="115621.53">7791 14302 131 0,'0'0'67'0,"0"0"8"15,0 0 30-15,0 0 10 16,0 109-66-16,-33-57-8 16,-4-6-9-16,-4-6 31 0,12-12-3 15,17-19-26-15,12-9-27 16,0 0-7-16,37-24-61 16,20-20 10-16,13-11-94 15,-37 31-37-15,-5 1 4 16</inkml:trace>
  <inkml:trace contextRef="#ctx0" brushRef="#br0" timeOffset="115721.67">8016 14345 96 0,'0'0'157'16,"0"0"28"-16,0 0-80 15,-98 106-43-15,32-60-29 16,5-3-2-16,3-6-13 0,10-9-15 16,6-10-3-1,34-18-91-15,0 0-272 0</inkml:trace>
  <inkml:trace contextRef="#ctx0" brushRef="#br0" timeOffset="116685.57">6325 14059 152 0,'0'0'332'0,"0"0"-328"16,0 0 5-16,0 0 33 16,0 0 26-16,0 0-33 0,5-18-29 15,-5 18 15 1,-9 0 8-16,-7 0-18 0,-9 0 15 16,-11 0-6-16,-10 0-18 15,-20 0-2-15,-11 6-4 16,-6 6 4-16,-7 1 5 15,0-1-2-15,-1 0 12 16,-3 4 7-16,0-4-9 16,-5 3 24-16,9-3-10 15,-4 1-3-15,7 2-1 16,9-3-11 0,8 1-2-16,13-7-6 15,12 0 3-15,12-3-7 0,16-3 0 16,9 0-1-16,8 0-3 15,0 0-32-15,0 0-37 16,0 0 10-16,0 0-2 0,0 0 33 16,8 0-1-16,9-6-19 15,-5-3-89-15,-4 6-59 16</inkml:trace>
  <inkml:trace contextRef="#ctx0" brushRef="#br0" timeOffset="116970.39">5037 14072 92 0,'0'0'255'0,"0"0"-160"0,0 0-55 15,0 0 73 1,0 0-60-16,0 0-8 16,-25 5-45-1,0 20 3-15,-4 3-2 0,1 3 8 16,3-3 21-16,5-1 11 15,7-5-22 1,13-3-12-16,0-4-5 0,0-3-1 16,29 1 2-16,4-4-6 15,8-6 6-15,12-3 2 16,-3 0 2-16,-6 0-7 0,-2 0-1 16,-13 0-71-16,-25 0-71 15,-4 0-106-15</inkml:trace>
  <inkml:trace contextRef="#ctx0" brushRef="#br0" timeOffset="118143.63">3648 14001 376 0,'0'0'42'15,"0"0"-34"-15,0 0 91 16,0 0-14-16,0 0-34 16,0 0-16-16,5-4 0 15,-5 4 0-15,0 0 2 0,0 0-4 16,0 0-5-16,0 0 12 0,-20 4-40 15,-1 11-2 1,-4 6 1-16,5 7 1 16,-5 3-1-16,8 3 1 15,1 0-4-15,8-3 4 0,8-7-6 16,0 1 3-16,0-7-4 0,8-2-1 16,17-7-5-16,4-6 13 15,4-3 1-15,4 0-1 16,3-12 0-16,6-13 0 15,-1-6-9-15,-9-2-9 16,2-1 5-16,-18-3-12 16,-3 0 22-1,-17 0 3-15,0 3 20 16,0 0 17-16,-21 6 30 16,-4 3-19-16,-8 4-26 15,1 9-9-15,3 8-10 16,-4 4-3-16,4 0-1 15,4 7-36-15,6 14-96 16,15-9-43-16,0 1-103 0</inkml:trace>
  <inkml:trace contextRef="#ctx0" brushRef="#br0" timeOffset="118445.06">3657 14158 586 0,'0'0'0'16,"0"0"-28"-16,0 0 28 15,0 0 25-15,0 0 4 0,0 0-3 16,120 99-2-16,-97-75-14 15,-2 1-8-15,4-7 6 16,-9 1-6-16,-3-7-2 0,-5-3 3 16,-8-3 0-16,4 1-1 15,-4-4-2-15,0 0-12 32,0-3-130-32,0 0-225 15</inkml:trace>
  <inkml:trace contextRef="#ctx0" brushRef="#br0" timeOffset="119109">3948 14204 572 0,'0'0'26'0,"0"0"2"0,0 0-28 16,0 0 51-1,0 0-44-15,0 0 9 16,0 0-13-16,21-31 4 16,-9 22-1-16,5 0 4 15,-1 2-4-15,1 2-6 16,-5 5 0-16,-3 0-6 16,-1 0-3-16,-4 0 3 0,-4 18 6 15,0 7 3 1,0 5 3-16,-12-2 2 15,-5 3-4-15,-4 0 4 0,9-10 23 16,4 1-8-16,-1-13-4 16,9-3-13-16,0-2-6 15,0-4-15-15,0 0 15 0,9 0 0 16,11 0 13-16,9-16 13 16,-1-6-17-16,5 7-9 15,0-3 0-15,-4 2-64 16,-20 13-69-16,-5-3-174 15</inkml:trace>
  <inkml:trace contextRef="#ctx0" brushRef="#br0" timeOffset="119433.12">4170 13723 376 0,'0'0'91'0,"0"0"-81"16,0 0 74-16,0 0 13 16,0 0-38-16,0 0-5 15,21-40 19-15,-21 40-38 0,0 9-14 16,-4 19 17-16,-4 12 5 15,-9 0-10-15,1 0-23 16,7-6-5-16,1-9-5 16,8-1 0-16,0-8-22 0,0-16-102 15,0 0-224 1</inkml:trace>
  <inkml:trace contextRef="#ctx0" brushRef="#br0" timeOffset="131508.91">7741 6809 177 0,'0'0'69'15,"0"0"-66"-15,0 0-1 16,0 0 27-16,0 0 4 0,0 0-16 16,0 0 5-16,0 0 0 15,0 0 10-15,0 0 18 16,13-3-15-16,-13 3-29 15,0 0-2 1,0 0-3-16,0 0-1 16,0-3 0-16,0 0-1 15,0 3-3-15,0 0 4 16,4 0-1-16,-4 0 1 16,0 0 1-16,0 0-1 15,0 0-1-15,0 0-1 16,0 0-1-16,0 0-1 0,0 0-4 15,0 0 1-15,0 0 6 16,0 0 1-16,0 0 4 16,0 0 0-16,0 0-2 15,0 0 2-15,0 0 7 0,0 0 0 16,0 0-3-16,0 0-3 16,0 0 3-16,0 0 14 0,0 0 20 15,0 0 9 1,0 0-1-16,0 0-3 0,0 0-8 15,0 0-10-15,0 0-10 16,0 0-3-16,0 0-1 16,0 0-1-16,0 0 1 15,0 0 0 1,0 0-2-16,0 0 1 16,0 0 0-16,4 0-3 15,0 0-5-15,0 0 5 16,5 0-6-16,3 0-2 15,0 0-1-15,9 0 0 16,0-3-1-16,2 3 0 0,11-4 3 16,3 1-2-16,8 1 2 15,0-5 0-15,4 1 0 16,-3 3-4-16,2 0 0 16,6 0 0-16,-4-3 0 15,-2 3 0-15,2-4 0 0,0 4 0 16,-6 1 1-16,1-5-1 31,-3 1 0-31,-6 0 0 0,5 6 0 16,-8-6 1-1,-4 6-1-15,3-7 0 0,-3 7 0 16,4-6 0-16,0 6 1 16,1-3-1-16,-2 0 0 15,1 0 1-15,0 0-1 16,0 3 0-16,-5 0 0 0,1-3 0 15,-5 3-2-15,1 0 2 16,-8 0-1-16,3 0 0 16,-3 0 1-16,-6 0 1 15,6 0-1-15,4-3 1 16,-5 0-1-16,9-1 1 0,-4 1-1 16,-1 3 0-16,5-2 0 15,-1 2-1-15,1 0 0 16,-5 0 1-16,1 0-2 15,-5 0 2-15,1-3-4 16,0 3-3-16,-10 0 3 0,5 0 4 16,-4 0-1-16,5 0 0 31,-5 0 1-31,5 0 0 0,-5 0 0 16,4 0-2-1,1 0 1-15,-1 0-1 0,0 0 1 16,1 0 1-16,3 0 0 15,-4 0-1-15,-4 0 0 16,4 0 0-16,-7 0 1 16,3 0-1-16,-8 0 1 0,4 0 2 15,-4 0 1-15,0 0-1 16,0 0 1-16,0 0-1 16,0 0-2-16,0 0-2 15,0 0-1-15,0 0-26 16,0 0-31-16,0 0-52 0,-8 0-73 31,-1 0-194-31</inkml:trace>
  <inkml:trace contextRef="#ctx0" brushRef="#br0" timeOffset="132165.7">9294 6603 666 0,'0'0'76'15,"0"0"-66"-15,0 0 3 16,0 0 118-16,0 0-72 16,0 0-38-16,0 0-10 0,-33-7-1 15,33 7 2-15,0 0 7 16,0 0-6-16,0 0 2 31,0 0-4-31,8 0 15 16,4 0 3-16,5 0-11 15,-2 13-7-15,10-4-4 0,0 0 2 16,4 0-2-16,0 1-4 16,-8-4 0-16,2 0-3 0,-2-3 2 15,-4 3-3 1,-5 1 2-16,0-4-1 0,1-1 1 15,-1 5-1-15,1-1 0 16,-9-3-1-16,0-3 2 16,0 0-1-16,-4 3 0 0,0-3 0 15,0 3 2-15,0-3-1 16,0 0 3-16,0 0-2 16,0 0-2-16,0 0 0 15,0 0-2-15,0 0 2 16,0 0-3-16,0 0 0 15,0 3 0 1,0 0 0-16,0 3 3 16,-4-2 2-16,-9 5-2 0,1-6 0 15,-9 3 0 1,1 6 1-16,-9 1 0 16,-3 2-2-16,-1 3 2 15,0 1-2-15,-1 3 1 0,-3-4 0 16,9-6-1-16,12-2 0 0,8-4-2 15,3-6-18-15,5 0-36 16,0 0-51-16,0 0-117 16,9 0-49-1,-1 0-217-15</inkml:trace>
  <inkml:trace contextRef="#ctx0" brushRef="#br0" timeOffset="133115.56">8116 6593 296 0,'0'0'132'0,"0"0"-131"15,0 0 45-15,0 0 69 16,0 0-45-16,0 0-26 16,0 0-5-16,0-12 2 15,0 12 11-15,0 0-4 16,0 0-21-16,0 0-15 0,0 0 0 0,0 0-4 16,-21 12 17-1,0 4-9-15,-8 2-1 16,-12 4-5-16,1-1-4 15,-2 1 3 1,-3-4-3-16,9-2-3 0,7-4 10 0,8-3-7 16,4 1-4-1,13-7-2-15,4 0-2 16,0-3-4 0,0 0-4-16,0 0 1 0,0 3 1 15,0 0 8-15,9 3 5 16,7-3 3-16,5 9 4 15,4 1-8-15,7 2 6 16,5 1-6-16,4 2 0 0,1 1 2 16,-6 2-6-16,-3-9-1 15,-4 4 1-15,0-7 0 16,-13 1 1-16,-4-4-2 0,-4 0 1 16,-4-3-23-1,-4-3-18-15,0 0-70 16,0 0-115-16,0 0-272 0</inkml:trace>
  <inkml:trace contextRef="#ctx0" brushRef="#br0" timeOffset="134067.14">8337 7013 400 0,'0'0'152'0,"0"0"-132"16,0 0 54-16,0 0 26 0,0 0-40 16,0 0-36-16,0 0-17 15,37-19-1-15,-25 16 2 16,1-3 9-16,-5 6-5 16,0 0-12-16,1 0-2 15,-5 6 2-15,3 16 1 0,-3 2 2 16,0 10 3-1,-4 0-6 1,0 0 5-16,0-1-4 16,-8 2-1-16,-8-4-6 15,-4-1 6-15,-1-5 3 0,5-4 0 16,3-5-1-16,1-4 5 16,12-5-5-16,0-4 0 15,0-3 1-15,0 0-2 0,0 0 4 16,0 0 13-16,0 0 5 15,12-22-11-15,13-6-2 16,4-6-7-16,-1-3-3 16,5-3 1-16,0 0-1 0,-4-3 0 15,-4 3-1-15,-1-3 2 16,-8 9-3-16,0 6 3 31,-3 4-1-31,-5 5 2 0,-4 7 0 0,0 3-1 31,-4 2 0-31,0 7 3 0,0 0-1 16,0 0 2 0,0 0 3-16,0 0-7 0,-16 7 2 15,-5 14-1-15,1 6-2 0,0 8 0 16,3 1 1-16,1 5-3 16,3-1 3-16,5 0-2 15,8-7 2-15,0 2-2 16,0-11-3-16,0 1 0 15,21-10 1-15,4-3 3 16,3-5 5-16,9-4 0 0,0-3-5 16,0 0-21-16,-5 0-64 15,-3 0-38-15,-25 0-41 16,-4 0-139-16</inkml:trace>
  <inkml:trace contextRef="#ctx0" brushRef="#br0" timeOffset="134505.31">8751 7191 292 0,'0'0'108'0,"0"0"-70"16,0 0 88-16,0 0-4 16,0 0-44-16,0 0-22 15,0-27-19-15,0 27-37 0,0 0-5 16,0 12 5-16,0 12 7 15,0 1 20-15,0 6-15 16,0-6-4-16,0-4-4 16,0-2 4-16,0-10 4 15,0-3-8-15,0-6 9 16,4 0 3 0,0 0 21-16,1 0 3 15,-1 0-9-15,8-15 3 16,0-10-11-16,5-3-22 15,0-2 1-15,3-1 1 16,0 0-3-16,-8 9-1 0,-3 4 1 16,-1 9 0-16,-8 6 0 15,0 3-4-15,0 0-2 16,0 5-22-16,4 23 28 0,0 6 1 16,4 6 6-16,-4 0-6 15,1-6-1-15,-5-3-3 16,0-3-68-16,0-25-135 15,0 0-271-15</inkml:trace>
  <inkml:trace contextRef="#ctx0" brushRef="#br0" timeOffset="136141.04">6124 6874 341 0,'0'0'2'0,"0"0"23"0,0 0-25 0,0 0 58 16,0 0-29-1,0 0-20-15,-53 0 9 16,53 0 25-16,0 0-4 16,0 0 2-16,-4 0-2 0,4 0-3 31,0 0-7-31,0 0-6 15,0 0-4-15,0 0-8 0,0 0 5 16,0 0 12 0,0 0 8-16,0 0-6 0,0 0-17 15,0 0 1-15,0 0-7 16,0 0 0-16,8-3 5 16,9 3 22-16,11-7 10 15,13 2-11-15,9-8-9 0,7 4-10 16,9 0-7-16,-1-1 0 15,13 4-5-15,0-3-1 16,9 3 0-16,-6 2 0 16,6-1-1-16,-9 1 1 15,-4-2 1-15,-5 3-2 16,-7 0 0 0,-5 0 0-16,-7 3-2 0,-9 0 2 15,-5-3-5 1,-3 3 2-16,-8 0 1 15,0 0 2-15,0 0 0 16,-5 0 0-16,8 0 0 0,-3-6 0 16,4 6 0-16,0-3 1 15,0-1-1-15,-5 4 0 0,-4-3 0 16,-7 0-1-16,-1 3 1 16,-8 0-3-16,-4 0 3 15,0 0 0-15,0 0 1 16,0 0 1-16,0 0-1 15,0 0-1-15,0 0 0 16,0 0-1 0,0 0 1-16,0 0 1 15,0 0-1-15,0 0-1 16,0 0-9-16,0 0 4 16,0 0 0-16,0 0-9 15,0 0-2-15,0 0-10 16,0 0-16-16,0 0-27 15,-12 0-44-15,4 0-62 0,-1 0-203 0</inkml:trace>
  <inkml:trace contextRef="#ctx0" brushRef="#br0" timeOffset="136675.37">7286 6674 548 0,'0'0'75'15,"0"0"-67"-15,0 0 10 16,0 0 128-16,0 0-73 0,0 0-36 16,-13-13 1-16,13 13 15 15,0 0-3-15,0 0-4 16,0 0-9-16,0 0-11 15,0 0-9-15,0 0 0 0,0 0-6 16,0 0-3-16,0 0-4 16,0 0 2-16,0 0-3 15,0 0-3-15,4 0 5 0,13 0 0 16,4 0-5-16,12 6 2 16,4 1 1-16,7 1-3 0,2 2 0 15,-1-4 3 1,-5 3-3-16,2 1 1 15,-5 2-1-15,-8-6 0 16,-8 4-1 0,-6-8-1-16,-7 1 0 15,-3 0 1-15,-5-3-1 0,0 0 2 16,0 4 0-16,0-1 3 16,0 0-3-16,-9 6-1 15,-10 3 1-15,-10 10 1 16,-13 0 0-16,-3 2 1 15,0 1-1-15,0-3-1 0,-1-7-3 16,10 3-17-16,7-5-9 16,5-7-14-16,7-3-52 15,17-3-145-15,0 0-295 16</inkml:trace>
  <inkml:trace contextRef="#ctx0" brushRef="#br0" timeOffset="137633.44">6358 6661 212 0,'0'0'124'0,"0"0"-117"16,0 0-5-16,0 0 21 31,0 0-23-31,0 0 0 0,-8-12-8 16,4 12 4-16,4 0-5 15,-4 0 9-15,4 0 2 16,-4 0 8-16,4 0 15 15,0 0 27-15,-4 0 10 16,4 0-12-16,0 0 1 0,0 0 8 16,0 0 0-16,0 0-11 15,0 0-14-15,0 0-9 0,0 0-2 16,0 0-6 0,0 0-7-16,-4 0-9 0,-5 0 2 15,1 9 4-15,-9 3 2 16,-7 7 7-16,0-1 4 15,-9 4 5 1,-9 2-2-16,-3-2 3 0,5 3-2 16,2-7-6-16,5 1-6 31,13-7-8-31,3-2-3 0,13-5 3 16,0 2-4-16,4-7-6 15,0 0-1-15,0 0-2 16,0 3 9-16,0-3 4 15,8 6 6-15,17 0 12 16,4 7-14-16,4-1-5 16,4 0 2-16,-1 4-4 0,10-4 1 15,-1-3-2-15,-8 3 0 0,-4-6 0 16,-4 4 0-16,-13-7 0 16,-4-3-3-16,-7 0 3 15,-1 0-1-15,0 0 1 16,-4 0-33-16,4 0-42 31,0 0-63-31,-4 0-65 0,0 0-92 16</inkml:trace>
  <inkml:trace contextRef="#ctx0" brushRef="#br0" timeOffset="138534.74">6633 6991 98 0,'0'0'589'15,"0"0"-517"-15,0 0-70 16,0 0 80-16,0 0-26 0,0 0-39 16,21 0-13-16,-21 0-1 15,4 0 0-15,0 0-3 16,0 0-1-16,1 0-2 16,3 6 3-16,-4 12 1 15,-1 4-1-15,1 3 0 16,-4 2 4-16,0 1 0 0,0 0-3 15,0-3-1 1,-4-7 4 0,-7-2 3-16,-2-4 0 0,9-3-2 15,0-3 0 1,4-2-3-16,0-1 1 0,0-3 0 16,0 0 1-16,0 0 6 15,0 0 30-15,0 0-9 16,4-13-8-16,17-8-18 0,3-7-2 15,5 0-3-15,0-3 2 16,4 0-3-16,-4 4 1 16,-2 2 0-16,-2-3 0 15,-4 10 0-15,-5-4 1 0,-7 7 3 16,3 3-1-16,-8 2-2 16,-4 7 6-16,4 3 2 0,-4 0 0 15,0 0-6 1,0 0-2-16,0 0-2 15,0 0-3-15,0 0-4 16,-4 9 7-16,-12 10 1 16,-5 9 3-16,5 3-3 0,-1-1 0 15,9 1 0 1,4 0 0-16,4-3-3 16,0-4-2-16,0 1 3 15,12-10-3 1,9-2 4-16,-5-4-4 0,5-3 1 15,0-3 2-15,-1-3 0 16,0 0-35-16,-4 0-91 16,-7 0-90-16,-5 0-144 0</inkml:trace>
  <inkml:trace contextRef="#ctx0" brushRef="#br0" timeOffset="138813.01">7044 7129 651 0,'0'0'101'0,"0"0"-94"16,0 0 66-16,0 0 12 15,0 0-58 1,0 0-27-16,0 0-1 16,0 25 1-16,0 6 13 0,0 6-6 15,0 0-1-15,0 0-4 16,0-3-1-16,0 0-1 0,0-6 0 15,0-4 0-15,0-5 0 16,0-4-1 0,0-2-10-16,0-8-58 0,0-5-63 15,0 0-56-15,0 0-61 16,0 0-1-16</inkml:trace>
  <inkml:trace contextRef="#ctx0" brushRef="#br0" timeOffset="139067.06">7019 7170 401 0,'0'0'219'16,"0"0"-179"-16,0 0-10 16,0 0 104-16,0 0-72 31,0 0-47-31,8-81-5 0,13 81-1 0,4 0 3 16,-5 22-2-16,1 0 0 15,-10 2-3-15,-2-2-5 16,-9-4 1-16,0-2 1 15,0-1 2-15,0 0 2 16,-16-2 4-16,-9-1-5 16,1 1-7-16,-10-7-21 0,6-3-47 15,19-3-111-15,1 0-241 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1:07:47.49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2865 17823 56 0,'0'0'133'0,"0"0"-88"0,0 0 1 16,0 0 29-16,0 0-6 15,0 0-22-15,0 0-11 16,-4 0 9-16,4 0 6 15,0 0-10-15,0 0-7 16,0 0-5-16,0 0-3 16,0 0-13-1,0 0-4-15,4 0-7 16,8 0-1-16,1 0 1 0,11 0 4 16,5 0 0-16,12 0 19 15,8 0-2-15,8 0-11 16,5 0 7-16,12 0-8 15,4 0-6-15,0 0 2 16,9 0-7-16,-2 0 4 16,1 0-4-16,13 0 0 15,-5 0 3-15,5 0-1 0,0 0-2 16,-9 0 2-16,4 0-2 16,-3 0 0-16,-1 0 0 15,5 0 0-15,-5 0 0 0,0 0 0 16,1 0-2-16,-1 0 1 15,4 0 1-15,1 0-2 16,7 0 1-16,0 0 1 16,2-6 2-16,2 0-2 31,1-7 0-31,-1 7 4 0,-3-3-4 16,0-1 0-16,-5 4 0 15,-3 0 1-15,-1 0 0 16,0-3-1-16,-3 5 0 15,-9-4 0-15,0 4 0 16,-4 1-1-16,9 0 1 0,-6 0 0 16,5 3 0-1,-3-3 0-15,-1 3 0 16,0-3 2-16,-8 0 1 0,12 3 2 0,-8 0-2 16,5-3 1-1,-6 0-3-15,-4 3 2 0,2-4 1 16,-2 1-3-16,6-2 1 15,-2-2-2-15,14 4 1 16,-1-3 0-16,-3-3-1 16,-1 3 1-1,0-3-1-15,0 5 2 16,0-2-1-16,5 0-2 16,3-3 1-16,-4-1 0 15,5 4 0-15,-5-3 2 16,-4 3-2-16,1 0 2 15,-6 0-1-15,-2 3-1 16,-6-4-1-16,-2 4 1 0,-2-3 6 0,-7 6-3 16,7 0 4-16,1 0 5 15,4 0-7-15,-4 0 6 16,-1 0-1-16,2-3-6 16,-6 3 2-16,1 0-4 15,0-3 0-15,-1 3 2 16,5-3 1-1,-4 3-3-15,4-3 0 16,-1 3-1-16,-3-3 7 16,3 3-8-16,6-4 0 15,-6 4 4-15,6-3-1 16,-2 3 1-16,1 0-2 16,0 0 1-16,0 0 2 0,-5 0-3 15,2-3-2-15,-2 3 3 16,-3 0-1-16,7 0 1 15,-2 0-1-15,2-3-1 16,-3 3 1-16,8-3-1 0,-8 0 1 16,4 3 2-16,8 0 3 15,0-3 2-15,5 3-4 16,-1-3-3-16,-1 3 7 0,6-3-8 31,-5 3 2-31,-3 0 8 0,7 0-7 16,-9 0 4-16,6 0-7 15,-5-3 3-15,0-1 0 0,4 4-4 16,-3 0 2-16,3-2 1 16,0 2-3-1,-8 0 2-15,0-3 0 16,-8 3-2-16,-1 0 0 16,1 0 0-16,4 0 0 15,0-4 0-15,0 1 2 16,4 3-2-16,0 0 0 15,-4 0 1-15,-5 0 0 0,2 0-1 16,-6 0 0-16,1 0 4 16,-1 0-4-16,1 0 1 15,-4 0-1-15,-1 0 0 0,1-3 0 16,-13 3 1-16,4 0-1 16,1 0 2-16,-9-3-2 15,0 3 1-15,1 0-1 31,-6 0 0-31,5 0 8 0,-3 0-7 16,3 0 0-16,0 0 3 16,-4 0-4-16,4 0 3 15,-4 0-1-15,0 0 0 16,-4 0 6-16,-4 0-8 16,8 0 2-16,-4 0 2 15,4 0-3-15,-4 0 5 0,8 0-3 16,-8 0 4-16,4 0 2 0,-4 0-7 15,0 0 2 1,0 3 1-16,-4-3-3 16,-1 0 1-16,-7 0 0 15,-9 0-1-15,1 0 5 0,-9 0-4 16,-8 0 7 0,0 0 4-16,0 0-7 15,0 0 4-15,0 0-11 16,-8 0-9-1,-13 0-2-15,-8-3-20 0,2-3 4 16,-7 0 15-16,-3 0 11 16,-4 2-5-16,-4-1 1 15,0-2 10-15,-5 1-5 0,6 0 0 16,-2 0 0-16,1 3 9 16,13 0 0-16,3 3 3 15,8 0-2-15,9 0-7 16,-1 0 3-16,9 0-6 15,0 0 4-15,0 0 2 16,4 0-5-16,0 0 4 0,0 0-2 16,0 0-3-16,0 0 0 0,0 0 0 15,0 0 0-15,0 0-2 16,0 0 2 0,0 0 0-16,8 0 2 15,1 0-1-15,3 0 3 16,13 6-1-16,-9 3-2 15,8 0 4-15,1 3-3 16,0 1-2-16,0-1 0 16,-5 3 0-16,1-5 0 15,-5 2 0-15,0 1 0 16,-4-4 0-16,-3 0 1 16,-9-3-2-16,0 1-1 15,0 2-1-15,-21 3 3 0,-19 7 4 16,-18-1 5-16,-3-5-4 15,-1 2 6-15,8-6-1 16,18 0-4-16,7-2-5 16,17-7-1-16,7 3-1 0,5-3-36 15,0 0-84-15,13 0-348 32</inkml:trace>
  <inkml:trace contextRef="#ctx0" brushRef="#br0" timeOffset="3075.95">1010 16549 137 0,'0'0'121'0,"0"0"-87"15,0 0 6-15,0 0 63 0,0 0-29 16,0 0-9-16,0 0 10 31,0 0 0-31,-13-104-11 16,13 98-22-16,0 3 25 0,0 0-31 15,0 3 3 1,0 0-7-16,0 0-3 0,0 0-14 16,0 0-13-16,0 0-2 15,0 0-14-15,0 6-9 16,0 21-5-16,0 20 28 0,0 5 7 15,0 13-2-15,0-4-4 16,0-2 9-16,0-7-10 0,0-2-1 16,0-13 1-1,0-6 1-15,0-10 3 0,0-2-3 16,0-10-1-16,0-6 2 16,0 0 0-16,0-3-2 15,0 0-7-15,0 0-93 16,0 0-74-16,0 0-33 15,-4-6-288-15</inkml:trace>
  <inkml:trace contextRef="#ctx0" brushRef="#br0" timeOffset="3346.44">1038 16445 688 0,'0'0'148'15,"0"0"-142"-15,0 0 61 16,0 0 24-16,0 0-91 16,0 0-1-16,37-31-7 0,-12 28 7 15,12 3 2-15,-5 0-1 16,1 0 1-16,-8 0-1 0,0 0 0 16,-5 0 0-1,1 0-2-15,-6 0-1 16,-2 0-57-16,-5 9-28 15,-4 7-60 1,-4 5-20-16,0-15-40 0,0 4-34 16</inkml:trace>
  <inkml:trace contextRef="#ctx0" brushRef="#br0" timeOffset="3580.08">1017 16784 214 0,'0'0'324'15,"0"0"-317"-15,0 0 0 16,0 0 106-16,0 0-62 16,0 0-39-16,8 22 6 15,25-22 64-15,13 0-40 16,3-9-10-16,-4 2-14 0,-4 1-17 31,-4 3 0-31,-8 0-1 16,-9 3-34-16,-8 0-112 15,-7 0-57-15,-5 0 1 16,0 6 22-16</inkml:trace>
  <inkml:trace contextRef="#ctx0" brushRef="#br0" timeOffset="3818.21">1042 17015 222 0,'0'0'168'16,"0"0"-168"-16,0 0 17 15,0 0 81-15,0 0-57 16,0 0-3-16,41 22 26 16,1-22-12-1,2 0-6-15,6-6-30 16,-5 6-8-16,-8 0-5 16,-5 0-3-16,-15 0-14 15,-1 0-32-15,-7 0-53 16,-9 3 1-16,0 15-27 15,-17-8 19-15,-8 2-17 0</inkml:trace>
  <inkml:trace contextRef="#ctx0" brushRef="#br0" timeOffset="9049.91">5915 17632 138 0,'0'0'56'0,"0"0"-53"15,0 0 48-15,0 0-7 32,0 0-14-32,0 0-6 0,0 0 18 15,0 0 3-15,8-44-9 16,-8 44 4-16,0 0-4 16,0 0 3-16,0 0-4 15,0 0-8-15,4 0 2 16,-4-2-4-16,0 2-5 0,0 0 3 15,0 0-14-15,0 0 1 16,0 0-9-16,0 0-1 16,0 0-14-16,0 12-1 15,5 9 13-15,3 7 2 0,-4 3 14 16,4 0-12-16,4 2-4 16,0-5-34-16,-4-25-140 31,-4-3-286-31</inkml:trace>
  <inkml:trace contextRef="#ctx0" brushRef="#br0" timeOffset="10582.93">10340 17429 115 0,'0'0'114'0,"0"0"-83"0,0 0 10 15,0 0 14 1,0 0-13-16,0 0-7 16,0-10-6-16,0 10 7 15,0 0 0-15,0 0 11 16,0 0-12-1,0 0-11-15,0 0-7 0,0 0-4 0,0 0-7 16,0 0 0-16,0 0-6 0,0 0 0 16,0 0-4-1,0 3 4-15,0 16 0 0,0-1 23 32,0 4-17-32,0 2 1 15,0-2-6-15,0-1 6 0,0 1-7 16,0-4 0-16,8-2-10 15,0-1-43-15,5-2-54 16,-5-1-45-16,-8-12-9 0</inkml:trace>
  <inkml:trace contextRef="#ctx0" brushRef="#br0" timeOffset="18077.27">10356 17616 246 0,'0'0'200'0,"0"0"-164"15,0 0 13-15,0 0 30 16,0 0-37-16,0 0-10 16,0 0-1-16,0 0 10 15,0 0 7-15,0 0-8 0,0 0-5 0,0 0-3 16,0 0-8-1,0 0-3-15,0 0-8 16,0 0-6-16,0 0-4 16,0 0-2-16,0 0 1 15,0 0-2-15,0 0 0 16,0 0 0-16,0 0 0 16,0 0 1-16,0 0-1 15,0 0 0-15,0 0 0 16,0 0 1-1,0 0-1-15,0 0-1 0,0 0-1 16,0 0 3-16,0 0-1 16,0 0 0-16,0 0 1 15,0 0 0-15,0 0 1 0,0 0 3 16,0 0 4-16,0 0-3 16,0 0 9-16,0 0 2 15,0 0 2-15,0 0 5 16,0-3-13-16,0-3 4 15,0 3 7-15,0-3-15 16,0 0-3-16,-4 0 12 0,0-1-12 0,-4 1 18 16,4 0-22-1,-9-3 0-15,6 3 10 16,-1-4-9-16,-5 1 5 16,1 3-1-16,-1-4 6 0,5 5-2 31,-4-2-6-16,-1-5 4-15,-3 3-1 0,3-1-5 0,-7 1 0 16,0-3 1-16,-1 0 0 16,5 0 3-1,-1-1-2-15,-3 3-1 0,3-2 1 16,1 3-2-16,-5-3 2 16,1 0-2-16,4-1-1 15,-5 4 3-15,0-3-3 0,1-1 0 16,3 4 5-16,-3-4-4 15,3 4 4-15,-3-3 1 16,0 0-6-16,-5 2 4 16,0-2-4-16,0 0 0 15,1-1 0-15,0 1 2 0,-1 0-2 32,0-3 1-32,0 2 0 0,1 1 0 15,-5 0-1 1,9 2 0-16,-5 1-1 15,4 0 1-15,5-4 0 16,-5 4 2-16,5 0-2 0,-5 0 2 16,6-4-2-1,-2 4 0-15,0-3 3 0,-3 0-2 0,3 2 3 16,1-2-4-16,-5 3 1 16,5-4 1-16,-4 4 0 15,-1 0-2-15,1-4 5 16,-1 1-2-16,0-3-1 15,1 3-2-15,-5 2 0 16,5 1 0 0,-1-3-1-16,-3-1 1 15,-1 4 0-15,8-1 0 16,-8 2 0-16,5-5 2 16,0 1 0-16,4 2-1 15,-1 1-1-15,-4 0 0 16,5 0 0-16,-1 0 3 15,1-1-6-15,3 1 3 0,1 0 0 16,1 0 5-16,-6-4-5 16,1 7 0-16,-1-6 1 0,0 0 0 15,5 2-1 1,-4-2 0-16,-1 6 0 16,5-7-1-16,-4 7 1 15,4-3 0-15,-5-3-1 0,5 2 3 0,-5 4-2 16,5-3 0-16,-5 0 1 15,5 2-4-15,-5-5 3 16,1 6 0-16,4-4 0 16,0 5 2-16,0-5-2 15,3 1 0-15,-3 3 0 16,4-3-2 0,-5 0 1-16,5-1 1 15,0 4 0-15,-5-3 4 16,5 3-7-16,-4-3 3 15,-1-1 0-15,5-2 2 16,-3 6-1-16,2-4-1 16,-3 1 2-16,4 0 0 15,-1-1-2-15,1 1 3 0,0 3-3 16,4 0 2 0,-4 3-1-16,-1-3-1 15,5-4 1-15,-4 5 2 0,4-5-4 16,-5 4 2-16,1 3 0 15,-4-3 1-15,3 0 1 16,1-4-3 0,-3 4 7-16,3 0-7 0,3 0 5 15,-3 3-3-15,0-4-1 16,0 5 3-16,4-5-3 0,-1 4-1 16,1 0 3-16,0-3-1 15,-4 0-2-15,4 6 0 16,0-6 2-16,-5 3 0 15,1-4-1-15,0 1 0 16,-5 0 2-16,5 0 0 16,4 0-4-16,-4 0 2 15,-1 3-1-15,5-1 0 0,1-2 0 16,3 6 0-16,-4-3-1 16,0 3 3-16,0 0-3 15,4 0 1-15,0 0-1 16,0 0 0-16,0 0-3 15,0 0 4-15,0 0-2 0,0 0 0 16,0 0 0-16,0 0-1 16,0 0-2-16,0 0 4 15,0 0-4-15,0 0-1 32,0-3 5-32,0 3-5 0,0 0 4 15,0 0-3-15,0 0-3 16,0 0 5-16,0 0-12 15,0 0 5-15,0 0 2 16,0 0-7-16,0 0 4 16,0 0-2-16,0 0 0 15,0 0 0-15,0 0-7 0,0 0 2 32,0 0 2-32,0 0-11 0,0 0 5 15,0 0 0-15,0 0 3 16,0 0 7-16,0 0-4 15,0 0 8-15,0 0 8 16,0 0-2-16,0 0 2 16,0 0 0-16,0 0 1 15,0 0-1-15,0 0 0 0,0 0 0 16,0 0 4-16,0-3-3 16,0 3 7-16,0 0 0 15,0 0 0-15,0 0 5 16,0 0-7-16,0 0-2 15,0 0 6-15,0 0-8 0,0 0 4 16,0 0-3-16,0 0-1 16,0 0 2-16,0 0-2 15,0 0-2 1,0 0 5-16,0 0-4 0,0 0 2 0,0 0-1 16,0 0 1-16,0 0 8 15,0-3 2-15,0 0 6 16,0-3-18-16,-8 2 5 31,-1 2 0-31,-3-1 0 0,4-7 2 16,3 7 3-16,1 3-9 15,0-6-2 1,0 6 1-16,0-3 1 0,0 0-2 16,0 3 0-16,4 0 0 15,-4 0 1-15,4 0-1 16,0 0 0-16,0 0-1 0,0 0 1 15,0 0-1-15,0 0-1 16,0 0 0-16,0 0 1 16,0 0-4-16,0 0-2 15,0 0 5-15,0 0-6 0,0 0 2 16,0 0-5-16,0 0 0 16,0 0-2-16,0 0-9 15,0 0-1-15,0 0 5 16,0 0-12-16,0 0-2 15,0 0-7-15,0 0-17 16,0 0-11 0,0 0 1-16,0 0 8 15,0 0 14-15,0 0 1 16,0 0 2-16,0 0 17 16,0 0 20-16,0 0 3 0,0 0 0 15,4 0 1-15,-4 0 2 16,0 0 2-16,0 0 16 15,0 0 14-15,0 0 12 16,0 0 5-16,0 0-5 0,0 0-2 16,0 0-4-16,0 0-11 15,0 0-5-15,0 0-5 16,0 0 0 0,0 0 2-16,0 0-13 15,0 0-3-15,0 0 3 0,0 0-8 0,0 3 2 31,0 3 0-31,-4 0 1 0,-13 0 4 0,0 1-5 16,-3 5 2-16,0 0-4 16,-1 1 5-16,-3 2-4 31,-1 1 12-31,4-4-6 0,-4 6 4 16,2 1-7-16,2-1 0 15,-4-2-1-15,4 2-1 0,-3-3-3 16,3 7 1-16,0-3 0 15,2-1 1-15,-2 4-1 16,-4-4 0-16,0 4 1 16,1-4 3-16,-5 4-3 15,1-7-1-15,3 4 1 0,-4-4 0 16,4 0-1-16,-4 1 0 16,5-4 1-16,0 7 2 15,-5-4-4-15,4 4 1 16,0-4 0-16,0-2 2 15,6-1-2-15,-2 0 0 16,4 0 0 0,1-3 0-16,-5 4 0 15,-4-1 0-15,9 1 2 16,-8-1 0-16,3 0-2 0,-3 1-1 16,-1 2 0-16,4-3 2 15,-4 0-1-15,9 1 1 16,-4-1-1-16,4-2 0 15,-1-1-1-15,5 3 1 16,-5-2 0-16,5 2 1 0,-5 0-2 16,1 4 1-16,-1-4 0 15,2 0 0-15,-2 4 0 16,-4-4 0-16,5 0 2 16,-5 0-2-16,1 4 0 15,-1-4 0 1,0 1 1-16,6-4-1 15,2 0 0-15,1 0 0 16,4-2-1-16,-5-1 2 16,5 3-2-16,0 0 0 15,-5-6 1-15,5 6 2 0,0 1-2 16,0-7 0-16,-1 6 2 16,1-6-2-16,0 3 0 15,4 1 0-15,-4-2 0 16,0 2 1-16,0-1-1 15,0 0 0 1,-1 0-2-16,1 0 3 0,-4 4-1 0,3-1 0 16,1 0 0-16,-4-2 4 0,3 5-3 31,-3-6-1-31,4 3 2 16,-1 0 0-16,1 0-2 15,-4 1 0-15,5 2 5 16,-2-6-3-16,-3 7-1 0,4-4 2 15,-5 0-1-15,1 3 0 16,-5-2 3 0,9 2-3-16,-9 1 1 0,9-5-1 0,-8 5-1 15,3-3 2-15,-2 2 4 16,-2 0-5-16,-3 0-1 16,-1 0 1-16,8-2 0 15,-3 2 0-15,4 1-2 16,-1-1 0-16,1-3 2 0,3-3-1 31,2 3-1-31,-5-2 1 16,4 2 0-16,-1 3-2 15,-3-5 2-15,4 2-1 16,-1-3 3-16,-3 0-1 16,8 0-1-16,-4 0-1 0,3-3 1 15,1 4 2-15,0-4-2 16,0 0-1-16,0 3 2 15,0 0-2-15,4-3 2 16,-9 0-2-16,5 1 0 16,0 1 1-16,0 2 1 0,0-1 1 15,0 0 4-15,-4-3-3 16,4 0 1-16,0 3-4 16,0-2-1-16,0-1 2 15,0-1 0-15,0 1-1 0,0-3 2 16,4 4-3-16,-5-1 4 31,1 0-2-31,0 0 2 16,-4 3 3-16,0 0-1 0,-1 1-1 15,1-1 0-15,-4 0-5 16,8-3 5-16,-5 0-4 16,5 0 0-16,4-3 1 15,-4 3-1-15,0-3 0 16,4 0-1-16,0 0 0 15,0 0 0-15,0 0 0 16,0 0 1-16,0 0-1 16,0 0 1-16,0 0-1 0,0 0 6 15,0 0-6-15,0 0 4 16,0 0-4-16,0 0-2 16,0 0 2-16,0 0-10 0,0 0-14 15,0 0-11-15,0 0-21 16,0 0-34-16,0 0-81 31,4-9-148-31</inkml:trace>
  <inkml:trace contextRef="#ctx0" brushRef="#br0" timeOffset="19725.78">8247 16004 307 0,'0'0'222'16,"0"0"-191"-16,0 0-1 16,0 0 40-16,0 0-56 0,0 0-14 15,0 0-7-15,0 0 3 0,20 0 4 16,-7 0 4 0,-6 0-1-16,5 0-1 0,5 0 0 15,4 0 5-15,4 0-4 16,3 0 5-16,10 0-2 15,6 0-1 1,6-6-2-16,3-3 4 16,4 0 4-16,5-1 20 15,-1-2-7-15,-3 3-7 16,-5 3-8-16,-12-1-4 16,-12 4 1-16,-12-3-6 15,-5 3 0-15,-8 3 3 16,-4 0-3-16,0 0 2 0,0 0-2 15,0 0-6-15,0 0-17 16,0 0-29-16,0 0-55 0,0 0-111 16</inkml:trace>
  <inkml:trace contextRef="#ctx0" brushRef="#br0" timeOffset="20146.93">8530 15869 482 0,'0'0'69'0,"0"0"-59"16,0 0 58-16,0 0-24 15,0 0-44-15,0 0-15 16,-58 15 15-16,29 3 9 16,-7 7 12-16,-1 0 0 0,4-1 14 0,-5 4-2 15,11 0-6 1,2-6-8-16,12-4-10 0,5-3-5 16,8-2-2-16,0-4-2 15,0-3 0-15,0 1-2 16,8-2 2-16,17 2 12 15,3-1-3 1,5-3-1-16,4 0-7 16,5-3 8-16,-2 0-6 15,-3 0-1-15,-4 0-2 16,-4 0-14-16,-29 0-166 16,0 0-164-16</inkml:trace>
  <inkml:trace contextRef="#ctx0" brushRef="#br0" timeOffset="20657.7">9195 15702 354 0,'0'0'141'0,"0"0"-106"0,0 0 54 0,0 0 57 15,0 0-99-15,0 0-16 16,0 0-10-16,-25-34-12 16,21 34-4-1,4 0-5-15,0 0-3 0,0 12 3 16,0 10 0-16,0 6 11 16,0 5-2-16,0 2-8 15,0 1 5-15,0 5-2 16,4-7-3-16,0 0 4 15,4-7-3-15,0-2-2 0,-3-7 3 32,-1-5-1-32,0-7 3 15,-4-3-4-15,0-3 1 16,0 0-2-16,0 0-10 16,0 0-42-16,0 0-43 0,0-6-255 15</inkml:trace>
  <inkml:trace contextRef="#ctx0" brushRef="#br0" timeOffset="20939.79">9154 15665 469 0,'0'0'122'0,"0"0"-78"0,0 0 84 16,0 0-45-16,0 0-67 15,0 0-12-15,41-61 5 16,-17 54 3-16,-3 1-3 16,0 3-1-16,-1-3 2 15,-7 6-8-15,-2 0-2 16,2 0 1 0,-9 0-1-16,4 0 0 15,-8 0-14-15,0 0-65 16,0 6-96-16,0-3-43 15,0 3-87-15</inkml:trace>
  <inkml:trace contextRef="#ctx0" brushRef="#br0" timeOffset="21170.73">9088 15881 438 0,'0'0'52'0,"0"0"-51"15,0 0 117-15,0 0 35 32,0 0-91-32,0 0-31 0,115-25-11 15,-78 16-11-15,-8 0-5 16,-4 2-2-16,-10 5-2 16,-6 2-23-16,-9 0-108 15,0 0-61-15,0 0-47 16,-5 0-33-16</inkml:trace>
  <inkml:trace contextRef="#ctx0" brushRef="#br0" timeOffset="21408.73">9092 16066 236 0,'0'0'150'15,"0"0"-148"-15,0 0 38 16,0 0 107-16,0 0-102 0,0 0-3 15,42 15 62 1,-10-15-37-16,9-9-34 0,-4-4-8 16,0 8 6-16,-9-2-16 15,1 1-10-15,-12 0-3 16,-5 3-2 0,-4 0-69-16,-8 3-128 15,0 0-110 1</inkml:trace>
  <inkml:trace contextRef="#ctx0" brushRef="#br0" timeOffset="21941.46">9519 15838 173 0,'0'0'278'0,"0"0"-212"16,0 0 18-16,0 0 41 16,0 0-18-16,0 0-42 15,-4-16-18-15,4 16-18 0,0 0-11 0,0 0-9 16,0 0-9-16,0 7-18 15,0 20 3 1,0 7 15-16,8 3 11 16,0 6-4-16,5-6-3 0,-5 3-2 31,5-9 1-31,-5-3-2 16,0-7 0-16,3-5-2 0,-6-4-19 15,-1-6-43-15,0-6-78 16,-4 0-18-16,0 0 5 15,0-9-158-15</inkml:trace>
  <inkml:trace contextRef="#ctx0" brushRef="#br0" timeOffset="22195.91">9548 15807 506 0,'0'0'82'15,"0"0"-2"-15,0 0 36 16,0 0-73-16,0 0-43 0,0 0-6 15,44-19 0-15,-15 19 6 32,-4 6-6-32,-4 10 2 0,-9 3-8 15,-12-1-33-15,0-3 0 16,0 4 28-16,-25 2 17 16,-12-2 0-16,-3 0 19 15,3-4-19-15,4 0-12 16,12-9 12-16,4-6-36 15,13 0-30-15,4 0-67 0,0 0-141 16</inkml:trace>
  <inkml:trace contextRef="#ctx0" brushRef="#br0" timeOffset="23247.66">9733 15924 285 0,'0'0'194'0,"0"0"-190"16,0 0 21-16,0 0 86 15,0 0-31-15,0 0-19 0,61 6-2 16,-32-21-35-16,-4-4-11 16,-5 4-10-16,0-4-3 0,-12 1-3 15,5-1-36-15,-13 4 20 16,0-1-14-16,0 4 26 15,-4 0 6-15,-17 5 2 16,-3 7 5-16,-1 0 17 16,5 0 11-16,-5 7-19 15,0 17-12-15,0 4 3 0,18 6-4 32,7-3 2-32,0-3-4 0,4-7-1 0,24-2-11 15,9-7 12-15,9-9 1 16,-6-3-1-16,6 0-14 15,3 0-38-15,-3-9-30 0,-2-9 24 16,-3-4 7 0,-3-3-12-1,-10 4 5-15,-4-4 53 16,-11 4 5-16,-9 2 28 0,-4 7 0 16,0 2 63-16,-4 10 8 15,-21 0-35-15,-7 0-39 16,-5 16 4-16,-1 9-1 15,1 8-6-15,14-2-5 0,10-3-16 16,9-9 3 0,4-4-8-16,0-9 2 0,0-6 0 15,4 0 2-15,16 0 10 16,9 0 0-16,4-12 1 16,-4-10 1-16,-9 7-12 15,1 3-5 1,-13 2 5-16,-8 7 2 15,0 3-2-15,0 0 0 16,0 0-11-16,0 3-25 16,0 16 33-16,0 2 3 0,0-2 3 15,0-1 3 1,0-9-5-16,8-2-1 0,0-7 0 16,4 0 7-16,5 0-3 0,3-16 3 31,9-15-7-31,0-3-23 15,-5-9-60-15,-7 0 11 16,-1-3 28-16,-3 3-7 16,-5 0 35-16,0 3 16 0,-4 12 7 15,-4 3 31-15,0 16 55 16,0 3 21-16,0 6-25 16,0 0-42-16,0 0-47 15,0 31-32-15,0 12 32 0,0 9 13 16,0 4-10-16,0-1 0 15,0-6-3-15,0-6 1 16,0-5 5-16,0-14 4 16,0-11 11-16,0-7 0 15,0-6-5-15,0 0 15 16,4 0 11-16,5-6-4 16,3-22 22-16,9-9-30 0,3-9-26 15,-4-1 2-15,5 4-6 16,-9 3 0-16,1 3 0 15,-5 12-4-15,-3 7-13 0,-1 9-48 32,-8 9-43-32,0 0-87 15,0 6-140-15,0 9 106 0,0 4-92 0</inkml:trace>
  <inkml:trace contextRef="#ctx0" brushRef="#br0" timeOffset="23417.29">10558 15859 309 0,'0'0'158'0,"0"0"-78"16,0 0 56-16,0 0 5 16,0 0-45-16,0 0-11 15,20 53-24-15,1-41-10 0,11 0-19 16,-3 4-14-16,0-4-11 16,-4-3-5-16,-4-2-2 15,-21-7-96-15,0 0-325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4:36:30.50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19712 934 133 0,'0'0'134'0,"0"0"-77"16,0 0-43-16,0 0 23 0,0 0 55 15,0 0 11-15,0 0-39 16,0-15-43-16,0 15-11 15,0-4 7-15,0 4 22 16,0 0 95-16,0 0-123 16,0 0 15-16,0 0 22 15,0 0-7-15,0 0-3 0,0 0-7 16,0 0-7-16,0 0-11 16,0 0-3-16,0-3 2 15,0 3 1-15,0 0 5 16,0 0-2-16,0 0 0 0,0 0-6 15,0 0 2-15,0 0 0 32,0 0-1-32,0 0-3 15,0 0-2-15,0 0-2 0,0 0-4 16,0 0 0-16,0 0-10 16,0 12 1-16,-4 19-9 15,-4 19 14-15,-1 11 4 16,1 10 15-16,4 6-8 15,-4 3 0-15,8 0-2 0,0-6 0 16,0-9-2-16,0-9-1 16,0-13 4-16,-4-12 1 15,-1-7 2-15,5-11 2 16,-4-10 3-16,4-3-7 16,0 0-1-16,0 0-2 15,0 0 5-15,0 0 0 0,0 0-4 16,0 0-2-16,0-3 1 15,0-10-4 1,0-5-20-16,0-7-33 0,-4-5-23 16,-4-8-50-16,0-5-98 15,-1 28-112-15,2-7-98 16</inkml:trace>
  <inkml:trace contextRef="#ctx0" brushRef="#br0" timeOffset="439.53">19383 912 688 0,'0'0'56'0,"0"0"-56"16,-81-111 0-16,64 102 75 15,9 3 48-15,4 0-19 0,4 6-45 16,0-3-8-16,0 3-36 16,0 0-11-16,4 0-8 15,29 0 0-15,11 12 1 16,23 9 2-16,2 7 2 0,14 3 0 15,-6 6-1-15,6 9 4 32,-10 7-4-32,-7 5 0 0,-9 0 1 15,-7 5-2-15,-13-2 2 16,-8-5-2-16,-14-7-1 16,-10-9 1-16,-5 0-1 15,-16 0-5-15,-46 3-6 0,-24-3 13 16,-17 1 5-16,-16-8 17 15,0-8-1-15,13-3 8 32,15-13-2-32,30-6 11 0,19 0-8 15,22-3-12-15,16 0-3 16,4 0-5-16,0 0-10 16,12 0-10-16,29-9-10 0,20-7-24 15,18-2 0-15,3 2-15 16,-4-2-57-16,-53 12-131 15,-5-1-152-15</inkml:trace>
  <inkml:trace contextRef="#ctx0" brushRef="#br0" timeOffset="872.24">20262 1371 280 0,'0'0'99'0,"0"0"-96"15,0 0-3-15,0 0 120 0,0 0-20 16,0 0-20-16,41-9-16 31,-41 9 1-31,4 0-15 0,1 0-13 16,7-12 2-16,9 0 20 16,2-10 11-1,2-9-23-15,-4 4-29 0,-5-1-9 16,-3 3-6-16,-9 4-1 15,-4 2-1-15,0 10 6 16,-17 5-7-16,-16 4-8 16,-12 0-17-16,-12 32 15 0,3 4 10 15,2 14 1-15,10-4 5 16,17 0 11-16,13-6-7 16,12-6-4-16,0-6-3 15,21-9-2-15,12-4-1 16,19-9 0-16,15-6 3 0,6 0 6 15,10-3-4 1,-14-15-5-16,5-1-45 16,-17-3-38-1,-7 1-55-15,-13-7-93 16,-37 19-66-16,0-6-80 0</inkml:trace>
  <inkml:trace contextRef="#ctx0" brushRef="#br0" timeOffset="1125.23">20751 1156 646 0,'0'0'245'0,"0"0"-171"15,0 0 25 1,0 0-7-16,0 0-32 0,0 0-54 16,0 15-6-16,0 47-9 15,0 15 9-15,0 12 9 16,0 7-6-16,4 3 1 16,0-10-4-16,0-9-20 0,0-22-3 15,0-17 23-15,5-17-3 0,-9-15 2 16,4-9-4-1,-4 0-28-15,0-33-13 16,0-20 15-16,0-15-106 16,0-12-86-16,-13-12 22 0,5 51-68 15,4 1 93 1</inkml:trace>
  <inkml:trace contextRef="#ctx0" brushRef="#br0" timeOffset="1387.57">20726 1230 263 0,'0'0'289'15,"0"0"-123"-15,-17-105-7 16,17 105-39-1,0 0-32-15,34 6-88 0,18 19-17 16,23 3 16-16,6 5 1 16,-6-5 0-16,-14 3 0 0,-20-9-17 15,-24-4-11-15,-17 0 11 16,0-2 2-16,-50 5 6 16,-23-2 9-16,-10 0 59 15,1-11-18-15,16-1-1 16,22-7-7-16,15 0 5 15,20 0-28 1,9 0-10-16,0-12-25 16,38-16-62-16,14-6-8 0,23-6 2 15,6-7 24 1,6-14-19-16,-5-10-74 16,-57 43-125-16</inkml:trace>
  <inkml:trace contextRef="#ctx0" brushRef="#br0" timeOffset="1609.34">21403 733 325 0,'0'0'574'0,"0"0"-475"0,0 0-91 16,0 0-16-16,0 0 15 15,-21 161-7-15,13-72 20 16,4 4-8-16,4-1-8 16,0-9-2-16,0-15-2 0,12-18-12 15,-3-17 12-15,3-18-3 16,-4-8-3-16,9-7 1 15,-5 0-23-15,9-28-1 16,-5-12-30-16,-3-3-81 16,-13 21-67-16,0 7-198 31</inkml:trace>
  <inkml:trace contextRef="#ctx0" brushRef="#br0" timeOffset="1941.28">21490 1223 324 0,'0'0'286'0,"0"0"-241"16,0 0-18-16,0 0 17 15,0 0-2 1,0 0 31-16,110 87-13 0,-68-87 0 16,-2-12 3-16,1-19-1 0,-3-9-26 15,-5-3-11 1,-10-4-18-16,-10 7 5 16,-5 3-11-16,-8 10-1 0,0 11-1 15,-12 4-4-15,-20 12-7 16,-10 3 6-16,-3 34 1 15,-5 15 3 1,14 7-1-16,11-1 3 16,17-5 0-16,8-10 0 15,4-12-13-15,29-13 8 16,12-15 1-16,13-3-3 16,16-12 7-16,3-25-1 15,-3-13-10-15,-4-8-54 16,-8-7-56-16,-13-6-58 0,-41 40-45 0,-8-2-60 15</inkml:trace>
  <inkml:trace contextRef="#ctx0" brushRef="#br0" timeOffset="2140.79">22171 675 704 0,'0'0'359'16,"0"0"-306"-16,0 0-51 0,-29 151 3 16,29-53 14-16,0 4-14 0,41-3 2 15,5-7-7-15,2-11-9 16,-10-17 2-16,-5-21-6 15,-9-12 5 1,-12-19-15-16,0-12-16 0,-12 0-34 31,0-24-51-31,-15-16-3 16,-10 12-225-16,-4 3 62 0</inkml:trace>
  <inkml:trace contextRef="#ctx0" brushRef="#br0" timeOffset="2409.34">22073 1152 462 0,'0'0'285'16,"0"0"-123"-16,0 0-80 15,0 0 7-15,0 0-18 16,0 0-64-16,4-76 12 16,69 76-19-16,14-3 7 0,7-4 0 15,0 1-2-15,-11 0-5 16,-14 3 2-16,-15 0-2 16,-21 3 0-16,-18 0-2 15,-6 9 0-15,-5 19-9 16,-4 15-6-16,0 0 6 0,0 0 11 15,0-6 0 1,0-9 7-16,0-9-6 16,0-7 2-16,0-6-2 15,0-6-1-15,0 0-3 16,4-15-10-16,4-23-16 16,0-8 2-16,-3-12-110 15,-5 30-93-15,0 0-225 16</inkml:trace>
  <inkml:trace contextRef="#ctx0" brushRef="#br0" timeOffset="2503.54">22668 727 106 0,'0'0'926'0,"0"0"-926"15,0 0-8-15,0 0-239 16,0 0-62-16</inkml:trace>
  <inkml:trace contextRef="#ctx0" brushRef="#br0" timeOffset="3211.7">23139 986 1005 0,'0'0'140'0,"0"0"-138"15,0 0 2-15,0 0-4 16,0 0 3 0,9 145 24-16,-22-89 19 0,5 2-35 15,4-5-11-15,4-13-7 16,0-13 6-16,0-11 1 15,16-7 0-15,17-9 0 16,9 0 0-16,10-31 8 16,6-12-2-16,-4-10 2 0,-9-5-1 15,-12-1-7-15,-21-2-1 16,-12 11-1-16,0 10-1 16,-21 16 2-16,-20 11 1 15,-16 13 0-15,-5 0-3 16,1 22-7-16,3 15 9 15,17 9-4 1,24 0-43-16,17-3-49 0,0-11-72 16,33-17 9-1,25-9 62-15,3-6 40 0,14-6 41 16,-6-25-10 0,-3-6-11-16,-12-6 38 15,-14 6 8-15,-11 3 35 0,-8 9-14 16,-9 13 46-16,-12 9 32 0,0 3 26 15,0 0 14-15,0 9-93 16,0 31-54-16,0 12-9 16,-4 10 9-16,4-3 13 15,0-13-9-15,0-6-2 16,0-22 1-16,0-5 1 16,0-13-3-16,8 0 4 0,13-13 16 31,8-27 17-31,3-9 37 15,1-6-57-15,-4-1-13 16,-8-2-5-16,-1 11 3 16,-7 14-3-16,-2 14 2 0,-7 13-1 15,-4 6-2-15,0 12 1 16,0 28-11-16,0 19-10 16,0 6 21-16,13-4 13 15,7-8-6-15,5-20-6 0,0-8 2 16,4-15-3-16,7-10 1 15,14-10-1-15,-1-33-19 16,-36 15-67-16,-1-2-191 16</inkml:trace>
  <inkml:trace contextRef="#ctx0" brushRef="#br0" timeOffset="4986.29">25586 974 394 0,'0'0'125'16,"0"0"-122"-16,0 0 11 15,0 0 83-15,0 0-23 32,0 0-24-32,20-90-16 15,-15 69 9-15,-5-4-5 0,0-3 0 16,0-5 10-16,0-7-37 0,-13-4-1 16,-11 1 14-16,0 0-18 15,-5 9 5-15,4 9-11 16,-8 16 3-16,1 9-1 15,-10 0 7-15,-11 31-2 16,-4 22 4-16,3 23 1 16,9 14-1-16,8 5 16 15,17 7-23-15,16-3 0 16,4-10 1-16,4-15-4 0,24-19 3 16,9-11-2-16,17-17 1 15,7-14 1-15,17-10 12 31,8-3 2-31,9 0-14 0,-5-19 3 16,-4-5-7-16,-8-1-49 16,-13-3-61-16,-60 16-76 15,-5 0-92-15</inkml:trace>
  <inkml:trace contextRef="#ctx0" brushRef="#br0" timeOffset="6121.45">25902 647 865 0,'0'0'0'0,"0"0"-6"16,0 0 6-16,0 0 86 15,0 0-13-15,0 0-73 0,-29-80-6 16,29 114-30 0,0 12 36-1,-3 25 16-15,-5 6 7 0,4 6-18 16,-1 6-1-1,1 1 3-15,4-13-6 0,0-6 3 0,0-18-4 16,0-13 3-16,0-13-1 16,0-14 2-16,0-7-1 15,0-6 3-15,0 0 10 16,0-13 34-16,4-20 25 16,9-14-66-16,-2-5-4 15,2-1 1-15,3 4-6 16,-8 9 0-16,1 16 0 15,-5 11 5-15,-4 10-5 16,0 3 0-16,0 0-7 0,0 9-23 16,8 22 4-16,5 9 26 0,7 0 6 15,1-3-2 1,4-6 1-16,3-13-5 16,5-5-2-16,4-13 2 15,12 0-3-15,4-16-27 0,5-17-48 16,-9-8-27-1,-8-2-10-15,-12 0-31 16,-8 0 50 0,-9 3 69-16,-12 3 27 15,0 3 19-15,0 12 84 0,-8 10 43 16,-9 6-69-16,1 6-39 16,-5 0-16-16,4 0-13 15,1 25-9-15,4 11 0 0,0 4 0 16,8 13 12-16,0 3-10 15,4-1 7-15,0-6-4 16,0-9 1-16,0-9-6 16,4-12-5-16,12-7 5 0,0-9 6 15,13-3 3-15,0-3-5 32,0-28-4-32,0-6-2 15,-14-3-20-15,2 3 17 0,-13 6 5 16,0 13 4-1,-4 8 8-15,0 8 9 16,0 2-21-16,0 0-2 16,0 27-24-16,0 4 26 0,0 0 5 15,17 0-2-15,-5-16-1 0,9-6 3 16,-1-9-4 0,5 0 5-16,3-15-6 0,5-22-9 15,-4-12-56-15,0-4-5 16,-8 4-56-16,-1-1-5 15,-4 10 54-15,-8 7 48 16,5 5 29-16,-9 15 43 0,0 8 36 16,0 5 4-16,4 0-77 15,13 15 2-15,4 18-8 16,12 14 12-16,3 2-2 16,10 4-6-16,-9-7 0 15,-5 0-4-15,-11-12 0 16,-12-3 0-1,-13-10-1-15,0-8 1 16,0-7 22-16,0-6 37 0,-5 0 10 16,-19 0 40-1,-4-25-52-15,-1-5-18 16,8-11-11-16,5-2 19 16,11-3-40-16,5-3 4 0,0 6-4 15,13 2-4-15,12 5 4 0,8 8-6 16,3 3-1-16,5 3-6 15,5 10-16 1,-6 9-27-16,1 0-42 0,1 3-80 16,-34 0-74-16,-4 0-122 15</inkml:trace>
  <inkml:trace contextRef="#ctx0" brushRef="#br0" timeOffset="6669.45">27544 838 342 0,'0'0'132'0,"0"0"-112"15,0 0 95-15,0 0 32 0,0 0-35 16,0 0-89-16,0 0-15 0,-57-80 4 16,20 80 3-16,-4 25 11 15,4 5-12 1,8 13 6-16,9 1 2 15,12 2-20-15,8 0 1 0,0-5-3 16,4-8 2-16,20-8 7 0,1-13-5 16,8-12 6-16,0 0 2 15,4 0-1 1,-1-21-4-16,-3-7 0 0,-4 0-5 16,-12 10 0-16,-9 2 2 15,0 13 4-15,-8 3 11 31,0 0-5-31,0 9-14 0,0 31-18 0,0 25 18 16,0 24 17-16,4 10-13 16,12 12-4-16,-4 0-16 15,5-15 0-15,-1-13 12 16,-16-15-42-16,0-25 46 16,0-12 29-16,-4-16-9 15,-16-12 20-15,-5-3 6 16,-3-6 6-16,-5-34-21 0,4-6-20 15,4-19-3-15,17-6-2 16,8-15 5-16,0-16-8 16,29-12-3-16,16 3-17 15,12 16-6-15,1 14-23 16,8 29 0 0,-17 21-67-16,-33 31-181 15,-8 0-225-15</inkml:trace>
  <inkml:trace contextRef="#ctx0" brushRef="#br0" timeOffset="7024.22">27926 995 634 0,'0'0'172'0,"0"0"-166"0,0 0-5 15,0 0 81 1,0 0-35-16,0 0-6 0,127-68-22 15,-90 35-14 1,-8-8 3-16,-4-2 20 0,-13-3-1 16,-8 0 3-16,-4 6-8 0,0 9-4 15,-16 12-14-15,-21 14-2 16,-9 5 2-16,-7 18-4 16,-13 34 6-16,9 16 7 31,0 9-3-31,19 4-10 15,22-5 13-15,16-5-10 0,0-12 1 16,33-10 10-16,25-15-7 16,7-12 2-16,22-16-2 15,15-6 2-15,0 0-9 16,-7-16-7-16,-17-12-61 16,-66 10-94-16,-12 0-184 15</inkml:trace>
  <inkml:trace contextRef="#ctx0" brushRef="#br0" timeOffset="7859.9">29749 512 712 0,'0'0'110'15,"0"0"-110"-15,0 0 7 0,0 0 89 16,-115-71-39 0,95 71-19-16,3 0-27 0,-4 9-9 15,-3 22 9-15,-1 21 2 16,1 16-5-16,3 15 1 16,9 3-6-16,12-8 2 0,0-2-5 15,0-14 2-15,25-3-1 16,7-13 4-16,13-12 0 15,1-10 6-15,6-14-3 16,6-10 15-16,8 0 7 16,4-15-3-1,-4-23-6-15,-9-8 13 0,-8-9-25 0,-11-7 11 16,-19-9-10-16,-6-12-9 16,-13-4-1-16,0 4-4 15,-20 9-4-15,-17 16 5 16,-21 24-1-16,-7 12-15 0,-14 16 16 15,-2 6 0-15,2 12-18 32,6 32-58-32,56-13-100 15,5-1-197-15</inkml:trace>
  <inkml:trace contextRef="#ctx0" brushRef="#br0" timeOffset="8195.2">29666 891 837 0,'0'0'114'0,"0"0"-88"15,0 0 94-15,0 0-22 16,0 0-98-16,0 0-7 16,25 71 6-16,4-16 1 15,8 10 0 1,8 9 3-16,8 6 3 15,9-3-4-15,-1-6-1 0,1 0 1 16,-5-16-2-16,-11-12 2 16,-5-12 2-16,-16-9-3 15,-4-13 5-15,-18-6-5 16,1-3 2-16,-4 0 12 16,0 0 24-16,0-9-21 0,-4-10-18 15,-12-2-40-15,-5-4-5 16,-3 9-62-16,11 11-110 15,5-5-257-15</inkml:trace>
  <inkml:trace contextRef="#ctx0" brushRef="#br0" timeOffset="8983">30253 919 612 0,'0'0'149'0,"0"0"-81"16,0 0 61-16,0 0 18 0,0 0-52 15,0 0-42-15,9-99-43 16,-9 99-10-16,0 21-23 16,0 22 21-16,0 13 2 15,0 9 10-15,4-4-9 16,4-2 1-16,4-4 0 15,1-12-1 1,-5-15-2-16,4-3-1 16,1-13-2-16,-5-6-1 0,9-2 1 15,-5-4-6-15,4 0-5 16,0-22 0-16,1-15-24 16,-5-6-2-1,-12-9-54-15,0-4 24 0,0 1 18 16,0 5 15-16,-8 10 38 0,-5 9 38 15,-3 7 32-15,8 8-2 16,0 7-12-16,4 6 2 16,4-4-19-16,0 7-4 15,0 0-16-15,0 0-19 16,0 0 0-16,16 0-1 16,13 0 1-16,16 0 1 0,9 0 1 15,11 0-2-15,-3 0 0 16,-1 7 2-16,-7 5-2 15,-9 4 0-15,-17 2-3 0,-15 3-3 16,-13 1-1 0,0 6-15-16,-25 0 5 15,-28 2 17 1,-13-2 12-16,-8-6 17 16,12-10 3-16,18-3-9 0,19 1-3 15,17-7-17-15,8-1-3 16,0 2 0-16,0-1-10 15,21 0-8-15,11 6 17 16,21 0 0-16,5 1-23 16,7-4-2-16,-7 6-10 0,-1 0 2 15,-7 4 17-15,-17 2 2 16,-17-2 12-16,-16 3-5 16,0-1-17-16,-29 0 25 15,-28 1 13-15,-9-7 49 16,-4 1-19-16,9-4-4 15,12 0-24 1,7-3-13-16,9 1-2 16,1-5-55-16,28-2-167 15,-8 0-765-15</inkml:trace>
  <inkml:trace contextRef="#ctx0" brushRef="#br0" timeOffset="12013.31">19146 1978 352 0,'0'0'166'16,"0"0"-166"-16,0 0 1 0,0 0 43 16,0 0 40-16,0 0-46 15,0 0-32-15,-9 0 2 16,9 0 2-16,0 0 11 16,0 0 5-16,0 0 5 15,0 0 7-15,0 0-14 16,0 0-7-16,0 0-13 0,0 0-1 15,0 0-3-15,0 0-3 16,0 0 3-16,0 0 3 16,5 0 1-16,7 0 19 15,4 0 13-15,12 0 6 16,1 0-13-16,13 0-8 0,3 0-11 31,8 0 5-31,13 0-7 16,-1 0 4-16,5 0-2 15,4 0 4-15,4 0-1 0,0 0-8 16,0 0 1-16,0 0-5 16,0 0-1-16,0 0 0 15,5 0 1-15,-2 0 2 16,13 0-1-16,6 0 0 0,2 0-2 16,0 0-1-1,6 0 1 1,2 0-1-16,9 0 1 15,0-8 0-15,8 1 1 0,-4 4-1 16,1-3 1 0,-5 3 3-16,-8 0-3 0,-5 0-1 15,-3 0 11-15,-4-4 4 16,3 4-2-16,0-3-3 0,2 0 8 16,-6 3-5-16,-12-3-8 15,-4 6 0-15,4 0 1 16,1-3-6-16,-1 3 4 15,1 0-4-15,-2-3 0 16,-3 0 1-16,21 0 1 0,0-1-2 16,-1 1 1-16,-3-3 0 15,-17 3-1 1,-8 0 0-16,-5 3 0 0,6-3 0 16,-2 0 1-16,2 3-1 15,2-6 1-15,-3 2 0 16,-4-1-1-1,-4 1 0-15,-5 1-2 16,1 0 2-16,3 0-1 16,-3 0 1-16,-1 0 0 15,5-3 1-15,-4 3-2 16,3 0 1-16,6-4 0 16,-2 5 1-16,9-5-1 15,4 4 0-15,0 0 0 0,5-3 1 0,-6 3-1 16,2 0 0-16,-10 0 1 15,-2 0 1-15,2 3-2 16,1-7 0-16,8 7 0 16,1-5 2-16,-2 1-3 15,1-2 1-15,-8 3 0 16,0-3 0 0,4 2-3-16,-4-1 3 15,8-2 0-15,-4 1 2 16,1 3-2-16,-2-3 1 15,6 0-1-15,-2-1 0 0,5 4 1 16,1-2 0 0,-5-2 2-16,4 4-3 0,-12-3 6 15,4 0-4-15,-4 3 1 16,0-3 4-16,0 2-2 16,0 1-1-16,-5 0 2 0,2-3-2 15,-6 3 0-15,1-3-4 16,7 3 1-16,6 0 5 0,-2-3-3 15,6 3 2 1,3-4-3-16,-1 4 4 0,-2-3-3 16,-1 3-3-16,-4 0 2 15,4 0 0-15,1 0 2 16,-2 0-3-16,2 3 1 31,-1 0-2-31,-1 0 6 16,-2 0-3-16,3 0-1 15,0-4-2-15,12 1 1 0,-8 3-1 16,-3-2 0-16,-6 2 0 16,2-4 0-16,2 4 0 15,6 0 0-15,-1 0 0 0,4-3-1 16,-3 0 1 0,-1 3 0-16,0 0 0 0,4 0 3 15,4 0-3-15,6 0 1 16,-6 0-1-16,-4 0 0 0,-4 0 0 15,0 0 1-15,9 0-1 16,-5 0 3-16,4 0-3 16,-7 0 1-16,-9 0-2 15,0 0 1-15,0 0 0 32,0 0 3-32,8 0 0 0,-4 3 0 15,-4-3 3-15,-4 0 9 0,-12 0-6 16,0 0-8-16,-1 3 4 15,-4 1 11-15,-8-2-6 16,-3-2-3-16,-9 3-1 16,-17-3-2-16,-7 0 5 15,-9 0 0-15,-4 0 4 16,0 0 7-16,0 0-2 16,0 0-5-16,0 0-7 15,0 0-4-15,0 0 0 0,0 0-2 16,0 0-1-1,0 0 0-15,0 0 0 0,0 0 0 16,0 0-4-16,0 0-14 16,0 0-17-1,0 0-20-15,0 0-23 16,0 0-18-16,0 0-89 16,-8 0-205-16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4:37:15.48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6962 2903 83 0,'0'0'71'0,"0"0"-71"0,0 0 0 16,0 0 0-16,0 0 2 15,0 0 3-15,0 0 6 16,0 0-2-16,-62-15-9 16,62 9-7-16,0-1 7 0,0 5 1 15,0-1-1-15,0-1-17 16,0 1 17-16,0 0 4 15,4 0 9-15,0 0-10 16,0 0 5-16,5 0-3 16,-5 0-1-16,4 0-2 31,-4-4-1-31,5 4 7 0,-5 1 0 16,0-5-1-16,0 7 4 0,0-3-8 15,0 3 1 1,0 0 3-16,-4-3-1 15,0 3 0-15,0 0 1 16,0 0 7-16,0 0 28 0,0 0 26 16,0 0-35-16,0 0-18 0,0 0-10 15,0 0 1 1,0 0-6-16,0 0-5 0,0 0 5 16,0 0 13-16,0 0 2 15,0 0 9-15,0 0 11 16,0 0 5-16,0 0-8 15,0 0-10 1,0 0 0-16,0 0 2 16,0 0-2-16,0 0-1 15,0 0-2-15,0 0 1 16,0 0 5-16,0 0 2 16,0-3 2-16,0 0-5 15,0-3-7-15,0-3-16 16,0 2 0-16,0-5-1 0,8-3 0 15,0-1 5-15,4-5-1 0,-3 2-8 16,11-9 8 0,1 1 1-16,4-7 0 15,4 6 0-15,-2-6-5 16,11 0 1-16,-5 4-1 0,4-5 4 16,-1 8 0-16,1-7 2 0,1 9-6 15,-5-3 9 1,-1 7 4-16,-3-1-8 0,-5 7 0 15,1 0-2-15,-4 5 0 16,-9 1-3-16,1 3-1 31,-9 6 0-31,0-3-2 16,0 3-1-16,4 0-1 0,-5 0-3 16,6 0 2-16,-5 3 0 15,8 12 5-15,-3 7 1 0,3-1 0 16,0 4 1-16,5 0 3 15,-5-1-2-15,9 1-1 16,-9-3-1-16,9-4 3 16,-1 1-3-16,-8-7 3 15,9 0-2-15,-9-2 0 16,-4-1 0-16,-3-6-1 16,7 6 1-16,-4-6 1 15,5 6-1-15,3-5 0 16,1 2-2-16,-6 3 3 0,10-3-2 15,-9 0 0 1,9 3 1-16,-5-6-1 16,-3 4 0-1,3-1 4-15,1-3-4 0,-9 0 0 16,0 0 2-16,-3 0 2 16,6-3 0-16,1 3 0 15,1 0-2-15,-5-3 2 16,9 4-2-16,-9-4 2 0,8 0-4 15,1 0 1-15,-1 0 14 16,1 0-2-16,-2 0 0 16,6-10 2-16,0-2-6 15,-1-1 1-15,1-2-5 16,0 3-1-16,-1-4 0 16,4-2-4-16,1 3 0 0,-4-4 6 15,-1 4-6-15,1-1 4 0,-4 1 0 16,-1-7-2-1,1 4 3-15,-6-7-3 16,1 3 5-16,1 4 7 31,-1-4-8-31,1 4-2 0,-5 0-2 16,0-4 1-16,5 4-1 0,-9 2-1 16,4-3-1-1,-4 10 4-15,-4 0-3 0,4 6 2 16,-4-3-1-16,0 2-1 15,0 4-1-15,0 0 0 16,0-3 0-16,0 3 1 16,0 0-1-16,0 0 0 0,0 0-2 15,0 0 2-15,0 0-2 16,0 0 2-16,0 0-7 16,0 0 3-16,0 0-1 15,0 0 0-15,0 0-2 16,0 0-3-16,0 10 8 15,0 5 2 1,0 7 1-16,9 0 2 16,-5 5-1-16,4 1-2 0,0 3 0 15,4-4 3 1,0 4-2-16,4-3-1 16,-3 3 0-16,3-7 2 15,1 1-2-15,-5 0 0 0,1-7 0 16,-1 0-1-16,5-2 0 0,-5-4 1 15,4-2-3 1,-4-4 1-16,5 3 3 0,-1-3-1 16,-4 1 1-16,5-5-1 15,-5 1 0-15,1 1-1 16,-1-1 1-16,5-3 3 16,-2 0-2-16,2 0 3 0,3 0-2 15,-3 0 0-15,4 0 0 16,-5 0-2-16,5 0 1 15,0-3 1-15,2-4-2 16,2 1 1-16,-4-3-1 16,4 0 0-16,-1 3 1 15,4-1-1-15,-3 1 0 16,0 0 1 0,-4 3-1-16,3 3 0 0,1-6 0 15,0 6 0 1,-5-3 0-16,9 0 0 15,-5-1 0-15,1 2 0 16,0 2 0-16,-1 0 0 0,-4 0 0 16,5 0 0-16,-4 0 0 0,4-3 0 15,0 3 0 1,-1 0 0-16,0 0 0 0,9 0 0 16,-4 0 0-16,8 0 0 15,0 0 1-15,-4 0-1 16,-4 0-1-16,-9 0 0 15,1 0 1 1,-9 0-3-16,5 0 1 16,-6 3 2-16,6 6-2 15,-5-3 1-15,1 0 0 16,3 6 1-16,-4-2-3 16,5 2 3-16,0 3-2 15,-1 1 2-15,1 2-1 16,-2 4 1-16,6 3 0 0,-5 3 0 15,1-4-5-15,4-2 5 0,-1-7 2 16,-7 4 0 0,7-4-4-16,-8-3 2 0,0 7 0 15,-4-7 0 1,-4 7 0-16,1-10-4 0,-5 3 2 16,4-3-1-16,-4-2 5 0,0-4-2 15,0-3 2-15,0 0 2 16,0 0-4-16,0 0-4 31,4 0-38-31,0 0-63 16,0 0-105-16,0-10-324 0</inkml:trace>
  <inkml:trace contextRef="#ctx0" brushRef="#br0" timeOffset="2253.96">8907 2157 151 0,'0'0'55'0,"0"0"-47"16,0 0 28-16,0 0 37 16,0 0 29-16,0 0-48 15,0 0 0-15,0-12 8 0,0 0-30 16,0 6-5-16,0-4 2 31,0-5 20-31,0 0 11 16,0-7-35-16,0-6-1 0,0 0 22 15,0-5-16-15,8-1-15 16,1 0-5-16,3-6 4 16,1 6-5-16,-1 0-7 15,0-3 3-15,5 0 11 16,4 0-14-16,-2 0 3 0,10 0-4 16,0-3 6-16,4 3-1 15,7 0-6-15,10-3 0 16,0 3 4-16,2 0-2 15,2 0-2-15,0 3 0 16,3 0 2-16,5 0 1 16,-5 0-3-16,13-3 1 0,0-3 0 15,-1 6 0-15,9-6-1 16,5 0 0-16,2 3 0 16,10-3 0-16,8 3 0 15,7 3 0-15,5 0 0 0,1 6 1 16,3 1 0-16,0-1-1 31,-1-3 2-31,-3 3 2 16,-3 4-2-16,3 2 5 0,-5 0 2 15,9 7-5-15,-4 3 0 16,-4 0-4-16,4-1 0 16,-8 4-2-16,-1-1 4 15,1 8-2-15,-4-1 0 16,-5-4 0-16,-7 7-2 0,-1 0 2 15,-12 0 0-15,-4 0 1 16,-4 0-1-16,-5 0-1 0,-3 0 1 16,-1 12 1-1,-3 1-1-15,7-3 0 16,1 2 0-16,4 3 0 16,0 1 1-1,7-1-1-15,2 0 0 0,3 4 0 16,-8-1-3-16,4 7 3 15,-4-1 0-15,8 1-2 16,-4-3 2-16,0 2 0 16,-4 1-1-16,-1 3 2 15,6-3-1-15,-10 3 0 16,6 2 0-16,-10-2 0 0,1 3 0 16,-5-6 0-16,-3 2 0 15,-4-2 1-15,-6-1-1 16,2 4 0-16,-5-3 0 15,-5 0 1-15,6-1 0 16,-5 1 3-16,-5-3-3 0,2-1-1 31,-1-2 3-31,4-1 0 16,0 0-3-16,-4 1 8 16,8-1 2-16,4 1-5 0,0 0 3 15,5-1-3-15,3 7 0 16,5-1-1-1,3 1-3-15,1 2 1 16,0-2-1-16,-5 3-1 0,1 0 0 0,-1 0 1 16,1-4 0-16,-5 4-1 15,1-4 0-15,-4-2 1 16,-6 0-1-16,6-3 0 16,0 5 0-16,3-3 1 15,5 1 0-15,-1 3-1 16,-3-1 2-16,-5-2-2 0,0-1 3 31,5 1-3-31,-1 3 1 0,1-1 1 0,4 1-1 31,-1 0-1-31,5-1 1 0,-1 1-2 16,-3 0 1-16,3-4 0 0,-3 1 0 0,0-4 0 31,-5 4 0-31,5 0 0 16,-5-7 0-16,-3 6 0 15,3-5 0-15,-8-1 0 0,1 1 1 16,-5-1 0-16,0 1-2 16,4-4 1-16,5 0 0 15,-1 4 4-15,5-7-4 16,3 3 0-16,1 1 2 0,0-4-2 16,-1 3 2-16,-4-5-2 15,0 5 0-15,-3-3 0 16,0-3 1-16,3 3 0 15,0 0 2-15,9-2-3 16,-4-4 1-16,0 3-1 16,-6-3 0-1,2 3-1-15,3 0 1 16,-3-6 0-16,-4 4 1 0,-1-4-1 16,0 0 0-1,0 0 0-15,-7 0 2 0,-9 0 1 16,-8-10-2-1,-9 4 0-15,0-3 2 0,5-1-3 16,8 5 0-16,-4-5 0 16,0 4 0-16,-1 6 1 15,5-6-1-15,0 6 0 0,4 0 0 16,-1 0-2-16,-3 0 2 16,0 0-3-16,-12 0-1 0,-9 0-2 15,-7 0-33 1,-5 0 3-1,0 0 1-15,0 0 23 16,0 0 12-16,0 3-1 16,0 0 2-16,0 0-2 15,4 3 2-15,0 4-2 16,0 2 1-16,4 0 0 16,5 4 0-16,2 5 0 15,6 1 1-15,8 6 3 0,4-4 4 16,8 7-2-16,0 0 6 15,8-3-3-15,-3-4 9 0,2-3-7 16,2-2 3-16,-5-3-8 16,4-1-2-1,0-6 1-15,1 7 6 0,-1-7-3 16,-4 3-5-16,1-2-3 16,-14-5 0-16,5 5 0 0,-8-1 0 15,-4-3 0-15,-1 4 0 16,0-4 0-16,-7 0 0 15,-1 0-1-15,-7-6 1 16,-5 3 0-16,4-3 1 16,-8 0-1-1,4 0 0-15,-4 0 1 16,0 0 0-16,0 0 0 16,0 0-1-16,0 0 2 15,0 0-1-15,0 0-1 16,0 0 0-16,0 0-1 15,0 0-4-15,0 0-13 16,0 0-31-16,0 0-36 0,0 0-68 16,-16 0-98-16,11 0-19 0,-3 0-20 15</inkml:trace>
  <inkml:trace contextRef="#ctx0" brushRef="#br0" timeOffset="2686.69">20647 2719 478 0,'0'0'123'0,"0"0"-87"15,0 0 97-15,0 0-36 16,0 0-23-16,0 0-18 16,-11-62-7-16,7 62-21 15,4 0-11-15,0 0-5 0,0 0-9 16,0 0-1-16,0 0-2 15,0 0-3-15,0 0 0 0,0 0-4 16,11 18 7-16,18 4 3 16,0 2 5-16,8-2 0 15,-4 3-3-15,4 3-2 16,-4-1 0-16,-8 4-3 16,-1-3 2-16,-11 0-2 0,-5-7-1 15,-8 1-1 1,0-1-8-16,-29 1 7 0,-16-4 3 15,-21 1 5 1,0-7 3-16,-3-2-7 0,7-8 8 16,12 1-1-1,6-3 7-15,11 0-11 16,12 0-2-16,9 0-2 16,12 0-1-16,0 0-12 15,0 0-56-15,8 0-112 16,9 0-66-16,7 0-116 0</inkml:trace>
  <inkml:trace contextRef="#ctx0" brushRef="#br0" timeOffset="18612.58">22240 3344 63 0,'0'0'72'0,"0"0"-57"31,0 0-11-31,0 0 40 0,0 0 20 16,0 0-36-16,0 0-16 15,0 0 65-15,0-43-41 16,0 43 15-16,0-3 2 0,0 3-13 15,0 0-2-15,0-3-8 16,0 3 10-16,0-3-11 16,0 3-3-16,-3 0-1 15,-1 0-1-15,4 0 1 16,0 0-7-16,0 0 0 16,0 0-1-1,0 0-6-15,0 0 4 16,0 0-2-16,0 0 1 0,0 0-1 15,0 0-3-15,0 0-4 16,0 0 1-16,0 0-7 16,0 0 0-16,0 0-1 15,0 0-5-15,0 0-1 16,0 0-2-16,0 9 9 0,0 3 7 16,0 7-4-16,0-1-1 15,0 4-2-15,0 6 2 16,0 3-1-16,0 5-1 15,0 4 1-15,0 4 3 16,0 2-2-16,0 3 1 16,0 4-3-1,0 2 3-15,-4 1 7 0,0 2-9 16,4 4 0 0,-4-4 4-16,-1 1-4 15,5 6 5-15,-4-3-6 16,4-4 4-16,0 10-3 0,0-9 2 15,0-4-4-15,0 4 1 16,0-7 0-16,0 0 1 0,-8 4 1 16,4-4-2-16,0-6 2 15,4 7-2-15,-4-10 0 16,4-6 10-16,0-3-4 16,0-9-6-16,0 2 15 15,0-9-3-15,0 1-6 16,0-6-2-16,0-4 8 0,0 0 6 15,0 4-14-15,0-5 3 16,0 5 1-16,0-1-3 16,0-6 0-16,0 7-2 15,0-7 1-15,0 0 1 16,0-6-5-16,0 3 7 16,0-3-6-1,0 0 1-15,0 3 1 0,0-3-3 16,0 3 0-16,-5 7-1 15,5 5 1-15,-4 4 5 16,0-1-1-16,4 4-3 16,0-7 3-16,0-2-4 15,0-1 0-15,-4-3 1 16,4 0 0-16,0 1-1 0,0 2 0 16,0 6 0-16,0-5 0 15,0 2-1-15,0 0 1 16,0-2 3-16,0-1-3 15,0 0 1-15,0-5-1 16,0-5 0-16,0-2 1 16,0 0 0-1,0 0-1-15,0 0 8 16,0 0-5-16,0 0 6 16,0 0-9-16,0 0-13 15,0 0 8-15,0 0-3 0,0-2-19 0,0-14-27 16,0-2 27-16,0-1-24 15,0-5-40 1,-8-8-105-16,8 17-145 0</inkml:trace>
  <inkml:trace contextRef="#ctx0" brushRef="#br0" timeOffset="19829.49">22192 3261 132 0,'0'0'50'16,"0"0"-21"-16,0 0-28 15,0 0 36-15,0 0 0 16,0 0-25-16,0 0-11 16,-9-6 8-16,9 6 19 15,0 0 22-15,0 0 15 0,0 0-11 16,0 0-5-16,0 0 18 16,0 0-4-16,0 0-10 15,0 0-11-15,0 0-10 16,0 0-9-16,0 0-11 0,0 0-1 15,0 0 8-15,0 0 1 16,0 0 2-16,0 0 5 16,0 0-5-1,0 0-5-15,0 0-2 16,0 0 6-16,0 0-7 16,0 0-8-16,0 0-1 15,0 0-1-15,0 0-4 16,13-3 2-16,3 0-1 15,12 0 7-15,9-4-2 16,9 1-4-16,8 0 2 0,2 0-4 16,11 0 3-16,2 0-4 15,-3 3 1-15,-1-1 0 16,-7 1 1-16,-13 3 0 16,-8 0 0-16,-21 0-1 15,-8 0-2-15,-8 0 2 0,0 0 0 31,0 0 2-31,0 0 7 16,0 0-9-16,0 0 1 16,0 0-1-16,0 0 0 15,0 0-21-15,0 0-36 0,0 0-29 16,0 0 3-16,0 0 17 16,-4 0-4-16,-8 0 21 15,-1 0-82-15,9 0 8 0,-4 0 24 16,5 0 46-16,3 0 20 15,0 0-6-15,0 0-29 16</inkml:trace>
  <inkml:trace contextRef="#ctx0" brushRef="#br0" timeOffset="20356.8">22827 3199 65 0,'0'0'109'16,"0"0"-100"-16,0 0-8 0,0 0 6 15,0 0 3-15,0 0 24 16,13 0 2-1,-13 0-15-15,0 0 1 16,0 0 33-16,0 0-40 0,0 0-11 16,4 0 0-1,-4 0 13-15,0 0 7 16,0 0 13-16,0 0-1 16,0 0-12-16,0 0-10 15,0 0-7-15,0 0-3 16,0 0 1-16,0 0-1 15,0 0 10-15,0 0 7 16,0 0 0-16,0 0-4 0,4 0-9 16,0 0-2-16,4 0 10 15,1 0 31-15,7 0-37 0,1 0 3 16,-1 0-1 0,5 0-1-16,0 0 3 15,6 0-1-15,2 0 4 16,0-3 4-1,4 0 6-15,-4 0-9 16,-5 0-2-16,1-3 1 0,-4 6-3 16,-1-3 1-16,-12 0-10 15,-3 3-3-15,-1 0 0 16,-4 0-2-16,0 0 1 16,0 0 2-16,0 0-3 0,0 0 0 15,0 0-19-15,0 0-38 16,0 0-27-16,0 0-14 15,0 0-39-15,-4 0-48 16,-1 0 72-16,1 0-5 16</inkml:trace>
  <inkml:trace contextRef="#ctx0" brushRef="#br0" timeOffset="21277.71">23087 3175 225 0,'0'0'154'0,"0"0"-129"15,0 0-7-15,0 0 102 16,0 0-67-16,0 0-25 0,0 0-5 16,0 0 14-16,0 0 6 15,0 0 4-15,0 0 3 0,0 0-8 16,0 0-6-1,0 0-5-15,0 0-11 0,0 0-9 32,0 0 5-32,0 0-10 15,0 0-2-15,0 0-3 16,0 0 0-16,0 0-2 0,0 0 1 16,0 12-5-16,0 10 5 15,0 6 2-15,0 2 3 16,0 4 0-16,0 9-2 15,0-3 2-15,0 7-4 0,0 2 5 16,0 0 0 0,0 0-6-16,0 7 7 15,0-3-4-15,0 2 2 0,0 1-2 16,0-1-3-16,-4 1 1 16,-1 2 5-16,5-6-5 15,0 4 0-15,-4 3 2 0,4-7-3 16,0-3 5-16,-4 9-5 15,4-5 2-15,0-4 4 16,0-2-4 0,0-4 1-1,0-3 2-15,0 0 0 16,0 0 0-16,0-3-5 0,0-3 2 16,0 3 5-16,0-3-7 15,0 3 2-15,0-3 1 16,0 3 0-16,0 0 3 15,0-4-3-15,0 2 3 0,0 1 6 16,0-1-9-16,0 1 2 16,4-5-2-16,0 6-1 15,-4 3 5-15,5 3-4 0,-5 3-1 16,4 1 5-16,-4 2-3 16,4-6 4-16,0 0-6 15,0 1 0 1,0-1 4-1,3-3-3-15,-2-3 1 0,3-3 2 16,-4-7 2-16,0-2 1 16,0 0-9-16,0-7 4 15,0 1 0-15,1-4-3 0,-5 4-1 16,4-4 3-16,-4 3-2 16,0-5-1-16,0-1 2 15,0-2-1-15,0-7 2 16,0-3-3-16,0 0 0 15,0 0 5-15,0 0-3 0,0 0 4 16,0 0-6-16,0-7-10 16,-9-11-50-16,-15-7-33 15,4 1-40-15,-5-1-1 16,17 16-84-16,0 0-60 16</inkml:trace>
  <inkml:trace contextRef="#ctx0" brushRef="#br0" timeOffset="22092.21">22183 5268 129 0,'0'0'77'0,"0"0"-57"16,0 0 6-16,0 0 98 15,0 0-46-15,0 0-40 0,0 0-14 16,-12-40 4-16,12 40 17 16,0 0 15-16,0 0-8 15,0 0-13-15,0 0-27 16,0 3-7-16,0 22 25 16,-4 8-5-16,0 10-13 0,-1 0 15 15,1 10-14-15,4-4 15 16,0 3-13-16,0 4 10 15,0-6-13-15,0-1 1 16,0-6-10-16,0-6 2 16,0-12-1-16,0-10 4 15,0-6-4-15,0 0 1 16,0-9-3 0,0 0-1-16,0 0 2 15,0 0 1-15,0 0-4 16,0 0-33-16,0 0-45 0,0 0-49 15,0 0-68 1,-4 0-194-16</inkml:trace>
  <inkml:trace contextRef="#ctx0" brushRef="#br0" timeOffset="22747.33">22089 5822 468 0,'0'0'199'15,"0"0"-181"-15,0 0-15 16,0 0 75-16,0 0-21 16,0 0-47-16,0 0-5 15,0 0-5-15,7 0 13 16,10 0 16-16,4-5-3 0,8-2-7 15,8 1-7-15,11-3 9 16,2 3-6-16,8-1-11 16,-1-2 3-16,-4 6-6 0,5-3 3 15,-5 3 1 1,5 0-5-16,-5 3 1 0,0-3-1 16,5 0 2-16,-9 0 1 0,-4 0-1 15,-7-1 0-15,-14 1 2 16,-4 3-2-16,-8 0 1 15,-12 0 1-15,0 0-1 16,0 0-1-16,0 0 7 16,0 0-3-16,0 0-4 15,0 0 0 1,0 0-2-16,5 0 0 16,-1 0 0-16,4 0 0 15,4 0 0-15,-3 0 2 16,-1 0-2-16,8 0 0 0,-3 0 0 15,8 0 1 1,-1 0 0-16,-4 0-1 16,-4 0 0-16,0 0 0 0,-7 0 0 15,-1 0 0-15,-4 0 0 0,0 0 2 16,0 0-2-16,0 0 2 16,0 0 0-16,0 0 1 15,0 0-1-15,0 0-2 16,0 0 0-16,0 0 0 15,0 0-1 1,0 0-14-16,0 0-41 16,-13 0-62-16,1 0-141 15,0 0-348-15</inkml:trace>
  <inkml:trace contextRef="#ctx0" brushRef="#br0" timeOffset="23882.64">23012 2546 21 0,'0'0'94'16,"0"0"-94"-16,0 0-14 0,0 0-34 15</inkml:trace>
  <inkml:trace contextRef="#ctx0" brushRef="#br0" timeOffset="24554.45">23012 2546 89 0,'50'-90'87'0,"-50"90"-66"16,0 0-8-1,4 0 54-15,-4 0-34 16,0 0-11-16,4 0-8 0,-4 0-4 16,0 0 24-16,0 0 45 15,0 0-28-15,0 0-20 16,0 0-17-16,0 0-2 15,0 0-4-15,0 0 3 16,0 0-4-16,0 0 15 16,0 0 1-16,0 0-4 0,0 0-9 15,0 0-6-15,0 0-4 16,0 0 2-16,-12 0 2 16,-1 7 24-16,-7 5 2 15,-5 0-7-15,-4 4-4 16,-3 5 2-1,-10 4 7-15,1 6-9 16,-16 6 14-16,-1 9-11 16,-4 0 3-16,1 7-17 0,-1-1 7 15,-3 4-1-15,-9-1 4 16,1 1-13 0,-6-4 20-16,10-3-11 0,7-8-10 15,9-5 5-15,8-2 1 16,7-6-5-16,13-10 6 15,9-5-11-15,8-7 0 16,5-6 0-16,3 0-14 0,0 0 9 16,0 0 2-16,0 0-14 15,0 0-17-15,0 0-1 16,0 0-17-16,0 0-14 16,15-12-28-16,-3-1-94 0,1 7-101 15</inkml:trace>
  <inkml:trace contextRef="#ctx0" brushRef="#br0" timeOffset="25370.74">23706 2537 174 0,'0'0'152'0,"0"0"-120"16,0 0-32-16,0 0 23 15,0 0 34-15,0 0-57 16,0 0 0-16,4-3 15 15,-4 3 28-15,-8 0 5 0,-4 5-4 16,-8 11-5-16,-9 12-14 16,-4 3 5-16,-13 9 12 15,-3 9-5-15,-8 4-10 16,-13 5-10-16,-4 1 14 16,1-7-16-16,2-3-9 0,2-9-4 15,11-9 31 1,17-9-27-16,8-10 10 0,21-6-16 15,8-3 0 1,4-3-29-16,0 0-137 16,20 0-22-16,-4 0 23 15,5 0-117-15</inkml:trace>
  <inkml:trace contextRef="#ctx0" brushRef="#br0" timeOffset="26393.06">22996 2496 329 0,'0'0'140'0,"0"0"-137"16,0 0 17-16,0 0 51 15,0 0-28-15,0 0-22 16,-9 0 9-16,9 0 9 0,0 0 8 16,0 0 10-16,0 0-15 15,0 0-15-15,0 0-6 16,5 0-11-16,11 0 7 15,9 0-8-15,16 0 3 16,12-9 12-16,17-3-9 0,8-3-8 31,9-1 3-31,-2 4-2 16,2 0 0-16,-5 2-5 16,-20 4 2-16,-14 0 1 0,-15 6-6 15,-12-3 0-15,-13 0 0 16,-8 3 2-16,0 0 0 15,0 0 2-15,0 0 2 16,0 0-6-16,0 0-12 0,0 0-29 16,-8 0-45-16,4 0-48 15,-8 3-28-15,7 0-116 16,1-3-44-16</inkml:trace>
  <inkml:trace contextRef="#ctx0" brushRef="#br0" timeOffset="27938.02">23747 2475 171 0,'0'0'48'15,"0"0"-41"-15,0 0 32 16,0 0 6-16,0 0-16 15,0 0-12-15,0 0 8 16,0-6 25-16,0 6-26 16,0 0-8-16,0 0-3 15,0 0-6-15,0 0 0 16,0 0 0 0,0 0 2-16,0 0-4 15,0 0-1-15,0 0-2 16,0 0 3-16,0 0-5 15,0 0 0-15,0 0 0 16,0 0-2-16,0 0 1 16,0 0-3-16,0 0 2 15,0 0-3-15,0 0 0 0,0 0 3 0,0 0-8 16,0 0 2 0,0 0 5-16,0 0-17 0,0 0-9 15,0 0 28-15,0 0 2 16,0 0-1-16,0 0 0 15,0 0 1-15,0 0-3 16,0 0 4-16,0 0-2 0,0 0 0 31,0 0-3-31,0 0-18 16,0 0 6-16,0 3-2 16,0 0-19-16,0-3 9 15,0 0-5-15,0 0-11 16,0 0 10-16,0 3-14 0,0-3-50 15</inkml:trace>
  <inkml:trace contextRef="#ctx0" brushRef="#br0" timeOffset="29286.89">23747 2478 149 0,'0'0'36'16,"0"0"-35"-16,0 0 1 16,0 0 29-16,0 0-22 15,0 0-6-15,0 0-3 16,0 0 4 0,0 0-1-16,0 0 0 15,0 0-2-15,0 0 6 16,0 0 1-16,0 9-2 15,0-2 3-15,0 2-5 16,0 0 9-16,0-3-2 16,0 7 0-16,0-1 2 0,0 0-9 15,0 3 10-15,0-2-4 16,0 5-2-16,0-2 1 16,0 2 0-16,0 4-2 15,0-4 1-15,0 1-3 0,-4 3 2 16,4-4-3-1,0 0-2-15,0 4 11 0,0-7-11 16,0 7 1 0,0-3 5-1,0-1-3-15,0 0 19 16,0 4-8-16,0-4-7 0,0 7-5 16,0 0 3-16,0 0-5 15,0-1 1-15,-4-2 0 16,4 3-1-16,-4-4-2 15,4 1 0-15,0-4 0 0,-4 4 6 16,4-1-5-16,0 1 1 16,0-1 4-16,0 1-4 15,0-4 4-15,0-2-3 16,0 2-2-16,0 1 5 16,0-4-4-16,0 3 5 15,0-5-4-15,0 2-1 0,0-2-1 16,0 2 2-16,-5-2 4 0,5-1 5 15,0 1 1-15,0 5-8 16,0 0 8-16,0 4 0 31,0-7-5-31,0 4-4 0,0-4-1 0,0 1 0 32,0-1-3-32,0 1 8 15,0 2-8-15,0 7 1 16,0-4 7-16,0 1-4 0,0 3-4 15,0-4 3-15,0-3-3 16,0 1 1-16,0-1 1 16,0 1 1-16,0 5 0 15,0 1 1-15,0-3-4 0,0 2 3 16,0-5-2-16,0 2 0 16,0-2 2-16,0 3-3 15,0-1 0-15,0 1-1 16,0-4 1-16,0 4 2 15,0-4-1-15,0 4-1 16,0-1 1-16,0 1-1 16,0 3 0-1,5-7 0-15,-1 0 0 16,-4 1 3-16,0 3-3 16,4-1 0-16,0 4 0 0,-4-1 0 15,0-2 4 1,4 0-4-16,0 0 0 0,0-1 12 15,-4 1-9-15,4-4-1 0,1 1 3 16,-5 2-4-16,4-3 4 16,0 4-5-16,-4 0 0 15,4-4 4-15,-4 1-4 16,0-1 0-16,0-2 0 16,0 5 1-16,0 4-2 15,0-4 2-15,0-2 0 0,0 6 1 16,0-10-2-16,0 1 1 15,0 2 1-15,0 0-2 16,0 4 0-16,0-1 2 16,0 1-2-16,4 0 1 15,0-10-1-15,-4 7 1 16,4-4-1-16,-4 4 1 16,0-7-1-1,5 0 1-15,-5-3-2 0,0-2 1 16,4-2 0-1,-4 2 2-15,0-7-2 0,0 0 0 16,0 0 0 0,0 0-1-16,0 0-2 0,0 0-6 15,4 0 3-15,-4 0 4 0,0 0-18 16,0 0-32-16,0 0-34 16,0 0-142-16,0 0-19 15</inkml:trace>
  <inkml:trace contextRef="#ctx0" brushRef="#br0" timeOffset="29865.64">23784 4966 12 0,'0'0'65'0,"0"0"-57"15,0 0-2-15,0 0 40 16,0 0-2-16,0 0-11 16,0 0-5-16,0 2-1 15,0-2 4-15,0 0 27 16,0 0 28 0,0 0-49-16,0 0-12 15,0 4-13-15,0-1-6 16,0 3-3-16,0 4 2 0,0-1 2 15,0 3 0-15,0 0 5 16,0-2 1-16,0-1-11 16,0-3 2-16,0 0 0 15,0-6-2-15,0 3-2 0,0-3 1 16,0 0 4-16,0 0 3 16,0 0-3-16,0 0 4 15,0 0-4-15,0 0-5 16,0 0-12-16,0 0-37 15,0-3 18-15,0 0-25 16,0-3-110 0,0 3 60-16,0-4 34 15</inkml:trace>
  <inkml:trace contextRef="#ctx0" brushRef="#br0" timeOffset="29908.01">23784 4966 51 0</inkml:trace>
  <inkml:trace contextRef="#ctx0" brushRef="#br0" timeOffset="30246.82">23784 4966 51 0,'13'18'120'0,"-13"-18"-69"0,0 0-6 0,0 0 5 0,0 0-15 0,0 0 38 16,-13 0-47 0,1 3 7-16,-1 13-8 0,-3-1-12 0,-1 3 0 15,-3 7 12-15,0 3-4 16,-5 6 7-16,5 0 4 31,-5 6-17-31,0 0-9 0,-4 6-2 16,1-2 1-16,-1 2-3 15,-4 0 1-15,0 3 1 16,4-3-4-16,-7-3-14 16,3-5 14-16,0-2 14 0,0-5-10 15,1 0-3-15,7-9 0 16,4-4 0-16,5-5 2 16,3-1-2-16,1-3-1 0,8-3 0 15,4-2 0-15,0-2-22 16,0 1-35-16,0-3 3 15,0 4-12-15,0-4-1 16,0 0-3-16,0 0-2 16,0 0-16-16,0 0-48 15</inkml:trace>
  <inkml:trace contextRef="#ctx0" brushRef="#br0" timeOffset="58955.68">24338 3104 257 0,'0'0'197'0,"0"0"-152"0,0 0-17 16,0 0 37-16,0 0-22 16,0 0-3-16,0 0-15 15,0 0 2-15,0 0 3 0,0 0 24 16,0 0-2-16,0 0-11 16,0 0-7-16,0 0-10 15,0 0-6-15,0 0-12 16,0 0-5-16,0 0 3 0,0 0-1 15,0 3-6-15,0 3 6 16,0 4-3 0,0 5 10-16,0 0 0 15,0 3-1-15,0 4 1 16,4 0-9-16,-4 2 9 16,5 7-2-16,-1 0-5 15,0 6 3-15,-4 0-5 0,0 0 5 16,0 6 3-16,0 0-7 15,0 7 5-15,0-4-6 16,0 0 1-16,0 1 2 16,0-2-4-16,0-1 1 15,0-1 8-15,0-3-6 16,0 3 2-16,0 0-2 16,0 7 1-16,0-4 1 15,0 6-4-15,0-6 4 0,0-3 0 16,0 7-5-16,0-7 1 31,0-3-1-31,4 4 1 16,-4-11-1-16,0 5 0 15,4-5 0-15,-4-2-1 0,0 0 5 16,0-3-4-16,0-1 1 16,0 4 0-16,0 0-2 15,0 6 1-15,0-3 0 0,0 9 1 16,0-9-1-16,0 3 1 15,0 0-1-15,0-3 0 16,0-3 0-16,0-4 0 16,0 1 1-16,0 0-1 15,0-4 0-15,0 7 3 16,4-9-2-16,0 6-1 16,0 0 1-1,-4-4 0-15,5 1-1 0,-5 2 1 16,4-2 0-16,-4-3 0 15,0-1-1-15,0-2 1 16,0 2-1-16,0-5 0 16,0 2 0-16,0 1 5 15,0-1-4-15,0 4 0 16,0-3 1-16,0 5 0 0,0-8 1 16,0-4-3-16,0-3 0 15,0-6 4-15,0 0-4 16,0-3 0-16,0 6 2 15,0-6-2-15,0 3 0 16,0 4-1-16,0-2 1 16,0 2 2-16,0 2 2 0,0-6-1 15,0 1 1-15,0-2-4 16,0-2 3-16,0 3-3 16,0-3 0-16,0 3 1 0,0 4-1 31,0 5 0-31,0 4 4 15,0-1 1-15,0 3-1 16,0-2-3-16,0-1 1 0,0-8 0 16,0-2 1-16,0-1 2 15,0-4-5-15,0 3 0 16,0-3 2-16,0 0-2 16,0 6 0-16,0-3 1 15,0 3 0-15,0 3 0 16,0-2-1-16,0-1 0 0,0 0 0 15,0-3 1-15,0 0-1 16,0 0 1-16,0-3 0 16,0 0 1-16,0 0-2 15,0 3 1-15,0 0-2 16,0 3-2-16,0 4 3 0,0 2 2 31,0-3-2-31,0 0 1 16,0-9-1-16,0 0 0 0,0 0 2 15,0 0 0 1,0 0-1-16,0 0 2 0,0 0 2 16,0 0 0-16,0 0-5 15,0 0-1-15,0 0-1 16,0 0-8-16,0 0 3 16,0 0-6-16,0 0-21 0,0 0 2 15,0-5-26-15,4-8-65 16,-4 1-99-16,0 6-237 15</inkml:trace>
  <inkml:trace contextRef="#ctx0" brushRef="#br0" timeOffset="62741.83">24428 3125 10 0,'0'0'1'0,"0"0"1"0,0 0 9 0,0 0 15 31,0 0-1-31,0 0 14 16,0 0-8-16,-8 0-3 15,8 0 5-15,0 0-4 16,0 0 6-16,0 0 8 0,0 0 18 16,0 0 6-16,0 0-7 15,0 0 9-15,0 0-43 16,0 0-6-16,0 0-7 16,0 0-3-16,0 0 19 15,0 0 10-15,0 0 1 16,0 0 2-16,0 0-4 15,0 0-4-15,0 0-2 0,0 0-18 16,0 0 1-16,0 0 0 0,0 0-9 16,0 0-2-16,0 0 0 15,8 0-3 1,9 0 10-16,-1 0-8 0,5 0-2 16,8 0 5-16,8 0-6 15,3-2 1-15,10-2-1 16,4 1 1-1,3-3-2-15,13 0 1 16,-1 0 0-16,6 3 1 16,6 0-1-16,-2-4 0 15,-2 4 0-15,-2 0 0 16,-6 3 0-16,-3-3 0 0,-9 0 1 16,-7 0-4-1,-9 0 5-15,-9-4-8 0,-11 7 6 16,-5-3 0-16,-12 3 4 0,0 0-3 15,-4 0 0 1,0 0 1-16,0-2-1 0,0 2 1 16,5 0-2-16,3 0 0 15,0 0-1-15,0 0 2 16,9 0-1 0,-1-3 1-16,1 3-1 15,-2 0 1-15,2 0 0 16,-9 0-1-16,-4 0 3 15,1 0-2-15,-1 0-1 16,-4 0 2-16,8 0-1 0,-4 0 1 16,4 0-2-16,1-4 3 15,-5 4-3-15,0 0 0 16,0 0 0-16,-4 0 1 0,0 0 1 16,0 0 3-16,0 0 10 15,0 0-3-15,0 0 1 0,0 0-8 31,0 0-1-15,0 0-2-16,0 0-1 0,0 0-1 0,0 0 0 16,0 0 0-16,0 0 0 0,0 0-1 15,0 0-2 1,0 0 1-16,0 0-9 0,0 0 8 16,0 0-1-16,0 0 3 15,0 0-4-15,0 0 3 16,0 0-4-1,0 0 2-15,0 0-2 16,0 0 1-16,0 0-2 16,0 0 6-16,0 0-4 0,0 0 1 15,0 0-1 1,0 0-2-16,0 0-4 0,0 0 5 16,0 0-5-16,0 0 6 15,4 0 5-15,0 0-2 0,9 0 2 16,3 0 2-1,-8 0-1-15,1 0 0 16,-5 0-1-16,0 0 0 16,-1 0 1-16,-3 0 0 0,0 0-1 15,0 0 6-15,0 0-4 16,0 0 2 0,0 0-4-16,0 0 1 15,0 0-1-15,0 0-1 16,0 0 0-16,0 0 0 15,0 0 1-15,0 0-1 16,0 0 1-16,0 0 0 16,0 0-1-16,4 0 1 15,-4 0 0-15,0 0 0 0,4 0 1 16,1 0-1-16,-5 0 0 16,4 0 0-16,0 0-1 0,4 0 1 15,-8 0 0 1,4 0 1-16,-4 0 0 0,0 0 0 15,0 0-1-15,0 0 3 32,0 0 6-32,0 0-5 0,0 0 2 15,0 0 1-15,0 0-7 16,0 0 0-16,0 0-1 16,0 0 1-16,0 0 0 15,0 0-1-15,0 0 1 16,0 0-2-16,0 0-3 15,0 0-5-15,0 0-1 0,0 0-3 16,0 0 4-16,0 0-8 16,0 0-2-16,0 0-7 15,0 0-5-15,0 0 12 16,0 0 3-16,0 0-3 16,0 0 14-16,0 0-4 0,0 0 7 15,0 0 2-15,0 0 2 16,0 0-2-16,0 0 1 15,0 0-5-15,0 0 3 0,0 0-4 16,0 0 4 0,0 0-2-16,0 0-5 0,0 0 7 15,4 0 2-15,5 0 6 32,-1 0-4-32,0 0-2 0,-4 0 0 15,5 0 2 1,3 0-2-16,-8 0 0 0,8 0 1 15,-3 0-1-15,-5 0 10 16,0 0-7-16,0 0-2 16,0 0 4-16,0 0 7 15,1 0 3-15,-5 0-9 0,4 0 3 16,-1 0-2-16,-3 0-6 16,4 0-1-16,-4 0 1 15,4 0 1-15,-4 0 0 0,0 0 0 16,0 0 7-16,0 0 8 15,0 0-6-15,0 0-2 32,0 0-4-32,0 0-4 15,0 0 0-15,8 0 0 16,-4 0 0-16,1 0 3 16,-1 0-4-16,0 0 0 0,-4 0 2 15,0 0-1-15,0 0 0 16,0 0-1-16,0 0 0 15,0 0 5-15,0 0-5 0,0 0 1 16,0 0-1 0,0 0 1-16,0 0-2 0,4 0 1 15,0 0 0-15,4 0 1 16,-3 0-1-16,3 0 0 16,-4 0-1-16,0 0 2 15,-4-3-2-15,0 3 0 0,0 0 1 16,0 0 0-16,0 0 0 15,0 0 0-15,4 0 2 16,0-3-1-16,0 0 1 16,5 3-2-16,-1 0 1 15,-8 0-2-15,4 0-1 0,-4 0 2 16,0 0 2 0,0 0-1-16,0 0 0 15,0 0-1 1,0 0 0-16,0 0 0 15,0 0 0-15,0 0 0 0,0 0 0 16,0 0 0-16,0 0-2 16,4 0 2-16,0 0 0 15,1 0 1-15,-1 0-1 0,0 0 0 16,0 0 0 0,0 0 3-16,4-3-3 0,0 3 0 15,0-3-2-15,4 3 2 16,5 0 0-16,-1-3 0 15,-3 3 0-15,3-3 2 16,-12 3-2 0,1 0 0-16,-1 0-3 15,-4 0 3-15,0 0 0 16,0 0 1-16,0 0-2 16,0 0-2-16,0 0-17 15,0 0 10-15,0 0-17 16,0 0-6-16,0 0-13 0,0 0 3 15,0 0-8-15,0 0-31 0,0 0 43 16,0 0 39 0,-4 0 2-16,-1 0 2 15,5 0-4-15,0 0 2 0,-4 0 2 16,4 0-4-16,0 0 5 16,0 0-5-16,0 0-13 15,0 0 13 1,0 0 5-16,0 0 0 15,0 0 19-15,0 0-6 16,0 0-1-16,0 0 1 16,0 0-1-16,0 0 3 15,0 0-1-15,0 0 1 16,0 0-1-16,0 0 0 16,0 0 8-16,0 0-2 0,0 0 0 15,0 0-2-15,0 0 0 0,0 0-6 16,0 0 0-1,0 0-6-15,0 0 5 16,0 0-7-16,0 0-4 16,0 0 0-16,0 0-5 0,0 0 5 15,0 0 5-15,0 0-9 0,0 0-1 16,0 0 0 0,0 0-4-16,0 3 4 15,0 6 3-15,0 0 7 0,0 3-1 16,0 1-3-16,0 2 10 15,0 1-9-15,0-4-5 16,0 0 4 0,0-5-5-16,0 2-1 15,0-6 5-15,0 0-5 16,0 0 6-16,0-3-5 16,0 0 0-16,0 0 5 15,0 0-4-15,0 0 4 16,0 0 2-16,0 0-4 0,0 0-4 15,-4 0-6-15,0 0-40 16,0 0-35-16,0-6-74 0,0 0-112 16,-1 0-44-16</inkml:trace>
  <inkml:trace contextRef="#ctx0" brushRef="#br0" timeOffset="64603.91">24490 5631 263 0,'0'0'64'0,"0"0"-58"16,0 0 8-16,0 0 4 0,0 0 13 15,0 0 24-15,0 0-15 0,0 0-1 16,0 0 10 0,0 0-1-16,0 0-23 15,0 0-14-15,0 0-8 16,0 0-3-16,0 0-7 0,0 0 1 15,-4 0 4 1,4 0 2-16,0 0 2 16,0 4-2-16,0-1-9 15,0 0-10-15,0 0 4 16,0 0 15-16,-4-3 0 16,4 3-6-16,0 0 6 15,-4-3 0-15,4 3 2 16,0-3 1-16,0 0 3 0,0 3 2 15,-4-3-3-15,4 3 5 16,0 1-2-16,-4-4-2 16,-1 2 5-16,1 1-1 15,4-3-1-15,0 4 8 16,0-4 1-16,-4 3 1 16,4-3 1-1,0 0 0-15,0 0 3 16,0 0-1-16,0 0 4 0,0 0 2 15,0 0-10-15,0 0 3 16,0 0 3-16,0 0 1 16,0 0-6-16,0 0-10 15,0 0-2-15,0 0 0 16,0 0-7-16,8 0 3 0,9 0 4 16,8 0 1-16,12 0-1 15,-1 0-2-15,14-3-2 16,-1-4 7-16,12 5-5 15,-3-5 2-15,3 7-2 16,-7 0-3-16,-4-3-2 16,-10 3 0-16,1 0 0 0,-4 0 3 15,5 0 0-15,-2 0-2 16,1 0-1-16,5 0 1 31,2 0-1-31,2-3 0 16,0 3 0-16,2 0-1 0,-2 0 1 15,4 0 2-15,-2 0-2 16,2 0 1-16,4 0 0 16,-5 0-2-16,-4-3 2 0,1 0-1 15,-6 3 0-15,-6-3 0 16,-5 3 2-16,-8 0-2 16,-10 0 5-16,-3 0-4 15,-3-3 2-15,-5 3 0 16,0 0-2-16,0 0 2 0,-4 0-2 15,4 0 3-15,-4 0 0 16,0 0 4-16,4 0-2 16,1-3 0-16,-1 3-6 15,4-3 0-15,-4 3 0 16,4 0 0-16,1-4 0 16,3 4-1-1,-4 0 1-15,5 0 0 0,-9-3 0 16,0 3 0-16,-4 0-1 15,0 0 1 1,0 0 11-16,0 0-2 16,0 0 0-16,0 0-1 0,0 0-8 15,0 0 1-15,0 0 1 16,0 0-2-16,0 0 0 0,0 0 0 16,0 0-5-16,0 0-4 15,0 0-12-15,0 0-19 16,0 0-18-16,0-3-1 15,0-3-50-15,0 0-120 16,-4 0-140-16</inkml:trace>
  <inkml:trace contextRef="#ctx0" brushRef="#br0" timeOffset="66339.48">26280 3092 64 0,'0'0'24'0,"0"0"13"16,0 0 49-16,0 0-20 15,0 0-29-15,0 0-9 0,0 0 9 16,-4-10-3-16,4 10 10 16,0 0 20-16,0 0-29 15,0 0-3-15,0 0 0 16,0 0 4-16,0 0 3 0,0 0-6 15,0 0 1-15,0 0-8 16,0 0-11-16,0 0-2 16,0 0-1-16,0 0-6 15,0 0 1-15,0 0-6 16,0 10 1-16,0 5 39 16,0 9 9-1,0 4-17-15,0 6-14 16,4 0-9-16,5 0 7 15,-5 6-12-15,0 0 1 16,0 7 2-16,-4 2 0 16,4 3 4-16,-4 1-12 15,0 2 6-15,0-3 0 0,0 1-5 16,0 2 1-16,0 4 3 16,0-4-4-1,0 4 3-15,0 6-4 16,0-7 0-16,0-2 2 0,0 2-2 15,0-5 2-15,0-1-2 16,0 0 0-16,0-2 0 16,0-4 0-1,0-3 0-15,0-3 2 0,0-3-2 16,0 3 0-16,0 0 1 16,0-3 0-16,0-3 0 15,0 6 1-15,3-5 2 16,-3-2 6-16,4-2-9 15,1-3 6-15,-5 3-4 16,4 3-1-16,-4-4 3 0,0 4-5 16,4-3 0-16,-4 3 7 15,4 3-7-15,0 3 1 0,-4-3 0 16,0 3 2-16,0-6-3 16,0 3 0-16,4 0 0 15,-4 0 3-15,0-3-2 16,8-6 0-16,-8 0-1 15,5-7-1-15,-1 1 1 16,0 2 1-16,0-5 0 0,-4 2 1 16,4-2-1-16,-4-1-1 15,4 4 0-15,-4-1 1 32,4-5-1-32,-4-1 0 15,0-3 0-15,0-2 1 0,0-4 0 16,0 3-1-1,0 1 0-15,0-5 0 0,0 2-1 0,0-1 0 16,0 0 1-16,0-3 1 16,0 0 0-16,0 0 0 15,0-3-1-15,0 0-1 16,0 0 1-16,0 0 3 16,0 0 0-16,0 0 9 0,5 0-5 31,-5 0-2-31,0 0 5 15,0 0-8-15,0 0 4 16,0 0-5-16,0 0 0 16,0 0 4-16,0 0-4 15,0 0 0-15,0 0 2 0,0 0-2 16,0 0 0-16,0-6-1 16,0 3 0-16,0 0 1 15,0 0-1-15,0 3 0 16,0 0 4-16,0 0-4 15,0-3 0-15,0 0-3 16,-5 0 2-16,-11-3-3 0,-5-1 2 16,1 1 2-16,-8 3 1 15,-5 3-1-15,-5-3 0 16,-7 3 6-16,-8 0-5 0,-13 0 4 16,-7 0-3-1,-6 0 1-15,-3 0-3 16,8 0-18-16,13 0-32 15,7-12-54 1,46 0-170-16,8 5-405 0</inkml:trace>
  <inkml:trace contextRef="#ctx0" brushRef="#br0" timeOffset="68165.78">25242 2305 6 0,'0'0'88'0,"0"0"-30"0,0 0-3 16,0 0-3-16,0 0-29 15,0 0-5-15,0 0 37 16,20-24-32-16,-20 24 25 15,0-3 17-15,4 3-14 32,-4-7-20-32,5 5-8 0,-1-1-13 15,0-4 13-15,-4 4-9 16,4 3-3-16,-4-3 9 16,4 3-11-16,-4-3 11 15,0 3 7-15,0 0-7 16,0 0-3-16,0 0 4 15,0 0-5-15,0 0-8 0,0 0-3 16,0 0 2-16,0 0-6 16,0 0-1-16,0 0 13 15,0 0-6-15,0 0-7 0,0 0-8 16,0 0-6-16,-8 0 4 16,-5 12 10-16,-3 4 3 15,-9 5 28-15,-8 7-21 16,-4 6 12-16,-8 9-4 0,-8 9 4 15,-4 7-7-15,-9 3 6 16,4 6-5-16,-8-4 8 16,4 1-22-16,1-7 16 15,7-2-15-15,1-7 0 32,4-5 2-32,3-1 5 0,10-7 2 15,2 2-11-15,5-8 0 16,4-2 1-16,1-6-1 0,8-7 2 15,-1-2-2-15,9-7 2 16,8 0-3-16,4-6 0 16,0 0-11-16,0 0 7 15,0 0-35-15,0 0-28 16,0 0-12-16,0 0-4 0,8 0-38 16,4-6-181-16</inkml:trace>
  <inkml:trace contextRef="#ctx0" brushRef="#br0" timeOffset="69569.22">26781 2355 65 0,'0'0'110'0,"0"0"-88"16,0 0-15-16,0 0 48 0,0 0 8 16,0 0-27-16,0 0-13 15,20-16 31 1,-20 16-34-16,0 0 6 16,4-3 8-16,-4 3-3 0,0-3-2 15,5 3-7-15,-1-3-18 16,0 3 2-16,0-3-4 15,0 0-1-15,0-3 0 16,0 0 0-16,5 3 4 16,-5-1 3-16,0-2 2 0,-4 3-3 15,0 3 6-15,0 0 23 16,4-3-9-16,-4 3-8 16,0 0-8-16,0 0-3 15,0 0-3-15,0 0 1 16,0 0 3-16,0 0 15 15,0 0-24-15,0 0-3 0,0 0-1 16,0 0-10-16,0 0-4 16,-4 0 18-16,-13 12 1 15,-7 10 3-15,-5 6 3 0,-12 12 1 16,-8 9 17-16,-5 13-9 16,-3 2 13-16,-9 11-13 31,1-1-8-31,-5-4 0 15,8-8 3-15,9-13-1 0,7-8-3 16,9-8 3-16,9-5 5 16,8-3-9-16,-1-10-5 15,8-5 0-15,5-2 5 16,4-4-5-16,0-1-2 16,4-3-18-16,0 0-63 0,0 0 8 15,0 0-6-15,0 0-99 16,0 0-52-16,0 0-54 15</inkml:trace>
  <inkml:trace contextRef="#ctx0" brushRef="#br0" timeOffset="70629.89">25344 2278 221 0,'0'0'66'0,"0"0"-61"15,0 0 35-15,0 0 43 16,0 0-5-16,0 0-50 16,0 0 1-16,-8 0 11 15,8 0 4-15,0 0 6 16,0 0-13-16,0 0 0 15,0 0-5 1,0 0-5-16,8 0-8 16,13 0-8-16,12-4 11 15,4 1 4-15,7-2-11 16,14-2 2-16,11-2-7 16,18 3 1-16,16-7-5 0,15 4-1 15,5 0 2-15,9 0-7 16,0 3 0-16,-5-1 2 15,-12 1-2-15,-17 0 0 16,-15 0 0-16,-14-3 4 0,-15 5-2 16,-17 1-1-16,-17 1-2 15,-4-2 2-15,-8 4 0 16,1-3 5-16,7 0-2 0,9-3-2 31,4 6-2-31,3-3 1 0,-3 3-1 16,0 0 0-16,-4 0-1 15,-5 0 0-15,-7 0 0 0,-5 0-24 16,-4 0-37-16,-4 0-69 16,0 0-120-16,-4 0-34 15</inkml:trace>
  <inkml:trace contextRef="#ctx0" brushRef="#br0" timeOffset="72724.25">26908 2266 221 0,'0'0'53'0,"0"0"-53"32,0 0 0-32,0 0 18 15,0 0 30-15,0 0 21 0,37-62-21 16,-33 59 5-16,-4 0-1 16,0 3 16-16,0 0 6 15,0 0-32-15,0 0-17 16,0 0-13-16,0 0 0 15,0 0 0-15,0 0-5 16,0 0 0-16,0 0 2 0,0 0 2 16,0 0 5-16,0 0-5 0,0 0-2 15,0 0 0 1,0 0-5-16,0 0-2 16,0 0-2-16,0 0 0 15,0 0-1-15,0 0-8 0,0 0 2 16,0 0 0-1,0 0 7-15,0 12 0 16,0 4 13-16,0-4-9 16,4 6 1-1,-4-5 1-15,4 2-1 0,0 3 1 16,1-2-6-16,-1 2 0 16,0-2 3-16,-4 2-2 15,4 4 1-15,-4-4 1 0,4 4 0 16,-4 2 5-16,8-2-8 15,-8 3 4-15,5 3 6 16,-1-4-8-16,-4 4 5 16,4-4-4-16,0 4-2 15,0 0 7-15,0 3-6 16,0-4 3-16,0 1 1 0,1 0-5 31,-1 0 2-31,-1-1-3 0,1 1 0 16,-4 0 3-16,8 3 1 15,-4-4-4-15,1 1 0 16,-5 0 2-16,0 0 0 16,4 2-1-16,-4-2 0 15,0 3-1-15,0-3 0 0,0 0 0 16,0 3 4-16,4 0-3 16,-4-1 0-16,0 4-1 15,0 3 0-15,0 0 0 16,0 0 1-16,0 0-2 15,0 6 3-15,0-3-2 16,0 1 1-16,4 2-1 0,-4-10 3 16,0 2-4-16,4-2 1 15,4-2 0-15,-8 3 1 16,9-3-1-16,-5-3 0 16,0 5 2-16,4 2-2 0,-4-2 1 15,0 5-1 1,5-2 0-1,-9 1-1-15,8 0 2 16,-4 0 0-16,0 0 0 16,0 0 3-16,0-3-4 0,-4 6-1 15,0-3 1-15,0-3 0 16,5 6 0-16,-5-12 2 16,0 3-2-16,4 2 1 15,-4-2-1-15,0-3 0 0,4 3 0 16,-4-10 3-16,0 1 6 15,0 0-6-15,0-7-2 16,0-3 0-16,0 7 2 16,4 0-2-16,-4-4 4 15,0 3 2-15,0 1-5 16,0-10 2-16,0 3-2 0,0 1-2 16,0-7 9-16,0 0-7 15,0-3 1-15,0-3 0 16,4 0-1-16,-4 0 0 15,0 0 2-15,0 0 2 0,0 0-2 16,0 0 0-16,0 0 2 31,0 0-6-31,0 0 2 16,0 0 1-16,0 0-3 16,0 0-2-16,0 0-10 0,0 0-20 15,0 0-1-15,0 0 0 16,0 0-4-16,0 0 4 15,0 0 22-15,0 3 11 16,0 0 1-16,0 1-1 0,0-4 1 16,0 2 1-16,0 5-2 15,0-1 12-15,0-3 5 16,0 6-13-16,0-3 17 16,0 4-14-16,0-1 5 15,0 0-1-15,0-3-5 0,0 3-3 31,0 1 11-31,0-1-6 0,0 3 0 16,0 1-4-16,0-4-2 16,0 3 7-16,0-2-9 15,0-2 6-15,0-1-1 16,0-1-3-16,0-3 6 16,0 0-7-16,0 1 2 15,4-2-1 1,-4 1-1-16,0 4 1 15,4-7-2-15,-4 0 2 0,0 0 2 16,0 0-4-16,0 0 0 16,0 0 2-16,0 0-1 0,0 0 1 15,0 0 0 1,0 0 0-16,0 0-2 0,0 0-2 16,0 0-3-16,0 0-12 15,0 0-15-15,0 0-18 16,0 0-4-16,0 0-25 15,0 0-55-15,0 0-10 16,0 0-38-16,0 0-36 0</inkml:trace>
  <inkml:trace contextRef="#ctx0" brushRef="#br0" timeOffset="73261.56">27159 4907 538 0,'0'0'120'0,"0"0"-116"15,0 0 27-15,0 0 58 16,0 0-48-16,0 0-26 15,0 0-15-15,4-3-7 0,-4 3 3 16,0 0 4-16,-8 0 37 16,-13 6-18-16,-4 9-2 15,0 1 3-15,-8 6-7 16,-3 11-6-16,-5 7 12 16,-9 7-14-1,2 11-1-15,-6 10 4 16,4 3-7-16,2 3-1 0,2-3-31 15,5-10 31-15,1-2 4 16,-6-6-4-16,1-4 0 16,-5-9 2-16,10-3-2 15,-2-15 0-15,5-4-1 16,12-5 1-16,10-8-1 16,2-1-7-16,5-1 2 0,8-3-17 15,-4 0-7-15,4 0 9 16,0 0-28-16,0 0-5 15,0 0 5-15,0 0-9 0,0 0-5 16,0 0 19 0,0 0-50-16,0 0-35 0,4 0-34 31</inkml:trace>
  <inkml:trace contextRef="#ctx0" brushRef="#br1" timeOffset="87363.7">24728 3462 123 0,'0'0'38'16,"0"0"-29"-16,0 0-7 15,0 0 73-15,0 0-10 0,0 0-37 16,-24-43-25-16,24 43 12 15,0 0 9-15,0-4 34 0,0 1-20 16,0 0-1-16,0 0-4 16,0 0-11-16,0 0 5 15,0-1-15-15,0 4 2 32,0-5-9-32,0 2-3 0,0-1 9 15,0-2 11-15,0-3-13 16,0 0-9-16,4 2-7 15,-1-2 7-15,2 3 1 16,-1-3 5-16,-4 0-4 16,0 2 1-16,4 4 2 0,0-3 3 15,-4 3-1-15,0 3 8 16,0 0 1-16,0-3-9 16,0 3 11-16,0 0 13 15,0 0-2-15,0 0-3 0,0 0-9 16,0 0-16-1,0 0-1-15,0 0-7 0,0 15 7 32,0 10 7-32,0 3 0 15,0 6 1-15,0 3-5 0,-4 6 1 16,0 0-3-16,0 0 1 16,4-3 0-16,0-6 0 15,0 0-2-15,0-3 1 16,0-9 0-16,0-4-1 15,0-6 0-15,0-6-1 0,0 1-24 16,0-7-30-16,0 0-30 16,0 0-89-16,0 0-69 15</inkml:trace>
  <inkml:trace contextRef="#ctx0" brushRef="#br1" timeOffset="87646.93">24482 3551 637 0,'0'0'54'0,"0"0"-49"16,0 0-4 0,0 0 31-1,0 0-29-15,0 0 2 16,0 0 4-16,74-19 1 0,-33 19-5 15,0 0-2-15,0 0 3 16,0 0-4-16,-4 0-1 16,-8 0-1-16,-9 0-1 15,1 0-6-15,-8 0-47 0,-9 0-111 16,-4 0-76-16,0 0 46 16</inkml:trace>
  <inkml:trace contextRef="#ctx0" brushRef="#br1" timeOffset="87898.98">24917 3350 29 0,'0'0'49'0,"0"0"-44"0,0 0-5 16,0 0-37-16</inkml:trace>
  <inkml:trace contextRef="#ctx0" brushRef="#br1" timeOffset="88671.2">24917 3350 106 0,'8'16'33'0,"-8"-13"7"16,0-3 59-16,0 0 40 15,0 0-45-15,4 0-28 16,-4 0-6-16,0 0-4 15,0 0 1-15,0 0-6 0,0 0-16 16,0-3-23-16,0-10 13 16,0 4 12-16,0-3-24 31,0-3 10-31,0-1-2 0,-4 1-20 16,-8 2 15-1,0 1-2-15,-5 0-8 0,0 0-2 16,2 2 3-16,-2-2 1 15,-3 3-3-15,3-1-1 16,-3 1-4-16,-1 6 0 16,0 0-1-16,-4 3 0 0,6 0-1 15,-2 0 1-15,0 0-2 16,-3 0 3-16,3 0 1 16,-4 12-1-16,5 1 0 15,4 2 0-15,-9 3-1 16,9 1 2-16,-1 5-2 0,1 4 1 15,-1 6-1 1,9 0 0 0,-5 7 1-16,9-5-1 15,0 1 0-15,4 3-1 16,0-3 1-16,0-6 1 0,0 3 0 16,0-3-2-16,0-4 0 15,0 4 1-15,8-6-4 16,9 0 4-16,-1-4 0 0,5-5-2 15,-4-4 0 1,3-6 3-16,5 4 3 0,-1-7 1 16,5-3 2-16,-4 0-6 15,4 0 8-15,4 0-3 0,-1-10 1 16,5-11 0-16,0 5-6 16,4-5 3-16,-9-1-2 15,-3 7 1-15,-4-10 1 0,-8 3 3 16,-1-5 25-16,-7-4 2 15,-1-3-8 1,-8-3 0-16,0-3 1 16,0 0-10-16,0 0-4 0,-21 12-2 15,0 0-9 1,-3 10-1-16,-9 2-13 16,1 7-46-16,-6 6-76 15,26 3-176-15,0 0-283 16</inkml:trace>
  <inkml:trace contextRef="#ctx0" brushRef="#br1" timeOffset="89089.8">25319 3406 295 0,'0'0'83'16,"0"0"-77"-16,0 0 72 16,0 0 60-16,0 0-38 15,0 0-12-15,0 0-6 16,25-15-41-16,-25 15-15 0,0 0-8 15,0 0-8-15,0 0-10 16,0 0 0-16,0 0-2 16,0 15-7-16,0 16 9 15,0 9 18-15,0 0-11 16,0 3-5-16,0-6 1 16,0-6 0-1,0-3-1-15,-4-7-2 0,4-2-2 16,0-4-7-1,0-6-30-15,0 1-91 16,0-10-42-16,0 0-120 16</inkml:trace>
  <inkml:trace contextRef="#ctx0" brushRef="#br1" timeOffset="89329.13">25110 3618 673 0,'0'0'7'16,"0"0"16"-16,0 0-23 0,0 0 23 31,0 0-15-31,119-30-5 16,-65 27 5-16,-1 3-3 0,0-3 0 0,0-1 1 0,-3 4 9 31,-9-5-15-16,-4 5 0-15,-33-4-132 0,-4 4-463 16</inkml:trace>
  <inkml:trace contextRef="#ctx0" brushRef="#br1" timeOffset="89930.59">25631 3360 627 0,'0'0'15'15,"0"0"-10"-15,0 0 28 16,0 0 25-16,-16-114-37 16,-1 98-10-16,1 4 13 15,0 3 20-15,-5-1 19 16,1 4-21-16,-5 0-19 0,-4 6-15 31,-4 0 7-31,1 0-7 16,-1 0-2-16,4 0-1 15,4 0-3-15,4 0 1 16,2 9-2-16,2 7 3 0,-8 2 1 16,5 10-2-16,3 0-1 15,1 11-2-15,3 2 1 16,5 8 1-16,0 3 0 0,8 1-2 16,0 0 1-1,0-8 0-15,0-4-2 0,8-1 1 16,21-3-2-16,0-10-1 15,12 4 1-15,4-12 3 16,4-1-4-16,5-8 6 16,-1-4 1-1,1-3 8-15,-5-3-6 16,4 0-5-16,-4 0 5 16,5-12-4-16,-1-10 2 15,-8 0 3-15,5-5 1 16,-14-4 11-16,-7-6-1 15,-8 0 6-15,-9-7 22 0,-8-5-31 16,-4-3 6-16,0-1-10 16,-4 8-5-16,-25 4-6 15,0 7 0-15,-11 3-6 16,-10 13-20-16,5 5-32 0,-4 11-31 16,0 2-54-16,36 0-207 15</inkml:trace>
  <inkml:trace contextRef="#ctx0" brushRef="#br1" timeOffset="90898.06">24835 4023 534 0,'0'0'156'15,"0"0"-133"-15,0 0-1 16,0 0 39-16,0 0-41 16,0 0-17-16,0 0-3 15,0 45 31-15,0-10-11 16,0 8 0-16,0 6-8 15,5-3-3-15,-1-6-9 16,-4-6-17-16,0-9 17 0,0-10 0 16,4-6-1-16,-4-5-29 0,4-4-71 15,-4 0-73-15,0 0-169 16</inkml:trace>
  <inkml:trace contextRef="#ctx0" brushRef="#br1" timeOffset="91128.71">24716 4174 215 0,'0'0'418'16,"0"0"-418"-16,0 0-22 15,0 0 22-15,0 0 44 0,0 0-36 16,107-7-1-16,-58 4-6 15,-4 0 2-15,1-3-1 16,-6 6-2-16,-7-3-1 16,-25 0-132-16,-8 3-190 15</inkml:trace>
  <inkml:trace contextRef="#ctx0" brushRef="#br1" timeOffset="91665.43">25171 3967 715 0,'0'0'6'31,"0"0"9"-31,0 0-3 0,0 0 63 16,0 0-28-16,0 0-35 16,0 0-8-16,-85-99-4 15,39 99 8-15,-3 0 2 16,-13 0-4-16,0 10-1 15,-3 5 4-15,3 4 0 0,1 5-3 16,3 7 11-16,9 3-5 16,4 6-5-16,8 6-7 15,8 1 1-15,13-1 1 16,3 0-2-16,9-3 1 16,4 0 0-16,0-3-2 15,0-3-1-15,21 0 0 0,8-6 2 31,4-3-2-31,4-10-69 16,3-5 71-16,10-7 5 16,4-6 4-16,11 0 1 15,1 0-2-15,-1-13 4 16,-3-5-6-16,-5-3-2 0,-3-7 3 16,-13-6-5-16,-8-6 27 15,-9-7-19-15,-12-5 27 16,-8 0-7-16,-4-1 5 0,-4 1-7 15,-24 8 11-15,-9 4-9 16,0 13-18-16,0 6-12 16,-4 8-1-16,0 7-7 15,-4 6-37-15,3 0-45 16,10 0-43-16,24 0-135 0,4 9-171 16</inkml:trace>
  <inkml:trace contextRef="#ctx0" brushRef="#br1" timeOffset="92258.47">25627 4130 530 0,'0'0'85'16,"0"0"-74"-16,0 0 49 15,0 0 54-15,0 0-54 32,0 0-29-32,0 0-11 15,4-27 13-15,-4 27 18 0,0 0-17 16,0 0-34-16,0 0 0 16,0 12 0-16,0 12 10 15,-4 4-1-15,4 6-4 0,-4 0-3 16,4 3 2-16,0-9-4 15,0-4-1-15,0-2-10 16,0-9-8-16,4-4-18 16,0-3-21-16,0-6-37 15,-4 0-66-15,0 0-139 0</inkml:trace>
  <inkml:trace contextRef="#ctx0" brushRef="#br1" timeOffset="92477.84">25475 4275 537 0,'0'0'50'0,"0"0"-42"0,0 0 87 15,0 0-38-15,0 0-47 16,0 0-8-16,46-15 16 16,-5 15-11-16,-1 0-6 15,10-3 6-15,0-1-5 16,-2-1-2-16,6 1-1 15,-5-5-15-15,-40 9-147 0,-5-3-223 16</inkml:trace>
  <inkml:trace contextRef="#ctx0" brushRef="#br1" timeOffset="92942.67">25972 4001 401 0,'0'0'231'15,"0"0"-208"-15,0 0-3 16,-135-56-4-16,89 56 23 16,1 0-21-16,1 7-7 15,-6 11-2-15,4 10 10 16,-2 2 15-16,-2 5-23 16,5 5 0-16,4 3-3 0,4 6 1 31,8 4 4-31,13-1-9 15,8-6 6-15,8 0-6 16,0-8-4-16,4-5-1 0,20-8 1 16,1-7 9-16,4-8-1 15,7-4 1-15,2-6 4 16,11 0 14-16,12 0-2 16,9-4-5-16,8-14 5 0,1-4-12 15,-2-2 0-15,-7 0 9 16,-5-11 0-16,-19-5-11 15,-13-6 2-15,-16-6 2 16,-13 2 16-16,-4 1-15 16,-13 6 9-16,-20 3-7 15,-8 6-3-15,-4 6-7 0,0 7-7 16,-5 5-1-16,2 10-17 16,-2 6-68-16,5 0-74 15,32 0-114-15,5 3-245 16</inkml:trace>
  <inkml:trace contextRef="#ctx0" brushRef="#br1" timeOffset="93549.13">24724 4743 820 0,'0'0'62'16,"0"0"-62"-16,0 0 0 16,0 0-8-16,0 0 16 15,0 0-8-15,0 0 25 16,37 90-8-16,-29-56-11 15,9 3 2 1,-9-3 2-16,4-4-3 16,1-2-3-16,-5 0-3 15,0-9-1-15,-3-7-29 16,-5-3 27-16,0-6-7 16,0-3-138-16,0 0 17 0,0 0-90 15</inkml:trace>
  <inkml:trace contextRef="#ctx0" brushRef="#br1" timeOffset="93765.49">24630 4932 435 0,'0'0'214'0,"0"0"-214"15,0 0 24-15,0 0 24 0,0 0 6 16,0 0-17-16,0 0-7 15,135-43-8-15,-85 39-13 16,-2-1-8-16,-2-2 4 16,3 4-5-16,-7 0-10 15,-39 3-103 1,1 0-229-16</inkml:trace>
  <inkml:trace contextRef="#ctx0" brushRef="#br1" timeOffset="94245.63">25073 4673 121 0,'0'0'445'0,"0"0"-426"0,0 0 0 16,0 0 31-16,-135-56 33 31,102 56-49-31,-5 0-27 15,-2 0 8-15,-5 7 18 0,-1 11 7 16,-2 7-4-16,-2 6-13 16,9 9-7-16,0 6-9 15,4 6-1-15,16 4 2 16,5-4-4-16,12 4 4 16,4-4-7-16,0-3-1 15,0-2 0-15,25-7 0 16,4-7 0-16,3-5 0 0,13-9-9 15,5-10 9-15,7-6 15 16,13-3-9-16,3 0 13 16,6-21 0-16,-6-10 0 15,-3-3-11-15,-16-6 3 0,-9-10 11 16,-16-2-9 0,-17-4 18-16,-12-2-10 15,0 2-18-15,-8 7 9 16,-25 6-2-16,-8 9-6 15,-8 6 3-15,-1 10-7 16,-3 15-14-16,0 3-69 16,36 0-160-16,1 0-348 15</inkml:trace>
  <inkml:trace contextRef="#ctx0" brushRef="#br1" timeOffset="94685.74">25586 4880 490 0,'0'0'260'16,"0"0"-195"-16,0 0-24 15,0 0 112-15,0 0-79 16,0 0-67-16,-4-16-7 0,8 16-2 15,16-3 2-15,9 0 9 16,4 3-2-16,5-3-5 16,2 3 0-16,-3 0 9 0,-4 0-7 15,-4 0-3 1,-8 0-2-16,-6 0-1 0,-6 0-15 31,-5 0-56-31,-4 0-71 16,0 0-61-16,0-3-123 0</inkml:trace>
  <inkml:trace contextRef="#ctx0" brushRef="#br1" timeOffset="95132.39">25972 4645 542 0,'0'0'160'15,"0"0"-127"-15,0 0 46 16,0 0 14-16,-139-46-52 15,93 46-9-15,-12 0 8 16,10 12-17-16,-2 10-1 16,1 5-6-1,4 11-6-15,0 2 1 16,3 6-5-16,6 6-3 0,7-3 2 16,9 4-3-16,7 0 1 15,13-1-3-15,0-6-1 16,4 0 1-16,25-6-2 15,4-6 4-15,8-6-1 16,4-9-1-16,5-7 2 16,15-9 2-16,13-3 2 0,8 0 3 15,4-15-2-15,-3-16-1 16,-18-9-3-16,-19-10 1 16,-9-8 3-16,-12-4 14 15,-13-3-6 1,-12-5 3-16,-4 1 6 0,-8 8-22 0,-20 9-1 15,-14 11-1-15,-7 17 0 16,-8 11-6-16,-9 13-29 16,-4 0-89-16,41 19-169 15,5-1-463-15</inkml:trace>
  <inkml:trace contextRef="#ctx0" brushRef="#br1" timeOffset="96306.08">25825 4670 316 0,'0'0'200'0,"0"0"-152"15,0 0 15 1,0 0 42-16,0 0-50 16,0 0-19-16,0 0-8 0,0-10-11 15,0 10-3-15,0 0 15 16,0 0-4-16,0 4-10 16,0 17 12-1,0 10 29-15,0 6-27 16,8 3-18-16,0 3 2 15,-4 3 5-15,0-3-9 16,5 0-3-16,-5 1-5 16,0-7 0-16,3-9 1 15,-3-4-1-15,-4-15-1 16,0 4 1-16,0-7 0 0,0-6-1 16,4 3-3-16,-4 0-42 15,0-3-90-15,0 0-80 0,0 0-174 16</inkml:trace>
  <inkml:trace contextRef="#ctx0" brushRef="#br1" timeOffset="97393.29">24708 5453 487 0,'0'0'88'0,"0"0"-77"16,0 0 56-16,0 0-8 15,0 0-54-15,0 0-1 16,0 0 9 0,41-7 9-16,-17 7-2 15,9 0-2-15,5 0 19 16,2 0-8-16,5 0 10 15,5 0-8-15,-10 0-5 0,-7 0-15 16,-8 0-7-16,-8 0-3 16,-13 0-1-16,-4 0-3 15,0 0-34-15,0 0-65 16,-12 0-3-16,-5 0-264 0</inkml:trace>
  <inkml:trace contextRef="#ctx0" brushRef="#br1" timeOffset="97697.57">24921 5261 574 0,'0'0'92'0,"0"0"-92"16,0 0-4-16,0 0 4 15,0 0 18 1,0 0 1-16,-8 93 18 16,8-53-1-16,0 0 0 15,0-6 2-15,0-3-18 0,0-3-7 16,0-3-9-16,4-10 1 16,-4-3-5-16,4-6 0 15,-4-3-30-15,0-3-90 16,0 0-70-1,0 0-97-15</inkml:trace>
  <inkml:trace contextRef="#ctx0" brushRef="#br1" timeOffset="98127.35">24917 5150 336 0,'0'0'282'0,"0"0"-220"16,-119-33-55 0,82 33 106-16,0 0-12 15,1 24-63-15,11 7-26 0,0 13-1 0,4 1 0 16,13 8-1-16,4-1-5 16,4-5-1-16,0-4 2 15,4 0 0-15,21-15-3 16,0-1 7-16,4-5-9 15,3-6 9-15,13-10-3 16,5-4 5 0,7-2-2-16,13 0 1 15,-5-21-1-15,1-10 1 16,-12-9 11-16,-14-9 5 16,-15-4 8-16,-8-5-10 15,-17-4 10-15,0 4-6 0,-5-1-11 16,-15 16 3-16,3 12 4 15,5 13-23-15,-4 8-2 16,4 1-26-16,-5 9-38 16,1 0-96-16,12 6-119 0,4 7-251 15</inkml:trace>
  <inkml:trace contextRef="#ctx0" brushRef="#br1" timeOffset="98632.04">25853 5332 426 0,'0'0'85'16,"0"0"-54"-16,0 0 96 31,0 0 1-31,0 0-38 0,0 0-34 16,9-12-27-16,-9 12-10 15,0 0 8-15,0 0-27 16,0 12 2-16,-4 16 5 16,-1 6 11-16,-3 6-8 0,8-3-3 15,0-3-4-15,0-3 4 16,0-10-6-16,0-5 0 15,0-4-1-15,0-5-10 0,0-7-24 16,0 0-22-16,0 0-45 16,0 0-56-16,0-4-292 15</inkml:trace>
  <inkml:trace contextRef="#ctx0" brushRef="#br1" timeOffset="98848.99">25594 5428 549 0,'0'0'107'15,"0"0"-97"-15,0 0 26 16,0 0 24-16,0 0-47 0,0 0 25 16,62-3 4-16,-16-6-24 0,2 6-13 15,6-4-2-15,0 4 0 16,-6 0-1-1,-11 0-2-15,-12 3-32 0,-25-3-130 16,0 3-161-16</inkml:trace>
  <inkml:trace contextRef="#ctx0" brushRef="#br1" timeOffset="99471.48">25964 5271 484 0,'0'0'79'0,"0"0"-78"0,0 0 34 16,0 0 81-16,0 0-98 16,-139-74-16-16,105 71 11 31,-3 3 23-31,5 0-6 0,-1 0 7 15,-4 0-2-15,8 12 3 16,-4 16-14-16,9 2-11 16,-5 8-3-16,13 8 5 15,3 0-7-15,9 1-3 16,4-2-1-16,0-4-2 16,0-8-2-16,21-1-5 0,8-8 4 15,3-5 1-15,5-7 0 16,8-6 8-16,13-6-8 15,7 0 7-15,6 0 6 0,-2-22-10 16,-7-2 4-16,-9-10 4 16,-12 0 2-16,-8-9 10 15,-12-7 9 1,-9-2-3 0,-8-3-18-16,-4 5-11 0,-4-2 0 15,-29 9 0 1,-4 6 0-16,-4 12-12 0,-4 16-52 15,24 9-140-15,1 0-283 16</inkml:trace>
  <inkml:trace contextRef="#ctx0" brushRef="#br1" timeOffset="101180.72">24413 6082 388 0,'0'0'171'0,"0"0"-154"15,0 0-5-15,0 0 42 16,0 0-1-16,0 0-26 15,0 0 12-15,7 0 11 16,1 0-16-16,-4 0-4 16,9 0 9-16,-5 0 1 15,4 0-12-15,1 0-6 16,7 0-18-16,-3 0 3 16,4 0 0-1,3 0 0-15,0 0 3 16,5 0-8-16,8 0 4 15,5 0-2-15,6 0 4 16,6 0-4-16,7 0-3 16,5 0 0-16,13 0 12 0,2 0-9 15,9 0 5-15,5 0-2 16,4 0-7-16,-9 0 2 16,0 0 1-16,-8 0-2 0,1 0 1 15,-2 0-2 1,-6-7 0-16,-2 1 1 0,2 3-1 15,-10 0-1-15,-3-3 0 16,-5 3 1-16,-8 0 0 16,-3-1-1-1,-10 2 1-15,-3 2 0 16,-8 0 1-16,-9 0-1 0,1-3 0 16,-5 3 0-16,1 0 0 15,-5 0 0-15,-5 0 0 16,1 0 2-16,-4 0-1 15,0 0 3-15,0-4-3 16,0 4 1-16,0-3 1 0,0 3-3 16,0 0-1-16,0 0 1 15,0 0-3-15,0 0 1 16,0 0-12-16,0 0-34 0,0 0-62 16,-4 0-63-1,-3-3-44-15</inkml:trace>
  <inkml:trace contextRef="#ctx0" brushRef="#br1" timeOffset="101702.09">26108 5884 327 0,'0'0'290'0,"0"0"-245"15,0 0-42-15,0 0 41 16,0 0 4 0,0 0-33-16,0 0-15 15,-25-6 16-15,25 6 38 16,0 0 8-16,0 0-3 15,4 6-9-15,8 1-4 0,9-2-15 16,8 5-7-16,-1-4 5 16,5 6-12-16,4-2-8 15,0-1-7-15,0 3 0 16,0-3-1-16,-4 4-1 0,-8-7 0 16,-9 3 0-16,-7-9 0 15,-1 3-3-15,-8-3-1 16,0 3 3-16,0 1 0 15,0-2 1-15,-8 11 6 16,-17-4-1-16,-8 7 1 0,-5-1-5 16,-6 3 3-16,3 4-1 15,3-1-3-15,-3-2 2 16,9 0-2-16,-1-4 2 16,12-2-2-16,1-5 0 15,7 2-14-15,1-4-72 16,12-6-145-1,0 0-286-15</inkml:trace>
  <inkml:trace contextRef="#ctx0" brushRef="#br1" timeOffset="102618.74">24720 5977 481 0,'0'0'53'16,"0"0"-51"-16,0 0-2 16,0 0 18-16,0 0-18 15,0 0-3-15,-4 0 3 16,-1 0 4-16,2 0-2 16,-1 0 37-16,4 0 17 15,0 0-1-15,0 0-4 0,0 0-17 0,0 0-18 16,0 0-7-1,0 0-3-15,-12 0 3 16,-1 0 23-16,1 12 9 16,-13 1-7-16,0 2 2 0,-8-3-9 15,-7 6-9-15,-6 4-4 16,-3-3 2 0,4 2 2-16,8-2-2 15,4-4 8-15,12-2-6 16,5-4-10-16,12-6-7 15,4-3-1-15,0 0 0 16,0 3-14-16,0-3 8 16,8 6 6-16,13 1 2 15,4-5 3-15,3 4 7 0,1 1-10 16,8 2 3-16,8-3-2 16,17 3-3-16,3-3 1 15,14-3 1-15,-10 1-1 16,-11 2-1-16,-14-6-24 15,-15 3-64-15,-12 0-1 16,-9-3-22-16,-8 0-58 0,0 0-40 0,-8 0-249 16</inkml:trace>
  <inkml:trace contextRef="#ctx0" brushRef="#br1" timeOffset="103423.29">24996 6267 488 0,'0'0'152'16,"0"0"-100"-16,0 0 90 15,0 0-4-15,0 0-61 0,0 0-38 16,11 0-19-16,-11 0-7 16,0 0-10-1,0 0-3-15,0 5-3 16,0 5 0 0,0 5 3-16,0 10 0 0,0 0 5 15,0-4-2-15,0 1-3 16,0-3 2-16,0-7-2 15,0-3 1-15,0-3 0 16,0-3-1-16,0-3 0 16,0 0 1-16,0 0-1 15,0 0 2-15,0 0-2 0,0 0 1 16,0 0 1-16,0 0-2 16,0 0 1-16,0 0 3 15,0 0-3-15,0 0 2 16,0 0-2-16,0 0-1 15,0 0 0-15,0 0 0 0,0 0 0 32,0 3 3-32,0-3-3 15,0 7 2-15,0-2 3 16,0 2 4-16,0-1-7 0,0 0 4 16,0 0-3-16,0-3-1 15,0 3-2-15,0-2 2 16,0-1-2-16,0-3 0 15,0 0 3-15,0 0-3 0,0 0 3 16,0 0 0-16,0 0-1 16,0 0 1-16,0 0-3 15,0 0-1-15,0 0 1 0,0 0-2 16,0 0 0-16,0 0 1 16,0 0 0-16,0 0 1 31,8-7-3-31,9-5 1 15,-1 0 2-15,5 0-2 0,0-1 1 16,-5 1 1-16,-3 2 0 16,-5 4-1-16,0 4 0 15,-8 2-1 1,0 0 0-16,0 0-4 0,0 0-6 16,0 0-22-16,0 0-63 0,-8 0-161 15,-5 0-208-15</inkml:trace>
  <inkml:trace contextRef="#ctx0" brushRef="#br1" timeOffset="104131.93">24909 6260 584 0,'0'0'136'0,"0"0"-121"0,0 0-4 16,0 0 51-16,0 0-20 16,0 0-26-16,41-18 5 15,-20 24 3-15,-5 9 2 0,0 4 17 16,5 6-20-16,-1 2-13 15,-7 7-8-15,-1 0 0 16,-4 3-2-16,-8-3-5 16,0-6 2-16,0-1 3 15,0-2 0-15,-12-10-41 16,-1-5 41-16,1-1 39 16,4-9-29-16,4 3-6 15,4-3 2 1,0 0 2-16,0 0-2 0,0 0 0 15,0 0-5-15,8-9 16 16,8-13-11-16,9-2-5 16,4-7-2-16,4-6 1 15,8-3-8-15,-4-9-9 16,4 5-7-16,-5 1 5 16,-7 3-2-16,-4 12 18 0,-8 13 3 0,-13 6 0 15,0 6 0 1,-4 3 3-16,0 0-2 15,0 0-2 1,-4 0 9-16,-17 15-8 16,-4 13 6-16,5 3 2 15,0 6 7-15,-1 3-6 16,9-1-5-16,-1 2-2 16,9-7-1-16,4-7 3 15,0-2-2-15,0-10 0 0,0-2-2 16,4-4 2-16,13-3-1 15,8-3-1-15,-1-3 0 16,9 0 3-16,-4 0-3 0,4 0-20 16,0-3-56-16,-14-9-52 15,-10 6-122-15,-9 0-324 16</inkml:trace>
  <inkml:trace contextRef="#ctx0" brushRef="#br1" timeOffset="104600.58">25492 6436 668 0,'0'0'12'0,"0"0"-12"16,0 0 0-16,0 0 42 0,0 0 2 15,0 0-6-15,0 0 3 16,8 99-22-16,-8-78 1 16,0 1 1-16,4-10-9 15,-4-3-2-15,0-5 9 16,0-4 18-16,4 0 16 16,-4 0 17-16,13 0-17 0,-1-16-18 31,5-12-27-31,3 1-5 15,4-4-3-15,-3 0 0 16,4 3-1-16,-1 10 1 0,-3 5 0 0,-4 7-1 16,-1 6-6-16,-8 0 7 15,4 0-2 1,0 0 2-16,1 22 4 0,3 5 7 16,1 1 4-16,-5 3-8 15,0-3-5-15,-3-6-2 16,-5-4 0-16,-4-3-41 15,0-5-60-15,0-10-170 16,-8 0-366-16</inkml:trace>
  <inkml:trace contextRef="#ctx0" brushRef="#br1" timeOffset="106037.29">21957 6184 129 0,'0'0'290'16,"0"0"-238"-16,0 0-48 0,0 0 80 0,0 0-3 15,148 0-31 1,-82-4-18-16,7-5 19 0,10-1 12 16,3 1-17-16,1 3-13 15,-6 3-11-15,-2 0-1 16,-10 3-18-16,-7 0-3 16,-13 0 1-1,-16 0-1-15,-9 0 2 16,-11 0-2-16,-9 0 0 15,-4 0 0-15,0-3 8 16,0 0-4-16,-4 0-4 16,-17 0-47-16,-4 0-109 15,-4-1 14-15,10 4 12 0,-2 0 1 16,9 0 61-16,12-3-32 16,0 1-56-16</inkml:trace>
  <inkml:trace contextRef="#ctx0" brushRef="#br1" timeOffset="106459.08">22808 5964 487 0,'0'0'131'0,"0"0"-116"16,0 0 40-16,0 0 35 0,0 0-41 16,0 0-28-16,0-3-11 15,0 3-1-15,0 0 25 16,0 6-2-16,8 4 1 16,7-1-17-16,10 0 1 15,4 3-1 1,4 4-7-16,0-4-4 0,-1 4-2 15,-11-1 1-15,0 1-3 16,-13-7-1-16,0 3-1 16,-4-6-1-1,-4 3-2-15,0 1 4 0,-12 2 5 16,-17 0-4-16,-11 1-1 16,-6-1-3-16,-3-3-33 15,0 1-27-15,4-4-15 0,7 0-22 16,5-6-23-16,25 0-78 0,8 0-64 15</inkml:trace>
  <inkml:trace contextRef="#ctx0" brushRef="#br1" timeOffset="106963.76">22225 5995 485 0,'0'0'24'0,"0"0"-24"15,0 0 0-15,0 0 37 16,0 0-19-16,0 0 11 16,0 0 15-16,-9 40-23 0,-11-18-3 15,-5-4 15-15,-4 4-8 31,-4 6-13-31,-7-4 7 16,7 1 15-16,4-3-3 0,4-1 17 16,21-6-17-1,-1 1-26-15,5-4-5 0,0-2-9 16,13 2 9-16,16-6 2 16,4 3 0-16,4-6 7 15,8 0 2-15,-8-3-11 0,0 4 0 16,-1-1-48-16,-11-3-83 15,-25 0-47-15,0 0-96 16</inkml:trace>
  <inkml:trace contextRef="#ctx0" brushRef="#br1" timeOffset="107629.18">22286 6402 456 0,'0'0'109'15,"0"0"-93"-15,0 0 80 16,0 0-10-16,0 0-23 15,0 0-20-15,0 0-10 16,0 0-17-16,0 0-10 0,0 0-1 31,0 0-5-31,0 3-2 0,0 6 1 16,0-2 2 0,0 8 1-16,8-2 1 0,-4 2-2 15,4-3 0-15,-4 0-1 16,-4-5 0-16,0-1 3 15,0-6-3-15,0 0 4 0,0 0 1 16,5 0-3 0,-5 0 3-16,4 0-4 0,-4 0 0 15,0 0-1-15,0 0 1 16,0 0-1-16,0 3 0 16,0-3 0-16,0 3 2 15,0-3-1-15,0 0 0 0,0 3-1 16,0-3 0-16,0 0 0 15,0 3 1-15,0-3 0 16,0 3 1-16,0 3-1 16,0 0 2-16,0 1 6 15,-9-1-2-15,1-3-1 0,8 0 1 32,-4 0-5-32,4 0 1 15,-4-3-3-15,4 0 0 16,0 0 3-16,0 0-3 15,0 0 0-15,0 0-3 0,0 0-25 16,0 0-3-16,0 0-26 16,0 0-32-16,0 0-68 15,0-3-291-15</inkml:trace>
  <inkml:trace contextRef="#ctx0" brushRef="#br1" timeOffset="108345.47">22158 6399 417 0,'0'0'84'16,"0"0"-78"-16,0 0 56 16,0 0 37-16,0 0-61 15,0 0-10-15,75-6 14 0,-51 6-3 16,-4 16-10-16,1 5-10 16,0 1 10-16,-9-1-17 15,1 7-9-15,-5-4 3 0,-4 4-1 16,-4 0-2-1,0 0 10-15,0-3-6 0,-21-7-3 16,-4 4 4-16,-8-10-3 16,9-3-4-16,-4 0 16 15,15-6 1-15,5-3-9 16,4 0-7 0,4 0 5-16,0 0-7 15,0 0 1-15,4 0-1 16,21-12 5-16,7-9-5 15,5-7 1-15,4-3-1 16,-3-3-11-16,-2-3-5 16,-3 0 6-16,0-6-18 0,-8 3-20 15,-5 2 18-15,-4 8 6 16,-4 8 11-16,-8 10 13 16,-4 0 3-16,0 5-2 15,0 7 5-15,0 0 1 0,0 0-6 16,0 0 2-16,0 0 12 15,0 0-10-15,-4 16-2 16,-8 8 8 0,-4 7 1-16,-4 6 1 15,3 4 7 1,5 2-6-16,-1-10-8 0,9 4 2 16,0-9-6-16,4-6-2 15,0-1 0-15,0-8 0 16,0-1-3-16,17-6 0 15,-1-3-35-15,5 1-50 0,0-4-18 16,-14 0-81-16,-3 0-143 16</inkml:trace>
  <inkml:trace contextRef="#ctx0" brushRef="#br1" timeOffset="108595.43">22647 6581 386 0,'0'0'231'16,"0"0"-138"-1,0 0-27-15,0 0 4 16,0 0-48-16,0 0 27 0,9 53-22 16,-9-13-9-16,0 3-7 15,0 6-7-15,0 3-3 16,8-6 3-16,-4-8-4 16,0-14-49-16,3-5 48 15,-7-10 2-15,0-6-2 16,5-3-57-16,-5 0-46 15,0 0-31-15,0-6-54 16,0-10-55-16</inkml:trace>
  <inkml:trace contextRef="#ctx0" brushRef="#br1" timeOffset="108814.49">22672 6713 157 0,'0'0'141'16,"0"0"-117"-16,-4-126-11 16,4 114 117-16,4 2-39 15,12 1-45-15,0 3-10 16,9 3 10-16,0 3-30 15,0 0-11-15,-1 0-1 0,0 0-4 16,-7 9 4 0,-1 10 5-16,-16 2 2 15,0 4 4 1,0 0 26-16,-33-4 1 16,-15 4 1-16,-6-10-24 0,1-2-18 15,4-7-1-15,11-6-66 16,30 0-131-16,8 0-239 15</inkml:trace>
  <inkml:trace contextRef="#ctx0" brushRef="#br1" timeOffset="111555.43">22273 3563 146 0,'0'0'126'0,"0"0"-126"15,0 0-17-15,0 0 9 16,0 0 8-16,0 0 0 16,0 0 1-16,0 0 11 15,0-3 33-15,0 0 40 16,0 3-5-16,0 0-15 15,0 0-17 1,0 0-15-16,0 0-11 16,0 0-6-16,0 0 1 15,0 0-1-15,0 0 9 16,0 0-6-16,0 0-1 16,0 0-2-16,13 0-3 15,3 0 30-15,9 0-9 0,4 0-21 16,-1 0-3-16,5 0-6 15,-4 0-3-15,0 0 6 0,-4 0-4 16,-9 0 0 0,0 0-3-16,-16-3 4 0,4 3-1 15,-4 0 0-15,0 0 6 16,0 0-9-16,0 0-6 16,-16 0-17-1,-9 0-131-15,9 0-103 0,3 0-118 0</inkml:trace>
  <inkml:trace contextRef="#ctx0" brushRef="#br1" timeOffset="112088.62">22573 3458 190 0,'0'0'237'16,"0"0"-237"-16,0 0 0 0,0 0 48 16,0 0 22-16,0 0-51 0,0 0-14 15,4-24 1-15,-4 24 6 16,-12 0-3 0,-5 0 13-16,-2 0-17 0,-6 0 0 15,-8 0 8-15,-5 0-7 16,-3 6-1-16,1 6-3 31,-2 0 2-31,-3 7-3 0,5 3 0 16,7 2 5-16,4 10 8 15,4 6 4-15,12 0-2 0,1 6-8 16,12 1 2 0,0-4 0-16,8-3-7 0,25-9 10 15,5-3-11-15,7-10 10 16,-1-12 1-16,6-6 7 15,-4 0-4-15,2-6 1 0,-2-16-11 16,-5-5 0-16,-9-10 0 16,-7-6 1-16,-9-4 3 15,-7 4-3-15,-5-3 12 16,-4 6 0-16,0 6 2 16,-13 9-10-1,-7 7-11-15,-1 6-6 16,-11 12-16-16,7 0-84 15,13 0-86-15,3 3-221 16</inkml:trace>
  <inkml:trace contextRef="#ctx0" brushRef="#br1" timeOffset="112426.68">22700 3677 235 0,'0'0'257'0,"0"0"-189"16,0 0-16-16,0 0 80 15,0 0-30-15,0 0-46 16,4-9-29-16,0 3-11 15,13 0 2 1,8-7-2-16,8 4-15 16,4-4 1-16,-5 8-2 0,1-2-1 15,-8 1-1 1,-4 6-1-16,3-3-32 16,-8 3-76-16,-4 0-36 15,-12 0-12-15,0 0-95 0</inkml:trace>
  <inkml:trace contextRef="#ctx0" brushRef="#br1" timeOffset="112874.28">22856 3419 498 0,'0'0'41'16,"0"0"-39"-16,0 0 3 15,-148 61 78-15,112-21-19 16,11 9-30-16,5 3-14 0,7 1-3 16,13-7-7-16,0 1-9 15,0-11 8-15,13-5-9 16,7-6 0-16,12-13-1 15,1-5 1-15,5-7 2 16,7 0 24-16,4-4-5 0,-4-17-4 16,1-7-10-16,-6-6 12 0,-11-6 23 15,-4-3-5 1,-9-9 15-16,-7-7-31 16,-5 0-13-16,-4 10 0 15,0 3 1-15,-4 15-9 0,-17 10-7 16,-4 11 1-16,-4 10-8 15,-3 0-82 1,-1 0-49-16,16 13-34 16,5-1-156-1</inkml:trace>
  <inkml:trace contextRef="#ctx0" brushRef="#br1" timeOffset="113392.3">22244 4087 388 0,'0'0'166'15,"0"0"-125"-15,0 0 32 16,0 0 12-16,0 0-35 16,0 0-23-1,-4 0 8-15,17 0 13 16,11 0-1-16,14 0-23 0,-1 0-1 16,11-3-5-1,6-3-12-15,-8 0-2 0,-6 2-4 16,-11 2 1-16,-17 2-2 15,1 0-4-15,-13 0-15 16,0 0-17-16,0 0-13 0,0 0 12 16,-5 0-2-16,-11-3-115 15,-1-4-2-15,9 7-72 16,4-3 76-16</inkml:trace>
  <inkml:trace contextRef="#ctx0" brushRef="#br1" timeOffset="113794.04">22524 3927 191 0,'0'0'61'16,"0"0"32"-16,0 0 51 16,0 0-68-16,0 0-49 15,0 0-18-15,-70-28 10 0,37 38-2 16,-4 8 27-16,5 0 8 16,-1 7-15-1,0 6-9 1,4 3-5-16,5 6-7 0,12-6-6 15,7 3-6 1,5-1 2-16,0-1-6 0,13-2 0 16,15-8 0-16,5-3-2 15,0-13 3-15,4-6-1 16,3-3 17-16,2 0-5 0,-1-16 19 16,0-11-11-16,-9-4-10 15,-3-9-1-15,-8 0 18 0,-9 0-22 16,-12 3 14-1,0 0-6-15,0 9 1 16,-24 3-10-16,-1 7-3 16,-4 9-1-1,-3 9-8-15,3 0-41 0,0 6-70 16,21 7-58-16,-1-1-203 16</inkml:trace>
  <inkml:trace contextRef="#ctx0" brushRef="#br1" timeOffset="114111.27">22631 4106 510 0,'0'0'100'16,"0"0"-100"-16,0 0 0 15,0 0 42-15,0 0-31 16,0 0-11-1,0 0 0-15,0-16 0 16,0 16 6-16,0 0 28 0,0 0 30 16,0 0-1-16,0 0-12 15,0 0-37-15,4 0 3 16,8-3-8-16,9 0 0 16,-1 0-4-16,0-3-3 15,5 3-1-15,0-1-1 0,-4 2 0 16,-1 2-2-16,4-3-13 15,-3 3-40-15,-5 0-19 16,-3 0-41-16,-13 0-107 16,0 0-109-16</inkml:trace>
  <inkml:trace contextRef="#ctx0" brushRef="#br1" timeOffset="114603.09">22820 3970 352 0,'0'0'88'16,"0"0"-76"-16,0 0 78 0,0 0 0 15,0 0-85 1,0 0 2-16,-87-13-5 0,58 26 7 15,-3 5 4-15,3 4 28 16,0 0-5-16,0 2-1 0,5 4-10 16,7-3-7-16,5 0-8 15,12-1-10-15,0 4 9 16,0-4-4-16,8-2-4 16,21-1 0-1,4-2 5 1,0-7-6-16,7-8 9 0,6-4-9 15,-1 0 4-15,1 0 8 16,2 0-12-16,-11-19 1 0,5-2 11 16,-6-1-9-16,-7-9 4 15,-8 0-5-15,-13-6 11 16,-8 3-1-16,0-3-7 16,-8 4 15-16,-25 5 7 15,-8 3-15-15,4 10-5 0,0 12-7 16,0 3-2-16,-4 0-15 31,0 9-77-31,29 3-112 0,3 0-214 0</inkml:trace>
  <inkml:trace contextRef="#ctx0" brushRef="#br1" timeOffset="115116.04">22257 4531 153 0,'0'0'390'0,"0"0"-317"16,0 0-66-16,0 0 74 16,0 0-17-16,0 0-38 15,-17-6-9-15,17 6-17 16,4 0 3-16,17 0 8 0,8 0 0 16,0 0 10-16,4 0 12 15,-1 0-26-15,-3 0-3 16,-13 0-4-16,1 0-4 0,-9-3-26 15,-8 3-27 1,4 0-28-16,-4 0 15 0,0 0-3 16,0 0-130-16,-4 0-23 15</inkml:trace>
  <inkml:trace contextRef="#ctx0" brushRef="#br1" timeOffset="115605.08">22429 4420 345 0,'0'0'136'16,"0"0"-129"-16,0 0 3 16,0 0 61-16,0 0-58 15,0 0-8-15,0 0 20 16,-52-12-14-16,23 18 1 0,-4 6 25 15,4 4-8-15,0 2-9 16,-3 0 0-16,7 7 0 31,8 0-7-31,1 0-6 0,7 2 4 16,9-5-9-16,0 3 5 16,0-4-3-16,9 1-3 15,20-1 5-15,8-2-3 16,11-4-1-16,-6-9 0 15,7-6 0-15,-8 0 22 0,4-6-3 16,1-15 10-16,-6-7-16 16,-3-6-4-16,-8-3 13 15,-8-6 14-15,-9-1-26 16,-12-1-12-16,0 4-2 16,0 1-2-16,-12 9-14 15,-13 7 6-15,-8 11-4 0,-8 13-31 16,4 0-46-16,-8 0-40 15,28 16-43-15,9-4-275 16</inkml:trace>
  <inkml:trace contextRef="#ctx0" brushRef="#br1" timeOffset="115905.19">22762 4405 542 0,'0'0'39'0,"0"0"-39"16,0 0 36-16,0 0 23 16,0 0-59-16,0 0 5 15,-16-13 0-15,-13 26-1 16,-4-4 4-16,5 0-6 15,3-2-1-15,12-2 3 16,5-5-3 0,8 0 2-16,0 0-3 0,0 0-6 15,0 0-73-15,8 0-1 16,9 0-19 0,-13 0-68-16,0 0-25 15</inkml:trace>
  <inkml:trace contextRef="#ctx0" brushRef="#br1" timeOffset="116221.31">22762 4405 171 0,'-135'108'81'0,"135"-108"-21"15,0 0 117-15,0 0-36 0,0 0-39 16,0 0-8-16,0 0-23 15,0 0-32-15,0 0-3 0,4 0-14 16,12 0-9 0,9-4-3-16,7 1-8 15,5 0-2-15,1 0 3 16,-1-3-3 0,-1 6 0-16,-7-3-1 0,-4 3 0 15,-13 0-4-15,-4 0-22 16,-8-3-11-1,0 0-22-15,0 3-47 0,0-3-135 16,-8-1-151-16</inkml:trace>
  <inkml:trace contextRef="#ctx0" brushRef="#br1" timeOffset="116634.15">22835 4346 322 0,'0'0'96'16,"0"0"-91"0,-123-3 7-16,86 15 50 15,1 10-9-15,3 3-14 16,0 3 6-16,8 5-18 16,1 1-7-16,12 6-13 15,4-6 3-15,8 6-8 16,0-6 3-16,0-3-3 15,25-7 2-15,2-5-8 0,2-13 6 0,9-6-2 16,3 0 32-16,7 0 28 16,10-18-15-16,3-7-23 15,-7-2 0-15,-13-1-2 16,-7-3-12-16,-11 0 3 16,-14-3 12-16,-9 6 0 15,0-5-7-15,-17 5 23 0,-15 6-22 16,-1 7 0-16,-8 9-6 15,3 6-11-15,-6 0-11 16,-2 0-39-16,9 21-59 16,1 1-90-16,28-10-98 15</inkml:trace>
  <inkml:trace contextRef="#ctx0" brushRef="#br1" timeOffset="117206.33">22413 4858 102 0,'0'0'167'15,"0"0"-70"-15,0 0-72 16,0 0 100-16,0 0-20 0,0 0-60 16,4 0-18-16,-17 0-5 15,-3 0 5-15,-4 0-18 16,0 0-3-16,-5 12 8 16,0 0 4-16,0-2-2 31,9 2 0-31,-1-3-10 0,6-6-2 15,7 4-3-15,4-7-1 16,0 0-2-16,0 0 2 16,12 0 0-16,12 0 17 0,9 0-7 15,8 0-3-15,-4-7-6 16,4-2-1-16,-4 6-1 16,-8-3 1-16,0 3-5 15,-8 0-2-15,-10 0-32 0,-3 3-27 16,-8 0 0-1,0-7-4-15,0 7-54 0</inkml:trace>
  <inkml:trace contextRef="#ctx0" brushRef="#br1" timeOffset="117358.35">22413 4858 300 0</inkml:trace>
  <inkml:trace contextRef="#ctx0" brushRef="#br1" timeOffset="117645.52">22413 4858 300 0,'25'-96'133'0,"-46"96"-107"0,-8 4 4 0,5 11 63 0,-1 3-12 16,-4 10-37-16,5-3-14 0,3 3-11 15,9 2-2-15,3 4-5 16,5 6 7-1,4-3-9-15,0 0 4 0,13 0-10 16,15-9-4-16,6-6 0 0,-1-10 0 16,-4-12 8-16,11 0-8 15,-3 0 22-15,9-9 33 16,-6-13-20-16,-7-3-16 16,-8-6-12-16,-13-3 11 15,-4-6 9 1,-8 0-1-16,0 0 0 15,0 4-19-15,-12 1-3 16,-13 11 17-16,0 5-21 16,5 13-1-16,0 6-11 15,4 0-39-15,-5 0-83 16,4 15-45-16,13-2-43 16,4-4-71-16</inkml:trace>
  <inkml:trace contextRef="#ctx0" brushRef="#br1" timeOffset="117924.98">22725 4898 558 0,'0'0'221'0,"0"0"-203"16,0 0-9-16,0 0 96 15,0 0-101-15,0 0 0 16,33 0-4-16,-8 0 14 16,4-9-10-16,-6 2 3 0,2 1 0 15,-4 0-7-15,0 0 2 16,-1 3-2-16,-3 0-10 16,-5-3-59-16,-3 6-57 15,-9 0-77-15,0-3-109 16</inkml:trace>
  <inkml:trace contextRef="#ctx0" brushRef="#br1" timeOffset="118316.31">22766 4766 481 0,'0'0'83'0,"0"0"-74"15,0 0 8-15,-123 24 62 16,98 4-49-16,9-1-13 16,-1 4-1-16,9 3 2 15,4-3-3-15,4 3-7 16,0-9-1-16,16-4 0 16,9-6 0-16,4-8-5 0,7-7 10 15,6 0 4-15,7 0-7 16,4-25 24-16,1 0-20 15,-5 0 5-15,-4-5 4 16,-12-1-5-16,-12 4-7 16,-17-1 4-16,-4 0-13 15,0 6-1 1,-9 4 0-16,-24 8 1 0,-3 7-1 16,-5 3-37-16,-5 0-34 15,2 16-41-15,27-4-60 16,5 0-125-16</inkml:trace>
  <inkml:trace contextRef="#ctx0" brushRef="#br1" timeOffset="118681.78">22158 5481 478 0,'0'0'242'0,"0"0"-191"0,0 0-47 0,0 0 57 15,0 0-47-15,0 0-3 16,79 3 12-16,-35-3 2 16,6 0-13-16,0 0-7 15,-6 0-4-15,-3 0 1 16,-7 0-2-16,-10 2-13 0,-8-2-61 31,-8 0-75-31,-8 0-82 16,0 0-91-16</inkml:trace>
  <inkml:trace contextRef="#ctx0" brushRef="#br1" timeOffset="119451.38">22381 5425 182 0,'0'0'192'15,"0"0"-192"-15,0 0 7 16,0 0 92-16,0 0-18 16,0 0-41-16,0 0-12 0,-33-12 4 15,33 12-5-15,0 0 9 16,0 0 15-16,0 0 6 16,0 0-16-16,0 0-21 15,-4 0-9-15,4 0-2 16,0 0-5-16,0 0 5 15,0 0 0-15,0 0-2 16,0 0 1 0,0 0-3-16,0-3 0 15,0 3-5-15,0-4-2 16,0-2-4-16,8 0 6 0,4 0 20 16,1 3-7-1,-6-3-13-15,5 2 1 0,-4 2-2 16,5-5-11-16,-1 1-37 15,-8 0 39-15,5 3-5 16,-9 3 15-16,0 0 1 0,0-3 2 16,0 3 3-16,0 0-4 15,0 0-2-15,0 0-16 0,0 0-23 16,0 0 23 0,-17 0 10-1,-4 0-2-15,1 0 6 16,-8 0 2-16,-1 0 10 15,-4 6 5-15,4 0 10 16,1 7 5-16,3-1-1 0,-4 6-16 16,9 7-2-16,-1 3-5 15,9 6 2 1,3-3-6-16,5 0 1 0,4-4 2 16,0-6-5-16,13-5-6 15,11-1 3-15,5-5-1 16,9-7 4-16,2-3 7 0,9 0-2 15,-3-6 0 1,2-16-2-16,-6-6-3 0,-5-3-1 16,-12-2 1-16,-4-5 0 15,-18 5 12-15,-3-4-5 16,0 6-6-16,0 0 26 0,-20 4-1 16,-9 8-18-16,4 7-8 15,-4 12-13-15,4 0-57 16,17 0-117-16,-4 6-158 15</inkml:trace>
  <inkml:trace contextRef="#ctx0" brushRef="#br1" timeOffset="119952.35">22573 5425 438 0,'0'0'173'0,"0"0"-173"0,0 0 9 16,0 0-14-1,0 0 11-15,0 0 4 16,37 6 30-16,-12-6 1 16,4 0-7-16,3 0 2 0,5-3 13 15,13 0-11-15,2-3-14 0,2 3 0 16,-4 0-16-16,-14 0-7 31,-7-1-1-31,-17 4-43 16,-12 0-47-16,0 0-22 15,-4 0-91-15</inkml:trace>
  <inkml:trace contextRef="#ctx0" brushRef="#br1" timeOffset="120385.39">22783 5175 389 0,'0'0'49'0,"0"0"-45"16,-115 10 62-16,82 17 85 31,4 7-79-31,4 6-22 16,5 3-22-16,3 1-8 0,5-4 7 15,9-3-1-15,3-6-10 16,0-4-4-16,0-2-4 16,19-6 5-16,10-14-11 15,4-2 2-15,13-3 4 16,6 0 12-16,10-6-14 0,8-19 4 16,-4-2-7-16,-5-4 0 15,-16-3-3-15,-12-3 3 16,-16 0 8-16,-9 1-9 15,-8-2-1-15,0 8-1 16,-33 5-8-16,-8 7 0 0,-16 8-29 31,-1 10-59-31,33 0-59 0,4 0-152 16</inkml:trace>
  <inkml:trace contextRef="#ctx0" brushRef="#br1" timeOffset="120802.37">22717 5354 484 0,'0'0'0'15</inkml:trace>
  <inkml:trace contextRef="#ctx0" brushRef="#br2" timeOffset="132605.46">24322 3356 70 0,'0'0'157'15,"0"0"-88"-15,0 0-14 16,0 0 3-16,0 0-8 31,0 0-3-31,8-3-4 0,-8 3-7 16,0 0 2-16,0 0 13 15,0 0-1-15,0 0-16 16,0 0-14-16,0 0-2 16,0 0-4-16,0 0-5 15,0 0 16-15,0 0 5 16,0 0-12-16,0 0-9 0,0 0-7 15,0 0 2-15,0 0 3 16,0 0-3-16,0 0-4 16,-4 0-1-1,-17 0 1-15,-8 0 8 0,-15 0-7 0,-10 0 2 32,-15 7-2-32,-10-1-1 15,2 3 3-15,-6 0-2 16,6-2 1-16,6-2 19 0,-2 2-12 15,11-1-4-15,5 0 3 16,16-2-6-16,8 1 0 16,8-5-2-16,8 3 0 15,9-3 0-15,8 0-5 0,0 0-10 16,0 0-10-16,0 0-32 16,0 0-12-16,0 0 20 0,0 0 32 15,8 0 9-15,-4 0-28 16,5 0-37-1,-5 0-26-15,0 0-4 0,4-3-17 16,-4 3 1-16</inkml:trace>
  <inkml:trace contextRef="#ctx0" brushRef="#br2" timeOffset="133106.28">23562 3323 249 0,'0'0'164'15,"0"0"-119"-15,0 0 31 16,0 0 49-16,0 0-37 16,0 0-50-16,-8-10-11 15,-20 10-6-15,-5 0 4 0,-13 7-21 16,1 5 2-16,-8 6 21 31,8-5 2-31,-1 2 23 16,14 3-8-16,7-5-15 0,9 2-18 15,12-2-4-15,4-1-7 16,0 1-2-16,0 2 1 16,0 0-1-16,16-2-1 15,-3 2 3-15,3-3 3 16,1 1-1-16,6-1-2 0,2 0 0 16,12-3 4-16,5 4-1 15,6-7-2-15,6 0 8 16,0 7-4-16,-6-8-5 0,-6 2-30 15,-22-1-131-15,-20-6-100 32,0 0-284-32</inkml:trace>
  <inkml:trace contextRef="#ctx0" brushRef="#br2" timeOffset="133822.19">24363 3717 14 0,'0'0'412'15,"0"0"-323"-15,0 0-84 16,0 0 57-16,0 0 7 0,0 0-39 16,0 0-15-16,-87-6 3 0,55 6 8 15,-13 9-8-15,-13 3 0 16,-11 4 2-16,-10-4-7 15,-3 1-3 1,5-1-6-16,2-3 9 16,13 0 3-16,6-2 0 15,6-1-7-15,9 3-4 16,13-3-5-16,3-3 0 0,8 1-4 16,9-1-36-16,4-1-72 15,4-2-85-15,0 0-107 16</inkml:trace>
  <inkml:trace contextRef="#ctx0" brushRef="#br2" timeOffset="134208.16">23579 3751 322 0,'0'0'0'0,"0"0"19"0,0 0 38 15,0 0 32-15,0 0-43 16,0 0-44-16,-119 25 17 0,86-10 29 16,5-3 6-16,-1 1-8 15,8-1 2 1,5 1-6-16,7 2-9 0,1-3-17 15,8-2 3-15,0-1-10 16,0-3-5-16,12 3 0 16,13-2 0-1,13-4 2-15,10-1 20 16,6 1-15-16,-5 1-5 16,0-1-1-16,-12 0-2 15,-8 0-2-15,0 0-1 16,-18 0-6-16,6 0-124 15,-17 0-58-15,0-3-128 16</inkml:trace>
  <inkml:trace contextRef="#ctx0" brushRef="#br2" timeOffset="134655.74">24178 4001 478 0,'0'0'169'15,"0"0"-167"-15,0 0 9 0,0 0 13 16,0 0 22-16,0 0-34 15,0 0-10-15,17 3 3 16,-17 6 16-16,0-3 24 16,-13 7-15-16,-20 2 11 15,-7-3-8-15,-14 4-10 16,-8-4-6-16,-3 4-8 0,-14-7-1 0,6 0-1 16,-13 0-2-16,-5-2 1 15,-7-1-5-15,-4 0 0 16,-2 0-1-1,14-3-11-15,12 0-20 0,25-3 22 16,20 0-2-16,17 0 1 16,16 0-32-1,0 0-47-15,12 0-63 16,9 0-124-16,-1 0 94 16</inkml:trace>
  <inkml:trace contextRef="#ctx0" brushRef="#br2" timeOffset="134988.37">23185 4093 393 0,'0'0'186'0,"0"0"-159"15,0 0-23-15,0 0 52 31,0 0 19-31,0 0-41 16,4 3-12-16,-16 13 3 0,-1-1 27 16,1-3-14-16,3 4-13 15,9-4-3-15,0 1-14 16,0-1-7-16,0-3 3 16,0 3-2-16,17-2-2 15,8-1 0-15,8 0 8 0,7-2 1 16,6-2-4-16,-1 5 0 15,8-4 0-15,-8 0-5 16,-3 0-27-16,-9 1-33 16,-29-7-103-16,-4 0-83 15</inkml:trace>
  <inkml:trace contextRef="#ctx0" brushRef="#br2" timeOffset="135434.97">24228 4324 165 0,'0'0'149'0,"0"0"-121"16,0 0-1-16,0 0 114 0,0 0-32 16,0 0-35-16,0 19-21 15,-17-13 18-15,-4-3 4 16,-7 4-21-16,-9 2-8 16,-16 3-23-16,-14 0-14 15,-6 1-4 1,-10-7-5-16,6 3 5 15,-9 1-4-15,-9-5 1 0,1 2 0 16,-1-7 2-16,1 3-4 16,8 0 0-16,7 0-7 15,14-3 5-15,12 0-4 16,20 3-37-16,12-3-10 16,21 0-28-1,0 0-37-15,12 0-81 16,9 0-112-16</inkml:trace>
  <inkml:trace contextRef="#ctx0" brushRef="#br2" timeOffset="135749.26">23222 4417 654 0,'0'0'113'0,"0"0"-113"16,0 0-3-16,0 0 3 16,0 0 10-16,0 0 19 15,0 0-4-15,-41 74-9 0,37-59 2 16,-1 4-8-16,5-7-3 16,0 0 1-16,0 4-4 0,5-7-4 31,15 3 2-31,9-2-2 0,0-1 4 0,7 3 3 31,6 1 0-31,-1-1-7 16,-1-3-46-16,2 0-72 15,-34-9-78-15,0 0-141 0</inkml:trace>
  <inkml:trace contextRef="#ctx0" brushRef="#br2" timeOffset="136119.66">24519 4719 419 0,'0'0'118'0,"0"0"-106"0,0 0-9 31,0 0 3-31,0 0 75 0,0 0 9 15,-29 40 1-15,-29-28-36 16,-3-2-53-16,-9-1 8 16,-3 0-3-16,-10 1 1 15,-7-1 1-15,-12 0 4 16,-6 0-7-16,-2 4-3 16,3-7 0-16,9 3 1 15,7-6-3-15,14 0 0 0,15 3 2 16,17-6-3-16,8 4 1 15,16-2-1-15,5-2-13 16,16 0-60-16,0 0-46 16,4 0-73-16,12 0-95 0</inkml:trace>
  <inkml:trace contextRef="#ctx0" brushRef="#br2" timeOffset="136513.56">23505 4766 697 0,'0'0'49'0,"0"0"-49"16,0 0 0-16,0 0 36 16,0 0 12-16,0 0-17 15,-78 64-11-15,69-49 13 16,9 1-9-16,0-1-16 31,0-2 3-31,0-4-6 0,13 3-4 16,7-6-2-16,9 7 2 15,4-4-3-15,4 3 6 0,4 1 7 16,-4-8-4-16,-4 2-5 16,3-4-2-1,2 3-32-15,-30-6-83 16,-4 0-158-16</inkml:trace>
  <inkml:trace contextRef="#ctx0" brushRef="#br2" timeOffset="136952.2">24257 5055 154 0,'0'0'137'16,"0"0"-11"-16,0 0-40 15,0 0 31-15,0 0-50 16,0 0-30-16,0 0-15 0,8 28-11 16,-25-19 2-16,-12 3 30 15,-16 4-14-15,-16 5-9 16,-18 1 1-1,-11-4-8-15,4 1-9 0,0-3 0 0,0-4 21 16,-5 0 11-16,1 0-19 16,3-3 8-16,10 1-9 15,19-1-10-15,22-6-4 16,15 3-2-16,17-3-2 16,4-3-9-16,0 0-49 15,17 0-113 1,15 0-37-16,-20 0 49 15,0 0-64-15</inkml:trace>
  <inkml:trace contextRef="#ctx0" brushRef="#br2" timeOffset="137284.99">23300 5256 653 0,'0'0'62'16,"0"0"-56"-16,0 0-6 31,0 0 94-31,0 0-43 0,0 0-41 16,-61 71-2-16,61-53 2 15,0 7 17-15,0-1 16 16,4 1-26-16,15-1 0 15,6 1-10-15,12 0-7 16,9-1 0-16,11-5-1 16,9-10 0-16,7-2-10 0,6-7-3 15,7 0 3-15,4 0 9 16,-8 0 2-16,-16 0-50 16,-57-7-33-16,-9 4-186 0</inkml:trace>
  <inkml:trace contextRef="#ctx0" brushRef="#br2" timeOffset="137887.47">24248 5502 782 0,'0'0'49'0,"0"0"-38"15,0 0-2-15,0 0 61 16,0 0-58-16,-131 3-9 15,77 6 0-15,-12-2 4 16,-3 5 21-16,-1-6 16 16,0 0-12-16,8 1-4 0,-7-5-8 15,7 4-8-15,-3 1-12 16,11-1-1-16,13-3-1 16,8 0-9-16,13 0 0 0,12-3-13 15,8 3-16-15,0 4-18 16,0-4-13-1,17 2 8 1,6 2 59-16,2-1-4 0,8 0 8 16,-4 0 0-16,-4-6-64 15,-17 0-88-15,-4 0-172 16</inkml:trace>
  <inkml:trace contextRef="#ctx0" brushRef="#br2" timeOffset="138226.23">23316 5582 578 0,'0'0'172'0,"0"0"-166"31,0 0-2-31,0 0-4 0,0 0 25 16,0 0-16-16,0 0-2 15,50 105-7-15,-17-96 9 16,-1-3 1-16,1-2-8 15,-4-4-2-15,0 0 0 16,-4 0-28-16,-22 0-94 16,1 0-297-16</inkml:trace>
  <inkml:trace contextRef="#ctx0" brushRef="#br2" timeOffset="141937.91">23874 3156 441 0,'0'0'0'0,"0"0"25"0,0 0-2 15,0 0 77-15,0 0-43 16,-8-114-8-16,8 93-9 16,4-1 9-16,0 0-16 0,0-2-1 15,5-1 3 1,-1-6-7-1,4-3-14-15,-3 1-1 0,7-5 23 16,-4 2-19-16,5-4 0 0,7-1-1 16,1 1-9-16,8 3-4 15,12-6-5-15,0 3 2 16,8-6 0-16,5 6 0 16,3-4 1-16,9 4-2 15,4 7 0-15,13-1 1 16,3 6 4-16,4 0 1 15,5 4-1 1,3-4-3-16,1 0 2 0,8-3-1 16,4 0 3-16,-5 4-5 15,5-1 3-15,0 0-6 16,5 7 2 0,-5-1 1-16,3 10 2 15,-7 9-1-15,-8 3 0 16,0 0-1-16,-1 0 0 15,9 6-1-15,0 12 5 16,4 1-4-16,-4 2 0 16,7-2 1-16,5-4-1 15,-7 4 0-15,-1-1 0 0,-13-3-1 16,-4 7 1-16,-7-3 0 16,-9-4-1-16,-16 4 1 15,-5-4 0-15,-15 4 0 16,3-1-5-16,-4-3 5 15,0 1 1-15,1-4-1 16,2 0 1-16,-11 1 1 0,1-7-1 16,-9 0-1-16,-17-3-1 0,-4 7 1 15,-8-7-2-15,0-3-8 16,0 2-57-16,0 2-66 16,-12-4-22-1,-9 0 57-15,9 0-123 0</inkml:trace>
  <inkml:trace contextRef="#ctx0" brushRef="#br2" timeOffset="142305.6">27881 2157 8 0,'0'0'506'0,"0"0"-430"16,0 0-69-16,0 0 69 15,0 0 3-15,0 0-35 0,0 0-18 16,-29-12-12-16,34 12-9 16,15 0-3-1,5 6 29-15,3 7 13 16,1 5-14-16,4 1-9 16,-4-1 0-1,-4 1-13-15,-2-1 0 0,-6 0 8 16,-5 1-15-16,-12 0-1 15,0-1-9-15,-24 4 9 16,-29 2 0-16,-9-2 4 16,-7-4 6-16,-2-5-7 15,13-4 6-15,14 4-3 0,11-8-3 16,16 2-3-16,9-1-13 16,8-3-100-16,0 0-69 15,17-3-96 1,3 0 40-16</inkml:trace>
  <inkml:trace contextRef="#ctx0" brushRef="#br2" timeOffset="142786.64">28505 2133 372 0,'0'0'220'15,"0"0"-178"-15,0 0-18 16,0 0 71-16,0 0-10 16,0 0-55-16,-9-22-25 0,9 22-1 15,0 0-4-15,0 22 0 16,-4 12 2 0,-3 3 29-16,3 3 0 15,-4 3-4-15,8-3-16 16,0 0-6-16,0-3 5 15,0-3-9-15,8-6 3 16,11-10-4-16,14 1-4 16,5-13 4-16,11 0 0 15,4-6 3-15,9 0 8 0,-18 0-10 16,-10-12-1-16,-18-16-58 16,-16 16-83-16,0-7-217 15</inkml:trace>
  <inkml:trace contextRef="#ctx0" brushRef="#br2" timeOffset="143005.63">28521 2108 596 0,'0'0'84'0,"0"0"-84"15,119-15 0-15,-78 15 13 0,-3 0-10 16,-1 0-3-16,-14 3 0 16,-6 12-10-16,-17-12-172 15,0 0-171-15</inkml:trace>
  <inkml:trace contextRef="#ctx0" brushRef="#br2" timeOffset="143177.44">28477 2302 581 0,'0'0'14'16,"0"0"4"-16,0 0 35 0,0 0 47 16,0 0-1-16,123 16-43 31,-71-16-32-31,6 0-14 16,-4 6-10-16,-10-3-3 0,2 0-61 15,-42 0-147-15,0-3-200 16</inkml:trace>
  <inkml:trace contextRef="#ctx0" brushRef="#br2" timeOffset="143423.29">29071 2333 414 0,'0'0'357'15,"0"0"-312"-15,0 0-40 16,0 0 13-16,0 0-17 15,0 0 24-15,0 0 2 16,66 142-14 0,-53-102-9-16,-1-3-3 15,-4-6 1-15,0-9-2 0,1-7-5 16,-1-6-44-16,4-3-39 16,-4-6-36-16,-8 0-69 15,0 0-127-15</inkml:trace>
  <inkml:trace contextRef="#ctx0" brushRef="#br2" timeOffset="143690.37">29145 2299 634 0,'0'0'14'0,"0"0"-9"16,0 0-5-16,0 0 12 15,0 0-12-15,119 13-4 16,-111 5 3-16,1 4-3 0,-9-4-5 16,0-3-3-16,-25-2 0 15,-12-7 12-15,-4-3 11 16,0 0-8 0,8-3 2-16,12 0 2 0,9 0-7 15,12 0-19-15,0 0-169 16,0 0-83-16</inkml:trace>
  <inkml:trace contextRef="#ctx0" brushRef="#br2" timeOffset="144324.31">29420 2370 416 0,'0'0'215'16,"0"0"-201"-16,0 0-8 31,0 0 23-31,119-68-18 15,-102 56-7-15,-5-4-3 16,-8 8-1-16,-4-2-1 16,0 4-3-16,-20 0-16 0,-9 3 2 15,-16 3 13-15,4 0 5 16,4 0 28-16,4 6 10 0,5 13-11 16,11-1-13-16,9-3 4 15,8 4-8-15,0-4 5 16,4 1-7-16,25-1-6 15,3-3 7-15,9 1-7 16,5-4 3-16,2-3-10 16,6 0 5-16,0-6-87 15,-1 0-36 1,0 0 31-16,-7 0 14 0,-6-18-16 0,-11 2 1 16,-12-5 42-16,-13 5 49 0,-4-2 2 31,0 6 83-31,-4 2 66 15,-21 4-55-15,-8 6-14 16,1 0-40-16,-6 0 18 16,5 9-15-16,4 7-17 15,10 2-7-15,11 4-11 0,3-4 1 16,5 4-2-16,0-4-5 16,0-5 1-16,20-10-1 0,5 3-2 15,4-6 11 1,4 0 0-16,-4 0 9 0,-1 0-20 15,1 0-47-15,-5 0 5 16,-3 0-37-16,-4 0 9 16,-5 0 13-16,-8 6 31 15,0 10 17 1,-4-1-5-16,4-3-3 16,1 1 17-16,3-7 7 15,3-3-7-15,10-3 0 16,4 0-27-16,-13 0 6 15,0-6-190-15</inkml:trace>
  <inkml:trace contextRef="#ctx0" brushRef="#br2" timeOffset="144710.34">30340 1954 645 0,'0'0'221'0,"0"0"-218"15,0 0-3-15,0 0-5 16,0 0 5-16,-29 145 3 16,17-80 2-16,4-3-2 15,-1-7 1 1,5-6-3-16,0-9 1 15,4-12 1-15,0-10-3 16,0-8 2-16,0-7-2 16,0-3-2-16,0 0 2 15,0 0 18-15,17-6 53 16,3-13 12-16,5-9-47 0,0 1-16 16,3-1-8-16,1 3-4 15,0 3-8-15,-5 7-2 0,-7 9 2 16,-5 0-12-16,-8 3-101 15,-4 3-159-15,0 0-284 16</inkml:trace>
  <inkml:trace contextRef="#ctx0" brushRef="#br2" timeOffset="144879.23">30377 2345 654 0,'0'0'106'15,"0"0"-100"-15,0 0-4 16,0 0 61-16,107 111-32 16,-63-89-23-16,6-6-8 0,-34-16-69 15,-11 0-351-15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4:41:21.07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21670 7432 198 0,'0'0'231'0,"0"0"-188"16,0 0-39-16,0 0 72 15,0 0 26-15,0 0-43 16,0 0-40-16,0 0 4 0,-24-3 5 15,20 3 5-15,0 0-1 16,-1-4-1-16,1 4-9 0,0 0-13 16,0 0-2-16,4 0-4 15,-4 0 1-15,4 0-4 16,0 0 0-16,0 0 1 16,0 0 0-16,0 0-1 15,0 0 4-15,0 0-2 0,0 0 11 16,0 0 1-1,0 0 1-15,0 0 3 16,0 0-6 0,0-3 1-16,0 3-1 15,0 0-4-15,0-2 3 0,0 2-11 16,0 0-9-16,12 0 7 16,13 0 1-16,7-4 2 15,1 4 15-15,4-6-9 0,5 3-2 16,-10 0-2-16,5 3 2 15,-8-3 3-15,0 3-8 16,-13 0 5-16,-4 0-2 16,-4 0-2-16,-4-3 4 15,-4 0 1-15,0 3 2 16,0 0 5 0,0 0-8-16,0 0-4 15,0 0 5-15,0 0-6 0,0 0-3 16,0 0-4-1,0 0-30-15,0 0-27 0,0 0-43 16,0 0-93-16,0 0-110 16</inkml:trace>
  <inkml:trace contextRef="#ctx0" brushRef="#br0" timeOffset="603.16">22458 7114 612 0,'0'0'18'0,"0"0"10"16,0 0-28-16,0 0 113 15,0 0-53-15,0 0-60 16,-16-21-15-16,-9 39 12 16,-8 7 3-16,-3 9 4 0,-2 0 1 15,1 15 15-15,1 6-2 16,7 1-11-16,13 9-6 15,7-7 1-15,9-2 1 16,0-10-6-16,33-6 0 16,4-3 3-16,8-15 2 15,9-10-2-15,-2-12 0 16,10 0 17 0,1-12-10-16,-3-22 7 15,-2 0 4-15,-5-7 17 16,-7-2 3-16,-17-3-6 15,-13 3 3-15,-12-3 7 16,-4-1-6-16,0 11-3 0,-25 1-10 16,-8 8-6-16,0 9-15 15,-3 5 3-15,-1 7 3 16,4 6-8-16,-9 0-15 0,6 0-12 16,3 3-31-16,8 6-35 15,5-2-26-15,7-2-38 0,13-5-88 16,0 0-8-1</inkml:trace>
  <inkml:trace contextRef="#ctx0" brushRef="#br0" timeOffset="1000.81">22516 7508 728 0,'0'0'77'16,"0"0"-62"-16,0 0 38 15,0 0 59-15,0 0-56 16,0 0-35-16,0 0-11 16,16 4-4-16,-16-1 2 15,0 3-7-15,8 9 2 0,0 7 4 31,13 9 4-31,-1 3-3 0,5 3 0 16,8 0-6-16,-1-3 1 16,-3-4-3-16,4-2 2 15,-12-9 1-15,0 0-2 16,-13-14-1-16,0 2 0 16,-8-7 1-16,0 0 2 15,0 0 4-15,4 0-1 16,-4 0-6-16,0 0-29 0,0-4-100 15,0-2-170 1,0 0-236-16</inkml:trace>
  <inkml:trace contextRef="#ctx0" brushRef="#br0" timeOffset="1454.16">22897 7503 653 0,'0'0'31'16,"0"0"0"-16,0 0-31 16,0 0 88-16,0 0-70 0,0 0-18 15,0 0 0-15,0 24 7 16,0 7 27-16,0 0-5 16,0 6 0-16,0-3-3 31,9 3-5-31,-1-6-3 0,-4 2-14 15,9-2-1-15,-1-3 1 16,-4 0-4-16,5-6 0 16,-6-7-1-16,-3-3 3 15,-4-6-4-15,4-3-6 16,0-3-41-16,-4 0-56 16,0 0-25-16,0 0-65 0,0-6-184 15</inkml:trace>
  <inkml:trace contextRef="#ctx0" brushRef="#br0" timeOffset="1754.38">22918 7527 477 0,'0'0'156'16,"0"0"-131"-16,0 0 29 0,0 0 92 16,0 0-72-16,0 0-61 15,-12-59-13-15,12 59-9 16,8 0 5-1,9 0-7-15,7 16 11 0,4 6 2 16,1 3 7 0,-4-1-5-16,-4 0-4 15,-5 1-2-15,-12-6 2 16,-4-1-5-16,0 1 5 16,-16-7 14-16,-21 4 10 15,-13-4-4-15,1-3-11 16,8-3-9-16,4-6 0 15,12 0-57-15,22 0-111 0,3 0-124 16</inkml:trace>
  <inkml:trace contextRef="#ctx0" brushRef="#br0" timeOffset="2304.17">23665 7314 178 0,'0'0'462'0,"0"0"-451"0,0 0 9 15,0 0 19-15,0 0 66 16,0 0-72 0,-33-12-33-16,33 12-11 15,0-3 11-15,0 0 8 16,9 0 8-16,7 0 2 16,13-4-2-16,-1 2-1 15,9-2-11-15,9 4-1 16,2-3 2-16,-6 6 4 15,-1 0-9-15,-12 0 1 0,-8 0-1 16,-14 0 0-16,-7 0-2 16,0 0-6-16,0 0-5 0,0 0 9 15,-7 0-63 1,-10 0-36-16,5 3-178 16</inkml:trace>
  <inkml:trace contextRef="#ctx0" brushRef="#br0" timeOffset="2627.92">23682 7481 34 0,'0'0'566'0,"0"0"-566"0,0 0 19 15,0 0-6-15,0 0 70 16,0 0-62-16,-21 22-14 15,38-22 43-15,2 0 6 16,10 0-8-16,9-3-21 16,-1-7-1-16,7 1-9 15,-2-4 4 1,3 8 4-16,5-5-7 16,-14 7-3-16,-7 0-5 15,-13 0-9-15,-7 3 0 0,-9 0 3 16,0 0-3-1,0 0-1-15,0 0-15 0,-5 0-32 16,-15 0-66-16,7 0-145 16,5 0-151-16</inkml:trace>
  <inkml:trace contextRef="#ctx0" brushRef="#br0" timeOffset="5367.7">25086 7065 518 0,'0'0'6'0,"0"0"29"16,0 0-35-16,0 0 99 0,0 0-66 31,0 0-29-31,0 0-2 16,-50-16 2-16,38 16 6 15,-12 0 12-15,-1 0 2 0,-8 13 1 16,0 2 15-16,0 1-2 16,1 5-4-16,7 7-17 15,-4 2-6-15,12 8-7 16,5 2 0-16,4-3-4 0,8 0 0 16,0 0-1-16,0-6-6 15,4-7 5-15,12-2-6 16,9-7 8-16,0-5 0 15,11-8 1-15,6-2 13 16,3 0 6-16,9 0-6 16,-2 0-1-1,6-12-6-15,-1 0 0 16,-7 0 5-16,-5-7-6 16,-13 4 10-16,-3-4 5 15,-12-8 12-15,-9-1 10 16,-8-10 18-16,0 2-19 15,0-4-13-15,-16 0-5 0,-5 2-10 16,-3 2 2-16,-5 5-16 16,4 6 5-16,-8 3-5 15,4 7 0-15,-7 3-3 0,3 6-22 16,-4 2-2-16,0 4-22 16,9 0-36-16,-5 0-15 15,8 0-28-15,4 0 1 16,5 7 12-16,16-4-74 0,0 0-104 15</inkml:trace>
  <inkml:trace contextRef="#ctx0" brushRef="#br0" timeOffset="6239.53">25003 7222 415 0,'0'0'140'16,"0"0"-133"-16,0 0 32 16,0 0 48-16,0 0-39 15,0 0-22-15,0 0-18 16,-3-3 9-16,3 3 28 0,3 12 0 16,13 10-1-16,5 3-9 0,0 8-14 15,8 1 17-15,0 6-23 16,-5 0 4-16,4 0-7 15,-3-2-3 1,0-5 3-16,-9-5-10 0,-3-3-1 16,-1-7 4-1,-3-2-4-15,-5-10 3 16,-4 0-3-16,4-6-1 16,-4 0 1-16,0 0-1 15,0 0-8-15,4 0-48 16,0 0-60-16,-1 0-9 0,10 0 21 15,-9 0-99 1,0-6-21-16</inkml:trace>
  <inkml:trace contextRef="#ctx0" brushRef="#br0" timeOffset="6895.17">25385 7404 239 0,'0'0'279'15,"0"0"-241"-15,0 0-25 16,0 0 101-16,0 0-36 16,0 0-42-16,0-34-8 15,0 34-5-15,0 0-7 0,0 0 11 16,0 0-4-16,0 0-12 15,0 0-11-15,0 0 0 16,0 15 0-16,4 7 25 16,1 6-8-16,3 5-2 0,0 2-11 15,-4-2-2 1,4-2-1-16,-3-6-1 0,-1-3 5 16,-4-7 0-16,0-6-4 15,0-2 6-15,4-7-1 16,-4 0 12-16,0 0 8 0,3 0-7 15,1 0 7-15,0-7 6 32,9-11 7-32,-5-13-30 0,0 0 4 15,0-3-3-15,5-3-7 0,-1 0-3 16,1 3 5-16,-1 3-10 16,0 7 7-16,-3 5-2 15,-1 7 0-15,-4 6 4 16,0 6-2-16,-4 0-2 15,0 0-4-15,0 0-1 16,4 3-4 0,-4 24-4-16,5 11 13 15,6 2 9-15,-7-4-2 16,8 2-6-16,-3-8 0 16,-5-5-1-16,4-9 4 15,-4-4-1-15,5-9-3 16,-1 0-5-16,0-3 4 15,9 0-6-15,-1 0-16 0,5-25-25 16,-17 16-109-16,0-3-199 16</inkml:trace>
  <inkml:trace contextRef="#ctx0" brushRef="#br0" timeOffset="12807.32">26099 7283 48 0,'0'0'11'16,"0"0"-6"-16,0 0 38 16,0 0 65-16,0 0-88 0,0 0-5 15,0 0 13-15,0 0-8 16,-4-15-9-1,4 15 5-15,0-3 1 16,0 3-4-16,0 0 10 16,0 0 2-16,0 0 3 15,0 0 23-15,0 0 6 16,0 0-4-16,0 0-10 16,0 0-18-16,0 0-3 15,0 0-6-15,0 0 2 0,0 0 10 16,0-3-7-16,0 3 4 15,0 0 6-15,0 0-2 16,0 0-4-16,0 0-5 0,0 0-2 16,0 0 4-1,0 0-15-15,0 0-1 16,0 0-1-16,0 0-4 0,0 0 0 0,21-3 8 16,8 0 7-16,3 0 0 15,9 0-4-15,9-4 6 16,3 4 11-1,5 1-11-15,-1-5-1 0,0 4-3 16,-7-3-9-16,-13 3 5 16,-9 0-8-1,-7 3-2-15,-13 0 5 16,-4 0-5-16,-4 0 4 16,0 0 0-16,0 0-2 15,0 0-2-15,0 0-10 16,0 0-14-16,0 0-28 15,0 0-36-15,0 0-7 16,-4 0-17-16,-8 0-28 0,-1 6 4 16,-7-3 33-16,-4 7 29 15,-5-2-12-15,-4 2-24 16,4-1 110-16,1 3 4 0,-1 4 6 16,0-1-9-16,0 1-1 15,4-1-9 1,5-6 8-1,-4 4 1-15,3-7 16 0,5 3 49 16,-1-6 12-16,13 0-5 16,0 0 6-16,4-3 1 15,0 0-12-15,0 0-6 16,0 0-7-16,0 0-10 0,0 0-1 16,0 0 9-1,0 0-10-15,0 0-4 16,0 0-3-16,0 0-21 15,0 0 0-15,4 0-9 16,21 0 25-16,8 0 8 16,7 0-14-16,14 0-7 15,0 0-2-15,2 0-4 16,6 0 6-16,-9 0-9 0,5 0 1 16,-8 0 8-16,-14 0-11 15,-7 0 0-15,-17 0 3 16,-8 7-9-16,-4-7 5 0,0 0 1 15,0 0 1-15,0 0-7 16,0 3 0-16,0 0-10 16,0-3-10-16,0 0-44 15,0 0-25-15,0 0-68 0,0 0-21 32,-4 0-128-32</inkml:trace>
  <inkml:trace contextRef="#ctx0" brushRef="#br0" timeOffset="13555.97">26695 7022 472 0,'0'0'40'15,"0"0"-27"1,0 0 11-16,0 0 94 15,0 0-69-15,0 0-24 16,-25-13-8-16,25 13 1 16,0 0-3-16,0 0 13 15,0 0 29-15,0 0-17 16,0 6 9-16,8 4-6 16,13 5-21-16,0 1 2 0,7 2-8 15,0 1 4-15,10-1-9 16,-1 0-7-16,3 4 7 15,2-1-11-15,3 4 9 16,-4 0-7-16,-9 0-1 16,-7-4 4-16,-4-6-5 0,-9-5 0 15,-8-1-3 1,1-6 3 0,-5 0 0-16,0-3 1 15,0 3 1-15,0 0 1 0,0-3 3 16,0 0-2-16,0 4 0 15,0-4 0-15,0 3-4 16,0-3 0-16,0 6-6 16,-9 3 6-16,-16 7 3 0,-12 11-2 15,-7 14 3-15,-14 4-2 16,1 8 1-16,-1-4 1 16,9-9-4-16,8-2 6 15,8-11-6-15,8-5 0 16,17-10 1-16,0-3-1 15,8-6 0-15,0-3-3 0,0 0-7 16,0 0 7-16,0 0-6 0,4 0-12 16,4-9 0-1,5-6-111-15,-9 9-134 0,-4-1-184 16</inkml:trace>
  <inkml:trace contextRef="#ctx0" brushRef="#br0" timeOffset="37753.41">28046 7222 167 0,'4'-3'128'0,"-4"0"-127"16,3-3 2-16,1 3 21 16,0 0-9-16,0 3-12 0,-4-7 2 15,4 7 15-15,-4-6 32 16,0 3 13-16,0-3-6 16,0 6-14-16,0-6-12 0,0-3 6 15,0 2-7-15,0-5 7 16,0-3 28-16,0 6-25 15,-4-10 3-15,-11 3-17 16,2-2 2-16,-3 0 0 16,-1 5-3-16,1 1-22 31,3 2 4-31,1 5-2 0,0-2-3 16,-1 7-4-16,1 0 0 15,-1 0-1-15,-2 0 0 16,-2 9 1-16,-7 13 1 15,-5 6 0-15,0 9-2 16,0 3 1-16,9 0 0 0,4 0 0 16,7 0-9-16,9 0 5 15,0-6 3-15,0-3-8 16,0-9 6-16,0-7 2 16,9-9-4-16,3-3 2 0,3-3 3 15,10 0 1-15,4-6 14 16,4-16-10-16,0-2-5 31,-1-10 3-31,-3 0-1 0,-4 0-1 16,0 0 2-16,-9 4-2 15,-3-1 3-15,-1 6 0 16,-3 0-4-16,-5 4 4 16,0 5-3-16,-4 7 3 15,0 3-3-15,0 3 1 16,0 3 2-16,0 0-4 0,0 0-3 15,0 0-13-15,0 0 15 16,0 0 1-16,-4 15 5 16,0 4-4-16,-5 12 4 15,5-1-4-15,0 7 2 16,0 3-2-16,4 7 5 16,0-1 0-16,0 6-1 0,0 4-5 0,0-7 6 15,0 3-6-15,4-2 1 16,4-4-1-1,1 0 1-15,-1-6-1 0,-1-6 0 16,1 3 0-16,-8-3 2 16,4 0 0-16,-4-9-2 15,0-4 2 1,0-8-2-16,0-4 6 16,0-6-5-16,0 0-1 15,0 3 10-15,0-3-5 16,0-3-1-16,0 0 3 15,0 0-1-15,0 0 15 16,0 0 0-16,0 0-7 16,0 0 6-16,0 0-11 0,5 0-3 15,-1-9 2-15,0-6 3 16,4-10 2-16,0-3-7 16,1-5-3-16,3-11 7 15,0-6-4-15,1-8-3 16,3-3 1-16,-3 2-2 15,-1 0 0-15,1 13-1 16,-2 6-1-16,-3 6 7 16,5 7-6-1,-5 11 5-15,-4 7-3 16,-4 6-1-16,0 3-2 0,0 0-3 16,0 0-1-16,0 0 3 15,0 0-6-15,0 0 1 16,0 0-17-16,-8 0-36 0,-5 9-5 15,-3 0-66-15,9-6-181 16,-2-3-98-16</inkml:trace>
  <inkml:trace contextRef="#ctx0" brushRef="#br0" timeOffset="38543.81">28321 7065 414 0,'0'0'127'0,"0"0"-125"16,0 0-2-16,0 0 112 16,0 0-67-16,0 0-39 0,0 0 14 15,4-22 38-15,-4 22-27 16,0 0-19-16,0 3-11 16,0 19 30-16,0 6 15 15,0 9-25-15,0 2 6 0,0 5-16 16,0-1 1-16,4 0 3 31,0 4-14-31,0-7 5 16,-4-7-6-16,0-8 1 15,0-4 2-15,0-11-2 0,0-7-1 16,0-3 5-16,4 0-5 16,-4 0 11-16,0 0-1 15,0 0 1 1,0-13 16-16,0-14-27 0,0-10 1 0,0 0-1 15,0-6-15-15,-8-3-5 16,4-1 6-16,-4 1-21 16,3 3 5-16,1 9 29 15,4 6 1-15,0 10 3 16,0 5 1-16,0 1 0 16,0 6 3-1,0 3 0-15,0 0 2 16,0 3 1-16,0 0-4 15,0 0-6-15,0 3-4 16,0 18 4-16,21 10 13 16,3 6-3-16,5-3 1 0,0 3-7 15,8 0-1-15,-4-6 3 16,-1-4-5-16,5 1-1 16,0-6 2-16,-8-3-1 15,-5-7 0-15,-12 0-1 0,1-6 0 16,-9-6 0-16,-4 0 0 15,0 0-2-15,0 0-16 16,0 0-17-16,0 0-14 16,0 0-59-16,0 0-13 0,0 0-54 31,0-9-48-31</inkml:trace>
  <inkml:trace contextRef="#ctx0" brushRef="#br0" timeOffset="38858.89">28600 6985 327 0,'0'0'90'0,"0"0"-85"15,0 0 16-15,0 0 87 16,0 0-41-16,0 0-16 16,-4-86-7-16,4 86 1 15,0 0-11-15,0 5-32 16,0 20 3-16,0 9 50 0,0 9-25 15,0 0-10-15,0 10 6 16,0-1 5-16,4-2-13 16,4-1-9-16,0-6-3 15,-4-3-6-15,0-6 2 16,1-9-1-16,-1-7 2 0,-1-6-3 31,-3-8 0-31,0-4 0 16,4 0 0-16,-4 0-10 15,4 0-49-15,-4 0-82 16,0-13-145-16</inkml:trace>
  <inkml:trace contextRef="#ctx0" brushRef="#br0" timeOffset="39977.03">28969 7133 278 0,'0'0'163'0,"0"0"-154"0,0 0-9 15,0 0 74-15,0 0-44 16,0 0-22-16,0 15 51 31,0 9-5-31,-13 8-23 0,5 2-1 16,-4 6 0-16,3 0-9 16,2-4-2-16,3-5 2 15,0-6-9-15,0-6 0 16,4-10 16-16,0-3-5 15,0-6-2-15,0 0 14 16,0 0 10-16,0 0-1 0,0 0-9 16,0-15-17-16,0-13-3 15,0-6 1-15,4-3-7 16,8-6-1-16,-5-1-7 16,-2-2 0-16,3 6-1 15,-4 10 0-15,0 2 1 0,0 9 0 16,0 7 1-1,0 0 0-15,-4 9-2 16,0 3 0-16,5 0-1 16,-5 0-6-16,0 0-2 0,0 0-5 15,8 24 13-15,8 7 1 16,-3 6 9-16,3 0-4 16,5 3-4-16,0-6 0 15,-6 0-1-15,2-3 0 16,-1-3 2-16,-3-7-3 0,-1 1 3 15,1-7-2-15,-9-2 0 16,0-8-1-16,-4-1 1 16,0-1-7-1,0-3-8-15,0 0-25 0,0 0-22 16,0 0 4-16,0 0-30 16,-8 0-39-16,-13 0 5 15,-4-10-25-15,8 4-6 0,5 0-32 16</inkml:trace>
  <inkml:trace contextRef="#ctx0" brushRef="#br0" timeOffset="40232.1">28920 7364 269 0,'0'0'116'0,"0"0"-59"15,0 0 35-15,0 0 39 16,0 0-46-16,0 0-29 16,-54-19 4-16,54 16-11 15,0 3-35-15,0 0-1 16,0 0 9-16,4 0 2 15,13 0 17-15,8 0-16 16,-1-3-11-16,9 0-2 0,0-3-9 16,0 0-2-16,-4 3 5 15,-6 0-6-15,-6-1 3 16,-9 1-3-16,-4 3 1 16,-4 0-3-16,0 0-5 0,0 0-44 31,0 0-30-31,0 0-73 15,0 0-61-15,0 0-160 0</inkml:trace>
  <inkml:trace contextRef="#ctx0" brushRef="#br0" timeOffset="41097.28">29339 7191 346 0,'0'0'183'0,"0"0"-181"16,0 0 42-16,0 0 111 15,0 0-72-15,0 0-51 0,8-40-7 16,0 37 4-16,4 0-11 16,0 3-12-16,9-3 4 15,3 0-7-15,5 0 4 16,0 3 2-16,3 0-9 15,-3 0 4-15,-4 0-4 16,-8 18 0-16,-1 0-3 0,-8 7 0 16,-3 3 1-16,-5 0 2 0,0 2 9 15,0 5-1 17,-9-4-5-32,-11-7 5 0,-5-2 5 15,4-7-5-15,9-9 9 16,8 0-2-16,-1-3-5 15,5-3-4-15,0 0-5 0,0 0 1 16,0 0 16-16,0 0 0 16,0-15 6-16,13-6-8 15,-1-7-13-15,1-3 4 16,3-6-7-16,-3 0 1 16,7-6-5-16,9-3 7 15,-5-1-6-15,-3 4 3 0,-5 12 0 16,1 3 2-16,-5 10 1 15,-8 6-3-15,0 6 7 16,-4 6-6-16,0 0 6 16,0 0-3-16,0 0-3 15,0 0-1-15,0 0-3 16,0 21-1 0,-8 13 4-16,0 6 4 15,4 7-2-15,0-1-2 0,4 0 2 16,0-9-2-1,0 0 0-15,4-6-1 16,8-10 0-16,1 1 1 16,-5-7 0-16,0-2-2 0,0-4-1 15,1-9-2-15,3 3-17 0,0-3-31 16,0 0-31-16,4 0-44 16,1 0-12-16,-1-6-36 15,-16-3-57-15,5 2-76 16</inkml:trace>
  <inkml:trace contextRef="#ctx0" brushRef="#br0" timeOffset="41365.91">29897 7271 160 0,'0'0'139'16,"0"0"-87"-16,0 0 67 15,0 0 24-15,0 0-47 16,0 0-20-16,0 0 2 16,4-46-1-16,-4 46-40 0,0 0-30 15,0 13-2 1,0 11 31-1,0 4-2-15,0 6-17 16,0 3-7-16,0 0-3 0,0 0 0 16,8 3-4-16,0-3-1 15,1-3-1-15,3-6 4 16,-5-1-5 0,-3-11 0-16,1-4-2 0,-5-6 1 15,0-6-1-15,0 0-46 0,0 0-33 16,0 0-58-16,0-6-166 15,0-9-184-15</inkml:trace>
  <inkml:trace contextRef="#ctx0" brushRef="#br0" timeOffset="41651.08">29868 7231 482 0,'0'0'202'16,"0"0"-197"-16,0 0 6 15,0 0 76-15,0 0-61 16,0 0-18-16,49-43 13 0,-17 43-4 16,2 9-9-1,-1 7 6-15,-4-1 0 0,-5 0-9 16,-7 4 4-16,-10-10-8 0,-3 7-1 16,-4-1 23-16,-4-3 21 15,-24 4 26-15,-13-4-30 16,-5 0-26-16,6-2-4 15,-1-4-10-15,8 0-1 16,12-6-15 0,4 0-63-16,17 0-123 15,0 0-165-15</inkml:trace>
  <inkml:trace contextRef="#ctx0" brushRef="#br0" timeOffset="47323.23">27368 7333 1 0,'0'0'294'0,"0"0"-280"0,0 0-13 31,0 0 29-31,0 0 29 0,0 0-14 16,0 0 21-16,0 0-13 16,41 3-6-16,-24-3 2 0,7 0 1 15,4 0 19-15,5 0-22 16,9 0-3-16,7 0-7 15,0-3-12-15,-8-6-5 16,-8 6-3 0,-8-4-10-1,-17 4-5-15,-5 3-1 0,-3 0-1 16,0-3 0-16,0 3-2 16,0 0-65-16,0 0-104 15,-11 0-173-15</inkml:trace>
  <inkml:trace contextRef="#ctx0" brushRef="#br0" timeOffset="48647.31">30401 7120 488 0,'0'0'76'0,"0"0"-72"16,0 0 28-16,0 0 36 16,0 0-48-16,0 0-8 0,0 0 13 15,0 0 14-15,0-3 4 16,0 3-1-16,0 0-9 31,0 0 3-31,0 0 6 0,0 0-14 16,0-3-8-16,0 3-7 15,13-6-7-15,3 3 8 16,9 0-10-16,0 0-2 16,4 3 2-16,3-3-2 15,-3 0 3-15,0 3-4 16,-1 0-1-16,-3 0 7 16,-5 0-7-16,-8 0 1 0,1 0-1 0,-9 0 0 15,-4 0 0 1,0 0 0-16,0 0 0 15,0 0 0-15,0 0-19 16,0 0-55-16,0 0-93 16,-4 0-74-16</inkml:trace>
  <inkml:trace contextRef="#ctx0" brushRef="#br0" timeOffset="49103.75">30365 7256 250 0,'0'0'82'0,"0"0"-60"15,0 0 28-15,0 0 47 31,0 0-75-31,0 0-1 16,0 0 35-16,-8 15 7 0,8-15-8 16,0 0 17-16,0 0-22 15,4 0-18-15,12 0 13 16,4 0-16-16,5 0-1 16,8 0-8-16,0-3-4 15,3-3 0-15,-3 0-9 16,0 3-1-16,-4 0 2 0,-12 0-5 15,-5 3 4-15,-12 0-3 16,0 0 3-16,0 0 5 16,0 0 2-16,0-4-7 15,0 4-2-15,0 0-5 16,0 0-3-16,0 0-2 0,0 0-23 16,0 0-34-16,0 0-17 15,0 0-38-15,0 0-48 16,0 0-128-16</inkml:trace>
  <inkml:trace contextRef="#ctx0" brushRef="#br0" timeOffset="51741.71">31292 7074 457 0,'0'0'37'16,"0"0"-25"-16,0 0 98 0,0 0-16 16,0 0-41-16,0 0-4 15,12-40-2-15,-12 31 8 16,0 2-11-16,0-5-4 15,0 3-16-15,-8 3-9 0,-4 0-9 16,-1-1-12-16,1 1 5 31,1 6-4-31,-6 0-5 0,-4 0-1 16,-3 0 5 0,-1 13 6-16,-8 5-3 0,9 4 3 15,3 6-1-15,1-10-1 16,3 0-2-16,9-2 4 15,8-4-6-15,0 0 0 16,0-5 0-16,0-1-4 0,0-3 10 16,0-3 0-16,12 0 5 15,5 0 1-15,-1 0 5 16,-3 0-7-16,6-12 1 16,-2 3-5-16,4-4 0 15,-1 1 5-15,1-1-4 16,-5-5 5-16,-7 3-1 0,-1 5-1 0,4-2-1 15,-8 3 0 1,1 2 1-16,-2 1 2 16,-3 6-4-16,4-3-1 15,-4 3 3-15,0 0 0 0,4 0 1 16,-4-3-5-16,8 3 1 16,-4 0 0-1,1-3-1-15,-1 3 0 16,-4 0-2-16,0 0 2 15,0 0 0-15,0 0-4 16,0 0-4-16,0 0 7 16,0 0-7-16,0 0 4 15,0 0 4-15,4 3 0 16,-4 12 1-16,0 1 2 0,0 3 14 16,0 5-8-16,0 4-8 15,0 6 3-15,-4 3 0 16,0 9-3-16,-5 3 2 15,1 4-3-15,4-1 2 16,0 1-1-16,4-7-1 16,0 0 0-1,0-6 0-15,0-6 1 0,0 0-2 16,0-6 0-16,0-7 1 16,0-2 4-16,0-7-4 15,0-3 1-15,0-2 1 16,0-4-1-16,0 0 1 15,0-1 2-15,0-2-3 16,0 0 2-16,0 0-2 0,0 0-1 16,0 0 4-16,0 0-4 15,0 0 7-15,0 0-3 16,0 0 2-16,0 0 5 16,0 0-2-16,0 0 9 15,0 0-1-15,0 0-8 16,0-2 1-16,4-8-3 0,4-5 3 15,0-3 5-15,5-1-5 16,3-9-1-16,1 1 1 16,-1-8-6-16,1-8 7 15,4-6-4-15,-5 0-7 16,4 0 5-16,-4 9-5 16,-7 2 1-1,3 10 6-15,-8 10-3 0,0 3 6 16,0 5-5-16,1 8-3 15,-5-1-2-15,0 3 0 16,0 0-2-16,0 0-2 16,0 0 3-16,0 0-2 15,0 0 1-15,0 0 1 16,0 0-1-16,0 0-1 0,0 0 0 16,0 0-9-16,0 0-20 15,0 0-22-15,0 0-32 16,0 0-88-16,-5 0-117 15,1 0-30-15</inkml:trace>
  <inkml:trace contextRef="#ctx0" brushRef="#br0" timeOffset="53572.18">31646 6923 282 0,'0'0'22'0,"0"0"-4"16,0 0 89-1,0 0-15-15,0 0-24 16,0 0-11-16,0 0 1 16,0-37 5-16,0 37-15 15,0-3-20-15,0 3 3 16,0 0-4-16,0 0 2 16,0 0-12-16,0 0-8 0,0 0-9 15,0 0-5-15,0 3-2 0,0 19 7 16,0 9 10-16,0 5 8 15,-5 11-7 1,5 2-5-16,-4-6 3 16,4 0-8-16,-4-5 1 0,0-5-2 15,4-5 0-15,0-6 0 16,0-7 1 0,0-3 1-16,0-6 0 15,0-6-2-15,0 0 2 16,0 0-1-16,0 0 3 0,0 0 1 15,0 0-5-15,0 0-23 0,0 0-24 16,0-21-64 0,-8-4 44-16,4-5 29 15,-1-8 30-15,1-2 6 16,4-6-2-16,0 0 4 0,0-1 4 16,0 4-2-1,0 10 9-15,0 5 25 0,0 9-6 16,4 4-6-1,5 6-16-15,-1 2 6 0,-8 2 6 16,4 5-3 0,-4 0-4-16,4 0 6 15,0 0-5-15,1 0-5 16,7 0-6-16,4 18 6 16,4 16-1-16,5 6 16 15,4 6-10-15,0 0-6 16,4-5-8-16,-1-8 7 15,-3 1-7-15,0-6 7 0,-4-3-7 16,-9-7 0-16,-3-9 0 16,-5 0 0-16,0-6 0 15,-8 1 0-15,0-4 0 16,0 0-10-16,0 0-76 0,0 0-63 16,0 0-36-16,0 0-133 15</inkml:trace>
  <inkml:trace contextRef="#ctx0" brushRef="#br0" timeOffset="53904.11">31920 6772 410 0,'0'0'106'0,"0"0"-94"15,0 0 83-15,0 0 47 16,0 0-88-16,0 0-35 15,5-46-19-15,-5 58 3 16,0 22 54-16,0 6 9 16,0 9-44-16,0 4-6 15,0 5 5-15,0-2 1 0,0 0-13 16,4-11-5-16,0-2 2 16,0-5-6-16,4-8 0 15,-8-2-1-15,4-13 1 16,-4-5 0-16,0-4 0 0,0-3 3 31,0-3-6-31,0 0-6 16,0 0-77-16,0 0-82 15,0 0-169-15</inkml:trace>
  <inkml:trace contextRef="#ctx0" brushRef="#br0" timeOffset="54238.18">32031 7031 415 0,'0'0'114'16,"0"0"-107"-16,0 0 15 16,0 0 82-16,0 0-73 15,0 0 10 1,0 0 29-16,25 31-1 15,-21 6-15-15,-4 9 1 16,4 0-34-16,0-6-7 16,0-3-8-16,-4-3-4 15,5-6-1-15,-1-9 0 0,-4-4 2 16,4-3-4-16,-4-9 1 16,4-3-3-16,-4 0 1 0,0 0-25 15,8 0-51-15,-4-12-26 16,0-13-73-16,-4 13-13 15,0 3 22-15</inkml:trace>
  <inkml:trace contextRef="#ctx0" brushRef="#br0" timeOffset="54589.45">32077 7059 364 0,'0'0'187'16,"0"0"-175"-16,0 0 45 15,0 0 64-15,0 0-80 0,0 0-33 16,-13-41-2-1,13 41 7-15,13 0 25 16,3 4 9 0,5 14-23-16,3 7-6 0,4 3-7 15,6 6 7 1,-6-4-9-16,6 1-7 16,-11-3-3-16,-2-4 1 15,-4 1-6-15,-9-7 5 0,-4 1-3 16,-4 0 4-16,0-7 8 15,-4 0-1-15,-17 1 14 0,-16-1 8 16,1 0-3-16,-6-5-13 16,1 5-8-16,9-6 0 15,3-3-4-15,8 3-1 16,9-6 1 0,4 4-1-16,8-4-13 15,0 0-50-15,0 0-114 16,4 0-134-16</inkml:trace>
  <inkml:trace contextRef="#ctx0" brushRef="#br0" timeOffset="55392.81">32429 7065 227 0,'0'0'215'0,"0"0"-147"15,0 0 17-15,0 0 34 16,0 0-18-1,0 0-34-15,0 0-7 16,8-16-6-16,-8 16-17 16,4 0-12-16,-4 0-19 15,5 0-5-15,-5 0-1 16,12 0 2-16,-4 0 1 0,5 0-1 16,-1 10-2-16,0 8 0 15,5 4 0-15,-5 3 4 16,1 2-4-16,-9 4-1 15,0 0 1-15,-4-1 0 0,0 1 1 16,0-3-1-16,-8-3 1 16,-9-3-1-16,5-4 4 15,-1-3-4-15,1-2 2 16,8-4 1-16,0-6-2 16,4 0 4-16,0-3-2 15,0 0-2 1,0 0 11-16,0 0 1 15,0-15 24-15,4-10-6 16,12-3-25-16,1-6 2 16,4-6-7-16,-2-6-1 0,6-6 0 15,0 2-2 1,0 1 2-16,-1 9-2 0,-3 6 2 16,-8 7 0-16,-2 11 2 15,-7 7 1-15,-4 6 1 16,0 3-4-16,0 0 7 15,0 0 2-15,0 0-8 0,0 3-1 16,0 22 0-16,-15 8 2 16,2 7 0-16,9 1-2 31,0 4-1-31,4-4 0 0,0-4 1 16,0-4-2-1,0-5 0-15,12 0-2 0,5-13 4 16,2 4-2-16,2-7-1 15,0-5 2-15,-5-7-19 16,5 0-29-16,-9 0-57 16,-12 0-100-16,0 0-168 0</inkml:trace>
  <inkml:trace contextRef="#ctx0" brushRef="#br0" timeOffset="55880.71">32840 7210 474 0,'0'0'179'0,"0"0"-162"16,0 0 64-16,0 0 106 16,0 0-126-16,0 0-46 15,0-13-7 1,0 26-1-16,0 8 43 16,0 4-29-16,0 2-14 15,0-2 5-15,0 6-9 16,0-6 3-16,0 3 0 0,0-4-2 15,0-2-1-15,0-4 0 16,4-9-1-16,-4-6 2 16,0 4-2-16,5-7 1 15,-2 0 8-15,1 0 10 16,4 0 18-16,0-3-13 16,1-19 10-16,11-6-17 0,1-2-12 15,0-1 1-15,-1-3-5 0,-3 6-3 16,-5 7 2-16,0 5-2 31,0 4 0-31,-8 9-1 0,0 3 1 0,0 0-3 31,-4 0 2-31,0 0-3 0,5 0-4 16,-1 3-5-16,8 18 13 16,1 7 3-16,-1 3 1 15,4 3-1-15,-7-3-1 16,7-1 0-16,-3 1-4 15,-5-6-26-15,-1-10-56 16,-7-11-72-16,0-4-357 16</inkml:trace>
  <inkml:trace contextRef="#ctx0" brushRef="#br0" timeOffset="71375.02">27511 8255 308 0,'0'0'0'0,"0"0"-60"15,0 0 59-15,0 0-2 16,0 0-35-16,0 0-83 16</inkml:trace>
  <inkml:trace contextRef="#ctx0" brushRef="#br0" timeOffset="73867.72">27618 8261 302 0,'0'0'139'0,"0"0"-139"0,0 0 1 16,0 0 8-16,0 0 17 15,0 0-21-15,0 0 0 16,0-12 38-16,0 9 25 0,0-1-4 16,0 1-25-16,0-3-30 15,0 6 6-15,0-3 10 16,0 0-9-16,0 0-1 15,0 3 14-15,0 0 6 16,0 0-19 0,-7 0 19-16,-10 0-25 15,-12 12-10-15,-4 10 0 16,0 2 5-16,8 4 15 16,10 9-1-16,2 0-16 15,9 3 4-15,4-3-7 16,0-6 0-16,12-6 0 0,16-13 8 15,5-9-4-15,5-3 0 0,7 0-3 16,0-15 0-16,0-13 0 16,-8 0-1-16,-8 0 0 15,-13-2-1 1,-8-1 3-16,-8 3 6 0,0-6 4 16,-12 10 5-16,-16 8-8 15,-5 4 14 1,-5 5 14-16,1 7-31 15,5 0-5-15,3 0-2 16,4 7-5-16,13 5-1 16,8 0-4-16,0 1-67 0,4-4-6 15,0-3-21 1,0 1 14-16,20-7 15 16,9 0 51-16,4 0 11 0,4-10 10 15,-4-2 4-15,0-1 4 16,0 1-2-16,-1 0 8 0,1 3 8 15,-4 6 11-15,-4 3 13 16,-1 0 5-16,4 0-13 16,-3 12-20-16,0 12-7 31,-4 1 6-31,-1 3-9 0,-7 0-2 16,-5-3 1-16,-4-4 2 15,-4-3-5-15,0-2 15 16,-16-7 71-16,-17 0-41 15,-1-9-17-15,1 0 2 16,5 0 8-16,8-3-1 16,12-19 0-16,3-5-20 0,5-7 15 15,0 0-32-15,13 0-5 16,20 6 5-16,3 4-7 16,5 5 7-16,1 7-6 0,-6 6 3 15,1-1-26 1,-16 7-68-16,4 0-82 0,-25 0-96 15,0 0-252-15</inkml:trace>
  <inkml:trace contextRef="#ctx0" brushRef="#br0" timeOffset="78597.61">28714 8313 89 0,'0'0'105'0,"0"0"-99"0,0 0 3 16,0 0 18-1,0 0-19-15,0 0 2 16,0 0 18-16,0 0 17 0,0 0 1 15,0 0-3-15,0 0-1 16,0 0-9-16,0 0-3 16,0 0 4-1,0-3 0-15,0 0-3 16,0 0 1-16,0-3 22 16,0 3-14-16,0-3-5 15,0-1-9-15,0 1 6 16,0 0-6-16,0 0 4 15,0 0 15-15,0 3-21 16,0 3-9-16,0 0 0 0,0 0-6 0,0 0 0 16,0 0-9-1,0 0-2-15,0 0-4 0,0 0-6 16,0 0 0-16,0 0 12 16,0 9 1-16,0 9 7 15,5 10-5-15,-1 6 4 31,4 6 0-31,0 7-1 0,-4-2 0 16,-4-4-3-16,0-7-1 16,0-3 3-16,0-7-5 15,0-2 1-15,0-10 1 0,0-3-1 16,0-2 2 0,0-7-2-16,0 0 0 15,0 0 9-15,0 0-6 0,0 0 6 16,0 0-10-16,0-13-1 15,0-9-5-15,0-5 3 16,0-10 3-16,0-6 1 16,0-7-1-16,0-8-1 15,0 2 0-15,0 4-5 0,0 5-2 16,0 7 4-16,0 13 4 16,4 2 2-16,1 13-1 15,-1 5 0-15,-4 5-1 0,0-1 1 16,0 3-2-16,0 0-2 15,0 0-3-15,4 0-3 32,0 3-12-32,8 18 21 15,8 13 1-15,1 3 3 0,3 6 2 16,5 1-5-16,5 4-1 16,-2 2 4-16,-8-4-4 15,5-3 1-15,-8-2-1 16,0-8 0-16,-5-5 0 15,-3-3 1-15,-2-7-1 0,-3-9 3 16,-8-6-2-16,0 1 0 16,0-4 1-16,0 0 7 15,0 0 20-15,0 0 25 16,0-9-13-16,0-19-31 0,0-10-3 16,0-5 6-16,0-9 2 15,0-3 0-15,0-7-5 31,-8 1-2-31,5 11-3 0,-1 10 2 16,4 12-2 0,0 10 5-16,0 5 0 0,0 7-10 15,0 3 0-15,0 0-5 16,0 3-6-16,0 0-6 16,0 0-31-16,0 0-46 15,0 0-35-15,0 0-157 0,0 3 31 16,0 6-10-16</inkml:trace>
  <inkml:trace contextRef="#ctx0" brushRef="#br0" timeOffset="79166.5">29203 8347 353 0,'0'0'104'0,"0"0"-94"0,0 0 69 16,0 0 1-1,0 0-45-15,0 0 15 16,9 56 38-16,-9-16-50 16,0 0-26-16,0 0-7 15,0-3 3-15,0-3-7 16,0-7 3-16,0-8 5 15,3-3-5-15,-3-11 17 16,4-1-5-16,-4-4-4 0,0 0 14 16,4 0 9-16,-4 0 1 15,4-22 17-15,0-6-36 16,0-9-9-16,0-6 2 16,-4-3-8-16,0-7-2 15,5 1 1-15,-5 6-1 16,0 9 0-16,4 6 0 15,-4 12 1 1,4 10-1-16,0 3-2 0,-4 3 0 16,4 3-5-16,-4 0-3 15,4 0 1-15,4 0-8 16,5 22 17 0,12 5 1-16,0 8 2 0,7 8 3 15,-4 0-6-15,1 0 1 0,0 0-1 16,-8-6 2-16,-4-6-3 15,-9-3 1-15,-1-10-17 16,-7-3-40-16,0-5-17 16,0-4-45-16,0-6-80 0,0 0-91 15</inkml:trace>
  <inkml:trace contextRef="#ctx0" brushRef="#br0" timeOffset="79344.73">29235 8585 448 0,'0'0'138'16,"0"0"-132"-16,0 0 2 15,0 0 18-15,0 0-11 16,0 0-2-16,0 0 4 0,108-40 0 16,-68 30-13-16,6-2-1 15,-1 3-3-15,-5-1-34 16,-31 7-146-16,-9 3-184 15</inkml:trace>
  <inkml:trace contextRef="#ctx0" brushRef="#br0" timeOffset="79930.37">29597 8403 1 0,'0'0'497'16,"0"0"-497"-16,0 0 9 16,0 0 11-16,0 0 18 0,0 0-15 15,111-38 5-15,-87 38-1 16,-3 0 8 0,-4 0 0-16,-1 13-11 15,-8 9-21-15,-4 5-2 0,-4 7 36 0,0 0-23 16,0 0-11-16,0-3 6 15,-8-1-4-15,-8-5 3 16,-1-6 14-16,5-4 12 16,4-8-20-16,3-7 5 15,5 0-9-15,0 0 1 16,0 0-4 0,0-7 27-16,9-21-19 15,7-5-7-15,1-4-3 16,3-3-3-16,0-7-1 15,-3 1-1-15,7 0 0 16,-11 9-3-16,3 0-1 0,-7 12-2 16,-5 10 6-1,0 8 0-15,-4 5 0 0,0 2 2 16,0 0-2-16,0 0 0 16,0 9 14-16,0 19 4 0,0 15 0 15,0 0-12 1,0 6-3-16,0-3-3 0,8-6-1 15,13-2 1-15,-2-8-5 16,2-8-3-16,0-6-35 16,-1-8-13-16,1-4-41 0,-4-4-52 15,-1 0-4-15,-12 0-36 16</inkml:trace>
  <inkml:trace contextRef="#ctx0" brushRef="#br0" timeOffset="80417">30097 8514 206 0,'0'0'176'16,"0"0"-40"-1,0 0 23-15,0 0 27 16,0 0-75-16,0 0-21 16,9-71-31-16,-9 71-16 15,0 0-33-15,0 6-10 16,0 19 7-16,0 5 5 0,0 13-5 16,0 0-2-16,0 7-5 15,8-4 1-15,4-3-1 16,-4 0-2-16,5-8 2 15,-5-8 0-15,-4-5-1 0,5-10 0 16,-9-6-17-16,4-2-15 16,-4-4-11-16,0 0-26 15,0 0-19-15,0-25-70 16,0-9-73 0,0-9 33-16,0-10 70 15,-9-5 44-15,1-4 48 16,0 1 37-16,4 8 103 15,0 7 32-15,-1 12 48 16,5 9-54-16,0 6-17 16,0 11-32-16,0 1-35 15,0 4-17-15,9 3-2 0,11 0 5 0,1 0-22 16,8 0 5-16,-5 3-13 16,5 16 0-1,-4 2-1-15,-9 4-2 0,-12 3 2 16,-4 0 2-16,0 2 13 15,-41-2 13-15,-4-3-12 16,-4-10-16 0,3 1-4-16,13-7-11 15,14-6-56-15,19-3-108 16,0 0-163-16</inkml:trace>
  <inkml:trace contextRef="#ctx0" brushRef="#br0" timeOffset="80749.8">30500 8341 654 0,'0'0'206'0,"0"0"-205"15,0 0 29-15,0 0 38 16,0 0-58-16,0 0-10 16,115-28 0-16,-69 25 2 0,2-3-2 15,-2 6 1-15,-1-3 0 16,-13 0-1-16,-7 3-5 15,-9 0-51-15,-11 0-98 16,-5 0-71-16,0 0-237 16</inkml:trace>
  <inkml:trace contextRef="#ctx0" brushRef="#br0" timeOffset="80972.39">30603 8464 856 0,'0'0'127'16,"0"0"-115"-16,0 0-12 15,0 0 49-15,0 0-42 0,0 0-7 0,123-15 0 16,-74 2 2-16,-4 1-2 16,-4-3-3-16,5 2-41 15,-9 1-67-15,-33 6-70 16,0 6-148-16</inkml:trace>
  <inkml:trace contextRef="#ctx0" brushRef="#br0" timeOffset="81758.73">31198 8196 427 0,'0'0'131'0,"0"0"-129"16,0 0 45-16,0 0 70 15,0 0-77-15,0 0-31 0,4-6-8 16,-4 6 40-16,0 18 35 15,0 7-32-15,0 3 2 16,0 6-27-16,0 3-6 0,0 3-6 16,4-3-5-16,0 3-2 15,5-3 2-15,-5-6-1 32,0-10-1-32,-4-8 4 15,0-10-2-15,0-3 1 0,4 0 2 16,-4 0 8-16,0 0 40 15,0-22-12-15,0-12-34 16,0-3 3-16,0-6-1 0,-4 3 1 16,-4-3-8-16,4 3 5 15,4-4-1-15,0 8-5 16,0 8-1-16,0 6 2 16,0 13-1-16,0 0-2 0,0 6 1 15,8 3-7-15,8 0 4 16,0 0-2-16,0 0 0 31,9 6 3-31,0 19-9 0,0 2 10 16,4 10 1-16,-5 0 1 15,0 0-1-15,-3 3-3 16,-4-3 2-16,-1-3-4 16,-4-9-14-16,1-7 13 15,-5-9-1-15,-4-2 3 16,0-7 3-16,-4 0-3 0,9 0 4 15,-1-9 1-15,-4-19 6 16,3-6 4-16,-3-6 1 16,-4-3 15-16,0 0-8 15,0-7-4-15,0 4 6 16,0 0-13-16,0 6-3 0,0 12 2 16,0 13 6-16,0 8 5 15,0 7-6-15,0 0-12 16,0 0 0-16,0 0-5 15,-4 0-58-15,4 13-76 0,-4-1-114 16,4-3-305-16</inkml:trace>
  <inkml:trace contextRef="#ctx0" brushRef="#br0" timeOffset="82074.2">31683 8310 741 0,'0'0'152'15,"0"0"-143"-15,0 0 61 16,0 0 42-16,0 0-87 16,0 0-22-16,24 50 18 15,-20-17-3-15,0 10-2 16,0 4-4-16,-4-7-10 0,8 6 2 15,-4-9-4 1,0-3 0 0,1-13 0-16,-1-2-1 15,0-13 0-15,-4-3-10 16,0-3-36-16,0 0-21 0,0 0-27 16,0-18-141-16,0 3-121 15</inkml:trace>
  <inkml:trace contextRef="#ctx0" brushRef="#br0" timeOffset="82343.66">31719 8350 177 0,'0'0'115'16,"0"0"15"-16,0 0 29 16,-4-101-6-16,4 101-11 15,0 0-63-15,0 0-38 16,0 0-23-16,16 0 0 16,9 6-11-16,4 15-1 0,0 13-2 15,3 0-4-15,-3 6 1 16,0 7-2-16,-8-4 1 15,-5 0-8-15,-16-3-23 16,0-7-1-16,0-8 26 16,-33-6 6-1,-8-7 8-15,-8-2 1 16,4-5-9-16,7-1-3 0,14-4-9 16,7 0-44-1,17 0-46-15,0 0-103 16,0-7-161-16</inkml:trace>
  <inkml:trace contextRef="#ctx0" brushRef="#br0" timeOffset="83081.19">32146 8267 454 0,'0'0'183'15,"0"0"-172"-15,0 0 55 0,0 0 86 16,0 0-86-16,0 0-31 0,0-12 2 15,0 12-5-15,0 0-9 16,0 0 1 0,0 0-12-16,0 0-6 0,0-4-2 15,12 4-1-15,5 0-1 16,-1 0-2-16,5 0 0 16,4 0 0-16,-5 19 2 0,0 3 0 15,1 3-2-15,-1 2 1 16,-3 7-1-16,-9-3-5 15,0 3 4-15,-8 3-2 16,0-10 3-16,0 1-4 16,-12-12 7-16,0-4-3 15,-1-6 6 1,5 0-6-16,4-6 6 16,4 3 16-16,-4-3-17 0,4 0 9 15,0-9 5 1,0-25-18-16,8 0 12 15,13-6-13-15,3-9 1 16,1 2-1-16,8-8 3 0,-1 3-6 16,-3 0 1-16,0 11-7 0,-8 7-5 15,-9 16 14-15,-3 9 3 16,-9 5 3 0,0 4-1-16,0 0 8 0,0 0-4 15,0 0 0-15,0 22 3 16,-13 9-12-16,-3 12 0 15,-5 3 0 1,13 7 1-16,4-7-2 16,4-3-1-16,0 0-1 15,12-3 2-15,9-6-5 16,-1-3 1-16,8-12-14 16,1-10-13-16,-4-6-13 15,0-3-68-15,-17 0-85 16,-8 0-227-16</inkml:trace>
  <inkml:trace contextRef="#ctx0" brushRef="#br0" timeOffset="83529.3">32737 8332 686 0,'0'0'130'0,"0"0"-102"16,0 0 76-1,0 0 37-15,0 0-119 0,0 0-22 32,0 6 0-32,8 28 8 15,-4 6 6-15,5 6-8 16,-1-3-3-16,0-2 0 0,0-11 1 16,-3-5-2-16,-1-9 0 15,-4-8 2-15,4-8-1 16,-4 0 4-16,8 0 33 15,-4-6-2-15,5-21-3 16,7-10-22-16,1-3-7 16,11-7 1-16,-4 4-7 0,5 6 0 15,-8 10 0-15,-5 17-1 16,-3 7 0-16,-9 3-3 16,0 0-3-16,0 28 7 15,-1 15 2-15,6 6 17 16,3 4-12-16,5-1-5 15,3-8-2-15,5-8-4 16,-4-5-25-16,-5-15-51 16,-16-16-131-16,0 0-473 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4:44:20.56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28131 3076 176 0,'0'0'115'0,"0"0"-110"16,0 0-1-16,0 0 11 16,0 0 8-16,0 0-19 15,0 0-3-15,0 0 1 16,0 0 2-16,0 0-1 15,0 0 1-15,0 0-4 0,0 0 2 32,0 0 1-32,0 0-1 15,0 0 1-15,0 0 6 16,0 0 34-16,0 0-23 16,0 0 0-16,0 0 15 0,5 0 19 15,-5 0 0-15,0 0 2 16,0 0-12-16,4-9-21 15,-4-3 11-15,0-1-10 0,0 1-8 16,0-1 16-16,0 1-3 16,0 0 8-16,-13 3-6 15,-3-1-17-15,-1 4-8 16,-3 6 4-16,-8 0-5 16,-5 0 1-16,-5 0-6 15,1 25-1 1,5 6 1-16,-5 9 0 15,8 12 0-15,4 10 1 16,5 2-1-16,11 4 5 16,9-9-3-16,0-4 0 15,4-12-1-15,17-8-1 16,8-8 0-16,8-11-2 0,-1-7 2 16,14-9 11-16,4 0-7 15,3-3-4-15,0-16-27 16,-11-8-67-16,-42 14-110 15,-4 1-296-15</inkml:trace>
  <inkml:trace contextRef="#ctx0" brushRef="#br0" timeOffset="386.09">27996 3237 774 0,'0'0'40'16,"0"0"-27"-16,0 0-6 15,0 0-7-15,0 0-2 16,0 0-2 0,17-10 4-16,3 10 10 15,0 0 7-15,1 0-10 16,-5 0-1-16,-3 0 4 16,-1 0-7-16,-8 0 2 15,0 0-5-15,-4 0-2 16,4 19 2-16,5 8 9 15,-9 13 13-15,4 0 7 0,0 10-15 0,0 5 3 16,0 1-8 0,0 3-8-16,5-1 5 15,-5-2-6-15,4-13 3 0,-8-10-2 16,4-14 0-16,0-7-1 16,-4-8 0-16,8-4-9 15,-3 0-43 1,2-10-36-16,-3-8-70 15,0-1-186-15</inkml:trace>
  <inkml:trace contextRef="#ctx0" brushRef="#br0" timeOffset="1730.7">28452 3320 390 0,'0'0'21'0,"0"0"-20"0,0 0 101 16,0 0-27 0,0 0-47-16,0 0 3 15,0 0 9-15,29-99 31 16,-29 90-8-16,0 3-18 16,-4-1 5-16,-9 4-25 15,1 3-9-15,-5 0-8 16,-7 0 8-16,-5 19-9 15,0 12-7-15,-3 3 1 16,7 3 1-16,4 6 0 16,5-3-2-16,7-3 1 0,9 3-1 15,0-12 1-15,0-4 1 16,4-2-2-16,9-13 2 16,-1 0-2-16,5-9 4 15,-1 0-4-15,5 0 10 0,-1-18 2 16,-4-10-11-16,5-3 4 15,-5 1-5-15,1-1-4 16,-9 0 4-16,0 9-8 16,1 4-4-16,-5 8 11 0,-4 4 2 15,0 6-1-15,0 0 0 16,0 0-18-16,0 16-12 16,4 15 23-16,4 5 7 15,5 1 10 1,-2 4-10-16,6-14 2 15,-5 1-1-15,-4-10 0 16,5-8-2-16,-5-4-2 16,-4-6 3-16,8 0 8 15,-3-21-3-15,7-14-5 16,-3-8-3-16,3 0-6 0,-8-3-7 16,4 3-3-16,-4 0 13 0,0 3 4 15,1 6 4 1,-5 12-2-16,0 13 3 15,-4 6 36-15,0 3-10 16,0 0-29-16,0 0-9 0,0 25-13 16,0 8 22-16,4 7 2 15,4 0 5 1,1 1-7 0,-1-8 2-16,4-2-2 15,-3-6 0-15,-5-10 1 0,4-5 0 16,-4-10-1-16,0 0 0 15,0 0 2-15,0-3 16 16,5-19-2-16,-1-9-10 16,0-9 0-16,-1 3-6 0,-2 0-1 15,3 3-3-15,-4 10 3 16,-4 5 1-16,0 13 0 16,0 6 3-1,0 0-2-15,0 0-1 0,0 30-28 0,0 8 28 31,4 2 4-31,4 3 1 16,5-6-5-16,-1-6 4 0,1-7-5 16,3-8 3-16,-3-7 0 15,-5-6 2-15,8-3-4 16,-3 0-9-16,6-25-16 16,-2-9-57-16,-1 1-33 15,1-7-12-15,0-1-50 16,-9-2 61-16,0-3 52 0,0 3-3 15,-8 0 66-15,0 9 1 16,0 12 122-16,0 13 54 16,0 6-16-16,0 3-20 15,0 0-47-15,0 0-77 16,-4 16-8-16,-8 14-8 0,-5 4 12 31,1 6-7-31,7-6-1 16,1-3 1-16,8-6-3 15,0-4 2-15,0 1-3 16,0-7-1-16,21-6 7 0,0-2-5 16,3-4-3-16,-3-3 1 15,0 0-4-15,-6 0 3 16,-7 0-4-16,1 0 5 0,-9 0 0 16,0 0 0-16,0 0-2 15,0 0-5-15,0 2-8 16,0 5 2-16,0 2 0 15,-9 3 1-15,-10-2 12 0,-2-1 24 16,1-3-9-16,7-3-5 16,5 0-8-16,4-3 7 31,4 0-9-31,0 0-32 0,0 0-57 16,0-12-58-16,0-7-9 15,4 14-66-15,4-8 30 16</inkml:trace>
  <inkml:trace contextRef="#ctx0" brushRef="#br0" timeOffset="2082.09">29297 3131 54 0,'0'0'532'0,"0"0"-473"16,0 0-4-16,0 0 93 0,0 0-77 15,0 0-61 1,0 0-6-16,-74 71 15 15,58-34-13-15,4 4 3 16,8-8 4-16,4 4-13 0,0-3-5 31,4-6 2-31,20 0 3 16,5-4 0-16,8-5-5 16,-8 0 3-16,-4-4 2 15,-13-3-8-15,-4-6 6 0,-8-3 0 16,0 1 2-16,0-1 3 15,-33 3 9-15,-12 0 15 16,-5-3-15-16,10 0-9 0,7-3 6 16,12 0-9-1,9 0-24-15,8-12-15 16,4-4-132-16,0-2 5 0,16 6-123 16,1-1-41-16</inkml:trace>
  <inkml:trace contextRef="#ctx0" brushRef="#br0" timeOffset="2381.62">29708 2848 566 0,'0'0'99'0,"0"0"-72"16,0 0 76-16,0 0-30 15,0 0-56-15,0 0-3 16,0 0 11-16,-70 139-24 16,50-99 6-16,-1 0-7 15,4-3-7-15,9-6-23 16,4-7-57-16,4-8-14 0,0-16-126 15,0 0-239-15</inkml:trace>
  <inkml:trace contextRef="#ctx0" brushRef="#br0" timeOffset="5561.65">30024 3193 146 0,'0'0'310'16,"0"0"-310"0,0 0 0-16,0 0 132 15,0 0-38-15,0 0-66 16,-144 3 0-16,103 7 29 16,4 2-25-16,13-3 18 15,7 1-25-15,9-1-21 0,8-3-4 16,0 0-18-16,0-3-16 15,8 6 2-15,21 1 32 16,7 2-5-16,6 0 5 0,3 4-8 16,-9-4 4-16,6 6-8 15,-9-2-2-15,-4 2 9 16,-17-6-17-16,-8 4 3 16,-4-7 1-16,-24-3 18 15,-26 1 80-15,-15-4-41 0,-10-3 6 16,2 0 0-16,15-3 8 15,13-12 0-15,24 2-24 16,17 1-29-16,4-1-6 16,8 1-52-16,38-1-85 31,-13 7-33-31,-4 4-148 16</inkml:trace>
  <inkml:trace contextRef="#ctx0" brushRef="#br0" timeOffset="6911.45">30561 3403 386 0,'0'0'130'0,"0"0"-126"15,0 0 38-15,0 0 65 16,0 0-86-16,123-123-18 16,-106 82 18-16,-1-2 13 15,-3-6 3-15,-1 0-21 16,-8 3-13-16,-4 2-2 0,0 7 9 16,0 12-6-16,0 7 53 15,0 12-6 1,-4 6-30-1,0 0-21-15,-4 6-8 0,-5 25-6 16,5 18 11-16,0 10 6 16,8-1 2-16,0 7-2 15,0-9-2-15,8-7 1 16,13-9-2-16,-1-9 0 16,5-13-1-16,4-2-10 0,-1-10 2 15,5-6-16-15,0 0-12 16,0 0-8-16,-1-18-6 15,-3-10-34-15,-4-7 11 16,-8-4 24-16,-5-5 43 16,-4 1 7-16,-4-3 9 15,-4 12 11-15,0 7 34 0,0 8 18 16,0 10 32-16,0 5-33 16,-16 4-21-16,-5 4-36 15,-8 27-13-15,0 9 2 16,6 3 1-16,2 0-3 0,9 0 2 15,3-9 2-15,1-7 0 16,8-8-5 0,0-13-1-1,0-3 1-15,0-3 3 0,21 0 3 16,8-9 26-16,-1-22-17 16,5 0-2-16,-4-2-8 15,-5-1-5-15,-7 6-3 16,-5 10-3-16,-3 8 6 15,-9 10-2-15,0 0-5 0,0 0-14 16,0 25-16-16,0 9 37 16,0-3 17-16,0-3-12 15,0-7-5-15,0-6 7 16,8-8-1-16,7-7 2 16,2 0 2-16,12 0 12 15,4-28 12 1,4-3-22-16,-5-3-8 0,1 0 2 15,-8 7-6 1,-8 2 0-16,-5 7-1 16,-4 11-2-16,-8 7 0 15,0 0-2-15,0 3-21 0,0 19 11 16,0 8 15-16,0 5 4 16,0-4-3-16,0-7 4 0,4-3-4 15,17-8-1-15,3-10 5 16,1-3 6-16,12 0 0 15,0-6-4-15,3-16 2 16,2-9-6-16,-1 4-3 16,-16-4-19-16,-5 9-7 0,-8 4 3 15,-12 8 13-15,0 7 10 16,0 3 3-16,0 0-3 16,0 7-24-16,0 11 23 15,-3 7 1-15,3-4 10 16,0-2-8-16,0-7 10 15,7-5-4-15,18-5-2 16,8-2 20 0,8-6 9-16,4-18-5 0,-4-10-9 15,-12-6-16-15,-8 0 25 16,-13-3-17 0,-8 3 5-16,0 2 4 15,-8 5-7-15,-21 8 11 0,-9 9-11 16,2 10-15-16,-1 6-3 15,-4 0-31-15,-1 6-42 0,14 22-71 16,20-15-81-16,8-1-393 16</inkml:trace>
  <inkml:trace contextRef="#ctx0" brushRef="#br0" timeOffset="7228.4">32262 2891 814 0,'0'0'269'0,"0"0"-268"16,0 0 16-16,0 0 57 15,0 0-74-15,0 0-48 16,0 0-155-16,-5-18-92 15</inkml:trace>
  <inkml:trace contextRef="#ctx0" brushRef="#br0" timeOffset="7381.76">32212 3224 1150 0,'0'0'32'0,"0"0"-21"16,0 0 8-16,0 0-19 15,0 0-28-15,0 0-165 0,-25 6-379 16</inkml:trace>
  <inkml:trace contextRef="#ctx0" brushRef="#br1" timeOffset="39455.47">27651 4266 204 0,'0'0'78'16,"0"0"-72"-16,0 0 1 0,0 0 109 15,0 0-59-15,0 0-26 16,0 0-18-16,0 0 8 16,-13-59 34-16,13 59-23 0,0 0 11 15,0-2-3-15,0 2 1 16,0 0 8-16,0 0-13 16,0 0-6-16,0 0 5 15,0 0-7-15,-4 0-3 16,4 0-4-1,0 0-2-15,0 0 6 16,0 0-13-16,0 0-5 16,0 0-4-16,0 0-3 15,0 2-5-15,-4 11 5 16,0 5 1-16,0 10 12 16,0 3-11-16,1 6 7 15,-1 6 3-15,-5 6-6 0,5 0 2 16,0 1-5-16,4 2 0 15,0-9 4-15,0-3-7 16,0-5 0 0,0-11 5-16,4-5-3 0,4-7 3 0,4-6-5 15,0-6 0-15,1 0 7 16,3 0-6 0,9 0 6-16,4 0 25 15,8-13-13-15,3-5-5 16,-2 0-6-16,-1-1-8 15,-8 4 6-15,-6 2-6 16,2 4 0-16,-8 3 2 16,-5 0-1-16,-8 0 0 0,1 6-1 15,-5 0-2-15,0 0-12 16,0 0-40-16,0 0-38 16,0-3-72-16,-13 3-402 0</inkml:trace>
  <inkml:trace contextRef="#ctx0" brushRef="#br1" timeOffset="39826.11">27528 4328 266 0,'0'0'130'15,"0"0"-112"-15,0 0 40 0,0 0 81 16,0 0-73-16,0 0 1 16,0 0-13-16,-61-71 2 15,61 67 11-15,0 4-24 16,0-5-12-16,0-2-3 16,24-8-13-16,17-4 21 0,9 4-16 15,2-7-3-15,2 7 5 16,0-1-16-16,-10 4-2 15,-7 3 0-15,-12 3-4 0,-8 3 2 32,-13 3-2-32,0 0-3 15,-4 0-16-15,0 0-27 0,0 0-36 16,0 3-68 0,-4 6-16-16,-4 0-75 0</inkml:trace>
  <inkml:trace contextRef="#ctx0" brushRef="#br1" timeOffset="40109.93">27536 4435 373 0,'0'0'210'16,"0"0"-177"-16,0 0-4 16,0 0 91-16,0 0-48 15,0 0-30-15,-45 25-7 0,45-25 3 16,4 0-18-1,16 0-15-15,9 0 22 0,13-12 17 32,2-4-24-32,6 4-3 15,-1-3-14-15,-4 2 0 0,-8 7 2 16,-4 0-4-16,-12 0 4 16,-9 3-5-16,-4 3-21 15,-8 0-42-15,0 0-34 16,0 0-65-16,0 0-91 15,0 0 20-15</inkml:trace>
  <inkml:trace contextRef="#ctx0" brushRef="#br1" timeOffset="40426.33">27909 4417 131 0,'0'0'201'16,"0"0"-74"-16,0 0-56 15,0 0 54-15,0 0-38 16,0 0-46-16,0 0-10 15,13 3-1-15,-13 3-12 16,0 7 2-16,4 2-5 0,0 16 40 16,0 9-9-1,0 6-14-15,4 7-16 0,1 2-6 32,3-3-9-32,-8 1 6 15,5-1-7-15,-5-6 0 0,4-5 2 16,-4-8 0-16,-4-11 0 15,0-9-2-15,0-8 2 16,0-5-4-16,0 0-28 16,0 0-50-16,0 0-36 15,0-5-9-15,0-8-218 0</inkml:trace>
  <inkml:trace contextRef="#ctx0" brushRef="#br1" timeOffset="40729.11">27934 4574 499 0,'0'0'153'16,"0"0"-123"-16,0 0 9 16,-21-111 91-1,21 99-95-15,13 0-30 0,12 5-5 16,8 1-3-16,0 3-1 16,3 3 2-16,1 0 1 15,-8 28 1-15,-8 3 21 16,-5 5-17-16,-12-1-4 15,-4-8 0-15,0 4 1 16,-12-6 6-16,-21-1 12 0,-8 1 30 16,0-6-18-16,0-4-11 15,8-3-10-15,12-8-8 16,9-4 3-16,12 0-5 0,0 0-48 16,0-4-75-1,8-5-87 1,4 0-224-16</inkml:trace>
  <inkml:trace contextRef="#ctx0" brushRef="#br1" timeOffset="41861.31">28225 4630 712 0,'0'0'23'15,"0"0"-23"-15,0 0 0 16,0 0 29-16,0 0-21 16,0 0 18-16,38 3 63 15,-13-25-32-15,-1-3-3 0,-3-5-30 16,-1-1-6-16,-4-3-6 16,-8 3-1-16,-3 3 1 15,-5 1-7-15,0 5 0 16,0 3 8-16,-9 14-4 31,-11-2-3-31,-4 7-6 16,-5 0-9-16,-8 22 9 0,4 15 0 15,4 3-3-15,5 0-3 16,16 3 1-16,8 0 2 0,0-6 2 16,12-6-2-1,24-3 2-15,10-10 0 0,12-11-13 16,-6-7-17-1,2 0-48-15,-8 0-40 0,-6-3-52 16,-7-19-107-16,-12-6 68 0,-5 0 31 16,-3-3 179-16,-9-2 50 15,-4 2 112-15,0 0-47 16,0 0 15-16,0 3-6 16,0 7-58-16,0 9 34 15,0 2-36 1,-4 7 15-16,-5 3-18 15,-7 0-54-15,-9 25-7 16,0 15 0-16,-4 12 1 16,1 7 3-16,3-4-1 15,5-5-3-15,7-7 3 16,5-18 0-16,8-7-3 0,0-12 1 16,0-6-2-16,17 0 2 15,7-6 2-15,5-25 24 16,-5-6-8-16,-3-6-8 0,-9 0 1 15,-4 6-5 1,-3 6 0-16,-1 13-2 0,-4 8 1 16,0 7 17-16,0 3-14 15,0 0-9-15,0 25-21 0,0 15 21 16,0 0 5-16,0 0-5 16,0-6 0-16,0-6 0 15,12-16-2-15,1-3 0 16,-1-9 1-16,5 0-8 15,3-3-4-15,8-27 1 32,-3-14-44-32,-9-2-47 0,5-6-26 15,-13-4-35-15,-3-2 17 16,-5-1 38-16,0-3 60 16,0 4 49-16,0 8 39 15,-9 14-4-15,-3 11 126 16,8 15-34-16,-5 5 6 0,5 5-34 15,4 0-80-15,0 12-19 16,0 24 0-16,0 11 18 16,0 8-4-16,0 10-11 0,0-3 3 15,0 2-3 1,4-8 3-16,5-7-6 0,-9-9 0 16,0-5 3-16,4-17 1 31,-4-6 7-31,0-9 4 0,4-3-10 15,0 0 17 1,0-6 23-16,5-21 34 0,-1-8-49 16,4-5-22-16,1-3-2 15,3 3 1-15,-5 6-7 16,6 6 2-16,-9 10-2 0,-4 12-5 16,1 3 4-16,-5 3-56 15,0 0-80-15,0 6-104 16,0 6-140-16</inkml:trace>
  <inkml:trace contextRef="#ctx0" brushRef="#br1" timeOffset="42046.18">28792 4571 726 0,'0'0'243'0,"0"0"-203"15,0 0-35-15,0 0 16 16,0 0-3-1,0 0-5-15,0 0-6 0,78 120-3 16,-61-104-4-16,0-4-23 16,-5 0-45-16,-4-2-34 0,-8-10-71 15,0 0-150-15</inkml:trace>
  <inkml:trace contextRef="#ctx0" brushRef="#br1" timeOffset="42415.07">29002 4442 85 0,'0'0'464'0,"0"0"-326"0,0 0-16 16,0 0 43-16,0 0-63 16,0 0-56-16,12-10-26 15,-4 4-19-15,13 0 1 16,4-3 1-16,7 3-3 16,5-4 1-16,-8 1-1 0,0 6 3 15,-5 0-3-15,-8 3 0 16,-3 0-3-16,-9 0-12 15,0 0-53-15,-4 0-11 16,0 0-39-16,0 0-76 16,0 0 22-16,0 3-179 15</inkml:trace>
  <inkml:trace contextRef="#ctx0" brushRef="#br1" timeOffset="42694.28">29002 4599 630 0,'0'0'217'0,"0"0"-217"16,0 0 1-16,0 0 37 15,0 0-31-15,0 0 6 16,37 21 22-16,3-21 3 16,6 0-13-16,7-3-5 15,-4-3-15-15,-4 0 0 16,-16 0-2-16,-4 0-3 15,-8 6 0-15,-13 0 6 0,-4-4-5 16,0 4 11-16,0 0 0 16,0 0-12-16,-8 0-50 15,-13 0-111-15,13 0-82 0,-5 0-286 16</inkml:trace>
  <inkml:trace contextRef="#ctx0" brushRef="#br1" timeOffset="51557.91">29609 4272 91 0,'0'0'31'0,"0"0"-7"16,0 0 47-16,0 0-27 15,0 0-19-15,0 0 15 16,0 0 13-16,0 0-9 16,0 0 0-16,0 0 23 31,0 0-27-31,0 0-13 16,0 0 0-16,0 0-4 15,0 0-2-15,0 0-1 0,0 0 3 16,0 0-5-16,0 0 2 15,0 0-3-15,0 0-2 16,0 0 4-16,0 0-3 16,0 0 3-16,0 0-2 0,0 0-3 15,0 0 2-15,0 0-6 16,0 0-2-16,0 0 2 16,0 0-6-16,0 0 1 15,0 0-5-15,0 0 1 16,0 0 1-16,0 0-2 15,0 0 4-15,0 0 2 0,0 0-2 16,0 0 0-16,0 0-2 16,0 0 0-16,0 0-2 15,0 0 0-15,0 0-4 16,0 0 2-16,9 0 2 16,3 0 0-16,1-6 6 0,6 3-6 31,2-3 0-31,4 2 2 15,4-1 0-15,0 1 2 16,-5 1-3-16,-4-3 1 0,-4 6-2 16,-11-3 0-16,3 3 1 15,-8 0 1-15,0 0-2 16,0 0 10-16,0 0 6 16,0 0 2-16,0 0-12 0,0 0-5 15,0 0-1-15,0 0 0 16,0 0 0-16,0 0 2 15,0 0-2-15,0 0 3 16,0 0-3-16,0 0-23 16,0 0-43-16,0 0-66 15,0 0-60 1,0 0-88-16,0 0 37 16</inkml:trace>
  <inkml:trace contextRef="#ctx0" brushRef="#br1" timeOffset="52045.35">30106 4013 454 0,'0'0'93'0,"0"0"-85"15,0 0 40-15,0 0 80 0,0 0-115 16,0 0-13-16,-5-12 0 16,-10 18 19-16,-14 15 1 31,-4 4-4-31,-4 6 8 0,4 6-2 16,5 12-1-16,11 4-21 15,9-1-1-15,8-3-2 16,0-9 0-16,8-5 2 15,13-14 2-15,3-6-3 0,5-8 6 16,-1-7 2-16,6 0 7 16,-1-7 3-16,7-23 17 15,-7-7 0-15,0-13 18 0,-8-2-7 32,-13 3 0-32,-3 2 2 0,-9 4-18 0,0 9-9 15,0 4-6-15,-21 2-7 16,-8 9-6-16,4 4-8 15,0 12-20-15,1 3-8 16,0 0-49-16,-1 15-79 16,17-3-63-16,-1 4-297 15</inkml:trace>
  <inkml:trace contextRef="#ctx0" brushRef="#br1" timeOffset="52324.05">30057 4235 596 0,'0'0'339'0,"0"0"-339"0,0 0 0 16,0 0 60-16,0 0-60 16,0 0-12-16,36 58 12 15,-11-33 1-15,4 3-1 16,-8 0 1-16,-1-3 0 15,-3-4 2 1,-5-2-2-16,1-7-1 16,-6-3 2-16,1-3-2 15,0-6-13-15,-8 0-44 16,4 0-60-16,-4 0-33 16,0 0 17-16,0 0-78 0</inkml:trace>
  <inkml:trace contextRef="#ctx0" brushRef="#br1" timeOffset="52593.89">30282 4306 53 0,'0'0'245'0,"0"0"-219"16,0 0 86-16,0 0 67 15,0 0-89-15,0 0 4 16,0 0-26-16,17-93-12 0,-17 93-32 16,4 7-24 15,0 14-22-31,0 10 22 0,9 9 11 15,-5 0 1-15,4 0-12 16,-3 3 2-16,3-8 3 16,-4-2-4-16,-1-8 0 15,2-7-1-15,-5-2-7 16,-4-7-84-16,4-9 76 0,-4 0-111 0,4 0-16 16,-4 0-31-1,0-9-101-15</inkml:trace>
  <inkml:trace contextRef="#ctx0" brushRef="#br1" timeOffset="52916.43">30361 4201 738 0,'0'0'84'16,"0"0"-83"-16,0 0 58 0,0 0-19 15,0 0-40-15,0 0-5 31,16-27 2-31,8 27 3 0,5 0 2 16,0 0-1-16,-12 0 4 16,-1 3-5-16,-8 12-4 15,-4 6 0-15,-4 1-14 16,0 0 18-16,0-4 11 16,-8 0-3-16,-12-2 21 15,-1-1 11-15,-12 1-7 16,4-4-1-16,5-3-16 0,8-2 0 0,7-7-1 15,9 0-15 1,0 0-1-16,0 0-50 0,0 0-136 31,0 0-241-31</inkml:trace>
  <inkml:trace contextRef="#ctx0" brushRef="#br1" timeOffset="53551.13">29909 4713 363 0,'0'0'295'0,"0"0"-237"0,0 0 5 15,0 0 89 1,0 0-98-16,0 0-53 16,-21-3 5-16,21 3-12 15,9-3 7-15,20 0-1 0,15-6 8 16,10-1 7-16,8 1 5 15,11-3-3 1,1 3-8-16,8-4 5 16,0 1 7-16,5-1-5 0,-6 4 4 15,-14 0-8 1,-15 6 4-16,-19 0-14 0,-16 3-2 16,-13-4 5-16,-4 4-3 15,0 0 16-15,0 0 23 16,0 0-30-1,0 0-11-15,-4 0-4 0,-4 0-18 16,4 0-31-16,-9 0-46 16,-3 0-56-16,3 0-72 15,2 0-243-15</inkml:trace>
  <inkml:trace contextRef="#ctx0" brushRef="#br1" timeOffset="55133.75">30097 4898 74 0,'0'0'67'0,"0"0"-67"15,0 0-14-15,0 0 14 16,0 0 1-16,0 0 2 0,17-6-1 15,-17 6 14-15,0 0 13 16,0 0 4-16,0 0-18 16,0 0-13-16,0 0 4 15,0 0-2-15,0 0-4 0,0 0 0 16,0 0 0-16,0 0 1 16,0 0 13-16,0 0 44 15,0 0 49-15,4-3-20 16,-4 3-23-1,0 0-2-15,0 0-6 16,0 0 1-16,0 0 15 16,0 0-20-16,0 0-26 15,-8 0-25-15,-5 0 6 16,-10 6 5-16,-6 9-10 16,0 4 9-16,-9 5 8 15,5 10-10-15,1 0 0 0,7 6 3 0,5 0-12 16,7-3 0-16,5 0-2 15,8 4-4 1,0-8-2-16,21 4 8 0,12-12 0 16,7-1 3-16,-3-11 2 15,9-10 0-15,-1-3-1 16,-4 0-3-16,-8 0-2 0,-8-12-8 16,-9 0-27-16,-12-1-45 15,-4 1-54-15,0 6-43 16,-4-1-166-16</inkml:trace>
  <inkml:trace contextRef="#ctx0" brushRef="#br1" timeOffset="55393.41">29855 5206 465 0,'0'0'126'16,"0"0"-104"-16,0 0 89 15,0 0-7-15,0 0-80 16,0 0-2-16,0 0-5 0,-8-31-9 16,29 22 6-16,12 0-1 15,4 0 1-15,8-4 5 16,4 4-4-16,5 0-3 16,-1 2 5-16,-16 1-14 15,-12 3-3-15,-13 3-15 16,-12 0-41-1,0 0-35-15,0 0-54 16,-12 0-170-16</inkml:trace>
  <inkml:trace contextRef="#ctx0" brushRef="#br1" timeOffset="56082.04">30463 5120 467 0,'0'0'60'0,"0"0"-12"0,0 0 111 16,0 0-46-16,0 0-56 15,0 0-1-15,0 0-18 16,-12 0-28 0,-9 0 6-16,-8 3-5 15,1 3-2-15,-5 6 14 16,8-5 1-16,1 5-7 16,3-3-7-16,8 3-8 15,9-2-2-15,4-4-8 16,0 3 1-16,0-6-4 15,0 4 10-15,13 2 1 0,7 0 3 0,9 0-1 16,4-3 5-16,-1 1-5 16,-3 1-2-16,4-1 0 15,-8 2 0-15,-8 0-3 16,-5 4-15-16,-12-1 8 16,0 3 6-16,0-2-11 15,0 5 11 1,-12-5 4-16,-17 2 6 15,-12 0 10-15,-8-5 1 16,-5-1 13-16,5-9 1 16,0 0 10-16,16 0-7 15,12-9-23-15,9-7-8 16,12-6-3-16,0 7-3 0,0-3-72 16,21 11-126-16,-5 4-330 15</inkml:trace>
  <inkml:trace contextRef="#ctx0" brushRef="#br1" timeOffset="57405.49">31058 4405 336 0,'0'0'179'0,"0"0"-169"0,0 0 62 16,0 0 21-1,0 0-57-15,0 0-9 16,0 0 4-16,0 0 4 0,13 0 9 16,12 0 43-16,7 0-31 15,9 0-19-15,5 0-15 16,-6 0-8-16,1 0-14 0,-8 0 3 16,-4 0 1-16,-4 0-2 15,-9 0-2-15,-8 0-5 16,-4 0-21-16,-4 0-5 31,0 0-39-31,0 0-70 0,0 0-108 16,-4 0-110-16</inkml:trace>
  <inkml:trace contextRef="#ctx0" brushRef="#br1" timeOffset="57652.58">31034 4589 350 0,'0'0'252'0,"0"0"-252"16,0 0-29-16,0 0 29 15,0 0 17-15,0 0 42 16,73 35-2-16,-32-35-25 0,5 0-13 31,3-4-1-31,0-8 8 16,1 3-12-16,-5-1-3 15,-5 1 1-15,-2 0-12 0,-9 3-26 16,-5 0-100-16,-19 6-86 16,-5-3-74-16</inkml:trace>
  <inkml:trace contextRef="#ctx0" brushRef="#br1" timeOffset="58295.67">32072 3912 519 0,'0'0'76'0,"0"0"-67"15,0 0 113-15,0 0-11 16,0 0-75-16,0 0-19 16,-24-3-1-16,3 21 0 15,-8 12 8-15,1 1 6 16,-1 9-16 0,8-2-7-16,-3 5-7 15,15-3 0-15,9-3-1 16,0-6-6-16,0-10 2 0,5-6 3 15,19-2 4-15,1-10-2 16,8-3 5-16,8 0 8 16,-4-9 4-16,8-16-8 15,-4-9 11-15,4 0 15 16,-8-6 2-16,-4-3 2 0,-13 0-1 0,-8 0-15 16,-12-3-2-1,0 6-18-15,-8 2 3 0,-28 14-6 16,-1 8-8-1,-9 10-2-15,-2 6-4 0,-2 0-41 32,5 25-56-32,28-10-104 0,5 4-264 15</inkml:trace>
  <inkml:trace contextRef="#ctx0" brushRef="#br1" timeOffset="58614.67">31974 4072 634 0,'0'0'238'0,"0"0"-234"16,0 0 6-16,0 0-2 0,0 0-4 16,0 0-4-1,57 74 2-15,-28-40 7 0,0-1-2 16,0 7-6-1,-1-5 3-15,1 1-4 0,0-5 1 16,-5-3 0 0,-7-3 0-16,-5-10-1 0,-3-6 5 15,-6-2 1-15,-3-4 6 16,0-3-2-16,0 0 5 16,0 0 10-1,0 0-10-15,0 0-5 0,0 0-10 0,0 0-22 16,0 0-85-16,0 0-202 15</inkml:trace>
  <inkml:trace contextRef="#ctx0" brushRef="#br1" timeOffset="59846.2">32262 4300 285 0,'0'0'193'0,"0"0"-156"16,0 0-2-16,0 0 97 16,0 0-56-16,0 0-38 15,0-16-8-15,0 16-1 16,0 0 1-1,0 0 9-15,0 0-24 16,0 0-13-16,0 0-2 16,0 19 0-16,0 6 4 15,4 2-1-15,3 4 2 16,1-3-1-16,0-3-3 16,1-4-1-16,-1-8 2 15,-4-4-1-15,-4-6 0 0,0-3 0 16,4 0 1-16,-4 0 12 0,0 0 8 15,4 0 28-15,5-7 5 16,-1-17 0-16,4-4-47 16,5 1-6-1,-1-4-2-15,1-3 3 0,-2 0-2 16,-2 6 0 0,-1 0-1-16,-3 7 1 15,-5 11-3-15,-4 4 2 16,0 6-1-16,0 0 1 15,0 0 0-15,4 0-17 16,4 22-7-16,4 9 24 16,1-3 3-16,3 2-3 15,1-2 0-15,-1-10 7 0,1-5-7 16,-6-1 0-16,2-2-12 16,-1-4-35-16,1-6-50 15,-13 0-110-15,0 0-212 0</inkml:trace>
  <inkml:trace contextRef="#ctx0" brushRef="#br1" timeOffset="60537.44">31698 4624 142 0,'0'0'233'15,"0"0"-226"-15,0 0 53 0,0 0 83 16,0 0-70-16,0 0-31 15,0 0 28-15,-19 0-3 16,19 0-11-16,0 0-7 0,0 0 1 16,0 0-11-1,0 0-18-15,11 0-15 0,18 0-3 16,12 0 18-16,21-4 0 31,12-2-5-31,7-3-2 0,19 3-8 16,-6 0 7-16,8-1-2 15,-3 1 2-15,-1 6 1 16,1-3-6-16,-13-3-4 0,-16 3 13 16,-13 0-14-16,-11 3 3 15,-22 0-2-15,-8-3-1 16,-12 3 0-16,-4-3 5 16,0 3 6-16,0 0-1 15,0 0-12-15,0 0-2 16,0 0 1-16,0 0-3 0,0 0-2 15,0 0-6-15,0 0-19 16,-4 0-18-16,-8 0-40 16,-12 0-56-16,8 0-68 15</inkml:trace>
  <inkml:trace contextRef="#ctx0" brushRef="#br1" timeOffset="61580.55">32183 4809 159 0,'0'0'370'15,"0"0"-297"-15,0 0-20 16,0 0 64-16,0 0-42 15,0 0-47-15,8 0-3 0,-8 0 2 16,0 0-1-16,0 0 2 0,-20 0-14 16,-1 9 5-1,-11 12-1-15,-1 4-2 0,0 6-9 16,4 3 0-16,4 5-5 16,8-1-2-16,17-1 0 15,0-6-11 1,0-4 8-16,9-8 3 0,16-1 4 15,-1-2 0-15,5-13-2 0,0 0 9 16,7-3-8-16,-3 0-1 16,1 0-2-16,-6 0-15 15,-7 0-71-15,-21 0-77 32,0-3-131-32</inkml:trace>
  <inkml:trace contextRef="#ctx0" brushRef="#br1" timeOffset="61793.82">31981 5046 239 0,'0'0'382'16,"0"0"-356"-16,0 0-6 16,0 0 61-16,0 0-54 0,0 0 8 15,50-12 28-15,-9 9-24 16,1-7-22-16,6 1 0 15,2 3-4-15,-5 0-5 16,-13 2-7-16,-7-1-1 16,-8 5-103-1,-17 0-155 1,0 0-232-16</inkml:trace>
  <inkml:trace contextRef="#ctx0" brushRef="#br1" timeOffset="62287.71">32549 4987 10 0,'0'0'295'15,"0"0"-267"-15,0 0 90 16,0 0 47-16,0 0-67 15,0 0 4 1,36-12 1-16,-36 12-18 16,0 0-18-16,0 0-26 15,0 0-7-15,0 0-24 16,-16 0-3-16,-4 3 4 16,-5 10-7-16,0 5-7 15,5-3 3-15,7-3-1 16,5 1-2-16,8 2-3 0,0-2-6 15,0 2 5-15,0 0 5 16,8-2-1-16,13-4-3 16,-5 3-8-16,5-3 10 15,0-2-8-15,-2-1 9 0,-6 0 2 16,-1-3 1-16,-12 0-3 16,0-3 2-16,0 0-1 15,-8 6 2-15,-20 4 1 16,-5-1 21-16,-4 3-15 0,0-3-5 15,-4 4-2-15,4-10-59 16,29-3-115-16,-5 0-287 16</inkml:trace>
  <inkml:trace contextRef="#ctx0" brushRef="#br1" timeOffset="88931.02">27023 5835 346 0,'0'0'66'16,"0"0"-64"-16,0 0 114 16,0 0-21-16,0 0-54 15,0 0-18-15,0 0 51 16,-28-40-31-16,15 40-24 16,1 0 6-1,-5 0-23-15,-3 18 20 16,-5 7-8-16,1 12 3 15,3 0-4-15,5 3-1 0,7 0-10 16,9-3-2-16,0-3-15 16,9-6 4-16,16-6 9 15,2-14 4-15,2-4 2 16,0-4-1-16,9 0 6 0,-10-16-9 16,0-11-1-16,-7-4 1 15,-4-6 3-15,-9 0 0 16,-8 3 2-16,0-3 1 15,0 9 1-15,0 0 7 16,-4 10-9-16,-9 3 11 16,1 8-16-1,4 7 0-15,4 0-19 16,-1 0-22-16,1 0-30 16,4 7 18-16,0 1-19 15,0 2-26-15,0-7 24 0,13 0 37 16,-1-3 37-16,0 0 2 15,5 0 2-15,0 0 0 16,-1 0-2-16,1 0 0 16,-9 0-2-16,-4 0-2 15,0 3 2-15,0 16 4 0,0 9 8 16,1-4 10-16,-2 4 2 16,-3-4-8-16,0-2 3 15,0-7-10-15,0 1 11 31,0-7 3-31,0-6 3 0,0-3 28 16,0 0 15-16,0 0-7 16,0 0 9-16,0 0-15 15,0-15-9-15,0-13-21 0,0-6 0 16,4-6 0-16,8 0-17 16,1 0 4-16,7 3-5 15,1 6-6-15,4 3-1 16,0 10 0-16,-2 3 0 15,6 2-2-15,-8 4-5 16,0 3-24-16,-9 3-33 16,-4 3-67-16,-8 0-27 15,0 0-35-15,0 6-134 0</inkml:trace>
  <inkml:trace contextRef="#ctx0" brushRef="#br1" timeOffset="89448.67">27569 5961 265 0,'0'0'366'0,"0"0"-305"16,0 0-61-16,0 0 80 15,0 0-27-15,0 0-46 0,-4 41 22 16,-21-11 34-16,-4 10-31 15,-4 4 0-15,9 1-23 16,0-4-5-16,3-7 1 16,4-10-5-1,5-2 0-15,4-10-37 0,8-9-92 16,0-3-148 0,0 0-244-16</inkml:trace>
  <inkml:trace contextRef="#ctx0" brushRef="#br1" timeOffset="101055.57">28078 5918 506 0,'0'0'141'0,"0"0"-139"16,0 0 15-16,0 0 70 15,0 0-62-15,0 0 12 16,0 0 26-16,16-105-2 16,-16 84-24-16,0-4 0 15,0 0-18-15,0 4-6 16,-16-4 7-16,3 7 6 15,-10-4-15-15,2 10-3 0,-4-1-8 16,0 7-6-16,9 6-4 0,-1 0-7 16,5 0 3-1,-8 19 14-15,4 12 3 0,-5 3-2 16,9 9 0-16,7-3-1 16,5 3 0-16,0-6-9 15,0-6 9-15,17-10 0 16,4-9-1-16,-5-5 0 0,4-7 2 31,0 0 1-31,5 0 8 16,4-19-5-16,0-9-4 15,-5-5 4-15,-3 2-4 16,-9 3-1-16,-4 6 2 16,-4 4-2-16,-4 9 5 0,0 3-3 15,0 3-1-15,5 3 1 16,-5 0-2-16,0 0-11 0,0 0-5 15,0 6-2-15,4 15 18 16,0 7 0 0,8 9 0-16,-4 3 3 15,1 6-2-15,3-6-1 0,-8 7 1 0,5-7-1 16,-5-6 0-16,-4-1 0 16,0-8 0-16,0-7-1 15,0 1 1-15,0-10 0 16,0-2 3-16,0-7-2 15,0 0 4 1,0 0-5 0,0 0 8-16,4 0 18 0,0-10 13 15,0-15-3-15,8-8-30 16,0-10-1-16,4 0-1 16,1-7 0-16,-1 1-3 15,-3 2 3-15,-1 7-4 0,-3 13 0 16,-1 8 0-16,-8 10 1 15,4 6-2-15,-4 3-2 16,0 0-38-16,0 0-35 16,0 12-36-16,0-2-116 0,0-5-167 15</inkml:trace>
  <inkml:trace contextRef="#ctx0" brushRef="#br1" timeOffset="101689.78">28398 5671 303 0,'0'0'194'15,"0"0"-148"-15,0 0 57 16,0 0-24-16,0 0-79 0,0 0 0 16,4 22 42-16,-4 3-9 15,-8 6 1-15,4 6-22 16,0-1 2-16,4 5 13 16,0-1-15-16,0-7-12 0,0-5 0 31,0-9 5-31,0-4-4 15,0-9 5-15,0-6-6 16,0 0 1-16,0 0 3 0,0 0 12 16,4-2 32-16,-4-20-13 15,4-6-31-15,-4-6-3 16,0 0 0-16,0-6 2 16,0 0-3-16,0 0 0 15,0 6-1-15,0 0-3 16,0 9 0-16,0 4 2 0,0 9 1 15,0 5-1-15,0 7-1 16,0 0 1-16,0 0-2 16,0 0 0-16,0 13-6 15,17 9 10-15,7 5 2 16,5 4 0-16,3-3 1 0,-3 6-3 16,4-7 6-16,-4-2-5 31,-8-3 3-31,-5-10-4 15,-4 0-1-15,-4-8-7 16,-4-1-17-16,0-3-14 0,0 0-18 16,5 0-48-16,-1-13 54 15,-4-12-70-15,-4 16-105 16,0-6 26-16</inkml:trace>
  <inkml:trace contextRef="#ctx0" brushRef="#br1" timeOffset="101952.28">28636 5517 374 0,'0'0'128'16,"0"0"-70"-16,0 0 66 16,0 0-42-16,0 0-50 15,0 0-15-15,0 0-17 0,-12 0 7 16,12 28-7-16,0 6 43 16,0 6-7-16,0 7-19 31,12-2-9-31,0 2-5 15,5-1 3-15,-9-3-5 16,4-6 0-16,-3-3 2 0,-5-3 0 0,0-13 0 16,0-8-3-1,-4-4 0-15,0-3-1 16,0-3-40-16,0 0-82 0,0 0-94 16,0 0-294-16</inkml:trace>
  <inkml:trace contextRef="#ctx0" brushRef="#br1" timeOffset="102306.17">28756 5711 582 0,'0'0'51'0,"0"0"-42"0,0 0 38 15,0 0 64-15,0 0-71 16,0 0-23-16,12 7 5 16,-8 14 32-16,3 10-30 15,2 3-7-15,-1 6 0 0,4 0-7 16,-3 0-8 0,-1-6 5-16,0-3-5 0,-4-9-1 15,5-7 1 1,-5-6-2-16,0-2 0 0,-4-7-3 15,0 0-35-15,0 0-30 16,0-13-2-16,0-14-132 16,0 8-103-16,0 3 59 15</inkml:trace>
  <inkml:trace contextRef="#ctx0" brushRef="#br1" timeOffset="102591.27">28825 5718 468 0,'0'0'307'0,"0"0"-267"15,0 0 20-15,0 0 104 16,0 0-89-16,0 0-70 16,-4-40-2-16,4 40-6 0,0 0-4 15,8 0 7-15,21 15 5 0,0 3-2 16,8 4-2-16,-5 6 0 16,1 0 0-1,-8 3-2-15,-8-4 1 16,-9-5-5-16,-8-3 5 0,0-1-4 15,0-6-1-15,-8 6 5 0,-17-2 16 16,-4 3 12-16,-8-4-28 16,1 1 7-16,2-7-5 15,1 0 0-15,9-3-2 16,11-3-2-16,9-3-58 16,4 0-38-16,0 0-86 15,0 0-216 1</inkml:trace>
  <inkml:trace contextRef="#ctx0" brushRef="#br1" timeOffset="105799.4">29174 5770 217 0,'0'0'33'15,"0"0"-29"1,0 0 53-16,0 0 14 0,0 0-37 31,0 0 59-31,0 0-15 16,0 0-21-16,21-24-9 15,-21 20 1-15,4-2 9 0,4 0-19 16,-3 0-11-16,2 0 2 16,1-1-12-16,9 2 5 0,-5 1-9 15,9 1-5 1,-1-3 4-16,1 3-8 0,-4 0 4 16,-1 3 6-16,0 0-3 15,-4 0 0-15,0 12 3 16,1 10-11-16,-9 6-1 15,0 5-3-15,-4 5 3 16,0 2-3-16,0 0-2 16,0-4 1-16,-17-8 1 0,-3 0 0 15,0-6 0 1,0-7 14-16,3-2-2 16,0-8-4-16,9-1-6 15,4-4 7-15,0 0-5 16,4 0 4-16,0 0-4 15,0 0 2-15,0-22-2 16,0-9-4-16,8-3 2 0,13-6-3 16,4-3 1-16,-2 0-2 15,6-3 1-15,-8 6-4 16,4-1-5-16,-4 8 6 16,-5 5 4-16,-8 9 0 15,5 4 2-15,-9 3-1 16,0 8 3-16,-4 2-4 0,0 2 7 15,0 0 7-15,0 0 2 16,0 0-16-16,0 0-9 0,0 12-16 16,0 13 25-1,0 6 5-15,-4 2-2 16,4 7 1-16,0 3-3 0,0-3 3 16,0-2-4-1,4-7 1 1,7-4-3-16,6-9 2 0,-9-2-3 15,9-10-8-15,-5-3-33 16,0-3-13-16,5 0-30 16,-5 0-58-1,-12 0-42-15,5 0-201 0</inkml:trace>
  <inkml:trace contextRef="#ctx0" brushRef="#br1" timeOffset="106247.39">29597 5810 533 0,'0'0'116'15,"0"0"-113"-15,0 0 32 16,0 0 60-16,0 0-76 16,0 0 7-16,-4-6-2 0,4 24 5 15,0 7 21-15,0 0-36 16,4 3-7-16,4-4 3 15,-4 1-9 1,1-3 3-16,-1-7-4 0,0-9 1 16,0 0-2-16,-4-6 4 0,4 0-3 15,-4 0 16-15,0 0 16 16,4-6 24-16,0-15-20 16,9-10-30-16,-2-3 5 15,6 0 0-15,-1-3-9 16,1 9-1-16,-5 3 1 0,-4 13-2 15,-3 9 0-15,-1 0 0 16,-4 3 15-16,4 3-11 16,0 25 10-16,8 9-14 15,-3 6 9-15,7 3-1 0,-4-3-8 16,0-5 3 0,-4-11 1-1,-8-5-4-15,0-4-17 16,0-5-77-16,0-13-44 15,0 0-200-15</inkml:trace>
  <inkml:trace contextRef="#ctx0" brushRef="#br1" timeOffset="111485.84">27975 6316 299 0,'0'0'235'0,"0"0"-196"16,0 0-29-16,0 0 59 15,0 0-29-15,0 0-32 16,-8 0-6-16,8 0 8 15,0 0-1-15,0 0-6 16,8 0 6-16,13 0 33 16,4 0-1-16,4 0-7 0,7-3-2 15,1 0 8 1,9 3-14-16,-2-7-1 0,10 4-3 16,4 3-3-16,-1-6 1 15,13 3-3-15,-1 0-6 16,6-3 2-16,2 0-12 0,14 0 2 15,-9-4 0-15,3 4-2 16,11-3 0-16,-7-4-1 16,14 4 0-16,-8-3 7 15,-5 3-7-15,-16-1-4 16,-13 4 2-16,-3 4-2 16,-17 2 1-1,-9-4-2-15,1 1 5 16,-8 3 0-16,-16 0-1 15,-1 0 1-15,-8 0 2 16,0 0 7-16,0 0 10 16,0 0-8-16,0 0-5 0,0 0 1 15,0 0-7-15,0 0-1 16,0 0-7-16,-13 0-17 0,-7 0-9 16,-5 7-43-16,-8 5-32 15,1 0-60 1,15-12-94-16,9 3-142 0</inkml:trace>
  <inkml:trace contextRef="#ctx0" brushRef="#br1" timeOffset="112274.53">28788 6430 418 0,'0'0'107'15,"0"0"-104"-15,0 0 40 16,0 0 77-16,0 0-89 15,0 0-15-15,0 0 41 16,4-25-6-16,-4 22-13 16,0 3 0-1,-8 0-31-15,-8 0 2 16,-5 0 0-16,-3 0-4 0,-5 0 22 16,0 12-16-1,0 1 26-15,1 2-12 0,-1 4-12 16,4 2 5-16,4 1-18 15,9 2 0-15,4 4 0 16,8-6-5-16,0-1-2 0,0 1 1 16,0-4 6-16,25-2 2 15,4-1 2 1,8-3-2-16,3-5 8 16,6-7-10-16,3 0 1 0,0 0 4 15,-4-12-5-15,-3-4 4 16,-9 1-4-16,-17 3-16 0,-16 2-32 31,0 1-27-31,0 9-59 0,-16-3-270 0</inkml:trace>
  <inkml:trace contextRef="#ctx0" brushRef="#br1" timeOffset="112560.59">28496 6609 556 0,'0'0'136'0,"0"0"-126"15,0 0 66-15,0 0 49 16,0 0-123-16,0 0-3 0,-28 0 1 16,45 0 0-16,3 0 28 15,13-6-1-15,8-4-20 16,0 4 1-16,4 0-7 15,-12 3 0-15,-4 0-1 16,-13 0-49-16,-3 3-27 16,-5 0-28-1,-8 0-37-15,0 0-67 16,0-4-24-16</inkml:trace>
  <inkml:trace contextRef="#ctx0" brushRef="#br1" timeOffset="113129.81">29031 6501 282 0,'0'0'227'0,"0"0"-206"0,0 0 5 16,0 0 102-16,0 0-47 16,0 0-17-16,0 0 5 15,4-6-29-15,-8 6-23 16,-13 0-8-16,-4 0 5 15,-3 0 23-15,3 12-16 16,0-6 7-16,10 6-8 16,3-2-2-16,4-4-18 0,4 0 0 15,0 0-21-15,0-3 18 16,0-3 3-16,16 3 0 16,12 1 5-16,5-2-5 0,8 1-1 15,-3 4-4 1,-2-1-4-16,-11-3 9 0,-5 6-6 31,-7-6 0-31,-13 7-12 16,0-4 6-16,0 0 7 0,-21 6 5 15,-16-3 31-15,-4 4 3 16,-4-1-7-16,-1-2-9 16,13-7-6-16,6-1-3 15,10-2-4-15,9 0-5 16,8 0-36-16,0-2-77 15,0-8-91-15,4 4-298 16</inkml:trace>
  <inkml:trace contextRef="#ctx0" brushRef="#br1" timeOffset="114466.12">30134 6002 240 0,'0'0'325'0,"0"0"-311"16,0 0-3-16,0 0 103 0,0 0-72 15,0 0-32-15,-16 0 9 16,16 0 7-16,0 0 6 16,0 0 13-16,8-4 6 15,13-2-17-15,12 3-1 0,4-3-12 16,12-3-14-16,0-1 2 15,5 4-8-15,-9 3-1 16,-8 0 6-16,-12 3-6 16,-9 0 0-16,-12 0-1 15,0 0-13-15,-4 0-21 16,0 0-18 0,0 0-38-16,-12 0-117 15,-5 0-205-15</inkml:trace>
  <inkml:trace contextRef="#ctx0" brushRef="#br1" timeOffset="114721.32">30016 6165 684 0,'0'0'0'16,"0"0"-84"-16,0 0 84 15,0 0 73-15,0 0-58 16,0 0 12 0,139 6 7-16,-93-12-4 15,-2-3-3-15,10-4-2 16,0 1-14-16,-10 6-3 16,-3-3-7-16,-16 9-1 15,-4 0-104-15,-21 0-112 0,0 0-204 16</inkml:trace>
  <inkml:trace contextRef="#ctx0" brushRef="#br1" timeOffset="116708.06">31067 5755 382 0,'0'0'55'0,"0"0"-53"16,0 0 105-16,0 0-2 16,0 0-91-16,0 0 10 0,0 0 38 15,25-59-9-15,-25 47-12 16,0 3 0 0,0 0 11-16,0-1-15 15,-5 4-30-15,-11 0-1 0,-1-3-6 16,-7-1-10-16,-1 4 10 15,-4 6-3-15,1-3 2 16,3 3 1-16,0 0 0 16,0 3-10-16,-8 13 8 0,9 5 4 15,-4 4-4-15,7 0-1 16,4-1 3-16,5 1-1 16,12-7-9-16,0-2 5 0,0-4-6 15,0-3 11-15,0-6 0 16,8 4 1-16,13-7 4 31,4 0 4-31,7 0-4 16,5-16 1-16,0-6-4 0,-8 4-2 15,0-4 5-15,-1 1-5 16,-11-1 2 0,-1 4 5-16,-3-1-5 15,-5 7 2-15,-4 3 8 0,0-1-1 16,0 7 6-16,0 0-16 0,-4 3 1 15,0 0-1-15,0 0 3 16,0 0-3-16,0 0-1 16,0 6-9-16,0 7 9 15,0 2 1-15,0 10 5 16,4 0 1-16,-4 5-7 16,5 10 3-16,-5 3-3 0,0 1 0 15,0 5 1-15,0-3-1 16,0-3 0-16,0-2 6 15,0-8-5-15,0-8 0 0,0-10 1 16,0-5-2 0,0-7 2-16,0-3-1 15,0 0 1 1,0 0 27-16,0 0 1 16,0 0 10-16,4-3 13 0,0-16-29 15,8-5-19-15,-3-10-4 16,6-3 1-16,2-6 0 15,7-4 0-15,1 1-3 16,0 6 1-16,0 9-1 16,0 10-1-16,-14 5-1 0,6 7-8 15,-9 0-12-15,0 9-42 16,-8 0-48-16,0 0-40 16,0 0-96-16,0 0-174 15</inkml:trace>
  <inkml:trace contextRef="#ctx0" brushRef="#br1" timeOffset="117349.2">31354 5656 374 0,'0'0'162'0,"0"0"-157"16,0 0 83-16,0 0 77 16,0 0-89-16,0 0-42 15,0 0 6-15,8-40-2 16,-8 40-38-16,0 3-7 16,0 13-1-1,0 2 8-15,0 13 12 0,0 3-2 16,0-3-5-1,0 2 0-15,0-2-4 16,0-3 0-16,0-6 2 16,0-7-2-16,0-2-1 0,0-8 2 15,0 2-2 1,0-7-22-16,0 0-9 0,0 0-8 0,0 0-2 16,0-7-22-16,0-17-29 15,0-1 34-15,0-5 35 16,0-1 23-16,0-3 3 15,0 0-2-15,0 3 3 16,0 3-3-16,0 10 4 16,0 2 17-16,0 10 30 0,0 6-22 15,0 0-2-15,0 0 0 16,0 0-7-16,0 0-8 16,13 0 19-16,-1 16 12 15,8 5-31-15,9 7-6 16,4-1-1-16,4-2-1 15,-4 3 4 1,3-6-7-16,-7-1-2 16,-4-6 4-16,-8-5-4 15,-5-4-6-15,-8-6-19 0,0 0-7 16,-4 0-7-16,4 0-16 16,-4 0 2-16,0 0-61 15,0-9-168-15</inkml:trace>
  <inkml:trace contextRef="#ctx0" brushRef="#br1" timeOffset="117597.04">31666 5493 239 0,'0'0'143'0,"0"0"-67"16,0 0 16-1,0 0 20-15,0 0-28 16,0 0-4-16,-12 46-27 15,12-12-30-15,0 6 8 16,0 0-20-16,0 0-1 0,0 0-4 16,8 0-4-1,0-3 2-15,1-9-2 0,-2 0 4 16,-3-6-6-16,0-7-18 16,-4-6-58-16,0-9-99 15,0 0-235-15</inkml:trace>
  <inkml:trace contextRef="#ctx0" brushRef="#br1" timeOffset="118268.33">31896 5681 203 0,'0'0'300'0,"0"0"-249"0,0 0 38 16,0 0 69-1,0 0-85-15,0 0-40 0,0-22 3 16,0 22-8-16,0 0-14 15,0 0 2-15,0 0-16 16,0 9 5-16,0 10 13 0,-9 9-3 16,1-1-7-16,0 4-4 15,4-6-3-15,0-1-1 16,-1-11 1-16,5-4-1 16,0-3 1-1,0-6-1-15,0 0 0 16,0 0 3-16,0 0 5 0,0 0 4 15,0-18-10 1,9-4 0-16,3-2 1 0,1-1-1 16,-1-3-2-16,4 4 0 15,-7-4 0-15,3 0-1 16,-4 0-1-16,-3 10 2 16,3 3-2-16,-8 8 1 15,8 4-1-15,-8 3 0 16,4 0-2-16,-1 0 4 0,6 0 1 15,7 10 15 1,5 5 4-16,-1 9-8 0,5 4-2 16,0 0-3-1,0 3-4-15,-5-3-1 16,-4-4 0-16,1 4-1 16,-5-6 1-16,-4-4-1 15,1 0-2-15,-5-8 1 16,-4-4-26-16,0 0-9 15,0-6-32-15,0 0-66 16,0 0-157-16,0 0-115 0</inkml:trace>
  <inkml:trace contextRef="#ctx0" brushRef="#br1" timeOffset="118473.05">31854 5782 641 0,'0'0'235'0,"0"0"-211"16,0 0 1-16,0 0 41 16,0 0-63-16,0 0-2 15,0 0 12-15,79-9-2 16,-31 3-7-16,2 0-2 16,0-3-2-16,-2 3-35 15,-2-1-33-15,-38 4-156 0,-8 0-295 0</inkml:trace>
  <inkml:trace contextRef="#ctx0" brushRef="#br1" timeOffset="119389.15">32339 5647 146 0,'0'0'436'16,"0"0"-388"-16,0 0 24 16,0 0 78-16,0 0-75 15,0 0-42-15,-4-28-8 16,4 22-6-16,8-3-5 16,13 0 5-16,4 6 3 0,-2-4-15 15,6 4 2-15,0 3 3 16,-4 0-6-16,4 0-1 15,-4 0 3-15,-5 10-3 0,-8 11 0 16,-4 7-5-16,-4-1-3 16,-4 4-3-16,0 3 5 15,-16 0 1-15,-12-3 7 32,3-4-5-32,0-8 4 0,5-10 8 15,7 1-8 1,9-10 1-16,4 0-6 0,0 0 0 15,0 0-1-15,0-3-2 16,0-19 2-16,12-3 1 16,5-6 1-16,0-5-1 15,-1-1 0-15,5-6-1 0,-6-4 0 16,6-2-27-16,-9-4 18 16,1 10-2-16,-5 6 7 15,-4 16 4-15,-4 11 4 16,0 10 14-16,0 0 8 15,0 0 4-15,0 0-30 0,0 13-20 16,0 21 13-16,0 6 7 0,0 6 6 16,0 3-1-1,0-2-5-15,8-4 0 16,1-3 2-16,7-6-2 0,-3-7 0 16,7-8 0-16,-3-4 0 15,-6-3-21-15,2-5-35 16,-5-1-70-1,-8-6-100-15,0 0-216 16</inkml:trace>
  <inkml:trace contextRef="#ctx0" brushRef="#br1" timeOffset="119723.77">32893 5659 262 0,'0'0'430'16,"0"0"-402"0,0 0 29-16,0 0 75 15,0 0-73-15,0 0-22 16,0 0 3-16,8-12-10 0,-8 12-9 16,0 0-4-1,0 0-16-15,0 19 7 16,4 8 16-16,5 1-3 15,-5 0-9-15,0 0-11 0,4 5 0 16,-4-5 3 0,1 3-3-16,3-4 1 0,-8-11-2 15,4-4-3-15,-4-5-9 16,0-2-20-16,0-5-17 0,0 0-43 16,0 0-49-16,0 0-11 15,0-12-151-15,0 0-101 16</inkml:trace>
  <inkml:trace contextRef="#ctx0" brushRef="#br1" timeOffset="119990">32901 5653 300 0,'0'0'262'15,"0"0"-209"-15,0 0 20 16,0 0 23-16,0 0-70 16,0 0-19-16,13-68 8 31,7 68 5-31,5 0 5 0,0 3-3 0,3 13-7 15,-7-4 19-15,-5 7 0 16,-3-1-12-16,-9-3-13 16,-4 4-9-1,0-4-7-15,0-2 7 0,-21-1 6 16,-4-6 26 0,-3 3-27-16,-5-2-5 0,4-7-13 15,17 0-104-15,-1 0-220 16</inkml:trace>
  <inkml:trace contextRef="#ctx0" brushRef="#br1" timeOffset="121081.11">30746 6232 392 0,'0'0'249'0,"0"0"-241"0,0 0 2 0,0 0 108 0,0 0-105 32,0 0-13-32,0 0 0 15,-37 0 0-15,50 0 48 16,3 0 30-16,5 0-2 0,16 0-30 16,7-3-10-16,18-3 5 15,16-3-14-15,9 3-5 16,15-3-2-16,5-4-17 15,8 7 0-15,17-6-2 0,3 5-1 16,9-2 1-16,3 0 0 16,-7 3-1-16,4 0 2 15,-13 0-1-15,-4-1-1 16,-8 5 0-16,-9-5 1 16,-10 4-1-16,-15 0 0 15,-27 3 0 1,-26 0-2-16,-19-3 4 15,-13 3 1-15,0 0 2 16,0 0 21-16,0 0-1 16,0 0-25-16,-4 0-7 15,-12 0 0-15,-9 0-20 16,1 0-40-16,-14 0-58 0,14 0-132 16,3 0-274-16</inkml:trace>
  <inkml:trace contextRef="#ctx0" brushRef="#br1" timeOffset="121730.16">32249 6263 78 0,'0'0'362'0,"0"0"-330"0,0 0 23 15,0 0 119-15,0 0-78 16,0 0-63-16,13-40-7 16,-13 37 24-16,0-3-4 15,-13 3-16-15,-8 3-17 16,-3 0 15-16,-9 0-22 16,-9 0 1-16,6 9 9 0,-5 7 14 15,-1 8-20-15,6-2-4 16,3 6-4-16,8 0-2 15,13 2-4-15,8-2 0 16,4-3 0-16,0-4 1 16,29 4 3-16,4-10 0 0,7 4-3 15,10-13-6 1,-5-3-18 0,0-3 19-16,-4 0 7 15,-4 0-9-15,-12-9-41 16,-25 0-100-16,0-1-144 0</inkml:trace>
  <inkml:trace contextRef="#ctx0" brushRef="#br1" timeOffset="121947.51">31867 6402 37 0,'0'0'779'15,"0"0"-740"-15,0 0-25 16,0 0 74-16,0 0-58 15,0 0-27-15,33-12 21 0,8 8-10 32,4-4-8-32,8 4-3 0,-3 1-3 15,-1 0-28-15,-8 3-70 16,-37-3-140-16,-4 3-301 16</inkml:trace>
  <inkml:trace contextRef="#ctx0" brushRef="#br1" timeOffset="122369.21">32545 6325 104 0,'0'0'696'0,"0"0"-653"15,0 0-11-15,0 0 126 16,0 0-97-16,0 0-30 16,0 0 3-16,-29-12-31 15,-8 12 4 1,4 3 9-16,-1 6 5 16,11 0-6-16,10-5-15 15,13 5-11-15,0 0 6 0,0 3-6 16,17 1-6-16,11 2 6 15,5-2 0-15,0 2 2 16,-4 0-7 0,-4-5 4-16,-13-5 5 0,-5 2-3 0,-7-7 4 15,0 6 4-15,-11-6-10 16,-22 6 12-16,-13 0 0 16,-3-3-29-16,-4 0-25 0,3-3-28 15,9 0-71-15,33 0-115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4:47:01.34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18251 9133 543 0,'0'0'253'15,"0"0"-190"-15,0 0-35 0,0 0 41 16,0 0-69-16,0 0-22 15,29-9-40-15,-17 28-129 32,0-4-219-32</inkml:trace>
  <inkml:trace contextRef="#ctx0" brushRef="#br0" timeOffset="2036.9">19905 8954 588 0,'0'0'229'0,"0"0"-209"16,0 0-19-16,0 0 137 15,0 0-47-15,0 0-57 16,0 0-30-16,0-68-4 0,0 78 0 31,4 20 13-31,8 17-9 0,0 12 3 16,1 8-6-1,-1 8-1-15,5-2 0 0,-9-8-2 0,8-6-10 16,-7-13-10-16,-5-16-6 16,-4-11 0-16,0-10-16 15,0-9 13-15,0 0 15 16,0-18-25-16,0-22-95 15,-8-13 31-15,-13-11 61 16,4-17 35-16,-7-8 4 16,7-13 5-16,-3 0 2 15,12 10-1-15,0 18 32 16,8 19 90-16,0 18-41 16,0 9-6-16,0 13 1 0,4 5-48 15,24 10-29-15,13 0-7 16,9 0 7-16,7 25-1 15,9 6-3 1,0 12 3-16,-9 0-3 16,-8 0-3-16,-16 0 4 15,-21-3-12-15,-12 3 5 16,0-2 7-16,-28-4 2 16,-26 0-1-16,-19 3-2 15,-14-6 8-15,-3-3 2 0,-9-10 0 16,13-2 1-16,9-7 19 15,27-3-10-15,25-6-4 16,13 0-12-16,12 3-14 16,0 1-27-16,41 2-9 0,20 0-15 15,18 0 28-15,6-2 4 16,2-1-38-16,-1-6-23 16,-3 0 54-16,-10 0 40 15,1-6 16-15,-17-10 27 16,-15 4-7-16,-18 2-11 15,-15 7 27 1,-9 3 43-16,0 0 58 16,-17 0-107-16,-8 28-40 15,-4 13-2-15,1 8 5 16,11-3-9-16,13 0 0 16,4-9-4-16,0-12 4 15,12-10 0-15,17-15 0 0,13 0 0 16,7-15 2-16,4-25 5 0,-8-12 1 15,-12-4-3-15,-16 1-2 16,-17-1 7-16,0 10 14 16,-17-1-16-16,-24 16 15 15,-13 16-3-15,-7 9-8 16,3 6-10-16,6 0-2 16,15 25 0-16,20 6-11 0,17 2-27 15,0 1-46-15,33-6-103 16,28-13-81-16,5-11 5 15,3-4 126-15,2 0 108 16,-10-22 29-16,1-9 22 16,-4-6 47-16,-10 0 11 31,-6 3-7-31,-14 3 10 0,-11 13 22 16,-5 9 6-16,-12 3 21 0,0 6 4 15,0 0-49-15,0 6-87 16,0 28-7-16,0 15 7 15,0 4 0 1,5 2 3-16,6-6-3 0,-3-3 0 16,5-12 0-16,-5-12 0 0,0-10-4 15,-4-9-64-15,-4-3-82 16,0-3-146-16</inkml:trace>
  <inkml:trace contextRef="#ctx0" brushRef="#br0" timeOffset="2168.48">20808 8816 845 0,'0'0'182'16,"0"0"-182"-16,0 0-164 16,0 0 145-16,0 0-320 0</inkml:trace>
  <inkml:trace contextRef="#ctx0" brushRef="#br0" timeOffset="2624.29">21370 8967 742 0,'0'0'39'15,"0"0"-35"-15,0 0 94 16,0 0-8-16,0 0-55 15,0 0 23-15,41-25 27 16,-53 25-56-16,-28 7-17 16,-18 14 1-16,-13 6-4 15,15 1-3-15,6-3-4 16,13 0-2-16,28-7-8 0,9 4-3 16,0-4-6-16,34 0 16 15,23-2-6-15,8-1-19 16,14 1-8-16,-1-1-2 15,-12-2-17-15,-17 5-8 0,-17-5 31 16,-15 2 15-16,-17 1 10 16,-4 2 4-1,-45 0 1-15,-5-2 65 16,-12-4-15-16,-3-6-8 16,11-3-5-16,18-3-22 15,15 0-3-15,17-3-12 16,8-18-31-16,4-7-89 15,36-3-17-15,18 0 5 16,12-3 2-16,-42 22-89 0,1-3-74 16</inkml:trace>
  <inkml:trace contextRef="#ctx0" brushRef="#br0" timeOffset="2887.35">21621 9032 151 0,'0'0'337'0,"0"0"-132"16,0 0-57 0,0 0-7-16,0 0-28 15,0 0-71-15,8-99-34 16,-45 115 1-16,-4 14-9 0,8 4 2 0,9 6-6 31,12 0-4-31,12 6 1 16,8-3 7-16,28 1-22 15,14-4-25-15,3-6 0 16,-4-3 9-16,-4-4 18 16,-16-2 4-16,-12-7 10 15,-13 1 5-15,-4-4-3 0,-4-3-6 16,-33-2 10-16,-9-4 18 15,-2-3-2-15,2-3-14 16,9 0 0-16,4-15-2 0,17-10-20 16,16 10-140-1,0 3-199-15</inkml:trace>
  <inkml:trace contextRef="#ctx0" brushRef="#br0" timeOffset="3242.47">22036 9099 41 0,'0'0'858'0,"0"0"-798"0,0 0-52 16,0 0 38-16,0 0 0 16,0 0-38-16,-90 145-7 15,90-89 3-15,0-7-4 0,0-9 0 16,11-6-2-16,14-18-5 15,0-8 7-15,-1-8 0 16,9 0 1-16,-5-21 8 16,5-19 5-16,-12-6 2 0,-9-6 8 15,-12 2 3-15,0 1 9 16,-16 9-12-16,-17 9-21 16,5 12 4-16,-5 19-7 15,0 0-3-15,4 4-2 31,4 23-3-31,13 7-13 16,9 6-59-16,3 3-55 16,0-30-76-16,15-1-114 0</inkml:trace>
  <inkml:trace contextRef="#ctx0" brushRef="#br0" timeOffset="3613.26">22425 9155 296 0,'0'0'195'16,"0"0"-68"-16,0 0 77 15,0 0-31-15,0 0-65 16,0 0-94-16,0 0-8 0,99 24-6 16,-99 32 11-16,0-3-11 15,0-10 1-15,0-3 0 16,0-19 1-16,5-9 1 16,-5-5-3-16,3-7 0 15,9 0 21-15,5-31 38 16,7-12-30-16,9-10-23 0,-4-5-3 15,8 6-4 1,-9-1 1-16,1 13-3 0,-8 18 2 31,-8 10 2-31,-5 12 2 16,-8 0 18-16,4 16-20 16,-4 20 3-16,8 16-2 0,0 1 1 15,9 0-1-15,3-10-2 16,0-6-4-16,-3-10-31 0,-1-15-33 15,5-5-60 1,-17-7-151-16</inkml:trace>
  <inkml:trace contextRef="#ctx0" brushRef="#br0" timeOffset="3829.18">23115 8615 1024 0,'0'0'91'0,"0"0"-90"15,0 0 11-15,0 0 36 16,0 0-48 0,0 0-15-16,-20 41 15 0,-9 8 4 15,-4 3-4-15,4-9-12 0,8-3-83 16,13-30-228-16,8-10-295 15</inkml:trace>
  <inkml:trace contextRef="#ctx0" brushRef="#br0" timeOffset="4297.85">23374 8785 345 0,'0'0'279'0,"0"0"-245"0,0 0-29 16,0 0 87-1,0 0-70 1,0 0-10-16,-17 22 10 0,-20-1 30 16,0 7 1-16,-12 2-2 15,4 1-8-15,8 1 0 16,12-2-26-16,13-5-15 15,7-4-2-15,5-5-7 16,5 2 7-16,28-5 0 0,16-1 5 16,9-3-5-16,3 1-8 15,-11-1 1-15,-10 6-3 16,-15 1 8-16,-13 2-4 16,-12 0 4-16,0 7 2 0,-16-3 1 31,-25-1 11-31,-17-5 27 15,1-4 8-15,0-6 5 16,20-3-19-16,8-3-18 16,20 0-6-16,9-18-9 0,0-10-66 15,9-3-53-15,7 16-102 16,5 2-106 0</inkml:trace>
  <inkml:trace contextRef="#ctx0" brushRef="#br0" timeOffset="123878.21">24043 9288 94 0,'0'0'173'16,"0"0"-149"-16,0 0-22 16,0 0 41-16,0 0 18 15,0 0-12-15,0 0-2 16,0 0 11-16,0 0-6 0,0 0 3 31,0 0-20-31,0 0-14 0,0 0-6 16,16 0 8-16,-3 0 24 15,7 0-12-15,1 0 0 0,11-7-1 0,1-8-1 16,8-4-7-16,1-2-14 16,-6-7-11-16,1-3 7 15,0-3-4-15,-8 0-3 16,-5 0 1-16,-12 4 4 16,-12 2-2-16,0 3 5 15,0 7-3-15,-4 5-3 16,-15 4-1-16,-14 9 5 15,-9 0-7 1,-7 19-8-16,-8 14 6 16,-5 11 2-16,13 2 0 15,4 3 3-15,16-3-3 0,21 1-1 16,8-13-1-16,0-4-10 16,24-8 3-16,22-10 9 15,11-12 5-15,13 0 3 16,12-6-2-16,-8-19-6 0,4-2-41 15,-12-1-56-15,-14 0-45 16,-2 4-37-16,-46 14-52 16,-4 4-80-16</inkml:trace>
  <inkml:trace contextRef="#ctx0" brushRef="#br0" timeOffset="125379.89">24884 8939 472 0,'0'0'107'0,"0"0"-102"16,0 0 3-16,0 0 44 15,0 0-38 1,0 0-14-16,-90-13 1 16,65 36 3-16,-8 7 14 15,1 10 5-15,-9 0-1 0,4 9 11 16,4-2 2-1,8-4-6-15,9-3-22 0,8-12-1 16,8-6-6-16,0-10-4 0,0-3-4 16,0-9 6-16,0 0 1 15,20 0 2 1,4-9 20-16,9-19 8 0,5-3-19 31,-1-3-4-31,-5 1 1 16,-11 5-6-16,-5 9 2 15,-3 7-1-15,-9 9-2 0,-4 3 0 16,0 0 0-16,0 12-4 16,4 25 4-16,-4 12 45 0,0 13-24 15,0 6-13 1,0 6-1-16,0-3-4 0,0-3 0 16,0-13-3-16,0-9 3 15,0-15-3-15,0-12 1 16,0-13 1-16,0-6 8 0,0 0-5 15,0 0-4 1,4-19 1-16,21-15 26 16,0-12-25-16,2-7 2 15,-2-2-5-15,0-4-15 0,-8-5-6 16,-5-7-12 0,0 6-4-16,-12 3 24 15,5 13 13-15,-5 9 5 16,0 15-2-16,0 13 31 15,0 9-7-15,0 3-2 16,0 0-24-16,0 0-1 16,0 0-13-16,0 0 4 15,0 0-4-15,0 6-1 0,0 22 12 16,0 12 2-16,0 7 4 16,0-2 1-16,0 5-1 15,0-7 1-15,0-6 2 16,4-10-4-16,0-8-1 15,-4-10-2-15,4-9 0 16,0 0-2-16,4 0 2 0,1 0 0 16,2-28 16-16,10-11 6 0,3-10-17 15,-3-4-1-15,-4-3-2 32,-1 1-2-32,-8 9 2 15,-3 12 1 1,-1 15 3-16,-4 13 11 0,0 6 27 15,0 0-44-15,4 9-3 0,4 22-9 16,4 9 12-16,4 7 9 16,5-1-7-16,4-6-2 15,-5-9 3-15,1-6-3 16,4-13 0-16,-6-6-1 16,2-6-6-16,8 0-12 0,0-6-24 15,-4-22-63-15,-1-9-38 16,0 0-33-16,-7-3-23 15,-1-3 64-15,1 0 18 16,-9 3 50-16,5 2 68 16,-5 5 8-16,0 5 112 0,-4 9 5 15,-4 7 3-15,0 9 17 32,0 3-11-32,0 0-34 0,-8 6-81 15,-13 28 6-15,1 12-9 16,-5 7 3-16,4 2-12 15,10 1 1 1,-2-7 3-16,5-9-10 0,8-12 0 16,0-10-1-16,0-12-3 15,0-6-3-15,12 0 6 0,12-6 9 16,1-21 8-16,4-11-4 16,-8-2-12-16,-5 4 1 15,-8 8-4-15,-3 9 2 16,-5 13 0-16,0 6-1 15,0 0-3-15,0 31-21 16,0 9 25-16,0 12 13 0,0-2-1 16,12-10-7-16,0-6-4 31,4-13 5-31,-4-8-6 0,5-13 0 16,-1 0 0-1,13-19 16-15,9-21 11 0,-6-19-19 0,1-5-5 16,-13-4-3-1,1-6-12-15,-13-3-11 0,-4 3 14 16,-4 6-9-16,0 19 11 16,0 18 7-16,0 15 37 15,0 16 5-15,0 0-42 16,0 31-3-16,0 25 3 16,-4 18 18-16,4 6-11 15,0 0-7-15,0-3 0 0,0-9-1 16,9-13-6-16,3-11-21 15,0-17-5-15,-3-11-16 16,-9-10-30-16,0-6-66 16,0 0-72-16</inkml:trace>
  <inkml:trace contextRef="#ctx0" brushRef="#br0" timeOffset="125632.8">25652 9065 705 0,'0'0'134'15,"0"0"-134"1,0 0 0-16,0 0 20 0,0 0 1 16,131-18-6-1,-77 18-4-15,-1 0-4 0,-8 0-3 0,-12 0 6 16,-12 0-8-16,-5 0-2 16,-11 18-7-16,-1 13-12 15,-4 12 12-15,0 10 7 16,0-1 14-16,0-3-11 15,0-11-3-15,0-11-1 16,0-9 0 0,0-11-5-16,0-7-23 15,0 0-82-15,0-7-17 16</inkml:trace>
  <inkml:trace contextRef="#ctx0" brushRef="#br0" timeOffset="125779.92">25935 8825 633 0,'0'0'0'0,"0"0"-99"15,0 0 70 1,0 0-101-16</inkml:trace>
  <inkml:trace contextRef="#ctx0" brushRef="#br0" timeOffset="126080.51">26124 8942 403 0,'0'0'246'16,"0"0"-192"-16,0 0-50 16,0 0 103-16,21 136-56 15,-21-81-25-15,4-2-11 16,4-4-5 0,4-12-9-16,-4-9 2 15,9-13 2-15,-5-9 44 16,9-6-25-16,12 0 12 15,8-31 14-15,8-12-19 16,-8-6-22-16,-4-10 0 16,-16 4-3-16,-21-1-1 0,0 7-4 15,-8 12 3-15,-30 12-2 16,-3 13 4-16,-9 12-6 16,2 0-1-16,2 19-38 0,9 18-63 15,33-13-123-15,4-2-230 16</inkml:trace>
  <inkml:trace contextRef="#ctx0" brushRef="#br0" timeOffset="126449.93">26449 9065 345 0,'0'0'229'0,"0"0"-192"15,0 0 44-15,0 0 115 16,0 0-125-16,0 0-71 15,44-58-12-15,-35 92 4 0,-1 9 8 16,0 6 3-16,-4-3 1 16,4-3-4-16,-3-5-3 15,-1-14 0-15,0-8 3 16,4-10 4-16,-4-6 23 16,5 0 16-16,7-6 19 0,4-28 4 15,5-6-39-15,-1-10-12 0,1 4-12 16,0 3 1-1,-9 9-4-15,1 9 1 0,-13 16 3 16,0 9 5-16,0 0-2 16,0 25-7-16,8 21 0 15,0 13 8-15,5 5-3 32,-5-5-5-32,-3-7-12 0,3-12-81 15,-8-15-20-15,-4-25-174 16,0 0-330-16</inkml:trace>
  <inkml:trace contextRef="#ctx0" brushRef="#br0" timeOffset="129579.02">17815 9935 84 0,'0'0'212'0,"0"0"-203"16,0 0-5-16,0 0 4 0,0 0 25 15,0 0-16-15,0 0-16 16,-37-13 5-16,33 10-4 15,0 0 13-15,0 3 34 16,0-3-8-16,-5 3-11 16,5-3-5-16,0 3-12 15,0-3-10 1,0 3 0-16,0 0 1 16,4 0 12-16,0 0 29 0,0 0-2 15,0 0-8-15,0-3 2 16,0 3 8-1,0 0-19-15,0 0-7 16,0 0-12-16,0-3 3 0,4 3 5 16,12 0 24-16,1-3-21 0,8 3 3 15,0 0-11-15,4 0 9 16,3 0-5-16,5 0-3 16,0 0 2-16,8 0 3 15,4 0-2-15,9 0 6 16,0 0-9-16,7 0 1 15,5-4-5 1,-1 4 1-16,10-2-5 16,-1-1 1-16,-4 3-3 15,-1 0 1-15,-11 0 0 16,-9-4-2-16,5 1-1 0,-5 0 0 16,5 0 2-16,8-3-1 15,7 0 2 1,6 3-2-16,2-4 1 0,1 2 1 15,5 1 0-15,-10-2-1 0,6 3-1 16,-6 0 2-16,-2-3-1 16,-2 3 0-16,-2 0 2 15,-2 0-2-15,-7-1 0 0,-5 1 2 16,5 3-3 0,-13 0 0-1,0 0 1-15,5 0-1 16,-9 0 0-16,8 0 1 15,-4 0 0-15,5-3-2 16,3 3 0-16,-3 0 1 16,-6-3 1-16,6 3 0 15,-4-3-1-15,-6 0 0 16,6 0 0-16,-1 0-1 0,0 0 1 16,1 3 0-16,-9-7 1 15,7 5 0-15,-2-1-1 16,4-4 0-16,-2 4 0 0,2-3 0 15,-1 3 0-15,0 0 0 16,-4 0 0-16,1 0 1 16,-5 0-1-16,4 3-1 15,-4 0 1-15,-4-4 2 0,3 4-1 16,2 0-2-16,-1-6 1 16,1 6 0-16,-2-2 4 15,5-2-4-15,-3 1-1 16,10-3 1-16,2 3 0 15,0 0 1 1,7-1 2-16,5 2-2 16,-1-1 1-16,5 0 2 15,-9-4-3-15,-3 4 3 16,0 0-3-16,-1-3 0 16,-7 6-1-16,-1-6 0 15,-4 3 0-15,4-4 1 16,-3 2-1-16,-2 1 1 0,2 1-1 0,-1 0 0 15,0 3-1 1,-4-6 2-16,4 3-1 16,8 0 4-16,-3 0-4 0,3 0 4 15,4 0-4-15,-3 3 0 16,3 0 0-16,-3 0 2 16,-5 0-2-1,4 0 2-15,-8 0-1 16,5-4 2-16,-6 4-3 15,2-3 0-15,-5 1 0 16,9-2 3-16,-2 1-1 16,2 0-2-16,3 0 1 15,1 3 1-15,3-6-2 16,4 3 0-16,-3-3 4 0,0-1-1 16,3 1 1-16,1 0 2 15,-1 0-3-15,1 0 5 16,3-1-6-16,-3-2 4 15,0 3 3-15,-1 0-6 16,1 3 3-16,-1 0 4 16,1-3-7-16,-1 6 4 0,1 0 0 0,-4-3-3 15,-1 3 7-15,-3 0-10 16,-2 0 9-16,-2 0-3 16,0 0-6-16,-6 0 8 15,2 0-8-15,-5 0-1 31,9-4 4-31,2 1-2 16,2 1 3-16,-1-5 0 0,0 4-5 16,1 3 1-16,-5-3-1 15,0 0 2-15,-3 3-3 16,2-6 2-16,-6 3 0 16,-1 0-1-16,0 3 0 15,-4-7-1-15,4 4 1 16,0-3 0-16,0 0-1 0,0 3 4 15,0 0-4-15,1-3 2 16,-2-1 0-16,-3 7 0 0,0-5-1 16,-4 5 4-1,0-4 1-15,4 1-3 16,-4 3 2-16,4 0-4 16,-9 0 5-1,1 0-5-15,-13 0 2 0,-3 0 0 16,-9 0 4-16,0 0-4 15,-4 0 13-15,0 0-1 16,0 0-6 0,0 0-7-16,0 0-1 0,0 0-8 15,0 0-26-15,0 0-20 16,-4 0-19-16,-17 0-16 0,-8 3-32 16,-11 9-67-16,19-8-37 15,-8 2-188-15</inkml:trace>
  <inkml:trace contextRef="#ctx0" brushRef="#br0" timeOffset="139343.81">17811 9161 107 0,'0'0'10'0,"0"0"-10"16,0 0 11-16,0 0 77 15,0 0-45-15,0 0 79 0,-20-108-81 16,20 93 14-16,0-1 1 16,0 1-30-16,0-4 6 15,0 7-10-15,0-3 12 16,0-1-3-16,0 4-9 31,0-7-5-31,0 4 17 0,0 2-4 16,0 5 8-16,0 1-1 15,0 4 8-15,0 3-7 16,0 0-14-16,0 0-9 0,0 0-15 16,0 0-1-16,0 0-11 15,-4 10 9-15,-1 14 3 16,5 16 1-16,-4 12 3 16,4 13 2-16,0 12 1 15,0 6 1-15,0-2-4 16,0-5 2-16,0-13-5 0,4-8 0 15,1-12 1 1,-1-6-1-16,0-9 0 0,-4-6-1 31,4-7 0-31,0-9 0 16,-4 0 1-16,0-3 1 0,4-3-2 16,-4 0 2-16,0 0 2 15,0 0-4-15,0 0-21 16,4 0-27-16,-4-3-39 15,0-6-56-15,0-4-269 16</inkml:trace>
  <inkml:trace contextRef="#ctx0" brushRef="#br0" timeOffset="139712.73">17737 9065 384 0,'0'0'130'15,"0"0"-109"-15,0 0-2 16,-36-111 40-16,36 96 5 16,0 2-17-16,0 8 12 15,0-2-38-15,0 7 8 32,0 0-4-32,0 0-14 0,0 0-5 15,4 0-4-15,12 0 0 16,12-3 3-16,5 0-2 15,9-3 3-15,3 3 1 16,0-3-5-16,-4 6-2 16,-8 0 2-16,-8 0 0 0,-10 0-3 0,-6 0 2 31,-1 0-2-31,-8 0-12 0,0 0-36 16,0 0-50-16,0 3-29 15,0 12-50-15,0-5 52 0,-8-5-82 31</inkml:trace>
  <inkml:trace contextRef="#ctx0" brushRef="#br0" timeOffset="139985.25">17730 9321 509 0,'0'0'151'16,"0"0"-127"-1,0 0-18-15,0 0 47 0,0 0 18 16,0 0-38-16,15 10-7 16,18-23-15-16,0 1 7 0,0 3 2 15,0-4-8-15,-5 7-12 16,1 3 1-16,0 0 1 16,-4 0-1-16,-8 3-2 15,-1 0-1-15,-4 0-29 31,0 0-47-31,-8 0-73 0,-4 3-124 16,0 3-11-16</inkml:trace>
  <inkml:trace contextRef="#ctx0" brushRef="#br0" timeOffset="141331.87">18074 9343 742 0,'0'0'52'0,"0"0"-52"16,0 0-36-16,0 0 36 15,0 0 0-15,0 0-9 32,62 43 8-32,-46-15 1 15,-3 2 0-15,-2 4-1 0,2-3 1 16,-5 0 0-16,0-3 3 15,-4-3-2-15,-4-4 7 16,0-6 0-16,0-2 14 16,0-10 18-16,0 0-23 15,0-3 6-15,0 0 19 0,0 0 8 16,0 0 8-16,0-9 3 16,0-19-40-16,0-6-14 15,0-6 2-15,0-6-1 16,9 2 0-16,3 1-8 15,0 7 0-15,1 5 0 16,-5 6-2-16,4 10 1 0,-7 6 0 31,-1 2 0-31,0 4-33 0,0 3-40 0,0 0-16 32,0 0 1-32,4 0 20 0,-3 0-22 0,2 0-18 0,-3 0-25 31,4 0 57-31,1 0 46 15,-5 0 24-15,0 3 6 16,-4-3 1-16,4 0 0 0,-4 0 13 16,0 0 43-16,0 0 18 15,0 0 12-15,0 3-24 16,0 10-23-16,0 2-38 16,0 13 55-16,0 8-22 15,0 5-2-15,0-1-15 0,0 3-8 31,0-3 11-31,0-6-17 0,0-6 18 0,0-6-9 16,0-7-10-16,8-9 2 16,0-6-2-16,13 0 14 15,4 0 18-15,4-28 15 16,3 0-33-16,-7-5-8 16,-5-5-4-16,-11 5 5 15,-9-1-5 1,0 6 0-16,-17 0 19 15,-16 9-4-15,1 4-5 0,-1 9-9 16,4 6-3-16,4 0 6 16,0 0-8-16,13 16-9 15,1-1-7-15,11 3-34 0,0 1-12 16,0-3-49-16,0-11 29 16,23 2 46-16,-2-7-27 15,4 0 9-15,0 0 18 16,-5-7 31-16,1-11 4 15,3-4 2-15,-4 1-1 16,-3 2 5 0,0 7 20-16,-5 0 19 15,-4 9-9-15,-4 3 10 16,9 0-29-16,-1 0-14 0,5 27 23 16,2 8 15-1,2 5-10-15,-4 3-19 16,-1-3-3-16,-8-6-7 15,1-7 2-15,-1-11-3 0,-4-10 0 0,0-6 12 16,-4 0 9-16,0 0 34 16,0-6 19-16,4-22-4 15,0-6-67-15,9 0 0 16,-5-6-3-16,4 3 1 16,0 3 0-16,-4 13-2 15,-4 5-2-15,0 10-2 0,-4 6 2 16,5 0-4-16,-1 12-20 15,0 22 13-15,8 10 14 16,-4 2 11-16,5-6-7 16,-1-3-2-16,-8-10 1 15,5-8-2-15,-5-10 2 16,0-9 0 0,0 0 2-16,0 0 10 15,9-24 20-15,3-13-3 16,4-10-28-16,0 4-4 0,-3 0 3 15,0 3-2-15,-5 9-1 16,-4 10-1 0,-4 8 1-16,-4 13 0 15,0 0-2-15,4 15-28 0,5 26 30 0,3 11 18 16,1 4 8-16,3-1-21 16,4-3-2-16,-4-5-3 15,5-14-9-15,-9-8-24 16,-12-25-90-16,0 0-332 15</inkml:trace>
  <inkml:trace contextRef="#ctx0" brushRef="#br0" timeOffset="156077.37">27355 9414 4 0,'0'0'83'0,"0"0"-24"16,0 0-31-16,0 0-3 16,0 0 3-16,0 0-13 0,0 0-9 15,0 0-5-15,0 0 2 16,0 0 32-16,0 0 11 16,-12-22-17-16,12 19 15 0,0 0 31 15,0 3-45-15,0 0 9 16,0-3-5-1,-4 3-19 1,4-3 6-16,0 3 25 16,-4-4-13-16,4 4-8 0,0 0 2 15,-5-2 3-15,5-1-8 16,-4 3-1-16,4-3 18 16,-3-1-12-16,3 4 8 15,0-3-8-15,0 3-16 16,-4 0 1-16,4 0-3 0,0 0 4 15,0 0-6-15,0 0 8 16,0 0-8-16,0 0-5 16,0 0 3-16,0 0-4 0,0 0-1 15,0 0 0-15,0 0 7 16,0 0-5-16,0 0-2 16,4 0 0-16,12 0 0 0,13 0 1 15,4 0 3-15,12 0-4 16,4 7 0-16,5-1 2 15,8 3 0-15,3-6-2 16,1 3-1-16,-9-3 1 16,-4 1 0-16,-15-4 0 31,-11 0 0-31,-6 0-3 16,-13 0 1-16,-3 0 2 0,-1 0 1 15,-4 0 0-15,0 0 1 16,0 0 1-16,0 0-3 15,0 0-1-15,0 0-10 16,0 0-23-16,0 0-20 16,0 0-21-16,0 0-32 0,-13 0-32 15,-7 0 67-15,0 0-59 16,-5 0 4-16,5-4 113 16,-1-5 14-16,-4-1 8 15,9-2 35-15,-1-3 25 16,0 3 29-16,6-4-32 15,3 1 24-15,0 6-25 16,3 0-30-16,1 5 23 16,4-2-15-16,-4 3 9 15,4 0-15-15,-4 3 8 16,4 0-12-16,0 0-9 0,0 0-1 16,0 0-7-16,0 0-4 15,0 0-7-15,0 0-4 16,0 0-1-16,0 0-2 15,0 0-6-15,0 0 4 16,8 12 4-16,9 1 2 16,2-1-1-16,2 3 9 15,8-2-7-15,-4-1 4 0,-4 0-5 16,3 1 4 0,-7-4-3-16,2 0-2 0,-6 0-2 31,-5-2 2-31,-8-4-1 15,0 3-6-15,0 0-4 0,0 6 3 16,-16-3 8-16,-16 7-5 16,-10-1 5-16,-11-5 8 0,0 2-5 0,7-3-1 15,5 0 1 1,12-2-1-16,14-1-2 16,10 0-12-16,5-3-29 15,0-3-59-15,12 0-156 16,4 0-9-16</inkml:trace>
  <inkml:trace contextRef="#ctx0" brushRef="#br0" timeOffset="156804.17">28353 9460 206 0,'0'0'110'16,"0"0"-100"-16,0 0 20 0,0 0 111 15,0 0-28-15,0 0-7 16,8 3-7-16,-8-3-9 16,0-6-34-16,0-7-25 0,0 1-2 15,-13-3-29-15,-6 2-1 16,-14 1-15-16,-4 3-13 31,-1 6 14-31,2-1 6 0,3 4 1 16,8 0 7-16,1 0 1 15,7 10-3 1,5 8-7-16,-1 7 7 16,9 3 3-16,4 0-1 0,0-7 2 15,0 1-2-15,8-7 2 16,9-9 2-16,8 1-1 0,4-7 8 16,0 0-4-16,4-10 3 15,-1-11-9-15,-3-4-3 16,0-6-4-16,-9 1 5 0,-3-1-18 31,-9-3 20-31,-4 0 5 16,0 6 11-16,-4 4-10 0,0 8 5 0,0 7-1 31,0 6 2-31,0 0 6 0,0 3-14 16,0 0-4-1,0 0-17-15,0 12-6 0,0 16 23 0,0 12 21 16,0 6-12-16,0 3-5 0,3 1-1 31,1-1 0-31,1-3 1 0,-1-6-2 16,4-3 1-16,4-15-3 0,-7-4-10 15,3-8-29-15,0-7-44 16,-4-3-51-16,0 0-66 16,-4 0-126-16</inkml:trace>
  <inkml:trace contextRef="#ctx0" brushRef="#br0" timeOffset="157250.81">28481 9278 76 0,'0'0'69'16,"0"0"-69"-16,0 0-39 0,0 0 39 15,0 0 75-15,0 0-18 16,0 0 20-16,40-92 91 16,-40 88-25-16,0 1-37 15,0-2-34-15,4 5-32 16,9-7-28-16,-1 4-7 0,9 3-4 16,-1 0-1-16,1 0 7 15,0 0 12-15,-6 6-5 16,-7 16-10-16,1-1-4 15,-9 7 0-15,0 3-5 16,0 0-1-16,-21 3 12 16,-11-7-4-1,-1-5-2-15,0-4 11 16,12-5-6-16,9-7 3 16,8-6-2-16,4 0-6 15,0 0-4-15,0 0-9 16,4 0 13-16,16 0 8 15,14 0-8-15,3 0-17 16,3 0-66-16,-3 0-31 0,-4-9-19 0,-24 6-90 16,-5-4 25-1</inkml:trace>
  <inkml:trace contextRef="#ctx0" brushRef="#br0" timeOffset="157598.87">28764 9300 477 0,'0'0'106'16,"0"0"-103"-16,0 0 50 0,0 0 57 15,0 0-59-15,0 0-43 32,0-12-8-32,0 12 0 15,0 18 0-15,0 13 29 16,0 0-11-16,4 2-9 16,4 1-5-16,4-6-3 15,0 3 0-15,1-10 6 0,-1-5-7 0,0-4-3 16,-3-9 3-1,-1-3 7-15,0 0 37 16,0 0 13-16,1-15 16 16,7-16-7-16,1-6-42 0,-5-3 26 15,0 0-36 1,0-3-13-16,0 0 5 0,1 6-1 0,-5 3-5 16,0 9-6-16,-4 10-2 15,1 5-4 1,-5 8-33-16,0 2-72 0,0 0-113 15,0 5-262-15</inkml:trace>
  <inkml:trace contextRef="#ctx0" brushRef="#br0" timeOffset="158068.25">29371 9315 550 0,'0'0'118'0,"0"0"-85"16,0 0 81-16,0 0 6 16,0 0-54-16,0 0-32 15,0 0-11-15,12-15-4 16,-12 15-19-16,-21 18 1 16,-15 10-1-16,-5 15 6 15,-13 10 1-15,-7 8 6 0,3 7-12 16,-11 3 2-16,-5-3 1 15,4 0 0-15,0-10-4 16,13-12 0-16,16-6-3 16,8-12 3-16,12-13 1 15,9-5-1-15,12-4-14 16,0-6-49-16,0 0-34 0,0 0-97 0,16 0 21 16,1-6-117-1</inkml:trace>
  <inkml:trace contextRef="#ctx0" brushRef="#br0" timeOffset="159021.18">29387 9796 484 0,'0'0'102'0,"0"0"-71"15,0 0 94-15,0 0 5 16,0 0-66-16,0 0-34 0,-4-61 7 16,-20 54-21-16,-5 4-9 15,-4 0-7-15,0 3 0 31,4 0 0-31,-7 9 1 0,-1 13 2 16,4 6 0-16,12 2 0 16,5 1-3-16,7 0-2 15,9 0 2-15,0-13-1 16,0-3 2-16,4-5 2 16,13-10-2-16,8 0 0 15,8 0 3-15,0-12 1 0,3-19-5 16,-7-9 0-16,0 0-3 0,-12-1 3 15,-1 1 2 1,-3-3-1-16,-1 7 1 0,-8 8 2 16,0 9-1-16,-4 10 17 15,0 6 11-15,0 3-16 16,0 0-15-16,0 19-21 16,0 14 20-16,0 10 1 15,0 10 5-15,0-7 1 31,0-3-4-31,0-3 0 0,0-9 0 16,4-12-2-16,4-4-7 16,-4-9-14-16,0-6-1 15,-4 0-7-15,12 0-14 0,1-6 25 16,-1-19 3-16,9-8 0 16,-5 5 9-16,1-3 4 0,-1 3 1 15,1 7 0-15,-6 2 0 16,2 10 2-16,-5 6 3 15,-8 3 4-15,0 0 19 16,0 9-21-16,0 19 12 31,0 9 27-31,0 0-24 0,0-4-18 16,0-2 3-16,0-9-4 16,0-13-2-16,0-3 4 0,0-3-3 0,0-3 5 15,0 0 5-15,0 0 6 16,8-12 39-1,13-16-34-15,4-3-21 16,-1 1-1-16,-3 2 2 16,3 3-2-16,-8 4 0 15,5 5-9-15,-9 7 3 0,-7 9 3 16,-5 0 2-16,0 0-5 16,0 22 6-16,0 9 4 15,0 9 17-15,4 0-11 16,0-6-3-16,8-4-6 15,-8-5 4-15,5-12-5 16,3-5-7-16,-8-8-40 16,5 0-55-16,-1 0-66 0,-8-12-134 15</inkml:trace>
  <inkml:trace contextRef="#ctx0" brushRef="#br0" timeOffset="159259.87">30020 9593 732 0,'0'0'135'0,"0"0"-92"16,0 0 69-16,0 0-22 16,0 0-59-16,0 0-23 15,25-19 0-15,-13 19-8 16,5 0-3-16,6 0 2 15,2 0 1-15,4 0-14 16,-4 0-16 0,0 0-35-16,-21 0-124 0,-4 0-220 15</inkml:trace>
  <inkml:trace contextRef="#ctx0" brushRef="#br0" timeOffset="159461.34">30061 9685 726 0,'0'0'164'0,"0"0"-163"16,0 0 30-16,0 0 80 15,0 0-77-15,0 0-27 16,0 0-5-16,65 9 3 16,-15-9-3-16,4 0-2 0,-10 0-64 31,-27 0-155-31,-9-9-349 15</inkml:trace>
  <inkml:trace contextRef="#ctx0" brushRef="#br0" timeOffset="161849.31">30545 9556 34 0,'0'0'344'16,"0"0"-283"-16,0 0-45 15,0 0 106-15,0 0-36 16,0 0-34-16,0 0-2 16,0-7 9-16,0 7-4 15,0 0-10-15,0 0-14 16,0 0-8-16,0 0 4 15,0 0-14-15,0 0-3 0,4 0 5 16,4 0-13-16,13 0 0 16,4 0 2-16,16 0 0 15,-1 0-2 1,2-3-2-16,3 3 1 0,-12 0 2 16,-5-3 0-16,-3 3-6 15,-13 0 3-15,-8 0-6 16,-4 0 2-16,0 0-9 15,0-3-44-15,-8 0-108 0,-4 0-190 0</inkml:trace>
  <inkml:trace contextRef="#ctx0" brushRef="#br0" timeOffset="162503.4">31013 9525 128 0,'0'0'200'16,"0"0"-127"-16,0 0-43 15,0 0 76-15,0 0-34 0,0 0-29 16,17 0-2-16,-17 0 15 15,4 0-9-15,0-7-14 16,4-2-18-16,13-3-12 16,-5 0 6-16,5-7 4 15,-1 4-1 1,-4-7 28-16,1 1-24 16,-5-1-3-16,-4 4 1 15,1-4 14-15,-9 0 6 16,0 1-34-16,0 2 0 15,-9 4 21-15,-3 3 3 16,4-1-21-16,4 7 0 16,-9 6-6-16,1 0 1 0,-9 0-12 15,-3 0 11-15,-5 19-1 16,5 5 2-16,-1 7 1 16,0 0 1-16,8 6 0 15,10 0 0-15,3-3 0 0,4 0 0 16,0 3 0-16,0-3-13 15,16-4 3-15,4 1-18 0,-3-6-7 16,3 2 14-16,1-8 10 16,-9 3-15-16,-3-10 10 15,-5-3 8-15,-4-3 0 16,0-3-14-16,0 0-24 31,-29-3 46-31,-4 4 24 16,-8-4-16-16,8 0-2 0,0 0-6 15,9 0-1 1,3 0-45-16,9 0-34 0,12 0-53 0,0 0-216 16</inkml:trace>
  <inkml:trace contextRef="#ctx0" brushRef="#br0" timeOffset="162854.24">31444 9364 533 0,'0'0'16'0,"0"0"-14"15,0 0 48-15,0 0 45 16,0 0-56-16,0 0-18 15,37-27 28-15,-37 27 3 16,0 3-32-16,0 21-14 16,-12 16 52-16,-13 7-26 0,-4 8-20 15,-3 7-2-15,-5-1-6 16,-5 1 2-16,1-6-2 16,5-7-1-16,11-12 3 0,9-6-6 15,3-13-41-15,9-6-13 16,4-12-18-1,0 0-37 1,0 0-149-16,4 0-55 0</inkml:trace>
  <inkml:trace contextRef="#ctx0" brushRef="#br0" timeOffset="163202.04">31629 9565 264 0,'0'0'101'0,"0"0"-73"16,0 0 107-16,0 0 10 0,0 0-28 16,0 0-42-1,0 0-10 1,33-19-28-16,-58 19-25 0,-4 22 18 15,-8 6-4 1,1 2-10-16,3 4-11 0,12 3 3 16,9-3-7-16,4-3 0 15,8-10 0-15,0 1 3 16,0-3-4-16,24-10 3 0,5 0-3 16,3-2-2-16,6-7-11 15,3 0-41-15,-4 0-56 16,-33 0-117-16,0-4-401 15</inkml:trace>
  <inkml:trace contextRef="#ctx0" brushRef="#br0" timeOffset="163402.91">31391 9740 733 0,'0'0'89'0,"0"0"-89"0,0 0 0 15,0 0 29 1,0 0-8 0,132-30-21-16,-76 30 0 0,2 0-11 15,-1 0-25-15,-40 0-37 16,-9 0-202-16</inkml:trace>
  <inkml:trace contextRef="#ctx0" brushRef="#br1" timeOffset="-113193.09">6259 8344 8 0,'0'0'75'16,"0"0"-13"-16,0 0 1 0,0 0-48 15,0 0-7-15,0 0 5 0,0 0-4 16,-24 0 2 0,24 0 1-16,-4 0-6 15,0 0 15-15,-4 0-7 0,4 0-2 16,-4 0-5-16,-1 0-3 15,1 0 5-15,4 0 9 16,0 0 28 0,4 0-37-16,0 0-9 15,0 0-2-15,0 0 2 16,0 0 0-16,0 0 4 16,0 0-4-16,0 0-4 15,-4 0 1-15,-5 0-8 16,1 0-13-16,0 0-17 15,4 0 11-15,0 3 15 0,-1 0 8 16,5-3 7-16,0 0 0 0,0 0 1 16,0 0 4-1,0 0-5-15,0 0-8 16,0 0-17-16,0 0-61 16,0 0 25-16,0 0-19 0</inkml:trace>
  <inkml:trace contextRef="#ctx0" brushRef="#br1" timeOffset="-113144.29">6259 8344 4 0</inkml:trace>
  <inkml:trace contextRef="#ctx0" brushRef="#br1" timeOffset="-112046.18">6259 8344 4 0,'-123'13'24'0,"123"-13"9"0,0 0 5 0,0 0 11 0,0 0 20 16,0 0-27-16,0 0-16 0,0 0-16 15,0 0 3-15,0 0-5 16,0 0-6-16,0 0 7 15,0 0-9-15,0 0 3 16,0 0 1-16,0 0-1 16,0 0 12-16,4 0 4 15,5 0 17-15,7 0 14 0,1 0-33 16,3 0-9-16,-3 0 3 16,-1-4-1-16,4 1 3 15,-3 0 4-15,-1 0-1 16,5-3 3-16,-5 3-13 15,1-3 1-15,-1 2-5 0,-3 1-1 16,3 3 0 0,-4 0-1-16,0 0 0 15,1-2 0 1,3 2 0-16,-3-7 0 16,3 7 3-16,5-3-3 0,-5 0-1 15,5 3-2-15,-1 0-2 16,-4 0-2-16,1 0-8 15,-5 0 5-15,9 0 1 0,-9 0 0 16,1 0 2-16,-1 0-4 16,0 0 1-16,1 0 2 15,-2 0 4-15,6 0 4 0,-9 0-1 16,8 0 1-16,-3 0 0 16,3 0 0-16,5-3-5 15,-9 3 5-15,5 0-13 16,-5 0 9-16,4 0 4 0,-4 0-1 15,1-3 1 1,3 0 0-16,1 0 0 16,-5 3 2-16,1 0-2 15,3 0 0-15,-8-3 1 0,5-3-1 32,-5 6 2-32,0 0-1 0,0 0-1 15,4 0 6-15,0-4-5 16,1 4 4-1,-5 0 5-15,4 0-6 0,-3 0 1 16,3 0-5-16,-4 0 0 16,1 0 2-16,3 0-1 15,-4 0-1-15,5 0 6 0,-5 0 4 16,3 0 4-16,-2 0-2 16,-1 0-8-16,4 0 5 15,1 0-9-15,-1 0 3 16,5 0-1-16,-5 0-1 15,0 0 1-15,1 0-2 16,-1 0 0 0,-3 0 1-16,-1 0-1 15,3 0 0-15,-3 0-1 0,-3 0 3 16,3 0-2 0,0 0 2-16,0 0-2 15,5 0 3-15,-5 0-1 16,4 0 2-16,1 0-1 0,-1 0-3 15,1 0 2-15,-1 0-2 0,0 0 0 16,0 0 0-16,4 0 0 16,-3 0 0-1,-1 0 4-15,9 0-4 0,-9 0 0 16,5 0 0-16,-1 0 0 16,1 0 0-16,-1 0-1 15,-4 0 1-15,4 0 1 0,1-3 0 16,-1 0 1-16,1 0-2 15,-5 3 3-15,5 0-6 32,-5-3 5-32,1 3-2 15,2-3 4-15,-2 0-4 0,3 0 0 0,1 3 0 32,-5 0 0-32,0 0-2 0,1 0 1 15,-5 0-5-15,-4 0-43 16,-4 0-112-16,0 0-84 15</inkml:trace>
  <inkml:trace contextRef="#ctx0" brushRef="#br1" timeOffset="-109948.95">6268 7718 206 0,'0'0'38'0,"0"0"-36"16,0 0 16-16,0 0 34 15,0 0-20-15,0 0-12 16,0 0-3-16,16-24-1 16,-16 24 22-16,4 0 2 0,-4-6-11 15,0 6-3-15,0 0-12 0,0-7-7 16,0 7 1-16,0 0 1 15,0 0 9-15,0 0 3 16,0 0-3-16,0 0-1 16,0 0-11-16,0 0-2 15,0 0 0 1,0 0-3-16,0 0 3 16,0 0 0-16,0 0 10 15,0 0 4-15,0 0-10 16,0 0-4-16,0 0-4 15,0 0 2-15,0 0-3 16,0 0 1-16,0 0 0 16,0 0 1-16,0 0-1 0,0 0 0 15,0 0 0-15,0 0 2 16,0 0-4-16,0 0 1 16,0 0-9-16,0 0 3 15,0 0-7-15,0 0 1 0,0 0 1 16,0 0-1-16,0 0 13 31,0 0 6-31,0 7 1 16,0 5 1-16,4 0-7 0,-4 4 3 15,4 5-2-15,-4 1-2 16,5 3 4-16,-1-1-1 16,-4 4 0-16,8-4 3 15,-4 4-6-15,4-3 2 16,1 0 2-16,-5-4-4 0,4 4 2 15,0-4-2-15,-4 1 0 16,5-4 4-16,-9 1-3 16,8 2-1-16,-4 1 2 0,-4-1-2 15,8 1 3-15,-8 0 1 16,0 0-3-16,5-4 3 31,-5 4-3-31,0-4 1 16,3-3-2-16,-3 1 1 15,4-7 0-15,-4-3 0 0,0 1-1 16,0-2 4 0,0 2-4-16,0-1 0 0,0-3 2 15,0-3-2-15,0 0 0 16,0 0-6-16,0 0-16 0,0 0-47 16,0 0-57-16,0 0-24 15</inkml:trace>
  <inkml:trace contextRef="#ctx0" brushRef="#br1" timeOffset="-109263.98">6292 8193 278 0,'0'0'109'0,"0"0"-104"16,0 0 3-16,0 0 41 31,0 0 17-31,0 0-37 0,0 0-21 0,-16-9 8 16,16 9 3-16,0 0 7 15,0 0-12-15,0 0-8 16,0 0-2-16,0 0 7 16,0 0 13-16,0 6-1 15,0 6 8-15,8 4-6 16,-4-1-10-16,4 1-2 0,1 2-4 15,3 1-6-15,-4-4 6 16,1 4 1-16,-1-7-3 16,0 0 4-16,-4-6-2 15,0 4-6-15,1-7 4 16,-1-1-2-16,0-2 5 16,-4 0-2-1,0 0 3-15,0 0 18 16,0 0 8-16,0 0 5 15,4 0 3-15,-4 0-15 16,0 0-2-16,0 0-9 0,0 0-12 16,0-5-4-16,0-5-2 15,4 1-1 1,0-7 3-16,0 4-3 0,1-3 0 0,-2-7 0 16,5-3 0-16,4 1 1 15,-3-4-1-15,3 0 1 16,-4 1-3-16,1 5 5 15,-1 4-3-15,-4-1 9 16,0 4-3-16,0 6 6 16,-4-1-8-1,0 10-2-15,4-3-3 16,-4 3 1-16,0 0 0 16,0 0 0-16,0 0-7 15,0 0 2-15,0 0-3 16,0 0-14-16,0 0-23 15,0 0-54-15,0 0-60 0,-4 0-105 16,-4 0-258-16</inkml:trace>
  <inkml:trace contextRef="#ctx0" brushRef="#br1" timeOffset="-108531.86">6244 7752 278 0,'0'0'24'16,"0"0"-21"-16,0 0 40 0,0 0 34 15,0 0-28 1,0 0 7-16,0-19-2 0,0 19-11 15,0 0-7-15,0 0-22 16,0 0-14-16,-4 0-11 31,-5 0 11-31,-7 13 9 0,-1 9 22 16,-3 2-22-16,-5 1 3 16,4 0 5-16,5-4-10 15,4 1 3-15,0-7 0 16,4-5 9-16,3-5-11 15,5-1 7-15,-4-4-6 16,4 0-1-16,0 0 0 0,0 0 2 16,0 0-1-16,0 0 14 15,0-13 13-15,9-8-27 16,7 2-1-16,0-2-5 16,0-4-1-16,1 7 4 15,3-4-6-15,-3 6 0 16,-1 4-1-16,-3 6 2 0,-1 0-2 15,-8 6 0-15,0-3 1 0,1 3-2 16,3-4-2 0,-1 4 4-16,6 0 0 0,3 0 5 15,-4 0 0-15,1 0-5 16,-1 0 0-16,1 4-2 31,-5-1-1-31,0 3-3 0,5-3-8 16,-5 0-77-16,-8 1-49 15,0-4-133-15</inkml:trace>
  <inkml:trace contextRef="#ctx0" brushRef="#br1" timeOffset="-106635.08">5357 7934 366 0,'0'0'15'0,"0"0"-4"16,0 0 14-16,0 0 51 15,0 0-22-15,0 0-25 16,-21-24 8-16,9 24-13 16,-1 0 0-16,-7 0 0 15,3 0-13-15,-3 0 10 16,-4 3 13 0,3 6-11-16,-4 3-6 15,1 0-1-15,3 7 5 0,-4 2-10 0,4 4 4 16,10 0 4-1,-6 6-9-15,9-1 2 0,4 4-5 16,4-6-7 0,0-3 1-16,0-3-1 15,17-7-4-15,2-3 2 0,2-3 2 16,0-5 8-16,8-4 3 16,-1 0-6-1,10 0 18-15,-2-22 0 0,9-6 1 16,-3-3-7-16,-10-3-11 15,-7 0 5-15,-5 4-4 0,-12-4 6 32,-3 3 5-32,-5 0-6 15,0 3-7-15,0 7 4 16,0 5-3-16,-9 4-3 0,-7 6-3 16,-1 3 0-1,-7 3-6-15,-4 0-18 0,-6 3-42 16,-7 9-38-16,4 3-39 15,26-11-36-15,2-4-96 0</inkml:trace>
  <inkml:trace contextRef="#ctx0" brushRef="#br1" timeOffset="-106235.13">5222 7728 443 0,'0'0'96'16,"0"0"-92"-16,0 0-4 15,0 0 32-15,0 0 23 16,0 0-16-16,0 0-35 0,4-28-4 16,-4 28 0-16,0 0 8 15,0 0 6-15,0 9 28 16,0 13 32-16,0 8-9 0,0 13-23 15,4 7-13-15,-1 6-5 16,5 2-12-16,0 0 0 16,-3 4-4-16,3-6-6 15,0-10 6-15,-4-6-8 0,-4-6 0 16,4-3 12-16,-4-13-6 16,0-6 1-16,0-2 3 15,5-10-6-15,-5 0 4 16,0 0-4-16,0 0 3 15,4 0-7-15,-4 0-13 16,0-13-68 0,0 1-118-16,0 0-104 15</inkml:trace>
  <inkml:trace contextRef="#ctx0" brushRef="#br1" timeOffset="-105534.03">5484 8171 350 0,'0'0'127'0,"0"0"-122"15,0 0-2-15,0 0 33 16,0 0-5-16,0 0-19 15,-25 28-5-15,9-16 8 16,3 4 41 0,1-1-13-16,0 4-23 15,7-1-3-15,1 1-2 16,4 3 11-16,0-4-13 16,0 1-4-16,0-7-2 15,9-3-7-15,3-3 0 16,4-6 14-16,1 0-1 15,4 0 11-15,-5-3 21 0,9-15-30 16,-9-4-4-16,0-2-2 16,-4-7 3-16,-7 3 15 15,-5 0 1-15,0 4 7 16,0 2-1-16,0 3 7 16,-9 10-13-16,-3 3-19 0,0 6-9 15,-8 0-10 1,-1 0-56-16,-4 0-91 15,17 9-48-15,0-3-185 16</inkml:trace>
  <inkml:trace contextRef="#ctx0" brushRef="#br1" timeOffset="-104166.63">5672 8202 299 0,'0'0'97'0,"0"0"-97"15,0 0 0-15,0 0 41 16,0 0-20-16,0 0-10 16,0-3 2-16,0 3-2 15,0 0 14 1,0 0 29-16,0 0-7 16,0 0-12-16,0 0-9 15,0 0-3-15,0 0-1 16,0 0-14-16,0 0 1 0,0 0-5 15,0 0 2-15,0 0 7 16,0 0-4-16,0 0 0 16,0 0 2-16,0 0-4 15,0 0 4-15,0 0-4 0,0 0-5 16,0 0 1-16,0 0-2 16,0 0-1-16,0 0 1 15,0 0 0-15,0 0 2 16,0 0-3-16,0 0 0 15,0 0-1-15,0 0 0 0,0 0 0 16,0 0 1-16,0 0-1 16,0 0 1-16,0 0 3 15,0 0-3-15,0 0 4 16,0 0-3-16,0 0-1 16,0 3 5-16,4 1-3 15,-4-4-1-15,0 2 1 16,0-2-2-1,0 3 4-15,4-3-4 16,-4 0 0-16,0 0 4 16,5 0-4-16,-5 0 5 15,0 4-5-15,0-4 0 0,0 0 4 16,0 3-3-16,0-3-1 16,0 0 2-16,0 0-2 0,0 0 2 15,0 0-2-15,0 0 0 16,0 0 0-16,0 3 3 15,0 0-2-15,4 3 7 16,-4 3-4-16,4 3 4 16,0 4-3-16,0 3-3 15,4 5 4 1,1 4-5-16,-1-1 1 16,-4 1 8-16,8 3-6 15,-7-3 6-15,7 0-5 0,-8-1-2 16,0-5 6-1,0-4-6-15,-4-2 3 16,5-4 0-16,-1-5-3 16,-4-1 4-16,4-6-4 0,-4 2-3 0,0-2 1 15,0 0 0-15,0 0-1 16,0 0 6-16,0 0-5 16,4 0-1-16,-4 0-55 15,4-15-45-15,-4 3-86 16,4 0-165-16</inkml:trace>
  <inkml:trace contextRef="#ctx0" brushRef="#br1" timeOffset="-103142.53">5701 8236 295 0,'0'0'96'0,"0"0"-88"15,0 0 9-15,0 0 99 16,0 0-29-16,0 0-49 0,0 0-3 31,-12-3 4-31,12 3-4 16,0 0-1-16,0-3-13 15,0 3-19-15,0 0-2 16,4-6 0-16,12 0 9 0,9-1-1 16,0 2-6-16,0 5-2 15,-5 0 0-15,0 0-3 16,-3 0 2-16,-9 0-8 15,0 9 3-15,-8 3 6 16,0 0 2-16,0 0 2 16,0 7 10-16,-12-3-2 0,-17 2 10 15,1-2 3-15,-5-1-13 16,4-6 8-16,4-3-8 16,9-3-2-16,7 1-4 0,9-4-6 15,0 0-3 1,0 0-75-16,4 0-75 0,9-7-44 15,-1 4-95 1</inkml:trace>
  <inkml:trace contextRef="#ctx0" brushRef="#br1" timeOffset="-72408.79">6662 7999 11 0,'0'0'103'0,"0"0"-91"16,0 0-12-16,0 0 15 15,0 0 35-15,0 0-17 0,0 0-16 16,-8-9-7-16,8 5 0 16,0 4 7-1,0 0 1-15,0 0 0 0,0 0 8 16,0 0 3-16,0 0-8 15,0 0-4-15,0 0-6 16,0 0-11-16,0 0 4 0,0-3 20 16,0 3-11-16,0-2 3 15,0 2-16-15,0 0 0 16,0 0-4-16,0 0-4 16,0 0-43-16,0 0 27 15,0 0-13-15,0 0-11 16,0 0 9-1,0 0-3-15,0 0-33 16</inkml:trace>
  <inkml:trace contextRef="#ctx0" brushRef="#br2" timeOffset="-53663.83">6625 8135 61 0,'0'0'20'16,"0"0"-6"-16,0 0 4 15,0 0-2-15,0 0-7 0,0 0 1 16,0 0 5-16,0 0-2 16,0 0-1-16,0 0-3 15,0 0 0-15,0 0 1 16,0 0-5-16,0 0-4 15,0 0 2-15,0 0-3 16,0 0-2-16,0 0-1 0,0 0-4 16,0 0-3-16,0 0-2 15,0 0 2-15,0 0-1 0,0 0-11 16,0 0 0-16,0 0 6 16,0 0 3-1,0 0 1-15,0 0 3 16,0 0 7-16,0 0 1 15,0 0 1-15,0 0-1 16,0 0-2-16,0 0 3 16,0 0 0-16,0 0 0 15,0 0 0-15,0 0 1 16,0 0-1-16,0 0 0 16,0 0 7-16,0 0 3 15,0 0 1-15,0 0 3 0,0 0 0 16,0 0 6-16,0 0 0 15,0 0 1-15,0 0 1 16,0 0-3-16,0 0 5 16,0 0-9-16,0 0-5 0,0 0 3 15,0 0 1-15,0 0 5 32,0 0-3-32,0 0 3 15,0 0 4-15,0 0 0 16,0 0 3-16,0 0 26 0,0 0-16 15,0 0-2-15,0 0-8 16,0 0-11-16,0 0-4 16,0 0-8-16,0 0 5 15,0 0 9-15,0 0-3 0,0 0-3 16,0 0-6-16,0 0-1 16,0 0 2-16,8 0 6 15,9 0 8-15,-5 0 2 16,5 0-17-16,7 0 2 15,0 0 2 1,5 0-3-16,0 0 4 16,0 0-7-16,3 0 2 15,6 0 1-15,-5 0-3 16,8 0 1-16,-9 0-4 16,1 0 0-16,4 9 3 15,-4 0-3-15,3-3 0 16,6 6 0-16,3-2 3 0,-3 2-3 15,6 1 0-15,-2-1 2 16,3 0 0-16,-4 0-2 16,9-3 1-16,-1 7 7 0,-4-4-6 15,9 4 5-15,-14 2 0 16,14 1-1-16,-4-1-4 16,3 4 2-16,1 6 1 15,-5-4-3-15,4 4-1 0,-3-4 1 31,-6 1-2-31,2-3 0 16,0 0 3-16,2-4-3 16,-2 1 1-16,4 2 6 0,-2-3-5 15,2 1-2-15,0-3 1 16,-6-1 0-16,2 3 0 16,-4-2-2-16,-2 2 2 15,1 1 3-15,5-1-3 0,-1-2 1 16,4 5 0-16,-3-5 0 15,3 2 0-15,-8-2-2 16,5-1 0-16,-6 4 6 16,2-1-6-16,-1-3 1 15,-4-3-1-15,0 1 0 0,0-1 1 16,1-2 1 0,-2 2-2-16,1-6 3 0,5 7-1 15,-6-4-2-15,5 3 0 16,1-6 1-16,3 3 0 15,-4 4 4-15,0-4-1 16,4 0 5 0,-3 0-8-16,-5 4 6 15,0-7-3-15,0 3-2 0,0-2 2 16,0-2-1-16,0-1-2 16,0 2 4-16,4-3-4 15,1 0 1-15,-2 3 0 16,-2-3-2-16,-1-3 6 15,3 6-5-15,-2-6 1 16,-1 4 11-16,0-1-7 0,4 2 1 16,-4 2-4-16,5-4 2 15,-2 3-1-15,-3 3 3 16,5-6-3-16,-2 4 6 16,2-1-10-16,-1-3 4 15,-4 0 0-15,4-3 1 0,-8 0 1 31,1 0-5-31,-2 0 0 16,1 0 4-16,4 0-5 16,-4 0 2-16,8 0 4 15,0 0-4-15,5 0 5 16,3-6-3-16,5 3 0 16,3 0-1-16,-8-4-3 0,1 4-2 15,3-3 2-15,-12 3 0 0,9-6 3 16,-1 6-3-16,1-3 0 15,3 0 2-15,0-1-1 16,1-2-1-16,-1 3 0 16,-3 3 1-16,0 0 0 15,-2 0-1-15,-2 3 0 16,-1-4-2-16,0 4 3 0,1 0-1 16,3 0 1-16,-4 0 0 31,1 0 0-31,2 0-1 0,-2 0 1 0,4 0-1 15,-6 0 0 1,-2 4-1 0,-1-1 1-16,4 0 1 0,5-3 1 15,-1 3-2-15,0 0 0 16,5 0-2-16,4 3 2 16,-5-3 0-16,-4-3 0 15,0 3 0-15,1 1 0 16,0-4 0-16,-2 0 0 0,2 3-2 15,0-3 2-15,-6 0 0 16,6 3 0-16,-8-1 0 16,2-2 0-16,2 7 0 15,-5-4 0-15,-4 3-1 0,-4 1 1 16,-4 1 0-16,0 2-1 16,-1 2 2-16,5-3 0 31,5 4-1-31,-1-1 0 15,-5 3 0-15,5-2 0 0,1 2 0 16,-2 4 1-16,6-4 0 16,-5 1 2-16,0 2-2 15,4-3-1-15,-4 4 5 16,5-3-5-16,-2 2 0 16,1 0 2-16,1-2-2 0,2-1 0 15,-2 4 0-15,-1-7 0 16,0 6 2-16,0-5-2 0,5 5 0 15,-5 1-3-15,4-4 3 16,-3 4 4-16,-5-1-4 16,3-2-1-16,-2 2 0 0,3 0 1 15,-5-2 0 1,6-1 1-16,4 1 0 16,-6-1 2-16,1-3-3 15,5 7 0 1,-6 0 5-16,6-1-4 15,0 4-1-15,-2-1 3 16,2 4-2-16,-5-3 1 16,1 2-2-16,-2 4 0 0,2 0 0 15,-5 6 3-15,4-6-3 16,4 2 1-16,5-2 0 16,-1 0 0-16,0-1-1 15,-3-2 2-15,-1 0-2 16,0-7 0-16,0 3 0 15,0-2 1-15,5 0 0 0,-5-1 0 16,4-3 2-16,5 1-3 16,-13-1 2-16,0 1-2 15,1-1 1-15,-2-2 4 16,-3-1-3-16,1 3 4 0,-5-2-3 16,7-4-2-16,-6 0 3 31,-1 0-3-31,0 4 1 0,-1-1 2 15,1-3-4-15,-3-3 4 16,-1 4-4 0,-10-1 1-16,2-3 2 0,0 0-3 15,4 1 1-15,0-2 7 16,-1 2-7-16,1 2 5 16,4-3-2-16,-4 0-3 0,0 4 3 15,-1-8-4-15,5 5 0 16,-4-4 3-16,-5 3-3 15,1-6 3-15,-8 0-2 16,2 0-1-16,2 0 1 16,0 0-1-16,4 0 0 15,-1 3 0-15,1 1 0 0,-4-4 0 16,3 5 0-16,-8-5 0 16,1 3 0-16,-9-3 0 15,-8 0 0-15,0 0 4 16,0 0-4-16,0 0 3 0,0 0-3 15,0 0-17 1,0 0-19-16,-8-8-49 16,-17-8-21-16,-4 1 33 15,1-4 25-15,-5 1 24 16,4-4 20 0,-4 0-3-16,5 7 7 0,3 0 0 15,0 2 1-15,1-2 7 16,3-1 5-16,0 7-11 0,9-3 15 15,0 6 6-15,4-1 16 16,0 1 2-16,0 3 4 16,8 0-2-16,0 0-10 15,0 0-8-15,0 3-1 16,0 0-8-16,0 0 4 16,0 0-10-16,0 0-8 15,0 0-2 1,0 0-1-16,0 0 1 0,4 0 5 15,12 0 1 1,0 6 10-16,9 6-7 0,4-2 0 16,0-1 4-16,8 3-3 15,7-3-1-15,2 4-1 16,-1-1-4-16,-5 1-1 16,-2-1-2-16,-5 0-1 0,-13 0 2 15,-7-5-1-15,-9-1-2 16,-4 0 1-16,0 0-2 15,0-6 0-15,0 3 0 16,0 0-2-16,0-3 2 16,0 7-6-16,0 2 8 15,-12 3 2 1,-9 7 0-16,-4-7 2 16,0 4-4-16,-8-1 0 15,-7 3 0-15,3 1 1 16,-1-7 1-16,1 0 1 15,9-2-1-15,4-1 6 0,7 0-6 16,5-6 0-16,3-3 1 16,5 0-3-16,4 0 0 0,0 3 0 15,0-3-3 1,0 0-1-16,0 0-16 0,0 0-1 16,0 0-6-16,0 3-20 15,4 0-5-15,9 0-86 16,-9-3-131-16,-4 0-385 15</inkml:trace>
  <inkml:trace contextRef="#ctx0" brushRef="#br3" timeOffset="-46307.22">18973 10268 396 0,'0'0'109'0,"0"0"-99"16,0 0 5-16,0 0 70 16,0 0-26-16,0 0-48 15,0 0-5-15,4-35-2 16,-4 35 17-16,-4 0 43 15,-4 0-27-15,-5 0-16 16,-7 0-17 0,-5 0-2-16,-3 4 3 15,-9 11 7-15,-9 7 2 16,5 5 14-16,-3 7 4 16,2 3-1-16,5 3 4 15,9 3-6-15,3 7-10 0,17-1-5 16,4 1 1-16,4 5-9 15,4-9-6-15,21-5-25 16,11-5 25-16,5-11 8 16,9-10-8-16,3-5 0 0,5-10 0 15,4 0 15-15,-1-19-2 16,1-15 3-16,-1-3-14 16,-4-9 4-16,-11 0 4 15,-10 0-1 1,-15-1 3-16,-9 7 9 15,-12 0-9-15,0 9 0 16,-4 0-10-16,-37 13 3 16,-4 3 19-16,-13 8-17 15,-11 7-7-15,-1 0-5 16,1 0-27-16,7 4-10 16,8 8-45-16,22-6-40 0,32-3-58 15,0-3-202-15</inkml:trace>
  <inkml:trace contextRef="#ctx0" brushRef="#br3" timeOffset="-45957.98">19006 10027 721 0,'0'0'127'16,"0"0"-127"-16,0 0 3 15,0 0 33-15,0 0 3 16,0 0-36-16,8 25 6 0,-8 24 30 16,5 16-12-16,-1 2-1 15,8 14-4-15,-5 2-3 16,6-3-7-16,-1-3-8 16,-4-6 3-16,1-3-7 15,-5-10 3-15,0-8-3 16,-4-13 9-16,0-13 0 15,0-5-8-15,0-10 3 0,0-6-4 16,0-3 0-16,0 0-12 16,0 0-83-16,8 0-103 15,-4-3 2-15,0-9-219 16</inkml:trace>
  <inkml:trace contextRef="#ctx0" brushRef="#br3" timeOffset="-45372.78">19375 10755 348 0,'0'0'137'16,"0"0"-101"-16,0 0 81 0,0 0 18 15,0 0-36-15,0 0-24 16,4 3-15-16,-8 9-34 0,-17 10-21 16,-2 3 0-16,2 5 6 15,4 1 2-15,5 0-3 16,8-4-10-16,4-2-2 31,0-3 1-31,0-10-1 16,12-3-3-16,9 1 3 15,-4-10 2-15,2 0 11 16,10-7-2-16,-4-17-2 0,0-4-3 16,-9-3-2-16,1 3 3 15,-13 4-1-15,-4-1-4 16,0 7-1-16,-8 6-14 15,-17-1-31-15,-4 7-34 0,-4 6-62 16,4 0-42-16,22 0-30 16,3 0-79-16</inkml:trace>
  <inkml:trace contextRef="#ctx0" brushRef="#br3" timeOffset="-45072.04">19610 10721 667 0,'0'0'270'16,"0"0"-270"-16,0 0-14 15,0 0 14 1,0 0 30-16,0 0-20 16,8 104 1-16,-8-64 3 15,0 0 4-15,0-2-7 16,7-5-5-16,2-5-3 0,-5-3-1 15,-4-7-2-15,4-2 1 16,-4-10-1-16,4-3 0 16,0 0-10-16,-4-3-52 15,4 0-31-15,0 0-24 0,0-9-3 16,1 0-160-16,-5 3-67 16</inkml:trace>
  <inkml:trace contextRef="#ctx0" brushRef="#br3" timeOffset="-44500.2">19642 10884 645 0,'0'0'64'0,"0"0"-60"16,0 0 72-16,0 0-3 15,0 0-63-15,0 0-10 16,0 0-2-16,91-40 1 15,-55 40 2-15,5 0-2 16,-4 0 0-16,1 0 0 16,-10 0-4-16,-4 13 2 0,-11-1-9 0,-9 3 1 15,-4 4 11-15,-8-1 21 16,-29 1 7-16,-8-4-8 31,-13 4-4-31,1-7-7 16,4-3 1-16,11-6 1 15,13-3-6-15,18 0-5 0,11 0-39 16,0 0-81-16,0 0-91 16,20 0-109-16</inkml:trace>
  <inkml:trace contextRef="#ctx0" brushRef="#br3" timeOffset="-44036.44">20122 10576 851 0,'0'0'91'0,"0"0"-89"0,0 0 57 31,0 0 6-31,0 0-57 0,0 0-6 0,9-50-2 16,24 45 3-16,15-5-2 15,6 1 2-15,4 0-1 16,-1 2 1-16,-12 1-3 0,-3 6-1 16,-14 0-31-16,-16 0-37 31,-4 0-46-31,-8 0-160 0</inkml:trace>
  <inkml:trace contextRef="#ctx0" brushRef="#br3" timeOffset="-43793.78">20081 10739 922 0,'0'0'74'0,"0"0"-74"0,0 0 0 0,0 0 25 15,0 0 28 1,0 0-25-16,87 16-10 16,-34-25-4-16,13-1-13 15,-1-2 5-15,1 3-4 0,-8 2-2 16,-14 4 0-16,-15 3-9 16,-12 0-47-1,-13 0-54-15,-4 0-46 16,-4 0-157-16</inkml:trace>
  <inkml:trace contextRef="#ctx0" brushRef="#br3" timeOffset="-41028.75">21403 10132 494 0,'0'0'45'0,"0"0"-32"16,0 0-13-16,0 0 92 15,0 0-50-15,0 0-32 16,0 0-5-16,4-43 13 16,-4 40 9-16,0 0 6 15,0 3-4-15,0 0-13 0,0 0-3 16,0 0 0-16,0 0-1 15,0 0-1-15,0 0-9 16,0 0 9-16,0 0-11 16,0 6 1-16,0 12 6 15,0 13 28-15,0 9 5 0,-8 3-21 32,-5 7-6-32,9-1-1 15,4-6-3-15,0 0-7 16,0-6 0-16,0-6-2 15,0-6-2-15,9-3 2 0,3-4-3 16,9-6 0-16,-5-6 3 16,9-6 4-16,8 0 7 15,7 0-3-15,10-3 0 0,4-12-2 16,3-7-4-16,-8 4-1 16,-3-4-1-16,-10 4-26 15,-11-1-34-15,-5 4-45 16,-16-4-36-16,-4 13-110 15</inkml:trace>
  <inkml:trace contextRef="#ctx0" brushRef="#br3" timeOffset="-40801.86">21374 10098 615 0,'0'0'246'0,"0"0"-246"16,0 0 21-16,0 0-20 16,0 0 48-16,0 0-35 15,58-52-2-15,-8 49 2 0,2-1-6 16,-2 4-6 0,-5 0-2-16,-13 0-7 0,-11 0-69 15,-13 16-63-15,-8-7-71 0,0 3-148 0</inkml:trace>
  <inkml:trace contextRef="#ctx0" brushRef="#br3" timeOffset="-40422.12">21354 10342 598 0,'0'0'7'0,"0"0"-7"0,0 0 0 15,0 0 40-15,0 0 32 16,0 0-29-16,144 12-20 15,-79-27-14-15,-3-4-9 16,-1 7-8-16,-3-4 5 16,-12 10-22-16,-6 0-66 15,-15 3-40-15,-1 0-83 0,-11 3 110 16,-1 0 54-16,-8 0 50 16,1-3 3-16,-5 3 54 15,0 0 50-15,0 0 44 0,0 0-51 16,0 3-54-1,4 19 19-15,4 8-11 0,-4 10-9 16,4 6-24-16,-4 7 14 16,1 6-16-16,-5 5-10 0,0-5-6 15,3-1-2-15,1-12 1 16,0-8-2-16,0-10 0 16,0-10-2-16,0-9-38 15,0-9-64-15,-4 0-53 16,0 0-139-1</inkml:trace>
  <inkml:trace contextRef="#ctx0" brushRef="#br3" timeOffset="-40139.2">21859 10425 672 0,'0'0'145'0,"0"0"-145"16,0 0-47-16,0 0 47 15,0 0 20 1,0 0-14-16,135-28 3 0,-98 43-6 16,-8 1-3-16,-12-1 6 15,-13 1-4-15,-4 2 5 16,0-2 40 0,-33 2-4-16,-8 0-20 15,-1-2-23-15,10-7 0 0,3 1-4 16,13-7-28-1,7-3-63-15,9 0-86 16,0 0-54-16,0 0-6 0</inkml:trace>
  <inkml:trace contextRef="#ctx0" brushRef="#br3" timeOffset="-39771.99">22167 10567 286 0,'0'0'144'0,"0"0"-96"0,0 0 33 15,0 0 27 1,0 0-29-16,0 0-8 0,66-19 8 0,-42 4-34 16,5-7-32-16,-5 1-8 15,-3-4 1 1,-8 6-4-16,-5 1 4 0,-8 2-1 16,0 4 3-16,0 6 0 15,-8 0 3-15,-9 6-2 16,-12 0-9-1,4 0-13-15,-4 18 12 16,-3 4-2-16,3 5 3 16,4 4 0-16,5 0-3 15,16-3 3 1,4-6-7-16,0-1 2 0,4-2 1 0,25-7-15 16,4-6-15-16,4-6 7 15,7 0-12-15,-2-6-36 16,7-9-16-16,0-7-74 15,-37 9-83-15</inkml:trace>
  <inkml:trace contextRef="#ctx0" brushRef="#br3" timeOffset="-39099.32">22668 10344 571 0,'0'0'74'0,"0"0"-68"16,0 0-1-16,0 0 63 15,0 0-34-15,0 0-14 16,-132 121 8-16,112-93 5 16,4-4-20-16,11-5 0 15,5-10-13-15,0-3-4 0,0-6 2 16,13 0 2-16,19-6 9 16,1-15-8-16,8-10-1 15,1 3-29-15,-10 0-45 16,-8 6 46-16,-7 7 12 0,-13 12 16 15,-4 3 23-15,0 0 31 16,0 3 7 0,0 22-45-1,-16-4-5-15,11 10 4 0,1-9-3 16,4 0-10-16,0-10-2 16,0-6-2-16,0-6-5 15,9 0 7-15,7 0 18 16,9-22 4-16,4-9-22 0,0-2-16 15,-5-10-29-15,-4-4-20 16,-3-5 2-16,-1-3-28 16,-7 2-29-16,3 4-8 15,-4 14 71-15,-8 17 57 16,0 12 47-16,0 6 75 16,0 0 12-16,0 6-67 15,0 28-49 1,0 9 47-16,0 10-23 0,0-1-23 15,0 4-1-15,0-10-8 16,0-6-2 0,0-6 10-16,0-13 8 15,0-8-5-15,0-7 7 0,0-6-5 16,9 0-2-16,3 0-5 16,5-19 33-16,6-8-30 0,6-11-14 15,0-5-4-15,0 3 1 16,-4 0-2-16,-1 6-5 15,-4 13-7-15,-7 12-3 16,-9 2-19-16,-4 7-44 16,0 0-43-16,-8 25-69 0,-5-6 64 15,-3 2-220-15</inkml:trace>
  <inkml:trace contextRef="#ctx0" brushRef="#br3" timeOffset="-38953.32">23033 10425 235 0,'0'0'224'0,"0"0"-99"0,0 0-11 31,0 0 4-31,0 0-36 16,0 0-8-16,106 71-31 16,-77-68-11-16,0 0-15 0,-4 0-14 15,-4 0-3-15,-9 0-8 16,-9-3-101-16,-3 0-99 16,0 0-250-16</inkml:trace>
  <inkml:trace contextRef="#ctx0" brushRef="#br3" timeOffset="-35137.36">23653 10086 78 0,'0'0'368'0,"0"0"-368"0,0 0 6 15,0 0 41-15,0 0 9 16,127-34-33-16,-90 34 3 0,4 0 11 16,-8 0-24-1,-4 0-13-15,-13 15 0 0,-8 10 0 16,-8 6 14-16,0 9 53 15,0 9-15-15,-16 4-20 16,-5-1-11-16,1-3-4 16,3-3 8-1,5-8-14-15,3-11-1 16,1-5 0-16,4-13 1 0,1-6 6 16,3 0-4-1,0-3 1-15,0 0 16 0,0 0 15 16,0 0 10-16,0-15-3 15,0-10-45-15,0-9-7 16,7 0-3-16,10-9-1 0,3-6 4 16,9-9 1-16,0-8-1 15,4 5-9-15,-5 6 2 16,-3 12 6 0,-4 15 0-16,-9 9 1 0,-4 10 1 15,-8 3 2-15,0 6-2 16,0 0-1-1,0 0 1-15,0 0-4 16,0 18-3-16,0 22 6 16,0 12 6-16,0 7-3 15,0 3-3-15,0-4 1 16,0-5 0-16,0-10-2 16,13-9 0-16,3-10-3 15,5-2 2-15,-1-10-14 0,-4 1-51 16,1-10-49-16,7-3-80 0,-19 0-37 15,-1 0-163 1</inkml:trace>
  <inkml:trace contextRef="#ctx0" brushRef="#br3" timeOffset="-34902.72">24276 10348 100 0,'0'0'649'16,"0"0"-540"-16,0 0-91 15,0 0 91-15,0 0-37 16,0 0-41-16,0 0-30 15,9 24 23-15,-9 10 0 16,0 10-14-16,0-4-6 16,4 3-2-1,4-7-2-15,-4-1 1 16,4-8-1-16,1-5-2 16,-5-10 0-16,4-6-19 15,-4-6-36-15,4 0-46 16,1-12-91-16,-9-7-30 15,0-2-296-15</inkml:trace>
  <inkml:trace contextRef="#ctx0" brushRef="#br3" timeOffset="-34637.02">24285 10233 772 0,'0'0'124'0,"0"0"-102"16,0 0 85-16,0 0-28 15,0 0-71-15,0 0-8 16,-9-48-15-1,38 48 15-15,8 5 7 16,9 8-7-16,-2 2 1 16,-2 4-2-16,-1-4 1 15,-16 1-3-15,-9-1-4 16,-12 1-2-16,-4-4 9 16,0 3 1-16,-4 1-1 15,-25-4-2-15,-8 3-7 0,-4-5-9 16,-4 2-22-16,-4 0-68 15,32-9-142-15,1-3-135 16</inkml:trace>
  <inkml:trace contextRef="#ctx0" brushRef="#br3" timeOffset="-33263.11">21588 10903 148 0,'0'0'3'0,"0"0"-3"15,0 0 0-15,0 0 15 16,-115 2 6-16,99-2 1 0,-1 0 17 16,5 0 22-16,-1 0 42 15,5 0-25-15,4 0-16 0,0 4-17 16,-4-1-17 0,-1 0-13-16,-3 3-3 15,1-3 4-15,-2-3 25 16,5 6 13-1,0-6-5-15,3 0 0 0,1 0-6 16,4 3-10 0,0-3-7-16,0 0-12 15,0 0-1-15,0 0 2 0,0 0-2 16,0 0-13-16,0 0 3 16,13 0 0-16,16 0 34 15,3 0-6-15,17-3 0 0,5-6-1 31,15 0-17-31,6 0-2 0,2 2-4 16,6-2-2-16,-1 3 0 16,7 0-4-16,11 0 0 15,2-1 3-15,4-2-4 16,-6 3-1-16,-2-3 1 16,4 3 0-16,-4-1-2 15,6-1 1-15,-10 1 1 16,-4 1-1-16,-8-4 1 0,-4 8 0 15,-4-4 0-15,0-4 0 16,0 4-1-16,4-3 2 16,-4-1-1-16,12 1 4 15,1 0-4-15,-2 0 0 0,5 0 0 16,1 2 0-16,-5 4 0 16,-7 0-2-16,-6 0-1 15,-7 0 3-15,-13-3-2 0,-3 0 1 16,-13 0 1-16,-4 6 0 31,-9-7 2-31,-8 4-2 16,-12 0 0-16,5 3 6 15,-9 0-2-15,0 0 2 16,4 0-6-16,-4 0 0 16,0 0-1-16,0 0-5 15,0 0 1-15,0 0-1 16,0 0-6-16,0 0-13 0,0 0-12 15,-4 0-18-15,-21 0-5 16,8 0-100-16,-2 3-143 16</inkml:trace>
  <inkml:trace contextRef="#ctx0" brushRef="#br3" timeOffset="-32491.27">23045 11057 241 0,'0'0'186'16,"0"0"-117"-16,0 0 37 15,0 0 21-15,0 0-36 16,0 0-28 0,0 0-6-16,-12-3-11 15,12-7 1-15,12 1-6 16,5 0-23-16,12 0-3 16,7-4-3-16,9 4 6 15,5 3 0-15,3 3-10 16,-8 3-2-16,-8 0-6 15,-8 0-3-15,-16 3-1 0,-6 9-3 16,-7 4-4-16,0 5 11 0,0 7 3 16,-28 6 1-16,-5 3-4 15,-12 0-4-15,-4-3 0 16,-1-3 3-16,-3-3 2 16,4-7 1-16,12-6 0 15,8-2 0 1,16-7 10-16,9-3-6 15,4 0-6-15,0-3-2 16,0 0-7-16,0 0 2 16,17 0 7-16,20 0 0 15,12 0 12-15,13-6 1 16,12-4-7-16,4-2-2 16,-1 0-2-16,6 6 4 0,-10 0 6 15,-15 6-2-15,-17 0 2 16,-13 0-12-16,-19 0-2 15,-5 0 1-15,-4 0 1 16,0 0-3-16,-28 0-10 0,7 0-114 16,-4 0-320-16</inkml:trace>
  <inkml:trace contextRef="#ctx0" brushRef="#br1" timeOffset="-18991.33">7741 10915 21 0,'0'0'90'0,"0"0"-90"16,0 0-5-16,0 0-20 16,0 0-24-16</inkml:trace>
  <inkml:trace contextRef="#ctx0" brushRef="#br1" timeOffset="-17423.43">7914 9978 72 0,'0'0'168'0,"0"0"-130"16,0 0-33-16,0 0 11 15,0 0 44-15,0 0-23 0,0 0-6 32,0 0 5-32,0 0-10 15,0 0 5-15,0 0 12 0,0 0-1 16,0 0-12-16,0 0-14 15,0 0-5-15,0 0-2 16,0 0-2-16,0 0 0 16,0 0-3-16,0 0-4 0,0 0 1 15,0 0 2-15,0 0-1 0,0 0 13 16,0 0 0 0,0 0-6-16,0 0 6 0,0 0-1 15,4 0-2-15,-4 0-4 16,0 3-2-16,4-3-2 15,-4 0-2-15,0 0-1 16,4 6-1-16,-4-6-1 16,0 0 1-16,0 0-2 15,0 0-13-15,5 3-21 16,-1 0-22-16,0-3 7 0,-4 7-8 16,0-7-36-16,8 3-51 31,-8-3 45-31,0 0-10 15</inkml:trace>
  <inkml:trace contextRef="#ctx0" brushRef="#br1" timeOffset="-16056.15">7852 10119 100 0,'0'0'208'15,"0"0"-174"-15,0 0-31 16,0 0 4-16,0 0 13 16,0 0 24-16,4-12-18 0,0 12 6 31,-4 0-1-31,4 0-8 0,-4 0 1 15,0 0-5 1,4 0-4-16,-4 0-2 16,5 0 0-16,3-3-6 0,-4 3-5 15,0 0 3-15,9 0-3 16,-9 0 0-16,0 0-1 16,8 0 0-16,-8 0-1 0,5 0 1 15,-1 0 0-15,0 0 0 16,-4 0 3-16,0 0 2 15,1 0 7 1,3 0-1-16,-4 0-6 16,4 0 4-16,1 0-6 15,2-3 5-15,1 3 1 16,5-3-3-16,4 0 9 16,-1 3-7-16,5 0-4 0,0-3 0 15,-1 3-1 1,4-3 1-16,6-3-2 0,-1 2 7 15,0 1-1-15,7-3 3 16,6 3-7-16,-1-6 2 16,4 6-4-16,4 3-2 0,-3-3 2 15,-2 3-3-15,2 0 2 16,-4 0-2-16,-10 0 1 16,1 0 0-16,-4 0-1 15,0 0 0-15,-1 0 3 16,1 0-3-16,-4 0 1 15,4 0 0 1,0 0-1-16,-5 0 0 16,5 0 0-16,0 0 0 15,0 0 0-15,4 0 0 16,-4 0 1-16,4-6-1 0,-4 3 1 16,-4-1-2-1,-1 4 1-15,-8-3 0 0,-3 3 1 16,0-3 0-16,-5 3-2 15,0 0 1-15,1 0 0 0,-1 0 1 16,1 0-1 0,-9 0 0-16,7 0 0 0,-3 0-1 15,5 0 1-15,-1 0 1 16,5 0-1-16,-5 0 0 16,0 0 2-16,1 0-2 0,3 0 0 15,1 0 2-15,7 0 0 16,1 0-2-16,3 0 0 15,1 0 0-15,0 0 0 32,-1 0 0-32,5-2 0 0,0-5 0 0,-4 1 0 31,-8 3 0-31,0 3 0 0,-10 0-1 16,-3 0 0-16,1 0 1 15,-9-3 1-15,4 3-1 16,-4 0 0-16,4 0-1 15,4 0-1-15,-8 0 1 0,4 0-1 16,0 0 1-16,-4 0-1 16,5 0-3-16,-1 0 4 15,0 0-8-15,-4 0-23 0,0 0-27 16,0 0-1 0,4 0 10-16,0 0-16 0,0 0-41 15,-4 0-12-15,0 0-37 16</inkml:trace>
  <inkml:trace contextRef="#ctx0" brushRef="#br1" timeOffset="-15233.46">9721 10526 213 0,'0'0'213'0,"0"0"-209"16,0 0 3-16,0 0 23 15,0 0 46-15,0 0-53 16,0 0-5-16,98-9 9 0,-65 3-9 15,-1 6-5-15,5-6 4 16,-4 6-3-16,9-3-3 16,-6 0 6-16,1 3-5 15,0-3-4-15,-8 0-4 16,-12 3-1-16,-5 0-2 16,-4 0-1-16,-8 0 0 0,0 0 4 0,0 0 5 15,0 0-3 1,0 0-6-16,0 0-2 15,0 0-15-15,3 0-20 16,-3 0-20-16,5 0-23 0,-5-3-79 16,0 3-49-1</inkml:trace>
  <inkml:trace contextRef="#ctx0" brushRef="#br1" timeOffset="-14367.61">10360 10086 89 0,'0'0'155'0,"0"0"-142"15,0 0-11-15,0 0 86 16,0 0-17-16,0 0-30 15,0 0-25-15,-4-12 12 16,4 8 16-16,0 1-8 0,0-3-1 16,0 0-8-16,0 0-16 15,0 0 20-15,0 2-14 16,0-4 0-16,0 4 7 0,0 1-11 16,0 0 4-16,0 3 12 15,0 0-8-15,0 0 0 16,0 0-5-16,0 0-4 15,0 0-1-15,0 0-6 0,0 0-1 16,0 0-1 0,0 0-3-16,0 0 4 0,0 0-3 15,0 0 0-15,0 6 1 16,0 10 6-16,9 2 0 16,-5 0 2-16,0 4-6 15,0 3 0-15,0 3-2 16,0 3-1-16,0 2 0 0,0-2 0 31,-4 6-1-31,0-9 1 16,0-3 1-16,0-4-1 15,0 1 1-15,0-7-1 16,0-2 0-16,0-4-1 0,0-3 0 16,0 0 0-16,0 0 0 15,0-3 0-15,0 0-13 16,0 0-29-16,0-3-28 0,0 4-25 15,0-4 1-15,0 0-34 16,0 0-49-16,0 0 1 16</inkml:trace>
  <inkml:trace contextRef="#ctx0" brushRef="#br1" timeOffset="-13943.9">10233 10388 248 0,'0'0'159'0,"0"0"-137"16,0 0 26-1,0 0 78-15,0 0-48 0,0 0-43 16,0 0-14-16,-16-25 2 0,16 25-3 16,0 0 12-16,0 0-5 15,0 0-10-15,0 0-7 16,0 0-4-1,0 0-2-15,0 0 11 16,16 6 13-16,1 7 0 16,3 2-11-16,5 3-4 15,-1-2-8-15,1 3-3 0,4-4 1 16,-4-3 2-16,-5 1-5 16,-7-4 3-16,-5-3-1 15,0-3-1-15,-8 0 1 0,0-3-1 16,0 0-1-16,0 0 4 15,0 0-3-15,4 0 5 16,-4 0-4-16,0 0 2 16,0 0-3-16,0 0-1 15,0 0-2-15,0 0-11 16,0 0-44-16,0 0-52 16,0 0-120-16,0 0-266 15</inkml:trace>
  <inkml:trace contextRef="#ctx0" brushRef="#br1" timeOffset="-13305.84">10431 10058 72 0,'0'0'169'0,"0"0"-138"32,0 0 9-32,0 0 29 15,0 0 49-15,0 0-42 16,0-37-24-16,0 37 3 15,0 0-12-15,0 0-11 16,0 0-7-16,0 0-8 16,0 0-15-16,0 0-2 0,-9 0-6 15,-3 0 6-15,0 10 13 0,-13 11-7 16,0-3-4 0,0 4 6-16,1-7 1 0,4 1 0 15,3-4-3-15,1 0 2 16,12-5-7-16,-1-1 3 15,1-6-2-15,4 0 0 16,0 0-2-16,0 0-2 0,0 0-5 16,17-16 7-16,-1-2 11 15,9-7-9-15,-8 3 1 16,2 1-1-16,2 2-1 16,-9 4 0-16,-3 6 1 15,-1 2 1-15,-8 2-2 16,4 5 9-1,-4 0 10-15,0 0 1 16,0 0-4-16,0 0-14 0,0 0-3 16,0 0-8-1,0 0 0-15,0 0 2 16,0 0 6-16,8 5 2 16,1 2-2-16,-1-1-64 0,-8-3-104 15,0-3-131-15</inkml:trace>
  <inkml:trace contextRef="#ctx0" brushRef="#br1" timeOffset="-12572.76">10562 10323 362 0,'0'0'51'16,"0"0"-42"-16,0 0-9 15,0 0 37-15,0 0 5 32,0 0 0-32,0-3 0 0,0 3 1 15,-8 0 12-15,-5 3-3 16,-3 9-8-16,-5 7-13 15,0-1 2-15,-2 7 6 16,-2-7-14-16,0 4-15 16,8-6-2-16,1-4-2 15,8-3-6-15,4-6 0 0,4 0-5 16,0-3-49-16,0 0-126 16,4 0-63-16</inkml:trace>
  <inkml:trace contextRef="#ctx0" brushRef="#br1" timeOffset="-10679.94">11166 10064 244 0,'0'0'13'0,"0"0"-12"16,0 0 42-16,0 0 54 16,0 0-38-16,0 0-9 15,0 0-24-15,8-33 0 0,-8 33-1 32,0 0-4-32,0 0 7 15,0 0 0-15,0 0-6 16,0-4-8-16,0 1 8 15,0 0-11-15,0 0 7 0,-4 3 0 0,0-3-4 32,-1 3 4-32,-3 0-7 0,0 0 1 15,-5 0-9-15,5 0-2 16,-4 0 0-16,-1 3 0 16,-3 10-1-16,-1 8 1 0,-3 1 0 15,4 8 2 1,0 4-3-16,7 0 0 0,5 0 0 15,4-7-4-15,0-8 2 16,0-3-7-16,8-4 2 16,13-6-2-16,3-6 9 0,9 0 7 31,4 0 1-31,0 0-1 16,8-12-4-16,-8-4 3 0,0-2-1 15,-4-1 2 1,-12-2 7-16,-1-1 6 0,-12-2 21 15,-4 2-16-15,-4-3 10 0,0 4-1 16,-8 2-15-16,-13 4 17 16,-3 2-25-16,0 5-5 15,-1 8-3-15,-4 0-3 16,0 0-8-16,1 0-23 16,-1 12-91-1,17-6-70-15,7-3-150 0</inkml:trace>
  <inkml:trace contextRef="#ctx0" brushRef="#br1" timeOffset="-10316.84">11157 9849 510 0,'0'0'2'0,"0"0"4"0,0 0-6 0,0 0 43 16,0 0-22-1,0 0-18-15,0 0 41 16,0-16 28-16,0 37-15 16,0 7 11-16,0 9-36 15,4 6-14-15,1 1 5 0,3 5-13 16,0 3-5-16,-4 1-1 15,0-7-3-15,-1-3 1 16,2-3-1-16,-5-3 1 0,4-6 0 16,-4-3-2-16,0-10 0 31,0-2-3-31,0-10-13 16,0 0-52-16,0-3-86 15,0-3-89-15</inkml:trace>
  <inkml:trace contextRef="#ctx0" brushRef="#br1" timeOffset="-9794.31">11506 10240 291 0,'0'0'90'0,"0"0"-87"16,0 0 12-16,0 0 95 16,0 0-42-16,0 0-35 15,-90 92-22-15,86-76-4 0,4-10 4 16,0 0-5-16,0-3 0 16,0 0-5-16,4-3 2 15,8 0 5-15,9 0 17 16,4 0-8-16,-2 0-5 15,2-12-5 1,-4-3-6-16,-5 2 16 16,-3-5 11-16,-9 2 27 15,-4-2-7-15,0 2 3 0,0 4-14 16,-13-1-7 0,-7 11 1-16,-1-4-23 0,-4 6-8 15,2 0-18-15,-2 0-68 16,21 0-87-16,-1 0-100 15</inkml:trace>
  <inkml:trace contextRef="#ctx0" brushRef="#br1" timeOffset="-9259.85">11695 10190 276 0,'0'0'191'0,"0"0"-143"0,0 0 8 16,0 0 26 0,0 0-40-16,0 0-16 15,8-9-26-15,-8 9-6 16,0 9 6-16,4 10 47 15,0 5-13-15,0 1-14 16,-4 3-3-16,0-3-6 16,0-1-1-16,5-5-5 15,-5-7 0-15,0-3-1 0,0-5 5 16,0-4 1-16,0 0 20 16,0 0 18-16,4 0 8 0,0 0-6 15,0-10-25 1,0-11-15-16,4-1-1 0,5-5-6 15,3-1-2 1,-4-3-1 0,4 6 0-16,-3 4 0 0,-1 5-2 15,-8 10 0-15,0 6 1 16,-4 0-6-16,0 0-7 16,0 6-2-16,4 16 16 15,9 6 6-15,-5-4-4 16,0 1-1-16,5-1-1 15,-5-5 0-15,-4 0-50 0,-4-19-138 16,0 0-322-16</inkml:trace>
  <inkml:trace contextRef="#ctx0" brushRef="#br2" timeOffset="-505.11">12269 10092 112 0,'0'0'92'15,"0"0"-81"-15,0 0 1 16,0 0 50-16,0 0-31 16,0 0-27-16,0 0-1 0,0-9-1 15,0 9 2-15,0 0 1 16,0 0 29-16,0 0-29 15,0 0-4-15,0 0-1 16,0 0 1-16,0 0 0 16,0 0 0-16,0 0-1 15,0 0 0 1,0 0-1-16,0 0 3 16,0 0-2-16,0 0 2 15,0 0 5-15,0 0 14 16,0 0 8-16,0 0-9 0,0 0-7 15,0 0-5-15,0 0 4 16,0 0 5 0,0 0 6-16,0 0 4 0,0 0 0 0,0 0 8 15,0 0 5-15,0 0-5 16,0 0-4-16,0-4 3 16,0 4-4-16,0 0-6 15,0-3-7-15,0 1 0 16,0-2 15-16,0-2-6 15,0-3-5-15,0 0-21 0,5-4 1 16,-1 4 0-16,4 0 0 16,4-3 0-16,-3-4 2 15,3 7-2-15,0-4 6 16,5 4 2-16,-6 0-5 16,6-1 1-1,-5 2-4-15,5 1 2 16,3-2 4-16,1 3-5 15,0 0 3-15,8-1-2 16,-5 2 3-16,0-5 3 16,5 1-1-16,0 0-1 0,8 2 7 15,-5-5-6-15,6 6 0 16,-1-3-4-16,0 3 0 16,-1-4 4-16,6 1-3 0,3 3-2 15,0-3 3-15,4 3-6 16,1-4 0-16,-2 1 2 15,6 3 0-15,0 0 0 16,3-1 1-16,1 4 0 16,3 0 3-16,-4 3-5 15,1 0-1 1,-5 0 0-16,5 0 0 16,-4-2 1-16,2 2-1 15,11 0 0-15,-11 0 0 16,6 0 1-16,-5 0-2 15,-3 0-1-15,0 2 2 16,-6 11-1-16,-2-1 0 16,3 9 1-16,-8-5-3 0,4 6 3 15,-3-1 0-15,3 4 5 16,0 2-4-16,-4 1 0 16,4 0-1-16,4 3 0 0,-4 3 2 15,5 0 0-15,-6 3-2 16,2-4 0-16,-1 2-1 15,0-2 1-15,0-2 4 0,5 0-3 16,-2 0-1-16,2-3 0 16,0 3 1-16,-2-7 0 15,-2 1 1-15,-1-1-2 16,-4 1 2-16,-4 0 0 16,8-4 1-16,-3 7 1 15,-2-3-1 1,5-4-1-16,5 7 1 15,-1-3-2-15,-4 0 3 16,5-1 6-16,-6-3-4 16,-7-2-2-16,5 0 1 15,-1-1-1-15,-9 1-2 16,5-1 1-16,-8-2-1 16,4-1-1-16,-1 3 5 0,-3-2-4 0,4 3 2 15,0-1-4-15,0-3 2 16,-1 4-1-1,2 2-1-15,-6-2 0 0,10-1 2 16,-10-2-1-16,5 2-1 16,0-2 0-16,4 2 0 15,-4-6 1 1,3 4-1-16,1-1 1 16,5 1 2-16,-5-4-3 15,-1 3 1-15,5-2-1 16,1-4 2-16,-6 3-2 15,1-2-1-15,5-1 1 16,-5 3 1-16,3-2 0 16,-3 2-2-16,5 0 0 0,-9-3 1 15,3 1 0-15,-3-1-1 16,0 0 1-16,4 1-1 16,-5-5 3-16,1 5-2 15,5-4 0-15,-5 3-1 16,3-3 1-16,1 1 0 15,4-1 0-15,1 0 1 0,-2-3-1 0,1 3 0 16,1-3 1-16,-1 3-1 16,3 1 0-1,2-1 0-15,-1-4 0 0,4 5 4 16,5-1-4-16,-1 0 1 31,0 0-1-31,1 0 1 16,-1 1 1-16,0-1-2 0,-3 3 0 15,-1-3 7-15,8 1-2 16,-7-2 2-16,7 2-2 16,-3-4 0-16,3 0-1 15,0 0-4-15,1 3 0 16,-1-3 4-16,5 3-3 16,-1 1-1-16,1-1 0 0,-4 0 0 15,-1 0 0-15,5 0 0 16,-5-2 0-16,5 1 1 0,0-1 0 15,3-1-1-15,-3 3 0 16,-1-3 0 0,5 3 1-16,-5 0-1 15,1-3 0-15,-4 4 0 16,3-1 1-16,-7 0-1 16,2 0 1-16,-2 0-1 15,4 0 1-15,-1 7-1 16,1-7 0-16,-1 3 1 15,1-3 0-15,-5 0-1 16,-4 1 0-16,9-1 0 16,0 0 0-16,7 0 0 0,5 0 1 15,-1 4 0-15,-3-1-1 16,0 0-1-16,-9-3 1 16,0-3 0-16,1-3 0 15,4 3-1-15,-1 0 1 0,5 0 1 16,-1 1 0-16,6-4 0 31,-2 6-1-31,5-6 0 0,0 6 0 16,0-3 0-1,-1 0 0-15,2 6 2 0,-6-5-2 16,-3 1 0-16,-1 2 1 16,-7-1-1-16,0 3 0 15,-5-3-1-15,5 4 2 16,3-1 1-16,1-3-2 0,0 3 0 15,3-3 0-15,-3-3 1 0,7 4-2 16,-3-7-2 0,-1 3 3-16,-3 0 1 0,8-3-1 15,-4 0 0-15,0 0 0 16,7 0 1-16,-2 0-3 31,-2 0 3-31,5 0-1 0,0 0 1 16,0 0 0-16,-1 0-1 15,5 0 1-15,-8 0-1 16,4 0 1-16,-4 0 0 16,-4-3-1-16,-1-10 4 15,-3 1-3-15,3-4-1 16,-3-2 0-16,12-4 2 0,-4 4 0 16,-1 0-2-16,2-1 0 15,-6 3 0-15,-3 1 1 16,-4 0 4-16,3-1 2 15,-12-2-1-15,8-4 0 16,-7 4-2-16,-1-1-2 0,4 4 5 16,-3-4-7-16,7-2 1 15,-4-1 1-15,5-3-1 0,-1 1-1 32,-3 0 0-32,-5-1 0 0,-4 6 1 0,-8-3 0 31,-8 4 0-31,0 0 2 0,-4 2-3 0,-6 4 2 31,2-4-2-31,4 4 0 0,-9-7-1 16,9 4 1-16,-4 0 0 15,-1-1 0-15,-3 1 1 0,-6 3 0 16,2-1-1 0,-9-2 0-16,4 2-1 0,-4-2-1 15,0 6 2-15,5 0-1 16,-1-1 1-16,-4 8-5 15,0-5 5-15,-4 7 0 0,4 0-2 16,-4 0 2-16,0 0-2 16,0 0-4-16,0 0-4 15,0 0 6 1,0 0 0-16,0 0-6 0,-4 0 3 31,-12 0 5-31,-13 0 2 16,-8 9 5-16,-8 1-4 0,-17-4 3 15,-3 0-4-15,-10 0 2 16,6-3 0-16,-5-3-1 0,13 0-1 16,7 0 1-16,13 0-1 15,13 0 2 1,11 0-2-16,9 0 0 0,8 3 2 16,0-3-2-16,0 0-5 15,0 0-5-15,12 0 10 16,16 0 5-16,10 0-1 15,11 0-1-15,1 0-2 16,2 0 0-16,-2 0 0 16,-5 0-1-1,-4 0 1-15,4 0-1 16,-7 0 0-16,-2 0 0 16,-7 0-1-16,-5 0 1 15,-7 0 0-15,0 0 0 16,-1 7-1-16,-4-5 0 15,1 5 0-15,-6-4 1 0,-7-3-2 16,0 3 0-16,0-3-2 0,0 3 4 16,0 3-3-16,0 6 3 15,0 4 2-15,-11 2 3 16,-6 10 6-16,1 0-10 16,-1 3 8-16,5-4-6 15,3-2 4-15,1-7-7 16,4 1 1-16,-4-10-1 0,0 1 0 31,-1-1-34-31,-3-6-50 16,8-3-140-16,0 0-145 0</inkml:trace>
  <inkml:trace contextRef="#ctx0" brushRef="#br3" timeOffset="8591.2">26345 10822 178 0,'0'0'73'0,"0"0"-73"16,0 0-15-16,0 0 14 16,0 0 1-16,0 0-24 15,0 0 0 1,0 0-2-16,0 7 14 0,5-7-41 15</inkml:trace>
  <inkml:trace contextRef="#ctx0" brushRef="#br3" timeOffset="9307.75">26597 10832 389 0,'0'0'112'0,"0"0"-103"16,0 0 25-16,0 0 28 15,0 0-45 1,0 0 55-16,-38-13-25 16,18 13-40-16,-5 0 10 15,0 0 39-15,-8 0-10 16,1 3-23-16,-1 10 4 15,-4-1-4-15,4 10-6 16,-4-1-9-16,4 10 3 16,4 9-8-16,1 0 0 0,7 3-3 15,1 3 0-15,12-2-2 16,4-10-3-16,4 3 0 16,0-6-9-16,12-7-1 0,16-2-5 15,9-7 12 1,1-5 0-16,11-5 8 15,0-5 5 1,9 0 6-16,-2 0-6 16,6-18-1-16,-4-4 0 0,-9-2-1 15,-12-1-1-15,-4 3-2 16,-16-5 1-16,-9-1 16 16,-8-3 22-1,0 3 16-15,-12-2 2 0,-30 2-6 16,-3 3-10-16,-12 7-1 0,-9 6-17 15,1 2 4-15,11 7-14 16,17 3-10-16,16 0-3 16,13 0 0-16,8 0-36 15,0 0-77-15,20 3-128 16,-3 0-42-16,4-3-220 16</inkml:trace>
  <inkml:trace contextRef="#ctx0" brushRef="#br3" timeOffset="9692.72">26485 10687 481 0,'0'0'188'0,"0"0"-182"0,0 0-4 16,0 0 54-16,0 0-11 0,0 0-20 15,-32-87-13-15,28 87 14 16,4 0-7-16,-4 0 18 15,0 0 1-15,4 4-26 16,0 20-6-16,0 16 38 16,0 10 3-16,0 14-18 0,0 7-10 15,0 6-7-15,0 7 1 16,0-1-9-16,0 0 0 16,0-3-2-16,8-6-2 15,-1-15 1-15,-3-7 0 16,-4-12 1-16,0-9 1 15,0-10-2 1,0-8-1-16,0-7 1 16,4-6-1-16,-4 0-2 15,4 0-10-15,-4 0-23 16,9 0-5-16,-9-3-36 0,4-15-62 16,-4 8-92-16,0-2-190 15</inkml:trace>
  <inkml:trace contextRef="#ctx0" brushRef="#br3" timeOffset="10428.11">26752 11267 449 0,'0'0'191'0,"0"0"-186"16,0 0 25-16,0 0 86 16,0 0-64-16,0 0-23 15,0-10 3-15,-12 10-10 16,-8 19-15-16,3 12 4 0,-8 2 9 0,9 1 4 15,3 6-5-15,9-3-13 16,4-3-5-16,0-6-2 16,0-9-2-16,8-4-5 15,5-9 7-15,3-6 1 16,1 0 6-16,-1 0 12 16,5-16-5-1,-5-11-1-15,0-4-5 16,-8-3-1-16,-3 0 3 15,-5 6 7-15,0 0 16 16,-17 10-12-16,-7 3 0 16,-1 12-6-16,5 3-14 15,-1 0-1-15,9 0-19 16,-1 3-28-16,9 15-53 0,4 1-69 16,0-10-83-16,0-6-113 15</inkml:trace>
  <inkml:trace contextRef="#ctx0" brushRef="#br3" timeOffset="10512.78">26752 11267 314 0</inkml:trace>
  <inkml:trace contextRef="#ctx0" brushRef="#br3" timeOffset="10897.46">26752 11267 314 0,'181'-13'134'0,"-177"7"-86"0,-4 3 34 0,0 3 7 0,0 0-51 15,0 0-38-15,4 9 9 16,0 13 18-16,0 12 43 15,0 3-27-15,0-1-15 16,-4-5-16-16,4 0 0 0,-4-3-3 16,0-7 5-16,0-2 0 15,0-10 8-15,0-3-11 16,0-2-6-16,5-4-2 16,-5 0 7-16,8 0-2 15,-4 0 19-15,13-19 18 0,-5-9-17 16,9-3-23-16,-2-2-2 15,-2-5-2-15,3 2 2 16,-7 8-3-16,3 3 1 0,-7 13 1 31,-5 9 7-31,0 3 20 16,-4 0 0-16,0 0-29 0,0 15 0 16,8 13 0-1,0 9 13-15,5-3-9 0,-5-1-1 16,5-5-3-16,-2-3 0 15,-7-7-1-15,8-2 0 16,-12-7-19-16,9-6-48 16,-5 0-39-16,4-3-59 15,-4 0-104-15,-4 0-156 16</inkml:trace>
  <inkml:trace contextRef="#ctx0" brushRef="#br3" timeOffset="11179.52">27459 11097 605 0,'0'0'125'15,"0"0"-124"-15,0 0 56 16,0 0 48-16,0 0-84 15,0 0-21-15,0 0 4 16,48-28-4-16,-15 22 6 0,9 0-1 16,2 0-2-16,-3-1-3 15,-8 5 0-15,-8-2-2 16,-12 4-104-16,-13 0-94 0,0 0-157 16</inkml:trace>
  <inkml:trace contextRef="#ctx0" brushRef="#br3" timeOffset="11349.09">27582 11161 776 0,'0'0'64'0,"0"0"-61"0,0 0-6 0,0 0 6 31,0 0 9-31,0 0 0 0,127-6-12 16,-78-6-3-16,-8-1-98 15,-29 8-124-15,-4-2-313 16</inkml:trace>
  <inkml:trace contextRef="#ctx0" brushRef="#br3" timeOffset="11784.53">28394 10736 548 0,'0'0'183'16,"0"0"-177"-1,0 0-2 1,0 0 107-16,0 0-52 0,0 0-32 16,29-77 24-1,-29 77 7-15,0 0-24 0,0 0-15 0,0 0-19 16,0 0-8-1,0 12 6-15,0 19 2 16,0 9 14-16,0 7-10 0,-4 8 0 16,4 4-3-16,0-1 0 15,0-2 0-15,0-10-1 16,4-3-1-16,8-9 0 16,5-9 1-16,-5-10-4 15,9-6 1-15,3-9-8 16,9 0 11-1,8 0 1-15,0-21-1 16,8-4-7-16,-3-9-12 16,-5-3-22-16,-9 0 6 0,-11-9-41 15,-21 31-93-15,0-4-332 16</inkml:trace>
  <inkml:trace contextRef="#ctx0" brushRef="#br3" timeOffset="12001">28464 10616 688 0,'0'0'324'0,"0"0"-324"0,0 0-82 16,0 0 82-16,0 0 14 31,119-52-13-31,-66 45 2 15,1-2-3-15,-5 6-1 16,-16 3-20-16,-5 0-112 0,-15 0-59 0,-13 0-45 16,0 0-58-1</inkml:trace>
  <inkml:trace contextRef="#ctx0" brushRef="#br3" timeOffset="12417.81">28377 10952 609 0,'0'0'89'16,"0"0"-89"-16,0 0 0 0,0 0 17 15,0 0 28-15,0 0 21 16,132 22-40-16,-79-35-16 16,5-5-8-16,-1 5 1 15,1 1-3-15,-17-1-3 16,-9 4-47-1,-7 3-79-15,-8-3-48 16,-1 3 84-16,-3 0 40 16,-5-1 53-16,-4 7 35 0,0 0 77 15,-4 0 27-15,0 0 5 16,0 0-52-16,0 0-42 16,0 0-4-16,0 19-27 15,0 15-6-15,0 6 2 0,4 9-6 16,1 4-5-16,3-1-3 15,0 4 4-15,-1-4-5 16,2-6 0 0,3-6-1-16,-8-6 0 0,0-12-17 15,-4-7-28-15,0-6-52 32,0-9-58-32,0 0-19 0,0 0-72 15</inkml:trace>
  <inkml:trace contextRef="#ctx0" brushRef="#br3" timeOffset="12685.26">28796 10909 469 0,'0'0'221'0,"0"0"-178"16,0 0-2-16,0 0 63 0,0 0-68 16,0 0-13-16,116-74-4 15,-76 77-9 1,1 16-8-16,-3 8-2 15,-9-2 0-15,-10 6-9 16,-19-4 3-16,0 1 6 0,-11-3 10 0,-30-1 9 16,-17-5-3-16,-3 0-10 15,7-11-4-15,8-1-2 16,22-7-28-16,12 0-55 16,12 0-82-16,0 0-165 31</inkml:trace>
  <inkml:trace contextRef="#ctx0" brushRef="#br3" timeOffset="13784.02">29170 10976 751 0,'0'0'117'0,"0"0"-100"0,0 0-11 15,0 0 48-15,0 0-53 16,0 0 7-16,111-92-6 15,-91 70 2-15,-7-2 3 16,-5-1 0-16,-8 6-1 16,0 1 4-16,0 6 13 15,-4 6-18-15,-13 6 23 0,-7 0-8 16,-5 0-20-16,0 21-1 16,1 13 0-16,7 6-3 15,13 0-1-15,8-3 4 0,0 0-6 16,0-6-1-1,25-6 6-15,7-4-9 16,9-8 10-16,0-7 1 0,9-6-4 31,3 0-5-31,1 0-42 0,2-21-29 16,-2-4-57-16,-4-3-69 0,-10-3-15 0,-7-3 65 16,-4-3 139-16,-12 0 17 15,-9 6 87-15,-8 6 58 31,0 10 22-31,0 6-29 0,-13 9 15 16,-11 0-113-16,-9 0-37 16,-4 24 2-16,-4 11-3 15,0 5 1-15,8 0 5 16,5-3-6-16,11-9-1 16,13-7-1-16,4-9 0 15,0-2 0-15,0-10 3 0,21 0 6 16,2 0 13-16,6-3 4 15,0-16-20-15,0-2-3 16,-8 2-3-16,-4 10 0 0,-9 6-1 16,-8 3 0-1,0 0-2-15,0 0-23 0,0 21 26 32,0 10 3-32,0-3 0 0,0 0 0 0,0-4-3 31,3-12-1-31,13-2-2 15,1-10-11-15,8 0 14 16,4-3-2-16,0-22-7 16,3-12-60-16,-3-3-35 0,-5-6 16 15,-7-4 34-15,-9-2 43 0,-4 0 11 16,-4-1 1-16,0 10 10 16,0 12 46-16,0 16 40 15,0 12 4-15,0 3-31 16,0 0-43-16,-4 6-27 15,-4 25 3-15,0 18 3 16,-1 4 7-16,1 5-13 16,4 1 3-1,0-4-1-15,4-9-2 0,-8-8 5 16,8-14 12-16,0-8 3 16,0-11 4-16,0-5-16 15,0 0-5-15,0 0-2 16,24-12 31-16,1-19 23 15,8-6-43-15,-1-6-6 0,6 0-1 16,-1-3-3-16,0 6-2 16,-5 6-7-16,-7 9-4 15,-5 13-5-15,-3 9-68 16,-17 3-125-16,0 0-147 16</inkml:trace>
  <inkml:trace contextRef="#ctx0" brushRef="#br3" timeOffset="13998.93">30061 10958 40 0,'0'0'1077'0,"0"0"-1059"16,0 0-12-16,0 0-6 16,0 0 7-16,0 0 9 15,0 0-7 1,94 124 0-16,-53-112-4 15,-4 0-2-15,-13-3-3 0,-3-6-77 16,-21-3-82-16,0 0-205 16</inkml:trace>
  <inkml:trace contextRef="#ctx0" brushRef="#br3" timeOffset="15410.18">30623 10794 543 0,'0'0'228'16,"0"0"-226"-16,0 0 13 15,0 0 141-15,0 0-94 16,0 0-51-16,0 0-1 16,17-45-8-16,-17 45 2 0,0 0-4 15,0 0-6-15,0 12-4 16,0 19 10-16,8 9 13 16,0 3-6-16,1 3 0 0,-2 0-7 15,-3-2 2-15,-4-11-2 16,0-2 0-16,0-6-7 15,0-10 3-15,0-2 0 32,0-11 4-32,0-2 0 0,0 0 8 15,0 0 1-15,0 0 4 16,0 0 1-16,0-15-3 16,0-3-4-16,0-10-4 15,4-3 11-15,4-3-2 16,13-6-10-16,4-3-1 15,8-6-1-15,-4-4 1 0,3 1-2 16,-3 6 3-16,0 9-2 16,-13 12 3-16,-3 10 0 15,-9 8 18-15,-4 7 12 16,0 0-8-16,0 0-21 16,0 0-4-16,0 10-2 0,-17 27 0 31,-3 15 2-31,3 6 1 15,5 5-1-15,4-5-1 16,8-2-1-16,0-10-2 0,0-6 4 16,4-10-7-16,16-8-8 15,5-3-35-15,8-13-60 16,-20-6-136-16,-1 0-216 16</inkml:trace>
  <inkml:trace contextRef="#ctx0" brushRef="#br3" timeOffset="15980.29">31079 10927 788 0,'0'0'189'16,"0"0"-185"-16,0 0 27 0,0 0 49 15,0 0-80-15,0 0-16 16,0-6 7-16,0 34 9 15,0 6 7-15,0 3-5 16,4 0-1-16,0-7-1 16,1-2 2-16,-1-3-2 0,0-7 0 15,-4-8-1-15,4-4-1 16,-4-3 2-16,0-3-5 16,3 0 5-16,1 0 1 15,-4 0 6-15,0 0 0 16,4 0-1-16,0 0 0 15,-4 0-3-15,0-9-2 0,0-4 1 16,5 1-1-16,-5-1 2 16,4-8-2-16,0 2 5 15,4-5 13-15,5 0-10 0,-5-1 2 16,4 3-3-16,9 1-6 31,-5-1-2-31,5 3 0 16,3 7 0-16,-8 3 3 15,-3 0-1-15,-1 9-1 0,-8 0 5 16,0 0 0-16,5 2-6 16,-1 23 0-16,4 6 4 15,5 9 6-15,4 1-5 0,-5-1 0 16,0-7-4-16,0-5 1 16,-3-10-2-16,-5-2 0 15,0-10-2-15,0 0-2 31,-3-6-55-31,-5 0-89 0,0 0-241 16</inkml:trace>
  <inkml:trace contextRef="#ctx0" brushRef="#br3" timeOffset="17118.14">28140 11599 365 0,'0'0'208'0,"0"0"-180"16,0 0 42-16,0 0 60 16,0 0-75-16,0 0-38 15,0 0-9-15,-13-21 14 16,30 21 25-16,8-3-5 16,7 0-3-16,9 3-5 0,13-7-1 15,3 7 0-15,17-6-14 16,12 3-2-16,9 0-2 15,11-3-7-15,9 0 3 16,8 2-11-16,12-1 3 0,13-2-1 16,8 1 0-16,13 0-2 15,3 0-3-15,1 0 3 16,-4 2-2-16,-10 4 3 16,-12-3-1-1,-14 3 1-15,-14-2-1 16,-9 2 0-16,-12-7 1 15,-3 7-1-15,-9-3 2 16,-3 0-1-16,-18 3-1 16,-11-3 0-16,-26 0 0 15,-12 3 0-15,-7 0 1 0,-9-3 2 16,0 0 7-16,0 3-4 0,0 0-6 16,0 0-1-1,0 0-18-15,-17 0-5 16,1 0-30-16,-12 0-33 15,-14 0-43-15,26 3-112 0,-5-3-143 16</inkml:trace>
  <inkml:trace contextRef="#ctx0" brushRef="#br3" timeOffset="17766.95">29654 11830 644 0,'0'0'86'0,"0"0"-75"16,0 0 142-1,0 0-60-15,0 0-68 16,0 0-1-16,0 0 8 15,45-33-3-15,-7 20-11 16,7 7-8-16,-1 0 4 16,-2 3 0-16,-9 3-7 15,-8 0-7-15,-10 0-3 16,-7 6-2-16,-8 16 2 0,0 5-4 16,-4 7 6-16,-28 6-2 15,-9 6 3-15,-9 1 0 16,2-4-3-16,-6-3-1 0,4-6 4 15,14-9 2-15,11-10 2 16,17-6 3 0,8-6-6-1,0 1-1-15,0-4-11 16,21 0 11-16,19 0 12 0,18 0 30 16,8 0-22-16,12-13-8 15,3 1-2-15,-2 2 3 16,-10-2 3-16,-15 9 3 15,-25-6-12-15,-21 9-7 16,-8-3-5-16,0 3-32 0,-12 0-36 16,-13 0-219-16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4:56:20.805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21563 8286 366 0,'0'0'146'0,"0"0"-146"0,0 0-76 16,0 0 76 0,0 0 3-16,0 0 33 15,0 0-2-15,0 0-4 16,4 0-6-16,-4 0-8 0,0 0-5 16,0 0-11-16,0 0-1 15,0 0-23-15,0 0-78 0,0 0-70 16</inkml:trace>
  <inkml:trace contextRef="#ctx0" brushRef="#br0" timeOffset="33867.32">29737 6427 133 0,'0'0'74'0,"0"0"-74"15,0 0 2-15,0 0 34 16,0 0-10-16,0 0-19 15,0 0 15-15,0-18 26 16,0 14 14-16,-5 1-2 0,5 0-32 16,0 3 17-16,0 0-6 15,-4 0-9-15,4-3-5 16,0 3-8-16,0 0 2 16,0-3 12-16,0 3 9 15,0 0-8-15,0 0-3 16,0 0-14-16,0 0-7 0,0 0 0 15,0 0-2 1,0 0 3-16,0-3-2 16,0 3 0-1,0 0 10-15,0 0-6 0,0 0-3 16,0 0 1-16,13 0-3 16,7 0 9-16,-3 0-3 15,3 0-9-15,4 0 8 0,-7 0-9 16,8 0 3-16,-5 0-2 15,-3 9-3-15,-1-3 4 16,5 3-4-16,-10 1 0 16,10 2 4-16,0 1-3 15,-1 5 3-15,5-3 0 16,-4 7-3-16,8-1 0 0,-1 7 0 16,1-3-1-16,4 3 5 15,-4 2-5-15,-4 1 0 16,2 0 0-16,-6 6 0 15,4 0 0-15,-4-3 0 16,-5 3 2-16,1 0 0 16,-5-3-1-16,4 3-1 15,-8 0 5 1,4-7-5-16,1 11 1 16,-9-7-1-16,8 2 0 15,-4-1 3-15,-3-2-1 0,7 1 4 16,-4 6-5-16,1-3 2 15,3 0 0-15,0 0-3 16,1 1 0-16,-5-2 2 0,3 4-2 16,-2 0 1-16,3-2-1 15,0 2 1-15,-3-7-2 16,3 1 0-16,1 3 1 16,-1-6 1-16,-4 0 1 15,0 0-2-15,-3-3 1 16,3-1 0-1,-4 1-2-15,0 0 1 16,0 0 0-16,0 3 0 16,1-4 1-16,-5 4 0 0,4 6-1 15,0-6 0-15,-4 6 0 16,3-10-1-16,-3 4 1 16,4 0-1-16,0 0 2 0,-4 3-1 15,4 0 0-15,-4-1 1 16,0 11-3-16,4-1 2 15,5 6 0-15,-5 1 0 16,0-4 1-16,0 3-2 0,0-3 1 16,0-2-25-16,-4-1 23 15,0 0 0 1,0-3 2 0,0 0-2-16,0 0 3 0,0 6-2 15,0-2 1-15,0-1-1 16,0 0 1-16,0-3 0 15,-8 0 0-15,4 3 0 16,0-3 2-16,0 3-2 16,0-3 0-16,-1 7 0 15,1-7-1-15,0 3 1 0,-4-3 0 16,5-3 2-16,-5 3-1 16,8-3-1-16,-5 0 0 15,1-3 0-15,0 0-2 16,-4-4 2-16,8 8 0 15,-8-10 1-15,3-1-1 16,1 1 0 0,-4 3 2-16,0 3 0 15,0 0-1-15,-1-4-1 16,-3 4 1-16,-1-3 1 16,1 3 0-16,4 0-2 0,-5-3 0 15,2 3 0-15,-1 0-1 16,-5 0 1-16,-4-7 0 15,5 4 8-15,-5-3-5 0,5 2 2 16,-1-2-1-16,5 0-4 16,-4-3 4-16,8-4-3 15,-4 1-1-15,-1 0 4 16,5-4-4-16,-5 3 3 16,1 1-3-16,4 0 0 15,-5-7-1-15,1 4 3 0,8-7-2 16,-4-3 4-16,3-3-4 15,1 4 6-15,4-7-3 16,0-3-2-16,-4 3 4 16,4 0-1-16,-4-3-4 15,4 0 1-15,0 0 1 0,0 0-2 32,0 0 1-32,0 0-1 15,0 0 0-15,0 0-24 16,0 0-16-16,0-19 12 15,0-8-50-15,0-7-49 0,-4-6 48 16,-4 3 0-16,0-1-19 16,4 5 38-16,0 2 60 15,4-3 4-15,0 9 21 0,0 4-12 16,0 2 3-16,0 7 16 16,0 2 14-16,0 10 8 15,0-2 5-15,0 2 13 16,0 0-5-16,0 0 0 15,0 0-13-15,0 0-14 16,0 0-3 0,0 0-5-16,0 2-9 15,0 14-6-15,0 9 0 16,0 5-5-16,0 1-6 16,-4 3 0-16,0 0 4 15,0 0-8-15,4-3-1 16,0 6 6-16,0-9-6 0,0-4 1 15,0-5 1-15,0-7-3 16,0-3 3-16,0-6-2 16,0-3-1-16,0 0 8 15,0 0-7-15,0 0 7 0,0 0-2 16,0 0 0-16,0 0-1 16,0 0-3-16,0 0-2 15,4 0 5-15,17 0-5 0,15-15 7 16,5-3-6-16,9-1 0 15,2 0 0-15,2 4-1 16,-4 6 0-16,-10 0 1 16,-7 6 2-16,-8 3-5 31,-13 0 2-31,-3 0 0 16,-9 0-2-16,0 0-16 0,0 0-33 15,-9 0-47-15,-15-7-379 16</inkml:trace>
  <inkml:trace contextRef="#ctx0" brushRef="#br0" timeOffset="58051.01">30907 6421 106 0,'0'0'31'15,"0"0"-23"-15,0 0 22 31,0 0 28-31,0 0-30 16,0 0-11-16,0 0 8 16,0 0 6-16,0 0 4 0,0 0 1 15,0 0 21-15,0 0-29 16,0 0 1-16,0 0-6 0,0 0-9 16,0 0-9-1,0 0 3-15,0 0-4 0,0 0 1 16,0 0 2-16,0 0 3 15,0 0-4-15,0 0 5 16,0 0-5-16,0 0 1 0,0 0 3 16,0 0-3-16,0 0 0 15,0 0 2-15,0 3-7 16,0-3-1-16,0 0-1 16,0 3-2-16,0 0 2 15,-5 9 1-15,1 0 12 16,-4 1 10-1,4 2-13-15,-4 7 6 16,-1 2-6-16,1 4 15 16,-8 9 1-16,-1 4-14 15,-3 2 1-15,-9 6 0 16,0 9-4-16,-12 4-8 16,4 9 9-16,-8 3-8 0,0 0 5 15,0-3-3-15,0 6-7 16,-5 0 7-16,5-6-5 15,-4 3 1-15,4-6 0 16,-1-4 2-16,6-2 0 0,-1-3-2 16,-1-1 0-16,5 0 12 15,-11 1-8-15,2-3-4 16,1-4 0-16,0 1 5 0,0-1-2 16,-1-3-2-16,10 1 1 15,-1-1-2-15,0-3 0 31,4 4 0-31,-3-5 0 0,2 8 0 0,-3 3 0 32,-4-4 3-32,1-3-1 15,-6-3-2-15,-4-2 2 0,-2-1-2 16,-6-3 4-16,8 0-3 16,-2 0-1-16,2 3 0 15,4 0 0-15,2 4 5 16,-1-1-5-16,-1-6 1 15,2 3 1-15,2 0 2 0,-3-6-1 16,-4 0 0-16,8-3 0 16,-5-3-3-16,9-3 0 15,-3 3 4-15,-1-10-3 16,-1 3 5-16,5 1-4 0,5-3-2 16,-9-1 2-16,3 1-2 15,-2-3 4-15,3-1-3 31,-9 1-1-31,1-1 2 0,-4 0 10 16,-4 1-9-16,-1 0 1 16,9-4 18-16,-8-2-13 15,7 2 5-15,6 0 0 16,-1-5-2-16,8 2 13 16,-1 6-13-16,-2 0-4 15,-9 1-6-15,-5 0 2 0,-3-1-1 16,0-5-2-16,-4 2 2 15,-1-3 0-15,0 4-2 16,5-4 9-16,0 6-8 16,-5-5 0-16,5 2-2 15,-1-3-1-15,2 4 1 0,2-4 6 32,0 1-4-32,2 2-2 15,2-3 3-15,5 4-3 16,0-1 0-16,4-2 3 15,-4-1 5-15,0 1-5 0,-4 5-3 16,4 0 1-16,-4-6-2 16,3 4 2-16,2-1 4 15,-10 1-5-15,5-1 4 0,-4 4-1 16,0-4-3-16,-1 0 0 16,-3 1 3-16,0-4-2 15,-1 1-2-15,1-4 2 16,-1 0 2-16,2-2-3 15,-6-2 0-15,4 2 1 16,1-4-1-16,4 0-6 0,-1-3 2 16,6 3 4-16,-2-3 2 15,5 3-2-15,-4-3-2 16,0 6 2-16,4 4 0 16,-1-5 2-16,10 5-5 15,3-4 2-15,4 3-1 0,1-3 0 16,3 4 4-1,1-4-4 1,4 3 2-16,-5 0-1 16,5 0 1-16,3 1 0 15,-3-7 0-15,7 3 0 0,1-3 0 16,4-3 3-16,4 0-3 16,0 0-3-16,0 0-5 15,0 0-1-15,0 0 9 0,0 0 2 16,0 0 1-16,-4 0 3 15,-4 3-1-15,-9 3 3 16,1 0 16-16,-4 1-11 16,-1-1 11-16,5-3 1 15,3 3-11-15,5-6-1 16,4 3-4-16,0-3-5 0,4 0-4 16,0 0 0-16,0 3-2 15,0-3 1-15,0 0-1 16,-4 3-1-16,-1 0 1 31,1 4 2-31,0-7 1 16,4 2-1-16,0-2-1 0,0 4 1 15,0-4-11-15,0 0-4 16,0 0-11-16,0 0-16 16,0 0-16-16,0 0-4 15,0 0 23-15,8-13 32 0,9-5-3 16,-1 0-11-16,5-7-8 15,0 0 22-15,-1-3 6 16,-4 0 2-16,5 4-1 0,-9 5 2 16,0 4 0-16,-7 2 3 15,-1 5 1-15,0 1 6 16,0 1 8-16,0 3-7 16,-4 0 1-16,0 3-3 15,0 0 1-15,0 0 4 16,0 0 2-1,0 0-3-15,0 0-7 16,0 0-8-16,0 3-3 0,-8 9 0 16,-5 10 3-1,-3 3 13-15,-9 3-7 16,1 2 4-16,-9-2 5 16,4 3-2-16,5-6-5 0,-5 2 0 15,9-9-1-15,8-2-1 0,-5-1 2 16,9-2-6-16,-1-7 0 15,1 0-2-15,8 0 0 16,-4-6-2-16,4 0 2 16,0 0-3-16,0 0-3 15,0 0 3-15,0 0 0 16,0 0 0 0,0 0 3-16,0 0-4 15,8 0 4-15,9 7 5 16,8-2-1-16,3 5-1 15,9-1 4-15,4 0-6 16,0 1 1-16,-4-4-1 0,-4 3 0 16,-4-3 0-1,0-2-1-15,-17 1 0 0,4-5 2 16,-12 0-1-16,0 0 0 16,0 0 0-16,-4 0-1 0,0 0 2 15,0 0-2-15,0 0-1 16,4 0 1-16,-4 0 0 15,4 0 0 1,0 0-20-16,0 0-53 16,1 0-62-16,-5 0-118 15,0 0-162-15</inkml:trace>
  <inkml:trace contextRef="#ctx0" brushRef="#br1" timeOffset="76127.22">17877 13202 249 0,'0'0'39'0,"0"0"-37"15,0 0 71-15,0 0 17 16,0 0-23-16,0 0-36 16,0 0-8-16,0 0 2 15,-8-40 10-15,8 37 0 16,-4 0-15-16,4 3 9 0,0-6-9 16,-4 6 0-16,4 0 17 15,-4 0-21-15,0-3-7 16,4 3 4-16,-4 0 9 15,-1 0-3-15,5 0-7 16,-8 0-4-16,4 0 4 16,-8 0-4-1,-1 0-1-15,-7 0-7 16,-1 0 1-16,-8 3-1 16,1 15 0-16,-9 4 12 15,0 12-1-15,-9-3 0 16,10 8 1-16,-5 5-1 0,12 5-7 15,4 0-4-15,8-9 0 16,10-2 0-16,7-11-1 16,0-2-4-16,4-4 5 0,24-8 0 15,9-1 1-15,9-9 1 16,7-3 2-16,4 0-3 16,5-3 3-16,-1-15-4 15,6-7 1-15,-11-3 0 0,-6 1 0 31,-9-1-1-31,-13 3 4 16,-15-3-2-16,-13-3 7 16,0 4 32-16,-4-1-3 15,-24-6-23-15,-14 10-15 0,-7-1-7 16,0 3 1-16,-5 4-16 16,9 2-12-16,9 4-12 15,7-4-49-15,12 4-31 16,17 6-60-16,0 0-98 15</inkml:trace>
  <inkml:trace contextRef="#ctx0" brushRef="#br1" timeOffset="76438.92">17721 12854 437 0,'0'0'108'15,"0"0"-104"-15,0 0 34 31,0 0 68-31,0 0-52 0,0 0-50 16,0 0 2 0,-12 55 20-16,12-2 7 0,0 11-15 15,0 14 14-15,0 5 1 16,0 12-6-16,4 1-8 16,4-1-8-16,1-11-3 0,-2-11-7 15,5-11 11 1,-3-13-5-16,-1-8 1 15,0-14-6-15,0-8 6 0,-3-7-8 16,-1-5-3-16,-4-4-32 0,4-3-48 16,0 0-70-16,-4 0-42 15,4 0-131-15</inkml:trace>
  <inkml:trace contextRef="#ctx0" brushRef="#br1" timeOffset="76943.2">18078 13680 156 0,'0'0'108'0,"0"0"-48"0,0 0 84 15,0 0-13-15,0 0-42 16,0 0-20 0,4 0-12-16,-4 0-25 0,-16 16 15 0,-5 8-25 15,4 4 4 1,-2 6-15-16,10-4-5 0,1 1 3 15,4-6-8-15,4-7-1 16,0-5-7-16,0-10 7 16,0-3 5-16,12 0 3 15,9 0 3-15,3-16 0 0,1-11-6 16,-5-4 1-16,-3-3-3 16,-9 6 1-16,-4 3 3 15,-4 7-4-15,0 6 1 16,-4 6-4-16,-12 2-2 15,-9 4-11-15,0 0-6 16,-3 4-20 0,3 11-26-16,9 1-37 0,8-4-81 15,8-9-79 1,0-3-81-16</inkml:trace>
  <inkml:trace contextRef="#ctx0" brushRef="#br1" timeOffset="77011.59">18078 13680 485 0</inkml:trace>
  <inkml:trace contextRef="#ctx0" brushRef="#br1" timeOffset="77175.19">18078 13680 485 0,'102'-3'131'0,"-102"3"-87"0,0 0 43 0,0 12-50 0,0 19 13 0,0 9 3 16,0 9-18-16,0 7-20 16,0 0 0-16,0-4-10 15,9-3-2-15,3-12-3 0,0-9-56 16,-7-10 56-16,-1-8 5 15,0-5-5-15,0-5-65 16,-4 0-21-16,0-2-42 16,0-17-209-16</inkml:trace>
  <inkml:trace contextRef="#ctx0" brushRef="#br1" timeOffset="77428.09">18148 13680 530 0,'0'0'225'0,"0"0"-225"0,0 0-10 16,0 0 10-1,0 0 0-15,0 0 11 0,82 9-7 16,-41 3 2-16,1 4-1 0,-6 3-3 16,-11-4-2-16,-13 6-2 15,-12 1-8-15,0 3 10 16,-25 3 10-16,-8-4-10 15,-3-9-1-15,3-2-23 16,4-10-34 0,21-3-65-16,4 0-159 15</inkml:trace>
  <inkml:trace contextRef="#ctx0" brushRef="#br1" timeOffset="78462.27">19408 13131 472 0,'0'0'183'0,"0"0"-183"0,0 0 0 16,0 0 80-16,0 0 2 16,0 0-63-16,-29-27-7 0,-8 39-12 15,1 16 11-15,-10 6 11 16,5 6 9-16,1 3-8 15,7 3-6-15,12 4-10 16,9-5-7-16,12-1 0 16,0-10-7-16,12-7 7 15,25-8 0-15,4-13 2 0,8-3 0 32,9-3 6-32,3-6-6 0,5-19 5 0,-5-12-3 31,-3-3-2-31,-13-3 3 0,-17-3-3 15,-15 6 8 1,-13 0 22-16,-8 6-3 0,-37 12-26 16,-13 4-3-16,-7 5-5 15,-9 10-30-15,4 3-44 0,8 0-38 16,46 0-108-16,8 0-102 16</inkml:trace>
  <inkml:trace contextRef="#ctx0" brushRef="#br1" timeOffset="78747.95">19367 12841 497 0,'0'0'173'0,"0"0"-173"16,0 0 10-16,0 0 7 15,0 0 20-15,0 0-37 16,0-15 0-16,0 52 33 15,0 9 0-15,0 10-1 16,0 5-10-16,0 7 12 16,4 9-7-16,-4 10-10 15,0 2-7-15,0-3 3 16,0-5-5-16,0-13-7 16,0-16 1-16,0-9-1 0,0-15-1 15,0-10-11-15,0-9-45 16,0-9-78-16,0 0-103 15</inkml:trace>
  <inkml:trace contextRef="#ctx0" brushRef="#br1" timeOffset="79235">19679 13606 648 0,'0'0'57'0,"0"0"-46"15,0 0 5 1,0 0 75-16,0 0-41 16,0 0-8-16,-90 117-17 15,82-86-13-15,4-3-8 16,4-10-4-16,0-6-3 16,0-5 3-16,8-7 4 0,13 0 2 15,11-3 4-15,1-25-1 16,8 0-4-16,-8-3-2 15,-9 3-1-15,-12 1 3 0,-12 8 4 16,0 4-1-16,0 2 4 16,-12 11 17-16,-20 2-18 15,-14 0-11-15,-3 5-3 16,0 17-23-16,12-3-59 16,12 2-64-16,25-17-86 0,0-4-193 15</inkml:trace>
  <inkml:trace contextRef="#ctx0" brushRef="#br1" timeOffset="79638.17">19885 13590 565 0,'0'0'301'0,"0"0"-301"16,0 0-53-1,0 0 53-15,0 0 37 0,0 0-20 16,36 93-12-16,-28-62 4 16,-4-9-3-16,0-4 4 0,-4 0 31 15,0-14-2-15,0-1-8 16,0-3-7-16,5 0-3 16,-1 0-4-16,0-3-6 15,4-19 10-15,9-9-16 16,-5 0-4-16,5 0-1 0,-1 4 0 31,-4 5-3-31,5 10 2 16,-6 6-3-16,-2 6 1 15,-1 0-6-15,0 9-1 16,9 15 10-16,-9 7 11 0,9 7 9 16,-9-8-12-1,4 4-8-15,1-9 3 16,-5-3-3-16,-4-4-33 0,4-9-45 0,-8-9-127 15,0 0-220-15</inkml:trace>
  <inkml:trace contextRef="#ctx0" brushRef="#br1" timeOffset="80070.31">20352 13255 669 0,'0'0'139'16,"0"0"-137"-16,0 0 12 0,0 0 98 15,0 0-74-15,0 0-38 32,-16-4 1-32,32 4 2 0,17 0-1 15,4 0 3-15,13-3 5 16,-2 1-5-16,6-2 0 15,-8-2 0-15,-10 6-5 16,-11 0 2-16,-9 0-2 16,-12 0-8-16,-4 0-64 15,0 0-63-15,0 3 4 16,0 4-15-16,-16-2-128 16</inkml:trace>
  <inkml:trace contextRef="#ctx0" brushRef="#br1" timeOffset="80456.23">20320 13501 432 0,'0'0'142'15,"0"0"-141"-15,0 0 17 16,0 0 88-16,0 0-31 31,0 0-36-31,0 0-13 0,-21 25-7 16,38-25 26-16,7 0 13 15,4 0-25-15,10 0-17 16,-1 0-3-16,-8 0-13 16,-5 0 3-16,-12 0-3 15,-8 0 0-15,-4 0 1 16,0 0 2-16,0 0 4 0,0 0 3 16,0 0 1-16,0 0-2 0,0 0-5 15,0 0-3-15,0 0-1 16,0 0-14-1,0 0 6-15,0 0-2 16,0 0 4-16,0 0 5 0,0 0 0 16,4 0-1-1,-4 0-15-15,0 0-51 16,0 0-50-16,0 0-42 16,0 0-104-1</inkml:trace>
  <inkml:trace contextRef="#ctx0" brushRef="#br1" timeOffset="83300.86">18620 13131 468 0,'0'0'139'0,"0"0"-105"0,0 0-30 15,0 0 95 1,0 0-11-16,0 0-37 15,-13-12-20-15,13 12-10 0,0 0-1 16,0 0-4-16,0 0-6 0,0 12-1 16,0 16 33-1,0 9-8-15,0 3-22 0,0 10-1 16,0-2-4 0,0 8 1-16,0-3-7 0,0-7 9 15,0-9-8 1,0-6 0-16,0-13-1 15,0 1-1-15,0-10 3 16,0-6-3-16,0-3-40 16,0 0-39-16,4 0-50 15,-4 0-71-15,0 0-117 16</inkml:trace>
  <inkml:trace contextRef="#ctx0" brushRef="#br1" timeOffset="83638.09">18365 13551 548 0,'0'0'155'0,"0"0"-137"15,0 0-10-15,0 0 94 0,0 0 9 16,0 0-52-16,-52-13-37 0,52 13 1 16,0-3-15-1,0-3-7-15,11-3 5 0,14 0 1 16,12-7 12-16,17 1-6 15,7-4 0-15,17 1-2 16,8-4 1 0,-3 6 4-16,-6 1-8 15,-11 3-6-15,-9 3-2 16,-20 2 0-16,-12 4 0 16,-12 3-1-16,-9 0 0 15,-4-2-23-15,0 2-21 16,0 0 16-16,-13 0-82 15,-3 0-123-15</inkml:trace>
  <inkml:trace contextRef="#ctx0" brushRef="#br1" timeOffset="85397.53">20312 13566 237 0,'0'0'98'16,"0"0"-98"-16,0 0 0 16,0 0 84-16,0 0 12 15,0 0-65-15,0 0-2 16,8 0 8-16,-8 0-29 15,0 0 10 1,0 0 26-16,0 0 15 16,0 0 1-16,0 0-18 15,0 0-18-15,0 0-1 16,8-3-15-16,13-3 1 0,3 3 14 16,13-7-2-16,0 1-3 15,8 0-10-15,4-1-4 16,5 1 4-16,-2-3-3 15,-2 6 5-15,-9 0 0 0,-12 6-9 16,-12 0 2-16,-14 0-2 16,1 0 0-16,-4 0 14 15,0 0 27-15,0 0-6 0,0 0-19 16,0 0-12-16,0 0-4 31,0 0-1-31,0 0-25 16,-4 0-38-16,1 0-31 15,-1 0-76-15,4 0-45 0,0 0-179 16</inkml:trace>
  <inkml:trace contextRef="#ctx0" brushRef="#br1" timeOffset="86018.24">21424 13119 136 0,'0'0'424'16,"0"0"-369"-16,0 0-53 15,0 0 62-15,0 0 60 0,0 0-28 16,0 0-32-16,8-22-14 16,-12 22-22-16,-17 0-28 15,-4 0-12-15,-15 0 12 16,-5 19 8-16,-18 2 3 0,7 7 5 15,-2-3 7-15,5 6-12 16,12 3 2-16,16 0-13 16,8 2-1-16,17 1-1 15,0-3-2-15,5-3 1 16,23-9-2-16,10 0 5 16,6-7 4-1,6-6-4-15,8-9 0 16,3 0-1-16,1 0 1 15,-6-19 0-15,-2-5 1 16,-8-7 0-16,-14-3-2 16,-12-6 3-16,-16-3-1 15,-4-6 5-15,0 5 3 0,-16 4 7 16,-8 3-13-16,-5 12 7 16,-4 4 8-16,4 9-18 15,4 2 0-15,5 5-4 0,8 1-35 16,0 1-45-16,4 0-75 15,8 3-119-15,0 0-71 16</inkml:trace>
  <inkml:trace contextRef="#ctx0" brushRef="#br1" timeOffset="86317.58">21301 12897 346 0,'0'0'158'0,"0"0"-152"15,0 0 52-15,0 0 18 16,0 0-36-16,0 0 36 16,0 0-9-16,-33 108-25 15,28-62 16-15,5 10-20 16,0 8 0-16,0 7-2 16,0 9-3-16,0 3-2 15,0 1-19-15,17-7-9 0,0-13-3 16,-5-8-11-16,4-10 11 15,-11-12 0-15,-1-6 1 16,0-10-2-16,-4-5-13 0,4-7-32 16,0-6-54-16,4 0-110 15,-3 0-38-15,-5 0-228 32</inkml:trace>
  <inkml:trace contextRef="#ctx0" brushRef="#br1" timeOffset="87083.58">21567 13606 548 0,'0'0'138'0,"0"0"-115"16,0 0-3-16,0 0 160 15,0 0-79-15,0 0-46 16,0-24-32-16,0 24-17 0,0 12-5 16,0 15 15-1,0 4-6 1,-4 3-3-16,0 3-6 16,0-6 3-16,4 3-2 0,0-6-1 15,0-10-1-15,0-2 0 16,0-11 1-16,0-1-2 15,0-4 1-15,0 0 0 16,0 0 0-16,8-19 0 0,13-12-2 16,4-2-1-16,-1 5-10 15,4 0-11-15,1 6 3 16,-4 10 10-16,4 3 4 16,-4 6 1-16,-9 3 2 15,4 0 0-15,-3 0-2 16,-5 15 2-1,-4 10 2-15,-4 2 2 16,-4 4 9-16,0-3 0 0,0 3 0 16,-8-3-5-16,-21-4 1 15,-3-5 9-15,-5-7-2 16,4-12 2-16,8 0-7 16,4 0-3-16,10-12-4 15,7-10-38-15,4-3 4 0,0-5-2 16,11-1 0-1,18 0-6-15,8 4 4 0,5-1-10 16,-2 6-3-16,-3 1 25 16,-4 5 17-16,-8 4 8 15,-8 5 2-15,-5 7 9 16,-8 0 17-16,-4 0 5 0,0 0 13 16,0 10 27-16,0 15-29 15,0 6-16-15,0 9-14 16,0-10-5-16,0 4 1 0,0-6-8 15,4-9-1 1,0-7 0-16,8-3 0 16,-8-6-1-1,8-3-11-15,5 0-16 16,4-16-46-16,-13 1-123 0,-4 0-271 16</inkml:trace>
  <inkml:trace contextRef="#ctx0" brushRef="#br1" timeOffset="87215.32">21884 13449 936 0,'0'0'24'0,"0"0"-24"0,0 0-38 16,0 0 33-16,0 0-116 16,0 0-265-16</inkml:trace>
  <inkml:trace contextRef="#ctx0" brushRef="#br1" timeOffset="89127.27">22348 13332 288 0,'0'0'390'15,"0"0"-390"-15,0 0 15 0,0 0 2 16,0 0 43-16,0 0-24 16,0 0-21-16,-21-16 14 15,21 16 6-15,0 0 9 16,0-3 7-16,0 0-12 16,0 3-9-16,0 0-7 0,0 0-10 15,0-3-4-15,12-6-9 16,17 5 3-16,12-4 1 15,8-2-2-15,13 4-1 16,3-6 0-16,-3 9 1 16,-5-1-3-16,-7 1 1 15,-13 3-2-15,-16 0 0 0,-6 0 0 16,-11 0-6-16,-4 0 2 16,0 0-9-16,0 0-20 15,0 0-45-15,-4 0-7 0,-7 0-91 16,-2 0-188-16</inkml:trace>
  <inkml:trace contextRef="#ctx0" brushRef="#br1" timeOffset="89416.28">22438 13557 588 0,'0'0'152'15,"0"0"-151"-15,0 0 0 16,0 0 82-16,0 0-28 16,0 0-41-16,0 0-11 15,-9 30 17-15,55-30 39 16,8 0-17-16,15-5-7 16,8-8-29-16,6-2 3 15,-1 2-4-15,-8 4 0 16,-24 3 1-16,-18 3-5 0,-12 0-1 15,-16 3 0-15,-4-4-9 0,0 4-30 16,-12 0-62 0,-13-2-173-16</inkml:trace>
  <inkml:trace contextRef="#ctx0" brushRef="#br1" timeOffset="95136.71">23743 13122 98 0,'0'0'360'16,"0"0"-343"-16,0 0-3 0,0 0-2 15,0 0 36 1,0 0-10-16,0 0-2 15,0 0 10-15,0 3-4 0,0-3 15 16,0-6-33-16,0 0-8 0,0-3 6 16,0 2-11-16,0-5-6 15,-8 3-4-15,-1-3 8 16,1-1 7 0,-4 1-6-16,-1 2-5 15,-2 2 6-15,-6 1-6 16,5 4-5-16,-1 3-7 15,-4 0 5-15,5 0 4 16,-9 12-2-16,5 10 0 16,0 9 0-16,-1 0 0 15,9 2 1-15,-1-2 0 0,9 0 0 16,4-6-1-16,0-6 0 16,0-7-1-16,21-12-1 15,-1 0 2-15,9 0 1 16,-1-28 0-16,5-3 7 15,0-3-7-15,1-3 3 16,-7-3-2 0,-2 3 2-16,-4 3-2 0,-13 7 0 15,0 5 1-15,-8 9 3 16,0 11 2-16,0 2 35 16,0 0-19-1,0 0-24-15,0 2-17 0,0 23 6 16,0 6 11-16,0 9 7 15,0 6-5-15,5 7-1 0,3 5 0 16,-4 7-1-16,4 6 0 16,-4 0 2-16,1-3 0 15,3-7 0-15,-8-11-2 16,0-7 0-16,0-19 1 16,0-2 7-16,0-13 1 15,0-5 7 1,0-4-3-16,0 0 9 15,4 0-7-15,0 0 0 0,8-10-2 16,8-21 12-16,1-6-18 16,4-12 8-16,4 0-7 15,-9-10 2-15,1 3 2 16,0 8-6-16,-14 4-2 16,1 13-4-16,0 13 0 0,-8 2-5 15,4 10 2-15,1 0-44 16,-1 3-58-16,4 3-71 15,-8 0-76-15,4 0-153 16</inkml:trace>
  <inkml:trace contextRef="#ctx0" brushRef="#br1" timeOffset="96492.49">23402 13630 238 0,'0'0'2'15,"0"0"16"-15,0 0 11 0,0 0 39 16,0 0 16 0,0 0-62-16,0 0 6 15,-28-3 37-15,28 3-1 0,0 0-29 16,0 0-16-16,0 0 5 16,0 0 5-16,-4 0-3 31,4 0-9-31,0 0-5 0,0 0 3 15,0 0 1-15,0 0-1 16,0 0-4-16,0 0 3 16,0 0 5-16,0 0-6 0,0 0-10 15,0 0-1 1,0 0-2-16,0 0 0 16,0 0 0-16,0 0 0 0,0 0 2 15,0 0-2-15,0 0 0 16,0 0 2-16,0 0-1 15,0 0-1-15,0 0 0 16,0 0 0 0,0 0 1-16,0 0 0 0,0 0 1 15,0 0 3-15,0 0 0 16,0 0 4 0,0 0 1-16,0 0 0 15,0 0-7-15,0 0 0 16,0 0-2-16,12 0 12 0,8 0 3 15,5-2-10-15,12-5-5 16,8-2-1-16,12 0 0 0,5-4 4 16,16 1-3-16,13 0 0 15,11-4 1-15,9 4-2 16,0-3 1-16,-8 2-3 16,-18 4 2-16,-19 0 0 15,-21 6-5-15,-20 3 5 16,-17 0 1-16,-4 0-1 15,-4 0 12-15,0 0 44 0,0 0-3 0,0 0-25 32,4 0-13-32,-4 0-10 15,0 0-5-15,0 0-3 16,0 0-3-16,0 0-16 16,0 0-10-16,-16 0-64 15,-5 0-66-15,10 0-64 16,2 0-187-16</inkml:trace>
  <inkml:trace contextRef="#ctx0" brushRef="#br1" timeOffset="99083.35">23451 13896 329 0,'0'0'166'0,"0"0"-158"15,0 0 9-15,0 0 79 16,0 0-32-16,0 0-33 16,0 0-8-16,-8-13 15 15,8 13 10 1,0-3-13-16,0-3-28 15,4-3-6-15,17-4 9 16,8 1-4-16,0 0 2 16,3 3-3-16,-3 2-3 15,0 2 0-15,-9 5-2 0,-3 0-3 16,-9 0-2-16,-8 0-3 16,0 0 3-16,0 12 2 15,0 3 1-15,0 10 4 16,-8 2 1-16,-9 1-2 15,-3 3 3-15,-9 0-3 16,0 0 2-16,-3-1 9 0,-1-2 15 16,0-3-4-16,8-7 8 0,8-6-4 15,9-5-11 1,8-4-16-16,0 0-1 16,0-3-4-16,17 0 5 15,16 0 0-15,8 0 3 0,5 0 6 16,-2 0-8-1,-3-3 1-15,9-7-1 16,-10 5-1-16,-3-2-1 16,-8 4-7-16,-8-3-52 15,-13 3-44 1,1 0-23-16,-9 0-81 0,0 3-126 16</inkml:trace>
  <inkml:trace contextRef="#ctx0" brushRef="#br1" timeOffset="99568.58">24149 13686 245 0,'0'0'272'0,"0"0"-231"16,0 0-13-16,0 0 101 15,0 0-35-15,0 0-66 16,-8-15-20-16,-5 15 9 15,-6 3 4-15,-2 12 13 16,-8 4 8-16,4 5-2 0,-4 4-13 16,2 6 1-16,-2 6-11 15,8 3-2-15,9 3-3 16,7-5-8-16,5-4 1 16,0-1-5-16,21-11 0 15,16-3-1-15,4-7 0 16,4-2 1-1,5-10 0-15,-6-3-4 16,2 0-1-16,-13 0-8 0,0-10-22 16,-9-8-46-16,-12-1-55 15,-12 7-44-15,0 6-172 16</inkml:trace>
  <inkml:trace contextRef="#ctx0" brushRef="#br1" timeOffset="99785.15">23985 13951 300 0,'0'0'231'0,"0"0"-191"16,0 0 0-16,0 0 98 15,0 0-94-15,0 0-44 16,0 0 0-16,0-18 21 0,41 8 12 16,-4-2-15-16,9 0-14 31,-6-1 0-31,-7 1-4 15,-4 3 0-15,-12 3-80 16,-1 6-99-16,-16 0-20 16,0 0-17-16</inkml:trace>
  <inkml:trace contextRef="#ctx0" brushRef="#br1" timeOffset="100239.89">24572 13847 202 0,'0'0'290'16,"0"0"-258"-16,0 0-27 16,0 0 128-16,0 0 8 15,0 0-65-15,0-13-34 16,-20 13-13-1,-13 0 8-15,4 9 7 16,4 3 3-16,-4 4-15 16,13-7-16-16,5 1-7 15,6-1-9-15,5-3-5 16,0 3-4-16,0 0 1 0,28-6-2 16,5 1 2-1,9-1 0-15,-1 3-8 0,-5 6 2 16,1 1 3-16,-8 2 2 0,-8 3-2 15,-9-5-11-15,-7 5 4 16,-5-5 14-16,0 5 1 16,-17 0 3-16,-16-5 0 15,-12 2 20-15,-4-2 4 0,-5-11-6 32,0-2-4-32,18 0-4 15,7 0-10-15,13-21-46 16,16 9-112-16,0-3-128 0</inkml:trace>
  <inkml:trace contextRef="#ctx0" brushRef="#br1" timeOffset="102583.17">25431 12500 520 0,'0'0'59'0,"0"0"-57"16,0 0 31-16,0 0 43 16,0 0-51-16,0 0-8 15,0 0 15-15,-58 55 18 0,37-31 0 32,-4 11-7-32,-8 10-10 15,5 14-1-15,-5 9 2 16,4 12-11-16,5 13 1 15,3 12-5-15,13 9-8 16,4 9-6-16,4 9-4 0,0 1 1 16,16-7 0-16,13-15-1 15,8-12-1-15,0-19-4 16,0-15 1-16,0-22 3 16,-4-13 2-16,0-11-2 15,-4-10 0-15,-1-9 0 0,-12 0 1 16,1 0 9-16,-9 0 11 15,-8 0-6-15,4-3 1 0,-4-3 2 16,0 6-4-16,0-6-14 16,0 3-9-16,0-7-41 15,-4 2-45-15,-4-5-71 16,4 7-74-16,0 0-199 31</inkml:trace>
  <inkml:trace contextRef="#ctx0" brushRef="#br1" timeOffset="104707.43">25352 13026 138 0,'0'0'139'16,"0"0"-120"-16,0 0-17 16,0 0 69-16,0 0 2 15,0 0-33-15,0 0-3 16,8-3 3-16,-8 3 4 15,0 0 2 1,0 0-15-16,0 0-7 16,0 0-8-16,0 0 5 15,0 0-3-15,0 0 15 16,0 10-1-16,0 5-2 0,0 13 7 16,0 9 3-16,0 9-8 15,0 10-21-15,0 2-5 16,0 3 5-16,5-5-10 0,-5-10 6 15,0-6-5-15,0-12 0 16,0-6-2-16,0-13 1 16,0-3 0-16,0-3-1 15,0-3-31-15,0 0-56 16,0-6-68-16,0-9-191 16</inkml:trace>
  <inkml:trace contextRef="#ctx0" brushRef="#br1" timeOffset="104986.06">25323 13069 457 0,'0'0'147'0,"0"0"-139"0,0 0 19 16,0 0 79-16,0 0-59 15,0 0-9-15,42-27-9 0,-13 51 9 16,4 1-3-16,7 6-7 15,5 3-10-15,1 0-2 16,2 0-7-16,-2 0-4 16,-5-1-5-16,-5-8 2 0,-7-3 1 15,-12-7-3-15,-5-6-5 16,-12-6-20-16,0-3-62 16,0 0-43-16,0 0-19 15,0-15-284-15</inkml:trace>
  <inkml:trace contextRef="#ctx0" brushRef="#br1" timeOffset="105224.9">25693 12925 429 0,'0'0'261'15,"0"0"-219"-15,0 0-24 0,0 0 87 16,0 0-81-16,0 0 1 15,-20 37 3-15,20 6 7 16,0 3-12-16,0 7-15 0,0-1-3 16,0 10 2-16,8-7-7 15,8-3 0-15,-3-5-1 16,-1-10 0-16,-5-13-19 16,2-5-42-1,-9-19-69-15,0 0-213 16</inkml:trace>
  <inkml:trace contextRef="#ctx0" brushRef="#br1" timeOffset="105711.36">25993 13165 673 0,'0'0'38'0,"0"0"-38"15,0 0 0 1,0 0 25-16,0 0-17 0,0 0 45 16,17 34 31-1,-17 9-23-15,-5 4-27 16,-3-2-27-16,0-1 5 16,4-4-9-16,0-9-1 15,-1-9-1-15,1-10-1 16,4-6 0-16,0-6 0 15,0 0-1-15,0 0 1 16,0-28 13-16,0-12-8 0,0-12-1 16,9-1-4-16,-1 1-3 15,0 9 2-15,0 9 2 16,-3 12 0 0,-1 10 1-16,-1 9 1 0,-3 3 10 0,4 0-13 15,0 0-6-15,4 21 6 16,5 19 15-16,3 7 8 15,9 11-9-15,0-2-8 0,0-1-1 16,3-9-4-16,-8-5-1 16,1-14 0-16,-9-5-2 31,-3-10-6-31,-5-5-30 16,-4-7-44-16,0 0-94 15,0-4-109-15</inkml:trace>
  <inkml:trace contextRef="#ctx0" brushRef="#br1" timeOffset="105891.18">25935 13357 494 0,'0'0'321'16,"0"0"-321"-16,0 0 4 0,0 0-4 16,0 0 37-16,0 0-9 15,82-32-12-15,-37 23-11 16,1-3-5-16,3-3-9 0,-33 8-166 15,-8 1-250 1</inkml:trace>
  <inkml:trace contextRef="#ctx0" brushRef="#br1" timeOffset="106431.64">26379 13100 600 0,'0'0'97'16,"0"0"-97"-16,0 0 0 15,0 0 43-15,127-55-15 16,-94 52-9-16,-4 3 10 16,-9 0 6-16,0 0-19 15,-12 6-14-15,-4 19 3 16,1 6-1-1,-5 5 5-15,0 2 5 0,-13 8-11 0,-7 0 2 16,-4-3 1-16,-1-6-6 16,8-9 8-1,5-10 13-15,12-5-4 0,0-7-6 16,0-6-11 0,0 0 5-16,16-25-1 15,13-15 11-15,4-9-3 0,0-4-2 16,-5 1-4-16,1 0 1 15,-4 5-4-15,-8 7-1 16,-9 9 1-16,0 10-2 16,-4 9 21-16,-4 9 6 15,0 3 8-15,0 0-18 0,0 0-18 16,0 15-16-16,0 13 13 31,0 15 3-31,-4 6 17 16,4-3-14-16,0 7 2 0,0-7-4 15,4 0-1-15,20-9-3 16,1-3-11-16,0-12-45 16,4-10-38-16,-21-12-101 15,0 0-99-15</inkml:trace>
  <inkml:trace contextRef="#ctx0" brushRef="#br1" timeOffset="106678.95">26945 13276 660 0,'0'0'305'16,"0"0"-250"-16,0 0-9 0,0 0 64 16,0 0-107-16,0 0-3 15,0 18 0-15,0 26 2 16,0 5 2-16,0 7 0 0,0-4-4 16,0 0-2-1,0-5-10-15,8-7-8 0,-4-6-7 31,5-13-9-31,-5-5-3 16,0-13-48-16,0-3-66 16,4 0-53-16,-8 0-22 0,4-12 12 15</inkml:trace>
  <inkml:trace contextRef="#ctx0" brushRef="#br1" timeOffset="106963.09">26990 13378 139 0,'0'0'200'0,"-16"-130"-96"16,16 100 46-16,-8 8 65 15,8 10-86-15,0-1-72 16,0 1-23-16,0 6-24 16,12 0-10-16,9 3-8 15,3 3 5-15,0 0 1 16,5 0-1 0,0 15 3-16,-8 10 0 15,-5 2-1-15,-7 4 3 16,-9-3-1-16,0-4 3 15,-13 4 12-15,-16-6 17 16,-4-4-2-16,4-2-17 16,10-7-5-16,6-9-9 0,9 0-5 15,4 0-51-15,0-18-56 16,0-4-98-16,0 9-42 0,0 1-207 16</inkml:trace>
  <inkml:trace contextRef="#ctx0" brushRef="#br1" timeOffset="107395.18">27023 12690 696 0,'0'0'84'0,"0"0"-73"16,0 0 76-16,0 0 0 15,0 0-83-15,0 0-4 16,37-71 0-16,-17 66 2 16,5-5 0-16,-4 7-2 15,4 3 2-15,-5 0-2 0,-4 0 3 0,9 3 0 16,-13 19-3-1,-4-4-2-15,-8 7 1 0,0 0-2 16,-8 2 3-16,-13 4 25 16,-7-10 6-16,4-2 11 15,11-7-3-15,5-8-21 16,8-4-13 0,0 0-5-16,0 0-5 15,4 0 5-15,25-4 0 16,3-11 11-16,9-3-11 15,1-1-47-15,-5 0-40 16,-29 16-81-16,-5 1-170 16</inkml:trace>
  <inkml:trace contextRef="#ctx0" brushRef="#br1" timeOffset="107816.6">27758 12915 663 0,'0'0'89'15,"0"0"-76"-15,0 0 138 16,0 0-38-16,0 0-91 16,0 0-22-16,0 0 1 15,0 22 2-15,3 6 24 0,6 12-7 16,3 3-13-16,1 0 0 0,3-3-7 15,-4 0 0 1,1-9 3-16,-1-3-3 0,-8-10-14 16,1-5-34-16,-5-7-64 15,0-6-147-15,0 0-240 16</inkml:trace>
  <inkml:trace contextRef="#ctx0" brushRef="#br1" timeOffset="108032.5">27663 13171 925 0,'0'0'78'0,"0"0"-66"16,0 0-12-16,0 0 35 16,0 0-30-16,0 0 3 15,123-43 4-15,-73 31-5 16,4 0-3-16,-2-1-4 15,-2 4 1-15,-5 3-2 16,-13-1-35-16,-32 7-186 0,0 0-291 16</inkml:trace>
  <inkml:trace contextRef="#ctx0" brushRef="#br1" timeOffset="108897.28">28296 12891 355 0,'0'0'111'0,"0"0"-83"16,0 0 99-16,0 0 12 0,0 0-53 16,0 0-25-16,-4-19-3 15,4 19 0-15,0 0-6 16,0 0-13-16,0 0-12 16,0 0-12-16,0 0-15 15,0 3-15-15,0 22 15 0,0 12 1 16,0 3 7-16,4 12-6 15,4 1 1-15,0 2 0 16,-8-2-2-16,4-1 0 16,-4-3 0-16,0-6 0 15,0-15 1-15,0-3-2 16,0-12 1 0,0-4-3-16,0-6-5 15,0-3-24-15,0 0-24 16,0-19-50-16,0 1-123 0,0-7-179 15</inkml:trace>
  <inkml:trace contextRef="#ctx0" brushRef="#br1" timeOffset="109135.85">28275 12814 806 0,'0'0'70'0,"0"0"-59"16,0 0 94-16,0 0-83 15,0 0-13-15,0 0-5 16,90 68 15 0,-49-28-9-16,9 3-2 15,3-3 1-15,5-3-4 16,-5-3 0-16,0-3-1 16,-12-7-4-16,-8-5 1 15,-12-4-1-15,-10-9-4 16,-6-2-26-16,-5-4-45 0,0 0-50 15,0 0-17-15,-5-4-219 16</inkml:trace>
  <inkml:trace contextRef="#ctx0" brushRef="#br1" timeOffset="109383.82">28681 12773 266 0,'0'0'409'0,"0"0"-296"0,0 0-34 16,0 0 56-16,0 0-51 0,0 0-74 15,-29-40 2-15,29 78-5 16,0 11 16-16,0 6-10 16,0 7-11-16,0-1 2 15,0 5 0-15,4-8-1 16,9-2 0 0,-5-7-3-16,0-9 0 15,1-9-6-15,3-7-39 16,-8-12-30-16,-4-12-126 0,0 0-240 15</inkml:trace>
  <inkml:trace contextRef="#ctx0" brushRef="#br1" timeOffset="109902.74">28895 13113 233 0,'0'0'229'16,"0"0"-167"-16,0 0 35 16,0 0 73-1,0 0-63 1,0 0-26-16,0-31-21 0,0 31-25 15,0 0-6-15,0 0-2 16,0 0-26-16,0 0 5 16,0 22-6-16,0 11 32 15,4 1-17-15,5 3-3 16,-1 3-10-16,3-6-1 16,-2 0-1-16,3 0 1 0,-8-12-1 15,0-4-3-15,-4-8-23 16,0-8-26-16,0-2-45 15,0 0-67-15,0-12-96 16,0-9-310-16</inkml:trace>
  <inkml:trace contextRef="#ctx0" brushRef="#br1" timeOffset="110139.38">28887 13079 404 0,'0'0'301'16,"0"0"-262"-16,0 0-32 15,0 0 73-15,0 0-36 16,0 0-41-16,0 0 10 15,53-40 1-15,-24 65-3 16,0 8 6 0,-5 1-10-16,1 3-4 15,-4-3 0-15,-18 0-1 16,-3 0 2-16,0 0 2 16,-20-6 20-16,-17-3 11 15,-13-1-14-15,6-9-23 16,3-2-14-16,3-13-47 15,22 0-32-15,16 0-96 0,0-13-395 16</inkml:trace>
  <inkml:trace contextRef="#ctx0" brushRef="#br1" timeOffset="110788.67">29347 13066 394 0,'0'0'377'0,"0"0"-356"15,0 0-4 1,0 0 89-16,0 0-58 16,0 0-40-16,32-33-4 15,-24 29 11-15,5 4-4 0,-1 0 0 32,0 0-11-32,1 4 3 15,-5 14-3-15,-4 10 4 16,-4 6 4-16,0 6-3 15,0 3-4-15,-4 0 1 16,-8-6-1-16,-9-6 0 0,9-13 1 16,-1-9-1-16,5-2 0 15,8-7 3-15,0 0-2 0,0-7 1 16,8-20 21-16,13-13-17 16,4-6 1-16,0 0 5 15,-1-1-9-15,-3-8-1 16,3 3-2-16,-8 5 0 15,1 10 0-15,-9 9 0 0,-4 19 5 16,-4 6 25-16,0 3 12 16,0 0-20-16,0 0-23 15,0 28-6-15,-4 15 6 16,-12 10 2-16,3 5 4 16,9-3-6-16,4-2 1 15,0-1-3-15,0-9 0 16,12-6-6-16,13-9-17 15,0-10-33-15,4-5-42 16,-17-13-157-16,-7 0-255 16</inkml:trace>
  <inkml:trace contextRef="#ctx0" brushRef="#br1" timeOffset="111243.63">29712 13224 631 0,'0'0'111'0,"0"0"-108"15,0 0 41 1,0 0 46-16,0 0-70 16,0 0-10-16,-4-9 2 15,4 21-1-15,0 16 20 0,0 8-4 16,0 7-14-16,0-2-12 15,0 5 2-15,0-9 0 16,0-12-3-16,0-1 4 0,0-15-4 16,0-5 1-16,0-4 2 15,4 0 2-15,0-4 5 16,8-23 27-16,1-13-22 16,3-4-3-16,1-4-8 15,3 1-2-15,-8 13 0 0,0 9 0 16,-4 10 19-1,-8 9 4-15,0 6 2 0,0 0-11 32,5 0-16-32,-1 18 0 15,4 13 1-15,4 12 11 16,1-3-6-16,-1 0-6 16,-4-6 0-16,5-3-3 0,-5-9-39 0,-4-4-38 15,-4-18-78 1,0 0-211-16</inkml:trace>
  <inkml:trace contextRef="#ctx0" brushRef="#br1" timeOffset="112076.48">29934 12811 565 0,'0'0'106'0,"0"0"-77"16,0 0 110-16,0 0-17 16,0 0-76-1,0 0-15-15,-8-25 1 16,8 16-15-16,4 3-9 0,11-4 1 16,10 1-8-16,8-3 1 0,4 5 0 15,-3 4-1-15,2 3 0 16,-7 0-1-16,-9 0-1 15,-3 0 0-15,-9 7-4 16,-4 11-4-16,-4 0 0 31,0 10-7-31,-16 3 10 16,-22 6-4-16,-7 0 10 0,1-3 9 16,2-3-8-16,13-9 6 15,9-10 10-15,15-6-3 16,5 0-13-16,0-6-1 15,0 0 0-15,17 0 0 16,16 0 14-16,8-6 13 16,5-9-17-16,-6 2-8 0,2 1 0 15,-5 6-2-15,-5-6-3 0,-7 2-75 16,-25 7-189-16,0 3-543 16</inkml:trace>
  <inkml:trace contextRef="#ctx0" brushRef="#br1" timeOffset="113110.29">30307 12543 206 0,'0'0'259'0,"0"0"-219"15,0 0-21-15,0 0 70 16,0 0-45-16,0 0-18 16,-4 0 27-16,4 0 38 0,0 0-17 15,0 0-17-15,0 0-12 16,0 0-7-16,0 0-11 31,0 0-2-31,0 0 1 16,0 0-1-16,0 0 2 0,0 0-7 15,0 0-8-15,0 0-5 16,0 0-1-16,0 0-1 16,0 0 3-16,0 0-6 0,0 0 2 15,0 0 1-15,0 0-3 16,0 0 0-16,0 0-2 15,0 0 1-15,0 0 2 16,0 0-1-16,8 0 0 0,5 5 1 31,-5 2 4-31,4-1 1 16,5 3-6-16,-5 4 1 16,8-1 2-16,1 7-3 0,3 2 2 15,1 3-2-15,4 4-2 16,0 6 2-1,3 10-2-15,5 5 0 16,0 3 0-16,-8 13 0 0,-1 2 0 16,-7 11 1-16,-9 8 1 15,-7 10 0-15,-5-4-2 16,0 7-10-16,-34-10 10 16,-10-6 1-16,-14-3 0 0,-11-9-1 15,-6-6 3-15,-2-3 0 16,7-10 10-16,8-9-2 15,17-12-2-15,12-12 0 16,12-7-2-16,13-9-3 16,8-3-4-16,0 0-5 0,0 0-9 0,0-9-11 15,0-9-9 1,0-7-1-16,13-3-49 16,-9 15-107-16,0 4-445 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05:14.01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15057 14574 316 0,'0'0'102'0,"0"0"-85"16,0 0-12-16,0 0 102 15,0 0-19-15,0 0-48 16,-4-65-1-16,4 65-12 16,0 0-17-16,0 0 21 15,0 0 6-15,0 0-14 16,0 0-6-16,0 0-8 0,0 0-2 15,0 0-7-15,0 0-11 16,0 9 7 0,0 22 4-16,0 9 21 0,4 12-3 15,4 1-14 1,9 3 3-16,-1-4 10 16,-3 0-7-16,6-5-5 0,2-11-1 15,-5-1-2-15,5-11 2 16,-8-5-3-16,3-7 1 15,-3-9 0-15,-5-3 3 16,0 0 2-16,8 0 3 16,0-18 3-16,1-13 19 15,3-9-7-15,5-13-9 16,-8-2 1-16,-1-10-10 0,1-6-2 16,-13 3 4-16,-4 7-6 15,0 2-1-15,0 13 14 16,-17 3-7-16,-3 6 15 15,3 6-4-15,1 12 16 0,7 7-20 16,-3 6-5-16,8 6-11 31,4 0-12-31,-4 0-41 16,-1 28-55-16,1 6 23 16,4-13-154-16,0-5-276 0</inkml:trace>
  <inkml:trace contextRef="#ctx0" brushRef="#br0" timeOffset="586.64">15767 14676 308 0,'0'0'88'0,"0"0"-62"15,0 0 76-15,0 0 52 16,0 0-21-16,0 0-56 0,0 0-33 16,37-40 3-16,-49 40-17 15,-21 0-30-15,-13 18 0 16,-6 10 9-16,2 2 2 0,4-2 8 15,10-3 1-15,16-3-15 16,11-7-5-16,9-3-7 16,0 1-2-16,9-4 9 15,28-6-7-15,7-3 4 16,14 0-1-16,-5 0-11 0,-8 0-16 16,1 0-12-16,-17 0 3 15,-9 0 7-15,-17 6 20 31,-3-3 4-31,0 3-3 0,-11 4 12 16,-18-1 63-16,-8-3-26 16,4 0 1-16,0-3 2 15,9 0-7-15,3-3-21 16,13 0-10-16,0 0-1 16,8 0-2-16,0 0-12 15,0 0-23-15,0 0-24 16,4 0 28-16,17 0 24 0,8-3 8 15,7-9-27-15,-3-3-43 16,0 2-53-16,-21 7-60 0,-8 0-97 16</inkml:trace>
  <inkml:trace contextRef="#ctx0" brushRef="#br0" timeOffset="855.47">15886 14756 70 0,'0'0'206'0,"0"0"-193"16,0 0-9-16,0 0 79 16,0 0 19-16,0 0-29 15,0-40-24-15,0 36 8 16,0 4 6-16,0 0 4 16,0 0-18-16,0 4-28 15,0 20-15-15,0 10 27 0,0 0-5 0,0-3-20 16,0 0-3-16,0-7-3 15,0-5-2 1,0-3 2-16,0-11-6 16,0 2 4-16,4-7-47 0,-4 0-14 15,0 0-42-15,0 0-60 16</inkml:trace>
  <inkml:trace contextRef="#ctx0" brushRef="#br0" timeOffset="970.98">15873 14522 470 0,'0'0'0'0,"0"0"-409"16</inkml:trace>
  <inkml:trace contextRef="#ctx0" brushRef="#br0" timeOffset="1402.09">16096 14595 628 0,'0'0'92'0,"0"0"-85"15,0 0-7 1,0 0 20-16,0 0 10 0,8 133-14 16,-4-99-8-16,0-3-1 15,0-10 5-15,0-2 16 16,1-13 17-1,-5 0-17-15,0-6-4 16,0 0 14 0,0 0 13-16,4-3-19 0,-4-19 6 15,0-11-32-15,4-4-6 16,-4 3 3-16,7 0-3 16,-3 12-8-16,0 10 7 15,-4 5-1-15,0 7-4 0,4 0 0 16,-4 0-8-16,9 16-14 15,-1 12 25-15,9 6 3 16,-1-1 3-16,5-5-3 16,4-3 0-16,-1-10 0 15,-4-2-5-15,1-10-9 0,3-3-15 16,1 0-16-16,4 0-44 0,0-16-42 16,-1-2-33-1,-24 9-45-15,0-4-4 16</inkml:trace>
  <inkml:trace contextRef="#ctx0" brushRef="#br0" timeOffset="1902.85">16560 14617 352 0,'0'0'199'16,"0"0"-113"-1,0 0 22-15,0 0 39 16,0 0-36-16,0 0-53 16,-21-80-58-16,0 80-2 15,-8 12 2-15,0 19 7 16,-7 6-6-16,7 3 2 15,9-3 4-15,7-3-6 16,13-10-1-16,0-5-5 0,0-7 4 16,13-8-13-16,12-4 14 0,7 0 0 15,1-7 0 1,-4-11-4-16,-5 6-5 16,-11 2 1-16,-5 7 7 15,-8 3 1-15,0 0 1 0,0 19 1 31,0 27 2-31,0 16 27 0,0 11-18 16,0 14-10 0,12-1-3-16,5-2-41 15,-6-8 41-15,2-14-2 16,-9-10-41-16,-4-14 43 0,-8-14 31 16,-20-5 13-16,-10-10-7 15,-7-9-6-15,4 0 7 0,0-3-18 16,4-25-16-16,8-6 1 15,9-12-2-15,11-9 10 16,9-13-5-16,4-3-8 16,42 0-1-1,12 12 1-15,7 10-2 16,9 9-1-16,0 9 3 0,0 6-1 0,-9 7-13 16,-48 18-143-16,-13 0-245 15</inkml:trace>
  <inkml:trace contextRef="#ctx0" brushRef="#br0" timeOffset="5614.83">17204 14614 275 0,'0'0'117'15,"0"0"-83"-15,0 0-17 16,0 0 46-16,0 0-9 15,0 0-25-15,0 0-13 16,-5-12 0-16,5 12 5 0,0 0 22 16,0 0 2-16,0 3-34 0,0 25-6 15,0 15 39 1,0 3-13-16,0 3-19 16,5 0-11-16,7-2 3 15,-8-7-3-15,0-13 0 0,-4-8 2 16,0-10-3-16,0-6 1 15,4-3-1-15,-4 0 6 0,5 0 21 16,-5-3 25-16,0-18-13 16,0-7-39-16,0-9 5 31,0-3-2-31,0 0-3 16,0 0-2-16,0-4 2 15,0 1 3-15,0 7-1 0,0 5-2 16,0 6 6-16,0 10-3 15,0 5 4-15,0 7-7 16,0 0-1-16,4 3-5 16,0 0-1-16,4 0-1 15,9 12-2-15,-1 16 10 16,12 9 4-16,5 6-4 16,4 3 0-16,1 1 6 0,2-1-6 15,-3-3 0-15,0-6 1 16,-4-6-1-16,-5-10 0 15,-7-5 0-15,-5-4 0 16,-7-12 0-16,-5 0 0 0,-4 0 6 16,0 0 17-16,0-12 40 15,0-16-29 1,0-6-16-16,0-9 16 16,0-3-8-1,-8-6 4-15,-5-1-7 0,-3 4-11 16,-1 9 10-16,6 3-14 15,-2 9-1-15,5 12 3 16,4 4-7-16,4 9-3 16,0 3-3-16,0 0-40 0,0 0-53 15,0 10-73-15,0 5 9 16,0 3-177-16</inkml:trace>
  <inkml:trace contextRef="#ctx0" brushRef="#br0" timeOffset="6099.05">17795 14756 411 0,'0'0'146'0,"0"0"-146"16,0 0-18-16,0 0 18 15,0 0 49 1,0 0-46-16,16-22-2 15,-16 28 32 1,0 16 44-16,0 9 17 0,-8 9-33 16,-13-3-28-16,5-3-23 15,-1-4 1-15,5-5-2 16,5-9-2-16,3-7 2 16,-1-6-5-16,5-3 0 0,0 0 3 15,0 0-5-15,5-18 5 16,10-14 10-16,-3-4-8 15,5-4-5-15,-5-1-4 16,1-5 0-16,-5 9 2 16,0 7 1-16,-4 5-3 15,1 12 1 1,-1 4 1-16,-4 9-1 0,0 0-2 16,0 0-3-16,0 6-9 15,8 16-1 1,4 12 14-16,9 6 8 15,-1 0-5-15,9 0-2 0,0-6 0 16,0-6-1-16,-5-7-18 16,-3-2-43-16,-10-10-12 0,-6-3-26 15,-5-6-48-15,0 0-137 16</inkml:trace>
  <inkml:trace contextRef="#ctx0" brushRef="#br0" timeOffset="6315.54">17745 14888 717 0,'0'0'71'0,"0"0"-67"15,0 0 28-15,0 0 22 0,0 0-53 16,0 0-1 0,0 0 12-16,75-27 6 15,-30 20-18 1,4-2-2-16,4 0-24 0,-7 3-105 15,-35 3-122-15,-2 3-240 16</inkml:trace>
  <inkml:trace contextRef="#ctx0" brushRef="#br0" timeOffset="6869.29">18201 14712 644 0,'0'0'55'16,"0"0"-47"-16,0 0 45 16,0 0 39-16,0 0-33 0,0 0-27 31,12-46-28-31,-7 44 3 16,7-2-5-16,-4 4-2 15,5 0-2-15,-5 0 1 16,0 0-11-16,5 9-8 0,-5 16 20 15,8 12 0 1,-4 0 0-16,-8 0-2 16,0-3-37-16,-4 0 16 0,0-6 5 0,0-7 7 15,-20-6 11-15,4-5 14 16,3-4 30-16,5-6 7 16,8 0-6-16,0 0-2 15,0 0-28-15,0-19-11 16,0-8 10-16,21-10-12 15,4-6-1-15,-2-4-1 0,2-2-1 16,0 0 0-16,-4 3 1 16,-5 5 2-16,1 14-1 15,-9 8-1-15,-4 10 6 16,0 6-6-16,-4 3 10 16,0 0-3-16,0 0-7 15,0 12-12 1,0 22 11-16,-4 16 1 15,-4 5 4-15,0-6-3 16,8 1-1-16,0-17 0 16,0-2-1-16,8-6-2 0,12-13-13 15,4 1-39-15,1-7-33 16,4-6-58-16,-21 0-23 16,5 0-121-16</inkml:trace>
  <inkml:trace contextRef="#ctx0" brushRef="#br0" timeOffset="7117.01">18628 14808 261 0,'0'0'405'16,"0"0"-341"-16,0 0-45 15,0 0 118 1,0 0-64-16,0 0-68 16,0 25-1-16,0 9 8 15,0 3-6-15,0 3-3 16,0 3-2-16,4-3-1 15,4 0 2-15,5-3-4 16,-1-9 2-16,0-6-9 16,-7-10-32-16,3-6-125 0,0-6 133 0,-4 0-23 15,-4 0-106 1,0-6-74-16</inkml:trace>
  <inkml:trace contextRef="#ctx0" brushRef="#br0" timeOffset="7386.7">18640 14808 350 0,'0'0'165'0,"0"0"-71"0,0 0 12 15,0 0 43-15,0 0-81 16,0 0-60-16,4-71-8 16,25 71-4-16,0 0-3 15,0 13 7-15,-5 5 0 16,1 1 0-16,-13-4-10 0,-8 3-23 15,-4-2 26-15,0-1 7 16,-16 4 3-16,-13-4-1 16,-3-2 18-16,-1-4-12 0,8-3 11 15,8-3-19-15,5-3-20 16,12 0-90-16,0 0-114 16,0 0-130-16</inkml:trace>
  <inkml:trace contextRef="#ctx0" brushRef="#br0" timeOffset="8274.84">18985 14719 547 0,'0'0'112'16,"0"0"-89"-16,0 0 54 15,0 0 67-15,0 0-87 16,0 0-28-16,0 0-14 16,-8-22-5-16,8 22-3 15,0 0 2-15,0 0 5 0,8-3-11 16,21-6 2-16,8-3-2 31,4 5-3-31,4-2 0 0,-3 6-1 16,-6 3 1-1,-7 0-1-15,-13 0-12 0,-7 0-29 16,-5 0-35-16,-4 0-45 16,0 0 34-16,0 3-45 15,-8 0-92-15,-5 3-84 16</inkml:trace>
  <inkml:trace contextRef="#ctx0" brushRef="#br0" timeOffset="8475.89">19027 14805 435 0,'0'0'199'0,"0"0"-172"0,0 0 7 16,0 0 100-1,0 0-85-15,0 0-46 16,-37 9 12-16,53-9-14 15,5 0 15-15,7 0-7 0,9-9-1 16,8 0-8 0,-3 3 0-16,6-4-46 15,-35 7-126-15,-1 0-100 16</inkml:trace>
  <inkml:trace contextRef="#ctx0" brushRef="#br0" timeOffset="9195.74">19425 14509 415 0,'0'0'94'15,"0"0"-39"-15,0 0 95 0,0 0-6 16,0 0-56-16,0 0-44 15,0 0-7-15,0-6-37 16,0 6-1-16,0 15 1 0,0 16 7 16,0 3-3-16,0 0 3 15,0 3-7-15,0-3 3 16,0-6-3-16,4-4 1 16,0-14 2-16,0-1-3 15,0-6 0-15,-4-3 0 16,4 0 0-16,1 0 4 0,-5 0 2 31,0-12 14-31,0-13-8 16,0-9-5-16,0-3 16 15,0 0-5-15,0 0-14 16,0 0 4-16,0 6 3 0,0 3-5 16,0 7 6-16,0 9-3 15,0 5 3-15,0 4 2 16,0 3-4-16,0 0-10 0,0 0-6 15,0 0-8 1,4 6-10-16,8 16 12 0,8 12 12 16,5 6 0-16,3 0-17 15,1 3-6-15,9-3-1 16,-6-2 3-16,1-5 1 0,-4-8 4 16,-9-7 9-16,1-8 5 15,-13-7-3-15,1-3 5 16,2 0 0-16,-3-6 13 15,5-19-4-15,-1-6-4 16,-4-6 10-16,-8-6 22 16,0 0-8-1,0 3 12-15,0-1-19 0,0-2 2 16,-8 6-5-16,-4 6-5 16,3 1-6-16,1 12 6 15,1 2-6 1,7 13-8-16,-4 3-2 0,4 0-33 15,0 0-72-15,0 9-102 16,-4 3-50-16,4 1-166 0</inkml:trace>
  <inkml:trace contextRef="#ctx0" brushRef="#br0" timeOffset="9480.51">19864 14583 320 0,'0'0'441'16,"0"0"-411"-16,0 0-13 0,0 0 77 15,0 0-32 1,0 0-57-16,21 50-3 16,-5-17 18-16,-4 8-14 15,-4-5 0-15,0-2-5 0,0-6-1 0,-3-6 2 16,3-13-2-16,-8 0 1 15,4-9-1-15,-4 3 0 16,0-3-3 0,0 0-44-16,4 0-78 15,-4-15-38-15,0-4-166 16,0 7 71-16</inkml:trace>
  <inkml:trace contextRef="#ctx0" brushRef="#br0" timeOffset="9737.53">19958 14574 435 0,'0'0'161'0,"0"0"-118"15,0 0 34-15,0 0 16 16,0 0-47-16,0 0-45 16,21-22 25-1,4 47-21-15,3 12 7 16,0 3-12-16,1 3 2 16,-8 3 1-16,-4-2-6 15,-9-11-7-15,-8-5 7 0,0-6 6 16,-8-7-2-16,-21-2 44 15,-9-7 9-15,2-3-37 16,3-3-11-16,8 0-6 0,9 0 0 16,8 0-63-1,8-16-74 1,0 10-58-16,0 0-82 0</inkml:trace>
  <inkml:trace contextRef="#ctx0" brushRef="#br0" timeOffset="10343.52">20385 14620 222 0,'0'0'397'0,"0"0"-314"15,0 0-13-15,0 0 95 16,0 0-68-16,0 0-67 0,0 0-30 16,0-22 0-16,0 22-9 15,0 0 2-15,4 0 7 16,17 16 0-16,-5 6-1 0,5 15 1 16,-5 2 0-1,-3 5 0-15,-9-1 0 0,-4-6-1 16,0-3 0-16,0-10 1 31,-12-5 0-31,-13-7 4 16,0-8 14-16,4-1 18 15,13-1 5-15,8-2 0 0,0 0-13 16,0-2-26-16,0-20-2 16,8-12 0-16,17 0 7 15,8-12-6-15,4-3 0 16,-5-7 0-16,6 1 2 15,-5-1-4-15,-4 13 1 16,-6 9-2-16,-6 15 1 0,-5 7 1 16,-7 9 0-16,-5 3 4 15,0 0-4-15,0 0 0 16,0 0-6-16,0 22-2 0,-17 18 8 16,-4 12 0-16,14 1 2 15,3 5-2-15,4-5 1 31,0-10-2-31,0-6-3 0,0-10-2 16,15-8-9 0,6-7-27-16,4-3-42 0,-4-5-71 15,-13-4-85-15,0 0-133 16</inkml:trace>
  <inkml:trace contextRef="#ctx0" brushRef="#br0" timeOffset="10728.24">20763 14722 603 0,'0'0'171'16,"0"0"-130"-16,0 0 20 15,0 0 20-15,0 0-81 16,0 0 6-16,21 46-3 0,-14-6 3 16,6-3-4-16,-5 0 0 15,0-9-1-15,0-4 1 16,-4-8-2-16,1-7 1 0,-5-3 2 15,0-6 12-15,4 0 37 16,4-3 10-16,4-25-22 31,1 1-34-31,3-10-1 0,5-3-1 16,-4 3 1-16,-2 0-5 16,2 9 1-16,-5 9 3 15,-12 10-1-15,0 9 14 16,0 0-17-16,0 22 6 15,8 18-6-15,1 12 13 16,3-2-8-16,4-7 1 0,1-3-6 16,0-6-4-16,3-13-50 15,-20-21-84-15,4 0-212 16</inkml:trace>
  <inkml:trace contextRef="#ctx0" brushRef="#br0" timeOffset="11651">21461 14629 173 0,'0'0'473'0,"0"0"-420"16,0 0-40-1,0 0 90-15,0 0-5 0,0 0-72 16,0 0-26-16,0-34 1 16,-4 53-1-16,-5 8 7 15,1 1 3-15,8-3-7 16,0-3-1 0,0-4-1-16,0-9 1 15,13-2-1-15,3-7 5 16,9 0 8-16,-1 0 29 15,9-22-23-15,-4-9-11 16,-9 3-4-16,-7-2-1 16,-5 2 3-16,-8 6-1 15,0 10 6-15,0 3 6 0,0 6-18 16,-12 3-14-16,-9 0-25 0,0 18-41 16,5 16-41-16,3-15-66 15,13-1-108-15</inkml:trace>
  <inkml:trace contextRef="#ctx0" brushRef="#br0" timeOffset="12065.02">21613 14990 50 0,'0'0'76'0,"0"0"-11"0,0 0 27 16,0 0 0-16,0 0 17 16,0 0-9-16,12 55-32 15,-12-52 13-15,0 4 22 16,0-4-24-16,0 6-35 0,0 0-34 16,0 3 30-16,-4 1-13 15,0-1-22-15,4-2 0 16,0-7-2-1,0 0 0-15,0-3-1 16,0 3 3-16,0-3-3 16,4 0 20-16,13-6 30 15,2-16-26-15,6-3-12 16,-13-2 1-16,-7-1 1 0,-5 6-1 16,0 4 1-16,0 3 4 15,-17 8 2-15,-15 4-19 16,-5 3-3-16,-9 0-10 15,1 10-43-15,25-2-121 16,12 2-353-16</inkml:trace>
  <inkml:trace contextRef="#ctx0" brushRef="#br1" timeOffset="20913.47">22171 14959 64 0,'0'0'81'16,"0"0"-81"-16,0 0-63 15,0 0 53-15,0 0 9 16,0 0-10-16</inkml:trace>
  <inkml:trace contextRef="#ctx0" brushRef="#br1" timeOffset="21309.29">22171 14959 73 0</inkml:trace>
  <inkml:trace contextRef="#ctx0" brushRef="#br1" timeOffset="22280.88">22171 14959 73 0,'-58'25'169'0,"58"-25"-159"0,0 0-4 0,0 0 38 0,0 0 25 0,0 0-11 16,0 0-9-16,0 0 9 16,-4 0-2-16,4 0-19 15,0-3 8-15,0-3-18 16,0 0 0-16,0-1 6 15,0-2 11-15,0-3-2 0,0 0 4 16,0-4-10-16,0 4-6 16,0-1-15-16,16-2-11 15,5 3 3-15,4-1-1 0,8 4-5 16,-8 0 5-16,3 6-4 16,-4-4-2-1,-3 7 0-15,-4 0-4 0,-5 0-3 31,1 13-7-31,-5 15 14 0,0 9 0 16,0 6 1-16,1 6 8 16,-9 0-9-16,0 4-1 15,0-4 1-15,0-6-1 16,-5-2-2-16,-11-17 3 16,4-3 3-16,-5-8 4 15,5-10-1-15,7 3 1 0,1-6 5 16,4 0-3-16,0 0 8 0,0 0 16 15,0 0 1-15,0-9-22 16,9-16-3-16,7-3-4 16,9-8-3-16,0-4-2 15,7-7 0-15,1 4 5 16,0-3-5-16,-4 3 0 16,-5 2 3-16,-4 8-2 15,-3 5 4-15,-5 6-5 0,-4 7 1 16,1 2 3-16,-5 10-3 15,-4 3-2-15,0 0 0 16,0 0-5-16,0 0-3 31,0 0 3-31,-4 25 6 0,-13 12 2 0,1 10-1 32,-1 8 2-32,5-6-3 15,5 1 1-15,7-4 1 16,0-6-2-16,0-9 0 15,0-1 3-15,3-14-3 0,13 3-1 16,-3-11-4-16,3 2 3 0,-4-7 2 16,5 0-6-16,4-3-21 15,4 0-19-15,-5 0-48 16,8 0-7-16,-11-3-15 16,3-13 3-16,-3-2-23 15,-5-7 99-15,5-5 37 0,-9-1 13 31,0 3 11-31,-4-3 8 16,-4 10 22-16,5 2 15 16,-5 10 20-16,0 3-1 0,0 2 6 15,0 4-16-15,0 0-24 16,0 0-30-16,0 0-24 16,0 10 3-16,0 18-3 15,0 12 11-15,0 6-5 0,0 3 6 16,0 3-10-16,0-2 0 15,0-7-2-15,0-6 0 16,4-9-1-16,4-9 1 16,-5-7-1-16,1-9 0 15,0-3-8-15,-4 0-22 16,0 0-14-16,0 0-31 0,0-22-77 31,0-6-80-31,0 13 17 0,0-1 41 16</inkml:trace>
  <inkml:trace contextRef="#ctx0" brushRef="#br1" timeOffset="22565.15">22812 15079 329 0,'0'0'196'0,"0"0"-147"0,0 0 11 16,0 0 102-16,0 0-10 16,0 0-74-1,0 0-37-15,-21-79-40 0,21 79-1 16,0 0-12-16,21 12 9 15,2 3 6-15,6 6-2 16,4-2-1-16,-4 2 0 0,0 4 0 16,-9 0 0-16,-3-4-9 15,-13 4 5-15,-4-7-5 16,0 1 3-16,-13 0 2 16,-23-4 4-16,-14 0 26 15,-3-8-26-15,4-4-4 0,4-3-4 31,12 0-22-31,16 0-55 16,17 0-77-16,0 0-130 0</inkml:trace>
  <inkml:trace contextRef="#ctx0" brushRef="#br1" timeOffset="25020.86">23320 15126 314 0,'0'0'35'0,"0"0"-29"15,0 0 49-15,0 0 55 16,0 0-60-16,0 0-25 16,0 0 9-16,-4-13 3 0,4 13-1 15,0 0 21-15,0 0-8 16,0 0-11-16,0 0-5 15,0-3-3-15,0 3-2 16,0 0-13-16,0 0-8 16,0-3 3-16,8 3-8 15,9 0 5 1,8-3 14-16,11 0-11 16,-3-3 2-16,8 6-9 15,1 0 0-15,-10 0-2 16,1 0-1-16,-13 0 0 15,-3 0 0-15,-9 0 1 0,-4 0-1 16,0 0-1-16,-4 0 1 16,0 0 3-16,0 0-3 0,0 0-7 15,0 0-20-15,0 0-36 16,0 0-88-16,0 6-18 16,0-3-7-16,0 0-52 15</inkml:trace>
  <inkml:trace contextRef="#ctx0" brushRef="#br1" timeOffset="25392.21">23320 15265 419 0,'0'0'64'0,"0"0"-57"16,0 0 66-16,0 0 13 0,0 0-44 15,0 0-20-15,0 0 0 16,-4 0 13 0,4 0-6-16,0 0 5 15,8 3-2-15,9-3-7 0,4 0 10 16,12 0 5-16,3 0-6 16,5 0-10-16,5-7-11 0,2-2 7 15,-6 3-5-15,-5-3-7 16,-12 5-1-16,-9 1-4 15,-9 3-2-15,-3 0 0 16,-4 0 1-16,0 0 2 16,0 0 1-16,0 0-5 15,0 0 0 1,0 0-14-16,0 0-51 16,0 0-73-16,0 0-23 15,0 0-9-15,0 3-162 0</inkml:trace>
  <inkml:trace contextRef="#ctx0" brushRef="#br1" timeOffset="28370.98">24289 14956 217 0,'0'0'67'0,"0"0"-56"15,0 0 18-15,0 0 49 16,0 0-35-16,0 0-17 16,0 0 23-16,-16 0-31 15,16 0-1-15,0 0 17 16,0 0-6-16,0 0-4 0,0 0-7 16,0 0 2-16,0 0 14 15,0 0-13-15,0 0 5 16,0 0 2-16,0 0-1 15,0 0 0-15,0 0-5 16,0 0-4-16,0 0 2 16,0 0-5-1,0 0 1-15,0 0-10 16,0 0-5-16,0 0-4 16,0-3 4-16,3-3 9 15,18 0-8-15,0-1-1 0,3 5 0 16,9-1 2-16,-4-1-1 15,3 1-1-15,2 0 0 16,-6 3-1-16,-7 0-2 16,-4 0 0-16,-9 0 0 0,-8 0-8 15,0 0-12-15,0 10 20 16,0 2 3-16,-8 6 3 16,-17 4-3-16,0-1 4 15,-4 7-4-15,-8 0 0 16,-3 0 1-1,2 2 1-15,-7-2 0 16,9-3-1-16,7-7-1 16,8-5 1-16,9-7 0 15,12-3 0-15,0 0-1 16,0-3-5-16,0 0-11 16,0 0 1-16,8 0 15 15,17 0 18-15,12 0 4 0,-5 0-4 16,9-6-7-16,5-3-2 15,-2-1 5-15,10 1-8 16,-4-3 8-16,-2 5-14 0,-15 2 1 16,-4 1-3-16,-12 4-21 15,-9-3-60-15,0 3-69 16,-8 0-93-16,0 0-7 0</inkml:trace>
  <inkml:trace contextRef="#ctx0" brushRef="#br1" timeOffset="28804.8">25003 14808 380 0,'0'0'168'16,"0"0"-142"-16,0 0 10 15,0 0 47-15,0 0-41 16,0 0-40-16,-45-31 5 16,16 34 6-16,-8 16-3 15,-3 5 30-15,-6 4 29 16,1 6-11-1,4 3-29-15,9 0-6 16,11-3-2-16,13-6-8 16,8 3-9-16,0-7-2 15,20 1-4-15,21-3 4 16,4-1 0-16,9-6 3 0,3-2 2 16,-4-1-4-1,-7-12 3-15,-14 0-6 0,-3 0-1 16,-13 0-74-16,-11 0-65 15,-5 0-110-15,0 0-283 0</inkml:trace>
  <inkml:trace contextRef="#ctx0" brushRef="#br1" timeOffset="29036.46">24749 15048 777 0,'0'0'141'16,"0"0"-128"-16,0 0 52 0,0 0-31 16,0 0-25-16,0 0 1 15,0 0 0-15,143-46-10 16,-93 37 1-16,-9 6-2 16,-13 3-1-16,-3 0-20 15,0 0-86-15,-9 0-51 16,-16 0-54-16,0 0-120 0</inkml:trace>
  <inkml:trace contextRef="#ctx0" brushRef="#br1" timeOffset="29509.38">25221 15021 96 0,'0'0'100'15,"0"0"-69"-15,0 0-17 16,0 0 43-16,0 0 11 16,0 0-5-16,54 0 10 15,-50 0 4-15,-4 0-15 16,0 0 7-16,0 0 24 16,0 0-1-16,0 0-14 0,-21 0-52 15,-8 0-26-15,-8 3 3 0,4 9-1 31,5 0 12-31,3-2-12 0,13-1-2 16,8 0 0-16,4 1-7 16,0-1 0-1,4 3-10-15,29 0 17 0,3 7 1 16,5-3-1-16,1-1-9 16,-1 3-3-16,-9-3-9 15,-7 1 18-15,-4-1-2 16,-17-2-1-16,-4-1-3 15,0-2-2-15,-9 2 11 16,-28-6 20-16,-7 6 3 16,-14-6-2-16,4-6-15 0,10 0 11 15,7 0-16-15,16 0-1 16,13-12-41-16,8 6-142 0,0 0-182 16</inkml:trace>
  <inkml:trace contextRef="#ctx0" brushRef="#br1" timeOffset="45392.49">25952 14833 337 0,'0'0'166'0,"0"0"-153"15,0 0 50-15,0 0 68 0,0 0-42 16,0 0-43-16,4-19-1 15,-4 19-17-15,-4-3 16 16,-13 3-16-16,-8 0-21 16,-8 0 11-16,-11 0-12 15,-2 7-4-15,1 8 22 0,0 6-9 16,4 1 6-16,8 6 9 16,0 2-18-16,13 8 3 15,4 5-11 1,7 0-4-1,9 3 3-15,0-6-3 16,0-6 2-16,9-6 1 0,11-9-3 16,8-1 0-16,5-12 1 15,9-3 2-15,7-3 6 16,8 0-8-16,5-9 2 0,-1-16 0 16,-7-3 1-16,-9-3-6 15,-13-5 2-15,-11-4 0 16,-8-4 1-16,-13 1 1 15,0 0-2-15,-17 3 10 16,-16 3-2-16,-7 9 11 16,-10 16-4-16,5 3-12 0,-4 5-3 0,3 4-9 31,13 0-16-31,9 10-33 16,8 8-72-16,16-8-127 15,0-4-204-15</inkml:trace>
  <inkml:trace contextRef="#ctx0" brushRef="#br1" timeOffset="45873.34">25816 14568 315 0,'0'0'79'16,"0"0"-62"-16,0 0 83 15,0 0 4-15,0 0-48 0,0 0-20 16,-12-25 2-16,12 25-4 31,-4 0-24-31,0 22 31 0,-5 8 30 16,1 4-34-16,4 19 8 15,0 5 10-15,4 4-21 16,0 9-17-16,0 0-1 16,0 0-3-16,0 2-10 15,0-2-1-15,0-5 1 16,0-8 0-16,0-9 2 0,0-9-4 16,0-9 4-16,0-15 8 15,0-10-2-15,0 0 3 16,0-6-5-16,0 0-4 15,0 0 4-15,0 0-8 16,0 0-1-16,0 0-6 0,0 0-40 31,0 0-24-31,0 0-42 16,4 0-46-16,0 0-23 16,4-6-182-16</inkml:trace>
  <inkml:trace contextRef="#ctx0" brushRef="#br1" timeOffset="46777.2">26120 15098 119 0,'0'0'362'16,"0"0"-318"-1,0 0-33-15,0 0 72 16,0 0 2-16,0 0-32 16,0 0-33-16,-4-19 1 15,4 19 4-15,0 0-15 16,0 7-5-16,0 20 19 15,0 7 36-15,0 6-20 0,0 6-28 16,0 1 0-16,0-7-6 0,0-3-4 16,0-12 3-16,0-10 3 15,0-6 6-15,0-6 14 16,0-3-5-16,0 0 0 16,0 0 0-16,0 0-2 15,4-18 3-15,9-7-20 16,-1 0 0-16,4 1-8 0,-4 5 2 15,0 4 2-15,-3 9-3 16,-1 2-3-16,0 4-6 16,0 0 2-16,1 0-5 15,-1 0 12-15,4 19-3 16,-3-3 4-16,3-1 2 16,-4 0 1-1,0-2-1-15,-3-1 0 16,-5-3 0-16,0-2-1 15,0 5-13-15,-29 0 13 16,-17-3 1-16,-7-2 7 0,-4-1-3 16,11-6 2-16,9 0 1 15,9 0 0-15,16-6-7 16,3-4-12-16,9-2-26 0,0-6-24 16,38 2-127-16,-15 7-86 15,2 3-95-15</inkml:trace>
  <inkml:trace contextRef="#ctx0" brushRef="#br1" timeOffset="47106.04">26420 15113 491 0,'0'0'58'16,"0"0"-55"-16,0 0 68 16,0 0-25-16,0 0-34 15,0 0-10-15,0 3 35 16,0 19 54-16,0 6-27 16,0 3-17-16,0 2-27 15,0 2-7-15,0-5-1 0,0-2-11 16,0-10 2-16,0-2 2 0,0-7-4 15,0-6-1-15,0-3 0 16,0 0 0 0,0 0-17-16,0 0-39 0,0 0-67 15,0-3-149-15</inkml:trace>
  <inkml:trace contextRef="#ctx0" brushRef="#br1" timeOffset="47567.42">26395 14932 387 0,'0'0'181'0,"0"0"-170"0,0 0-2 15,0 0 72-15,0 0-48 16,0 0-19-16,-16-7-2 16,16 7 0-16,0 0 5 0,0 0-8 15,-5 0 1 1,-3 0-6-16,0 16 7 0,4 2-5 15,4 0 5-15,0-2-6 16,0-1 7-16,0-8-12 16,0-1 1-1,8-6 6-15,4 0 1 16,-3 0 7-16,3-9 15 16,5-16-5-16,-5 3-11 0,-4 1-7 15,-8 6-4-15,0 2 0 16,0 4-3-16,0 9 0 15,-20 0-32-15,-13 0-53 16,16 6-95-16,0 6-370 0</inkml:trace>
  <inkml:trace contextRef="#ctx0" brushRef="#br1" timeOffset="51327.01">24092 15675 63 0,'0'0'230'0,"0"0"-206"0,0 0 10 16,0 0 14-16,0 0 11 31,0 0-18-31,0 0 4 16,-20 0-6-16,15 0 3 0,5 0-7 15,0 0 0-15,0 0 3 16,0 0 3-16,0 0-2 16,0 0 3-16,0 0-10 15,0 0-5-15,0 0-11 16,0 0-13-16,0 0 2 0,0 0 0 15,0 0 5-15,0 0 4 16,0 0-8-16,5 0 4 16,11 0 8-16,1 0 28 15,11 0-9-15,5-4-16 16,4 1-15-16,4-3 7 0,4 3-11 16,0-3 3-16,9 3-2 15,3-3-1-15,-4 2 2 16,1 1-4-16,-1-3 0 15,1 3 3-15,-2 0-3 16,10-3 0-16,5 3 0 0,-2-4 0 16,5 2 1-16,-1-2-1 31,10-2 0-31,-6 3 1 16,6 0 1-16,-2-4-2 0,2 5 2 15,-6-2-2-15,2 1 1 16,-6 0 0-16,-3 0-1 15,-1-1 1-15,-7 1 0 16,-5 0-1-16,0 0 1 16,1-3-1-16,-5-3 0 0,4 2-1 15,-3 1 1-15,-1 3-2 16,0-4 4-16,5 7-3 0,-1-6 2 16,5 3-2-1,-2 0 0-15,6 0 1 16,0 0 0-16,-5-1 0 15,5 4 0 1,-1-3 0-16,-3 0 1 0,0 3 0 16,-9 0-2-16,-4 3 1 15,-8-3 0-15,-5-1 1 16,-7 4 0-16,0 0-1 16,-4-2 0-16,3-1 1 15,-3 3 0-15,-1-4-1 16,0 1 1-16,1 0-1 0,0 0 1 15,-1 0-1-15,1 3-1 0,0 0 1 32,-13-3 0-32,-1 3-2 15,-3 0 2-15,-4 0 2 16,0 0-1-16,0 0 3 0,0 0-1 16,0 0 23-1,0 0-4-15,0 0-12 16,0 0-7-16,0 0 1 0,0 0-4 15,0 0-21-15,-7 0-30 16,-18 0-31-16,13 0-115 16,-9 3-212-16</inkml:trace>
  <inkml:trace contextRef="#ctx0" brushRef="#br1" timeOffset="55148.1">24564 15961 173 0,'0'0'84'0,"0"0"-61"15,0 0 34-15,0 0 32 16,0 0-26-16,0 0-18 15,0 0-7-15,0 0-7 16,4 0 1-16,-4 0-6 16,4 0 11-16,-4 0 1 0,0 0-3 15,0 0-1 1,0 0-9 0,0-3-10-16,0 0 6 0,0 3-13 15,0-6-4-15,0 0-2 0,0 3 3 16,0-1 6-16,0 1-4 15,0-3-7 1,0 0 1-16,-16 3-6 16,8 0-1-16,-8 0 6 0,-1 3 5 15,0 0-5-15,-3 0-11 16,-1 0 11-16,0 9 0 16,5 10-3-16,-4 5 3 15,0 1 7-15,3 2-4 16,5 1 10-16,3-3-13 15,9-7 4-15,0-5-10 0,0-7 11 16,0-6-5-16,5 0 5 0,7 0 3 16,9 0 2-1,3-12-4 1,0-7-5-16,5-5-1 16,0-1-2-16,4-3-6 15,0 3-7-15,-9 7-13 16,-3-1 28-16,-9 13 0 0,-8-3 0 15,-4 9 7-15,0 0 10 16,0 0 11-16,0 0-6 16,0 0-18-16,0 0-4 15,0 12 0-15,0 10 7 16,0 6 13-16,0 2-16 16,0 11 3-16,0 5 5 0,0 0-8 15,0 3 5-15,0 1-7 16,0-4 0-16,0-6 0 15,0-6-2-15,4-13 0 16,-4-8 2-16,0-1-2 0,0-9 13 31,0 6 2-31,0-6 2 16,0-3-1-16,0 0-8 16,0 0 4-16,0 0 11 0,0 0-6 15,4 0 7-15,5-21-3 16,-1-10-7-16,0-12-12 15,9-3 2-15,-5-7-4 16,9-5 2-16,-1 11-2 16,4 7 8-16,-3 9-7 0,-4 10 2 15,3 2-3-15,-3 7-1 16,-9 3-13-16,4 6-62 16,-3 3-98-16,-9 0-128 15,0 0-215-15</inkml:trace>
  <inkml:trace contextRef="#ctx0" brushRef="#br1" timeOffset="55936.04">24958 15896 610 0,'0'0'170'0,"0"0"-170"16,0 0 0-16,0 0 37 15,0 0 11-15,0 0-36 16,0 0-6-16,0-9-6 0,0 40 67 16,0 3-25-16,0 3-8 15,-8 3-17-15,4 0-11 16,0-3 0-16,-4-3-2 16,8-6 0-16,-5-10-3 0,5-9 0 15,0-3 1-15,0-6-2 16,0 0 0-16,0 0 4 15,0 0-3-15,0 0-1 16,0-15-1-16,0-13-21 16,0-3 4-16,0-2 8 15,0-2-9 1,0 2-11-16,0-1 18 0,0 12 12 16,0 7 3-1,0 3 3-15,5 12 24 16,-5 0 14-16,0 0-11 15,0 0-27-15,0 0-6 0,8 0-7 16,0 0-8-16,5 12 15 16,7 13 0-16,0 6 1 0,9 2-1 15,0 1 3-15,-4 0-2 16,3-9 2-16,-3-1-3 16,-9-8 2-16,0-7-2 15,-7 0-3-15,-1-9-14 16,-8 0-28-16,4 0-56 15,0 0 3 1,0-15-23-16,-4-13-18 16,0-2-23-16,0-5 108 0,0-1 54 15,0-2 11 1,-8-2-4-16,4-6-3 16,-4 0 6-16,3 3 0 15,5 3 24-15,0 12 28 0,0 13 40 16,0 5 15-16,0 4-19 0,0 6-1 15,-4 0-48 1,4 0-43-16,-4 31 0 16,4 9 45-16,0 12-16 15,0 1-18-15,0-1-12 0,0-3 2 16,0 1-6-16,0-7 0 16,0-6 2-16,0-9-3 0,4-7-6 15,0-11-19 1,1-4-55-1,3-6-65-15,-8 0-93 16,4 0-128-16</inkml:trace>
  <inkml:trace contextRef="#ctx0" brushRef="#br1" timeOffset="56449.27">25410 15986 535 0,'0'0'96'0,"0"0"-90"0,0 0 61 0,0 0 44 15,0 0-79-15,0 0-30 16,0-16-1 0,0 38 48-16,0 6 0 15,-4 6-8-15,-8-1-22 0,3 2-7 16,1-2-4-16,4-2-4 15,0-9 3 1,4-7-6-16,0-9 7 16,0-6-6-16,0 0 1 15,0 0 4-15,0 0 9 16,0-24-1-16,0-7 5 16,0-3-19-16,12-6 2 15,-4-1 0-15,1 8-3 16,-1-4-3-16,-4 15 1 0,0 7 2 15,0 6-1-15,-4 6 2 0,0 3 3 16,0 0 5 0,0 0-9-16,0 9-12 15,9 15 12-15,-5 4 0 16,7 6 6-16,-3-3-5 0,9 3 2 16,-1 0-2-16,1-3-1 0,0-1 0 15,-9-11-2-15,4-4-18 16,-8-3-11-1,5-8-80-15,-9-4-87 16,0 0-136-16</inkml:trace>
  <inkml:trace contextRef="#ctx0" brushRef="#br1" timeOffset="56658.38">25315 16158 551 0,'0'0'372'16,"0"0"-343"-16,0 0-17 16,0 0-4-16,0 0 12 0,0 0 0 15,54-31-2-15,-13 26-15 0,-5-5-3 32,6 4 3-32,-5 0-3 0,-4 0-32 15,-29 6-235-15,-4 0-225 16</inkml:trace>
  <inkml:trace contextRef="#ctx0" brushRef="#br1" timeOffset="59415.75">26058 15702 252 0,'0'0'114'0,"0"0"-93"15,0 0-9-15,0 0 90 16,0 0-18-16,0 0-22 15,0 0-18-15,-119 53 8 16,90-38 14-16,0 13 7 0,-7 3-5 0,3 2-1 16,4 14-13-16,4 2-21 15,1 6-19-15,8 7 13 16,8 3-18-16,4-4-2 16,4-2-1-16,4-7-6 15,20-5 5-15,5-11-5 31,-1-8 3-31,10-6-1 0,-1-1-2 16,-5-8 1-16,1-7 0 16,-12 0 1-16,-1-6-1 15,-7 0-1-15,-5 0-4 16,-4 0-4-16,4 0-9 16,-3 0-19-16,2-12-34 15,-3 3-73-15,-4 2-90 0,0 1-127 16</inkml:trace>
  <inkml:trace contextRef="#ctx0" brushRef="#br1" timeOffset="60102.95">26108 16023 20 0,'0'0'367'16,"0"0"-279"-16,0 0-54 15,0 0 88-15,0 0-16 0,0 0-60 16,-9-22-22-16,9 22-15 16,0 0 3-16,0 0 15 15,0 0 2-15,0 0 5 16,0 0-5-16,0 0-9 16,0 0-2-16,0 0-7 15,0 0-10-15,0 0-1 0,0 0-2 16,0 0-6-16,0 0-4 15,-4 6 12-15,0 13 2 16,0 9 19-16,0 2-9 16,0 1-1-16,4 6 3 15,0-3-4-15,0 0-3 16,0-9-7 0,0 2 3-16,0-11-3 0,0-4 1 15,0 0 4-15,0-12-5 16,0 7 0-16,0-7 4 15,0 0-3-15,0 0-1 16,0 0-5-16,0 0-49 16,0 0-50-16,0 0-95 15,0 0-130-15</inkml:trace>
  <inkml:trace contextRef="#ctx0" brushRef="#br1" timeOffset="60465.87">26272 15967 312 0,'0'0'115'16,"0"0"-113"-16,0 0 24 16,0 0 125-16,0 0-70 15,0 0-24-15,0 0 11 16,29-40-13-16,-29 40-17 15,0 0 4-15,0 0-3 0,0 0-22 16,0 6-7-16,0 19 6 16,0 6 32-16,0 6-28 0,0 3-12 15,0 0-6-15,0-3 3 16,0-3-5-16,4-3 3 16,-4-7-3-16,3-2 0 15,1-7 3-15,-4-5-3 16,0-4-14-16,0-6-38 15,5 0-16-15,-5 0-51 16,0 0-50-16,0 0-46 16,0-6-125-16</inkml:trace>
  <inkml:trace contextRef="#ctx0" brushRef="#br1" timeOffset="60704.9">26222 16122 562 0,'0'0'77'0,"0"0"-53"16,0 0 101-16,0 0 2 15,0 0-74-15,0 0-41 16,-12-10-12-16,12 10-1 0,0-3 1 16,12 0 2-16,5 3 2 15,12-6-3-15,8 0 1 16,3-4-2-16,2 1 0 15,-1 6 0-15,-9 0-94 16,-28 3-155-16,-4 0-169 16</inkml:trace>
  <inkml:trace contextRef="#ctx0" brushRef="#br1" timeOffset="62209.34">26695 15742 325 0,'0'0'91'0,"0"0"-50"16,0 0 36-16,0 0-16 16,0 0-40-16,0 0-11 15,0 0 4-15,0-3 13 16,0 3 5-16,0 0-1 16,0 0-8-16,0 0-11 15,0 0-6-15,0 0-2 0,0 0-3 16,0 6-1-16,0 19 51 15,0 3-10-15,0 8 6 0,0 5-22 32,0 2-10-32,0-3-7 15,-4 0-7-15,4-6 4 16,0-7-5-16,0-2 2 16,0-9 3-16,0-4-4 15,0-6 1-15,0-2 0 0,0-4 2 16,0 0 3-16,0 0-5 15,0 0-2-15,0 0-37 16,0-16-69-16,0-3-99 16,0 7-53-16,0 3-15 15</inkml:trace>
  <inkml:trace contextRef="#ctx0" brushRef="#br1" timeOffset="62490.85">26678 15856 246 0,'0'0'132'16,"0"0"-119"-16,0 0 29 15,0 0 80-15,0 0-45 16,0 0-24 0,0-68 11-16,0 68 17 15,0 0-6-15,0 0-24 16,4 0-25-16,5 0-10 0,7 3-8 16,1 16 14-1,3 5 15-15,8 4-19 0,-3 3-5 16,0-3-9-16,0 0-3 15,-9-4 4-15,-3-5-3 16,2-4-2-16,-7-2 0 0,-3-7-2 16,-1-3-18-16,-4 0-33 15,0-3-25-15,0 0-63 16,0 0-39-16,0 0-75 16</inkml:trace>
  <inkml:trace contextRef="#ctx0" brushRef="#br1" timeOffset="62757.23">26937 15668 507 0,'0'0'230'16,"0"0"-194"-16,0 0-25 15,0 0 52-15,0 0-9 16,0 0-30-16,-13 102 2 0,13-56 2 15,0 0-6 1,0-3-6-16,0-5-4 0,0-5 0 16,0-2-10-16,0-9 0 15,0-4-2-15,0-6-30 16,0-2-66-16,0-4-61 0,0-6-75 16</inkml:trace>
  <inkml:trace contextRef="#ctx0" brushRef="#br1" timeOffset="63328.87">27187 15822 392 0,'0'0'221'16,"0"0"-148"-16,0 0 8 0,0 0 13 15,0 0-55-15,0 0-17 16,-20 47 4-16,8-16-3 16,-5 2-8-16,5 7-4 15,-5-6 6-15,5-6-4 0,-1 0 4 16,5-13 2-16,4-6-15 15,0-2 4-15,4-7-4 16,0 0-3-16,0 0 10 16,0 0 0-16,0-10 4 15,0-15-9-15,4-5-4 0,4-4-3 32,1 0 1-32,-1 0 0 15,4-6-2-15,-3 3 2 0,-5 9-3 16,4 7-3-1,-4 8 6-15,-4 7-1 0,4 3 1 16,-4 3 0-16,0 0 0 16,0 0-1-16,0 0-2 15,4 15-7-15,0 7 10 0,9 9 5 16,-5 0-4-16,8 0 2 16,0-4 3-16,-3 1-6 15,3-3 0-15,-3-7 0 16,-1 1-18-16,-4-4-34 15,-4-9-81-15,-4-6-40 16,0 0-94 0</inkml:trace>
  <inkml:trace contextRef="#ctx0" brushRef="#br1" timeOffset="63513.5">27028 15995 790 0,'0'0'108'16,"0"0"-101"-16,0 0 38 16,0 0-11-16,0 0-34 15,0 0 5-15,52-28 10 0,-19 22-14 16,5 0-1-16,-6 6-19 16,-24-3-158-16,-4 3-182 15</inkml:trace>
  <inkml:trace contextRef="#ctx0" brushRef="#br1" timeOffset="64601.52">27651 15810 345 0,'0'0'154'0,"0"0"-133"16,0 0 62-16,0 0 45 0,0 0-47 15,0 0-36-15,0 0-7 0,8-22 7 16,-8 22-17-16,0 0 2 16,0 0-9-16,-8 0-16 15,-13 19 16-15,-15 12-9 16,-5 12 6-16,-13 6 3 15,1 7 5-15,-13 5-7 16,5 4-4-16,-9 6 1 16,8 0 4-16,1 0-10 0,-1-10-2 31,5-8-2-31,7-10-6 16,5-9 7-16,13-6-5 15,7-10-2-15,13-8 0 16,-1-1-4-16,9-6-10 0,4 0-14 15,0 0 2-15,0-3-4 16,0 0-14-16,0 0-2 16,4 0-30-16,21 0-39 0,-8-6-70 15,-1-1-135-15</inkml:trace>
  <inkml:trace contextRef="#ctx0" brushRef="#br1" timeOffset="65151.9">27351 16309 379 0,'0'0'164'0,"0"0"-128"32,0 0 36-32,0 0 34 0,0 0-38 0,0 0-35 15,0-3-8 1,0 3-11-16,0 0-5 0,-4 10-2 16,-4 14 16-16,-5 10 18 0,2 0-19 15,3 3 2 1,-5 0 2-16,5-3-17 15,4-6-6-15,4-7 2 16,0-2-4-16,0-10 0 16,0-6-1-16,0 0-4 15,0-3-6-15,0 0-23 16,0 0-13-16,0-6-42 16,0-15-62-16,0-7-13 0,4 0-29 15,-4 16 29-15,0-1-48 16</inkml:trace>
  <inkml:trace contextRef="#ctx0" brushRef="#br1" timeOffset="65369.87">27351 16309 175 0,'-61'10'140'0,"61"-20"19"16,0 7-7-16,0 0-32 0,0 3-19 31,0 0-30-31,0 0-22 16,4 0-32-16,0 3-13 0,9 19 3 15,-1 2 11-15,4 7 0 16,0-3-12-16,5-3 0 15,4 0 0-15,-9-10-3 0,1 0 1 16,-9-9-4-16,4 1-2 16,1-7-13-16,-2 0-42 15,6 0-38-15,-5 0-33 16,-12 0-60-16,0-10-78 16</inkml:trace>
  <inkml:trace contextRef="#ctx0" brushRef="#br1" timeOffset="65626.56">27495 16161 448 0,'0'0'253'0,"0"0"-141"16,0 0-30-16,0 0 25 16,0 0-62-16,0 0 5 15,0 0-10-15,-17 108-24 0,17-58-9 16,0 2 4-16,0-9-8 15,0 0 3-15,0-3-6 16,0-9 1-16,0-10-1 16,0-5-8-16,0-4-28 15,4-5-12-15,5-7-38 16,-1 0-59-16,-4 0-62 16,0 0-111-1</inkml:trace>
  <inkml:trace contextRef="#ctx0" brushRef="#br1" timeOffset="66205.38">27630 16300 381 0,'0'0'126'0,"0"0"-97"16,0 0 67-16,0 0 37 15,0 0-52-15,0 0-40 16,0 0-38-16,4-21 2 15,-4 54 65-15,0 2-31 16,0 1-25-16,0 4-13 16,0-12 2-1,0 0 0-15,0-10-2 16,0-5-1-16,0-10 0 16,0-3-14-16,0 0-15 15,0 0-6-15,0-3-14 16,0-19-17-16,4-9-35 15,1 0 54-15,-1-2 8 0,0-1-15 16,0 0 3-16,0 3 1 16,-4 3 49-16,4 13 1 15,-4 5 64-15,0 1 16 0,0 6 10 16,0 3-5-16,0 0 4 16,0 0-19-16,0 0-20 15,0 0-18-15,0 0-23 16,9 0-9-16,3 3 0 0,4 19 2 15,9 0 5-15,-8 8-5 16,7-2 6-16,0 3 6 16,-7-1-10-16,-5-7 5 15,-8 1-5-15,-4-5-3 16,0-4 9-16,0 3 7 16,-28-2-1-1,-9-7 4-15,-4 0-19 16,-9-6-1-16,9-3-21 15,5 0-15-15,-1 0-29 16,20-6-104-16,17 0-99 16,0 0-73-16</inkml:trace>
  <inkml:trace contextRef="#ctx0" brushRef="#br1" timeOffset="66942.95">27955 15675 419 0,'0'0'181'15,"0"0"-150"-15,0 0 34 16,0 0 51-16,0 0-50 0,0 0-46 16,-13-4 1-16,13 4-10 15,0 0 4-15,0 4-1 0,4 17 52 16,17 13-31-1,4 12-11-15,16 3-5 16,0 7 13-16,8-1-11 16,-3 7-13-1,-6-1 4-15,-7 5-12 16,-16 4 1-16,-17-2 3 0,0-6-4 16,-54-4-2-16,-11-15-12 15,-22-6-4-15,9-9-5 16,1-15-39-16,15-4-20 0,45-9-67 15,9 0-214-15</inkml:trace>
  <inkml:trace contextRef="#ctx0" brushRef="#br1" timeOffset="67946.95">23632 16205 330 0,'0'0'290'16,"0"0"-284"-16,0 0-4 15,0 0 38-15,0 0 22 0,0 0-29 16,-8-31-24-16,8 31 6 0,0 0 17 16,0 0 5-1,21 9-1-15,-5 16-4 16,9 15-5-16,3 12 1 15,5 10-2-15,-4 2-13 16,4-2-3-16,-1-1-8 0,-3-8 4 31,0-7-4-31,-12-6-2 0,-1-9 1 16,-4-9-1 0,-3-10 0-16,-1-9-1 15,-8 0 2-15,0-3 7 16,0 0-3-16,0 0-5 0,0 0-7 15,0-9-43-15,0-12-83 16,0 5-86-16,0-2-89 0</inkml:trace>
  <inkml:trace contextRef="#ctx0" brushRef="#br1" timeOffset="68750.55">23978 14777 184 0,'0'0'136'0,"0"0"-129"16,0 0-4-16,0 0 76 0,0 0 4 31,0 0-39-31,-13-21-26 0,13 21 3 0,0 0 11 15,0 0 0-15,0 0 3 16,0 0-10-16,0 0-11 0,0 0 0 16,-4 12 8-16,0 10 19 15,0 8 2-15,0 4-18 32,-1 6-1-32,1 13 7 0,0 5-21 15,-4 16 9 1,0 13-7-16,-5 8 6 0,-3 10-2 15,3 3-5-15,1 3-1 16,0 6-2-16,3-3-7 16,5-3 8-16,4-9-5 15,0-9 1-15,0-4 2 0,0-12-6 16,0-6 5 0,4-16 2-16,5-8 5 0,-1-11 0 15,-4-8-13-15,0-9 3 16,-4-4 2-16,4-9-5 15,-4 3 2-15,0-9-2 0,0 3 0 16,0-3-6-16,0 0-27 16,0 0-16-16,0 0-17 15,0-18-80-15,0 6-50 32,0-4-97-32</inkml:trace>
  <inkml:trace contextRef="#ctx0" brushRef="#br1" timeOffset="70154.59">23907 14716 293 0,'0'0'45'0,"0"0"-37"16,0 0 44-16,0 0 47 15,0 0-35-15,0 0-25 16,0 0 9-16,-12-9-7 15,12 9 2-15,0 0 3 16,0-3 8 0,0-1-9-16,8 1-2 15,9-3-8-15,7-3-4 0,14-4 1 16,6 1-19-16,10 3 4 16,11-3 10-16,1 2-11 15,8-2-3 1,-4 0-3-16,11-1-3 0,10 7 5 15,12-3-7-15,7 3-1 0,13 0 2 16,10 2-4-16,6 1 2 16,9 3 0-16,4 0-3 15,11 0 5-15,10 0-6 16,-1 0 4-16,9 0-1 16,-8 0-2-16,-2-3 0 15,-2-12 1-15,-5 0 2 0,-4-4 5 16,-12 3-7-16,-12 4-1 15,-5 3 6-15,-8 3-6 0,-11-3 1 16,-6 5 0-16,-8 1-1 16,-4-2 6-16,-3 1-7 15,-1-2 1-15,-7 0 4 32,-6 3-5-32,-15-3 3 15,-13 0 0-15,-12 2 2 0,-8 4 11 16,-21 0-12-16,1 0-3 15,-9 0 4-15,0 0-5 16,0 0 3-16,0 0-3 16,0 0 1-16,0 0 2 15,4 0-3-15,0-3-2 0,0 3 0 16,8 0 4-16,8-3 0 16,5 3-2-16,4 0 0 0,-4 0-2 15,-5 0 2 1,-3 0 0-16,-5 0 3 0,-4 0-2 15,4 0 2 1,-8 0-1 0,4 0-1-16,0 0 5 15,5 0-5-15,3 0 3 16,5 0 4-16,0 0-7 0,-5 0 2 16,-7 0-2-16,-1 0-1 15,-4 0 2-15,-4 0 0 16,0 0 0-16,0 0 18 15,0 0-6-15,0 0-1 16,0 0-12-16,0 0 0 0,0 0-2 16,0 0 0-16,0 0 0 15,0 0-1-15,0 0-1 16,0 0-19-16,0 0-24 16,0 0-14-16,0 0-35 15,-17 0-76 1,13 6-117-16</inkml:trace>
  <inkml:trace contextRef="#ctx0" brushRef="#br1" timeOffset="76512.8">29006 15391 140 0,'0'0'257'15,"0"0"-213"1,0 0-15-16,0 0 66 15,0 0-46-15,0 0-39 16,0 0-5-16,0 0 15 16,8 0-1-16,-8 0 11 15,0 0 12-15,0 0 0 0,0 0-3 16,0 0-9-16,0 0-5 16,0 0-5-16,0 0-13 15,0 0-5-15,0 0-2 16,0 0-5-16,0 12 0 15,0 13 5-15,0 12 45 0,-4 6-13 16,-4 6-20-16,-1 3-9 16,-3 4 5-16,-5-6-8 15,5-7-17-15,-9-10-19 16,6-8-72-16,7-12-15 0,4-13-50 16,4 0-242-16</inkml:trace>
  <inkml:trace contextRef="#ctx0" brushRef="#br1" timeOffset="77267.31">29227 15178 92 0,'0'0'445'0,"0"0"-417"16,0 0-25-16,0 0 8 16,0 0 9-16,0 0-19 15,0 0 1-15,25-9 2 0,-9 9 8 16,1 0 4-16,-1 9 4 16,-3 15 9-16,-1 11-24 15,-3 11 12-15,-5 0 2 16,0 7-9-16,-4-4 0 0,0-3-10 15,0-6 0-15,-17-9 8 16,1-3 14-16,3-13 24 16,1-2 4-16,-1-10-15 15,13-1-6 1,0-2-10-16,0 0 4 16,0 0 2-1,0-5-22-15,0-17 24 16,25-12-27-16,0-6 1 0,4-3 0 15,-1-7-1-15,-3 1-6 16,0 3-9-16,-5 3-8 16,-3 9 19-16,-9 9 4 0,-8 7 1 15,0 5 3-15,0 4 2 16,0 6 5-16,0 0 1 16,0 3-5-16,0 0-7 15,0 0-16-15,-12 22 15 16,-1 14 1-16,1 7 6 15,4 7-6-15,8-7 7 0,0 3-6 0,0-8-1 16,12-5 0 0,5-5 0-16,3-6-2 15,-3-4-21-15,2-8-36 16,2-2-96-16,-17-8-52 0,4 0-99 16</inkml:trace>
  <inkml:trace contextRef="#ctx0" brushRef="#br1" timeOffset="77684.07">29634 15412 637 0,'0'0'253'0,"0"0"-253"15,0 0-12-15,0 0-3 16,0 0 15-16,0 0 11 0,0 0-1 15,0 133-10 1,0-99 3-16,0-9 1 16,0-4-1-16,4-9 6 15,-4-9-3 1,0 1 3-16,0-4 8 0,5 0 5 16,-5 0 4-16,8-10 15 15,-1-11-10-15,5-10-29 16,1 0-1-16,-1 0 4 15,1 4-5-15,-5 5 2 16,0 10-2-16,-4 5-2 16,-4 7 2-16,0 0-9 0,4 0-5 15,1 7-8-15,-1 17 22 16,8 10 12-16,1 0-9 16,-5 0 3-16,8-3 1 15,-4-3-7-15,0-10 0 16,-4-5 0-16,-4-4-6 15,5-6-54-15,-9-3-141 0,4 0-189 16</inkml:trace>
  <inkml:trace contextRef="#ctx0" brushRef="#br1" timeOffset="78232.53">29978 15270 653 0,'0'0'131'0,"0"0"-104"15,0 0 46-15,0 0 22 16,0 0-54-16,0 0-33 16,0 0-7-16,-12 0-1 0,12 0-4 15,0 0-12 1,0 0 16-16,21 0 5 0,8 0-1 16,8 0 0-16,3 0 8 15,-3 0-10-15,5 0 1 16,-5 0-2-16,-5 0-1 15,-7 0 0 1,-5 0-15-16,-7 0-39 16,-1 0-67-16,-8 0-23 15,-4 0-32-15,0 0-19 16,0 0-134-16</inkml:trace>
  <inkml:trace contextRef="#ctx0" brushRef="#br1" timeOffset="78489.06">30024 15431 595 0,'0'0'80'0,"0"0"-66"16,0 0 39-16,0 0 10 16,0 0-63-16,0 0 0 0,8 12 3 31,17-12 8-31,11 0 9 15,1-3 1-15,9-6-14 16,-5 0 13-16,-1 2-10 16,-11 4-10-16,-8 0 0 0,-4 0-67 15,-13 3-78-15,-4 0-36 16,0 0-76-16</inkml:trace>
  <inkml:trace contextRef="#ctx0" brushRef="#br1" timeOffset="79424.89">30590 14814 637 0,'0'0'106'16,"0"0"-85"-16,0 0 35 16,0 0 53-16,0 0-92 15,0 0-17-15,0 0-17 16,-20-40 17-16,36 34 8 15,9-3-6-15,4 0-1 16,0 6 0-16,3-4 1 0,9 7-2 16,-8 0-1-16,0 0 1 15,-9 0 0-15,-3 19-5 16,-9 5 1-16,-8 4-3 16,-4 6-3-16,0 0 0 0,-8 6-8 15,-25 3 18-15,-7 0 5 16,-2-3-3-16,-3 1 2 0,9-8-3 15,15-8 21-15,9-3-4 16,12-7-8-16,0-2-8 16,0-1 6-16,20-6-3 15,8-3-5-15,9 0 1 16,1-3 5-16,3 0-1 16,-1 0-5-1,2 0-13-15,-5-12-45 16,0 0-45-16,-33 5-83 15,-1 1-154-15</inkml:trace>
  <inkml:trace contextRef="#ctx0" brushRef="#br1" timeOffset="79741.33">31276 14740 551 0,'0'0'127'16,"0"0"-123"-1,0 0 18-15,0 0 93 16,-136 80-64-16,115-42-31 16,6 5-18-16,11-7 7 15,4 2-1-15,0-8-6 16,4-2 4-16,16-6-4 15,13-4 0-15,-4-5 6 16,8-7-7-16,3-6-1 0,1 0 0 16,-3 0-3-16,-9 0-8 15,-13 0-65-15,-8-6-89 16,-8-1-55-16</inkml:trace>
  <inkml:trace contextRef="#ctx0" brushRef="#br1" timeOffset="79926.05">30972 15052 491 0,'0'0'91'0,"0"0"-85"15,0 0 67-15,0 0 11 32,0 0-57-32,168-47-16 15,-110 38-9-15,-5 6-2 0,-4-3-3 16,-7 3-46-16,-38 3-129 15,-4 0-115-15</inkml:trace>
  <inkml:trace contextRef="#ctx0" brushRef="#br1" timeOffset="80341.73">31477 14984 339 0,'0'0'248'0,"0"0"-215"15,0 0 8 1,0 0 63 0,0 0-72-16,0 0-31 15,0-3 4-15,0 3 19 0,0 0-8 16,-4 6 10-16,-17 7 1 16,5 2-6-16,3 0-1 15,5 0-12-15,4-2-1 16,4 2 1-16,0-2-8 15,0-7 0-15,16 6-1 16,5-3-1-16,12-3-18 0,-4 7-18 16,0-7 14-16,-5 3 7 15,-3 1 10-15,-13-1 0 16,-4-3 3-16,-4 0-3 16,0 6 7-16,-25-2 52 15,-7 5 15-15,-9-5-23 16,-5-2-11-1,1-1-13-15,17-4-13 16,7-3-7-16,13 0-15 0,8 0-64 16,0 0-71-1,0 0-159-15</inkml:trace>
  <inkml:trace contextRef="#ctx0" brushRef="#br1" timeOffset="80810.87">32064 14823 745 0,'0'0'130'0,"0"0"-123"16,0 0-7-16,0 0 64 16,0 0-64-1,0 0-2-15,0 0 1 16,-110 71 1-16,89-33 5 0,4-5-5 16,1 2 0-1,12-2-1-15,4-5 1 16,0-3-2-16,16-4-2 15,13-5-12-15,4-7-10 0,-1-3 13 16,5-6-15-16,1 0 8 0,-5-6 10 16,-9-13 10-1,-4-2 14-15,-7-7-4 16,-13-3 13-16,0 3 43 0,-9-2-18 16,-24-1-6-16,-7 0-36 15,-6 6-5-15,-3 4 1 16,4 8-2-1,8 7-39-15,4 6-88 16,25 0-88-16,8 0-151 16</inkml:trace>
  <inkml:trace contextRef="#ctx0" brushRef="#br1" timeOffset="81116.62">32056 14555 461 0,'0'0'336'16,"0"0"-336"-16,0 0 0 15,0 0 46-15,0 0-46 16,0 0 5 0,0 31 3-16,0 19 20 15,0 5-1-15,4 10-1 16,0 6-15-16,0 3-1 0,5 6-7 15,-5 3-1-15,4-6 2 16,4-3-4-16,1-9-1 16,-2-13-4-16,-3-12-29 15,1-9-53-15,-1-15-37 0,-8-16-74 16,4 0-221-16</inkml:trace>
  <inkml:trace contextRef="#ctx0" brushRef="#br1" timeOffset="81618.05">32331 15000 590 0,'0'0'199'0,"0"0"-181"0,0 0-17 16,0 0 81-16,0 0-82 16,0 0-7-16,12 8 7 0,-8 23 2 15,5 9 0-15,-5 0 6 16,4 0-6-16,0-5 1 16,1-8-2-16,-1-8 1 15,-4-10-2-15,0-6 0 0,7-3 0 16,-2 0 0-16,7 0 0 15,5-19-4-15,0 4-18 16,3-6-17-16,1 8-8 16,-8 7 11-16,-5 6 28 15,0 0 7-15,-8 0-21 16,-4 6 14 0,0 12 8-16,0 7 30 15,0 0 12-15,-9-4 4 16,-10 4-13-16,-6-10 24 15,-12 1 19-15,0-4-30 0,-4-5-14 16,4-4-24 0,8-3-8-16,8 0-20 0,9-10-64 15,8-8-61-15,4 6-37 0,0 2-99 16</inkml:trace>
  <inkml:trace contextRef="#ctx0" brushRef="#br1" timeOffset="81833.6">32606 15070 643 0,'0'0'258'0,"0"0"-258"16,0 0 0 0,0 0 0-16,0 0 16 15,0 130-9-15,8-90-1 16,4-10-6-16,-3-2 2 0,3-9-4 15,-8-10-1 1,4-3-32-16,-3-6-62 16,-5 0-107-16,0 0-143 15</inkml:trace>
  <inkml:trace contextRef="#ctx0" brushRef="#br1" timeOffset="81983.67">32618 14845 387 0,'0'0'786'16,"0"0"-786"-16,0 0-16 15,0 0 4-15,0 0-126 0,0 0-184 16</inkml:trace>
  <inkml:trace contextRef="#ctx0" brushRef="#br1" timeOffset="83258.45">30767 15656 374 0,'0'0'194'0,"0"0"-173"0,0 0 17 15,0 0 65 1,0 0-33-16,0 0-37 0,-21-12-11 16,21 12 5-1,0 0 17-15,0 0 25 16,0-4-9-16,0 4-18 15,0 0-16-15,0 0-5 0,0 0-11 16,9 0-7 0,15-3-2-16,9 3 10 0,16-6 11 15,5 6-5-15,19-3-10 16,6 0-2-16,19 3-3 16,13 0 2-16,0 0-5 15,12 0 1-15,4 0 0 16,9-3 0-16,-5-3 0 15,8 3-1-15,-11-3 1 16,-1-4 0-16,-8 1-1 16,-8 3 4-16,-4-3-3 15,-13-1 0 1,-3 4 3-16,-6 0-1 16,-2 0-2-16,-9 6-2 0,-17-3 1 15,-8 3-1-15,-16-4 2 16,-8 4 3-16,-9-2-2 15,-11 2-1 1,-5 0 0-16,0 0 0 0,0 0 7 16,0 0 0-16,0 0-1 0,0 0-6 15,0 0-8-15,-21 0-18 16,-4 0-63-16,9 0-112 16,-5 0-203-16</inkml:trace>
  <inkml:trace contextRef="#ctx0" brushRef="#br1" timeOffset="84689.24">31096 16026 169 0,'0'0'319'0,"0"0"-293"0,0 0-18 16,0 0 111-16,0 0-60 15,0 0-28-15,0 0-10 16,-33-25 22-16,20 19-13 16,1 3-9-16,-1 0-17 15,-7 3 5-15,3-3 6 16,-8 3-9-16,-3 0-1 16,4 0 4-16,-5 9 0 15,0 9 10-15,0 4 14 16,5 2-12-16,-1 4-10 0,9 0-2 15,3-6-4-15,5-4-2 0,8-3-3 32,0-5 0-32,0-4-2 15,4-6 1-15,13 0 1 16,12 0 4-16,-1-16-4 16,5-8-18-16,0-4-13 15,0-3-9-15,-4 3 1 16,-5 4 3-16,-8 5 31 0,-8 10 5 15,-4 3 1-15,-4 6 18 16,0 0 55-16,0 0-28 16,0 0-46-16,0 28 0 15,0 15 8-15,-12 10 18 16,4 11-9-16,0 10-7 16,-1 10-8-16,6 2 0 0,-1-13-2 0,4-7-112 15,-4-18 112-15,0-13 19 16,0-8-8-1,4-14-10-15,0-10 7 0,0-3 8 16,0 0 10-16,0-7 7 16,0-17 14-16,0-13-43 15,4-9-2 1,8-4-3-16,4-5 1 16,4-4-9-16,1 4-5 15,0 2 2-15,3 7 2 16,-11 12-23-16,8 3-31 15,-17 28-85-15,0 3-163 16</inkml:trace>
  <inkml:trace contextRef="#ctx0" brushRef="#br1" timeOffset="85446.06">31181 16081 401 0,'0'0'317'0,"0"0"-311"15,0 0 11-15,0 0 103 16,0 0-89-16,0 0-31 16,-20-18-10-16,20 18-6 15,0 15 15-15,0 13 1 16,-4 9 7-16,0 6 7 16,4 3-6-16,0 7-7 0,0-7 9 15,0-9-6-15,0-6-3 16,0-10-1-16,0-15 1 0,0 4 8 15,0-10 15-15,0 0 21 16,0 0 6-16,0-13-12 16,0-17-8-1,0-11-24-15,0-5-4 16,4 0-1-16,4-6-2 16,-8-1-1-16,4 4-5 15,0 6-6-15,-4 9-18 16,4 16 23-16,-4 8 7 0,0 7 1 15,0 3-1-15,4 0-8 16,1 0-12-16,7 15 6 16,0 19 13-16,5 3 1 15,-1 13 0-15,8 5 2 16,1 1-1-16,4-4-1 16,0-2 0-1,-4-14-9-15,-9-5-9 16,-4-12 10-16,-4-7 6 15,-4-9 2-15,-4-3 1 16,0 0 10-16,0-15 28 0,0-13-15 16,0-12-15-1,0-6 13-15,0-7-5 0,0-8 3 16,0 2-14-16,0 3 6 16,0 13-7-16,0 12 1 15,0 16 2-15,0 6 4 16,0 6-12-16,0 3-8 0,0 0-90 15,0 0-168-15,0 6-165 16</inkml:trace>
  <inkml:trace contextRef="#ctx0" brushRef="#br1" timeOffset="85717.15">31489 16217 550 0,'0'0'363'16,"0"0"-363"-16,0 0-10 15,0 0 3-15,0 0 7 16,5 111 10-16,3-65-4 0,-8-2 1 16,0 1 12-16,4-4-14 15,-4-14 7-15,0-2-4 16,0-9-7-16,0-11-1 15,0 2 0-15,4-7-10 16,0 0-95-16,0-10-78 16,-4-2-31-1</inkml:trace>
  <inkml:trace contextRef="#ctx0" brushRef="#br1" timeOffset="85967.57">31514 16217 704 0,'0'0'125'16,"0"0"-110"-16,0 0-4 16,0 0-9-16,0 0 17 0,0 0-9 15,103 89-1-15,-62-45-6 16,-1-4-2-16,-7 3-1 16,-20-3-3-16,-13-9-9 15,-9-4-4-15,-36-2 16 16,-8-9 23-16,0-1 1 0,4-12-5 31,16-3-13-31,8 0-6 16,17-3-49-16,8-16-97 0,0 10-82 15,0-1-289-15</inkml:trace>
  <inkml:trace contextRef="#ctx0" brushRef="#br1" timeOffset="87486.98">32015 15900 271 0,'0'0'77'15,"0"0"-44"-15,0 0 110 0,0 0 11 16,0 0-44-16,0 0-50 16,0-7-2-16,0 7-14 15,0 0-15-15,0 0-3 0,0 0-3 16,0 0-12-16,-5 3-7 15,-15 16 16 1,-8 11-4-16,-1 14-1 0,0 11 17 0,4 19-11 16,4 13-13-16,9 2-1 15,8 3-5-15,4-8-2 16,0-10 0-16,16-6 0 16,13-7 0-16,4-5-2 15,1-13 2-15,-7-9-84 16,-6-16 84-1,-4-9 0-15,-5-5 0 16,-8-4 2-16,0 0-2 16,0 0-8-16,-4-16-29 15,0 1-122-15,0 2-147 16</inkml:trace>
  <inkml:trace contextRef="#ctx0" brushRef="#br1" timeOffset="87872.24">32129 16103 378 0,'0'0'176'0,"0"0"-153"16,0 0 44-16,0 0 7 16,0 0-58-16,0 0-16 15,0 0 0-15,0-19 1 0,0 29 45 16,0 11 39-16,0 7-33 16,0 9-10-16,0 6-23 15,0 3-4-15,0 4-4 16,0-10-3-16,0 3 3 15,0-6-1-15,0-10-4 0,0 4 3 16,0-15-9-16,0-1 1 16,0-9-2-16,9-3-9 0,-5-3-63 15,4 0-112 1,-4 0-41-16,-4-6-146 0</inkml:trace>
  <inkml:trace contextRef="#ctx0" brushRef="#br1" timeOffset="88209.51">32343 16090 409 0,'0'0'141'15,"0"0"-92"-15,0 0 61 16,0 0 27-16,0 0-73 16,0 0-59-16,4 4-5 15,-4 24 62-15,0 5 2 0,0 17-37 32,0-1-18-32,0 3-1 15,0-3 4-15,0-9-12 0,0-5 1 16,4-8 1-1,1-8-2-15,-1-4-2 0,-4-12-12 16,4-3-22-16,-4 0-51 16,0 0-67-16,0 0-79 15</inkml:trace>
  <inkml:trace contextRef="#ctx0" brushRef="#br1" timeOffset="88409.7">32212 16347 444 0,'0'0'234'0,"0"0"-232"0,0 0 1 31,0 0 28-31,0 0 4 16,0 0-21-16,123-25-13 16,-82 22 2-16,-5 0-2 15,2-4-1-15,-1 1-1 0,-8 0-33 16,-29 3-123-1,0-3-158-15</inkml:trace>
  <inkml:trace contextRef="#ctx0" brushRef="#br1" timeOffset="89129.75">32593 16047 369 0,'0'0'16'0,"0"0"-3"15,0 0 3-15,0 0 79 0,0 0-61 16,0 0 12-16,0-34 23 15,0 34 2-15,-4 0-16 0,4 0-5 32,0 0-19-32,0 0-5 0,0 0-5 0,0 0-10 15,0 3-11-15,0 10 6 16,0 9 4-16,0 5 4 0,0 10-10 31,0 3 4-31,0 10-4 16,0-4 3-16,0-3 1 15,0-3-6-15,0-6 11 16,4-9-13-16,0-10 1 16,-4-9 0-16,5 3-1 15,-5-9-1-15,0 0-3 16,0 0-52-16,4 0-71 0,-4-5-29 16,0-8-243-16</inkml:trace>
  <inkml:trace contextRef="#ctx0" brushRef="#br1" timeOffset="89394.24">32573 16001 336 0,'0'0'268'16,"0"0"-254"-16,0 0-13 0,0 0 48 15,0 0 9-15,0 0-19 16,0 0-19-16,107 93-11 15,-79-60-6-15,5-5 6 16,-12 3-9 0,-1-9 2-16,-3 2 1 15,-9-5 0-15,-8-7-6 16,4-3-9-16,-4-9-47 16,0 0-16-16,0 0-42 15,0 0-34-15</inkml:trace>
  <inkml:trace contextRef="#ctx0" brushRef="#br1" timeOffset="89648.16">32762 15967 350 0,'0'0'231'16,"0"0"-191"-16,0 0 19 16,0 0 37-16,0 0-52 15,0 0-27 1,-13-40 1-16,13 56-13 15,0 14 59-15,0 10-16 16,0 6-37-16,9-2 0 16,-5 5-4-16,4-6-6 15,-4 7 5-15,0-10-6 0,5-6-4 16,-5-10-29 0,0-8-55-16,0-7-30 0,-4-9-86 15,0 0-73-15</inkml:trace>
  <inkml:trace contextRef="#ctx0" brushRef="#br1" timeOffset="89899.3">32959 16094 605 0,'0'0'139'16,"0"0"-135"-16,0 0 36 15,0 0 9-15,0 0-44 0,0 0-1 16,-12 71 8-16,12-31-7 16,0 0 1-16,0 0 1 0,0-3-5 15,0-7-1-15,4-11 0 16,-4-7-2-16,0-5-4 16,0-4-41-16,0-3-63 15,0 0-73-15,0-3-132 16</inkml:trace>
  <inkml:trace contextRef="#ctx0" brushRef="#br1" timeOffset="90152.23">32885 16090 536 0,'0'0'34'15,"0"0"-11"-15,0 0-12 16,0 0 62-16,0 0-34 0,0 0-11 15,95 68-11-15,-75-40-10 16,0 0-3-16,-7 3 14 0,-9-7 12 16,-4 1 23-1,0 0 7-15,-4-10-13 0,-25 3-19 16,1-2-8-16,-9-7-20 16,-1 7-36-16,9-7-110 0,17-9-116 15,4 0-128-15</inkml:trace>
  <inkml:trace contextRef="#ctx0" brushRef="#br1" timeOffset="90568.06">32499 16587 246 0,'0'0'283'0,"0"0"-211"16,0 0 10-16,0 0 31 0,0 0-64 16,0 0-26-16,0 0 6 15,17 0 16-15,12 0-2 16,7-10-10-16,9 1-10 31,5 0 3-31,7-1-6 0,9-2 6 16,-5 6 4-16,5 0-19 15,0 0 14-15,-9 0-7 16,-16 3-15-16,-12 3 0 16,-16 0-3-16,-9 0 0 15,-4 0 2-15,0 0-2 16,0 0-17-16,0 0-26 0,0 0-90 15,-8 0-147-15,-9 0-278 16</inkml:trace>
  <inkml:trace contextRef="#ctx0" brushRef="#br1" timeOffset="91222.27">32647 16698 414 0,'0'0'204'15,"0"0"-146"-15,0 0 44 0,0 0-2 16,0 0-64-16,0 0-26 15,-12 33 6-15,8-2 41 16,-1 6-5-16,1 7-48 16,4-4 7-16,0 0-3 0,0-9-7 15,0-10 2-15,0-5-3 16,0-7 0-16,0-9 0 16,0 0-10-16,0 0-2 15,0 0-9-15,0-19 9 16,0-6-7-16,0-8 3 15,0-4 16 1,4-9-1-16,1-4 1 0,3 4-4 16,-4 6-12-1,0 12 8-15,-4 13 8 16,4 12 4-16,-4 3 12 0,0 0 12 16,0 0-28-16,4 0-28 15,5 24 28-15,3 4 13 16,0 6-6-16,1 3-6 0,2-3 0 15,10 0 4-15,-8-6-5 16,-1-4-3-16,-3-14 3 16,-5-5-2-16,4-5 2 15,1 0-3-15,3 0 3 16,4-12 7-16,-4-9 2 16,-7-7-7-16,-1-6 5 0,-4-3-3 15,0 0 10-15,-4 0 6 16,0 3-6-16,0 9 18 15,0 7-20-15,0 12 10 16,0 3-18-16,0 3-4 16,0 0-83-16,0 0-103 0,0 3-250 15</inkml:trace>
  <inkml:trace contextRef="#ctx0" brushRef="#br1" timeOffset="91656.01">32955 16722 560 0,'0'0'357'0,"0"0"-357"16,0 0 1-16,0 0 15 16,0 0 3-16,0 118-9 15,0-78-9-15,0-4 0 16,-4-5 2-16,0-9-2 15,-4-10 7 1,3-9 10-16,5-3-11 16,0 0 1-16,0 0 7 0,0-9-14 15,0-19-2-15,0-8-23 16,13-7 22 0,-1-1 1-16,-8 7 2 15,5 6 0-15,-1 6 3 0,-4 16 10 16,0 6 15-16,-4 3-6 0,0 0-6 15,0 0-17-15,7 3 2 16,-2 22-2-16,3 9 23 16,4 0-8-16,1 6-3 15,-1-3-11-15,0-6 1 16,1-3-2-16,-9-7-34 16,-4-6-27-1,0-5-31-15,0-10-93 16,-8 0-152-16</inkml:trace>
  <inkml:trace contextRef="#ctx0" brushRef="#br1" timeOffset="91825.61">32934 16889 388 0,'0'0'515'16,"0"0"-475"-1,0 0-24-15,0 0 39 0,0 0-18 16,0 0-27-16,132-28-6 15,-91 22-4-15,-5 0-3 16,-7-3-69-16,-29 2-176 16,0 4-196-16</inkml:trace>
  <inkml:trace contextRef="#ctx0" brushRef="#br1" timeOffset="92327.07">33143 15983 84 0,'0'0'640'16,"0"0"-575"-1,0 0-46-15,0 0 24 16,0 0 6-16,0 0-4 15,0 0-10-15,95 12 10 16,-66 13-18-16,3 9 7 16,1 12-9-16,0 9-6 15,0 16-11-15,-8 9 2 16,-13 7 9-16,-8-1-3 0,-4 7-3 16,-4-4-6-16,-33-6-6 15,-8-3 5-15,-13-9-6 16,5-15-8-16,0-4-11 15,0-12-7-15,12-9-212 0,24-31 220 16,9 0-186-16</inkml:trace>
  <inkml:trace contextRef="#ctx0" brushRef="#br1" timeOffset="95545.21">30040 16713 492 0,'0'0'110'0,"0"0"-83"16,0 0 57 0,0 0 28-16,0 0-55 15,0 0-38-15,0 0-2 16,-12-55 10-16,20 55 5 0,1 0-6 16,-1 0-12-16,8 0-9 15,-3 12 0-15,2 13 9 16,2 9-6-16,8 3 1 0,-1 6-1 15,5 6-4-15,0 4 5 16,3-4-2-16,1-3-7 16,0-6 3-16,1-6-1 15,-10-12-2-15,-8-4 1 16,-8-12 0 0,-4-3 1-16,0-3-1 15,-4 0 0-15,0 0 10 16,0 0-8-16,0 0-3 15,0-9-19-15,0-6-37 16,0-1 7-16,0 7 16 16,-4 3-2-16,0 0 11 15,0 0 13-15,4-1 11 0,0 7 0 0,-4-6-15 16,4 6-61 0,0-3 14-16,0 3 17 15,0 0 32-15,0 0-15 16,0 0 24-16,0 0 4 0,0 0 7 15,0 0 19-15,0 0 19 16,0 0-20-16,0 0-9 0,0 0 29 16,0 0-23-16,0 0-11 15,0 0-3-15,0 0 15 32,0 0 15-32,0 0-1 0,0 0 4 0,0 0-3 31,0 0 3-31,0 0-7 15,0 0-7-15,0-9-22 0,0-6 3 16,0-7 0-16,0-3 5 16,0-9-1-16,0-6 5 15,0-9 7-15,0-6-11 16,0-11-8-16,0-7-3 16,0-13 0-16,0-10-1 15,0-15-1-15,0-16 0 0,0 1 0 0,4-10-2 16,0 13 2-16,-4 6-2 15,0 6 2-15,0 15 33 16,0 13-32 0,0 12 3-16,-4 9 2 0,0 1 1 15,-4 6 4-15,0 2-6 16,0 1-4 0,4 5 7-16,0 2-7 15,0 7 0-15,4 5-2 16,0-2 2-16,0 11-2 15,0 2 0-15,0 1-2 16,0-1 0-16,4 0-3 16,4 1 0-16,-4 2 2 15,0 4 1-15,-1-4 2 0,2 4-1 16,-1-3 0-16,0-1-3 16,0 3-9-16,4 1 11 0,-4-9 2 15,1 2 1 1,-1-3-2-1,-4 4-6-15,4 5 8 16,0 4 0-16,0 6-1 0,-4 3 1 16,0 3 0-16,0 0 1 15,0 0-1-15,0 0 0 16,0 0 1-16,0 0-4 16,0 0 2-16,0 0 1 0,0 0-1 15,0 0 1 1,0 0-5-16,0 0 0 15,0 0-6-15,0 0-2 0,0 0-5 16,0 0 5-16,0 0 11 0,0 0 0 16,0 0 2-16,0 0 0 15,0 0 1-15,0 0 0 16,0 0 3-16,0 0-4 16,0 0 8-16,0 0-7 15,0 0 1 1,0 0 5-16,0 0-7 15,0 0 8-15,0 0-5 16,0 0 10-16,0 0 4 0,0 0-12 16,0 0 3-16,0 0-2 15,0 0-6-15,0 0 0 0,0-3 0 16,4 0 0 0,17-1-4-16,16-1 1 15,16-5 3-15,17 4 2 16,12 0 0-16,13 6 3 0,3 0-5 15,21 0 3-15,12 0 1 16,21 0-4-16,17 0-4 16,11 0 4-16,1 0-1 15,3 0 1 1,-3 0-3 0,-8 0 3-16,-17 0 3 0,-17 0-3 15,-16 3 3-15,-16 3-2 16,-12 0 1-16,-18-3 0 15,-15-3-1-15,-21 0 6 16,-16 0 10-16,-21 0-4 16,0 0 5-16,-4 0 13 0,0 0-8 15,0 0-3-15,0 0-15 16,0 0-5-16,0 0-1 16,0 0-9-16,0 0-31 15,-4 0-35-15,-21 0-29 0,4 0-112 16,2 4-323-1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08:11.40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15032 16506 157 0,'0'0'45'16,"0"0"-45"-16,0 0 25 16,0 0 56-16,0 0-11 15,0 0-10-15,0 0 10 16,0 0-10-1,0 0-17-15,4-45 2 16,-4 38-4-16,0 4-11 16,4 0-14-16,-4 0 2 15,0 3 6-15,5 0 5 16,-5 0 0-16,0 0 4 16,0 0-4-16,0 0-9 15,0 0-4-15,0 0-1 0,0 0-6 16,0 0-5-16,0 0 2 15,0 0-6-15,0 0 0 16,0 9 6-16,0 10-6 0,0 5 7 16,4 13-4-16,-4 6 5 15,0 10 2-15,4 3 6 16,0 5 3-16,4-2-7 16,0-4-11-16,1-5 8 0,-5-7-1 15,0-6 7 1,4-13-15-16,-4-5 4 0,-4-7-2 15,0-9-2-15,0 0 0 16,0-3 1-16,0 0 1 16,5 0 2-1,-5 0-4-15,4 0-7 16,-4-3-4-16,7-15-18 16,1-10-60-16,0 3-41 15,-3 10-92-15,-5 3-213 0</inkml:trace>
  <inkml:trace contextRef="#ctx0" brushRef="#br0" timeOffset="387.33">15011 16463 597 0,'0'0'166'0,"0"0"-166"0,0 0 4 16,0 0-4-16,0 0 106 31,0 0-60-31,-65-24-40 16,65 24-2-16,0-3-3 0,0 3 17 16,0-3-2-16,4 3 3 15,9-3-5-15,6-1-3 0,10 1 4 16,0-2-4-1,9 1-2-15,-1 1-3 16,3 0-4-16,-7 3-2 0,0 0-2 16,-8 0-7-16,-5 0-1 15,0 0-7-15,-11 0 8 16,-1 0-11-16,-4 0-10 16,-4 0-27-16,0 0-60 15,0 0-12-15,0 3-142 16</inkml:trace>
  <inkml:trace contextRef="#ctx0" brushRef="#br0" timeOffset="688.41">14897 16731 462 0,'0'0'49'0,"0"0"-48"0,0 0 3 15,0 0 68-15,0 0-16 16,0 0-30-16,-33 41 10 16,57-41 4-16,14 0 2 15,3-10 11-15,8-2-14 16,8 0-8 0,-4 3-4-16,-7 2-5 15,-5 4-8-15,-12 0-9 16,-13 3-3-16,-8 0-4 15,-8 0 2-15,0 0-34 16,0 0-42-16,0 0-21 16,-4 0-98-16,-12 0-213 0</inkml:trace>
  <inkml:trace contextRef="#ctx0" brushRef="#br0" timeOffset="1526.07">15307 16790 340 0,'0'0'211'16,"0"0"-204"-16,0 0-2 0,0 0 72 16,0 0 15-16,0 0-67 15,0 0-17-15,-17 3 2 16,1 19 10 0,4 6 11-16,0-1 8 0,8 7-9 15,4 0-22-15,0-3-1 0,0 0 0 16,0-9 5-16,12-4-6 15,4-9 2-15,5-6 11 32,3-3-12-32,1 0 3 0,4-12 1 15,-4-19 3-15,-10-6-4 16,-10-3-3-16,-5-3 1 16,0 3-2-16,-5 3-3 15,-18 9 5-15,-2 13 1 16,-4 2-9-16,4 10-3 15,0 3-15-15,9 0-30 0,-4 0-21 16,8 13-26 0,8 2-20-16,4-6-24 0,0 0-18 15,0-6 71-15,12-3 20 16,12 0 41-16,1 0 25 0,4-5 2 16,0-11 12-16,-9 7 24 15,1-1 13-15,-2 10 17 16,-10 0 36-16,3 0-13 15,1 0-16-15,-1 13 9 32,4 14-17-32,-3 8-21 0,8 5-25 15,-5-1-12-15,5 1-3 16,-6-5 0-16,2-4 2 16,-9-7 3-16,-4-5 4 0,-4-7 18 15,0-9 7-15,0-3-1 16,0 0 9-16,0 0-8 15,-12-12-20-15,-1-19 2 16,5-6-4-16,4-3-13 16,4-4-2-16,0 1 0 15,0 7-3-15,21 1-2 0,3 8 1 16,5 8 0 0,-4 13-3-16,0 3-15 0,-8 3-48 15,-2 0-60-15,-15 3-135 16,0 3-241-1</inkml:trace>
  <inkml:trace contextRef="#ctx0" brushRef="#br0" timeOffset="2740.2">16227 16691 231 0,'0'0'314'0,"0"0"-257"0,0 0-53 16,0 0 105-16,0 0-7 15,0 0-51-15,0 0-20 16,-25-12-10-16,13 12-11 0,-5 9 1 16,-8 13 15-16,6 3 10 15,2 6-2-15,5 5-14 16,8 2-4 0,4 5-10-16,0-6-3 15,4-6-3-15,21-4 2 16,2-8 0-16,7-7 0 15,-1-12 2-15,0 0-4 16,-1 0 2-16,1-28 0 16,-8-6 4-16,-5-5-3 15,-7-8-1-15,-13 1 0 0,0 3 3 16,-4 9 0-16,-21 6-2 16,-4 9 0-16,0 10 10 15,-3 6-13-15,7 3 0 16,4 0-10-16,1 0-17 15,11 12-23-15,5 10-38 16,4 0-32 0,0-1-16-16,4-5-5 0,17-4-40 15,4-6 53-15,0-6 29 16,3 0 28-16,1-6 48 16,-5-9 19-1,1-7-2-15,-4 6 6 0,0 1 69 16,-9 3 14-16,0 6 27 15,-4-1 13-15,0 7 8 0,-4 0-40 16,0 0-22-16,4 7-8 16,1 14 7-16,3 10-28 15,5 3-24-15,-1 3-6 16,-4 0 1-16,1-3-1 16,-5-6 0-16,-4-7 3 15,0-8 15-15,-4-4 3 0,5-9-5 16,-5 3-1-16,4-3 2 15,-4 0 10-15,4-19-4 16,3-12-32-16,1-8-1 16,5-1-2-16,-1-7-1 15,1 7-10-15,-5 3 1 16,4 10 3 0,-4 11 7-16,-3 7 0 0,-5 9 1 15,4 0-1-15,-4 0 2 16,0 25 3-1,0 15 16-15,0 3-12 16,4-3-5-16,4 0-2 0,5-9 0 16,-5-3 0-16,4-13-11 15,1-3-17-15,-2-6-46 0,6-6-88 16,-13 0-79-16,0 0-309 16</inkml:trace>
  <inkml:trace contextRef="#ctx0" brushRef="#br0" timeOffset="3109.78">16843 16877 619 0,'0'0'170'16,"0"0"-170"-16,0 0-8 15,0 0 8-15,0 0 69 16,0 0-41-16,0 0-20 15,144-99-3-15,-125 68-2 0,-6 0 0 16,-5 1-2-16,-8-1-1 16,0 6 0-16,0 3-1 15,-4 7 0-15,-16 12 1 0,-5 3 44 16,-8 0-29-16,-4 28 10 16,-4 9 21-16,13 6-18 31,7 9-3-31,13 0-4 15,8-5-2-15,0-7-12 16,16-6 1-16,17-10-3 16,12-8 7-16,-4-7-7 15,9-9-5-15,-2 0-10 16,-2 0-16-16,-1-16-56 0,-36 7-87 16,-5-3-181-16</inkml:trace>
  <inkml:trace contextRef="#ctx0" brushRef="#br0" timeOffset="3395.53">17360 16762 601 0,'0'0'146'16,"0"0"-141"-16,0 0 5 15,0 0 125-15,0 0-69 16,0 0-46 0,-9 0 6-16,42 0-5 15,9 0-7-15,-2 0-9 0,1-6 0 16,-3 0-5 0,-9 6 0-16,-14-3-14 15,2 0-29-15,-5 3-71 16,-12 0-97-16,0 0-116 0</inkml:trace>
  <inkml:trace contextRef="#ctx0" brushRef="#br0" timeOffset="4099.39">17745 16651 364 0,'0'0'223'15,"0"0"-206"1,0 0-17-16,0 0 96 15,0 0-9-15,0 0-36 0,58-67-5 16,-58 67 4-16,0 0-5 16,0 0 5-16,-8 0-21 15,-17 9-21 1,-8 6-7-16,-3 1 4 0,3 3 0 16,4-4 3-16,8-3-3 15,13-6-5-15,4 4 0 0,4-8-4 16,0 5-3-1,8-4 0-15,21 3 5 16,4-3-4-16,8 0-11 16,4 0-3-16,0 3-4 0,-3 4 6 15,2-1 15-15,-7 9 0 0,0-2 2 16,-8 5 0-16,-8 1-1 16,-17 0-6-16,-4-1 8 15,0 1 19-15,0-1 4 16,-29-2 6-16,-8-4 5 15,0-3-13-15,-8-5 3 32,4-7-10-32,4 0-4 0,8 0 0 15,8-3-7-15,9-13-3 16,12-3-12-16,0 11-17 16,0-5-17-16,29 1-22 15,4-1-5-15,12 1-34 16,0-3-44-16,0-4-58 15,5-3 105-15,-6 1 60 0,-2-10 38 16,-5 7 6-16,-8-4 41 0,-4 9 61 16,-14 4 54-16,1 6-17 15,-12 2 1-15,4 4-25 16,-4 3-33-16,0 0-29 16,0 0-30-16,0 10-12 15,0 17-3 1,0 7 5-16,0 3-8 15,0 3-3-15,0-3-1 16,0-6 0-16,0-9-2 0,5-4 1 16,3-8-12-16,4-5-22 15,1-5-27 1,-9 0-65-16,0-5-182 16</inkml:trace>
  <inkml:trace contextRef="#ctx0" brushRef="#br0" timeOffset="4231.18">18144 16426 1000 0,'0'0'0'0,"0"0"-53"16,0 0 0-16,0 0 24 0,0 0-221 15</inkml:trace>
  <inkml:trace contextRef="#ctx0" brushRef="#br0" timeOffset="4871.18">18571 16750 264 0,'0'0'41'16,"0"0"-32"-16,0 0 82 15,0 0 19-15,0 0-24 16,0 0 3-16,0 0 32 16,57-19-30-16,-57 7-24 15,0 0-2-15,0 3-28 16,-8-1-11-16,-5 8 1 0,-6 2-9 0,-6 0-13 15,-4 0-3-15,-8 15-1 16,-1 10-1-16,6 2 6 16,12 4 1-1,-1 6-4-15,13-3-2 0,4 0-1 16,4 0-2-16,0-10-3 16,12-8 5-1,13-4 2-15,8-9-1 16,3-3-2-16,10 0-2 15,3-27 0-15,0-13-3 16,-4-7-21-16,-3-11-9 0,-18-4-12 16,-8-6-23-16,-12-9-25 15,-4 3-16-15,0 0 20 16,-16 16 40-16,-4 20 52 16,-5 17 86-16,4 18 80 15,1 3-32-15,-1 0-57 16,9 31-50-16,-1 12-10 0,6 13-3 15,7 5 3 1,0 4-6-16,4-4-9 16,20-2 1-16,5-10-3 0,4 1-3 15,-8-13-26-15,4-10-6 0,-6-11-45 16,6-7-64-16,-16-9-98 16,-5 0-353-1</inkml:trace>
  <inkml:trace contextRef="#ctx0" brushRef="#br0" timeOffset="5205.71">18965 16843 881 0,'0'0'152'16,"0"0"-149"-16,0 0 4 16,0 0 65-16,0 0-21 15,0 0-24-15,86-77-17 16,-62 49-9-16,-7 3 2 0,-5-2 0 15,-8 5 4-15,-4 1-6 16,0 8 5-16,-4 3 1 16,-16 10 15-16,-13 0-10 0,1 13-9 15,-6 18-2-15,1 12 7 16,12 0-3-16,13 4 0 31,12-1-3-31,0-6-2 16,16-10 0-16,26-8 0 0,3-6 0 15,12-16-3-15,9 0-3 16,-5 0-14-16,1-10-37 16,-45-2-85-16,-5-1-215 15</inkml:trace>
  <inkml:trace contextRef="#ctx0" brushRef="#br0" timeOffset="5721.8">19642 16710 654 0,'0'0'90'16,"0"0"-88"-16,0 0 74 16,0 0 77-16,0 0-82 0,0 0-33 15,25-95-1-15,-42 95-12 16,-8 0-23-1,-11 15 0 1,-5 13 4-16,-5 5 8 16,6 11 3-16,3 2 8 0,12-6-11 15,8 3-10-15,17-9-4 16,0-9-1-16,0-4 1 16,21-11 4-16,12-8-4 15,0-2 4-15,8 0-1 16,0-21 0-16,-4-16-3 0,-4-12-3 15,-5-7 3-15,-11-6-7 16,-5-11-2-16,-8-4-6 16,-4-13-7-16,0 10-9 15,0 16-5-15,-4 20 36 16,-13 22 28-16,5 17 6 16,0 5 13-1,-1 0-17-15,2 36-21 16,-6 26-6-16,9 12 2 15,8 6-1-15,0 7 1 16,0-7-5-16,8-3-1 0,13-12 0 16,3-13-8-16,1-15-17 15,-5-16-24-15,1-8-46 16,-21-13-138-16,4 0-350 16</inkml:trace>
  <inkml:trace contextRef="#ctx0" brushRef="#br0" timeOffset="6685.08">20324 16676 239 0,'0'0'210'0,"0"0"-151"0,0 0-35 16,0 0 86-16,0 0-14 15,0 0-10-15,0 0-16 16,-12-12 1-16,12 12-6 16,0 0-25-16,0 0-17 0,0 0-22 15,0 0 8 1,0 18-8-16,8 10 8 0,8 6-6 0,4 9 3 31,-3 3-6-31,3 4 0 16,-7-4 6-16,-5-3-5 15,0-3 5-15,-4-3-6 16,-4-9 0-16,0-3-1 16,0-7 2-16,-16-9-1 0,-13 0 12 15,-3-9-1 1,-5 0-10-16,3 0-1 0,-3-21-23 15,12-10-40-15,2-9-78 16,19 21-108-16,4-5-132 16</inkml:trace>
  <inkml:trace contextRef="#ctx0" brushRef="#br0" timeOffset="6854.26">20254 16402 906 0,'0'0'238'0,"0"0"-238"0,0 0 10 16,0 0-11 0,0 0 1-16,0 0-25 15,37-19-56-15,-8 44-73 16,-17-13-174 0,1-2-210-16</inkml:trace>
  <inkml:trace contextRef="#ctx0" brushRef="#br0" timeOffset="7310.6">20492 16559 11 0,'0'0'772'0,"0"0"-748"0,0 0-16 15,0 0-8-15,0 0 49 16,0 0-28-16,16 59 33 16,-16-29-11-16,0 8 2 15,0 7 1-15,0 2-9 16,0-4-6-16,0 0-13 0,4-12-2 0,4-10 7 31,1-2-6-15,3-10-5-16,5-6-3 0,3-3-4 15,5 0-2-15,4-18-3 16,-9-16-7-16,-8-6-3 16,5-6 0-16,-13-4-1 15,-4 1 1-15,4 3-2 0,-4 12 0 16,0 16 12-16,0 8 1 15,0 10 14-15,0 0 9 16,0 0-4-16,0 13-13 16,0 15-2-16,0 11 8 15,0 1-7-15,0 4-5 0,0-1 4 16,12-9-5-16,-4-7 1 16,5-2-1-16,-5-9-10 15,5-11-1-15,-5-5-18 16,0 0-21-16,0 0-19 0,5-15-38 15,-6-16-78-15,1-2-33 16,1-7-36-16,-5-1 17 31</inkml:trace>
  <inkml:trace contextRef="#ctx0" brushRef="#br0" timeOffset="7662.31">20816 16673 106 0,'0'0'192'0,"0"0"0"16,0 0 17-16,0 0-38 15,0 0-66-15,0 0-46 16,0 0 2-16,0 68-13 15,0-31-24-15,0-3-3 16,0 3-13-16,8-3-7 0,-4-6 0 16,-4-10 2-16,9-12-3 15,-9-3 1-15,4-3 1 16,8 0 1-16,-4-15-1 16,13-13 3-16,-9-6-5 0,9-6-8 31,-5 0-1-31,0 9 6 15,1 3 1-15,-5 16 1 0,-8 6 2 0,-4 6 1 16,0 0 16-16,0 6 3 16,0 25-11-16,0 6 3 15,0 0-10-15,0-3-3 16,0-6-3-16,0-4-11 16,9-14-14-1,3-5-10-15,9-5-28 16,-1 0-17-16,5 0-57 15,-17-12-79-15,0-3-126 0</inkml:trace>
  <inkml:trace contextRef="#ctx0" brushRef="#br0" timeOffset="7911.17">21174 16676 480 0,'0'0'225'0,"0"0"-119"15,0 0 4-15,0 0-13 16,0 0-48-16,0 0-4 15,-91 74-9-15,71-31-10 0,3 4-11 16,13-4-15-16,4-6 0 16,0-10-4-16,4-8 3 15,21-7-5-15,3-9 1 16,13-3-8-16,1 0 6 16,6-18-23-16,-2-10-31 15,-5-6-39-15,-12-9-21 0,-9-9 13 16,-8-7 6-1,-12 34-49-15,0-6-53 0</inkml:trace>
  <inkml:trace contextRef="#ctx0" brushRef="#br0" timeOffset="8079.02">21325 16405 616 0,'0'0'299'15,"0"0"-174"-15,0 0-50 16,0 0-20-16,0 0-34 16,0 0-10-16,-78 163-6 15,78-98 0-15,0 0-9 31,8-7 4-31,9-5-16 0,-9-13 4 16,0-12-23-16,1-13-10 16,-5-9-28-16,4-6-73 15,-8 0-142-15,0-3-230 16</inkml:trace>
  <inkml:trace contextRef="#ctx0" brushRef="#br0" timeOffset="8346.34">21272 16726 788 0,'0'0'194'0,"0"0"-189"16,0 0-4-16,0 0 93 16,0 0-24-1,0 0-35-15,139-35-9 0,-102 30-10 16,-3 5-11-16,-10 0-2 0,-8 0-2 16,-4 0-2-16,-4 9 3 31,1 18-2-31,-5 4 2 0,4 6-2 0,-4-6 0 31,0 0-3-31,5-10 1 0,-5-5-3 0,0-4-11 31,0-12-12-31,-4 0-16 0,0 0-33 16,0 0-98-16,0-18-232 16</inkml:trace>
  <inkml:trace contextRef="#ctx0" brushRef="#br0" timeOffset="8466.16">21530 16463 641 0,'0'0'278'0,"0"0"-265"31,0 0-13-31,0 0-18 16,0 0 3-16,0 0-143 16,0 0-153-16</inkml:trace>
  <inkml:trace contextRef="#ctx0" brushRef="#br0" timeOffset="8750.39">21625 16670 524 0,'0'0'316'0,"0"0"-224"16,0 0-38-16,0 0 82 15,17 114-57-15,-17-77-46 16,0 0-24-16,0-6-2 0,8-4-7 16,-1-8 4-1,10-13-3-15,8-6 11 0,4 0-7 16,4-15-3-16,4-22 0 0,-9-9-2 15,-8-7 0-15,-11-6-1 16,-9 10 0-16,0 3-4 16,-13 12-4-16,-27 9 8 15,-10 13 0-15,-8 12 0 16,-7 0-5 0,7 9-40-16,42 7-93 15,3-1-272-15</inkml:trace>
  <inkml:trace contextRef="#ctx0" brushRef="#br0" timeOffset="9453.84">21892 16602 701 0,'0'0'92'0,"0"0"-69"16,0 0 35-16,0 0 11 15,0 0-47-15,0 0 2 0,37 0 0 16,-29 28 12 0,8 12 10-16,-12 0-4 0,0 6-22 15,4-3-10-15,-8-2-3 0,4-11 5 16,-4-8 0-16,0-6-8 15,0-13 7-15,0-3 4 16,5 0 1 0,3-7-1-16,4-24 0 0,1-5-14 15,-1-4-1 1,1-1-1-16,-1 4-4 16,0 9 5-16,-8 10 0 15,5 9 1-15,-9 9 0 16,0 0 1-16,0 6 1 15,0 28 16-15,0 6 3 16,0 9-16-16,0 1-6 16,8-4 0-16,0-6-28 0,4-9-25 15,-8-31-60-15,-4 0-201 16</inkml:trace>
  <inkml:trace contextRef="#ctx0" brushRef="#br0" timeOffset="10910.34">15032 17798 28 0,'0'0'323'0,"0"0"-287"0,0 0-35 15,0 0 2-15,0 0 84 16,0 0-42-16,0 0-29 16,-4 0 4-16,4 0-6 15,0 0-6-15,0 0 12 16,0 0 11-16,0 0 5 0,0 0 2 15,0 0-7-15,0 0-4 16,0 0-14-16,0 0-6 16,0 0-3-16,0 0-2 15,0 0 0-15,0 0 1 16,0 10 3-16,0-5 18 16,-4 8 17-16,4 2-22 0,-4 10 6 15,4 9-2-15,-4 9-3 16,-1 4 0-16,5-4-6 15,0 0 4 1,0-10-6 0,0 5-1-16,5-5 6 15,11-5-10-15,5-6 4 0,-1-1 4 16,-7-5-8-16,3-7-3 16,-3-3 1-16,2-6-5 15,2 0-6-15,3 0-15 16,1-9-41-16,-17-6-145 0,0-1-237 15</inkml:trace>
  <inkml:trace contextRef="#ctx0" brushRef="#br0" timeOffset="11106.72">14859 17699 772 0,'0'0'96'0,"0"0"-96"15,0 0-1 1,0 0-15-16,0 0-13 16,0 0-174-16,-12-43-104 15</inkml:trace>
  <inkml:trace contextRef="#ctx0" brushRef="#br0" timeOffset="11595.02">15282 18196 590 0,'0'0'35'16,"0"0"-12"-16,0 0-17 0,0 0 68 15,0 0-23-15,0 0-34 16,91-74-4-16,-74 40 1 15,-5-6-10-15,-8 6-1 16,-4-3 5-16,0 9-5 0,0 1 2 31,-4 8 7-31,-17 13-6 16,-7 6 16-16,-6 0 3 16,-7 25-18-16,5 8 12 15,-1 17 22-15,4-1 2 16,8 1 1-16,12 2-20 15,13-9-4-15,0-6-8 16,29-6 1-16,17-10 7 0,11-15-7 0,5-6-11 16,12 0-2-16,4-18-27 15,-5-7-57 1,-52 10-117-16,-9 6-314 16</inkml:trace>
  <inkml:trace contextRef="#ctx0" brushRef="#br0" timeOffset="12032.97">15873 18162 389 0,'0'0'395'15,"0"0"-329"-15,0 0-31 16,0 0 113-16,0 0-56 16,0 0-32-16,0 0-26 15,-4-18-22-15,4 14-12 16,0 4-2-16,0-3-38 15,0 3-75-15,0 0-270 0</inkml:trace>
  <inkml:trace contextRef="#ctx0" brushRef="#br0" timeOffset="12581.38">16223 17786 601 0,'0'0'120'0,"0"0"-110"0,0 0 47 15,0 0 84-15,0 0-87 16,0 0-41 0,-21 22 5-1,21 14 12-15,0 11-3 0,0 5 2 16,0 3-11-16,0-2-2 16,0-4-10-16,8-12-5 15,-4-6 1-15,5-9-2 16,-5-10-3-16,0-6-3 15,0-6-7-15,0 0-24 16,0-6-15-16,-4-22 0 0,0-6-88 16,0-9-62-16,0 22-71 15,0-1 47-15</inkml:trace>
  <inkml:trace contextRef="#ctx0" brushRef="#br0" timeOffset="12798.39">16231 17761 66 0,'0'0'495'15,"0"0"-368"-15,0 0-98 16,0 0 46-16,0 0 54 16,0 0-53-16,0 0-41 15,111 111-19-15,-70-64-12 0,0-4-2 16,0-3-2-16,-4-12-7 16,-4-4-28-16,-17-12-10 15,1-9-9-15,-6-3-7 0,-2 0-31 16,-1-15-5-16,-8-1-110 15,0-2-46-15</inkml:trace>
  <inkml:trace contextRef="#ctx0" brushRef="#br0" timeOffset="12997.84">16564 17650 293 0,'0'0'494'0,"0"0"-360"15,0 0-105-15,0 0 31 16,0 0 28-16,0 0-38 15,-21 145-8-15,21-83-16 16,0 3-12-16,0-4-11 0,8-9-1 16,5-5 2-1,-6-16-4-15,5-10-11 16,1-11-38-16,-5-7-53 16,-4-3-91-1,0 0-197-15</inkml:trace>
  <inkml:trace contextRef="#ctx0" brushRef="#br0" timeOffset="13742.72">16863 17990 292 0,'0'0'185'0,"0"0"-133"16,0 0 15-16,0 0 88 15,0 0-33-15,0 0-33 0,0 0-14 16,-24-38-31 0,20 38-24-1,-5 13-3-15,1 12 22 16,-4 5-15-16,-1 7-2 0,5-3-6 16,4 3-9-16,4-6-7 15,0-6 1-15,0-7-2 16,0-9 0-16,0-5-3 15,0-4-7-15,8 0-3 16,9-13 13 0,-1-21-1-16,1-6 2 15,-5-6-9-15,0-6-1 16,-4 5 1-16,-4 7 1 0,0 6 8 16,-4 16 0-16,0 11 3 15,0 7 8-15,0 0 10 16,0 7-18-16,4 21-2 15,0 5 13-15,13 7-10 0,-1 3-1 16,13-2-1-16,-4-1-1 16,-4-7-1-16,3 2-10 15,-8-8-3-15,-3-5-10 16,-9-7-12-16,-4-8-64 16,0-2-116-16,0-5-100 15,0 0-171-15</inkml:trace>
  <inkml:trace contextRef="#ctx0" brushRef="#br0" timeOffset="13943.03">16781 18168 495 0,'0'0'401'16,"0"0"-358"0,0 0-32-1,0 0 56-15,0 0-38 0,0 0-18 16,86-49 0-16,-24 36-2 15,-4 4-9-15,-6 0-9 16,-6-3-59-16,-9 2-113 0,-29 7-131 16,-4-3-174-1</inkml:trace>
  <inkml:trace contextRef="#ctx0" brushRef="#br0" timeOffset="14458.84">17241 17709 157 0,'0'0'496'0,"0"0"-459"16,0 0-31-16,0 0 139 16,0 0-10-16,0 0-61 0,-58-50-36 15,58 50-2 1,0 0-16-16,0 0-2 0,0 0 8 15,0 0-7-15,4 7 3 16,13 2-10-16,12 3 1 0,-1 0-4 16,9 1-4-16,4 5-5 15,9 1 3-15,-5 5-3 16,4 4-1-16,-4 3 1 16,1 0-1-16,-6 3 0 15,-3-3-3-15,0-4-5 0,-12-5 4 31,-5-4-3-31,-8-8 3 16,-8-4-3-16,-4-3-5 0,0 0-3 0,0 6 16 31,-12 0 4-31,-20 7 13 16,-14 2-15-16,-3 1 8 16,-4 9 2-16,-1-4 7 0,5 1-3 15,8-6 1-15,17-4-6 16,7-6-8-16,13-6-3 15,4-3-7-15,0 0-27 0,8 0-8 16,21 0 6 0,4-9-48-16,3-9-64 0,-23 8-155 15,-1-2-131-15</inkml:trace>
  <inkml:trace contextRef="#ctx0" brushRef="#br0" timeOffset="14977.61">17766 17616 735 0,'0'0'132'0,"0"0"-129"16,0 0 61-16,0 0 60 15,0 0-73-15,0 0-30 16,0 0-15-16,-49-21 3 15,49 21-1-15,0 0 1 0,0 0 0 16,0 3 0-16,13 6 9 16,10 3-3-16,6 1-5 15,9 9-5 1,-1 2-2-16,-1 4 0 0,1 6-2 16,5-4-1-16,-9-2 0 15,-1-3 4-15,1-4-4 0,-4-2-3 16,-13-10-1-16,-3-2-1 0,-9-2 3 31,-4-5-1-31,0 0 1 16,0 7 2-16,0-4 0 15,-9 6 4-15,-15 10 11 16,-18 2-4-16,2 13 4 0,-10 3-2 16,5 0-2-16,0 3 3 15,4-3-2-15,0-6-4 16,-1-6-3-16,15-7 2 15,10-9-4-15,5-3-2 16,7-6-2-16,5 0-18 0,0 0-50 16,0 0-12-16,17-9-87 15,-5-3-98-15,0 0-162 0</inkml:trace>
  <inkml:trace contextRef="#ctx0" brushRef="#br0" timeOffset="15641.14">18140 17786 579 0,'0'0'186'0,"0"0"-174"16,0 0 20-16,0 0 94 15,0 0-63-15,0 0-23 16,0 0-13-16,53-25 9 0,-41 50 13 15,-4 9-9-15,1 6-16 16,3 3-17-16,0-3-6 16,-3 0 0-16,-1-6-1 0,-4-6 2 15,-4-10-3-15,0-5 2 16,0-7-2-16,0-6 1 16,0 0-2-16,0 0-1 31,0-3-4-31,0-19-19 0,0-9 6 15,0-9 15-15,-8-3 5 16,4-6-1-16,0-1 1 16,-1 7 3-16,5 7-3 15,0 11 0-15,0 9 1 16,0 7 7-16,0 3-2 16,9 3 1-16,3-1 2 0,1 4-8 15,-1 0 2-15,9 7 5 16,-2 21 1-16,6 5 1 15,4 10-2-15,0 4-5 16,0 2 1-16,-1-6-4 16,-3-5-1-16,-5-8 0 0,1-8-3 15,-9-13-2-15,5-3 3 16,-9-6-5-16,9 0 8 31,-2 0-2-31,-2-24 1 0,-1-7 1 16,-4-9 0-16,-4-3 0 15,1-4 1-15,-5 1 0 0,0-7 0 0,0 7 0 32,0 3-1-32,-9 9 6 0,-3 10 7 15,-1 14 16-15,2 1 2 16,-1 6-15-16,3 3-16 16,1 0-24-16,4 3-32 15,4 9-86-15,-4 7-232 16</inkml:trace>
  <inkml:trace contextRef="#ctx0" brushRef="#br0" timeOffset="16280.77">18805 17872 503 0,'0'0'318'0,"0"0"-265"16,0 0-45-16,0 0 91 0,0 0-25 16,0 151-32-16,0-108-12 15,0 0-6-15,0-8-10 16,0-14-6-16,0-6-3 16,0-11-1-16,0-4-2 0,0 0-1 15,0 0-1-15,0 0-6 16,0-16-11-16,8-8-8 15,4-1 5-15,-3 0-1 16,-1 4-1-16,0-1 1 16,-8 6 14-16,4 4 4 15,-4 0 0 1,0 3-8-16,0-3-30 16,0-4-49-16,0-3-30 0,-4 1-23 15,-8-10-4 1,-1 3 10-16,-3 4 51 15,3-4 40-15,5 4 46 16,0 2 28-16,0 7 54 0,-1 6 57 16,9-1-11-16,0 7-36 0,0 0-28 15,0 0-22-15,0 0-5 16,0 7 35-16,21 17 0 16,0 4-32-16,12 9-17 15,0 3-8-15,3 3-5 16,-3 3-3-16,-4-2-5 15,-4-4 2-15,-13-3 3 0,-4-3 1 16,-8-7-2-16,0-5 14 16,-16-4-1-16,-17-8 1 15,-9-4-10-15,-2-6-6 16,3 0-4-16,8 0-3 16,8 0-20-16,8-6-27 15,13-4-42 1,4-2-103-16,0 9-53 15,0 0-142-15</inkml:trace>
  <inkml:trace contextRef="#ctx0" brushRef="#br0" timeOffset="17443.32">19556 17869 197 0,'0'0'87'0,"0"0"-54"15,0 0 25-15,0 0 66 16,0 0-7-16,0 0-35 15,0 0-10-15,0-31-2 16,-4 31 10-16,4 0-8 16,-4 0-15-16,4 0-11 0,-4 0-11 15,-1 0-26-15,-3 3 3 16,0 25-4-16,-4 3-1 16,-1 12 7-16,5-3-8 15,8 3 1-15,0 0-4 0,0-12-3 16,0-9-2-16,8-7 1 15,17-8-5-15,-4-7 2 16,3 0 4-16,5 0-9 16,3-25-7-1,-7-9-13-15,0-3-18 16,-13-6 4-16,-3-3 0 0,-9 2-2 16,0 8-7-16,0 5 12 15,-17 9-6-15,1 13 46 16,3 3 20-16,5-1 21 15,8 7-36-15,0 0-5 16,0 0-29-16,0 4 11 0,16 5-15 16,5-3 19-16,-4-3 5 15,7 0 5-15,-3 0-1 16,0 3 5-16,-6 7 1 16,6 5 13-1,0 1 20-15,-1 5-6 0,1 13-8 16,-4-3 12-16,-1 3-14 0,-4 0-13 31,-4-6-5-31,-4-3 10 0,-4-7 4 0,0-9 20 31,0-5 17-31,-8-7-2 16,-4 0 2-16,-4 0-22 16,3-9-14-16,1-19-12 0,8-9 11 15,0-7-6-15,4-4 0 16,0 1-6-16,8 4-2 15,13 12 0-15,-1 6-2 0,0 10-5 16,-8 9-22-16,5 3-68 16,-17 3-119-16,0 0-289 15</inkml:trace>
  <inkml:trace contextRef="#ctx0" brushRef="#br0" timeOffset="19095.59">20216 17629 512 0,'0'0'79'0,"0"0"-74"0,0 0 83 16,0 0 59-16,0 0-51 15,0 0-43-15,0 0-5 0,-15-16-6 16,15 16-14-16,0 0 3 15,0 0-8 1,0 0-11-16,0 13 3 16,0 15 18-16,0 12-10 15,0 6-8-15,0 9-12 16,0 7 0-16,0 3-1 16,0 3 2-16,0-13-3 15,0-9-1-15,0-9 0 0,0-6-1 16,0-10 1-16,0-11 0 15,0-4-9-15,0-6 9 16,0 0 0-16,0 0-7 16,0-12 7-16,0-13 12 15,7-6-12-15,-3-9 1 16,-4-10 4-16,4-5-5 16,-4-4 0-16,0-2 0 0,0 2 0 15,0 7 0-15,0 2-2 31,0 7 3-31,0 13-2 16,0 8 1-16,0 13 0 16,0 9 2-16,0 0-1 0,0 0-2 15,0 0 1-15,0 6 0 16,0 19 0-16,9 12 2 16,3 6 0-16,9 6-2 15,4 4 0-15,-1 2 1 0,5 3-1 16,3-5 0-16,-3 0 0 15,0-10 0-15,-8-10 0 16,0-8 0-16,-9-7 0 16,0-11 0-16,-4-4-4 15,-4-3 2-15,0 0 2 0,-4 0 3 32,0-28 6-32,0-12-2 0,0-9 1 15,0-10 4 1,0-9-6-16,0-3-1 15,-4-3-3-15,-4 13-1 16,4 11-1-16,0 20 0 0,0 14 2 16,4 10-2-16,0 3-6 15,-4 3-15-15,0 0-33 0,0 12-81 16,0 1-62-16,4 5-230 16</inkml:trace>
  <inkml:trace contextRef="#ctx0" brushRef="#br0" timeOffset="19706.79">20632 17900 384 0,'0'0'282'0,"0"0"-210"31,0 0-11-31,0 0 45 0,0 0-33 16,0 0-24-16,0 83-13 16,7-43-16-16,-3 6-8 15,9-9 5-15,-9-3-5 16,-4-6-6-16,0-12-5 16,4-7-2-16,-4-6 0 15,8-3-20-15,-4 0-46 0,1 0-16 16,-1-22 3-16,-4-8-38 15,0-10-51-15,0-4 1 16,-4-5 62 0,-13 0 46-16,5-7 47 15,-1 13 13-15,6 6 48 16,3 15 78-16,0 13 29 16,4 3-26-16,0 6-16 15,0 0-37-15,4 0-49 0,20 9 15 16,5 16-2-1,12 9-2-15,-4 0-21 0,3 3-8 16,2 2 2-16,-9-1 1 16,-8-1-1-16,-9-3-1 15,-12-6 2-15,-4-7 8 0,0-2 12 16,-29-1-4-16,-8-9-5 16,0-3-14-16,1-6-6 15,7 0-3-15,8 0-2 16,0-15-37-16,17-3-47 15,4 5-3-15,0 1-39 16,4 6-37 0,13 2-131-16,0 4-14 15</inkml:trace>
  <inkml:trace contextRef="#ctx0" brushRef="#br0" timeOffset="20374.82">21013 17632 368 0,'0'0'274'15,"0"0"-210"-15,0 0-9 16,0 0 87-16,0 0-47 15,0 0-35-15,0 0-26 16,-62-13-5-16,62 13-2 16,0 0-6-16,0 0-1 0,0 0-2 31,0 0-2-31,0 7 12 16,0 8-9-16,9 3-3 0,11 7-4 15,5-3-8 1,8 6 2-16,4 3-4 0,4-1-2 15,4 4-2-15,5 0-2 16,-6-6 2-16,2 3-5 16,-9-7-3-16,-9-5-1 0,-3-1 7 15,-13-11-4-15,-8-2-1 16,-4 2 2-16,0-7 2 16,0 6 5-16,-12 6 5 15,-20 6 1-15,-6 4 5 16,-11 0-3-16,3 0-1 15,-2 2-2-15,6-5 0 0,1-1 2 32,13-3-4-32,8-2-3 15,11-4 0-15,5-3-1 16,4-6-10-16,0 0-32 16,0 0-43-16,21 0-6 15,3 0-81-15,-8 0-105 0</inkml:trace>
  <inkml:trace contextRef="#ctx0" brushRef="#br0" timeOffset="21006.74">21366 17632 521 0,'0'0'167'0,"0"0"-119"16,0 0 52-16,0 0 48 15,0 0-75 1,0 0-23-16,-45-25-3 16,37 22 9-16,4 3-17 15,0 0-4-15,0 0-6 16,0 0-4-16,4 0-12 15,0 0 1-15,0 0-6 0,0 0-7 16,0 0-1-16,0 0 0 16,4 12 7-16,8 10 5 15,13 3-6-15,0 2-3 0,7 7 1 16,1 0-3 0,4 0-2-16,4 6 0 0,0-3-1 15,-4-6 0-15,-4 6-8 16,-8-9 3-16,-10-7 0 15,2-5-1-15,-9-7 1 0,-4-6 3 16,0 0 1-16,-4-3 3 31,0 0 0-31,0 0 0 16,0 0 0-16,0 0 0 16,0 6-5-16,0 6-4 15,0 1 9-15,-16 2 2 16,-4 4-1-16,-13-1-1 0,-4 4 5 15,-9-4-4-15,2-2 5 16,-6-1-2-16,13-2 0 16,8-7-3-16,14-3-1 15,11-3-2-15,4 0-9 0,0 0-38 16,0 0-40-16,23 0-41 16,-6-9-100-16,4 2-204 15</inkml:trace>
  <inkml:trace contextRef="#ctx0" brushRef="#br0" timeOffset="21757.81">21913 17672 402 0,'0'0'340'15,"0"0"-297"-15,0 0-2 0,0 0 109 16,0 0-69-1,0 0-45-15,0 0-24 0,0-28-8 16,0 53 32-16,12 12 18 16,0 12-24-16,-3-3-19 15,6 4-10-15,-3 2 3 16,1-9-4-16,-1-6 0 16,-3-9 0-16,-5-9-2 15,0-14 2-15,-4-5 0 0,0 0 0 16,0 0-1-16,0-5 1 15,0-23 2-15,0-15 0 16,0-4-1-16,-4-5-1 0,-5 0 4 16,5 2-3-16,-4 4-1 15,8 12 1-15,0 6-1 16,0 13 0-16,0 9-2 31,0 3-1-31,0 3 3 0,0 0-5 16,0 12-5-16,0 22 10 15,21 6 11-15,4 6-5 16,3 9-5-16,13-2 2 16,0 0-3-16,5-5 0 15,-5-10-2-15,-5-5-3 16,-11-14-1-16,-9-7 0 0,-7-8 0 16,-1-4 2-16,0 0 1 15,1-10 3-15,-5-15 6 16,0-8-3-16,0-7 1 15,-4-13 3-15,0 4 6 16,0-6-2-16,-4 2 2 0,-9 0-2 16,-7 10-5-16,3 10 7 15,5 11 16-15,-5 10-6 16,9 6-16-16,4 6-7 0,4 0-23 16,-4 0-36-16,4 12-30 15,0 3-137-15,-4 1-371 16</inkml:trace>
  <inkml:trace contextRef="#ctx0" brushRef="#br0" timeOffset="22218.27">22471 17884 1002 0,'0'0'32'0,"0"0"-28"0,0 0-4 16,0 0 43-16,0 149-17 16,0-94 2-16,0-6-8 15,0-6-1-15,0-8 3 16,0-17 7-16,0-9-14 16,0-6-3-1,0-3-7-15,0 0 6 16,0-3 5-16,0-28-10 15,0-9-6-15,8-3 1 16,-4-9-2-16,8 6 1 16,-7-10 0-16,-1 6 1 15,4 7-1-15,-4 13 0 16,4 14 0-16,-3 10 5 0,-5 3 2 16,0 3 3-16,3 0-9 15,5 12 0-15,4 19 3 16,5 15 4-16,-1 10-8 0,9 3 3 15,4-7-3-15,-8-3-2 16,3-6-14-16,-8-9-15 31,-8-6-11-31,1-9-43 16,-9-11-59-16,0-8-114 0,0 0-273 16</inkml:trace>
  <inkml:trace contextRef="#ctx0" brushRef="#br0" timeOffset="22382.55">22446 18140 700 0,'0'0'298'0,"0"0"-244"0,0 0 27 16,0 0 42-16,0 0-84 15,0 0-29-15,0 0-6 16,62-55-2-16,-1 46-2 16,-3 9-20-16,-6 0-47 15,-35 0-103-15,-9 0-404 16</inkml:trace>
  <inkml:trace contextRef="#ctx0" brushRef="#br1" timeOffset="54130.71">23062 17684 178 0,'0'0'123'16,"0"0"-108"-16,0 0-9 15,0 0 61-15,0 0 53 16,0 0-80-16,0 0-4 0,0 0 8 16,0 0 2-16,0 0 11 15,0 0-9-15,0 0-9 16,0 0-19-16,-33-34-16 0,29 34-3 15,-5 6 25 1,1 10-15-16,0 6 1 0,8-4-1 16,0 0-8-16,0-2 2 15,0 3-3-15,0-7-1 16,8-3 2 0,0-3-3-16,5-6 0 15,-1 0 2-15,-4 0-2 16,1 0 2-16,3-3 21 0,-4-16-15 15,1-9 14 1,3 4 4-16,-8-4-7 0,-4 4-2 16,0 5-3-16,0-2 3 15,0 5-2-15,-4 7-7 16,-8 3-8-16,-5 6-18 16,-4 0-32-16,1 3-58 15,11 9-130-15,5 4-189 16</inkml:trace>
  <inkml:trace contextRef="#ctx0" brushRef="#br1" timeOffset="54631.94">23156 18162 150 0,'0'0'201'0,"0"0"-201"15,0 0-35-15,0 0 35 16,0 0 21-16,0 0 17 0,0 0-13 16,0 55 47-16,0-39-7 15,4 2-12-15,-4 1-13 0,0-1 7 16,0 4-18-16,0-1 0 15,0 4 0-15,0-3-1 16,0-1-1-16,0-2-16 16,8-7-4-16,-8-2 7 31,4-8-1-31,-4-2 1 0,0 0 4 0,5 0 16 31,-5 0 26-31,8-15 4 0,-4-16-25 16,0-6-14-1,-4 0-1-15,0 6-9 0,0 0 2 16,0 7-6-16,-12 5 1 0,-5 4-8 16,5 9-2-16,-5 6-2 15,1 0-20-15,-4 0-9 16,-5 15-5-16,9 4-12 16,3 6-25-16,5-7-60 15,8-12-63-15,0-3-120 16</inkml:trace>
  <inkml:trace contextRef="#ctx0" brushRef="#br1" timeOffset="55786.57">23357 17949 345 0,'0'0'154'16,"0"0"-124"-16,0 0 3 0,0 0 65 15,0 0-21-15,0 0-13 16,-12-89-22-16,12 83 6 15,0-4-9 1,0 10-7-16,0-3 1 0,0 3-6 0,0 0-14 16,0 0-9-16,0 0-4 15,4 0-8-15,9 0-4 16,-1 19 12-16,9 5 1 0,-6 4 4 16,6 15-3-16,-5 0-2 15,-3 7 5 1,-5-4-5-1,-4 0 0-15,-4-6 0 0,0 0-6 16,0-9 6 0,-4-6 0-16,-8-7 6 15,-5-2 2-15,9-10-3 16,4-3 5-16,4-3-4 0,0 0 8 16,0 0 14-16,0 0 0 15,0-18-3-15,0-7-24 0,0-12 6 16,0 0 5-16,4-12-8 15,12 0-1-15,9-7-2 16,4 0 1-16,-4 1 1 16,-1 9-3-16,0 6 4 15,-7 12 0 1,-9 6-4-16,-4 7 3 16,1 9 2-16,-5 3-2 15,0 3 12-15,0 0 0 16,0 0-12-16,0 0-2 15,-17 27 0-15,-8 17 2 0,6 17-2 16,-2 4 1-16,4 6 1 16,9-7-3-16,8-5 2 15,0-12 1-15,0-14-3 0,21-5-4 16,4-3 4-16,2-16-2 16,2 0-6-16,-4-6-8 15,4-3-30-15,-8 0-38 16,-2 0-48-16,-2 0-52 0,-13 0-6 15,4-3-16-15,-8-9 82 16,0-4-39-16,0-5 82 16,0 2 81-16,0-2 133 31,0-1 25-31,0 7-15 0,0 2-13 16,0 1-40-16,0 6-17 15,0 0-7-15,0 3 0 16,0 3-16-16,0 0-8 15,0 0-1-15,0 3-40 16,0 21 6-16,0 11 19 16,0 10-11-16,0 2 1 15,0-4-16-15,9 3 3 0,-1-6-2 16,0-9 0 0,0 0-1-16,1-16 0 0,-5 1-1 15,0-10-4-15,-4-3-28 16,0-3-51-16,4 0-78 0,-4 0 14 15,0 0-101-15</inkml:trace>
  <inkml:trace contextRef="#ctx0" brushRef="#br1" timeOffset="56085.82">23751 18122 596 0,'0'0'323'15,"0"0"-284"-15,0 0-37 16,0 0 34-16,0 0-24 16,0 0-6-16,0 0 1 15,70-37-7-15,-42 56 1 0,-7 8-1 16,-4-2 0-16,-5 3-2 16,-8-4 4-16,-4-2 7 15,0-1-4-15,-4-5 6 0,-21 2 1 16,0-2-4-1,-3-1-7-15,0-2-1 0,-1-11-30 16,8-2-11-16,4 0-53 16,9 0-30-16,8 0-92 0,0 0-109 15</inkml:trace>
  <inkml:trace contextRef="#ctx0" brushRef="#br1" timeOffset="56602.42">24059 18082 406 0,'0'0'117'0,"0"0"-105"16,0 0 21-16,0 0 75 15,0 0-24-15,0 0-4 16,-16-19-17-16,16 16 9 16,0 3-13-16,0 0-7 15,0-6 1-15,0 0-26 0,0-7-8 16,0 4-9-16,8-6-10 16,13 9-1-16,8-9 0 15,3 2-3-15,1 7 3 16,0-3-1-16,-4-1 2 15,-5 10-2-15,-7 0-4 0,-1 0-8 16,-4 0-9-16,-4 0-13 0,0 0 10 31,-3 0-32-31,-1 0-34 0,0 7 3 16,-4-4-66-16,0 2-118 0</inkml:trace>
  <inkml:trace contextRef="#ctx0" brushRef="#br1" timeOffset="56888.16">24117 18248 795 0,'0'0'116'0,"0"0"-116"15,0 0 0-15,0 0 57 0,0 0-38 16,0 0-2-16,16 3 3 15,13-15-4-15,-1-3 1 0,10-1-9 16,-5 4 6 0,-1 3-12-16,-7 2-1 0,-13 4 0 31,0 0-1-31,-3 3-9 16,-9 0-18-16,4 0-28 0,-4 0-12 15,0 0-49-15,0 0-143 16,0 0-69-16</inkml:trace>
  <inkml:trace contextRef="#ctx0" brushRef="#br1" timeOffset="61771.44">24840 17909 245 0,'0'0'133'0,"0"0"-125"0,0 0-7 16,0 0 62-16,0 0 38 16,0 0-36-16,0 0-25 15,-17-9-3-15,17 6 12 0,0 3 8 16,0 0 7 0,0 0-13-16,0-3-20 15,0 0 1 1,0-4 0-16,0 2-11 15,8-5-12-15,9 1-3 0,2-3-1 16,10-4 8-16,0 7-6 16,0-3-3-16,4 5 0 15,-9 1-3-15,-3 3 0 16,-5 3-1-16,-7 0-4 16,-5 0 1-16,0 0 2 0,-4 0-1 15,0 13 2-15,0 8-4 16,0 7 4-1,0 6 0-15,0 6 0 0,-17 6-2 16,-7 7-11-16,-4-4-10 16,-10 0 3-16,1-9 14 15,0-3 6-15,12-9 1 0,6-10 0 16,10-2 2-16,1-7 5 16,8 3-4-16,0-6-1 15,0 1 3-15,17-1 5 0,6-3 12 16,10 0-1-1,5-3-1-15,7 0-3 16,4 0 0 0,0 0-2-16,-3 0-8 15,-6 0 1-15,-7-6-3 0,-12 3-6 16,-9 0-1-16,-8 3-16 16,-4 0-29-16,0 0-13 15,0 0-42-15,0 0-106 16,0-7-48-16,-4 7-53 15</inkml:trace>
  <inkml:trace contextRef="#ctx0" brushRef="#br1" timeOffset="62221.43">25435 17879 133 0,'0'0'261'0,"0"0"-215"16,0 0-2-16,0 0 88 0,0 0-21 15,0 0-4-15,0 0-46 16,11-81 0-16,-11 78-7 15,0 3-9-15,0 0-25 16,-8 0-18-16,-12 9 7 16,-9 13-5-16,-8 9 0 15,4 6 5 1,4 6-4-16,1 3 2 16,12 1 15-16,7-8-4 15,9-4-14-15,0-5-4 0,0-5 1 16,25-4-1-16,11-5 1 15,6-10 3-15,3-6 2 16,1 0-2-16,-10 0-4 16,1 0-11-16,-12-9-4 15,-4 0-10-15,-9 5-43 0,-12-5-47 16,0 9-51-16,-8-3-198 16</inkml:trace>
  <inkml:trace contextRef="#ctx0" brushRef="#br1" timeOffset="62442.16">25298 18162 223 0,'0'0'391'0,"0"0"-391"16,0 0 14-1,0 0 14-15,0 0 91 16,0 0-60-16,-32-15-21 16,32 8-1-16,17-2 5 0,7-6-3 15,9-1-1 1,4-2-18-16,8 5-8 0,-4-2 0 15,-4 3-9-15,-8 5-2 0,-4 2-2 16,-13 5-25-16,1 0-76 16,-13 0-81-16,0 0-152 15</inkml:trace>
  <inkml:trace contextRef="#ctx0" brushRef="#br1" timeOffset="62930.15">25849 18088 451 0,'0'0'114'0,"0"0"-102"15,0 0 88-15,0 0 22 0,0 0-48 16,0 0-40-16,-41-19-9 16,4 19-23-16,-5 0 10 0,2 16 13 15,3 3 13-15,4-4-11 16,12-3-19-16,13-3 1 16,8 0-9-16,0 1-7 15,0 2 7-15,25 1 2 16,8-1-2-16,4 0 0 0,7 7-5 31,-6-1-4-31,-5-3 2 16,-4 7-7-16,-9-3 0 15,-16-1 11-15,-4-3-7 16,0-2 10-16,-28 2 9 0,-18 1 1 16,-11 2 2-16,-5-2-4 15,4-4 0-15,10-6-5 16,11-3-1-16,12-3-2 0,12 0-24 15,13 0-55-15,0-6-114 16,13-6-145-16</inkml:trace>
  <inkml:trace contextRef="#ctx0" brushRef="#br1" timeOffset="63483.5">26157 17912 539 0,'0'0'52'15,"0"0"-39"-15,0 0 87 16,0 0 22-16,0 0-43 16,0 0-34-1,0 0-13-15,-8-28 5 16,-8 28-29-16,-9 10 1 16,-4 11 3-16,-4 10-1 15,1 0 3-15,7 0-6 16,4-1-1-16,9-2-7 0,12-3-2 15,0 0-1-15,0-1 0 16,25-8 3-16,4 2 4 16,3-5-4-16,5-7-4 15,4-3 4-15,0-3-1 0,0 0 1 16,4-9 4-16,-12-10-4 16,-1-5 6-16,-11-4-1 15,-9-6 15-15,-12-3-6 16,0 0-1-16,-8 0 9 0,-24 3-21 15,-5 9 2-15,-13 10-3 16,5 9-7-16,9 6-7 31,-2 0-29-31,10 0-23 0,15 0-45 16,5 9-80-16,8 0-21 16,0-9 0-16,0 0 4 15</inkml:trace>
  <inkml:trace contextRef="#ctx0" brushRef="#br1" timeOffset="63799.94">26169 17647 251 0,'0'0'396'16,"0"0"-365"-16,0 0-24 0,0 0 111 16,0 0 25-1,0 0-68-15,-32-61-75 0,32 73 8 16,0 19-8-16,0 9 36 15,0 12-14-15,0 13-4 16,0 9-1-16,0 9-2 16,0 4 3-1,0-4-13-15,8-6-5 16,0-12 4-16,4-10-4 16,-4-3 0-16,0-18 2 15,-4-9-2-15,0-6-7 16,1-14-5-16,-1 2-40 15,-4-4-44-15,8-3-100 0,-8 0-51 16,0 0-67-16</inkml:trace>
  <inkml:trace contextRef="#ctx0" brushRef="#br1" timeOffset="64431.81">26468 18245 58 0,'0'0'454'15,"0"0"-362"-15,0 0-66 16,0 0 91-16,0 0 11 16,0 0-34-16,-27-65-37 15,27 65-27-15,0 0-7 16,0 0-12-16,-5 0-11 0,5 0-7 0,-4 22 7 16,4 3 14-16,-4-1-11 15,4 1 1 1,0 0-3-16,0-7-1 15,0-6 3-15,0-2 0 0,0-10 0 16,0 0 1-16,0 0-1 16,0 0 2-1,0 0-2-15,0-15 3 16,21-4-5-16,-2 0-1 16,2 4-12-16,4 9 1 15,-4 2-5-15,-1 4 5 16,-7 0-4-16,3 0-4 15,-3 19 3-15,2 6 15 16,-7-3-2-16,-3-1 2 0,-5 1 1 16,0-4-6-16,0 1 0 15,-21-1 6-15,-15 0 18 16,-10-8 1-16,5 2 0 16,-4-9 0-16,12-3-4 15,13 0 3-15,11 0-18 16,5-6-8-1,4-9-32-15,4-1-64 0,29-8-57 16,9 8-16-16,-23 4-43 16,2 5 2-16</inkml:trace>
  <inkml:trace contextRef="#ctx0" brushRef="#br1" timeOffset="64632.44">26711 18220 347 0,'0'0'186'0,"0"0"-108"0,0 0 23 16,0 0 72-16,0 0-77 15,0 0-87-15,13-12 4 16,-17 40-2-16,-1 3 11 16,5 0-21-16,0-3 1 15,0-7-1-15,0 1-1 16,0-10 0-16,0-6-5 0,0 0-27 16,0-6-73-16,0 0-134 15,0 0-236-15</inkml:trace>
  <inkml:trace contextRef="#ctx0" brushRef="#br1" timeOffset="64765.64">26666 17949 963 0,'0'0'45'0,"0"0"-45"15,0 0-133-15,0 0 124 16,0 0-125-16,0 0-249 15</inkml:trace>
  <inkml:trace contextRef="#ctx0" brushRef="#br1" timeOffset="65504.71">27118 17761 215 0,'0'0'118'16,"0"0"-108"-16,0 0 18 16,0 0 75-16,0 0-7 15,0 0-42-15,-13-89-25 16,13 76 9-16,0 8 22 0,0-5-3 16,0 7 3-1,0 0-3-15,0 3-5 0,0 0 2 16,0 0-15-16,0 0-13 15,0 0-8-15,0 0-8 16,0 0-9-16,-4 0 3 0,0 16 7 16,0 11 14-16,0 7-9 15,-1 9-9-15,-3 10 3 16,0 8-3-16,-4 16 4 16,-1 9-11-16,-2 4 9 15,-6 0-8-15,4-7 0 16,1-7 3-1,3-8-4-15,1-15 0 16,8-10 2-16,-4-15-1 0,8-13 6 16,0-2-6-16,0-8-1 15,0-5-3-15,0 0-14 16,0 0-22-16,0 0-14 16,12-12-43-16,0-3-102 15,-7 2-103-15,-1 8-37 0</inkml:trace>
  <inkml:trace contextRef="#ctx0" brushRef="#br1" timeOffset="66339.53">27376 18165 144 0,'0'0'255'0,"0"0"-180"15,0 0-17-15,0 0 83 16,0 0-39-16,0 0-32 16,33-68-4-16,-33 59-11 15,0-3 4-15,0-1-5 16,0 4-20-16,-4 3-18 0,-17 3-16 16,-8 3-4-16,-3 0 1 15,-5 9 3-15,-4 13 0 16,3 2 3-16,6-2-3 15,12 0 1-15,11-4-1 0,9 0-8 32,0-2 2-32,0-7 1 15,9 1 2-15,16-8 0 16,-2-2 2-16,6 0-6 0,4 0 3 16,-8-15-7-16,4-3-7 15,-9-4 6-15,-8 7 3 16,1 2 8-16,-13 10 2 15,0 3 1-15,0 0 20 0,0 0 7 16,0 9-17-16,0 22-6 16,-13 15 10-16,1 7 5 15,3 6-13-15,2-1-3 0,3-9-2 16,4-5-2 0,0-8 1-16,0-11-2 15,0-3 3-15,0-10-1 16,0-6-2-16,0-6-4 0,0 0-13 15,0 0-32-15,7 0 9 16,10-3 4 0,-1-21-44-16,5-4-35 15,4-3-15 1,-4-3-35-16,-9 18-21 0,-8 1-139 16</inkml:trace>
  <inkml:trace contextRef="#ctx0" brushRef="#br1" timeOffset="66875.52">27392 18587 231 0,'0'0'49'0,"0"0"-47"0,0 0 18 15,0 0 72-15,0 0-1 16,0 0-21-16,0 0-30 15,-8 28 12-15,8-28 7 16,0 0 9-16,0 0 24 16,0 0-5-16,0 0-12 15,0 0-25-15,0 0-8 0,0 0-9 16,0-12-13-16,0-7-19 0,0-6 3 31,13-2 1-31,-5-7 1 16,8-9-2-16,-3-10-3 15,3 1 2-15,1-4-3 16,-10 10-1-16,6 9 1 16,-5 13-2-16,-4 8 2 0,-4 13 0 15,0 3-5-15,0 0-7 16,0 0-50-16,0 3-24 16,0 16-94-16,0-10-68 15,0 3-200-15</inkml:trace>
  <inkml:trace contextRef="#ctx0" brushRef="#br1" timeOffset="67517.06">27676 18162 536 0,'0'0'85'0,"0"0"-74"16,0 0 52 0,0 0 57-16,0 0-32 0,0 0-47 15,4-28-25-15,-4 50-14 16,0 6 31-16,0 15 15 16,-4 0-36-16,-5 6-2 0,1-3-8 15,4-9 2-15,4-6 0 16,0-9-1-16,0-10 3 15,0-6 7-15,0-6-2 16,0 0 3-16,0 0 2 16,0-18 4-16,0-16 8 15,0-9-28-15,0-6 5 0,4-10-1 16,0 4 0-16,-4-4-3 16,4 12 0-16,1 11 0 15,-5 8-1-15,4 13 0 16,0 5 1-16,-4 10-2 15,0 0-4-15,4 0-8 0,0 25 2 16,4 12 11 0,9 3 6-1,-1 6-6-15,5 1 0 0,-1-7-2 16,0-1-13 0,5-11-3-16,-4-3-2 0,0-10 5 15,-5-3 6-15,1-8-4 16,-5-4-6-16,-1 0 19 0,-2-28 3 15,-5-9 16-15,-4-9-6 16,0-1 14-16,0-8 4 16,0-6-14-16,-4-5-3 15,-5 5-7-15,-2 8-5 16,3 20 19-16,4 17-3 16,-1 10-18-16,1 6-9 15,0 0-44 1,4 31-102-16,0-7-107 15,0 4-425-15</inkml:trace>
  <inkml:trace contextRef="#ctx0" brushRef="#br1" timeOffset="67996.23">28123 18242 633 0,'0'0'291'16,"0"0"-290"-16,0 0 1 16,0 0 28-16,0 0 7 15,0 0-5-15,0 0-25 0,-25 120-1 32,17-86 3-32,4-9 11 15,-4-6 8-15,4-10-6 0,4-6-14 0,-5 0-1 31,5-3 4-31,0 0 1 0,0-10 21 0,0-17-17 16,0-10-14 0,0-10-2-16,0-5 0 0,9-10 0 15,-5 1 0 1,4 2 0-16,-4 10 0 0,0 21 5 16,1 10 0-16,-5 8 6 15,4 7 5-15,-4 3-9 16,4 0-7-16,4 13-9 15,4 24 9-15,5 9 5 0,4 6-4 16,3 4-2-16,-4-4-2 16,5 1-23-1,-9-4-27-15,-3-6-30 0,-5-6-28 16,-4-12-56-16,-4-25-73 16,0 0-107-16</inkml:trace>
  <inkml:trace contextRef="#ctx0" brushRef="#br1" timeOffset="68190.08">28119 18378 666 0,'0'0'349'16,"0"0"-316"-16,0 0 25 16,0 0 73-16,0 0-84 0,0 0-47 0,-37-44 0 15,74 39 0-15,4-5 0 16,4 4-16-1,4 0-21-15,-3 0-58 16,-9 6-64-16,-30 0-148 0,-7 0-155 16</inkml:trace>
  <inkml:trace contextRef="#ctx0" brushRef="#br1" timeOffset="70206.13">24432 18541 396 0,'0'0'217'0,"0"0"-201"16,0 0 7-16,0 0 42 15,0 0-27-15,0 0-19 0,0-6-11 16,0 6 5-16,0 0 18 16,0 0 2-16,13 0 17 31,-1 0-19-31,5 12 0 0,-1 10 1 15,9 8 1 1,4 5-16-16,-5-2-7 0,1 1-5 16,-1-3-2-16,-7-3 3 15,-5-3-5-15,1-10 2 16,-9-3 5-16,0-5 1 16,-4-4 2-16,4-3 3 0,-4 0 4 15,0 0 4-15,0 0-3 16,0 0-5-16,0 0 9 15,0 0-5-15,0 0 0 16,0-10-1-16,0-8-13 16,0-4 0-16,0-12-4 0,0-6 1 15,0-6 4 1,0-16-3-16,0-8-1 16,0-10 0-16,-8-19-1 15,-9-9-3-15,5-9-1 0,-5-4-2 16,5 10 4-1,-5 19-3-15,5 15 5 16,-4 16 0-16,4 11 0 16,0 7 1-16,3 9 0 0,-3 6-1 15,8 6 1-15,4 10-1 16,0 6 0-16,0 6 0 16,0-3-1-16,0 3 0 15,-4 0-5-15,4 0-4 16,0 0 5-16,0 0 0 15,0 0 4 1,0 0 1-16,0 0-1 16,0 0 1-16,0 0-1 0,0 0 1 15,0 0 0-15,0 0 1 16,0 0-1 0,0 0 0-16,0 0-1 15,0 0 1-15,0 0-3 0,0 0 3 16,0 0 0-16,0 0 0 0,0 0-1 15,0 0 1-15,0 0 0 16,0 0 0-16,0 0-2 16,0 0 2-16,0 0 0 15,0 0-3-15,0 0 1 16,0 0 1-16,0 0-1 16,0 0 0-16,0 0 2 0,0 0 0 15,0 0 0-15,0 0 1 16,0 0 3-16,0 0-4 15,0 0 1-15,8 0 8 16,13 0-1-16,7 0-1 0,9 0 2 16,0 0-3-16,13 0 2 31,2 0-6-31,6 0 4 16,3-3-2-16,9-3 0 0,8-4 0 15,5 2 4-15,11-2-6 16,9 4 2-16,4-1 0 15,3 2-4-15,13 5 4 16,8 0-4-16,1 0 0 16,-1 0 1-16,1 0-1 0,-5-3-2 15,5-4 1-15,3 1 1 16,0-3 1-16,-3 3 0 16,-9-1-1-1,-4 5 6-15,-12-1-1 0,-13 3 3 0,-8 0 1 16,-8 0-4-16,-8 0-1 31,0 0-3-31,-5 0-1 0,-7 0 1 16,-4 0-1-16,3 0 0 15,-4 0-2-15,-3 0 2 16,-6 0 0-16,-6 0 0 16,-10 0 0-16,-11 0 1 15,0 0 0-15,-13 0 3 16,0 0-3-16,-4 0 0 15,0 0 9-15,0 0-2 0,0 0 4 16,0 0 2-16,0 0-6 16,0 0-1-16,0 0 1 15,0 0-5-15,0 0 4 16,0 0-6-16,0 0 2 16,0 0 4-1,0 0-6-15,0 0 1 16,0 0-2-16,0 0-3 15,0 0 3-15,0 0-19 0,0 0-9 16,-13 0-18-16,-7 0-20 16,-5 3-16-16,13-1-127 15,3-2-484-15</inkml:trace>
  <inkml:trace contextRef="#ctx0" brushRef="#br1" timeOffset="72374.14">28772 18294 314 0,'0'0'136'0,"0"0"-107"16,0 0-6-16,0 0 34 15,0 0-23-15,0 0-13 16,0 0 0-16,-4 0 7 15,4 10 42 1,0 5 9-16,-4 7-8 0,-4 6-9 0,-5 5-31 16,5 5-8-16,-4 2-9 31,-1 0-14-31,-3-4 0 16,-1-5-11-16,-4-3-56 0,13-25-105 15,4-3-232-15</inkml:trace>
  <inkml:trace contextRef="#ctx0" brushRef="#br1" timeOffset="76193.59">29695 18063 226 0,'0'0'370'0,"0"0"-352"15,0 0-9-15,0 0 106 16,0 0-9-16,0 0-48 15,0 0-23-15,-16-6-15 16,16 6-1 0,0 0 7-16,0 0-3 15,0-3-13-15,0 0-2 16,20 0 1-16,13-3 4 16,5-3-10-16,2 6 2 15,10-7-2-15,-13 7-2 16,-4 0-2-16,-9 3 1 0,-16 0-9 15,-4 0-13-15,-4 0-37 16,0 0-42-16,0 0-59 16,-12 0-184-16</inkml:trace>
  <inkml:trace contextRef="#ctx0" brushRef="#br1" timeOffset="76425.92">29786 18242 577 0,'0'0'285'15,"0"0"-285"-15,0 0 0 16,0 0 22-16,0 0-7 16,0 0-3-16,40 3-3 0,-2-12 1 15,-1 0-4-15,0 2 1 16,-5 2-6-16,-7 1-1 15,-4 1-22-15,-9 3-103 16,-12 0-74-16,0 0-140 16</inkml:trace>
  <inkml:trace contextRef="#ctx0" brushRef="#br1" timeOffset="77253.89">30213 17869 329 0,'0'0'236'0,"0"0"-218"15,0 0 70-15,0 0 72 16,0 0-74 0,0 0-28-16,0 0-16 15,-17-37-22-15,17 31-6 16,0 0-7-16,9-3-7 16,11 2-1-16,8-2 1 0,1 3 0 15,4 3 2 1,0 3-2-16,4 0 4 15,-8 0-3-15,-1 0-1 16,-7 0-1-16,-13 6-2 0,-3 15 0 0,-5 4 3 16,0 9-1-16,-13 6 3 15,-20 0 0-15,-8 3 0 16,-4-5-1-16,4-5 2 16,8-8 1-16,8-3 9 15,13-7-1-15,9-6-3 16,3-2-9-16,0-2 3 15,0-5-3 1,15 4 8-16,10-4 0 0,8 0 2 16,4 0-8-16,0 0-1 15,4-9 0-15,0 5-1 16,-8-5-9-16,-4 6-28 16,-5-6-54-16,-20 6-122 15,-4 0-158-15</inkml:trace>
  <inkml:trace contextRef="#ctx0" brushRef="#br1" timeOffset="77585.92">30804 17746 620 0,'0'0'145'0,"0"0"-145"16,0 0 0-16,0 0 29 16,0 0-11-16,0 0 9 15,-116 37 2-15,97-7 20 16,-2 1 11-16,9 4-25 0,8-2-11 16,4 7-11-16,0-6-4 15,8-3 1-15,17-6-7 16,7-4 4-16,1-8-1 15,4-4-4-15,0-3 2 16,-5-6-4-16,1 0-7 0,-12 0-21 16,-9 0-62-16,-12 0-80 15,0-3-103-15</inkml:trace>
  <inkml:trace contextRef="#ctx0" brushRef="#br1" timeOffset="77785.72">30599 18048 451 0,'0'0'260'16,"0"0"-256"-16,0 0 28 15,0 0 50-15,0 0-51 0,0 0-14 16,0 0-3-16,102-53-13 16,-61 48 0-16,-4-2-1 15,-4 4-10-15,-5 0-54 16,-3 3-82-16,-21 0-117 0,-4 0-66 15</inkml:trace>
  <inkml:trace contextRef="#ctx0" brushRef="#br1" timeOffset="78273.19">31038 17977 327 0,'0'0'92'0,"0"0"-6"16,0 0 40-1,0 0-6-15,0 0-23 0,0 0-27 16,8 0-14-16,-8 0-3 16,0 0 1-16,0 0-11 15,0 0-13-15,0 0-7 0,-8 0-10 16,-13 0-13-16,-8 0 0 15,-3 13 0-15,7-1 5 16,1-3-3-16,7 0 3 16,9-3-5-16,4 3-6 0,4 4-1 15,0-4-9-15,8 10 5 16,21-7 1-16,4 4-1 16,-1 2 4-16,1-6-9 15,0 3 8-15,-8-2 5 16,-9-4-1-16,-7 4-1 15,-5-7 3 1,-4 3-4-16,0-3 6 16,-4 0 4-16,-25 3 15 15,-13-2 3-15,-3-1-16 16,5-3 0-16,7 0-1 0,8 0-5 16,8-3 0-1,13 0-26-15,4 0-33 0,0 0-196 16,0 0-153-16</inkml:trace>
  <inkml:trace contextRef="#ctx0" brushRef="#br1" timeOffset="79170.95">31436 17765 458 0,'0'0'203'0,"0"0"-193"0,0 0 68 15,0 0 58 1,0 0-81-16,0 0-29 0,-13-25 2 16,-3 25-17-16,-8 0-11 15,-13 6 0-15,-5 15 9 16,5 4 6-16,1 9 8 0,7 0-7 16,13 3-7-16,3 0-6 15,9 0-3-15,4-3 2 16,4-6-2-16,21-13-5 15,12 0-6-15,-1-9 3 16,2-6-2-16,3 0 8 16,-4 0 1-16,3-12 1 0,2-10 0 15,-9 4 0-15,-8-7 0 16,-13 4 2-16,-5-7-1 16,-7 7 1-16,0-1-2 15,0 1-19-15,-15 2-21 0,-10 0-35 16,-4 4-32-16,0 0-26 15,17 12-107 1,3-1-74-16</inkml:trace>
  <inkml:trace contextRef="#ctx0" brushRef="#br1" timeOffset="79488.64">31375 17517 557 0,'0'0'134'16,"0"0"-124"-16,0 0 1 0,0 0 84 16,0 0-40-1,0 0-42-15,-33 4 16 16,29 27 33-16,4 5-24 16,0 8-9-1,0 2-8-15,0 10 0 0,0 11-11 16,4 4 6-16,8 12-2 15,0-8-5-15,1-5 0 16,3-14-6-16,-4-10-1 16,-4-9-1-16,0-13-1 15,-4-8-1-15,1-7-4 16,-5-9-40-16,0 0-55 0,0 0-98 16,0 0-114-16</inkml:trace>
  <inkml:trace contextRef="#ctx0" brushRef="#br1" timeOffset="79959.97">31531 18038 620 0,'0'0'120'0,"0"0"-114"0,0 0 84 15,0 0-1-15,0 0-89 16,0 0 7-16,15 25 39 0,-11 12-16 16,1 0-10-16,-1 6-9 15,0-8-4-15,0-5-1 16,0-5-2-16,-4-7-2 16,0-8 3-16,0-4-3 15,0-6 8-15,0 0 5 16,0 0 6-16,8-3 13 0,1-22-18 15,7-3-15-15,-3 4 0 16,7 2-1-16,1 10-5 16,-5 6 4-16,0 6-7 15,1 0 0-15,-5 0-4 16,0 12-3-16,-3 7 13 0,-1 5 2 31,-8-3 0-31,0 1 2 0,0-3-2 16,-29-7 8-1,-4 4 9-15,-7-7 1 0,2 0-4 16,1-6-14-16,12-3-8 16,10 0-17-16,11 0-36 15,4 0-160-15,0-6-148 16</inkml:trace>
  <inkml:trace contextRef="#ctx0" brushRef="#br1" timeOffset="80760.98">31970 18076 154 0,'0'0'106'0,"0"0"-61"16,0 0 62-16,0 0 29 15,0 0-41-15,0 0-22 0,0 0-11 16,0-19-1-16,0 19-3 16,0 0-10-16,0 0 2 15,0 0-10-15,0 0-14 0,0 0-3 16,-4 0-17-16,-4 6-5 15,4 16 24-15,-1 2-13 16,1 4-1-16,4 0-9 16,0 0-1-16,9-1-1 0,11-11 0 15,-4-1-3-15,9-6-15 32,-9-9-11-32,1 0-23 15,-5 0-74-15,-12 0-141 0,0-9-274 16</inkml:trace>
  <inkml:trace contextRef="#ctx0" brushRef="#br1" timeOffset="80894.19">31896 17854 922 0,'0'0'0'0,"0"0"-64"0,0 0 9 16,0 0-55-16,0 0-280 15</inkml:trace>
  <inkml:trace contextRef="#ctx0" brushRef="#br1" timeOffset="81709.28">32314 17709 335 0,'0'0'140'0,"0"0"-114"0,0 0 48 16,0 0 52-1,0 0-51-15,0 0-36 16,0 0 7 0,0-37 24-16,0 37-20 0,0 0-10 15,0 0-8-15,0 0-19 16,0 0-12-16,0 9-1 15,-4 12 37-15,-8 11-12 0,3 11-10 16,-7 12-1-16,5 16-7 16,-10 6 1-1,0 6 1-15,-4 7-7 0,1-7 3 16,-5-6-1-16,5-9-4 16,3-16 2-16,-4-5-1 15,9-20 4-15,8-8 2 16,3-7 0-16,5-9-3 15,0 0-4-15,0-3-9 0,0 0-8 16,0 0-23 0,0-3-25-16,0-12-67 15,5 2-141-15,-1 1-175 0</inkml:trace>
  <inkml:trace contextRef="#ctx0" brushRef="#br1" timeOffset="82647.57">32474 18184 379 0,'0'0'126'0,"0"0"-113"16,0 0 41-16,0 0 18 15,0 0-25-15,0 0 35 0,13-50-10 16,-13 44-4-1,0-3-9-15,0-1-16 16,-8 5-7 0,-9 5-36-16,-8 0 7 15,-7 0-5-15,-5 0 6 0,4 5-4 16,0 17 5-16,4 3-2 16,5 3-2-16,12-4-5 15,8 4-1 1,4-4 0-16,0-5-4 0,0-4 1 15,8 1-1-15,13-7-2 0,-6-9 4 16,10 0 3-16,0 0 0 16,-9 0-2-16,9-18 3 15,-4-1-2-15,2-5 1 16,-6 2-2-16,4 1 1 16,-9 2 1-16,-8 7 0 15,0-1 3 1,-4 13-2-16,0 0 10 15,0 0-1-15,0 0-10 16,0 6 0-16,0 19 5 16,0 12 10-16,0 3-8 15,0 7-7-15,0-4 2 16,0 3-2-16,-4-6 0 16,0-3 1-16,0-3 0 0,-4-1 2 15,4-14 2-15,4-3 13 0,0-11-6 16,0-1 8-16,0-4-9 15,0 0-1-15,0 0 1 16,12-13 16-16,9-11-4 0,3-7-9 16,-3-6-2-16,4-6 0 15,-5 0-7-15,0 0-2 16,-3 5-3-16,-5 11-3 16,-4 5 1-16,-3 13-20 15,-5 3-29-15,0 6-103 16,0 0-205-16</inkml:trace>
  <inkml:trace contextRef="#ctx0" brushRef="#br1" timeOffset="83417.92">32655 18165 459 0,'0'0'144'15,"0"0"-90"1,0 0 48-16,0 0 8 15,0 0-59-15,0 0-6 16,0-34-4-16,0 31-3 16,0 3 2-16,0 0 11 15,0 0 2-15,0 0-13 16,0 0-23-16,0 0-7 16,0 0-9-16,0 0-1 0,0 3-3 15,0 22 2-15,0 9 1 16,0 0 5-16,0 9-5 15,0-6 3-15,-4 0-1 0,4-6-2 16,0-4 0-16,0-8-2 16,0-7 2-16,0-6-3 15,0-2 3-15,0-2 0 16,0-2-9-16,0 0-6 0,0 0-2 16,0 0-15-16,4-15-19 15,5-7-24-15,-1 1-51 16,0-7-24-16,-4-6 16 15,-4 0-16-15,0 1 48 16,0-7 55 0,0 2 47-16,-4 1 22 15,-4 6 27-15,-5 10 93 16,9 6-6-16,0 5-50 16,4 7-15-16,0 3-12 15,0 0-49-15,0 0-2 0,0 3 0 16,8 22 51-1,17 3-9-15,-5 5-23 0,5 2-14 16,4 1-8-16,0-1-1 16,0-2 0-16,-1-2-3 15,-8-9 0-15,-3-7 0 0,-9-6 1 16,-8-2-2-16,4-5-10 16,-4-2-10-16,0 0-25 15,8 0-23 1,-8 0-37-1,4-9-74-15,-4-12-57 0,0 8 95 16,0 1 4-16</inkml:trace>
  <inkml:trace contextRef="#ctx0" brushRef="#br1" timeOffset="83636.86">32905 18104 162 0,'0'0'172'0,"0"0"23"16,0 0-49-16,0 0 7 0,0 0-40 0,0 0-46 15,0 0-34 1,-24-78-28-16,24 103-5 0,0 12 40 15,0 6-8 1,0 6-13-16,0 1-2 16,4-4-6-16,4 0 6 15,0-6-16 1,-4-6-1-16,-4-9 0 0,5-10-5 16,-1-6-20-16,-4-5-43 15,0-4-162-15,0 0-198 16</inkml:trace>
  <inkml:trace contextRef="#ctx0" brushRef="#br1" timeOffset="84228.17">33049 18205 368 0,'0'0'184'16,"0"0"-159"-16,0 0 82 16,0 0 37-16,0 0-70 15,0 0-23-15,4-9-8 16,-4 9-11-16,0 15-16 0,0 10 12 0,4 6-9 15,-4 6-8-15,5-3-6 16,-1-3 1-16,0-4-6 16,0-8-2-16,-4-7 0 15,0-3-10-15,0-5-12 16,0-4-39-16,0 0-28 16,-12-7-68-1,-5-17-93-15,0-11 37 16,5 2 126-16,0 2 64 15,3-6 25-15,9 9 17 16,0 3 13-16,0 7 67 16,0 9-16-16,0 6-13 15,9 3-13-15,7 0 37 16,-3 0-18-16,-1 0-20 0,0 9 4 16,1 7-6-16,3 5-15 15,1 3-11-15,-1 1 12 0,-3 0-8 16,-2-1 0-16,-7 1-3 15,-4-10-9 1,0 7 4-16,0-9-4 16,-11-1-4-16,-14 0-7 15,-4-5-7-15,-8-2-48 16,-4-1-78-16,29-4-94 16</inkml:trace>
  <inkml:trace contextRef="#ctx0" brushRef="#br1" timeOffset="86953.84">29999 18480 70 0,'0'0'532'0,"0"0"-469"16,0 0-57-16,0 0 55 15,0 0-12-15,0 0-42 16,-8-10 4-16,8 10 7 15,0 0 11-15,0 0 8 16,0 0 6-16,0 0-3 16,0 0-15-1,0 0-12-15,0 0-2 16,0 0-7-16,0 0-2 16,0 0 0-16,0 0-1 15,0 0-2-15,0 0 1 16,0 0-3-16,0 0 3 15,12 10 12-15,5 11 5 0,-1 7 0 16,5 9 5-16,0 3-14 0,-2 0-1 16,-2 3-7-16,-1-3 6 15,-3 0-2-15,-9-9-2 16,4 0 5-16,-4-10-4 16,-4-8 5-16,0-7 9 15,0 0 2-15,0-6-2 16,0 0-4-1,0 0 2-15,0 0 7 16,4-3-1-16,-4-16-10 16,0-5-10-16,0-10 0 15,0-6 0-15,0-7-1 16,-4-8 0-16,-4-10 0 16,0-12 0-16,-1-6 0 0,1-13-6 15,-4-8 5-15,-1-4-1 16,5 3-3-16,-3 7 5 0,3 14 1 15,-5 22 3 1,5 13-3-16,0 12 4 0,3 9 1 16,-3 7-4-16,8 9 0 15,-4 2-1-15,4 1 2 16,-4 9-2-16,4-3-1 16,0 3 0-1,-4-3-1-15,4 0 0 16,0 3-4-16,0 0 3 15,0 0 0-15,0 0-4 16,0 0 3-16,0 0-1 16,0 0 1-16,0 0 2 15,0 0 1-15,0 0-2 0,0 0-1 16,0 0 3-16,0 0-1 16,0 0 0-16,0 0 2 0,0 0-2 15,0 0 0-15,0 0 1 16,0 0-2-16,0 0 2 0,0 0-1 15,0 0 0-15,0 0 1 16,0 0-1 0,0 0 1-16,0 0 0 15,0 0 3-15,0 0-2 0,0 0 1 16,0 0-2-16,0 0-2 16,0 0 2-16,0 0 0 31,0 0-2-31,0 0 1 0,0 0-2 15,16-6 3-15,13 6 1 16,3-6 0-16,14 3 0 16,12-1-1-16,-2 4 0 15,19-3 3-15,2-6-3 16,10 6 5-16,16-6-3 16,-5 9-2-16,5 0 4 15,4 0-4-15,3 0 3 0,5 0 2 0,1 0-5 16,-6 9 0-1,-12-6-1-15,-12 0 1 0,-7 3-1 16,-6-3-3-16,2-3 4 16,2 7 1-16,-3-7-1 15,4 6 0-15,-4-6 0 16,0 6 0 0,0-3 2-16,4 0 0 15,-8 0-2-15,-9 3 1 0,1-3 1 16,-4 4-2-16,-5-4 0 15,0 3 0-15,4 0 4 16,-3 0-4-16,0-3 0 16,-6 0 4-16,-6-3-2 15,-5 0 5-15,-12 0-6 16,-5 0 5-16,-8 0 4 16,4 0-5-16,-8 0 4 15,1 0 4-15,3 0-6 0,1 0-4 16,3 0-2-16,9 0 1 15,4 0 2-15,7 0-3 16,-3 0-1-16,4 0 1 0,0 0-1 16,-9 0 0-16,-3 0 0 15,0 0 0-15,-13 0 0 32,5 0 0-32,-13 0 0 15,0 0 4-15,0 0-2 0,-4 0 3 16,0 0-1-16,0 0 1 15,0 0 3-15,0 0-8 16,0 0 0-16,0 0-24 16,-20 0-25-16,-13 0-33 15,12 0-119-15,0 0-361 16</inkml:trace>
  <inkml:trace contextRef="#ctx0" brushRef="#br1" timeOffset="94635.45">28964 17863 515 0,'0'0'209'0,"0"0"-209"16,0 0 5-16,0 0 61 15,0 0 3-15,0 0-37 16,-28-46-11-16,28 42-4 16,0 4-3-16,0 0 13 0,0-2 6 15,0-1 4-15,0-1-11 16,0-2-10-16,4 3-2 0,8 3-8 31,0 0-1-15,1 0 6-16,8 0-5 0,-5 16 3 0,1 11-6 0,3 4 0 15,-7 6-3-15,2 6-1 32,-7 6 1-32,1 1-5 0,-5 2 4 15,-4-5-2-15,0-4 3 16,-8 0 0-16,-13-6 14 15,5-6-14-15,0-10 1 16,8-5 15-16,4-10-3 16,4-6-7-16,0 0-3 15,0 0 1-15,0 0 0 0,0 0 1 16,0-18 18-16,8-14-2 16,12-14-20-16,-4-6 3 15,5-7-4-15,-5-9 0 16,-8-6 2-16,1 1 0 15,-5 8-1 1,-4 12-1-16,0 16 1 16,0 10 1-16,0 11 0 15,0 7 1-15,0 6 12 16,0 3-8-16,0 0 0 16,0 0-7-16,0 6-1 0,0 28-17 15,0 15 18-15,0 16 10 16,0 9-5-16,0 0-2 15,0-3-3-15,8-7 5 0,9-8-4 16,-1-13-1-16,5-3 1 16,0-9 1-16,-6-9-4 15,2-4-2-15,-1-12-16 16,1 1-19-16,-1-7-31 16,1 0-48-16,-13 0-90 15,0 0-102 1</inkml:trace>
  <inkml:trace contextRef="#ctx0" brushRef="#br1" timeOffset="95120.42">29420 18294 525 0,'0'0'77'0,"0"0"-74"15,0 0 43-15,0 0 48 16,0 0-65-16,0 0 0 16,0-18 27-16,0 18 6 15,0 0-4-15,0 0-3 0,0 0-23 16,0 0-18-16,0 12-11 16,0 13-2-16,0 9 22 15,9 6-19-15,-1-6-3 16,-4-3 2-16,0-3-3 15,0-13 0-15,-4-3 2 16,4-9-1 0,-4-3 8-16,0 0 11 15,0 0 18-15,0-25 26 0,13-5-45 16,-5-10-17 0,4-1-2-16,5 1 0 15,-10 7-1-15,1 11 1 16,1 13-1-16,-5 6 0 0,0 3-2 15,4 0-3-15,5 24 0 0,3 14 6 16,5 7 10-16,0 5-6 16,-1-7-3-16,-3-3 3 15,-2-9-3-15,-6-6-1 16,-5-7-24-16,-4-5-36 16,0-13-170-16,0 0-458 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11:27.31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 14324 156 0,'0'0'0'15,"0"0"-11"-15,0 0 7 32,0 0 4-32,0 0 4 0,0 0-4 15,0 115-18-15,0-100-8 16,0 3 15-16,0 1 0 15,0-1-10-15,0 0-3 0</inkml:trace>
  <inkml:trace contextRef="#ctx0" brushRef="#br1" timeOffset="11803.51">14699 16423 97 0,'0'0'77'0,"0"0"-73"31,0 0 1-31,0 0 40 16,0 0-8-16,0 0-22 16,0 0-8-16,0 0 9 15,-4-9-5-15,4 9 5 0,0 0 9 16,0-3 0-16,0 3-3 16,0 0-6-16,0 0 5 15,0 0 2-15,0 0-1 0,0 0 5 16,0 0-6-16,0 0-3 15,0 0 1-15,0 0-1 16,0 0 2-16,0 0-2 16,0 0-8-16,0 0 7 15,0 0-4-15,0 0-4 16,0 0 2-16,0 0 13 0,0-3-6 31,-4 3-7-31,-4 0-11 0,-4 0 0 0,4 0 9 16,-4 0-7-16,-5 0 1 15,5 0 4-15,-5 0 8 16,5 0-9-16,-5 0-1 31,9 0 3-31,0 0-4 0,-5 3-3 0,5 0 0 16,1 6 1-16,-6 1 2 16,9-1-4-1,-4 3 0-15,4-3-1 0,-4 7 1 16,-1 2-3-16,5 4 3 15,-4 0 0-15,4-1 0 16,0 1 0-16,4-1-5 0,0 4 5 16,0-4-1-16,0 4 1 15,4-3-4-15,12-4 4 32,1 4 0-32,-1-7 1 15,4 4 0-15,1-4 1 0,-5 0 1 16,5 4-2-16,-4-7-1 15,-5 4 0-15,0-4 4 16,-3 4-3-16,-5-4 1 16,0 0 0-16,-4 3 4 0,0-2 2 15,0-1-1 1,0 1 11-16,-17 2-3 16,-3-3 6-16,-1 1-4 15,-4-4-3-15,4 3 1 0,2-3-9 0,2-2 1 16,1 2 1-16,3-6-5 15,1 3-1-15,4-3-2 16,-1 0 0-16,5 4 0 16,4-7 1-16,-4 0 0 15,4 0-1-15,0 0 0 16,0 0 0 0,0 0-2-16,0 0-3 15,0 0 5-15,0 0 0 16,0 0 3-16,0 0 7 15,0 0-4-15,0 0 0 16,0 0-3-16,0 0-1 0,0 0-1 16,0 0 0-16,0 0-1 15,0 0 0-15,0 0 1 16,4 0 0-16,0 0-1 16,1 0 0-16,-5 0 0 0,4 6 0 15,0-6 0-15,0 3 0 16,0 0 0-16,0 0 0 15,5 0 0-15,-1 3 0 16,-4-3 0-16,0 6 1 0,4 1-1 31,1-1 2-31,2 3 0 16,-7 7 4-16,4-1-2 0,1 7-2 0,-1 3 4 16,-4 2-5-16,0 4 0 15,0 0 4-15,0 3-4 16,-4-3 5-1,0 3-4-15,0 0-1 16,0 0 3-16,0 0-3 0,-8 3 0 16,-4 0 3-16,-5 0-3 15,2 1 1-15,-6-1-1 16,5 0 0-16,-1-4 0 16,9 2-1-16,-5 2 3 15,5-3-2-15,4 2 2 16,0 2 0-16,4-1 1 15,0 3 1-15,0 6 4 0,0 4-5 16,16-1 6-16,1 1 5 16,8-4-11-16,-5-9 25 15,0-6-14-15,1-3-11 16,3-3 2 0,1-10 5-16,12-9 2 15,-3-9-5-15,6 0 3 16,1 0 3-16,5-3-6 15,-6-12-3-15,-7 2 0 0,-12 1-5 16,-9 6-1-16,-4 3-1 16,-8-3-18-16,0-3-22 15,0 2-85-15,-16-2-282 0</inkml:trace>
  <inkml:trace contextRef="#ctx0" brushRef="#br1" timeOffset="14292.6">14093 16630 311 0,'0'0'67'0,"0"0"-65"16,0 0 29-16,0 0 55 15,0 0-25-15,0 0-9 0,0 0-24 16,-21-22-4-16,21 22-5 15,0 0-3-15,0 0 8 16,0 0 8 0,0 0 3-16,-4 0 6 15,-4 0-7-15,-1 0-12 16,5 0-10-16,-8-3 9 16,-1 0-8-16,1-3 6 15,-9 0-11-15,1-7 8 0,-4-2-4 16,-9-10-2-16,-4-6-7 15,3-2 2-15,-2-7-4 16,3-3-1-16,4-7 3 16,4-2 19-16,9-7-12 0,8-9-7 15,-1-12 3 1,9 0-6-16,0-3-2 16,0-1 1-16,9 1 1 15,11 0 0-15,13 3 0 16,9-3-6-16,2 3 6 15,6-1 0-15,12 2 0 0,7-2-3 32,5-2 3-32,8 0 1 0,-4 6-1 0,0 3 1 15,-4 9-1-15,-8 10 0 16,-4-1-3-16,-10 4-6 16,-6-4 3-16,-13 0 3 15,-9-2 6-15,-4 0-1 16,-7-4 0-16,8-3 0 15,-5 0 11-15,5 1-13 16,-1-1 0-16,-3-3 1 16,3 0 2-16,0 4 3 15,5-1 3-15,4 0-6 0,8 1 19 32,-1 8-8-32,6-2 1 15,3-4-3-15,5 3 0 0,-2 0 6 0,2-2-7 16,-1 2 3-16,0 4 3 15,1 3-4-15,11-10-7 32,17-12-6-32,4-3-10 0,-3-13 10 0,-10 4 11 15,-24 3-4-15,-8-6 12 16,-8 2 0-16,-5-5-18 16,-3-1 4-16,-5-2-3 15,-3-1-2-15,-9 3 0 16,0-2-5-16,-4-4 5 15,0-3-8-15,-8 1 4 0,-17-1 1 16,0 4 1-16,-3 2 2 16,-5 3 1-16,-8-2 0 15,-1 3-2-15,-2-1 1 16,-14 4 0-16,4-4 4 16,-7 1-4-16,-1-1 0 15,1 4 2 1,-5-1-1-16,1 1 1 15,-1-3-2-15,0-7 0 16,-7 3 4-16,2 4-2 0,2 3-2 16,3 2 3-16,1 1-3 15,7-1 3-15,1 1-3 16,3 0 0 0,5 0 6-16,8-4-4 0,0 1-2 0,4-7 2 15,-5 1-1-15,2-1 1 16,-5 1-2-16,-1-1 0 15,2-3 6-15,-6-5-4 16,9 2-1-16,5 0-1 16,-2 1 0-16,14 2-2 15,7-6 0 1,1 0 2-16,11 0-3 16,5 1 5-16,0-1-5 15,0 0 4-15,13 3-1 16,3 4 0-16,9-4-1 15,0 3 0-15,7-6 0 0,5 7 0 16,9-1-2-16,-1 13-2 16,4 3 3-16,0 5 1 15,-3 4-1-15,-6 10 2 16,6 2 2-16,3 4-2 0,0 8 0 16,5 7 0-16,-1 3 0 15,0 6 0-15,-3 9-3 16,-13 4 3-1,-9 9 0-15,-8 2 1 0,-11 7-2 0,-9 3 1 16,0 0-1-16,0 0 0 16,0 0 0-16,0 0 1 15,0 0 2-15,0 0-2 16,0 0 0-16,0 0-2 16,0 0-3-16,0 0 1 15,0 0-7 1,4 0-1-16,0-3 10 15,4-3-3-15,0 3 2 16,1-3-15-16,-5 3-9 16,-4-4-1-16,0 7-8 15,0 0 12-15,0-2 17 0,0 2-2 16,0 0 2-16,0 0 3 16,0 0 4-16,0 0-1 15,0 0 0-15,0 0 1 16,0 0 1-16,0-4-1 0,0 1 1 15,0 0 0-15,4-3-1 16,-4-3 0-16,4-4 0 16,0 7 1-16,5-3-1 15,-1 0 0 1,-4 0 0-16,4 5 0 16,-4 1 1-16,-4 0 2 15,0 0 3-15,0-3 9 16,0 6 3-16,0 0-4 15,0-3 8-15,0 3-5 16,0 0-10-16,0 0-7 0,0 0-8 16,-16 0 3-16,-13 9 5 15,-13 9 1-15,-2 4-1 16,-18 3 3-16,4-4-2 16,-3 4 0-16,-1-3 2 15,9 2-3 1,8-8 11-16,12-4-8 0,16-6 0 15,13-6 0-15,4 0-3 0,0 0-1 0,0 0-5 16,13 0-7 0,32-12 13-16,16-10 11 0,18-8-7 15,6 2-2-15,-6 0 1 16,-6 6-3-16,-11 4 1 16,-16 3-1-16,-10 5 4 15,-11 1-2 1,-13 6 3-16,-3 3 2 15,-5 0-4-15,-4 0 4 16,0 0 3-16,0 0 2 16,0 0 5-16,0 0-5 15,0 0-12-15,-4 9-3 16,-5 22 3-16,-3 9 2 0,-1 3 0 16,9 4 0-16,4-11 2 0,0-5-1 15,0-6-4 1,0-10 3-16,0-2-2 15,0-4 0-15,0-3-6 0,17 0-2 16,8-6-20-16,8 0-46 16,-17 0-54-16,-3 0-249 15</inkml:trace>
  <inkml:trace contextRef="#ctx0" brushRef="#br2" timeOffset="32551.33">15016 2987 287 0,'0'0'30'0,"0"0"-24"15,0 0 82-15,0 0-3 16,0 0-37-16,0 0-17 16,0 0 5-16,0 0-7 15,0 0-4-15,0-22-4 0,0 22-7 16,0 0 1-16,0 0-1 15,0 0 8-15,0 0-11 16,0 0 0-16,0 0 1 16,0 0-2-16,0 0-1 0,0 0 10 15,0 0-11-15,0 0-1 16,0 0 3-16,0 0 6 16,0 0-3-16,0 0-5 15,0 0-6 1,0 0 8-16,-13 0-7 15,-3 3 8-15,-8 13-6 16,3 2 4-16,-8 7 11 16,4 5 3-16,-4 8 7 15,1 2-13-15,12 6-5 16,-5 0-1-16,13 7-1 16,0-1-10-16,4 4 5 0,4-1-2 15,0 0-1-15,0-2 3 16,8-1-5-16,9 1 2 15,-1-7 1-15,4-6-3 0,9-6 0 16,-5-12 10-16,5-4-6 16,0-6 9-16,-8-2-1 15,3-10 6-15,1 0 6 16,-1 0-4-16,9-13 4 16,-4-18-2-16,-1-9 1 0,1-6-3 15,-8-13 3-15,-5 1-1 16,1-4-8-16,-13-5-6 31,0 5 0-31,5-3-4 16,-9 3 0-16,0 1 3 0,0 2-7 15,0 6 8-15,0 8 0 16,0 2 8-16,-17 8-6 16,5 11-8-16,-5-1 9 15,0 13-6-15,-3 2-5 16,-5 10-3-16,-7 0-5 15,-5 0 5-15,-5 10-5 0,1 8-6 16,1 7-5-16,7 3-23 16,8 2-19-16,4 1-65 15,21-22-173-15,0-2-414 16</inkml:trace>
  <inkml:trace contextRef="#ctx0" brushRef="#br2" timeOffset="33221.82">15102 3523 226 0,'0'0'265'16,"0"0"-208"-16,0 0-20 0,0 0 106 16,0 0-47-1,0 0-40-15,-4-18-4 16,4 11 10-16,0 4-23 31,-4 0 6-31,0 0-8 0,4 3-5 16,0 0-2-16,-4 0-8 0,4 0-3 15,0 0-4-15,0 0-7 16,0 0-3-16,0 0-1 16,0 0-1-16,0 0 2 15,0 0-4-15,0 0-1 16,0 0 0-16,0 0-1 15,0 18 1-15,0 13 0 0,0 9 5 16,12 13 0-16,-3 5-4 16,2 7 2-16,10 3 2 15,-5-3-5-15,1-7 2 16,3-2-1-16,1-7-1 16,0-6 2-16,-9-6-2 15,0-12 0 1,-4-6 3-16,-4-13-2 15,-4-4 1-15,0 2 1 0,0-4 5 16,0 0 7-16,0 0-1 16,0 0-6-16,0 0 0 15,0 0-8 1,4 0-9-16,-4-16-30 0,0-2-17 16,4 0-40-16,-4 5-96 0,0 7-201 15</inkml:trace>
  <inkml:trace contextRef="#ctx0" brushRef="#br2" timeOffset="34186.58">15369 3723 369 0,'0'0'164'0,"0"0"-119"16,0 0 5-16,0 0 71 16,0 0-37-16,0 0-36 15,0 0-14-15,0-34-11 0,0 34-20 16,0 28-1-16,0 9 27 16,0 7 24-16,0 8-22 15,0-3-20-15,4 0 8 16,0-2-1-16,9-1-9 15,-9-6 1-15,4-6-10 0,-1-3 3 32,-3-10-1-32,1-8-1 15,-5-7 0-15,0-6-1 0,4 0 4 16,-4 0 3-16,0 0-5 16,4 0-2-16,-4-19-13 15,0-9-43-15,0-2 0 16,0-4-11-16,-8 0-17 15,-4 0 1-15,0-3-2 16,-1 3 31-16,5 0 46 16,-4 0 8-16,4 0 9 0,-1 10 56 15,1-4 20-15,8 9-12 16,-4 4-8-16,4 3-7 16,0 3-22-16,0-1-16 15,0 1-4-15,0 0 1 0,8 6-1 16,-4-1 4-16,9 1-4 15,-1 3-3-15,5 0-3 16,3 0-5-16,8 0-1 16,5 10 2-16,4 5-4 15,1 3-1 1,-6 4-1-16,-8 0-2 16,-11 2-6-16,-5 1 0 15,-8 0 7-15,0-1-4 16,0 4 5-16,-16-6 4 15,-9-4-4-15,0-3 15 16,5-5 0-16,4-4-6 16,8-3-2-16,3-3 0 0,5 0-5 15,0 0-1-15,0 0-1 16,0 0-4-16,0 0-4 16,5 0 2-16,11 0 6 0,5 0 7 15,11 0-2-15,1 0-1 16,4 0-2-16,4 0-2 15,-4 0 0-15,0 4-3 0,-8 14 0 16,-4 3 2-16,-13 1-4 16,-8 0 3-16,-4-1-4 15,0 1 3-15,-25 6 3 16,-24-4 13-16,-21 0-3 16,-12-1 3-16,4-8 1 15,8-3 3 1,20-9 2-16,14 0-11 15,7-3-3-15,17 0-4 16,8 0-1-16,4-6-18 16,0-16-67-16,12-2-59 15,9 12-179-15,-5-1-208 16</inkml:trace>
  <inkml:trace contextRef="#ctx0" brushRef="#br2" timeOffset="34979.42">16321 3427 394 0,'0'0'206'0,"0"0"-190"16,0 0 43-16,0 0 106 0,0 0-69 31,0 0-37-31,0 0-16 15,-17-6-4-15,17 6-4 16,0 0-1-16,0-2-9 16,0 2-12-16,0 0-5 15,5-4-5-15,19 1 4 0,9 3 6 16,17-3 2-16,7 0-7 16,5 3 1-16,-1-3-1 15,5 3 1-15,-5 0-6 16,-3 0 1-16,-9 0-4 15,-12 0 0-15,-17 0 1 16,-7 0-1-16,-9 0 0 16,-4 0 4-16,0 0-1 0,0 0-3 15,0 0-2-15,0 0-16 16,-17 0-21-16,-7 0-53 16,-4 9-68-16,11-6-96 15,5 1-76-15</inkml:trace>
  <inkml:trace contextRef="#ctx0" brushRef="#br2" timeOffset="35312.65">16485 3585 240 0,'0'0'108'0,"0"0"-75"16,0 0 27-16,0 0 108 15,0 0-49-15,0 0-13 16,-33 28-27-16,33-28-2 0,0 0-8 15,0 0-7-15,0 0-19 16,8 0-15-16,26 0 4 16,11-4 11-16,12-2-12 0,13 0-12 15,12-3-5 1,-4 6-3-16,0-4-2 16,-8 7 3-1,-21-3-6-15,-12 3-1 16,-12 0-4-16,-21 0-1 15,-4 0 2-15,0 0-2 16,0 0-1-16,0 0-11 16,0 0-17-16,-25 0-12 15,0 0-40-15,-4 10-60 0,14-10-126 16,11 0-106-16</inkml:trace>
  <inkml:trace contextRef="#ctx0" brushRef="#br2" timeOffset="37216.98">17688 3421 76 0,'0'0'361'0,"0"0"-290"0,0 0-40 15,0 0 77-15,0 0-31 16,0 0-31-16,17-83 10 15,-17 65 5-15,0-4-12 16,0-3 17-16,0 4-15 16,-17-4-27-1,5 10-14-15,-9-1-6 16,1 1-2-16,-5 9 1 16,-3 2-3-16,-1 4 0 15,-8 0 0-15,4 0-2 16,0 10 1-16,5 8-1 15,3 10 1-15,8 0-4 16,5 3-1-16,8-4 3 0,4-2-5 0,0-3 3 16,0-7 4-1,4-2-4-15,8-7 5 16,1-4 3-16,-1-2 3 16,13 0 6-16,-5 0 2 0,4 0-1 15,5-12-3 1,-4-3-3-16,4-4 4 15,-4 1 1-15,-5-1-3 16,-4 7-3-16,-4 0 1 0,1 0 1 16,-5 5-1-1,-4 1-4-15,0 3 1 0,1 3-3 16,-5 0-1-16,0 0-1 16,0 0 1-16,0 0-3 15,0 0 0-15,0 0-6 16,4 9-3-16,4 13 11 15,-4 6 1-15,4 5 11 16,-4 10-4-16,1 10-7 16,-1 3 4-16,-4 8-3 15,0 7 2-15,0-3-1 16,0 0-2-16,0-3 0 0,0-4 3 0,0-6-2 16,0-2 0-1,0-7 1-15,-4-6-1 16,4-2 3-16,0-14-1 15,0-5 7-15,0-7-4 0,0-6-1 16,0-6 2 0,0 3-2-16,0-3 3 15,0 0 4-15,0 0-3 16,0 0 4-16,0 0 1 16,0 0 0-16,0 0 7 15,0 0 2-15,0-6 0 16,0-19 1-16,16-8-20 15,1-11 7-15,-2-5-2 0,10-10-8 16,0-2 3-16,0-4-4 16,-5 0 0-16,1 10 1 15,-9 6 0-15,-8 8 0 16,0 13 7-16,-4 7-2 16,0 9 2-16,0 5-5 15,0 4-1-15,0 1-2 16,0 2-7-16,0 0 1 0,0 0-3 0,0 0-14 15,0 0 0-15,0 0-6 16,0 0 2 0,0 0-6-16,0 0-8 15,0 0-9-15,0 0-29 0,0 0-25 32,0 0-99-32,0 0-71 15,-8 0-225-15</inkml:trace>
  <inkml:trace contextRef="#ctx0" brushRef="#br2" timeOffset="42889.71">15927 3955 182 0,'0'0'93'0,"0"0"-69"0,0 0 20 31,0 0 43-31,0 0 6 0,0 0-11 15,0 0-25-15,0 0-7 16,0-25 3-16,0 22 4 16,0 0-17-16,0 0-6 15,0-1-13-15,4 4-8 16,-4 0 3-16,0-3-3 16,4 3-4-16,-4 0 3 0,0 0-4 15,0 0-1-15,0 0 2 16,0 0-6-16,0 0-3 15,0 0-1-15,5 0-7 16,-5 0-5-16,4 16 13 16,0 2 3-16,0 7 5 15,0 3-7 1,0-1 4-16,0 8-3 16,-4-2 3-16,5 5 0 0,-1-5-1 15,-4-5-1 1,4-3-2-16,-4-4 0 0,4-9 1 15,-4-2 1-15,0-7 1 16,0 0 2-16,0-3 1 16,4 0 6-16,-4 0 12 15,3 0 0-15,-3 0 2 0,0 0 3 16,4-9 6-16,0-13-4 16,5-9-24-16,3-9 0 15,0-3-3-15,5 0-4 16,0 3-1-16,-1 6 0 0,-4 0 0 31,1 6 1-31,-1 7-1 16,-8 6 1-16,5 2-1 15,-9 7-1-15,4 6 1 16,-4 0-2-16,0 0-2 16,0 0-3-16,0 0-1 0,3 0-4 15,1 6-2 1,8 12 4-16,1 10 10 0,3 0 4 0,-3 6-2 15,3 3-1 1,-3 0-1-16,-1 3-1 0,1 0 0 16,-9-3 0-16,0-3 1 15,-4-6 0-15,0-10 0 16,0-9 5-16,0-2-3 16,4-7 0-1,-4 0 3-15,0 0-3 16,0 0 4-16,0 0-5 15,4 0-1-15,-4 0-29 16,0-7-63-16,0-5-285 0</inkml:trace>
  <inkml:trace contextRef="#ctx0" brushRef="#br2" timeOffset="47523.92">18053 3249 74 0,'0'0'110'0,"0"0"-95"0,0 0 13 15,0 0 17-15,0 0-20 16,0 0 11-16,0 0 3 16,0 0-17-16,4-25-4 15,-4 25 16-15,4-3 8 16,-4 0-1-16,5 3-14 15,-5-6 6-15,0 6 6 0,0-3 11 16,0 0-8-16,0-1 2 16,0 1-8-16,4 3-8 0,-4-3-2 15,4 3 1 1,-4 0-4-16,0 0-4 16,4 0-4-16,-4 0 1 15,0 0-5 1,0 0 4-16,0 0-3 0,0 0-7 15,0 0-5-15,0 0-5 16,0 6 1-16,0 13 4 16,4 12 9-16,4 6-5 15,-8 9 1-15,0 3 6 16,0 1-3-16,0-4 0 16,0 6-3-16,0-6 1 0,0-3-2 15,0-8 0-15,0-7 0 16,0-10 0-16,0-6 2 15,0-3-1-15,0-9-1 16,0 0-3-16,0 0 2 16,0 0 0-16,0 0 3 0,0 0-5 15,0 0-1-15,0 0-12 16,0 0-8-16,0-9-5 16,0-16-60-16,0-5-13 0,0-8-4 15,0-1 18-15,-8-5-57 16,8-2 30-16,-8 6 72 15,4 3 39-15,0 3 2 32,-1 3 33-32,1 1 18 0,4 5 17 15,0 3-9-15,0 4-12 16,0 5-8-16,0 8 19 16,0-2-3-16,0 4 0 15,0 3-3-15,0-3-21 16,0 3-16-16,0 0-5 15,0 0-5-15,0 0-3 0,0 0-4 16,0 0 0-16,0 15 0 16,21 16 20-16,4 0-1 15,4 12-1-15,0-3-5 16,-1 3-8-16,1 1-4 16,4-8 6-16,-4 5-1 0,-5-11-2 15,0 1-1 1,-3-9-1-1,-5-4 3-15,-3-5-4 16,-5-1 1-16,-4-2 3 0,0-2 3 16,0-1-3-16,1-1 1 15,-1-3-3-15,-4-3-3 16,0 0 2-16,0 0-2 16,0 0 3-16,0 0-3 0,0 0-13 15,0 0-19-15,0 0-31 16,0 0-21-16,0-9-130 15,0-1-56-15,0-2 47 16</inkml:trace>
  <inkml:trace contextRef="#ctx0" brushRef="#br2" timeOffset="47941.86">18378 3323 339 0,'0'0'68'0,"0"0"-52"15,0 0 112-15,0-121-23 16,0 100-41-16,0 6-7 0,0 2 9 16,0 1-29-16,0 6-18 0,0-1 0 15,0 4-1 1,0 3-6-16,0 0 6 16,0 0 3-16,0 0 5 0,0 0-14 15,0 0-12-15,0 0-11 16,0 22 11-16,8 12 4 15,0 6 15-15,-4 9-10 0,9 6-7 16,-5 1 15-16,-4 3 4 16,0-1-18-16,5 1 11 15,-5-7-9-15,4-12-1 16,-4-2-3-16,3-14 2 16,-2-5-1-16,-5-13 0 15,0-3-1 1,0-3 5-16,4 0-2 15,-4 0-4-15,4 0 8 0,-4 0-8 16,0 0-11 0,4-3-19-16,-4-16-60 15,4-2-97-15,0 9-86 16,-4-1-205-16</inkml:trace>
  <inkml:trace contextRef="#ctx0" brushRef="#br2" timeOffset="48273.13">18600 3375 550 0,'0'0'109'16,"0"0"-94"-16,0 0 30 15,0 0 56-15,0 0-52 0,0 0-31 16,0-22-18-1,0 35 3-15,7 17 13 16,-3 5 36-16,5 11-26 16,-1-3-14-16,0 0-1 0,0 7-9 15,5-7 2-15,-5-10 0 0,-4-5-1 16,4-9-3-16,-8-7 0 16,0-9 0-16,5-3-1 15,-5 0-8 1,0 0-34-16,0 0-24 0,0-12-27 15,0-19-124-15,0-3-2 0,0-6 116 16,-9 22-38-16</inkml:trace>
  <inkml:trace contextRef="#ctx0" brushRef="#br2" timeOffset="48589.71">18615 3344 308 0,'0'0'104'0,"0"0"-59"15,0 0 30 1,0 0 13-16,0 0-30 15,0 0 5-15,0-46-6 16,9 46-21-16,7 0 2 0,9 22 10 16,4 2-1-1,4 7-22-15,3 0-13 16,6 3-3-16,-1 6-2 16,4-3-7-16,-8 3 8 0,-4-3-6 15,-9-3-1-15,-11-3-1 0,-13-1-7 16,0 1 7-16,-8-3 1 15,-34 3 25-15,-19-7 7 16,-5 1-15 0,4-10-1-16,9-2 1 0,16-10-7 15,8 0-7 1,21-3-4-16,8 0-7 16,0 0-54-16,8 0-148 15,17-12-249-15</inkml:trace>
  <inkml:trace contextRef="#ctx0" brushRef="#br2" timeOffset="49971.3">19117 3419 585 0,'0'0'81'16,"0"0"-72"-16,0 0 117 31,0 0-10-31,0 0-80 0,0 0-23 0,0 0-5 32,-9-19-4-32,22 15 9 15,8 4-2-15,-1 0 1 16,4 0-1-16,5 0-4 0,4 0 0 15,0 10-1-15,0 11-4 16,3 10 0-16,-7 3-2 16,-4 6 0-16,-8 6 8 0,-13-3-6 15,0 4-1-15,-4-7 0 16,0-6 1-16,0-6 3 16,-17-7-1-16,5-9 0 15,4 1 2-15,-1-10 0 16,5-3 0-16,4 0-3 15,0 0 3-15,0 0 4 16,0 0 17-16,0-16 28 16,0-5-7-16,0-13-42 0,13-12-2 15,-1-7-3-15,0-5 1 16,1-4-2-16,3 0 0 16,1 7 0-16,-9 9 0 0,8 0 2 15,-8 8-2-15,-4 8-1 16,4 5 1-16,-3 7 1 15,-5 8 0 1,4 10-1 0,-4 0 0-16,0 0-5 0,0 0 1 15,0 0-5-15,0 0-1 16,-4 28 6-16,-9 6 2 16,5 6 2-16,4 3 0 15,0 1 1-15,4 5-1 16,0 0 0-16,0 3 0 0,0-5-2 15,16-1-1-15,1-6 2 16,3-12 0-16,1-4 1 16,0-5 0-16,-1-10 1 15,5-3 0-15,3-6-1 16,1 0-1-16,4 0-16 16,-4 0-46-1,-1-6-72-15,-24 0-178 0,-4 0-182 16</inkml:trace>
  <inkml:trace contextRef="#ctx0" brushRef="#br2" timeOffset="50571.46">19881 3477 571 0,'0'0'96'16,"0"0"-78"-16,0 0 65 31,0 0 40-31,0 0-64 0,0 0-34 16,4-19-10-16,-4 19-5 16,0 0-8-16,8 19 1 15,0 11 23-15,-4 8-5 16,4 2-10-16,4 0-10 15,-8 3 0-15,4-6 4 16,-3 0-5-16,-5-12 2 0,4-7-1 16,0-5 0-16,-4-11 0 15,0-2 1-15,0 3-1 16,0-3 14-16,0 0 38 0,0 0 20 16,4-21-24-1,0-13-43-15,4-6 4 0,-4-3-1 31,5-4-1-31,7 11-4 16,-7-4-3-16,3 9 1 0,0 6-2 16,1 6 0-16,-5 7-2 15,0 6 1-15,-5 3-3 16,2 3 4-16,-1 0-6 16,8 0-2-16,5 25 8 15,-1 6 0-15,9 12 1 0,-4 3 0 16,-5 0-1-16,1 4 2 15,2-7-1-15,-6-3 0 16,3-7-1-16,-3-5 0 16,-5-9 0-16,-4-1-3 15,0-5-24-15,-4-4-41 16,0-9-102-16,0 0-448 0</inkml:trace>
  <inkml:trace contextRef="#ctx0" brushRef="#br2" timeOffset="87951.19">15873 5086 66 0,'0'0'71'0,"0"0"-33"31,0 0 21-31,0 0-8 16,0 0-26-16,0 0-9 16,0 0-6-16,-48 0 4 15,40 0 17-15,-1-3 13 16,1 3-5-16,-4 0 4 0,3-4-36 15,1 2-6-15,-4-1-2 16,-1-1 1-16,5 1 0 16,-9 3-3-16,5 0-4 0,4-3 7 15,-4 0 2-15,8 0 2 16,-4 3 19-16,4 0-6 16,4 0 11-16,-8 0 24 15,4 0-11-15,-5 0-23 16,5 0 9-1,-8 0 6-15,8 0 1 0,-1 0 0 16,5 0 3-16,-4 0 4 16,4 0-2-16,0 0-13 15,0-3 3-15,0 3-8 16,0 0-7-16,0 0-6 16,0 0-2-16,0 0 3 15,0 0-3-15,0 0 0 16,4 0 0-16,9 0-6 15,8 0 13-15,7 0 3 16,0 0-3-16,14 0-3 16,7 0-1-16,0 0 4 0,-4 0 1 15,5 0-6-15,-10 0-6 16,-11 0 1-16,-8 0-3 16,-9 0 1-16,-3 0-1 0,-9 0 0 15,4 0 4-15,-4 0-3 16,0 0 0-16,0 0 2 15,0 0-3-15,0 0 0 16,0 0 0-16,0 0-3 16,0 0-3-1,0 0-35-15,0 0-76 16,0 12-76-16,-9-5 18 16,-3-2-371-16</inkml:trace>
  <inkml:trace contextRef="#ctx0" brushRef="#br2" timeOffset="88404.89">15598 5416 353 0,'0'0'122'0,"0"0"-94"16,0 0 54-16,0 0 43 15,0 0-41-15,0 0-35 0,-8 21-18 16,8-21 7-16,0 0-6 16,0 0 3-16,8 0 6 15,13 0 7-15,16 0-1 16,5 0-17-16,10-9-9 15,15-3-1-15,2-1-3 16,-3 4-7-16,-9 0 0 16,-12 9-10-16,-12 0 4 15,-16 0-3-15,-5 0 0 0,-12 0 0 16,0 0 0-16,0 0 2 0,0 0 5 16,0 0-6-1,0 0-2-15,0 0-3 16,0 0-11-16,0 0-47 15,0 0-41 1,-12 6-56-16,8-3-36 16,-5 3-147-16</inkml:trace>
  <inkml:trace contextRef="#ctx0" brushRef="#br2" timeOffset="89663.14">16925 4978 225 0,'0'0'97'15,"0"0"-91"-15,0 0 1 0,0 0 74 16,0 0-28-16,0 0 5 16,0 0 14-16,-42 0-3 15,42 0-5 1,0 0 0-16,0 0 2 0,0 0-12 15,0 0-2-15,0 0 2 16,0 0-25-16,0 0-7 16,0 0-16-16,0 0 5 0,0 0-1 15,4 0-8 1,13-3 1-16,8-6 0 16,4-1 2-16,8 1-1 0,-1 6-4 15,-3-3 0-15,0 6-1 16,-8 0 0-16,-9 0-4 15,-7 0-4-15,-2 15-13 16,-3 7 8-16,-4 6 9 16,0 0 5-16,0 2 3 15,-15 7-3-15,-14 6 0 0,-9 1 0 16,-11 8 0-16,-8-3 4 16,-5-3-4-16,9-3 4 0,8-8 0 15,8-11-2-15,16-5-2 16,13-7 0-16,4-3-2 15,4-6-2-15,0 1-5 32,0-1 6-32,16-1 3 0,17-2 4 15,8 0-1-15,0 0 8 16,8 0-10-16,1 0 6 16,-1-5 1-16,0-2 8 15,-7 4 3-15,-5-3-12 16,-5 6-4-16,-7-3-3 15,-5 0 1-15,-7 3-1 0,-9 0-12 16,-4 0-52-16,0 0-105 16,0 0-76-16,0 0-97 15</inkml:trace>
  <inkml:trace contextRef="#ctx0" brushRef="#br2" timeOffset="90463.98">17589 5228 362 0,'0'0'82'15,"0"0"-74"-15,0 0 20 16,0 0 91-16,0 0-61 16,0 0-13-16,46-111 17 15,-46 98 11 1,0-5-5-16,0-1-14 16,0 1-28-16,-13 0 3 0,-7 2-14 0,-4 4-10 15,-5 5-5-15,0 2-14 16,-8 5 0-16,-1 0 9 15,-6 0 2-15,7 18 3 16,4 4 0-16,4 5 0 16,9 4-4-1,8-3 0-15,8 0-3 16,4-10 3-16,0-3 4 0,0-5 0 16,4-10 1-16,16 0 8 15,12 0 5-15,14 0-2 16,4-16 0-16,6-8-9 15,-2-1-2-15,-8 0-1 0,-14 4-4 16,-3 2-4-16,-17 10 1 31,-4 3 7-31,-4 6 3 16,-4 0 10-16,0 0 21 0,0 0 2 16,0 0-36-16,0 12-7 15,-4 19-4-15,-8 18 11 16,4 10 4-16,3 8-1 15,1 7-3-15,0 1 5 16,4-4-5-16,0-4-16 16,0-8 15-16,0-7 1 0,0-2 1 15,0-7-1 1,0-9 0-16,0-10 1 0,0-9-1 16,0-8 0-16,0-4 1 0,0-3 1 15,0 0 12-15,0 0 10 16,0 0 18-16,8-22 18 15,1-14-39-15,3-11-7 16,9-5 1-16,-1-1-6 16,1 1-9-16,-4 6 0 15,-2 5 0 1,-2 11-1-16,-5 8-2 16,0 10-18-16,-8 3-31 15,0 9-98-15,0 0-193 16</inkml:trace>
  <inkml:trace contextRef="#ctx0" brushRef="#br2" timeOffset="91181.08">18284 4864 659 0,'0'0'72'0,"0"0"-63"15,0 0 125-15,0 0-58 16,0 0-36-16,0 0-26 15,-38-25-12-15,10 25-4 16,-10 3 6-16,-10 22 14 16,-2 12 14-16,-4 3-5 0,14 12-16 15,-1 4 3-15,16 2-14 16,13 7 0-16,12-6 3 0,0-4-3 31,12-5 0-31,13-7 1 0,8-12 0 16,0-10 3-1,7-9-2-15,6-5 8 0,3-7-2 0,0 0-4 16,-4 0-2-16,-12 0-2 0,-16-12-57 16,-13-4-43-16,-4 7-44 31,0 3-123-31</inkml:trace>
  <inkml:trace contextRef="#ctx0" brushRef="#br2" timeOffset="91419.27">17947 5274 482 0,'0'0'361'0,"0"0"-308"16,0 0-32-16,0 0 71 16,0 0-42-16,0 0-33 0,0 0-11 15,70-65 3-15,-21 53-3 16,8 3 1-16,-4-1-2 0,-3 4-5 15,-9 3 2 1,-16 3-2-16,-4 0-14 0,-18 0-100 16,-3 0-137-16,0 0-93 31</inkml:trace>
  <inkml:trace contextRef="#ctx0" brushRef="#br2" timeOffset="92154.96">18484 5311 590 0,'0'0'85'0,"0"0"-71"16,0 0 73-16,0 0 32 0,0 0-75 31,0 0-10-31,0-43-24 0,-16 39-10 15,-4 4 0-15,-13 0 3 16,0 0 24-16,-13 22-20 16,6 0 8-16,3 2 4 0,4 1-10 15,8-7-1 1,13 1-8-16,7-3-7 0,5-1 2 16,0-3 1-16,0 4 4 15,21 2-1-15,8-3 2 16,8 4 1-16,5-7-2 15,-2 4 1-15,1-4 1 16,-4 0-2-16,-4 4 0 16,-5 3-3-16,-11 2-20 0,-5-3 12 15,-12-2-4-15,0 3 5 16,-12-4 6-16,-25 0 4 16,-16 0 35-16,-9-2-3 0,1-7 10 15,11-6-9 1,1 0 8-16,17 0-29 0,11-6 3 31,9-12-15-31,12-1-17 16,0 3-33-16,0 11-91 0,16-2-201 15</inkml:trace>
  <inkml:trace contextRef="#ctx0" brushRef="#br2" timeOffset="96094.49">18755 5036 292 0,'0'0'63'16,"0"0"-52"-16,0 0-4 15,0 0 72-15,0 0-33 31,0 0-3-31,0 0 17 0,0 0-2 0,4-58-3 32,-4 55 14-32,0 3-22 15,0 0 4-15,0-3-9 0,0-1-22 16,0 4 2 0,0 0 5-16,0 0-14 0,0 0-5 15,0 0 3-15,0 0-5 16,0 0-6-16,0 0-3 15,0 0-1-15,0 4-14 16,0 11 18-16,4 10 3 16,-4 6 6-16,4 9-4 15,1 6-1-15,-1 6-3 16,4 7-1-16,-4 3 7 16,-4-1-7-16,4-5 0 0,-4-7 0 15,0-6-9-15,0-12 9 16,0-13 0-16,0-2 3 15,0-7-3-15,0-9 1 0,0 7 0 16,0-7 3-16,0 0 3 16,0 0 3-16,0 0-5 15,0 0-5-15,0-7-8 0,4-11-73 16,-4-7-24-16,0-3-75 31,0 13-131-31</inkml:trace>
  <inkml:trace contextRef="#ctx0" brushRef="#br2" timeOffset="96489.73">18784 5175 222 0,'0'0'83'0,"0"0"-56"16,0 0 41-16,-12-114 61 16,7 105-39-16,5 3-19 15,0 3 3-15,0-1-2 16,0 4-15-16,0 0-7 15,0-3-14-15,0 3-11 0,0 0-5 0,0 0-9 16,0 0-5 0,0 0-6-16,0 7 2 15,0 17 1-15,13-2 16 0,3 9-11 32,13 3-2-32,0 0 1 15,8 6 1-15,4 0 0 16,0-4-3-16,5 2-1 0,2-5 2 15,-2-5-5-15,-9-6 3 16,-8-6-3-16,-10-7 0 16,-10-3 0-16,3-6 1 15,-12 3-2-15,4-3 1 16,-4 0 0-16,0 0 1 16,0 0 0-16,0 0-2 0,4 0-41 15,-4 0-32-15,0 0-65 16,0 0-72-16,0 0-237 0</inkml:trace>
  <inkml:trace contextRef="#ctx0" brushRef="#br2" timeOffset="96975.5">19162 4925 530 0,'0'0'109'0,"0"0"-88"16,0 0 4-16,0 0 90 16,0 0-72-16,0 0-9 15,0 0 11-15,-4-49-5 0,4 49 10 16,0 0-4-16,0 0-10 31,0 0-14-31,0 0-7 16,0 0-15-16,0 0-3 15,0 6 0-15,0 16 3 0,0 9 12 16,4 2-3-16,4 2-6 16,1 11 5-16,2 0-3 15,-3 7-1-15,1-4 0 16,-5 0-3-16,8-9 0 15,-8-6 1-15,0-3-2 0,1-9 0 16,-1-7 2-16,-4-3-1 16,0-6 0-16,0 1-1 15,0-4-1-15,4 0 1 16,-4 0-1-16,0 0-17 16,0 0-49-16,4-3-74 0,-4 0-119 15,0 0-75-15</inkml:trace>
  <inkml:trace contextRef="#ctx0" brushRef="#br2" timeOffset="97392.82">19383 5132 632 0,'0'0'65'15,"0"0"-60"-15,0 0 65 16,0 0 56-16,0 0-62 16,0 0-16-16,9-31-11 15,-9 31-12-15,0 0-13 16,0 0-9-16,0 3 1 16,0 19 2-16,0 9 16 15,4 6-7-15,0 6-5 16,0 6-4-16,0-3 1 0,0 1-2 31,5-4-4-31,-9-9 1 16,4-4-1-16,0-2-1 15,-4-9 3-15,4 0-2 0,-4-11 0 16,0-1 0-16,0-4 1 16,4 0 0-16,-4-3-2 15,0 0 0-15,0 0 0 16,0 0-31-16,0 0-39 0,0-6-59 15,0-7-164-15,0-2-62 16</inkml:trace>
  <inkml:trace contextRef="#ctx0" brushRef="#br2" timeOffset="97760.88">19354 5083 551 0,'0'0'142'0,"0"0"-93"15,0 0 71-15,0 0-47 16,0 0-37-16,0 0-15 16,0 0-7-16,-8-31-12 15,8 34 7 1,21 12 10-16,4 13-3 0,8 3-10 16,0 6-2-16,3 6-1 15,5 4-1-15,-3-1 2 16,-1 0-1-1,-13 0-3-15,-8-3 0 0,-4-9 0 16,-12-3 1-16,0-6 6 16,0-4 19-16,-33-2 24 0,-11-1-14 15,-10 1-15 1,-3-10-5-16,4-3-13 0,7-2 3 16,13-4-6-16,9 0-3 15,8 0-34-15,12 0-16 16,4-4-44-16,0-2-174 15,4 0-137 1</inkml:trace>
  <inkml:trace contextRef="#ctx0" brushRef="#br2" timeOffset="100788.8">20164 5077 337 0,'0'0'79'0,"0"0"-23"16,0 0 76-16,0 0-44 16,0 0-38-16,0 0-11 15,0 0-11-15,-4-28 10 16,-5 25-21-16,1 3 5 0,-4 0-7 16,-1 0 7-16,-3 0-6 15,-5 0 3-15,-7 0 6 16,-1 9 0-16,-4 3-7 0,0 4 2 15,4 2-5-15,1 4-6 16,3 3-5-16,5-1-3 16,7 4-1-16,1 0 1 15,8-4 1-15,0 4-2 0,4 0 0 32,0-4-3-32,0-2 1 15,16-3 0-15,5-4-1 16,12-6 2-16,3-3 1 15,18-3 4-15,0-3 0 16,7 0-4-16,1 0 0 16,3-15 1-16,1-3 0 15,-5-1 1-15,-12 0 1 0,-7-2 4 0,-17-4 4 16,-13 0 24-16,-8 1 5 16,-4 5-12-1,0 1-13-15,0 0-7 16,-21 2-8-16,-12 7-30 0,-4 3-24 15,-4 0-26-15,5-1-116 16,19 4-106-16,5 0-86 0</inkml:trace>
  <inkml:trace contextRef="#ctx0" brushRef="#br2" timeOffset="101288.76">20093 4778 446 0,'0'0'187'0,"0"0"-135"16,0 0 27 0,0 0 58-16,0 0-56 15,0 0-36-15,0 0-9 0,-12-47-9 0,12 47-9 16,0 0-2-16,0 0 9 15,-4 0-7 1,4 0 1-16,0 0-2 16,0 0-14-16,0 12 3 0,0 11-1 15,0 7 12-15,0 10-12 16,0 6 0 0,0 10 3-16,0 2 4 15,0 13-3 1,0 3 1-16,0 13-1 0,4-1 1 15,0 0-4-15,0-5 1 16,5-10-5-16,-5-4-1 16,0-11 7-16,0-10-5 15,0-9-3-15,-4-16 1 0,0-8 7 16,0-7-2-16,0-6-1 16,0 3 2-16,0-3 0 15,0 0 1-15,0 0-4 16,0 0 4-16,0 0-8 15,0-9-26-15,0-10-42 16,0 4-4-16,0 9-67 0,0 0-225 0</inkml:trace>
  <inkml:trace contextRef="#ctx0" brushRef="#br2" timeOffset="102923.21">20504 5604 280 0,'0'0'186'0,"0"0"-104"16,0 0 8-16,0 0 25 16,0 0-8-16,0 0-21 15,0 0-13-15,0 0-18 16,0 0-4 0,0 0-13-16,0 0-11 15,0 0-9-15,0 0-5 16,0 0-13-16,-4 0-1 15,-4 0 0-15,-8 0 2 16,-5 0 2-16,-4 0 5 16,-4 12-6-16,5 3 2 0,3 1-2 15,5 3-1-15,0 2 0 16,4 7-1-16,3-4 0 0,5 1 0 16,4-3-4-1,0-4 1-15,0 0 3 0,0-2-2 16,8-4-1-1,9-9 3-15,-5 7 2 16,8-10-2-16,9 0-4 16,4 0-1-16,0 0 3 15,0-13-1-15,3-5-7 16,-11-4 10-16,0-6 1 16,-9 1 3-16,-3-4-1 15,-9-3 6-15,-4 6 13 16,0 4-5-16,0 2-1 15,-21 4 2-15,-12 8-9 0,-12 1-9 0,-8 9-6 16,-5 0-3-16,-7 0-61 16,44 0-133-1,1 0-480-15</inkml:trace>
  <inkml:trace contextRef="#ctx0" brushRef="#br2" timeOffset="104431.32">16300 5804 683 0,'0'0'64'0,"0"0"-58"0,0 0 35 15,0 0 43-15,0 0-63 16,0 0-16-16,0 0 4 15,-4 0 3-15,4 0 3 16,0 0 21-16,0 3-3 16,0 0-14-16,4 4 4 0,9 1-8 15,3 2-4 1,1 8-3 0,8 4-5-16,-1 9 2 0,5 3 5 15,-1 6-4 1,5 3-2-16,-4 0 1 0,0 0 5 15,-1-6-2-15,-3-3-7 16,0-6 7-16,-13-4-3 16,0-5 2-16,-7-7 11 0,-1-5-3 15,-4-7-6-15,0 0 1 16,0 0 1-16,4 0 0 16,-4 0-4-16,0 0-1 15,0 0 2-15,0 0-7 16,0-3 5-16,0-16-6 15,0-2-28 1,0-7-9-16,-13-3-23 16,1-6-12-16,0 0-53 15,-1-6-50-15,9-4 6 16,0 29-47-16,4-4-72 16</inkml:trace>
  <inkml:trace contextRef="#ctx0" brushRef="#br2" timeOffset="105118.11">16592 4996 269 0,'0'0'53'0,"0"0"-48"16,0 0-3-16,0 0 55 0,-4-104-2 15,4 88-18 1,0 1-5-16,0-1-11 16,0-5 6-16,-5 6 12 15,5-4-2 1,0 0 2-16,0 7 4 0,0-4 4 16,0 4 7-16,0 0-26 15,0 6 2-15,0 3-3 16,0 0 14-16,0 0 3 15,0 3-16-15,-4-4 2 16,4 4-5-16,0 0-10 16,0 0-9-16,0 0-1 0,0 0-4 15,0 0-1-15,0 0-7 16,-4 19 7-16,4 12 3 16,-4 12 15-16,4 6-6 15,-3 7-1-15,3 9-6 16,0 3-3-16,0 5 4 15,0 11-2 1,0 11-2-16,0 1-2 16,0-1 0-16,0-5 3 15,3-4-2-15,1-6 0 0,0-6-1 16,0-6 0 0,1-9 5-16,-1-7-5 0,0-9 2 15,0-6 9 1,0-9-5-16,0-3 3 0,0-7-6 0,1-6-1 15,-5-2 4-15,0-5-2 16,0 2-2-16,4-7 3 16,-4 0-4-16,0 0 2 15,0 0-1-15,0 0 1 16,0 0-3-16,0 0-6 16,0-12-30-16,0-13-55 0,0-9-30 15,0-6-95-15,0 25-104 16</inkml:trace>
  <inkml:trace contextRef="#ctx0" brushRef="#br2" timeOffset="106620.83">16452 4630 322 0,'0'0'25'15,"0"0"-24"-15,0 0-2 16,0 0-21-16,0 0-12 16,0 0-23-1,0 0 24-15,-4-56 33 16,4 47 24-16,0 3 5 15,0 3 43-15,0-4-24 16,0 4-4-16,0 0-44 0,0 0-2 16,0 0-9-16,0 3 11 15,0 0 4-15,0 0 22 16,0 0 43-16,0 0-15 16,0 0-14-16,0 0-27 15,0 0-13-15,0 0-1 16,0 0 1-16,0 0 0 15,0 0 4-15,0 0 3 16,0 3 13-16,0-3 4 0,8 0 12 16,-4 3 1-16,1-3 19 0,-1 0-11 15,0 0-9 1,-4 0-2-16,4 0-5 0,-4 0-10 16,0 0-5-16,4 0-4 15,-4 3-6-15,0-3 0 16,0 0 2-16,0 0-1 15,0 0 3 1,4 0-2-16,0 0 1 16,1 0 2-16,-1 0 4 15,8 0 2-15,-4 0 3 16,13 0-7-16,0 0-2 16,7 0 1-16,5 0 2 15,12 0-1-15,12 0-1 16,5-3 2-16,12-3 3 0,4 0-3 15,8 0-2-15,9-1-8 0,11-2 1 16,17 3 0 0,9-3-3-16,11 6 0 15,1-3 1-15,0 6 0 16,-1 0 0-16,-12 0-1 0,-2 0 0 16,-6 0 1-1,-9 0 1 1,5 0-3-16,-16 0 1 15,-8 0-1-15,-10 0 1 16,-2-3-2-16,-1-4 2 0,4 5 0 16,0-8 1-16,0 4-1 15,5 0 1-15,-9 0-1 16,-5 3 0-16,6 0 1 0,-14-1-1 16,1 4 0-16,-8 0 0 15,-9-3 0-15,-7 3 1 16,-1 0 0-16,0 0-1 15,-8 0 1-15,4 0-1 16,-5-2 0-16,2-2 0 16,-1-2 0-16,-4 6 0 0,3-3 1 15,-3 0-2-15,4 0 2 16,-8 3-1-16,-4 0 0 16,-9 0 0-16,-4-3 0 15,4 3 0-15,1-3-1 16,0 3 1-16,3 0 0 0,-3-3 0 15,3 3-1 1,1-3 1-16,-1 3 0 16,-4 0 1-16,-3 0-1 15,-1 0 0 1,-4 0-1-16,-4 0 1 0,-4 0 1 16,0 0-1-16,5 0 1 15,-5 0 2-15,0 0-1 16,0 0 2-16,0 0 0 0,0 0 3 15,0 0 9-15,0 0 1 16,0 0 1-16,0 0 1 16,0 0-11-16,0 0-8 15,0 0-3-15,0 0-1 16,0 0-6-16,-5 0-16 16,1 0-5-1,-4 0-22-15,-8 0-39 16,3 0-96-16,1 0-171 0</inkml:trace>
  <inkml:trace contextRef="#ctx0" brushRef="#br3" timeOffset="127193.8">14535 2691 191 0,'0'0'216'0,"0"0"-159"16,0 0-40 0,0 0 60-16,0 0-6 15,0 0-38-15,0 0-14 16,0-10 13-16,0 10 19 0,0 0 5 15,0 0-10 1,0 0-11-16,0 0-10 0,0 0-6 16,0 0 1-16,0 0 3 15,0 0-11-15,0 0-6 0,0 0 5 16,0 0-6-16,0 0-3 16,0 0-2-16,0 0 0 15,0 7 6-15,0 5 4 16,0 4 5-1,0-1 9-15,0 3-12 16,0 1-2-16,0 2-5 16,0 4 4-16,0-4-2 15,4 7 0-15,0 6 0 0,0-3 0 16,-4 3 2-16,9-3-4 16,-5 3-4-16,0-1 5 15,0 5 0-15,0-1-3 0,0 3-1 31,-4 3 1-31,4-3 0 0,1 0 0 0,-1-3 0 16,0-3 0-16,0 0 0 16,0 0 0-16,-4 3 3 0,4 0 4 15,0 0-5-15,-4 0 2 16,5 3-3-16,-5-3-1 16,4-3-1-16,0 2-2 15,0 2 0-15,0-5 3 16,0 7-1-16,0-5-1 15,0 1-1-15,-4 2 2 16,5-5-1-16,-5 1 1 0,0 0 1 16,4-6 1-16,0 6 3 31,-4 0-2-31,0 3-1 16,0 3 0-16,0-3-2 15,0-3-1-15,0 0 0 0,0-1 1 16,0 2-1-16,0-8 0 15,0 4-1-15,0 0 2 16,0-1-1-16,4 5-1 0,-4-8 0 16,0 4 4-16,4-3-3 15,-4-7 0-15,4 4 0 16,-4 0 0-16,0-4 2 16,4 4-3-16,-4 0 1 15,5-4 4-15,-1 1-5 16,-4-1 2-16,3-2 0 15,-3-1 0 1,0 1-1-16,4-4 2 0,-4 1-2 16,0-4 4-16,0 4-3 15,0-4-1-15,4 3 0 16,-4-2-1 0,0 2 2-16,4 1-2 0,-4 2 2 15,0 0 2 1,0 1-4-16,4-1 1 15,-4 1 0-15,0-4 2 16,0 4-1-16,0-4 1 0,0 7-2 16,0-4 1-16,0 4-2 15,0 5 0-15,0-2 1 16,0 3 0-16,0 6-1 16,0 0 0-16,0-3 1 15,0-3 0-15,0-1 0 16,0-2-1-16,0-4 0 0,0 4 0 15,0-7 1-15,0 4-2 16,0-6 2-16,0 2-1 16,0 0 1-16,0-2 0 15,0 3-1-15,0-7 0 16,0 3 1-16,0-2-1 0,0-1 0 16,0 3 1-16,0-2-1 15,0 5 1-15,0-3-1 16,0 4 0-16,0-4-1 15,0 4 1-15,0-1 0 16,0-2 1-16,0-1 1 16,0 0-2-1,0 1 0-15,0-1 0 16,0 4 0-16,0-4 0 16,0 7 0-16,0-3 1 15,0-1-1-15,4 0 0 16,-4-2 1-16,0-1-1 15,0 1 0-15,0 2-1 16,0 4 1-16,0-1 0 0,0 1 0 16,0-1 0-16,0 1 0 15,0-1 0-15,0 1 2 16,0 0-2-16,0-1 1 0,0-5-2 16,0 2 2-16,0-2-1 15,0-4 0-15,0 3 1 16,0-3-1-16,0 4-1 0,0-4 1 31,0-2 0-31,0-4 2 16,0 3-2-16,0 1 0 15,0-2 0-15,0 2 0 16,0-4 0-16,0 0 0 16,0 3 0-16,0-2 1 15,0-1-1-15,0 0 1 0,0-3-1 16,0 0 0-16,0-3 1 15,0 0 0-15,0 0 0 16,0 0 0-16,0 0 2 16,0 0 0-16,0 0 4 15,0 0 2-15,0 0 1 0,0 0 5 16,0 0 3-16,0 0-7 0,0 0-1 16,0 0-3-16,0 0-3 15,0 0 0-15,0 0-4 16,0 0 0-16,0 0 1 15,0 0 0-15,0 0-2 16,0 0 2-16,0 0-1 16,0 0 0-1,0 0 0-15,0 0-1 16,0 0 0-16,0 0-1 16,0 0 2-16,0 0 0 15,0 0 0-15,0 0 0 16,0 0-2-16,0 0 2 0,13 0 1 15,12 0 0-15,4 0 0 16,0 0-1-16,3 0 1 0,9 0-1 16,0 0 0-16,5 0 0 15,2 0 2-15,6 0-2 16,-4 0-1-16,-2 0 1 16,6 0-1-16,-1 0-2 15,0 0 1-15,5 0 2 16,-1 0-1-1,9 0-1-15,-5-3 2 16,10-3-5-16,-2 3 1 16,-7-3 1-16,8-1-1 15,-5 4 2-15,1 0 2 16,-1-3-5-16,6 3 2 16,-6-3-5-16,5 0 0 15,4 2-3-15,-8-1 3 0,-5 2 1 0,-3-1 6 16,-9 1 1-16,4 0 0 15,-4 3 0-15,1 0 1 16,3-3-1-16,-8 0-1 16,5 0 1-16,-6 3 2 15,2-3-1-15,-1 3-2 16,-4 0-1 0,0-3 1-16,0 3 1 15,1-3-1-15,2 3 1 16,-3-4 0-16,5 1 2 15,2 3-3-15,2-3 1 16,0 3 0-16,-2-2 0 16,2 2 0-16,4-4 0 15,-6 1 1-15,2 3 0 0,-1 0-2 16,0 0 1-16,1 0 0 16,-5 0 1-16,0 0-1 0,-4 0 0 15,4 0 1 1,-4 0 0-16,12 0 0 15,-3 0 0-15,-1 3-1 16,4 1 1-16,-3-2-1 0,-1 4 0 0,0-2 0 31,-3-4 1-31,-2 3 0 0,2 0-1 16,-5-3 0 0,-1 0 2-16,2 3-2 15,-1-3 2-15,0 0-1 0,4 0 1 16,0 0 1-16,-4 0-3 15,8 0 1-15,-3 0 0 16,3 0-1-16,-9 0 0 16,6 0 2-16,-5 0-1 15,-4 0-2-15,0 0 1 16,4 0 0-16,-4 0 0 16,9-3 1-16,-2 0 0 15,6-4 1-15,-1 4-2 0,4 3 0 16,1-3 0-16,-10 3 0 0,2 0 0 15,-5 0 0-15,-8 0 0 16,-1 0 2-16,-3 0-2 16,0 0 1-16,0 0 0 15,4 0 0-15,3 0 0 16,6 0-1 0,7 0 0-16,-4 0 5 15,0 0-4-15,1 0 0 16,-5 0-1-16,-1 0 2 15,6 0-1-15,-5 0-1 16,-1 0 2-16,2 0-1 16,-1 0 0-16,0 0-1 15,0 0 0-15,0 0 0 0,-8 0 0 16,3 0-2-16,-3 0 2 16,-4 0 0-16,-4 0 0 15,4 0-1-15,-1 0 1 16,-3 0 0-16,0 0 0 0,-1 0 0 15,-3 0 0-15,0 0 1 32,4 0-1-32,2 0 0 15,-6-2 0-15,0 2 0 0,4-4 1 16,-1 1-1 0,1 0 0-16,3 3-1 0,-3 0 1 15,0 0 0-15,0 0 0 16,-5 0 0-16,-3 0 0 15,-6 0 0-15,-3 0 0 0,1 0 2 16,-5 0-2-16,-4 0 3 16,0 0 0-16,0 0 2 0,0 0 4 15,0-3-2 1,0 3-4-16,0 0-2 16,4 0 0-16,-4 0-1 15,0 0 1-15,0 0 0 0,0 0 2 0,0 0 4 16,0 0 2-16,0-3 5 15,0 3-3-15,0-3-3 32,0 3-5-32,0-4 1 15,0-1 1-15,0-2-5 16,4 1 1-16,-4-3 4 16,0-3-4-16,0-1 5 0,0 1-1 15,0-7-1-15,0 4 0 16,0-6-4-16,0-1 1 15,0-3-2-15,0-6 2 0,0 3 1 32,0-5-2-32,0-1 0 0,0 0 0 0,0 0 0 15,0 0 0-15,0 0 1 16,0 0-1-16,0 3 0 16,0 1 0-16,-8-4-1 0,-1 0 1 15,5-3 0-15,-4-3 0 16,1 0 1-16,3-3 1 31,0 3-4-31,-1-1 2 16,5 4 0-16,-8-3 0 0,0-3-3 15,4 3 3-15,-4 0 0 16,3 0 1-16,1-3 0 16,0-3-1-16,0-1 0 15,0 4 2-15,0 3-2 16,0 3 2-16,4 6-3 0,-9-3 2 15,5 4-2-15,0 2 0 16,-4 0 1-16,4 1 0 16,0-1 0-16,-1 0 0 15,-3 0 1-15,8-2-1 16,-4 2 0 0,4 0-1-16,0-3 0 15,0 0 0-15,0 3 1 16,0 1 0-16,0 2 1 15,0 0 0-15,0 0-1 16,0 1 0-16,0 0 0 0,0-4-1 16,0 3 0-16,0-3 1 15,0 0 1-15,0-2 1 16,0 2-2-16,0 0-4 16,0 3 4-16,-4 7 0 0,0-4-1 15,0 4 1-15,4 0 3 16,-5-7-3-16,5 10 0 15,-3-10-1-15,3 6 1 0,0-3 0 16,0 1 0-16,0-1 0 16,0 4-1-16,0-7 1 31,0 7-1-31,0-4 0 16,0-3-3-16,0 4 4 0,0-1-1 15,0-2 2-15,0-4-1 16,3 0 0-16,2 1 0 15,-1-4-2-15,0-3 1 16,4 3 0-16,-4-6 0 16,5 0-1-16,-5 3 1 0,0 0 2 15,-4 0-1-15,4 3 0 16,-4-2 0-16,0 5-2 16,0-3 2-16,0 3-1 0,0 4 1 15,4-1 1-15,-4 3-1 16,8-5-1-1,-4 2 1-15,-4-6 0 0,5 3-1 0,-1 1 0 16,-4-1 1 0,4 3-1-16,-4 3 1 31,0-2-1-31,0 0 0 0,0-1 0 16,0 0-1-16,4 0-1 15,-4 1 3-15,0-1-2 16,0-3 2-16,0 0-1 0,0 4-1 15,0 3 2-15,0-2 0 16,0 5 1-16,0 0-1 16,0 6 0-16,0-1 0 15,0 1-1-15,0 2-1 16,0 7 1-16,0 0-2 16,0 3-1-16,0 0 2 0,0 0-5 15,0 0 0-15,0 0-2 16,0 0-2-16,0 0-1 15,0 0 0-15,0 0 5 16,0 0 2-16,0 0 0 16,0 0 1-16,0 0-4 15,0 0-2 1,0 0 0-16,0 0 6 0,-4 6 4 16,4 1 2-16,0-1-1 15,0-6-1 1,-4 3 0-16,4 0 0 0,0 0 0 15,0 0-2-15,0-3 2 16,0 0 1-16,0 0-1 16,0 3 0-16,0-3 0 0,0 0-1 15,0 3 1-15,0 1-2 16,-4 1 2-16,4-1 0 16,0-1 1-16,0 3-2 15,-5-6 0-15,5 3 1 16,0-3 1-16,0 0-1 15,0 0 0 1,0 0 2-16,0 0-1 16,0 0-1-16,0 0-1 15,0 0 1-15,0 0-1 16,0 0-1-16,0 0 2 16,0 0-1-16,0 0 2 15,0 0 1-15,0 0-1 16,0 0 0-16,0 0 0 0,0 0-1 0,-4 0-1 15,4 0 0-15,-4 0-4 16,-4 0-1 0,-4 6 6-16,-13-6 1 0,1 6 3 15,-9-6-1-15,0 0-1 16,-4 0 2-16,-8 0-4 16,-9 0 1-16,1 0 0 0,-12 0 0 15,-2 0-1-15,-6 0 0 31,-6 0 0-31,2 0 2 0,-2 0-1 16,6 0-2-16,-6 0-2 16,2 0 3-16,-9 0-1 0,-9 0 1 15,1 0-4-15,-8 0 3 16,-2 0 1-16,6 0 4 16,0 0-4-16,-1 0-3 15,9 0 3-15,3 0 1 16,9 0 1-16,9 0-1 15,7-6-1-15,0 3-1 16,5-3 1-16,-5 0-2 0,5-1 1 16,-5 5 0-1,5-1-2-15,0-1 2 16,-5 1-6 0,5 3 3-16,-5-3-1 15,0 3-1-15,-3-3 2 0,-10 0 3 16,2 0-1-16,3 3 2 15,-4 0-5-15,4 0 4 16,1 0 1-16,3 0 0 0,5 0-1 16,3 0 1-16,5 0 0 15,3 0 1-15,1 0-1 16,7 0 1-16,-2 0-1 16,-1 0 0-16,7 0 1 15,-6 0-1-15,-6 0 1 16,1 0 0-1,-4 0-1-15,3 0 1 0,1 0-1 16,0 0 0-16,-5 3 0 16,9-3 1-16,-4 0-1 15,8 0 0-15,0 0 1 16,-4 0 0-16,8 0-1 16,-8 0-3-16,-1 0 2 0,-7 0 0 15,-5 0 1-15,-7 0-3 16,-1 0 3-16,1 0 0 15,3 0 0-15,0 0 0 16,1 0 0-16,-1 0 1 16,5 0-1-16,-5 0 0 15,5 0 0-15,4 0 1 16,-1 0-1-16,1 0 0 0,-1 3-2 16,5 3-1-16,4 1 2 15,0-4 1-15,-5-1-4 16,6 5-2-16,-6-1 4 15,1-3 2-15,0 0-2 0,-1 0 2 16,1 3 0-16,4 1 2 31,4-7-2-31,8 3 0 16,8 0-1-16,0-3 2 16,6 0-1-16,2 0 0 0,1 0 1 15,-1 0-1-15,5 0 0 16,3 0-1-16,1 0 1 15,-4 0 2 1,-1 0-2-16,-7 0-1 0,0 6 0 0,-1-6-2 16,-8 6 3-1,5-3 0-15,-5 3 3 16,0-2-3-16,1-2 0 0,-5 5 2 16,8-7-2-16,0 6 0 15,9-6 0-15,-1 0 0 16,13 0 1-16,4 0 0 15,0 0-1-15,0 0-1 0,0 0 1 16,0 0 2-16,0 0-1 16,0 0 3-16,0 0-3 15,0 0 0-15,0 0-1 16,0 0-6-16,0 0-16 16,0 0-18-1,0 0-12-15,0 0 7 16,0 0 8-16,0 0 23 15,0 0 12-15,0 0 2 16,0 0 1-16,0 0-1 16,0 0-33-16,0 0-23 15,0 0-19-15,0 0-15 16,4 0 3-16,0 0-97 0,4 0-247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7-21T06:47:46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5626 5763 541 0,'0'0'29'0,"0"0"-2"16,0 0 43-16,0 0 27 16,0 0-10-16,0 0-41 15,0 0 9-15,-63-36-30 16,63 36-22-16,0 0-3 16,0 0-13-16,0 8-40 15,0 10-10-15,2-14-111 16,5-2-195-16</inkml:trace>
  <inkml:trace contextRef="#ctx0" brushRef="#br0" timeOffset="390.4">9096 5645 761 0,'0'0'13'0,"0"0"-12"16,0 0-1-16,0 0 2 15,0 0 28-15,0 0-11 16,16 0-14-16,-16 4-10 0,0 1-56 15,0 0-128-15,0-4-77 16</inkml:trace>
  <inkml:trace contextRef="#ctx0" brushRef="#br0" timeOffset="690.19">5933 6204 98 0,'0'0'0'16,"0"0"-3"-16,0 0-17 16</inkml:trace>
  <inkml:trace contextRef="#ctx0" brushRef="#br0" timeOffset="956.64">8869 5863 350 0,'0'0'0'0,"0"0"-350"0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36:31.41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4864 7925 192 0,'0'0'69'0,"0"0"-65"16,0 0-4-16,0 0 58 15,0 0-30-15,0 0-27 16,0-12-1-16,0 12 8 16,0-7-1-16,0 7 10 0,0-6-12 15,-4 3-5-15,-4 0-10 16,3 0-5-1,1 0 12-15,0 0 6 0,0 0-1 16,0 0 13-16,4 3 2 16,0-4 7-16,-4 1 13 15,4-3-17-15,0 3 0 16,0-6-12-16,0 3-4 0,0 0 24 16,0-4 11-16,0 1 9 0,-9 0 22 15,9 3 11-15,-4 0-7 16,4 3-11-16,0-4-23 15,0 7-7-15,0 0-5 16,0 0-13-16,0 0 0 16,-4 0-3-1,4 0-10-15,0 0-2 16,0 0 0-16,0 0-6 0,0 7 2 16,0 26 4-1,0 14 0-15,0 17 15 16,4 19-3-16,9 10 7 15,-5 6-11-15,0 3-4 0,5 2 23 16,-5 4-20-16,0 6-2 0,5-12 7 16,-5-3-8-16,0-4 6 15,-4-5 1-15,0-4 0 16,1-6-4 0,-1-12-4-16,-4-10 2 0,4-6 3 31,0-5-6-31,0-10 6 0,0-12-6 15,0-4-1-15,-4-9 3 16,3-5-3-16,-3-7-1 16,0 0 2-16,0 0-1 15,0 0-1-15,5 0-22 0,-5-3-32 16,0-22-19 0,8-9-47-16,-8 18-83 0,0-5-65 15</inkml:trace>
  <inkml:trace contextRef="#ctx0" brushRef="#br0" timeOffset="1050.92">4753 7761 351 0,'0'0'254'0,"0"0"-239"15,0 0-3-15,0 0 14 16,0 0 42-16,0 0-26 16,0 0-42-16,-4 0 0 0,29 0 6 15,11 3 44 1,14 1-6-16,8-4 1 15,7 0-10-15,13 0 0 16,4 0-12-16,12 0 0 0,9 0-5 16,12-10-2-1,4 1-16-15,16 0 3 0,13-3 2 16,12 2-3 0,17-2 0-16,12 6 1 15,4-6 2-15,-4 2-3 16,4 1-1-16,-5 6 1 15,-11-3-2-15,0 6 6 16,-1 0-4-16,-3 0 2 0,-10 0-4 16,-7 0 0-1,-4 0 2-15,-12 0-3 0,3 0 1 16,-7 0 0-16,-5 0 0 16,1 0 0-16,0 0 1 15,-14 0-1-15,-3-6 0 16,-4 2 3-16,-4-1-3 15,0 1 0-15,-9-2-1 16,-4 3 3-16,1 0-3 16,-1 3 1-16,-3-3 0 15,-1 3 1 1,-4 0-1-16,-12 0-2 16,-5 0 2-16,-11 0 1 0,-4 0 2 15,-1 0 2-15,-12 0-4 16,-4 0 9-16,-8 0-6 15,-1 0 1-15,-11 0-1 0,-5 0-4 16,-4 0 0-16,-8 0 0 16,4 0 4-16,-4 0-4 15,0 0 0-15,0 0 2 16,0 0 1-16,0 0-1 16,0 0-4-16,0 0 2 15,0 0-5-15,5 0-11 0,3 0 5 16,-4 0-16-16,-4 0-19 15,0 0-58-15,0 0-86 0,0 0-145 16</inkml:trace>
  <inkml:trace contextRef="#ctx0" brushRef="#br0" timeOffset="1735.35">10910 7666 203 0,'0'0'101'0,"0"0"-43"15,0 0-26-15,0 0 31 16,0 0-18-16,0 0 12 0,0-9 3 16,0 6-8-16,0-1-5 15,0 1-1 1,0 3 4-16,0 0 4 15,0 0-3-15,0 0-6 0,0 0-6 0,0 0-10 16,0 0-3-16,0 0-9 16,0 0-6-16,0 0-6 15,0 0 1-15,0 0 6 16,0 0-6-16,0 0 4 16,0 0-6-16,0 3-4 15,0 16 0-15,0 12 13 0,0 6-9 31,0 6 2-31,0 9 7 0,0 7-2 16,9 9 6-16,3 2-6 16,0 8-2-16,1 5-2 15,-5-6 4-15,4 3-4 0,1 9-5 16,-1-2-1 0,-4 3 0-16,5 2-1 15,-5-9 3-15,-4-3 0 16,0-6-3-16,-4-6 2 0,0-6-2 15,0-10 0-15,0-9 1 16,0-9 0-16,0-16-1 16,0-2 0-16,0-10 0 15,0-3-1-15,0 0-8 0,0-3-39 16,0 0-56-16,-8 0-118 16,0-3-320-16</inkml:trace>
  <inkml:trace contextRef="#ctx0" brushRef="#br0" timeOffset="3914.72">4975 9664 288 0,'0'0'295'15,"0"0"-288"-15,0 0 7 16,0 0-3-16,0 0 72 16,0 0 1-16,0 0-45 15,-17-22-11-15,17 22-2 16,0 0-9-16,0 0 6 15,0 0-8-15,0 0-1 0,4 0 16 16,17 0 8-16,8 0-3 31,8 0-8-31,3 0 1 0,10 0 0 0,-1 0-6 16,4 3-7-16,5-3 8 0,4 0-17 16,7 0 12-1,6 0-8-15,11 0-2 0,-1 0-5 16,10 0 3-1,4 0-4-15,7 0 3 0,14 0-5 16,-1 0 3 0,0 0-3-16,0 0-1 15,-1 0-2-15,-3-3 4 16,5 0-2-16,-5 0 2 16,-9 0-1-16,-4-1 0 15,-2-1 0-15,-2 1 0 16,-4 1 1-16,-3-3 0 15,-1 6-1-15,1-3 4 0,3 0-4 16,-4 0 1-16,5 0 0 16,-1 0-1-16,-8 3 0 15,1 0-4-15,-2-3 4 0,6-1-1 16,-1 1 3-16,0-3-4 16,1 3 2-16,-1 3 0 31,-7 0-1-31,-2 0 1 15,-3 0 0-15,-4 0 1 0,-5 0 3 16,2-6-6-16,-1 6 3 16,-1-6-1-16,-3 3 2 15,4-1-1-15,-4 2 0 0,-1 2 1 16,-3 0 0-16,-1 0 3 16,-7 0-5-16,-1 0 1 15,0 0 1-15,-7 0-1 16,-1-3-1-16,0-1 4 15,-8 4-4-15,4-3 2 16,-4 3-2-16,4-3 0 16,-4 3 2-1,0 0 0-15,3-3 3 16,-2 0 0-16,3 3-4 16,-8 0-1-16,3-6 2 15,1 6-1-15,-4 0-1 16,-4-6-2-16,0 6 2 0,-5-3 2 15,-3-1-1-15,-9 4 0 16,1 0-1-16,-9 0 0 16,0 0-3-16,-4 0 3 15,0 0 0-15,0 0 0 0,0 0 3 16,4 0-7-16,0 0 5 16,8-3-1-16,-3 3 0 15,3 0-3-15,1 0 3 16,-5 0-1-16,4 0 1 15,4 0-1 1,0 0 1-16,5 0 0 16,0 0 0-16,-1 0 0 15,5 0 0-15,-4 0 1 0,-6 0 1 16,-2 0-3-16,-1 0 1 16,-4 0-1-16,-4 0 1 15,1 0 0-15,-1 0-1 16,4 0 1-16,-4 0 0 0,-4 0 0 15,0 0 0-15,0 0 0 16,0 0-1-16,0 0 3 16,0 0 0-16,0 0-1 15,0 0 0-15,0 0 1 16,0 0-2-16,0 0 0 16,0 0 1-16,0 0-1 0,4 0 0 31,-4 0-3-31,0 0 5 0,0 0-3 0,0 0 1 15,0 0 0-15,0 0 3 32,0 0-2-32,0 0-1 15,0 0 1-15,0 0 0 0,4 0 0 16,-4 0-1-16,0 0 0 16,0 0 2-16,0 0-1 15,0 0 1-15,0 0 7 0,0 0-2 16,0 0 4-16,0 0-1 15,0 0 0-15,0 0-2 16,0 0-8-16,0 0 1 16,0 0 0-16,0 0-1 0,0 0 3 15,0 0 0-15,0-9-2 16,0 3-2-16,0-3 0 16,0-7 0-16,0-8-4 0,0-4-28 31,-8-12-21-31,-8-6-57 15,-5-3-100-15,9 27-119 16,3 0-234-16</inkml:trace>
  <inkml:trace contextRef="#ctx0" brushRef="#br0" timeOffset="5866.53">7598 7737 81 0,'0'0'228'0,"0"0"-202"16,0 0-23-16,0 0 34 16,0 0 7-16,0 0-22 0,0 0-6 15,-4-4 15 1,4 4 2-16,0 0-2 0,0 0 5 15,0 0 0-15,0 0-5 16,0 0-10-16,0 0-4 16,0 0-9-16,0 0-3 0,0 4 1 15,0 8 48 1,0 3-16-16,0 1-19 0,-5 3 7 16,5-1-8-1,0 4-5 1,0-1-3-16,0 4 11 0,0 3-7 15,0 2-2-15,0 4-5 16,0 6 5-16,0 7-8 16,0 5 5-16,9 0 14 15,3 10 5-15,1 3-15 16,3 5-7-16,-8 11 2 0,5 2 9 16,-1 1-9-16,-4-5-6 15,5 1 0-15,-2-2 13 16,2 2 1-16,-1-3-12 15,-8-3-1-15,0 3 1 0,-4-9-2 16,0-10 4 0,0-5-5-16,0-7 5 0,0-12 4 15,0-7 0-15,0-5-6 16,0-10 4-16,0-5-2 0,0-1-1 16,0 0-4-16,0-3 2 15,0 0-1-15,0-3 2 16,0 0 0-16,0 3 1 15,0 6-4 1,0-2 7 0,0 5-5-16,0-3 4 0,0 4 3 15,0-4-6-15,0 3-2 16,0-6 8-16,0 4-9 16,0-4 1-16,0-3 0 15,0 0 0-15,4-3-1 16,-4 0 0-16,5 0-1 0,-5 0 2 0,0 0 0 31,0 0-1-31,0 0 0 16,0 0-2-16,0 0 1 15,0 0-4-15,0 0 4 16,0 0-1-16,0 0 1 16,0 0-1-16,0 0 0 15,0 0 1-15,0 0-1 0,0 3 1 16,0 0 0-16,0 3 2 15,0-3-1 1,0 3-1-16,0 1 0 0,0-4 1 16,0 3-1-16,0 6-1 15,0-2 1-15,0 2 3 16,0 3-3-16,4-2 1 0,-4-1-1 16,0-3 1-16,0 1-1 15,0-8-1-15,4 1 1 16,-4-3 2-16,0 0-2 15,0 0 0-15,4 0-2 16,-4 0-7-16,0 0-3 16,4 0-13-1,-4 0 1-15,4 0-8 0,0-9-14 16,5-3-39 0,-1-3-78-16,-8 8-54 0,0 4-95 15</inkml:trace>
  <inkml:trace contextRef="#ctx0" brushRef="#br0" timeOffset="7294.61">3456 8656 214 0,'0'0'99'0,"0"0"-87"16,0 0-11-16,0 0 11 0,0 0 30 15,0 0 20-15,0 0-3 16,-91-13-2-16,91 10-15 16,0 3-3-16,0 0 7 31,0 0-1-31,0-3-11 15,0 0-3-15,0 0-9 0,0 3-12 16,0-3-10-16,13 3 6 0,16-3 33 16,4-1 10-16,12-2-23 15,8 4 0 1,13-2-10-16,3-2-5 0,14-3-1 16,7 3-3-1,4-4-1-15,9 7-3 0,-5-3-2 16,5 6-1-16,-4-3 1 15,-13 3 0-15,-12 0-1 16,-13 0-4-16,-11 0 4 16,-10 0 0-1,-11 0-1-15,-8 0 1 16,-13 0 1-16,-4 0 0 0,0 0 0 16,-4 0 0-16,0 0 3 15,4 0-4-15,-4 0-4 16,9 0-48-16,7-15-3 15,9 6 13-15,3-7-91 0,-20 7-94 16,0 6-182-16</inkml:trace>
  <inkml:trace contextRef="#ctx0" brushRef="#br0" timeOffset="9274.43">3222 6350 405 0,'0'0'36'0,"0"0"-35"0,0 0 24 16,0 0 33-16,0 0-29 15,0 0-18-15,0-9-11 16,0 9 7-16,0 0 7 15,0 0 14-15,0 0 1 16,-5 15-13 0,5 7-2-16,-4 5 0 15,4 7-1-15,0 9 1 16,0 3-3-16,0 7-4 16,0 5 11-16,0 10-7 15,0 15 0-15,0 10 1 16,4 9-1-16,1 12 9 15,7-3 6-15,0 9-12 0,1-3-10 16,-1 3 0-16,-4 1 6 16,5-7-6-16,-5-3-3 15,0-10 1-15,1-8 1 0,-9-10-3 16,4-12 11-16,-4-10-2 16,0-5 8-16,4-13 7 15,-4-3-18-15,0-6 9 16,4-6 6-16,-4-4-11 0,0-5-5 15,4-7-2-15,0 0 2 16,-4-2 0 0,0-4-2-16,0 3 2 15,0-9-5-15,0 6 1 0,0-6-2 16,0 0 1 0,0 0-5-16,0 0-6 15,5 0-18-15,-5 0-12 16,0 0-28-16,0-8-69 15,0-11-261-15</inkml:trace>
  <inkml:trace contextRef="#ctx0" brushRef="#br0" timeOffset="10419.82">3201 6208 214 0,'0'0'69'15,"0"0"-64"-15,0 0 0 16,0 0 56-16,0 0-13 16,0 0 6-16,0 0 0 31,-16-43-23-31,16 43-22 16,0 0-9-16,-4 0-2 0,4 0-2 0,0 0 4 15,-4 3 6-15,4 13 30 16,0 8-6-16,0 4-11 15,0 8 2-15,0 2-3 16,0 2 6-16,4 0-9 16,0-3-7-16,1-7 5 15,-5-5-4 1,4-6-6-16,-4-7 8 0,0-3-10 16,3-6 1-16,-3 0 0 15,0-3-2-15,0 0-2 16,0 0-28-1,4 0-31-15,0 0-22 0,-4-6-53 16,0-3-90-16</inkml:trace>
  <inkml:trace contextRef="#ctx0" brushRef="#br0" timeOffset="11053.63">3148 6161 285 0,'0'0'99'16,"0"0"-85"-16,0 0 24 15,0 0 60-15,0 0-31 16,0 0-11-16,0 0-12 0,-12-12 13 15,12 12-10-15,0 0-3 16,0 0-2-16,0 0-7 16,0 0-16-16,0 0-8 15,8 0-4-15,21 0-3 16,11 0 16-16,18 0 5 16,13-3-6-16,6 0 0 0,9 3-11 15,13 0 4-15,7-3 1 16,1 0-6-16,4 0-1 15,8 0 0-15,0 0-5 16,4 0 1-16,9-4-2 31,-5-2 1-31,4 0-2 0,-8-3 3 16,-7 2-4-16,-6 1 4 16,-16 0-2-16,-11 0 0 15,-10 5 0-15,-6 2 0 16,-11 2 0-16,-10 0 0 0,-1 0 0 15,-8 0 1-15,0 0-1 16,-8 0 1-16,-5-3 1 16,-3 3-1-16,-8 0-1 0,-5-4 0 15,-4 4 0-15,-4 0 1 16,0 0-1-16,3 0 0 16,-3 0 0-16,0-3-1 15,0 3 1-15,0 0-29 16,0 0-27-16,0 0-57 15,0 0-63 1,0 0-15-16,0 0-51 16,0-3-63-16</inkml:trace>
  <inkml:trace contextRef="#ctx0" brushRef="#br0" timeOffset="11763.12">5476 6029 353 0,'0'0'179'0,"0"0"-137"15,0 0-40-15,0 0 66 16,0 0-19-16,0 0-11 15,0-3-12-15,4 0 12 16,17 3 1-16,-5 0 0 16,8 0-10-16,5 0 2 0,8-3 1 15,0 3-9-15,8 0-14 16,0-3 2-16,9 3 5 16,-1 0-8-16,0 0-2 15,5 0-1-15,-1 0 2 16,5 0-4-1,-1 0-3-15,-3 0 0 16,-4 0 0-16,-6 0 3 16,-2 0-5-16,-5 0 4 15,-5-3-2-15,-3 0 0 0,-4 3 0 0,4-7 0 32,-8 5 0-32,-5-2 0 15,1-2 0-15,-5 3 0 16,5 3 2-16,-13 0-2 15,-4 0-1-15,0 0 1 16,-4 0-1-16,0 0 1 0,4 0 0 16,-4 0 0-16,0 0-2 15,0 0-4-15,0 0-13 16,0 0-21-16,0 0-12 16,0 0-34-16,0 0-5 15,0 0-21-15,0 0-51 0,0 0-4 16,0 0-65-16</inkml:trace>
  <inkml:trace contextRef="#ctx0" brushRef="#br0" timeOffset="14592.5">6580 5425 355 0,'0'0'87'16,"0"0"-80"-16,0 0-5 0,0 0 35 15,0 0-1-15,0 0-8 16,0 0-3-16,0 0 1 16,-4-6 19-16,4 12-4 15,0 6 11-15,0 4-33 16,0 5 8-16,0 4-2 16,8 3-4-16,0 12 0 0,4 6-7 15,-3 16 5-15,-5 9-2 16,0 15-9-16,0 9 6 15,0 10 10-15,0 0 2 0,5-3-13 16,-5-3-4-16,4-10-7 16,0-12 3-16,-8-6-5 31,9-12 26-31,-9-7-22 16,0-6-1-16,4-15 3 0,-4-10-2 15,0-8 1-15,0-4-5 16,0-9 1-16,0 0 4 15,0 0-2-15,0 0 6 16,0 0 2-16,0-13-11 16,0-11-21-16,0-7-89 0,0 3 8 15,0-3-44-15,0 19-130 16,0 0-148-16</inkml:trace>
  <inkml:trace contextRef="#ctx0" brushRef="#br0" timeOffset="15265.56">6892 5825 291 0,'0'0'91'0,"0"0"-72"16,0 0 59-1,0 0-14-15,0 0-4 0,0 0-22 16,0-39 10-16,0 35-5 16,0 1-11-16,0 1 7 15,0-2 6 1,0 4-8-16,0 0 3 0,0 0-11 15,0 0-5-15,0 0-10 16,0 0-11-16,0 0 4 16,0 0-5-16,0 0-2 0,0 0-8 15,0 13 3-15,0 14 5 16,0 13 28-16,8 10-6 16,0 5-10-16,-4 10-2 15,1-3 5-15,-1-1-7 0,0-5-4 16,0-7-2 15,0 0 10-31,-4-11-12 0,4-8 7 16,0-5-2-16,-4-7-5 0,0-5 3 15,0-7-2-15,0 0-1 0,0-3 0 16,0-3-1-16,5 0-25 16,-5 0-29-16,0 0-31 15,0-6-14-15,0-6-149 16,0 0-138-16</inkml:trace>
  <inkml:trace contextRef="#ctx0" brushRef="#br0" timeOffset="16885.5">6937 6091 206 0,'0'0'167'0,"0"0"-118"15,0 0-40-15,0 0 71 16,0 0-2-16,0 0-16 15,-4 0-2-15,4 0 7 16,0 0-4-16,0 0 2 16,0 0-13-16,0 0-2 0,0 0-13 15,0 0-15-15,0 0-2 16,0 0-1-16,0-3-14 16,0 3 2-16,0 0-6 15,17-3 7-15,11 3 19 16,9-3-6-16,8-4-13 15,9 7 2 1,-1-6-7-16,9 3 3 0,-1 0-5 16,13 0 2-16,-1 0 0 15,6-3 0-15,-1 2-3 16,8 2 2-16,8-1-2 16,9-4 3-16,8 4-3 15,4 0 0-15,4 0-1 16,4 0-1-16,4-3-2 0,4 6 4 15,-4-3 0-15,-2 3 0 16,-7-3 0-16,-3 3 0 16,-8 0 2-16,-4 0-2 31,-5-4 0-31,-4 1 1 16,5 1 0-16,-5-5 2 0,5 4-3 15,0 0-1-15,-5 0 1 16,-8 0-3-16,5 3 2 15,-1-3-1-15,4 0 4 16,-8-3-4-16,0 6 1 16,-7-7 1-16,-2 7-1 15,-2 0 1-15,-6 0 0 16,-3 0 0-16,3-3 1 0,-3 0-1 0,0 3 0 16,-9-6 0-16,4 6 0 15,-3 0 0-15,0-3 0 16,3 3 3-16,5-3-2 15,4 0 0-15,-4 3-1 0,3-3 0 16,-7-1-1 0,-4 2-2-1,-5 2 3-15,4-7 0 16,-4 4-1-16,1-3 1 16,0 0 0-16,-6 3 0 15,-2 0-1-15,-9 0 1 16,-4 0 0-16,-5-1 1 15,-3-1-1-15,4 2 1 0,-9-1-1 16,1-2 0-16,-4 6 0 16,-1-3 0-16,-5 0 0 15,2 3 0-15,-1-6 3 16,5 6-3-16,3-3 0 0,1 0 0 16,4 3-3-16,0-7 3 15,-10 7 0-15,2 0-1 16,-9 0 4-16,-4 0-5 0,0 0 2 15,-4 0 0-15,0 0 0 16,0 0 2-16,0 0-2 16,0 0 2-16,0 0-1 15,0 0 1-15,0 0 0 16,0 0-2-16,0 0 1 16,0 0 0-1,0 0 1-15,0 0 2 16,0 0-3-16,0 0 2 15,0 0-2-15,0 0 0 16,0 0-2-16,0 0 0 16,0 0 1-16,0 0-1 15,0 0-2-15,0 0 1 16,0 0-3-16,0 13 2 0,0 5 3 16,4 10 0-16,5 3 2 15,-1 9-3-15,0 0 2 16,5 3 0-16,-5 4-1 0,0-1 2 15,5 3 0-15,-9 0-2 16,0 1 0-16,0 5 3 31,4 7-2-31,-4 2 3 16,8 1-4-16,-4 0 3 0,-4 9-3 16,4 0 4-16,5 6-1 15,-9 6 0-15,4-12-1 16,-4 4 1-16,-4-5-3 15,5 1 1-15,-1 6 2 16,0-2-3-16,0-2 1 0,0-5 6 16,0-6-7-16,0-3 2 15,5-7 0-15,-5-2 3 16,4-1 1-16,-4-9-6 16,0-3 1-16,0-6 1 15,1-9-2-15,-5-4 1 16,0-5-1-16,0-1 0 0,0-8-1 0,0 2 2 15,0-3-1 1,0 3 1-16,0-3-1 16,0-3 0-16,0 4 0 0,0-7-5 31,0 0-5-31,0 3-14 16,0-3-18-16,0 0-45 0,0 3-32 15,0 0-73-15,0-3-25 16,-9 3-65-16</inkml:trace>
  <inkml:trace contextRef="#ctx0" brushRef="#br0" timeOffset="18224.72">10927 8378 315 0,'0'0'91'0,"0"0"-88"0,0 0 28 16,0 0 65-16,0 0 11 16,0 0-3-16,0 0-20 15,0 0-25-15,0 0-24 0,0 0-2 16,12 0 14 0,13-3 1-16,4 0-14 0,8 3-8 15,3 0-4-15,10-7 0 16,0 5-7-16,11 2-2 15,5-6 0-15,15 2-8 16,2 1-4-16,7 3 8 0,4-6-9 16,1 3 0-16,-1 0 0 15,4-3 0-15,2-1 0 16,-2 4 0-16,0 1 0 16,-11-1-1-16,-5 3 2 15,-12 0-1-15,-9-4 0 0,-12 4 0 31,-11 0 0-31,-9 0 0 0,-14 0 0 16,-3 0 4-16,-7 0-4 16,-1 0 2-16,0 0 0 15,-4 0 0-15,4 0 1 16,0 0-3-16,0 0 0 16,9 0 3-16,-5 0-2 15,0 0-2-15,-4 0 0 0,5 0 1 31,-9 0 0-31,0 0 0 0,0 0 0 16,0 0 4-16,0 0-3 16,0 0 3-16,0 0-4 0,0 0 0 15,0 0-1 1,4 0 0-16,0 0 1 16,4 0 0-16,-4 0 0 15,5 0 0-15,-9 0-1 0,0 0 1 16,0 0 4-1,0-3-3-15,0 3 0 0,0 0 8 16,0 0-5-16,0 0 7 16,0 0-7-16,0 0-2 15,0 0 3-15,0 0-5 0,0 0 3 16,0 0 2-16,0 0-2 16,0-6 9-16,0 0-12 15,0 0 4-15,-9 0 3 16,1-7-6-16,4 4 6 15,0 0 5-15,0-4-7 16,-1-2 1 0,1-4 1-16,4-5-6 15,0-4 6-15,0-6-7 16,0-9-2-16,0 0-16 16,0 0-34-16,0 27-49 15,-4 4-302-15</inkml:trace>
  <inkml:trace contextRef="#ctx0" brushRef="#br1" timeOffset="28413.49">5028 8957 178 0,'0'0'226'0,"0"0"-177"0,0 0-35 16,0 0 69-16,0 0 9 16,0 0-27-16,0 0-27 15,-8-15-12-15,8 15-7 16,0 0 13-16,0 0-2 15,0 0 6-15,0 0-11 16,0 0-11-16,0 0 5 16,-4 0-8-16,4 0-5 15,0 7 5 1,0 17 9-16,0 13-1 16,0 6 3-16,0 10-13 15,0 8 5-15,0-2-7 16,4 3 9-16,4-4-6 0,1-3-4 15,-1-5 4-15,0-10-6 16,0-3 3-16,-4-16-1 16,-4-2 5-16,5-10-11 15,-5-6 3-15,4 0 0 0,-4-3-3 16,0 0-3-16,0 0-9 16,0 0-21-16,8-3-26 15,-8-19-51-15,0-5-77 16,0 11-63-16,0 1-37 15</inkml:trace>
  <inkml:trace contextRef="#ctx0" brushRef="#br1" timeOffset="28771.2">5032 9115 550 0,'0'0'73'0,"0"0"-73"16,0 0 28-16,0 0 57 15,0 0-14-15,0 0-32 16,0-68-16-16,25 62 0 16,-4 3-6-16,7 3 1 0,5 0-13 15,0 0 7-15,0 3-12 16,-1 21 4-16,-7-2-1 16,0 9 2-16,-9-3 3 0,-3-7-7 15,-13 4 0-15,0-4 2 31,0-2 3-31,0-7 21 16,-5 4 8-16,-19-4-22 16,-5 0 2-16,-7-6-7 0,-2 1-1 0,1-7 3 15,0 0-9 1,9 0 3-16,3 0-4 16,13-13-7-1,4 7-14-15,3-3-27 0,5 0-55 16,0-1-36-16,0 7-49 15,13 0-90-15</inkml:trace>
  <inkml:trace contextRef="#ctx0" brushRef="#br1" timeOffset="29147.81">5524 9019 547 0,'0'0'94'0,"0"0"-90"16,0 0 24 0,0 0 66-16,0 0-12 0,0 0-18 15,0 0-17-15,9-15-12 16,-9 15-18-16,0 0 12 15,0 6-15-15,0 19 1 16,0 8 9-16,4 5-7 0,0 5-4 16,-4 0-7-16,4-3-2 15,4-6-1-15,-8 0-1 16,0-6-2-16,0-10 0 31,0-3-4-31,0-5-30 0,0-5-77 16,0-5-108-16,-8 0-77 15</inkml:trace>
  <inkml:trace contextRef="#ctx0" brushRef="#br1" timeOffset="29337.64">5361 9232 484 0,'0'0'352'0,"0"0"-285"16,0 0-61-16,0 0 31 15,0 0 19-15,0 0-24 16,20-25-21-16,21 13 10 0,9-4-13 31,7 4-8-31,-4-4-2 16,-32 11-103-16,-13-2-207 0</inkml:trace>
  <inkml:trace contextRef="#ctx0" brushRef="#br1" timeOffset="30952.88">10225 9099 75 0,'0'0'468'15,"0"0"-425"-15,0 0-39 16,0 0 92-16,0 0 6 16,0 0-32-16,-8-58-33 15,8 58-15-15,0 0-10 16,0 0-7-16,-4 0 7 16,4 0 4-1,0 15-11-15,0 13 25 16,0 9 3-16,0 6-2 15,0 0-18-15,0 0-1 16,0 4-5-16,0-11 1 0,8 2-1 16,0-8-6-16,0-5-1 15,-3-12 0 1,-1-5 1-16,-4-8 9 0,0 0-2 16,4 0 7-16,-4-8 15 0,4-20-7 15,4-9-15-15,0-6 3 16,5-7 2-16,3 4-6 15,-3 3-6-15,6 0 1 16,2 12-2-16,0 0-3 16,-1 12 1-1,-3 7 1-15,0 6 1 16,-9 6-7-16,4 0 2 16,-4 0-3-16,4 28 8 15,4 2 15-15,1 13-4 16,4-2-5-16,-5-1-3 0,-3 0-1 15,-1-6-2 1,-4-3 1-16,5-10-1 0,-9-3 0 16,4-8-1-16,-4-1-24 15,-4-9-72-15,0 0-193 16</inkml:trace>
  <inkml:trace contextRef="#ctx0" brushRef="#br2" timeOffset="40235.47">7820 7946 87 0,'0'0'62'0,"0"0"-48"15,0 0 10-15,0 0 6 0,0 0-10 16,0 0-8-1,0 0 0-15,4-9-10 16,0 6-1-16,-4 3 2 16,0 0 1-1,0 0 0-15,0 0 4 0,0-3 2 16,0 3-6-16,0 0-3 16,0-3 0-16,0 3 12 15,0 0-2-15,0 0-4 0,0 0-5 16,0 0-2-16,0-3 2 15,0 3-2-15,0 0 1 16,0 0 1-16,0 0 9 16,0 0 6-16,0 0-3 15,0 0 3-15,0 0 1 16,0 0-3 0,0 0 2-16,0 0 5 15,0-3 5-15,0 3 3 0,0 0-1 16,0 0-5-1,0-3-6-15,0 3-1 16,0 0 5-16,0 0 3 16,0 0-3-16,0 0-1 0,0 0 2 15,0 0-4-15,0 0 3 0,0 0-5 16,0 0 0-16,0 0 1 16,0 0 0-1,0 0-1-15,0 0-7 0,0 0 7 16,0 0 0-16,0 0-16 15,0 6 0-15,0 15-1 16,0 1 30-16,0 3 0 0,0 3-22 16,0 2 7-16,0-5 8 15,0-1-9-15,0-5 1 0,0 0-1 32,0-10-6-17,0 0 2-15,0-6-1 0,0-3-5 16,0 0 0-1,0 0-4-15,0 0 2 0,0 0 1 16,0 0-3-16,0 0 0 0,0 0-7 16,0 0-12-16,0 0-19 15,0 0-27-15,0 0-53 16,0 0-42-16,0 0-68 0,0 0-80 16</inkml:trace>
  <inkml:trace contextRef="#ctx0" brushRef="#br2" timeOffset="40683.93">7668 8061 248 0,'0'0'242'0,"0"0"-197"16,0 0-44 0,0 0 76-16,0 0-22 15,0 0-30-15,0 0-7 0,-4-4-1 16,12 4 10-16,9 0 15 15,2 0-2-15,6 0-10 0,8-3-6 16,4 0-9 0,1-3 6-16,2 0-3 15,-11 6-7-15,0-3-7 16,-13 0-2-16,-3 3-1 16,-5 0-1-16,-4-4 0 15,-4 4 0-15,4 0-3 16,-4 0-1-16,0 0-13 0,0 0-8 15,0 0-40-15,0 0-40 16,0 0-65-16,0-3-66 16</inkml:trace>
  <inkml:trace contextRef="#ctx0" brushRef="#br2" timeOffset="41426.92">8016 7900 334 0,'0'0'46'0,"0"0"-41"15,0 0 20-15,0 0 89 0,0 0-40 16,0 0-23-16,0 0 4 16,-69-58-3-16,48 55-20 15,-3-1-9 1,-5 4-13-16,5 0-7 0,-1 0-3 15,-4 0 0-15,0 0 0 16,0 7-2 0,0 5 2-16,10 0 0 15,-2 1 1-15,4 2-1 16,1 4 0-16,4 2 4 16,3 4-4-16,5 6 5 0,-4 3-4 15,4 6 6-15,4-4 8 16,0 2-7-1,0-5-3-15,4 2 1 0,8-5-5 16,1-2 2-16,3 0-3 0,1-10-1 16,-1-3-1-16,1-2 2 15,-2-4-3-15,6-3 0 16,-4-2 6-16,11-4 0 16,-3 0-1-16,4 0 0 15,7 0 3 1,2-7-3-16,-1-8 3 15,4-7-1-15,-9 1-4 16,1-7 0-16,-8 0 0 16,-8-2 0-16,-1-8 2 15,-8 1-2-15,-3-2 16 16,-1 1 27-16,-4 1-8 0,0 6 7 16,-9 1-7-16,-11 2-12 15,7 10-6-15,-11 2-13 0,3 10-4 16,-4 6-27-16,1 0-92 15,16 0-43-15,-4 0-246 32</inkml:trace>
  <inkml:trace contextRef="#ctx0" brushRef="#br2" timeOffset="42022.9">7955 8674 315 0,'0'0'136'0,"0"0"-121"16,0 0-1 0,0 0 105-16,0 0-33 0,0 0-25 15,0-6-19-15,0 6-8 16,0 0-13-16,0 0 1 0,0 0-2 16,0 0-9-16,0 0-10 15,0 3 18-15,0 12-17 16,0 7 9-16,0-1-6 0,0 1-4 15,0-1-1 1,0 1 1-16,4 0 0 16,-4 0-2-16,5-7 2 15,3-3-3 1,-8-3-6-16,0-5 1 0,0-1-4 16,0-1-12-16,4 1 2 15,-4-3-59-15,0 0-6 16,0 0-14-16,0-5-79 15,0-2-134-15</inkml:trace>
  <inkml:trace contextRef="#ctx0" brushRef="#br2" timeOffset="42346.03">7779 8751 528 0,'0'0'0'0,"0"0"-5"16,0 0-26-16,0 0 31 15,0 0 25-15,0 0 3 0,49 0 12 16,-21 0-1-16,5 0-20 16,9 0 1-16,-1 0-1 15,-1-3-6-15,6-3-2 16,-9 0 4-16,-4-1-2 0,-1 4-2 15,-11-3-10-15,-5 3 0 16,-3-3-1-16,-9 6 0 16,0-3 0-16,-4 3-17 15,0-7-1-15,0 5-59 16,0-1-172-16</inkml:trace>
  <inkml:trace contextRef="#ctx0" brushRef="#br2" timeOffset="42908.68">8074 8523 317 0,'0'0'136'0,"0"0"-120"15,0 0-8-15,0 0 110 16,0 0-51-16,-123-34-33 16,107 34-16-16,-1 0-5 0,-8 3-2 15,0 12-1-15,2 1 2 16,-6 3 0-16,4 2-3 16,4-2 11-16,1 5-4 15,3 4-6-15,9-1 0 16,0 8-9-16,-1-2 3 15,9 1 0 1,0 3-1-16,0-3-1 16,0 0-2-16,9-3-7 0,7 3 6 15,13-6-14 1,0-1 12-16,4-2 3 16,-1-6-4-16,1-7-3 15,0-6 2-15,4-6 1 0,-8 0 4 16,-1 0 0-16,5-3 5 0,-8-16-3 15,-4-5 11 1,0-7-2-16,-5 0-2 16,-9-6 21-16,2 0-10 15,-9-9 23-15,0 0 19 0,0-1-22 16,0-2-12-16,-5 9-9 16,-10 3-5-16,-6 12-8 0,1 10-6 15,-9 9-12-15,-9 6-7 16,2 0-70-16,16 9-51 15,3 7-124-15</inkml:trace>
  <inkml:trace contextRef="#ctx0" brushRef="#br2" timeOffset="43540.56">7964 9260 415 0,'0'0'104'0,"0"0"-104"16,0 0 71-16,0 0 52 0,0 0-48 16,0 0-34-16,0-3-15 0,0 3-11 15,0 0-12-15,0 0 4 16,0 0-2-16,0 3-2 15,-5 18 5-15,5 4 0 16,-4 6 0-16,4-7-5 31,0 1-2-31,0 0 0 16,0-10 0-16,0 3 0 0,0-5-1 16,0-4 0-16,0-6 0 15,0 3-21-15,0-6-4 16,0 0-44-16,0 0-38 15,0 0-24-15,0 0-45 16,0 0-194-16</inkml:trace>
  <inkml:trace contextRef="#ctx0" brushRef="#br2" timeOffset="43796">7737 9426 154 0,'0'0'383'15,"0"0"-337"1,0 0-37-16,0 0 65 0,0 0-40 16,0 0-17-16,0 0-3 15,62-22 20-15,-29 17-3 16,3-2-11-16,6-2-5 16,-5 2 6-16,4-1-9 15,-9-2-2-15,2 4-10 16,-14 6-1-16,-3-3-9 0,-9 3-22 15,-4 0-34-15,-4 0-27 16,0 0-77-16,0-3-11 16</inkml:trace>
  <inkml:trace contextRef="#ctx0" brushRef="#br2" timeOffset="44281.31">7980 9226 310 0,'0'0'53'0,"0"0"-49"0,0 0-4 16,0 0 85-16,0 0-33 0,-131-19-14 16,102 19-30-16,8 3 42 15,-4 9-13-15,5 1-5 16,-1-1 6-16,5 4-8 0,3-1 1 15,2 7-10-15,7 6 7 16,0 2-13-16,4 4 2 16,0 0 12-16,0-3-20 15,12-3-5 1,12-4-4-16,1-2 0 16,8-4-5-16,0-5 3 15,4-10-9-15,-1-3 11 16,5 0 0-16,-3 0 3 15,2-9-3-15,-7-13 11 16,0-6-4-16,-8 0-6 16,-13-6 6-16,-3-6 4 15,-9 0 6-15,0-6 26 0,-13 6 22 16,-16 3-8-16,-8 6-29 16,4 10-2-16,1 6-12 15,3 2-14-15,8 13-6 16,1 0-51-16,-1 0-92 0,17 0-116 15,4 0-306-15</inkml:trace>
  <inkml:trace contextRef="#ctx0" brushRef="#br2" timeOffset="45507.04">8415 7848 92 0,'0'0'140'0,"0"0"-124"16,0 0-11 0,0 0 41-16,0 0-9 0,0 0-28 15,4 0-6-15,-4 0 1 16,0 0 6-16,0 0-8 0,0 0-1 16,0 0-1-16,0 0-15 15,0 0 15-15,0 0 6 16,0 0-1-16,0 0-2 15,0 0 2-15,0 0-2 16,0 0-3-16,0 0 1 16,0 0 0-1,0 0 0-15,0 0-1 16,0 0 0-16,0 0 0 16,0 0 2-16,0 0 1 15,0 0 2-15,0 0 3 16,0 0 9-16,0 0 8 15,0 0 5-15,0 0-5 0,0 0-9 16,0 0 5-16,0 0 2 0,0 0 3 16,0 0 5-1,0 0 2-15,0 0-5 0,0 0-1 16,0 0-20-16,0 0-4 16,0 0-2-16,0 0 4 15,0 0 8-15,0 0-1 16,0 0 0-16,0 0-1 0,0 0-4 31,0 0 0-31,0 0-5 16,0 0 3-16,0 0-3 0,0 0-2 15,0 0 0-15,0 0 0 16,0 0 2 0,0 0-5-16,0 0 3 0,0 3 0 15,0 16 0-15,0 2 8 16,0 7 9-16,5-1-8 0,-5-2 5 15,4 3-7-15,-1-1 1 16,-3-8-4 0,4 3 5-16,0-4-9 15,0-6 1-15,0 1 0 0,0-4 0 16,1-6-1-16,-5 0 0 0,4-3-14 16,0 3-42-1,-4-3-56 1,0 0-121-16,0 0-3 0</inkml:trace>
  <inkml:trace contextRef="#ctx0" brushRef="#br2" timeOffset="45804.45">8316 8057 368 0,'0'0'211'0,"0"0"-178"16,0 0-32-16,0 0 43 16,0 0-1-16,0 0-19 0,0 0-8 15,33-3 27-15,-4 0-15 16,4 0-9-16,3 0 3 16,-3-3-11-16,5 3-6 15,-9 0 0-15,-9-1-5 16,0 1 0-1,-8 3-27-15,-4 0-39 16,-8 0-41-16,0-2-139 16,0-1-99-16</inkml:trace>
  <inkml:trace contextRef="#ctx0" brushRef="#br2" timeOffset="46358.49">8649 7829 355 0,'0'0'90'0,"0"0"-78"16,0 0 65 0,0 0 20-1,0 0-83-15,0 0 3 0,-140-33-10 16,107 33-4-16,0 6-1 15,1 9 10-15,-1 0 2 16,0-2 1-16,0 2 14 16,8 4 8-16,5-4-2 15,4 1-7-15,4 2-15 0,3 7-6 16,5 3 1-16,4 5 4 16,0 1 5-16,0 6 1 15,0-3-4-15,13 6-8 16,7-5-5-16,8-5-2 0,5-2 0 15,0-9-7 1,9-1-2-16,2-9 6 0,-3-2-16 16,5-7 19-16,-9-3-3 15,-1 0 4-15,1-3 3 16,-3-15 1-16,-6-7-2 0,-4-6 4 16,-7-3 1-16,-9-6 10 15,-4-7 16-15,-4-1 10 16,0 1 3-1,0-2-15-15,-16 9-2 16,-8 3 2-16,-1 6-25 16,0 9-5-16,0 10-1 15,1 6-23-15,-1 6-18 16,5 0-62-16,4 6-66 16,7 6-73-16,5 1-218 15</inkml:trace>
  <inkml:trace contextRef="#ctx0" brushRef="#br2" timeOffset="46990.48">8591 8511 359 0,'0'0'137'0,"0"0"-96"15,0 0 52 1,0 0 11-16,0 0-42 15,0 0-16-15,-4-19-13 16,4 19-18-16,0 0-12 16,0 0 4-16,-4 0 7 15,4 0 2-15,0 0-4 16,0 0-4-16,0 12 0 16,0 13 1-16,0 0 7 15,0 3-10-15,0-1-1 0,0 1-3 16,0 0-1-16,4-4-1 15,4-2 1-15,0-4 1 16,-4-5-2-16,-4-1 0 16,0-9-9-16,0 0-9 15,0-3-18-15,5 0-29 16,-5 0-24 0,0 0-27-16,0 0-53 15,0 0-69-15</inkml:trace>
  <inkml:trace contextRef="#ctx0" brushRef="#br2" timeOffset="47259.11">8407 8701 446 0,'0'0'58'0,"0"0"-56"16,0 0 99-16,0 0 13 16,0 0-50-1,0 0-43-15,0 0-12 0,-12-9 2 16,12 6 7-16,8 3 2 0,8 0 2 15,8-6 6-15,9 3 4 16,4-6-11-16,5 3-1 16,-2-1-16-16,-3 2 5 15,-8 1-6-15,-8 4-3 16,-9-3-4-16,-3 3-12 0,-5 0-42 16,-4 0-37-1,0 0-32-15,0 0-13 16,-13 0-52-1</inkml:trace>
  <inkml:trace contextRef="#ctx0" brushRef="#br2" timeOffset="47791.34">8665 8443 301 0,'0'0'95'16,"0"0"-69"-16,0 0 67 16,0 0 15-16,-127-40-74 15,94 40-15-15,0 0 10 16,-8 9 9 0,5 10-21-16,3 2 11 15,-1 3 8-15,5 4 1 16,6 3-13-16,6 3-10 15,1 6 6-15,3 7-6 16,5 5-2-16,8 0 0 16,0-2-5-16,0 2-7 0,21-3-1 15,3-6-6-15,8-5-3 16,6-8-2-16,3-5 0 16,5-9-4-1,2-11 16-15,2-5-1 0,-1 0 1 16,0 0 7-16,-8-18-4 15,5-10-3-15,-14-6 0 16,1-3 4-16,-13-6 11 0,-7-3-2 0,-9-6 28 16,-4-4 9-16,0-6-13 15,0 4-7-15,-25 9-27 16,0 6 7-16,1 12-10 16,-4 12 0-16,-5 10-4 15,-5 9-9-15,-3 0-36 16,1 9-50-1,23 6-133-15,5 1-279 16</inkml:trace>
  <inkml:trace contextRef="#ctx0" brushRef="#br2" timeOffset="48354.63">8607 9219 340 0,'0'0'216'16,"0"0"-181"-16,0 0-23 0,0 0 88 15,0 0-32-15,0 0-35 16,-12-9-30-16,12 9-3 16,0 7 0-16,0 11 4 15,0 4 22-15,0-1-9 31,0 1-6-31,0-4-8 0,4-3 4 16,0-2-7-16,0-7-2 16,-4-3-3-16,0 0-15 15,0-3-35-15,5 0-48 16,-5 0-50-16,0 0-60 0</inkml:trace>
  <inkml:trace contextRef="#ctx0" brushRef="#br2" timeOffset="48593.01">8428 9297 245 0,'-21'0'354'15,"21"0"-326"-15,0 0-26 16,0 0 68 0,0 0 23-16,0 0-93 15,17 0-8-15,2 0 8 16,10-7 38-16,0 1-23 15,4 0 5-15,0 0-11 16,7 0-2-16,-2 0-3 16,-5 3 1-16,-4-7-3 15,-6 7-2-15,-6 3-27 0,-9-6-65 16,-8 6-141-16,0 0-122 16</inkml:trace>
  <inkml:trace contextRef="#ctx0" brushRef="#br2" timeOffset="49094.57">8665 9065 445 0,'0'0'111'0,"0"0"-89"0,0 0 0 15,0 0 83-15,0 0-51 0,-135-33-15 16,106 33-29 0,0 9 8-16,0 9 1 15,-3 4 6-15,-1 3 3 16,8 8-3-16,5 2-4 16,3 4-4-16,0 5-4 15,13 2 2-15,4-3-4 0,0 3-8 0,0-3 0 16,21-6-3-16,12-3 0 15,8-3-6-15,0-10-5 16,8-2 6-16,1-10-3 16,-1-6 0-16,0-3 8 15,1 0 0-15,-9-12 10 16,-1-12-4 0,-7-7-2-16,-4 0 5 15,-12-3 1-15,-9-9 16 0,-8-3 11 16,0-4 5-16,-12-8-1 15,-17-1-11-15,-12 7-17 16,-1 6-10-16,2 11-3 16,-1 14-4-16,-9 6-6 15,-3 11-36-15,-5 4-41 0,38 0-80 16,7 0-166-16</inkml:trace>
  <inkml:trace contextRef="#ctx0" brushRef="#br2" timeOffset="50332.07">7269 7919 165 0,'0'0'52'0,"0"0"-44"15,0 0 21 1,0 0 20-16,0 0-26 0,0 0-1 16,0 0 6-16,0 6 15 15,0-6 10-15,0 0 7 16,0 0-4-16,0 0-14 15,0 0-10-15,0 0 1 16,0 0-3-16,0 0 1 0,0 0 2 16,0 0 1-16,0 0-11 15,0 0-11-15,4 0 2 16,4 0-3-16,9 0 6 16,0 0-10-16,3 0 0 0,1 0-4 15,0-6-1-15,-5 0-2 16,4 3 3-16,-4-4-3 15,-3 4 0-15,-5 3-3 16,4-3-17-16,-12 3-32 0,4 0-46 16,-4 0-44-16,0-3-84 15,0 3-138-15</inkml:trace>
  <inkml:trace contextRef="#ctx0" brushRef="#br2" timeOffset="50869.75">7381 7786 115 0,'0'0'230'0,"0"0"-208"0,0 0 11 15,0 0 83-15,0 0-16 16,0 0-58-16,-91-30-29 15,74 30-9-15,2 0 1 16,2 0 1-16,1 0 8 16,-5 0 8-16,5 5-1 15,0 2-5 1,-1 5 0-16,5 0-8 16,-5 0-1-16,9 7 6 0,0 0-3 15,0-1-3-15,4 7 3 16,0-4-7-16,0 1 12 15,4 3-13-15,13-7-2 16,3 4 0-16,-3-7-1 16,12-2 1-16,-4-8-4 0,7 2-5 15,9-7 2-15,0 0 7 16,0 0 0-16,-4-16 0 16,0 4-3-16,-8-3-10 15,-4 2 3-15,-9 1-11 16,-8 0 19-16,-4-1 0 15,-4-5 2-15,0 2 12 0,0-2-3 16,0 0 8 0,0 2 12-16,-4 4-18 15,-12-1-11-15,4 4-5 16,-9 6-43-16,-4 3-51 16,17 0-39-1,-4 0-106-15</inkml:trace>
  <inkml:trace contextRef="#ctx0" brushRef="#br2" timeOffset="51270.41">7360 8171 328 0,'0'0'177'15,"0"0"-138"-15,0 0-26 16,0 0 46-16,0 0-31 16,0 0-17-16,0 0 11 0,50 0-1 15,-27-3 6-15,2 0-18 16,-4-3 0-16,0 3-5 16,-5 0-4-16,-4 0 0 15,-3 0-17-15,-5 3-29 16,-4 0-51-16,0 0-99 15,0-3-11 1</inkml:trace>
  <inkml:trace contextRef="#ctx0" brushRef="#br2" timeOffset="51764.68">7533 8057 391 0,'0'0'78'16,"0"0"-71"-16,0 0-1 16,0 0 71-16,-116-6-37 15,92 9-25-15,3 7-3 16,1-4 13-16,-5 3-5 16,0 4 0-16,4-1 4 0,-2 0-8 15,6 0-3-15,1 0-7 31,7 1 6-31,-3-1-1 0,8 1-2 16,4-1 7-16,0-3-4 16,0 3 3-16,0 1 5 0,4-1-10 15,12 1-8 1,1 2-1-16,4-3 0 0,7 4-2 16,1-4 0-1,8-6 1-15,-4-3 1 0,-1-3-1 16,-3 0 0-16,0 0 3 15,-9 0-5-15,-3-3 2 16,-1-6-4-16,-3-6 4 0,-5-1-8 16,-8-3-5-16,8 1 13 15,-8 0 11-15,0-4-11 16,0 0 0-16,0 1-1 16,0 2-12-16,-16-5-21 15,-1 9-72-15,9 11-23 16,0 4-119-16</inkml:trace>
  <inkml:trace contextRef="#ctx0" brushRef="#br2" timeOffset="52355.43">7348 8545 557 0,'0'0'68'0,"0"0"-58"15,0 0 50-15,0 0-11 16,0 0-17-16,0 0-13 0,0 0-1 16,29-13 7-16,-13 7 3 15,8-3-7-15,5 3-3 16,0-4-11-16,-4 1-5 15,-5 6 2 1,-3 0-4-16,-5 0 0 16,-4 3-3-16,-8 0-21 15,0 0-42-15,0-3-29 0,0-1-33 16,0 2-84-16,0 2-114 16</inkml:trace>
  <inkml:trace contextRef="#ctx0" brushRef="#br2" timeOffset="52851.94">7553 8393 367 0,'0'0'74'0,"0"0"-35"16,0 0 63-1,0 0-35-15,0 0-36 16,0 0-11-1,-116-21-17-15,89 21-2 0,2 12 4 16,-4 0 19-16,4-2 13 16,4 2-13-16,-3 3 6 15,11-2-6-15,-2 5-10 16,2 1-1-16,5-1-11 0,4 4 1 16,4-3 1-16,0 2 0 15,0-2-4-15,0-4 2 16,4 3-2-16,17-5 0 15,2 2 0-15,2-5-6 16,8-2-1-16,-4-1-8 16,4-7-8-16,-1 0 17 0,-3 0-1 15,-4 0 7-15,4-7-5 16,-8-8 4-16,-1-3 0 16,-8-1-1-16,-4-2 2 0,-8-4 19 15,4 0-6 1,-4-6 23-16,0 7-9 0,0-1-2 15,-4 3-14 1,-13 4-1-16,2 0-10 16,-2 8-2-16,-3 10-1 15,-1 0-38-15,-4 0-44 16,13 0-70-16,4 6-193 16</inkml:trace>
  <inkml:trace contextRef="#ctx0" brushRef="#br2" timeOffset="53542.89">7425 8871 510 0,'0'0'135'0,"0"0"-124"16,0 0 9-16,0 0 40 0,0 0-36 15,0 0-14-15,0 0 2 16,37-3 16-16,-16-3-7 16,0 3 2-16,3 0-11 15,-7 0-4-15,-2 0-4 16,-2 3-2-16,-1-3-1 16,-3 3 1-1,-5 0-1-15,0 0-1 16,-4 0-3-16,0 0-17 15,0 0-11-15,0-4-20 0,0 1-59 16,0 3-89-16,0 0-79 16</inkml:trace>
  <inkml:trace contextRef="#ctx0" brushRef="#br2" timeOffset="54081.25">7602 8748 291 0,'0'0'124'16,"0"0"-64"-16,0 0 33 16,0 0-27-16,0 0-34 15,0 0 8-15,-136-25-10 16,107 25 4-16,2 9-16 0,-6 7-3 15,4-4 9 1,4 4 8-16,-4-4-15 0,12 3 1 16,2 4-8-16,7-1 0 15,-1 1-7-15,9 3-3 16,0-4 0 0,0 4 0-16,0-1 0 0,4 4-5 15,16-7-3-15,5 1 7 16,4-4 0-16,0-6-11 0,4 1 6 15,-1-7 3-15,-3-3 0 0,4 0 1 16,-4 0 4-16,-9 0 1 31,1-13-3-31,-5 1 0 0,-8-7 0 16,0-2 6-16,-4-4 7 16,-4 0 18-16,0-5-3 15,0 2 9-15,0 0-2 0,0 1-27 16,-12 8 2-16,8 4-3 15,-5 6-7-15,-2 9-5 16,3 0-28-16,-13 0-64 16,5 2-1-16,3 8-97 15,1-4-193-15</inkml:trace>
  <inkml:trace contextRef="#ctx0" brushRef="#br2" timeOffset="54662.45">7405 9179 581 0,'0'0'44'15,"0"0"-40"-15,0 0 18 16,0 0 47-16,0 0-57 15,0 0-12-15,0 0 1 16,-4 3 9-16,16-3 10 16,4 0 6-16,1 0-2 15,3 0-8-15,1 0-5 16,0 0-4 0,-5 0 0-16,1 0-6 15,-5 0-1-15,0 0 0 16,-4 0-16-16,-4 0-28 15,-4 0-52-15,0 0-26 16,0-3-67-16,0 3-104 0</inkml:trace>
  <inkml:trace contextRef="#ctx0" brushRef="#br2" timeOffset="55147.03">7516 9078 551 0,'0'0'33'16,"0"0"-32"-16,0 0 34 0,0 0 37 15,0 0-53-15,0 0-9 16,-131-15-2-16,110 20 6 16,0 8-4-16,1-1 16 15,-1 3 3-15,5 1-9 16,-1 3 3-1,10-1-4-15,3 3-9 16,0 1-4-16,4 0-1 16,0-1-1-16,4 1-4 15,15-3-7-15,6-7-1 16,4 0 0-16,4-12-30 16,0 0 20-16,-1 0-2 0,5 0 15 15,1-12 5-15,-1-7 3 16,3-2-1-16,-3-1-1 15,-4-6 1-15,-8 4-1 16,-8-1 3-16,-9 3-3 0,-5-2 7 16,-3 2 21-16,0 1-10 15,-7 2 19-15,-14 4-14 16,-4 2-11 0,5 10-2-1,-9 3-11-15,0 0-34 0,-3 0-64 16,24 10-33-16,-5-1-174 15</inkml:trace>
  <inkml:trace contextRef="#ctx0" brushRef="#br2" timeOffset="57476.57">7437 9491 311 0,'0'0'94'0,"0"0"-76"15,0 0 16-15,0 0 93 16,0 0-88-16,0 0-27 16,0 0 6-16,100 0-1 31,-92 0-9-31,4 0-2 0,-9 0 0 15,2 0-1-15,-5 0-4 16,0 0 0-16,0 0 0 16,4 0-1-16,-4 0 0 15,0 0-13-15,0 0-38 16,4 0-77-16,-4 0-44 16,0 0-27-16</inkml:trace>
  <inkml:trace contextRef="#ctx0" brushRef="#br2" timeOffset="58062.39">7618 9386 378 0,'0'0'74'0,"0"0"-31"15,0 0 81-15,0 0-71 32,0 0-7-32,0 0-29 15,0 0-1-15,-16-28 0 16,3 25-6-16,-11 3 14 0,4 0 2 16,-9 0-22-16,0 0 16 15,0 0 4-15,-4 0 0 16,5 0 1-16,-1 3-12 15,4 7-2-15,5-2-3 16,-1 2-4-16,9-1 2 0,-1 7 1 16,9-4 0-16,-3 7-4 15,-1 2-2-15,8 1 3 16,0 6 2-16,0-4-4 16,0-3 3-16,0 4-8 0,8-6 3 15,7-7-4-15,2 0-9 16,8-2-1-16,0-7-7 15,12-3 13 1,-1 0 7-16,9 0 1 16,1-6 0-1,-5-10 0-15,-5-5-4 0,-2 2 3 16,-6 0 0-16,-7-2 2 16,-8-1-1-16,-1-2 3 0,-12 2 6 15,0-3 10-15,0 4 14 16,0 2-11-16,-4 1-11 15,-13 3-10-15,1 5-1 0,-5 7-57 16,13 3-43 0,-5 0-148-16</inkml:trace>
  <inkml:trace contextRef="#ctx0" brushRef="#br2" timeOffset="60492.54">7015 7796 231 0,'0'0'10'0,"0"0"-1"0,0 0-6 16,0 0 23-16,0 0-12 15,0 0-3-15,0 0 1 16,0-4 0 0,0 4 25-16,0 0 20 0,0 0-7 15,0 0-1-15,0 0-1 16,0 0-15-16,0 0-17 0,0 0-4 15,0 0-3 1,0 0 3-16,0 0 8 0,0 0 8 16,0 0-2-1,0 0 4-15,0 0-8 16,0 0-3-16,0 0-5 0,0 0-2 0,0 0 7 16,0 0-5-16,0 0-3 15,0 0-5-15,0 0-1 16,0 0 0-16,0 0 1 15,0 0-1-15,0 0-5 16,0 0 4-16,0 0-2 16,0 0 3-1,0 0-2-15,0 0 4 16,0 0 0-16,0 0-4 16,0 0-1-16,0 7 6 15,0 2 0-15,0 3 3 16,0 7-6-16,0-4 5 15,0 3 2-15,4 4-2 0,0 3 3 16,0-4-1-16,0 7-4 16,0 0 4-16,1 0-6 0,-1 5-3 15,0-2 3 1,-4 6-3-16,8-3 2 0,-4 3 1 16,0 0-5-16,1 0 2 15,-1-3-1-15,0 6-1 31,-4 0 2-31,0 3 0 0,4 4-2 16,0-4-1-16,-4 6 0 16,0-2 0-16,0-4 1 15,4 2-1-15,0-4 1 16,0-1-1-16,1 0 2 0,-1 0-1 16,4 6 0-16,-4-3-1 15,-1 0 1-15,1 1 1 16,0-4-2-16,1-3 1 0,-1-1-1 15,0-1 3-15,0-2-2 16,0 1 0-16,-4-3 2 16,4 0-2-16,-4 0 5 15,0-3-3-15,0-1 3 16,0 1-1 0,0-3-1-16,0-4 0 15,0 1 2-15,0-1-1 16,0-2 2-16,0 2 1 15,0-2-1-15,0 3-4 16,4-4-1-16,-4-2 1 16,0-4 4-16,0 0-1 15,0 0 0-15,0-5-3 0,0-1 3 16,0 0-4-16,0 0 1 16,5-3 1-16,-5 4-3 15,0-4 0-15,0 0 1 16,0 3 0-16,0-3-2 0,0 0 4 15,0-3-4-15,0 0 1 16,0 3 0-16,4-3 1 0,-4 0-2 31,0 0-1-31,4 0-5 16,-4 0-22-16,4-13-36 16,0-14-34-16,-4 11-133 0,0-2-216 15</inkml:trace>
  <inkml:trace contextRef="#ctx0" brushRef="#br2" timeOffset="62378.82">8830 7706 129 0,'0'0'23'0,"0"0"-23"0,0 0 0 16,0 0 32-16,0 0 11 16,0 0-3-16,0 0 18 15,0 3 6-15,0-3 11 16,0 0-6-16,0 0-10 15,0 0-20-15,0 0-13 0,0 0-2 16,0 0 0-16,0 0 1 16,0 0 4-16,0 0 6 15,0 0 0-15,0 0-5 16,0 3-5-16,0 0-6 0,0 3-11 16,0 1 2-1,0 5 9-15,0-3 10 0,0 6 1 0,0 4-9 16,0 0-8-1,4 6 2-15,0-1-5 16,0 4 7-16,0-1-5 0,0 1 4 31,5 0-9-31,-5 3 0 16,-1-3 0-16,1-4 0 16,0 4-3-16,0-4 0 15,0 7-2-15,1-3 1 0,-1 0 5 16,0 3-5-16,-4 0 4 15,4 2-4-15,0-2 4 16,0 0-3-16,-4 0-1 16,4 0 2-16,-4-3-1 15,4 5 1-15,-4 1 0 0,5-3-2 16,-1 3 1-16,0-7 3 16,0 4-4-16,0-6 1 15,-4 0 0-15,4 0 1 16,-4-1-3-16,4 4-2 15,-4 0 2-15,5-4-1 16,-5 1 0-16,0 0 1 16,4-1-2-16,-4 1 0 15,0 2 3-15,0 1-3 16,0-3 3 0,0 3-3-16,0 3 0 0,0-10 1 0,0 4-1 15,0-1 0-15,0 1 2 16,0-3-2-16,0 2 0 15,0 1 2-15,0-3-2 16,0 2 0-16,0-2 0 16,0 6 1-16,0-7-1 15,4 4 1-15,-4 3-1 16,4-3 1-16,-4-1 0 16,0-3-1-16,4 4 4 15,-4-3-3 1,4 2 2-16,0-2 0 15,-4-6-2-15,5-1 0 16,-5 0 0-16,0-5-1 16,4-4 2-16,-4 0-2 15,4-6 1-15,-4 3-1 16,4 0 0-16,-4-3 0 16,0 0 2-16,0 0-1 0,0 0-1 0,0 0 0 15,0 0 1-15,0 0-1 16,0 0 0-16,0 0 4 15,0 0-3-15,0 0-1 16,0 0 0-16,0 0-8 16,0 0 1-16,0 0-4 15,0 0-4-15,0 0-7 0,0 0-7 16,0 0-4-16,0 0-8 16,0 0-20-16,0-9-72 15,-4 0-81-15,-4 2-266 16</inkml:trace>
  <inkml:trace contextRef="#ctx0" brushRef="#br2" timeOffset="65526.47">7229 9935 232 0,'0'0'12'0,"0"0"-10"16,0 0 34 0,0 0 21-16,0 0-29 15,0 0-13-15,0 0 7 0,0-3 5 16,0 3 21-16,0-3 0 16,0 3-6-16,0 0-12 15,0 0-5-15,0 0-5 0,0 0-5 16,0 0-7-16,0 0-2 15,0 0 5-15,0 0 4 16,0 0 3-16,0 0-2 16,0 0-2-16,0 0 5 15,0 0-3-15,0 0-3 0,0 0 2 16,0 0-2-16,0 0 2 31,0 0-10-31,0 0 4 16,0 12 9-16,4 3 4 15,4-2-8-15,0 5-1 0,-3 1 1 16,3 2-7-16,-4 1 0 16,7-1-2-16,-2 1-2 15,3-4-2-15,0 4 4 16,1 0-4-16,-1-4 1 0,5 4-2 16,-5-7 0-16,5-3 0 15,-5 0 2-15,5-2-1 16,-6-4 1-16,1-3-2 15,-3 1 0-15,-1-4 4 16,0 0-3-16,0 0 2 16,1 0 3-16,-1 0-3 0,-4 0 6 15,9 0 0-15,-1 0 2 16,4-10 0-16,-3-3 0 16,-1 5-1-16,4-5 0 15,4 1-7-15,-3-1 1 0,0-2 2 16,-1 3-4-16,-4-1 3 31,5 7-5-31,-5-3 2 0,1-4 4 16,-5 4-4-1,8-3 4-15,-4-3-3 0,0 2 1 16,5 1-2-16,-5 6-2 16,-3 0 0-16,3-1 1 15,-4 4 0-15,1 0-1 16,3 3 1-16,-4 0-1 0,9 0 3 15,-10 0-2-15,1 0 1 16,5 0 0-16,-5 0-1 16,4 0 2-16,1 6-2 15,7 10 2-15,1 3-1 0,-4 5 1 16,7 1 1-16,-8-1-4 31,0 1 3-31,1 0-3 16,-5-1 0-16,1-2 0 15,-1-4 0-15,-4 1 0 16,-3 0 0-16,-1-7 0 16,0-3 0-16,-4 3 2 0,4-5-1 15,-4-2 3-15,0-1-3 16,0-4 0-16,0 0 0 16,0 0 3-16,0 0-4 15,0 0 1-15,4 0 2 0,-4 0-1 16,0 0 8-16,0 0-7 15,0 0 6-15,0 0 7 16,4-9-3-16,0-4 3 16,-4-9-14-16,5 1-1 0,-1-10 2 15,-4 0-2-15,4 0 3 16,4-2-4-16,-1-5 0 16,2 2 0-16,-1 2 0 15,4 3-1-15,1 6 1 16,-1 7 0-16,5-1-2 15,-5 10 0 1,0-1 1-16,1 5 0 16,3-2 0-16,-7 4 1 15,-1 0-1-15,-1 0 1 16,1 3-4-16,5 0 3 0,3 0 0 16,1 0 0-1,-1 0 2-15,1 0-1 0,4 13 0 16,-1-1-1-16,0 0 1 15,1 0 3-15,3 4-1 16,1-1-2-16,0 1 0 0,0-1 0 16,-5 1-1-16,0-4 2 15,-3 3-1-15,-5-2 0 16,0-1 1-16,5 0-2 16,-5-5 2-1,1 2-1-15,-5 0 0 16,0-6 0-16,5 0 0 15,-5 0 1-15,-4-3-1 16,7 0 2-16,-2 0-2 16,-1 0 4-16,9 0-3 15,-5-6-1-15,0-10 4 16,5 1-2-16,-5-6 0 0,1-1 0 0,-5-8 0 16,0-1 1-1,5-9 6-15,-2-1-7 16,-3 4 3-16,5 6-3 15,-1 4-2-15,-8 8 3 16,0 1 3-16,-4 9 8 0,0-1 22 16,0 7-6-16,0 3-8 0,0 0-5 15,0 0-15 1,0 0-2-16,0 0-8 0,0 0-29 31,0 0-14-31,-8 16-30 16,-8 5-74-16,3-15-159 15,2 7-248-15</inkml:trace>
  <inkml:trace contextRef="#ctx0" brushRef="#br3" timeOffset="73015.13">6892 4750 308 0,'0'0'72'16,"0"0"-67"-16,0 0 4 0,0 0 21 16,0 0-6-1,0 0 31-15,0 0 19 0,0-12-9 16,0 9-14-16,0 3 1 0,0-4 4 16,0 4 1-1,0 0-6-15,0 0-6 0,0 0-10 16,0 0-3-16,0 0-7 15,0 0-5-15,0 0-1 16,0 0-2-16,0 0-3 16,0 0-4-1,0 0-9-15,0 0-2 16,0 7-2-16,0 14-4 16,8 16 7-16,4 6 1 15,5 10-1-15,4-1 4 16,-1 0-2-16,0 4 0 15,-3-7-1-15,3 7-1 16,-3-7 1-16,-1-6-1 0,-3-3 0 16,-5-2 4-16,0-14-4 15,-4-2 0-15,-4-7 5 16,0-9 2-16,0-6 0 16,0 3-1-16,0-3 3 0,0 0 12 15,0 0 3-15,0 0 2 16,0-27 3-16,4-16-4 0,1-7-10 15,7-6-8-15,-5-8-2 16,6-4-1-16,-1-3-4 16,0-3 1-16,5 6 0 15,-5 1 2-15,-3 11-3 16,-5 7 0-16,4 5 2 16,-4 17-1-1,4 5 0-15,-3 7 3 16,-5 8-2-16,0 4-1 15,0 3-1-15,0 0 0 16,0 0-2-16,0 0 0 16,0 0-6-16,0 0-6 15,0 0-6-15,4 7-8 0,-4 11-2 16,0 1 3-16,4-1-22 16,-4 7-30-16,0 2-47 15,0 8-35-15,0-23-71 16,0 0-22-16</inkml:trace>
  <inkml:trace contextRef="#ctx0" brushRef="#br3" timeOffset="73446.48">7306 5110 436 0,'0'0'285'15,"0"0"-229"-15,0 0-46 0,0 0 64 16,0 0 19-16,0 0-12 16,4 0-32-16,-4 0-18 15,5 0-22-15,-5 13-9 16,8 14 2-16,0 4-2 0,-4 6 11 15,9 1-2-15,-9 2-4 16,0-1 1-16,0-1 1 16,0-5-4-16,0-8 6 0,-4-6-2 15,0-10-3-15,0-3-3 16,0-3-1-16,0 0 0 31,0-3 0-31,0 0-1 16,0 0-3-16,0 0-25 0,0-6-17 15,0-22-39-15,0-9-108 16,0-3 28-16,-8-6-59 16,4 21 28-16,0 10-49 15</inkml:trace>
  <inkml:trace contextRef="#ctx0" brushRef="#br3" timeOffset="73770.09">7306 5110 244 0,'-20'-86'122'0,"15"77"-11"15,5 6-2-15,0 0-13 16,-4 3 0-16,4 0-10 15,0 0-24-15,0 0-24 16,0 0-6-16,0 0-10 16,0 0-22-1,4 3-4-15,21 16 4 16,4 5 15-16,8 4-13 0,-4-1-1 16,4 4 1-16,0-3-1 15,-4 6 1-15,-4-6-1 16,-10 0 1-16,-2-7 3 15,-9-2-5-15,-4-4 1 16,-4 0 4-16,0 4 12 0,-12 8 21 16,-16 1 2-1,-9-3-5-15,-9 0-3 16,1-4-13 0,5-2-4-16,2-4-8 0,5-2-4 15,4-1-3-15,10-3-7 0,6-3-28 16,9 0-35-16,4-6-113 0,0 0-186 31</inkml:trace>
  <inkml:trace contextRef="#ctx0" brushRef="#br3" timeOffset="75436.1">7475 10844 377 0,'0'0'308'16,"0"0"-272"-16,0 0-35 15,0 0 38-15,0 0 29 16,0 0-21-16,0 0-18 16,0-27-9-1,0 23 13-15,0 4 21 16,0 0-4-16,0 0-7 16,0 0-28-16,-9 0 7 15,-3 0-5-15,-9 0-17 16,-2 0-5-16,-6 9 1 15,-4 7 0-15,0 8 4 16,-1-2-2-16,2 12 2 0,8 0 0 16,-1 3-1-16,12 3 1 15,5-3-2-15,8-3 0 16,0 0 1-16,8-13-3 16,21-2-2-16,4-4 5 0,8-8-4 15,12-7-2-15,1 0 6 31,3 0-6-31,1-22 7 0,-5-6-6 16,0 0 6 0,-7-3-1-16,-9 4 1 0,-13-4 0 15,-3 3 0-15,-17 1 3 16,-4-1 4-16,0 3 4 16,-13-3 15-16,-16 4-2 15,-7 5-7-15,-1 1 10 0,0 5-27 16,-1 7-12-16,6 3-19 15,8 3-43-15,-5 0-67 16,8 0-8-16,9 0-18 16,12-3-87-16,0 0-86 15</inkml:trace>
  <inkml:trace contextRef="#ctx0" brushRef="#br3" timeOffset="75842.39">7491 10551 347 0,'0'0'188'16,"0"0"-123"-1,0 0 7-15,0 0 41 0,0 0-33 0,0 0-21 16,0-37-19-16,0 37-10 16,0 0-29-16,0 22-1 15,0 18 0-15,0 12 15 16,0 13 26-16,0 12-20 15,0 10-9-15,0-1 2 16,9 6-9-16,-1-2 0 0,0-7-4 16,4-6-1-16,1-9 10 15,-5-7-10-15,8-11 4 16,-8-13 7-16,-4-10-1 16,0-8-2-16,0-10-3 0,-4-6 2 15,0-3 10 1,4 0-14-1,-4 0 0-15,0 3 1 0,0-3-2 16,0 0-2-16,5 0-11 16,-1 0-32-16,0-9-18 15,0-9-80-15,-4 8-82 16,4 4-259-16</inkml:trace>
  <inkml:trace contextRef="#ctx0" brushRef="#br3" timeOffset="76427.56">7762 11337 589 0,'0'0'58'0,"0"0"-51"0,0 0-7 15,0 0 31-15,0 0-23 16,0 0 0-16,-4 16 6 15,4 2 16-15,0 4 5 16,0 6 17-16,0 2 1 0,0-2-22 16,0 0-8-1,0 2 3-15,8-2-7 0,-4 0-6 16,0-9-2-16,1-4-2 16,-1-3-5-16,-4-8-4 15,4-1 2-15,-4-3 2 0,0 0-4 31,4 0-1-31,-4 0-30 16,0-22-50-16,0-3-27 0,0 13-156 16,0 3-67-1</inkml:trace>
  <inkml:trace contextRef="#ctx0" brushRef="#br3" timeOffset="78413.19">7852 11673 250 0,'0'0'127'15,"0"0"-87"-15,0 0-8 16,0 0 68-16,0 0-23 0,0 0-30 15,0 0 0-15,8 0 7 16,-8 0-3-16,0 0 7 16,0 0-6-16,0 0-7 15,0-9-4-15,0-4-29 0,0 1 2 16,0-6 13-16,0 2-13 31,-4 1 0-31,0-3-1 16,1 5-11-16,3 1 1 0,0-3-3 15,0 5 0-15,0 1-1 16,7 0-2-16,1 2 1 16,9 2-1-16,-5 1 0 0,1 1 2 15,3 3-6 1,1 0 3-16,-1 0-3 16,1 0-7-16,-5 0-3 0,4 9-2 15,-8 7-1-15,4 6 18 16,1-4-15-16,-9 4-3 15,-4-4 1-15,0-3-3 0,0 1 9 16,0-1 10 0,-4 0 3-16,-17-2 6 0,-3-4 5 15,-5 4 10-15,5-7 9 16,-1-6-3-16,8 3-8 16,9-3 8-16,0 0-17 15,8 0-10 1,0-9-1-16,0-4-40 15,4 1-38-15,4 2-80 0,5 5-182 16</inkml:trace>
  <inkml:trace contextRef="#ctx0" brushRef="#br3" timeOffset="78800.02">8136 11482 461 0,'0'0'75'0,"0"0"-74"15,0 0 52-15,0 0 30 16,0 0-30-16,0 0-14 15,0-3-19-15,0 16 1 16,-12 2 5-16,8 3 8 0,-5 4-6 16,9-1-7-16,0-2 5 15,0-1-4-15,0 1-18 16,0-4 6-16,5-3-4 16,3-5-6-16,4-4 0 0,0-3-2 15,8 0 2-15,-3 0-2 16,3-13 2-16,-7-8-52 15,-1-1-30-15,-12 10-64 0,0 0-127 16</inkml:trace>
  <inkml:trace contextRef="#ctx0" brushRef="#br3" timeOffset="78940.03">7976 11257 402 0,'0'0'490'0,"0"0"-490"16,0 0-262-16,0 0 143 16,0 0 83-16</inkml:trace>
  <inkml:trace contextRef="#ctx0" brushRef="#br3" timeOffset="79271.39">8295 11267 248 0,'0'0'596'16,"0"0"-549"-1,0 0-47-15,0 0 80 0,0 0-19 16,0 0-42-16,0 0-8 16,-4-7-10-16,4 7 1 0,4 0 0 15,13 0 2-15,-1-3 0 16,5 0-3-16,4 3-1 16,-4-3-1-1,-1 3-17-15,0 0-53 16,-4 0-67-16,-16 0-66 0,0 0-144 15</inkml:trace>
  <inkml:trace contextRef="#ctx0" brushRef="#br3" timeOffset="79488.47">8308 11421 476 0,'-21'12'249'0,"21"-12"-231"16,0 0-17-16,0 0 119 15,0 0-65-15,0 0-43 16,4 0-11-16,13 0 12 0,8-7 7 16,4-5-4-1,-1 3-7-15,6-3-7 0,-2 2-2 16,-4-2-30-16,6 3-80 16,-30 6-116-16,0-1-100 0</inkml:trace>
  <inkml:trace contextRef="#ctx0" brushRef="#br3" timeOffset="79956.52">8855 11060 484 0,'0'0'176'0,"0"0"-163"0,0 0 29 16,0 0 74-16,0 0-62 15,0 0-33 1,-17 22-17-16,-4 2 2 16,-4 10-5-16,9 3 4 15,4 6 4-15,3-3 5 16,9 3-14-16,0-6 0 15,9-6 0-15,15-3-1 16,1-13-9-16,4-6 1 0,-1-6 7 16,5-3 2-16,4 0 7 15,-4-24 1-15,0-4 13 16,-1-6 8-16,-3 1 1 16,-8-7-7-16,-13 2 6 15,-8 1-12-15,0 0 7 16,0 3 0-16,-20 3-1 0,-9 7-2 15,-4 2-16-15,-3 10 10 16,-6 6 4-16,5 6-19 16,-3 0-52-16,7 0-52 15,24 0-64-15,5 0-191 16</inkml:trace>
  <inkml:trace contextRef="#ctx0" brushRef="#br3" timeOffset="80300.2">8788 10739 747 0,'0'0'47'0,"0"0"-45"0,0 0 75 16,0 0 41-16,0 0-59 15,0 0-59-15,-8-15-2 16,8 46-25-16,4 12 27 15,9 16 19-15,-5 8-1 16,0 13-11-16,0 3 3 16,1 7-2-16,3 0-2 0,-4 5 1 15,5-6-3-15,-2-3 2 16,6-11-3-16,-9-5 1 16,0-5-4-16,-4-12 0 15,0-7-1-15,-4-15-45 16,0-13 46-16,0-2 9 0,0-13-9 31,0-1-52-31,0-2-128 0,0 0-223 16</inkml:trace>
  <inkml:trace contextRef="#ctx0" brushRef="#br3" timeOffset="80724.14">9113 11584 488 0,'0'0'153'0,"0"0"-147"16,0 0-2-1,0 0 86-15,0 0-19 16,0 0-27-16,0 0 13 15,8 98-1-15,-8-61-28 0,4-3-2 16,5-9-10-16,7-3-7 16,0-10-2-16,8-9-3 15,-3-3 1-15,0 0-1 16,4-15 3-16,-5-13 9 0,-7-9 6 16,-5 0-7-16,-8 3 7 15,0 3 10-15,-33 10 16 16,0 2-22-16,-9 10 12 15,2 6-1-15,3 3-30 16,4 0-6-16,12 0-1 16,0 6-9-1,13 10-28-15,4 2-44 16,4-3-68-16,0-12-92 16,0-3-222-16</inkml:trace>
  <inkml:trace contextRef="#ctx0" brushRef="#br3" timeOffset="81124.53">9417 11198 502 0,'0'0'304'0,"0"0"-243"31,0 0-36-31,0 0 88 16,0 0-69-16,0 0-36 15,32-18-8-15,-7 12 0 16,-5 3 1-16,5 0-1 16,0 0 0-16,0-1-1 15,-5 4-1-15,-4 0 1 0,0 0-17 16,-7 0-50-16,-5 0-51 16,-4 0-33-16,0 0-89 15,0 0-146-15</inkml:trace>
  <inkml:trace contextRef="#ctx0" brushRef="#br3" timeOffset="81340.55">9425 11340 698 0,'0'0'163'0,"0"0"-163"0,0 0 0 16,0 0 33-16,0 0-4 15,0 0-13-15,0 0 4 16,127-18 4-16,-87 12-21 0,2-3-3 16,-5 2 0-1,-12 4-14-15,-4 3-129 16,-21-3-114-16,0 3-170 16</inkml:trace>
  <inkml:trace contextRef="#ctx0" brushRef="#br3" timeOffset="82785.02">9921 10825 548 0,'0'0'0'0,"0"0"14"16,0 0-14-16,0 0 58 15,0 0-30-15,0 0-21 16,0 0 15-16,-4 47 27 16,4-7 9-16,0 9-13 15,0 7-5-15,0 2-18 16,0 1-13 0,0-1 0-16,8-11-4 15,-4-10 0-15,1-6-4 16,-1-16-1-16,-4-6 7 15,4-9 4-15,0 0 14 0,0 0-2 16,4-6 16-16,1-19-8 16,7-8 36-16,-8-11-47 15,9 4-7-15,-5-3-12 0,4 3 0 16,-4 0-1-16,-3 3 0 16,-1 3 0-16,0 3-5 15,0 9-23-15,-4 7 11 16,-4 6-24-16,5 6-89 15,-5 3-42 1,0 0-22-16,0 0-87 0</inkml:trace>
  <inkml:trace contextRef="#ctx0" brushRef="#br3" timeOffset="83004.52">10065 11054 111 0,'0'0'227'16,"0"0"-175"-16,0 0-41 0,0 111 102 15,4-87-12-15,8-2-47 16,1 3-12-1,3-7 10 1,1-3 2-16,3-2-11 0,-3-4-4 16,-1 0-3-16,0-6-21 15,-8 1 2-15,1-4-9 16,-5 0 0-16,0 0-8 16,4 0 0-16,0 0-60 15,-8 0-112-15,0-10-152 0</inkml:trace>
  <inkml:trace contextRef="#ctx0" brushRef="#br3" timeOffset="83334.23">10393 10807 247 0,'0'0'399'16,"0"0"-377"-16,0 0-21 0,0 0 76 16,0 0 23-16,0 0-44 15,21-6-24-15,-13 40-11 0,1 9 25 16,3 6-12-16,-4 7-9 16,5-1-13-1,-6 1-5-15,5-10-2 0,1-3-5 16,-9-12 1-16,4-9-1 15,-8-7-6-15,0-12-3 16,4 0-2 0,-4-3-30-16,0 0-25 15,0 0-66-15,0-15-64 16,-4 2-281-16</inkml:trace>
  <inkml:trace contextRef="#ctx0" brushRef="#br3" timeOffset="83572.48">10221 10822 681 0,'0'0'140'0,"0"0"-131"15,0 0 19-15,0 0 23 16,0 0-40-16,0 0-4 16,4-24 5-16,29 20 16 15,13-4 7 1,6-2-8-16,19-2-10 15,2-1-10-15,5 4 0 0,-4 0-7 16,-8 0 2-16,-17 9-2 16,-16 0-13-16,-33 0-144 15,0 0-188-15</inkml:trace>
  <inkml:trace contextRef="#ctx0" brushRef="#br3" timeOffset="84045.05">9811 11797 750 0,'0'0'174'16,"0"0"-174"-16,0 0 0 16,0 0 121-16,0 0-54 15,0 0-44-15,0 0-20 16,110-87 9-16,-27 72 11 15,11-7 1-15,21 0 4 0,8 4-9 32,5 3-3-32,-1 2 4 0,-4 7-5 0,-17 0-6 15,-16 6-4-15,-24 0-4 16,-20 0-2 0,-22 0-4-16,-16 0-11 15,-8 0-4-15,0 0-25 0,-20 0-20 16,-21 12-4-16,-9 7-85 15,17-13-90-15,5 3-135 16</inkml:trace>
  <inkml:trace contextRef="#ctx0" brushRef="#br3" timeOffset="84734.73">10508 11939 278 0,'0'0'94'0,"0"0"-4"16,0 0 66-16,0 0-38 15,0 0-23-15,0 0 1 0,17-71-20 16,-17 55-22-16,-4 4-21 15,-17 5-11-15,-4 2 1 16,-3 5-16 0,-13 0-7-16,4 5-1 0,-13 20 0 0,1 6 2 15,0 0-1-15,8 0 11 16,17 5 4-16,7-8 3 16,17 0-10-16,0-6-5 15,0-7-3-15,17-6-4 16,11-9 0-16,9 0-3 15,8 0 3 1,1-24 1-16,-2-4-2 16,2-6-4-16,-9 6 4 15,-9-6-3-15,1 9 2 16,-17 7-1-16,-8 3 7 16,5 9 2-16,-9 6 2 0,0 0 19 15,0 0 12-15,0 3-2 16,0 25-16-16,0 15-17 15,0 12 1-15,0 7 6 16,-5 11-6-16,5-2-1 0,0 4 0 16,0-1 0-16,0-13 0 15,0-8 0-15,0-16 0 16,0-22-5-16,0-3 5 16,0-8 12-16,0-4-12 0,0 0 1 31,0-7 9-31,5-26 2 0,11-14 6 0,9-15-10 15,0-5-5-15,7-10 0 16,5 3-1-16,0 0 2 16,5 12-7-16,-10 13 3 0,-8 9-4 31,-7 12-22-31,-9 13-17 0,-8 2-59 16,0 13-162-16,0 0-448 15</inkml:trace>
  <inkml:trace contextRef="#ctx0" brushRef="#br3" timeOffset="85850.88">11120 11797 703 0,'0'0'249'0,"0"0"-234"0,0 0-15 16,0 0 68-16,41-130-21 15,-16 84-19-15,-1 3-5 16,-3-7-6-16,-5-2 5 0,1-7-11 15,-13-3-3-15,0 7 4 16,0 0-8-16,-4 8-4 16,0 17 0-16,0 5-1 15,-8 12-8-15,-5 11-13 0,1 2 13 32,0 0 7-32,-5 6-8 15,1 28-3-15,-4 6 13 16,3 9-3-16,9 10 2 15,4 3 0-15,4 2 0 16,0-5 1-16,8-4 0 0,13-8-2 16,3-11-1-16,1-5 1 15,-1-9 1-15,1-16-4 16,0-6-9-16,0 0 4 16,3 0-9-16,-4-25-15 15,-3-2-34-15,4-7-21 16,-9 0-12-16,-7-7 15 0,-5 5 20 15,-4 8 61-15,0 0 5 16,0 13 14-16,0 6 45 16,0 9 17-16,0 0 29 0,0 0-22 15,0 12-32-15,0 16-37 16,4 5 2-16,4 8 19 16,-4-1-7-1,1-3-17-15,-1-10 0 16,-4-5-5-16,7-13-4 15,-7-6 10-15,4-3 2 16,0 0-3-16,9-9-3 16,3-19 4-16,5-9 8 15,8 0-17-15,-4 0-1 16,3 0-4-16,-8 13-3 0,1 5-8 0,-5 10 12 16,-3 9-1-1,-1 0 1-15,-4 6 2 16,1 25 9-16,3 3 13 15,-4 9 0 1,5-3-9-16,-5-3-2 0,3-9-12 0,-2-10 0 16,3 1-4-1,-8-13-23-15,4-6-11 16,-3 0-55-16,-5 0-89 16,0-3-212-16</inkml:trace>
  <inkml:trace contextRef="#ctx0" brushRef="#br3" timeOffset="88215.57">12236 10665 494 0,'0'0'198'16,"0"0"-188"-16,0 0-9 15,0 0 43-15,0 0 18 16,0 0-12-16,0 0-13 15,0 0-3-15,0-21-9 16,0 21 9 0,0 0 1-16,0 0-16 15,0 6-6-15,-4 15-8 16,-16 7 10-16,-13 19 2 16,0 1-9-16,0 11-1 15,0 12 8-15,5 9 4 16,-1 16-6-16,13 9-1 15,8 9-6-15,3 6 3 0,5 3-9 0,0 4-1 16,25-7 1 0,8-9 0-16,12-13-18 0,0-11 18 15,1-10 2-15,6-9 0 16,-6-13-2-16,4-6 0 16,-10-9 5-16,-3-12 0 15,-12-9 0 1,-9-7 2-16,-7-12-7 15,-5 0 0-15,0 0-2 16,0 0-1-16,-4-6-15 16,0-12-27-16,0-4-47 15,0-3-55-15,0 16-106 16,-4-3-181-16</inkml:trace>
  <inkml:trace contextRef="#ctx0" brushRef="#br3" timeOffset="89034.37">12355 10936 288 0,'0'0'89'16,"0"0"-42"-16,0 0 33 15,0 0-19-15,0 0-41 16,0 0-9-16,-11 10 22 0,7 8 0 16,4 10-12-16,0 9 10 15,0 6 38-15,0 6-18 16,0 1-18-16,0-1-13 16,8-6-3-16,-1-6-11 0,1-9 5 31,1-13-11-31,-5-5 1 15,-4-10 8-15,4 0-3 16,-4 0 7-16,0-10 22 16,4-17-5-16,-4-13-12 15,0 0 9-15,0-4-11 16,0-5 6-16,0 3-8 16,0 0-2-16,0-1-9 0,0 7 8 0,0 12-11 15,4 13 0-15,0 6-1 16,1 6 1-1,-1 3-3-15,4 0-12 16,13 12-9-16,3 16 16 0,5 15 4 16,8 7 4-16,0 2 3 15,0-3 4 1,4 0-7-16,-9-15-6 16,-7-9 4-16,-8-9-4 15,-9-11 6-15,-4-5 0 16,-4 0 0-16,0 0 8 15,0-27 13-15,0-13 17 16,-4-7-15-16,-13-5-2 16,9 0 12-16,0-4-6 0,-5 1-18 15,9 2 4-15,0 7-10 16,4 15-2 0,0 12-1-16,0 11 0 0,0 8 0 15,0 0-12-15,0 0-39 16,0 27-78-16,0-8-173 15,0-4-135-15</inkml:trace>
  <inkml:trace contextRef="#ctx0" brushRef="#br3" timeOffset="89466.4">12852 11038 828 0,'0'0'79'15,"0"0"-77"-15,0 0 45 16,0 0 34-16,-8 117-62 16,4-71-17-16,-4 4 11 15,4-10-6-15,-5-6 3 16,5-12-4-16,0-7 4 16,0-9-3-16,4-3 7 0,0-3-3 15,0 0-5-15,0-6-5 16,0-19-1-16,0-12-1 15,0-3-6-15,8-3 7 16,-4-6-2-16,9-1 0 16,-5 4 0-16,0 13-3 15,0 14 1 1,-3 10 4-16,-5 6-1 0,0 3 1 16,0 0 0-16,8 6-3 15,0 28 2-15,5 5 1 16,3 5 11-16,9 5-3 15,-1-6-6-15,5 3-1 16,0-6-1-16,-5-2 0 16,-3-8-3-16,-9-8-19 0,-3-3-20 15,-9-7-48-15,0-9-52 16,0-3-89-16,0 0-251 16</inkml:trace>
  <inkml:trace contextRef="#ctx0" brushRef="#br3" timeOffset="89650.71">12811 11337 363 0,'0'0'588'0,"0"0"-580"0,0 0 13 15,0 0-21-15,0 0 47 16,0 0-27 0,156-83-9-16,-98 65-11 15,-1 8 0 1,-3-2 0-16,-5 6-11 0,-41 6-109 15,-3-3-326-15</inkml:trace>
  <inkml:trace contextRef="#ctx0" brushRef="#br3" timeOffset="90292.51">13287 10936 596 0,'0'0'10'16,"0"0"-2"-16,0 0 39 0,0 0 29 16,0 0-48-16,0 0-28 31,-4 25 7-31,4 15 42 16,0 10 10-16,0 2-21 15,0 3-19-15,0 1-16 0,0-10-2 16,4-6 0-16,1-12-1 15,-5-9 0 1,0-7 4-16,0-12-2 16,4 0-4-16,0 0 3 0,0-9-1 0,0-19 17 15,0-6-4-15,0-6 6 16,-4-7-9-16,0 1 11 16,5-12-12-16,-1 3-7 15,-4-4 0-15,4 6-2 16,4 19-1-16,-8 13-1 15,4 8 2-15,-4 11 0 0,4 2 1 32,0 0-1-32,9 5-9 0,2 26-11 0,10 13 18 31,12 5 2-31,1 4 11 16,2-5-10-16,-3-1-1 15,-4-4-7-15,-4-9 5 0,0-6-5 16,-12-10-8-16,-2-11 15 15,-11-7-1-15,0 0 2 16,1 0 1-16,-5-25 9 16,0-9 23-16,0-3-5 0,0-9-9 15,0-4 21-15,-5-2-11 16,-3 3-9-16,0-4-3 16,1 13-2-16,2 12-12 0,1 13 4 31,4 12-8-31,-4 3 0 15,4 0-5-15,0 0-48 0,0 22-88 16,0-7-194-16,0 3-104 16</inkml:trace>
  <inkml:trace contextRef="#ctx0" brushRef="#br3" timeOffset="90536.43">13821 11094 451 0,'0'0'371'16,"0"0"-335"-16,0 0-9 0,0 0 123 16,0 0-100-16,8 132-32 15,-8-91-6-15,0-1-2 0,0-10-2 16,0-5-8-16,0-9 1 16,0-8-1-16,4-4-3 15,-4-4-7-15,0 0-32 16,0-10-78-16,0-8-74 15,0 3-250 1</inkml:trace>
  <inkml:trace contextRef="#ctx0" brushRef="#br3" timeOffset="90752.96">13747 11032 429 0,'0'0'177'15,"0"0"-137"-15,0 0-29 16,0 0 83-16,0 0-24 0,0 0-44 15,0 0 21-15,119 22 3 16,-73 6-26-16,-2 5-17 16,-2 1 0-16,-14 0-6 15,-11 0-2-15,-17 0 0 16,0-3-8-16,-21 3 2 0,-20-7-56 16,-20-2-15-16,32-22-116 0,-4-3-131 15</inkml:trace>
  <inkml:trace contextRef="#ctx0" brushRef="#br3" timeOffset="91271.49">12507 11719 358 0,'0'0'326'0,"0"0"-308"15,0 0-14-15,0 0 97 16,0 0 1-16,0 0-69 0,-20 0-20 15,20 0-11 1,0 0 0-16,0 0 2 16,0 0-4-16,24 0 6 15,5 0 6-15,13-2 12 16,11-11 7-16,12 4-20 16,10-4-6-16,11 1 2 15,12-7-6-15,13 4 6 0,8 0-4 16,13 2 1-16,-5 1 6 15,-8 6-6-15,-17-3 6 16,-19 9-6-16,-18 0-2 0,-16 0-2 16,-16 0-1-1,-16 0 1-15,-13 0 0 0,-4 0-2 16,0 0 2-16,0 0-1 31,0 0-1-31,-17 0-23 16,-3 0-64-16,-1 0-104 0,5 6-187 15</inkml:trace>
  <inkml:trace contextRef="#ctx0" brushRef="#br3" timeOffset="92060.23">12979 12086 302 0,'0'0'91'16,"0"0"-41"-1,0 0 97-15,0 0-2 0,0 0-50 31,0 0-2-31,0 0-17 16,0-68-23-16,0 68-24 0,0 4-27 16,-4 23 0-16,0 4 8 15,-4 12 7-15,4 0-4 16,4 3-3-16,0 1-9 16,0-10 0-16,0-10-1 15,0-8 0-15,0-7 0 16,0-8 2-16,0-4-3 0,0 0 1 15,8-16-3-15,4-18 3 16,9-6 17-16,-4-6-15 0,3-7 1 31,5-2 0-31,-5-1-3 16,5 4 0-16,-1 12-1 16,-7 13 0-16,-5 11-1 15,-3 13 1-15,-9 3 0 0,0 0-6 16,4 27-11-16,8 13 18 15,-4 10 15 1,5 9-9-16,-1-10-4 16,8 3-1-16,1-12 0 0,3-9-1 15,-3-9 0-15,0-13-2 16,3-6 1-16,0-3 1 0,1 0-6 16,4-12-8-16,-4-16 0 15,-5 1-15-15,-3-4-1 16,-5-4 2-16,-3 5 1 15,-5 5 16-15,-1 0-2 16,-3 13 10-16,0 12 3 0,0 0 0 31,0 0 9-31,-3 25 38 16,-10 9-12-16,5 9-15 16,8 0 7-16,0-3-7 0,0-3-1 15,8-9-19-15,8-7 0 16,-8-8 0-16,9-10 0 15,-1-3-1-15,1 0-5 16,3-6-23-16,-7-19-38 0,-13 6-98 16,0 1-210-16</inkml:trace>
  <inkml:trace contextRef="#ctx0" brushRef="#br3" timeOffset="92191.22">13329 11852 859 0,'0'0'147'0,"0"0"-147"16,0 0-177-16,0 0 175 16,0 0 2-16,0 0-285 0</inkml:trace>
  <inkml:trace contextRef="#ctx0" brushRef="#br3" timeOffset="92611.8">13595 11692 467 0,'0'0'314'0,"0"0"-263"15,0 0-50-15,0 0 89 16,0 0-30-16,148-59-41 15,-111 59-3-15,-5 0-16 16,-7 15-3 0,-12 16-4-16,-13 9 4 15,0 7 3-15,-9-1 1 0,-24 6 12 16,-11-2 1-16,-2-13-6 16,9-1 10-16,5-20 6 15,16-4 6-15,12-9 10 16,4-3-8-16,0 0-31 15,16 0-1-15,16-9 0 16,18-9 14-16,8-7 2 0,7 3-11 16,1 1-5-16,-13 2-1 15,-4-2 1-15,-12 6-10 16,-8-4-53-16,-29 13-102 16,0 0-281-16</inkml:trace>
  <inkml:trace contextRef="#ctx0" brushRef="#br3" timeOffset="93293.22">13887 10419 92 0,'0'0'465'15,"0"0"-370"-15,0 0-90 16,0 0 58-16,0 0 27 16,0 0-56-16,0 0-11 15,-33-65 21-15,33 65 0 16,0 0-3-16,0 0 7 15,0 0 0-15,0 0-13 0,0 0-15 16,25 15-11-16,12 16 15 16,11 6 8-16,6 9-3 15,4 16-22-15,11 12-2 16,2 18-1-16,2 19-2 16,1 10 3-16,-4 18-5 15,-4 15 0-15,-14 6 1 0,-6 9-1 16,-9 4 0-16,-16-7 0 15,-21-5-1-15,0-14-3 16,-50-17-7-16,-20-10 11 31,-12-21 30-31,-12-19-16 0,12-18 35 16,16-19-10-16,13-18-16 16,20-16-3-16,12-9-6 15,17 0-12-15,4-9-2 0,0-22-31 16,0-9-41-16,12 3-20 15,-3 18-67-15,-1 4-450 16</inkml:trace>
  <inkml:trace contextRef="#ctx0" brushRef="#br3" timeOffset="95628.83">4347 5980 71 0,'0'0'133'0,"0"0"-125"0,0 0-7 15,0 0 18-15,0 0 39 16,0 0-1 0,0 0 2-16,13-31-7 0,-13 28-2 15,0 0 3-15,3 3 1 31,-3 0 23-31,0 0-22 0,0 0 2 16,0 0 8-16,0 0 6 16,0 0-25-16,0 0-24 15,0 0-11-15,-8 6-1 16,-4 9 12-16,-5 4-9 16,-7 0-2-16,3-1-3 15,-4 4 4-15,-8 2 3 0,-3 7-3 16,-1 0-4-16,-5 2-1 15,5-2-3-15,9-6 1 16,-1-6-1-16,13-7 1 16,8-3 0-16,3-6-1 15,5-3 2-15,0 0-6 0,0 0-3 32,0 0-2-32,0 0-3 15,9 0 8-15,3 0 0 0,0 0 3 16,1 0 7-1,-1 0-5-15,-8 0-3 0,9 0 3 16,-5 3 1-16,8 1-1 16,0-1-1-16,1-1-1 15,-1 2 2-15,1 2-4 0,8 0 0 16,-1 6-1-16,0 10 0 16,5-1-1-16,0 4-3 15,-8 6 4-15,8-6 1 16,-9-4 0-16,-4 1 0 15,0-10 1 1,-7-3-2-16,-5-2 2 0,0-7 1 0,-4 0-2 0,0 0 1 16,0 0 2-16,0 0 0 15,0 0-1-15,0 0-3 16,0-7-26-16,0 4-49 16,-13 0-28-16,5 3-83 15,0 0-194-15</inkml:trace>
  <inkml:trace contextRef="#ctx0" brushRef="#br3" timeOffset="96557.03">3969 5039 326 0,'0'0'107'0,"0"0"-78"16,0 0 32-16,0 0 22 16,0 0 0-16,0 0 13 0,0 0-23 15,-17-12-26-15,17 12-31 16,-4 0-11-16,0 22 4 15,-4 12 27-15,-4 9 14 0,4 3-22 16,4 7-4-16,-4 2 0 16,8 0-8-16,0 1-2 15,0-4-5-15,0-9-1 16,0-8-5-16,0-11-2 0,0-5 0 16,4-4 0-16,0-6-1 31,0-2-11-31,-4-4-33 15,0 3-13-15,0-6-25 0,0 3 7 16,0-3-59-16,-8 0-35 16,-17 0 72-1,-8 0 9-15,-4 0 56 0,-4 0 32 16,13 3 59-16,-1 0 43 16,8-3 11-16,4 0 8 0,9 0-28 15,8 0-17-15,0 0 6 16,0 0-25-16,0 0-24 15,0 0-23-15,0 0-10 16,21 0-1-16,4 0 1 16,12 0 6-16,3 0 11 15,10 0 4 1,-1 0-4-16,-4 0-10 0,-4-3-2 16,-8-3-4-16,-4 0-1 15,-8 3 3-15,-10 3-6 16,-7 0 0-16,0 0-35 15,-4 0-28-15,0-3-63 16,0-1-4-16,0 1-18 16,0-3-132-16</inkml:trace>
  <inkml:trace contextRef="#ctx0" brushRef="#br3" timeOffset="96957.36">3682 4953 472 0,'0'0'141'0,"0"0"-101"16,0 0 17-16,0 0 26 15,0 0 8-15,0 0-9 0,0-6-29 16,0 6-14-16,8 0-14 16,21 0 0-16,16 0 11 0,4 0-7 15,9-9-13-15,-5 0-6 16,0 3-8-16,-7-1-2 15,-9 4 3 1,-5 3-3-16,-7 0-1 0,-9 0-36 16,-8 0-29-16,-8 10-47 15,0-1-121-15,0-3-133 0</inkml:trace>
  <inkml:trace contextRef="#ctx0" brushRef="#br3" timeOffset="97320.48">4302 5296 756 0,'0'0'58'0,"0"0"-57"0,0 0 40 16,0 0 35-16,0 0-23 15,0 0-23-15,0 36-26 16,0 5 2-16,0 2 2 16,8-3-7-16,-8 3 5 15,4-15-3 1,0-3 0-16,4-10 0 15,-8-3-3-15,5-6 2 16,-5 1-2-16,8-7-21 16,-4 0-83-16,0 0-80 0,-4 0-172 15</inkml:trace>
  <inkml:trace contextRef="#ctx0" brushRef="#br3" timeOffset="97621.28">4227 5200 692 0,'0'0'184'16,"0"0"-164"-16,0 0-20 15,0 0 17 1,0 0-16-16,0 0 9 16,128-12 6-16,-67 30 6 15,-3 10-15-15,-5-1 0 16,-16 8 3-16,-12-2 7 15,-8 1-6-15,-13 3-1 0,-4-3-1 16,-4 0 15 0,-34-3-4-16,-7-1 19 0,-8-2-4 15,-5-3-14-15,6-3-9 16,6-7-9-16,5-6-3 0,8-6-5 16,16-3-68-16,17 0-194 15,0 0-463-15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3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7203,'0'0'2513,"0"0"-2513,0 0-880,0 0 624,0 0 256,0 0 1345,0 0-433,0 0-400,6 0-336,-6 0-176,6 0-80,-6 0-1072,0 0-2930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41:00.23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23160 4660 417 0,'0'0'54'16,"0"0"-48"-16,0 0 41 15,0 0 40-15,0 0-22 16,0 0-36-16,-4-24-14 15,4 24 0-15,0 0 9 0,0 0 1 16,0 0 15-16,0-3-5 16,0 3-4-16,0 0 4 15,0 0-9-15,0 0 1 16,0 0-7-16,0 0-14 16,0 0 2-16,0 0-8 0,0 0 1 15,0 0-2-15,0 0-5 31,0 0 6-31,0 9 0 0,0 13 1 16,0 5 6-16,0 10-3 16,0 3-3-16,0 6 7 15,4 4-8-15,4 2 4 16,-8 10 6-16,4 3-8 16,1 15 2-16,-5 6-2 15,4 13 1-15,-4 6 1 16,4-7-4-16,-4 4 0 0,0-4 6 15,0-5-5-15,0-1 2 16,0 1 4-16,0-4-2 16,-8-6 13-16,-1 4-16 0,1-1 10 15,0-6 5-15,-1 1-15 16,5-1 5-16,0 0 1 16,4 3-1-16,0 3 4 0,0 1-10 15,0-7 9-15,-4-3 6 16,4-3-14-16,-4 6 5 31,0 0-1-31,0 0 0 0,0 6 3 16,-4-2-6-16,0-10-1 15,0 0 10 1,4-6-9-16,0-9-1 16,-1 2-1-16,1-6-1 0,-4 7 7 15,4 0-4-15,0 2-2 16,0-8 5-16,4-1-3 0,0-5-3 15,-5-4 3-15,5 6-2 16,0-2 4-16,0-1-5 16,0 4 0-16,0-5 6 15,0 2-4-15,0-4-1 16,0-3 1-16,0 0-2 16,0 1 6-1,-4 2-4-15,4 6-2 16,0 7 8-16,-4-4-6 15,4 1 0-15,-8-7-2 16,4-3 0-16,0 1 1 0,4-4 0 16,0 0-1-16,-5 3 4 15,5 0-3 1,0-3 1-16,-4 1-2 0,4-4 0 0,-4 0 4 16,4 6-4-16,0 1 0 15,0 5 5-15,0 3-5 16,0-5 5-16,0-7-3 15,0-6-2-15,0 3 0 16,0 6 0-16,0-2 0 16,0 8 3-16,0-3 0 0,0 0-2 15,0-2 0-15,0-1-1 16,4 0 1-16,-4 0-1 16,4 3 0-16,1 1 0 15,-1-4 4-15,-4 4-4 16,0-7 1-16,0 6 1 15,0-3 0 1,0 4-2-16,0 5 0 16,0-2 3-16,0-5 0 0,0-1-2 15,0-10-1 1,0 3 3-16,0-3-5 16,0 0 3-16,0 3-1 0,0-3 1 15,0-3 4-15,0 0-5 16,0-6 0-16,0-1 2 0,0-2-2 15,0 0 0-15,0-4 0 16,0-2 3-16,0-1-2 16,0-6 5-16,0-2-6 15,0-4 0-15,0-3 1 16,0-3-1 0,0 0 0-16,0 0 3 15,0 0-1-15,0 0-2 16,0 0 0-16,0 0-18 15,0-3 9-15,0-15-26 16,0-17-17-16,0-11-48 16,0 25-138-16,0-10-388 0</inkml:trace>
  <inkml:trace contextRef="#ctx0" brushRef="#br0" timeOffset="1514.7">23148 4546 600 0,'0'0'112'0,"0"0"-107"0,0 0-5 16,0 0 13-16,0 0 22 15,0 0 3-15,0 0-16 16,4-12-1-16,-4 12-10 0,0-3 9 16,0 3 17-16,0 0 3 15,0 0-6-15,0 0-10 16,0 0-8 0,0 0 3-16,0 0-16 15,0 0 1-15,0 0-4 16,0 0-4-16,-13 15 4 15,-16 16 1-15,-15 9 0 16,-6 7 2-16,-2 2-3 16,2 0 0-16,0-2 3 15,6-4-3-15,7-6 1 0,0-6-1 16,8-7 1-16,8-5 1 16,9-7-2-16,3-6 0 15,6-3-2-15,3-3 2 16,0 0 0-16,0 0 1 0,0 0 1 15,0-6 15-15,0-16-8 16,24-11-6-16,-3-10-3 16,3-7 2-1,10 1-5-15,3-7 3 16,-1 1-4-16,5 2 3 16,1 4-7-16,-9 12 8 15,-5 3 0-15,-4 12 2 16,-11 10-1-16,3 3 0 15,-12 9-1-15,1 0 8 0,-1 0-8 16,0 0 0-16,8 0-2 16,5 0 0-16,7 19 2 15,4 8-2-15,10 10 2 16,-1 6 5-16,7 7-3 16,-2-1-1-16,-5 3 8 15,4 1-5-15,-9-7 1 0,1-6-1 16,-4-6-3-16,-8-9 8 15,-13-10-9-15,0-6 2 16,-3-6 5-16,-5 1-7 16,0-4 3-16,0 0-3 0,0 0-64 15,0 0-142-15</inkml:trace>
  <inkml:trace contextRef="#ctx0" brushRef="#br0" timeOffset="5383.61">17409 11537 98 0,'0'0'140'0,"0"0"-105"15,0 0-32-15,0 0 11 16,0 0 18-16,0 0-5 16,0 0 2-16,-8 0 17 0,8 0 13 15,0 0-9-15,0 0 5 16,0 0-6-16,0 0-13 16,0 0 5-16,0 0-7 15,0 0 2-15,0 0 6 16,0 0-9-16,0 0 1 15,8 0 3 1,9 0-4-16,2 0 4 16,2 0-17-16,8 0-1 0,4-2 8 15,4-1-12-15,0-4 2 16,4 1 7-16,4 0-12 16,4 3 1-16,5 0-5 15,8 3-1-15,3 0 12 16,5 0-15-16,3 0 0 0,6 0 2 15,3 0-5-15,4 0 1 16,0 0 0-16,12 0-2 16,10 0 1-16,-2 0-1 15,1 0 0-15,-1 0-3 16,10 0 7-16,-1 0-5 16,4 0 1-1,4 0 0-15,-9 0 0 16,2 0 1-16,-1 0-1 15,-9 0 3-15,1 0-1 16,-8 0 1-16,-1 0-3 16,0 0 2-16,6 0-2 15,2 0 0-15,-3 0 0 0,-1 0 0 16,1 0-2-16,-5 0 2 16,9 0 0-16,0 0 2 15,0 0-5-15,3 0 3 0,-3 0 0 16,-4 0 3-1,4 0 1-15,-13 0-5 16,1 0 1-16,-9 0 0 16,3 0 1-16,-2 3 0 0,-1 0-1 0,8-3 8 31,-7 0-7-31,3 0 0 0,-3 0 0 0,3 0-1 31,0 0 5-31,9 0-5 0,-1 0 0 16,4 0 3-16,-2 0-1 15,2 0 1-15,-4 0-3 0,5 3 0 16,0 0 4-16,-1 0-3 16,0 0-1-16,-7 0 5 15,8 1-2-15,-1 1-2 16,6-1-1-16,-6-1 1 16,-4 0-3-1,-3-3 2-15,3 0 0 0,1 0 0 16,8 0 3-16,-9 0-4 0,5 0 1 15,-4 3 0-15,3 0-1 16,-4 6 1-16,5-3 0 16,0 4 2-16,-5-4 1 31,13 0-1-31,0-3-2 0,8 3 0 16,-4 0-3-16,-4 1 3 15,-1-4 0-15,2 0-2 16,-6-3 5-16,5 0-3 15,-5 3 0-15,-2 0 0 16,-2 3-2-16,0-6 2 16,2 6 0-16,-2-6 2 15,-4 3 1-15,4-3-2 16,6 4-1-16,3-1 0 0,-1 2-1 0,-3-1 1 16,0-1 0-16,-9 3-3 15,0-6 7-15,2 6-6 16,-6-3 2-16,4 0 0 15,-3 0 0-15,-9 4 0 16,1-1 0-16,-6-3 1 16,-7 0 3-1,4 0-3-15,-4 0-1 16,-4-3 0-16,-1 6 0 16,6-6 0-16,-2 3 0 15,5 1 3-15,4-2-2 16,5 5-1-16,-10-4 0 0,-2 0 0 15,-6 3-3 1,1-3 3-16,4 0 0 0,4-3-1 16,-4 3 5-16,0-3-5 15,-5 3 1-15,-3-3 0 16,0 0 0-16,4 0 0 16,-5 0 0-16,5 3 1 15,4-3 1-15,-4 4-2 16,3-4 0-16,-2 0 0 0,-6 3-1 15,1-3 1-15,4 0 0 0,-1 2 1 16,-2 2 4 0,2-4-6-16,-3 0 1 0,3 0 0 15,-7 3-5-15,3-3 3 32,-3 3 2-32,-1-3-1 0,10 3 4 15,-5 0-4-15,3-3 1 16,-7 0 0-16,-1 3-2 15,-3 0 2-15,-10-3 0 16,6 0 0-16,-8 0 4 16,-2 6-5-16,6-6 1 15,-9 0 0-15,-4 7-1 16,-5-7 1-16,-11 0 0 0,-4 0 1 16,-9 0 1-16,-4 0 3 15,0 0 0-15,-4 0 1 0,0 0 3 16,4 0-8-16,-4 0-1 15,0 0 5-15,0 0-1 16,0 0-3-16,0 0-1 16,0 0 0-1,0 0-2-15,0 0-1 16,0 0 0-16,0 0 2 16,0 0-7-1,0 0 5-15,0 0-6 0,0 0 3 16,0 0 3-16,0 0 0 15,0 0 3-15,-4 0-1 16,-12 0 1-16,-9 0-1 0,-7 0-4 16,-10 0 5-16,-3-7-3 15,-9-2 3-15,-3 0 0 16,-5-3 0-16,1-1 5 16,-5-2-5-16,1 2 0 15,7 1 0-15,0 3 3 16,14 0-3-16,7-1 0 0,12 7 5 15,4 0-4-15,13 3 4 16,8 0-5-16,0 0-1 0,0 0-3 16,0 0 2-1,0 0 2-15,0 0-3 16,0 0 4-16,0 0-2 16,0 0-1-16,4 0 2 15,8 0 2-15,13 0-2 16,8 9 0-16,9 1 8 15,6 2-8-15,6 1 3 16,-1-4-3-16,0 3 0 16,1 0 0-16,-1 0 0 15,-4-2 0-15,-3 2 2 16,-10 1 0-16,-7-4-3 0,-8-3 1 16,-9 0 0-1,1 0-1-15,-9-2 1 16,-4-2 0-16,0-2 1 0,0 0 2 15,0 0-2 1,0 0-1-16,0 3 0 0,0-3-2 16,0 4 2-1,0-1 0-15,-4 6-2 16,-17 0 5-16,-8 4-3 16,-16 5 0-16,-8 4 0 0,-9-7-4 15,1-2 4-15,-5-1 0 16,9-3 4-16,7-3-1 15,9 3-3-15,12-2 0 16,13-4 0-16,12-1-3 0,4-2-5 16,0 0-27-16,0 0-68 15,0 0-175-15,0 0-298 16</inkml:trace>
  <inkml:trace contextRef="#ctx0" brushRef="#br0" timeOffset="7184.7">16777 11522 348 0,'0'0'56'16,"0"0"-50"-16,0 0-6 15,0 0 45-15,0 0-8 31,0 0-17-31,0 0-4 16,-13 0 12-16,13 0 17 0,0 0 2 16,0 0-9-16,0 0 3 15,0 0-12-15,0 0 7 16,0 0 1-16,0 0-2 16,0 0-6-16,0 0-2 15,0 0 0-15,0 0 6 0,0-3-21 16,0 3 2-16,0 0 2 15,0 0-13-15,17 0 5 0,20 0 5 16,8 0 1-16,17 0 19 16,8 0-18-16,16 0-3 15,4 0-2 1,13-3-9 0,-5 0 1-16,-4 3-2 15,-11 0-6-15,-22 0-35 16,-16 0-47-16,-45 0-105 15,0 0-243-15</inkml:trace>
  <inkml:trace contextRef="#ctx0" brushRef="#br1" timeOffset="31575.81">31727 12394 405 0,'0'0'295'31,"0"0"-281"-31,0 0-10 0,0 0 105 15,0 0-29-15,0 0-29 0,0 0-15 16,-8-33 9-16,8 30 5 16,0-1-5-16,0 4 4 15,0 0-11 1,0 0-11-16,0 0-6 0,0 0-7 16,0 0-5-16,0 0-4 15,0 0-5-15,0 0-5 16,0 0 4-1,0 0-7-15,0 0 6 0,0 0-3 16,0 7 2-16,0 14 3 16,8 10 0-16,13 6 0 0,0 9 2 15,7 10-1-15,1-1 3 32,-5 10-4-32,1-7 0 15,0-5-1-15,-9-7 1 16,1-9 0-16,-5-6 1 15,-8-16 1-15,1-5-1 0,-1-7-1 16,-4-3 0-16,4 0 8 16,-4 0 12-16,4 0 16 15,0-13 23-15,3-17-11 16,6-11-37-16,7-8-10 0,5-6 2 16,0-10 1-16,4-6-4 15,0 0 0 1,-1-6 1-16,1 6-1 0,-4 3 0 0,-1 10-1 15,-3 12 1-15,0 12-1 16,-14 15 1-16,5 10-2 16,-12 6 1-16,0 3-5 15,0 0-6-15,0 0-16 16,0 0-17-16,0 0-7 16,0 19-18-1,0 5-12-15,0 10-60 16,-4 3-96-16,4-22 30 15,0 1-75-15</inkml:trace>
  <inkml:trace contextRef="#ctx0" brushRef="#br1" timeOffset="31929.25">32289 12626 270 0,'0'0'348'0,"0"0"-298"0,0 0-36 15,0 0 39-15,0 0-8 16,0 0-42-16,9 64 20 16,-9-24 56-16,0 7-39 15,0-1 10-15,-4 3-11 16,-1-2-29-16,5-7-4 31,0-1-2-31,0-8 1 0,0-15-3 16,0-4 0-16,0-5-2 15,0-2 0-15,0-5-4 16,0 0 2-16,0 0-15 16,0 0-12-16,9-21-59 15,-5-10-87-15,0 12-99 0,-4 1-78 16</inkml:trace>
  <inkml:trace contextRef="#ctx0" brushRef="#br1" timeOffset="32214.03">32257 12539 202 0,'0'0'586'16,"0"0"-529"-16,0 0-41 31,0 0 71-31,0 0-55 0,0 0-32 16,0 0-23-16,12-24 22 15,25 55 1-15,8 12 4 16,5 3 1-16,-1 0-4 0,0 3-2 16,-16-6-3-16,-8 1-1 15,-13-4 1-15,-12-9-7 16,0-4 11-16,-16-2 16 0,-29-3 29 31,-17-4-13-31,-8-5-17 16,0-4-15-16,5-6-49 15,7-3-48-15,41 0-100 16,5-3-234-16</inkml:trace>
  <inkml:trace contextRef="#ctx0" brushRef="#br1" timeOffset="34383.15">21469 3545 411 0,'0'0'47'15,"0"0"-42"-15,0 0 3 32,0 0 23-32,0 0 8 0,0 0-16 15,0 0 11-15,0-50-14 16,0 47 29-16,0 0 22 16,0 3-25-16,0-3-9 0,0 3-14 15,0-3-17-15,0 3-1 16,0 0-5-16,0 0-5 15,0 0 3-15,0 0-4 16,0 0 6-16,0 0 1 0,0 0 0 16,0 0 1-16,0 0-1 15,0 0-1 1,-4 9 0-16,0 10 2 16,-4 8 6-16,-1 8 0 0,1 10 1 15,0 8 12-15,0 3 0 16,-1 5-7-1,1 1-7-15,0-7 0 16,-1 1-5-16,9-7-1 16,-4-6 2-16,4-3-3 15,0-6 1-15,0-12-1 16,0-1 3-16,0-9-3 16,0-2 0-16,0-7-3 15,0-3-7-15,0 0-14 0,0 0 10 16,0 0 6-16,-8 0-3 15,-7 0 1-15,-10 0-18 0,-4 0 4 16,-4 0 18-16,-9 0 5 16,6 0 2-1,-5 0 3-15,8 0 7 16,0 0 13-16,13 0 6 0,4 0-9 0,7 0 3 16,5 0 4-16,4 0-12 15,0 0-6-15,0 0-6 16,0-3-4-16,13 3-3 15,11 0 3-15,13 0 18 16,8 0 10-16,9 0-9 31,7 3 14-31,5 0-11 0,-1 4 2 16,5-5 2-16,-9 4-11 16,-7 1-10-16,-17-1-2 15,-8-3-3-15,-13 0 0 0,-8 0 0 16,-4 0-2-1,-4 0-5-15,0-3-15 0,0 3-11 16,0-3-14-16,0 0-51 16,-8 0-42-16,-1 0-141 15,-6 0-218-15</inkml:trace>
  <inkml:trace contextRef="#ctx0" brushRef="#br1" timeOffset="34752.21">21243 3505 725 0,'0'0'145'15,"0"0"-119"-15,0 0-15 16,0 0 77-16,0 0-31 0,0 0-57 16,0 0 0-1,8-38 0-15,33 38 6 0,13 0 6 32,7 0 2-32,9 4-1 15,0-1 1-15,-4 0-6 16,-14 0-1-16,-10-3-6 0,-17 3-1 15,-9 0-5-15,-8 0 5 16,-8 0-20-16,0 0-58 16,0 7-86-16,0-8-40 15,0 2-43-15</inkml:trace>
  <inkml:trace contextRef="#ctx0" brushRef="#br1" timeOffset="35052.25">21781 4059 47 0,'0'0'655'0,"0"0"-574"16,0 0-79-1,0 0 16-15,0 0 23 0,0 0-29 31,13 102 32-31,-13-56-1 16,-4 0-22-16,-5 1-14 16,5-1-2-16,0-6-1 0,0-9-4 15,4-6 2-15,0-7-3 16,0-12 1-16,0 1-5 16,0-7-85-16,0 0-69 15,0 0-17-15,0-10-188 0</inkml:trace>
  <inkml:trace contextRef="#ctx0" brushRef="#br1" timeOffset="35303.83">21694 4093 435 0,'0'0'256'0,"0"0"-185"16,0 0-58 0,0 0 76-16,0 0-37 15,0 0-31-15,0 0-20 0,108-98 0 16,-55 116 3-16,-4 16-4 15,4 3 1-15,-16 6 13 16,-12-3-13-16,-17-6 11 16,-8 3 15-16,-20 0 24 15,-34-3 12-15,-20 3-27 16,-7-9-22-16,2-3-12 0,6-10-2 16,19-3-47-16,17-6-94 15,37-6-154-15,0 0-200 16</inkml:trace>
  <inkml:trace contextRef="#ctx0" brushRef="#br1" timeOffset="36339.11">24039 11565 104 0,'0'0'59'0,"0"0"-59"0,0 0-27 16,0 0 27-16,0 0 21 16,-119-9-19-16,115 9-2 15,-5 0-5-15,5 0-5 16,0 0-10-16,0 0-12 15,0 0-60-15</inkml:trace>
  <inkml:trace contextRef="#ctx0" brushRef="#br1" timeOffset="37495.55">23123 11454 13 0,'0'0'140'0,"0"0"-102"16,0 0-8-16,0 0 14 15,0 0-29-15,0 0-8 16,0 0-6-16,4-3-1 15,-4 3 8-15,0 0 12 16,0 0 13-16,0 0 8 16,0 0-11-16,0-3-13 0,0 3-14 15,0 0-3-15,0 0 1 16,0 0-1-16,0 0 0 16,0 0-2-16,0 0 1 15,0 0 0-15,4 0 1 0,-4 0-5 16,0 0 3-16,4 0-13 15,-4 0-10 1,0 0-4 0,4 0-23-16,-4 0 3 15,0 0-29-15</inkml:trace>
  <inkml:trace contextRef="#ctx0" brushRef="#br1" timeOffset="37811.49">23087 11454 82 0,'0'0'0'15</inkml:trace>
  <inkml:trace contextRef="#ctx0" brushRef="#br1" timeOffset="53719.21">23131 11421 154 0,'0'0'38'15,"0"0"-28"-15,0 0 32 16,0 0-13-16,0 0-13 15,0 0-1-15,0 0-4 0,4 0 4 16,-4 0 9-16,0 0-2 16,0 0 7-16,0 0 5 15,0 0 2-15,0 0-10 0,0 0-19 16,0 0-3-16,0 0 6 16,0 0 3-16,0 0 0 31,0 0-6-31,0 0-2 15,0 0 6-15,0 0-6 0,0 0 2 16,0 0 3-16,0 0 10 16,0 0 8-16,0 0-8 15,0 0 1-15,0 0 7 16,0 0-3-16,0 0-7 16,0 0 1-16,0 0-4 0,4 0 7 15,-4 0-5 1,4 0-7-1,-4 0 4-15,0 0-4 0,5 0 0 16,-1 0 3-16,4 0-3 16,4 0 11-16,1 0-8 15,3 0-1-15,-3 0 4 16,3 0-10-16,-3 0 13 16,2 0-10-16,2 0-7 15,-5 0 4-15,1 0-5 16,-1 0 0-16,0 0 3 0,1 0-3 15,-5 0-1-15,4 0 1 16,-3 0 0-16,7 0 0 16,1 0-1-16,-6 0 1 15,10 0 0-15,-5 0-1 0,5 0 0 16,0 0 0-16,3 0 3 16,-7 0-2-16,3 0-1 15,-4 0 2-15,1 0-3 16,-9 0 1-16,4 0 0 15,1 0 1-15,-1 0 1 0,5 0-1 32,-1 0-1-32,5 0 1 0,-1 0-1 0,4-7 1 15,5 7 0-15,-4-3 0 16,4 0-1-16,-8 3 3 16,-2-3-3-16,2 3 0 15,-9 0-4-15,5 0 4 16,-5 0 0-16,-3 0 0 15,7-3 2-15,-3 3 0 16,3 0-2-16,4-3 0 16,0 3 0-16,1 0 0 15,-4-3 0-15,-1 0-1 16,-3 3 2-16,3 0-1 16,-3 0 0-16,-1-3 0 0,0 3 0 31,0-4 0-31,0 4 0 15,5-3 1-15,-1 0 0 16,1 1 0-16,-1-2-1 16,1 4 0-16,3-3-1 0,-3 3 1 15,-1 0 0-15,-4-6 0 16,4 3 1-16,-3 3-1 16,3-3 0-16,-3 3 0 15,3-4-1-15,-3 2 1 0,7 2 0 16,-4-6 1-16,-4 2 0 15,9 1-1-15,0 0 0 16,-5 0 0-16,5-3 0 16,0 3 0-16,-1 0 0 0,0 0 0 15,1-4 1-15,-1 5-1 16,-3-1 0-16,-1-4 0 16,5 4-1-16,-9 0 1 15,9 0 0-15,-5 0 2 16,0 3-2-16,1-3 1 15,-1 0-1 1,-3-3 1-16,3 6-2 16,1-4 1-16,-1 4 0 15,-3-3 0-15,-1 1 1 16,-1 2-1-16,2-4 0 0,-1 1 1 16,1 3-2-16,-1-3 1 15,0 0 0-15,1 3 0 16,3-6 1-16,-3 6-1 15,3-6 0-15,1 3 1 16,-6 0-2-16,2 3 1 0,-5 0 0 16,4-4 1-16,-4 4-1 15,1 0 1-15,-5 0-1 16,8-3 1-16,-8 0 2 16,9 0 0-16,-5 3 1 0,9 0 0 15,-9 0-3-15,8-3 2 16,-4 0-3-16,0 0 0 15,5 3-1-15,-5-3 2 16,1 0-1-16,-5 0 2 16,8-1-2-16,-7 1 1 15,7 1-1 1,1-2 2-16,-5 4 2 16,4-6-3-16,-4 3 0 15,-4 0 0-15,5 0-1 16,-5 0 3-16,8 0-3 0,-3 0 0 15,8-4 2-15,-1 1-2 16,-3 0 0-16,2-3 3 16,2 3-3-16,0-3 2 15,4-1-2-15,-9 4 0 16,5-6 3-16,-1 2-3 0,4 1 1 16,1 0 6-16,0-3-4 15,0 6-1-15,4-3-1 31,-9-4 1-31,8 7 0 16,-3-3-2-16,-4-4 0 0,3 7-1 16,-3-6 2-16,4 5-1 15,-5-5 0-15,4 3 0 16,-3 0 3-16,0-4-2 16,8 1-1-16,-9 3 0 15,4 0 1-15,1-4-1 16,-4 1 0-16,3 3 0 0,-3-3 0 15,4 2 1-15,-5-2-1 16,4-1 1-16,1 1-1 16,0-4 3-16,4-2-3 15,0-7 0-15,3 7 1 16,-3-4-1-16,0 1 0 0,-5 2 0 16,5-2 1-16,-5 6 0 15,-3-1-1-15,0 1 0 16,-1-1 1-16,-3-3 1 0,8 1-2 31,-5 0 2-31,4-4-2 16,-3-3 1-16,-1 1-1 15,5 2 1-15,-4 1 2 16,-1-1-2-16,1 4 0 0,-5-1 3 16,4 3 8-16,-3-2-3 15,4 0-5-15,-5 2-3 16,5-2 3-16,-5-4-1 15,1 1-2-15,7-4-1 16,-4 0 0-16,5-2 0 16,-8-1 0-16,7-3 1 0,-3 0 1 15,0 0-2-15,3 6-1 16,-4-2 0-16,1-1 2 16,0 4-1-16,-1 2 0 15,-3 4 1-15,-5-7-3 16,4 3 3-16,4-6-1 0,-3 4 1 15,4-10 1 1,-5 0-2 0,1 0 0-16,-1-3 0 15,-3 0 7-15,-1 3-7 0,3 0 0 16,2 3-3-16,0 1 2 16,-5 2 1-16,4 6 0 15,-3-2 2-15,3-1 0 16,1 0-2-16,-1 1 0 0,8-7 0 0,-3 0 0 15,4 0 1-15,0-6-1 16,3 4 1-16,1 2-4 16,-1-4 5-16,-3 8-2 15,-4-1 0-15,-5 3 0 16,5 4 0-16,-4-1-2 16,3-2 2-16,0-1-1 15,-4-3 2-15,5 1-1 16,-4-1 0-16,7-3 0 15,-3 3 1-15,0-3-1 32,-2-3 0-32,2 6 0 15,-4-2 2-15,-1-1-2 0,1 0 0 16,-1-3-1-16,1-3 1 16,-1 3 13-16,-3 1-12 0,2 5 2 15,-2-3-2-15,7-3-1 16,1 6 0-16,4-2 1 15,-5-1-2 1,1 6 1-16,3-3 0 16,-4 3-2-16,-3 1 5 0,4-4-3 0,-5 4 2 15,1-4-2-15,-5 0-1 16,5 6 0-16,-1-6 1 16,0 4 1-16,-4 0-1 15,5-1 1-15,3-3-1 16,1 0 0-16,0 0-1 15,-1 1 0 1,0-4 1-16,5 6 1 16,-5-3 1-16,1 4-3 15,0-4 1-15,0 0 0 16,3-3 0-16,0 1-1 16,1-1 1-16,0 3 1 15,0-2 0-15,-5 2-1 0,5-3 0 16,-5-3 1-16,4-3-5 15,5 0 11-15,0-3-5 16,0 6 0-16,-8 0-2 0,3 3-1 16,-4 3 1-16,1 1 0 15,0-1 0-15,-1-3 0 16,-3 4 0-16,4-4 1 16,-2 3 1-1,2-3-2-15,4-3 1 16,0 0 1-16,-5-6-3 15,5 0 1-15,-5 0 0 16,0 3 15-16,-3 3-14 0,3 3 1 16,1-3-2-16,4 0 0 15,0 4-1 1,-1-8 1-16,-4 5 0 0,5-1 1 16,0 0 1-16,0 0-2 0,-1 0 0 15,4-3 0 1,1 0-2-16,-4 3-2 0,0 3 4 15,-4 0 6 1,3 1-6-16,-4-1 0 0,1 6 1 16,-1-2 0-16,5-1-1 0,-4 3 0 15,0-6 1-15,3 1 4 16,0-1-4-16,1 0-1 16,-4-3 5-16,-1 6-4 15,1-3 1-15,0 1 1 0,2-1 0 16,2-3 5-1,0-3-5 1,-4 0-3-16,3-6 12 16,-3 6-11-16,0 3 1 15,3-3-2-15,0 3 1 16,-3 0-1-16,0 6 2 16,-5 3-3-16,5-2 1 15,-5 5 0-15,-4 0-2 16,4 1 2-16,1-1 0 0,-5 1 1 15,5-1-1-15,-5-2 0 0,5-4 1 16,-5 0-1 0,5-9 0-16,-5 6 1 0,-1 7 0 15,-2-1 1 1,-1 9 0-16,0-2-2 0,1 9 0 16,-1 0-1-1,0 0-2-15,-4-1 3 16,0 1 0-16,5 0 2 15,-1-4-2-15,0 4 0 16,-4 3 0-16,5-4 0 16,-9 1 1-16,8 3-1 15,-4 3 0-15,0-3 5 16,0 0-5-16,0 3 0 0,0-4 0 16,1 2 0-16,-1-5 0 15,0 4 0-15,0 0 0 16,-1-3-1-16,-3 2 4 0,4 1-4 15,-4 3 1-15,4 0 0 16,1 3-1 0,-5 0-1-16,0-3 2 0,0 3 0 15,0-3 2-15,0-3-3 0,4 2 2 16,0-1-2-16,-4-2-7 16,0 4 0-16,0 3-4 15,0-3-7 1,0 0-15-16,0 3-23 0,0-3-31 15,0 3-100 1,0 0-59-16,0 0-216 16</inkml:trace>
  <inkml:trace contextRef="#ctx0" brushRef="#br1" timeOffset="63308.42">17175 11436 169 0,'0'0'26'0,"0"0"-25"16,0 0 2-1,0 0 19-15,0 0 4 16,0 0 0-16,0 0 2 0,0 0 0 31,0 0-8-31,16 0 8 16,-16 0 4-16,0 0-13 0,0 0-7 16,0 0-3-16,4 0-5 15,-4 0 12-15,0 0 2 16,0 0 10-16,0 0 3 15,4 0-6-15,-4 0-1 0,5-3-3 16,-1 3-4-16,4 0-8 16,-4-3-7-16,0 3-1 15,5-4 1-15,-1 4-1 16,0-3 5-16,4 1 2 16,5 2 2-1,0-4 8 1,-6 1-5-16,5 0-4 0,1 3-1 15,0 0-8-15,-1 0 5 0,5 0-5 16,-9 0 1-16,5 0 0 16,-5 0-1-16,4-3 0 15,-4 3 4-15,5-3-4 16,-5 0 1-16,4 3 0 16,1 0-1-16,-5 0 0 15,5 0 0-15,-5 0 0 0,1 0 0 16,2 0 1-16,2 0 0 15,-1 0-1-15,5 0 0 16,0 0 2-16,-1 0-1 0,5 0-1 16,-1 0 4-1,1 0-4-15,0-3 3 0,-1 3-3 32,5-3 1-32,-4 0 3 15,-1-4-3-15,-3 4 0 0,3 0 4 16,-3 3-5-16,0 0 2 15,-1 0-2-15,1-2 1 16,-5 2-1-16,0 0 1 0,-4 0-1 16,-3 0 0-1,3 0 1-15,-4 0-1 0,1 0 0 16,3 0 0-16,-4 0 1 16,5 0-1-16,3 0 0 15,-3 0 4-15,2 0 1 16,2 0 0-16,-1 0-2 15,-3 0-1-15,3 0-2 16,-3 0 0 0,-5 0 0-16,4 0 2 15,1 0-2-15,-5 0 4 16,8 0-3-16,-8 0 1 16,8 0 5-16,1 0-2 0,-1 0 4 15,5 0 3-15,0 0-9 16,-9 0 3-16,5 0-5 15,-1 0 2-15,-4 0 0 16,0 0-2-16,0 0-1 0,-3 0 3 16,-1 0-3-16,0 0 1 15,5 0-1-15,-1 0 0 16,0 0 0-16,5 0 2 16,-5 0-2-16,5 0 3 15,-2 0 2-15,2 0-5 0,-1 2 0 16,-3-2 0-16,-1 0 1 15,1 0 0-15,3 0-1 32,1 0 2-32,-1 0-1 15,4 0 1-15,-4 0-2 16,1 0 1-16,4 0 0 16,-5 0-1-16,1 0 0 0,-1 0 2 15,1 0-2-15,-1 0 2 16,0 0-1-16,0 0 0 15,5 0 3-15,-4 0 0 0,3 0 0 16,1 0 0-16,0 0 1 16,2 0 0-16,2 0-1 15,-4 0 0-15,4 0 4 0,-5 0-5 16,1 0 1-16,0 0 4 16,-2 0-2-1,-6-2-3-15,3 2 0 0,1 0 1 16,-1 0 0-16,1-4-3 31,3 4 2-31,-3 0 0 0,7 0 0 16,-4 0 3-16,1 0-3 15,0 0-1-15,-1 0 5 16,1 0-7-16,-4 0 1 0,-1 0 2 16,0 0-2-1,4 0 2-15,-3 0-2 0,-1 0 1 16,5 0 1-1,0 0-2-15,-1 0 6 0,1 0-2 0,3 0-3 16,-8 0 1-16,5 0-2 16,0 0 0-16,-1 0 3 15,1 0-4-15,-4 0 1 16,2 0 2-16,-2 0-1 16,4 0-1-16,-5 0-1 15,1 0 0 1,3 0 1-16,1 0-1 15,-5 0 0-15,0 0 2 16,-4 0-2-16,5 4 1 16,4-4-1-16,-9 0 2 15,9 0-2-15,-5 0 0 16,1 2 0-16,-1-2-1 0,4 3 2 16,-8-3 1-16,5 0-2 15,-1 3 0-15,-3-3-1 16,3 0 1-16,1 0 0 0,-1 0 1 15,1 4 0-15,-2-4-1 16,6 0 0-16,-4 0 0 16,3 0 0-16,1 0 0 15,0 0 1-15,-1 0 0 0,0 0 0 16,1 0-2-16,-5 3 1 16,1-3 0-16,-1 0 1 15,1 0-1-15,3 0 0 16,-3 0 1-16,3 0 0 31,0 0 0-31,-3 0 0 0,-1 0-1 16,5 0 1-16,-4 0 1 15,3 0 0-15,1 0 3 16,-1 0-4-16,0 0 4 16,9 0-4-16,-8 0-1 15,8 0 3-15,-4 0-2 16,-2 0-1-16,10 0 2 0,1 0-1 15,-6 0 2-15,6 0-3 16,-2 0 1-16,1 0-1 16,-4 0 1-16,0 0-1 0,-5 0 1 15,0 0-1 1,-3 0 2-16,-1 0-2 0,1 0 0 16,-4 0-1-16,3 0 2 15,1 0-1 1,-1 0 3-16,0 0-3 15,1 0 1-15,4 0-1 16,-5 0 0-16,5 0 0 16,-5 0 0-16,5 0 0 15,-13 0 0-15,5 0 0 16,-5 0 0-16,5 0 0 16,-5 0 0-16,5 0 0 0,-5 0 1 15,0 0-1-15,0 0 2 16,0 0-2-16,0 0 1 15,5 0-1-15,-5 0 0 16,5 0 1-16,-5 0-1 16,1 3 0-16,-1 0 0 0,1-3 0 15,3 0 2 1,0 0-2 0,0 0 0-16,1 0 0 0,-1 0 0 15,1 0 0-15,-1 0 3 16,1 0-3-16,-1 0 0 15,1 0 0-15,-2 0 0 16,-2 0-1-16,3 0 2 16,1 0-1-16,-1 0 1 0,-3 0-1 15,-1 0 1-15,1 0-1 16,-1 0 0-16,0 0-1 16,0 0 1-16,4 0 0 15,-7 0 0-15,7 0 1 16,1 0-1-16,3 0 0 15,1 0 0-15,-4 0 1 0,3 0-1 16,0 0 0-16,5 0 0 16,-5 0 1-16,1 0-1 0,4 0 1 15,-4 0-1-15,-5 0 0 16,4 0-1 0,-4 0 1-16,5 0 2 0,4 0-2 15,-9 0 0 1,5 0 1-1,0 0 0-15,-6 0-1 16,6 0 0-16,-5 0 0 0,5 0 1 16,0 0-1-16,3 0 1 15,-7-3-1-15,7 0 1 16,-4 3 1-16,1-3-2 16,0 3 2-16,-5 0 1 0,1 0-2 15,4 0 2-15,-1 0-2 16,4 0 0-16,-3 0 4 15,3 0-4-15,1 0 0 16,-4 0 0-16,4 0-1 16,-2 0 1-16,6 0-1 15,0 0 0 1,0 0 1-16,4 0-1 16,4 0-1-16,0 0-4 15,4 0-43-15,-8 0-90 16,-26 0-127-16,-7 0-315 15</inkml:trace>
  <inkml:trace contextRef="#ctx0" brushRef="#br1" timeOffset="65954.69">17586 11485 197 0,'0'0'20'0,"0"0"-17"15,0 0 52-15,0 0-6 16,0 0-26-16,0 0 3 16,0 0 15-16,0 0-7 15,-37 0-10-15,29 0 11 16,3 0 3-16,-3 0-20 16,4 0-3-16,-4 0-10 0,-1 0-1 0,-3 0-1 15,4 0-2-15,-5 0-1 16,1 0 2-16,4 0 0 15,-8 0 2 1,4 0 0-16,-1 0 3 0,-3 0 6 16,3 0-1-16,1 0-3 15,-4 0 10 1,-1 3-10-16,5 1 1 16,-5-2 3-16,2 5-1 0,-2-1 5 15,0 0-11-15,1 0-1 16,4 3 3-16,-9 0-3 15,4-2 3-15,1 2 3 16,-1-3 0-16,6 3 3 16,-2-2 5-16,-3-1-8 15,8-3 9-15,-1 3-6 16,-3 0-3-16,0 1-4 0,3-2-3 16,-3 5-4-16,0-7 4 15,-1 9-3-15,-3-6 6 16,3 1-3-16,-2 2 2 31,2 0 7-31,1 0-1 0,-5 0-5 16,5 4-5-16,-5-4-2 15,5 4 5-15,-5-4-4 16,5 6-1-16,-4-3 1 16,4 1-1-16,0-1 3 15,-1 0-3-15,1-5 1 0,0 5 0 16,3-3-1-16,1 3 1 15,-4 1-1-15,-1 2 0 16,1-2 1-16,-1 5-1 16,5-3 0-16,-4 1 3 15,-4 3-3-15,4-1 2 16,-5 0-1-16,5-2 0 0,-1 2 1 31,1-2-2-31,4-1 0 0,0 7 0 16,-1-4 2-16,-3 4-1 15,-1-4-1-15,5 3 0 16,-3 2 1-16,-2 1-1 16,5 0 0-16,-4 1 2 15,-1 0-1-15,5 0-1 16,-4 2 1-16,-1-2 0 0,5 0 1 16,0 0-1-16,-1 2 1 15,1-2 0-15,0 3-1 16,-4-1-1-16,4-2 0 15,-4 2 2-15,0-2 0 16,-1-3-2-16,-3 2 1 0,-1-2 4 16,0 0 0-16,1 2 5 31,4-2-3-31,-5 2-5 0,2 1 5 16,2 3-2-16,1-3-5 15,-5-1 7-15,9 1-7 16,-9 6 4-16,1 0-2 15,-1 0 1-15,-3 2 4 16,3 4-2-16,2-3-1 16,-6 6 1-16,4 0 0 15,1 1-4-15,-1 2 1 0,1 0-1 16,-1 3 1-16,1 1-2 16,-4 5 0-16,-5 0 4 15,-4 1-3-15,-4 2 0 16,0-3 0-16,1 1 0 0,-1-4 1 15,-4 4 0-15,0-1-2 16,0 0 7-16,-4 4-2 16,0-4 6-16,4 1-4 15,-4-1 2-15,4 0 0 16,0-2-2-16,4-1-5 16,1 4 5-1,-1-1-1-15,0 0-5 16,-1 1 5-16,6-1-2 15,-4-3 4-15,3 1 0 16,0-7-5-16,0-3 5 16,8 0-8-16,1-6 0 15,0-3 4-15,-1-1-4 0,5-5 1 16,-1-3-1-16,-4-1 0 16,1 1 1-16,3-6-1 15,2 2 0-15,2-6 0 0,-3-2 0 16,3-2 0-16,1 2-1 15,4-4 2-15,-1 1-2 16,5-5 1-16,0 1 0 16,4-3-2-16,0 0-12 0,0 0-13 31,0 0-9-31,0 0 2 16,0 0 0-16,0 0-48 15,0 0-4-15,0-9-9 0,0-3 1 0,4-3-47 16,-4 8-44-16,4-5-143 15</inkml:trace>
  <inkml:trace contextRef="#ctx0" brushRef="#br1" timeOffset="67356.05">19354 11260 404 0,'0'0'0'0,"0"0"-46"15,0 0 46-15,0 0 32 16,0 0-15-16,0 0-9 15,0 0 29-15,46-92 23 16,-46 89 11-16,0-1 8 0,0 4-20 16,0-3-34-16,0 3-15 15,0-3-6-15,0 3-1 16,0 0 0-16,0-2-2 16,0 2 0-16,0 0 11 15,0 0 17-15,0 0 16 16,-4 0-33-16,-9 0-8 0,-3 8 5 15,-5 11-6-15,6-3-2 16,-6-1 4-16,0 3-3 0,1 1 2 16,-1 5-4-1,-4 4 1-15,5 6 2 16,0 0-3-16,3 0 0 16,1 0 0-1,8 3 0-15,3-6-2 16,5 0 2-16,0-4-3 0,0-2 1 15,0-7 1-15,0 4-4 16,0-10 5-16,0 4 0 16,0-4 0-16,0-6 0 15,0 7-2-15,0-4 2 16,-4 0 0-16,-21 4 0 0,-8-11 11 16,0 5-8-16,1-4-2 15,3 0 4-15,5-3-4 16,3 0-1-16,8 0-17 15,9 0-36-15,4 0-57 16,0 0-66 0,4 0-92-16</inkml:trace>
  <inkml:trace contextRef="#ctx0" brushRef="#br1" timeOffset="68057.57">19548 11211 299 0,'0'0'69'15,"0"0"-68"-15,0 0 20 16,0 0 86-16,0 0-31 16,0 0-24-16,8-43-3 15,-8 43 6-15,0 0-11 16,0 0-29-16,0 0-15 0,0 0-7 31,0 0 3-31,0 0 4 16,0 0 10-16,0 0 9 15,-4 0-4-15,-4 3-9 0,-1 3 3 16,1 0-2 0,4 0-4-16,-4 1-2 0,8-2-1 15,-4 2 0-15,4-1 2 16,-5-3-1-16,5 3 3 0,-8 0-2 16,4 4 1-16,-8 2 6 15,-4 4 10-15,0 2-1 16,-5 4 4-16,4-7-5 15,1 6-1-15,-1 1-10 16,1 3-4-16,3-1 2 16,-3 7-4-1,4 3 0-15,-4 0 2 16,3 0-1-16,-3 0-1 16,4-3 0-16,3-7 1 15,1-2 0-15,0-1-1 16,4-5 0-16,-5-1-2 15,5-3 1-15,0 1 1 0,-4-4 1 16,0-3-1-16,-1 4 3 16,-6-1 1-16,-2-6-4 15,1 3 5-15,-5-3-5 0,4-3 0 16,-7 0-22 0,7 0-46-16,1 0-53 0,11 0-76 15,5 0-66-15</inkml:trace>
  <inkml:trace contextRef="#ctx0" brushRef="#br2" timeOffset="87532.89">26814 4657 299 0,'0'0'22'16,"0"0"-18"-16,0 0 7 15,0 0 34-15,0 0 13 16,0 0-21-16,0 0-11 16,0 0 17-1,0 0 3-15,-4-37 9 16,4 37 0-16,0 0-21 0,0 0 3 15,0 0 5 1,0 0-4-16,0 0-4 16,0 0-11-16,0 0-9 15,0 0-2-15,0 0-1 0,0 0-9 16,0 0-2-16,0 0 2 0,0 0-4 16,0 0 0-16,0 0-4 15,0 13 6-15,0 9 4 16,0 5-2-16,0 7-1 15,0 9 2-15,0 9 0 16,0 7-2-16,16 9 0 16,13 3 0-1,4 6 1-15,3 6 3 16,6 4-2-16,3-1-2 16,4-3 3-16,0-9-3 15,5-6 3-15,-1-4 4 16,9-8-8-16,-1-4 5 15,1-5 8-15,0-11-5 16,-18-5 6-16,-2-3-3 0,-14-9 10 16,-7-1 1-16,-4-5-12 0,-6-1 10 15,-3-3-1-15,1-9-7 16,-5 0 0-16,-4 3-8 16,0-3 2-1,0 0 2-15,0 0-2 16,0 0 1-16,4 0-7 0,-4 0 0 0,0 0-13 31,0 0-11-31,0 0-12 16,0 0-13-16,0 0-31 15,0 0-37-15,-4-3-27 0,-5-9-13 16,5 3-37-16,0 2-24 16</inkml:trace>
  <inkml:trace contextRef="#ctx0" brushRef="#br2" timeOffset="88212.43">27557 5592 296 0,'0'0'272'31,"0"0"-245"-31,0 0-13 0,0 0 98 16,0 0-10 0,0 0-32-16,0 0-30 0,-17-35-7 15,17 35 0-15,0 0 4 16,0-3-3-16,0 3-3 16,0 0 1-16,0 0-14 15,0 0-4-15,0 0-2 16,0 0-7-16,0 0-5 0,0 0 0 15,0 0 0-15,0 13 10 16,13 12-2-16,-1-1-1 16,-4 7 1-16,9 6-5 15,-5 3 1-15,8 3-3 16,-8 3 0-16,9-6 0 16,0 3 1-16,-9-8 0 0,0-8-2 15,-3-2 0-15,-5-4 0 16,4 1 0-1,-4-6 0 1,0-1 2-16,-4-9-1 0,5 0-1 16,-5-6 2-16,0 0-2 15,0 0 2-15,0 0 0 16,0 0-1-16,0 0 5 16,0 0-5-16,0 0 1 0,0 0-1 15,0 0 0-15,0 0 1 16,0 0-1-16,0 0 1 15,0 3 5-15,0-3-2 16,-17 3 1-16,-16 0-4 16,-17 1-1-16,-7-1 2 15,-13-3-2-15,5 3 3 16,-1 0 3-16,13-3-4 0,12 0 0 16,12 0-3-16,12 0 0 15,5 0-1-15,8 0-13 16,0 0-18-16,0 0-14 15,-1 0-47-15,5 0-124 0,0 0-150 16</inkml:trace>
  <inkml:trace contextRef="#ctx0" brushRef="#br2" timeOffset="90201.17">26185 3480 215 0,'0'0'62'0,"0"0"-34"15,0 0-25-15,0 0 31 0,0 0 36 16,0 0 5-16,0 0-17 16,-4-37-1-16,4 34 3 15,0 0 8-15,0 0-10 16,0 0-5-16,0 3-9 15,0-4-2-15,0 4-6 16,0 0-1-16,0 0-10 0,0 0-12 16,0 0-10-16,0 0-3 15,0 0-9-15,0 0 0 32,0 10-10-32,-4 11 19 0,-4 10 12 15,-4 12-1-15,0 3-3 16,0 7-5-16,-1 0-2 15,5-1 6-15,4 0-5 16,0-6-2-16,4-6 2 16,0-5-2-16,0-8 4 15,0-6-4-15,0-2 0 0,0-7 3 16,0 1-3-16,0-7 0 16,0-3 0-16,0 0 0 15,0-3 0-15,0 3-6 16,0-3-9-16,0 0-16 15,0 0-9-15,-5 0 9 0,-3 0 3 16,-4 0-32-16,4 0 31 16,-5 0 12-16,-3 0 10 15,-1 0 6-15,-3 0 2 16,0 0 3-16,-5 0-1 0,0 0 2 16,0 0 1-16,5 0 15 15,3 0 1-15,6 0 1 16,2 0-5-1,5 0 4-15,4 0-1 16,0 0-6-16,0 0 1 16,0 0-6-16,0 0-9 15,0 0 0-15,0 0 1 16,0 0-1-16,0 0 12 16,21 0-3-16,3 0 10 15,17 0-8-15,13 0 3 0,3 0 8 16,5 0-7-16,7 0 3 15,-7-3-8-15,-8-3-4 16,-18 3-2-16,-11 0-4 16,-13 3-1-16,-12 0 3 15,0 0-2-15,0 0-1 0,0 0-1 16,0 0-15 0,0 0-3-16,-8 0-46 15,-5 0-78-15,-3 0-50 16,8 0-111-16,4 0-93 15</inkml:trace>
  <inkml:trace contextRef="#ctx0" brushRef="#br2" timeOffset="90728.21">25972 3412 466 0,'0'0'81'0,"0"0"-68"16,0 0 61-16,0 0 54 15,0 0-16-15,0 0-51 16,-12-18-21-16,12 18-8 16,0 0-3-16,0 0-6 15,0 0-11-15,0 0-6 0,21-3-1 16,8 3 11-16,11-7 3 15,9 1-5-15,13 0-4 0,-5 0 1 16,1 3-4 0,-13 0 0-16,-12 3-6 0,-8 0-1 15,-13 0 0-15,-8 0-4 32,0 0 1-32,-4 0-1 15,0 0-14-15,0 0-7 0,0 0-10 16,4 0-31-16,0 0 15 0,1 9-47 15,-1 3-59-15,-4-9-79 16,0 4-127-16</inkml:trace>
  <inkml:trace contextRef="#ctx0" brushRef="#br2" timeOffset="91122.86">26522 3819 598 0,'0'0'152'15,"0"0"-144"-15,0 0 42 0,0 0 55 16,0 0-52-16,0 0-33 16,0 0-20-16,0 24-1 15,0 1 1-15,0 9 21 16,0 0-6-16,0 6-5 16,0 0-6-16,-4-6-3 0,0-6 2 31,0 0-1-31,0-7-2 15,0-2 2-15,-1-4-2 16,5-6 0-16,0-2-34 0,0-2-49 16,0-5-66-16,0 0-84 15,0 0-144-15</inkml:trace>
  <inkml:trace contextRef="#ctx0" brushRef="#br2" timeOffset="91491.76">26522 3717 747 0,'0'0'182'15,"0"0"-165"-15,0 0-13 0,0 0 58 16,0 0 4-16,0 0-29 16,-12-83-35-16,16 83-2 15,21 0-5-15,12 0 1 0,3 22 2 16,10 14 2 15,4 8 0-31,-10 5 0 0,-3 0 0 16,-12 4 0-16,-8-4-3 15,-9 0 2-15,-12-2-3 16,0-11 3-16,-8 5 1 0,-29-7 3 16,-17-3 5-16,-7 2 2 15,-5-8-5-15,1-9-3 16,3-1 4-16,16-6-6 15,19-9 2-15,6 0-4 0,13 0-10 16,8 0-35-16,0-3-162 16,12-9-162-16</inkml:trace>
  <inkml:trace contextRef="#ctx0" brushRef="#br2" timeOffset="92192">27089 3843 469 0,'0'0'77'16,"0"0"-67"-16,0 0 100 15,0 0 5-15,0 0-47 16,0 0-27-16,0 0-7 16,-9-12-1-16,9 9-12 31,9-3-11-31,20 0 2 0,16 0-4 15,4-4 2-15,8 4-5 16,13 3 0-16,0 0 4 0,-1 3-1 16,-7 0 0-1,-8 0-7-15,-26 0-1 0,-12 0-4 16,-7 0-15-16,-9 0-30 16,0 0-33-16,-9 0-2 15,-11 3-29-15,-4 4-205 16</inkml:trace>
  <inkml:trace contextRef="#ctx0" brushRef="#br2" timeOffset="92445.64">27101 3982 469 0,'0'0'200'16,"0"0"-179"-1,0 0 1-15,0 0 85 0,0 0-85 31,0 0-22-31,21 6 23 0,20-6 1 0,8 0 4 32,8 0-13-32,4 0 5 0,10 7-2 15,-1-7 8-15,-9 3-9 16,-3 0-6-16,-18-3-11 16,-11 0 0-16,-8 0-27 15,-13 3-39-15,-8 0-63 0,0-3-62 0,0 0-77 16</inkml:trace>
  <inkml:trace contextRef="#ctx0" brushRef="#br2" timeOffset="93194.26">27175 3526 284 0,'0'0'92'0,"0"0"-79"16,0 0-8-16,0 0 50 16,0 0 33-16,0 0-10 0,-4 0 11 15,4 0 19-15,0 0-6 16,0-3-14 0,0 0-22-16,0-3-19 0,0-6-14 15,9-10-15-15,6 0-14 16,2-2 0-16,3-4 0 15,-3 3 4-15,-1 4 3 0,1-4-1 16,4 3-3-16,-5 7-6 16,0 6-1-16,-8 6 0 0,0 3-9 15,9 0 5 1,-5 0-1-16,5 12-3 16,3 15 4-16,1 4 2 15,-5 1-4 1,8-8 6-16,-3 1-8 0,0-10 2 15,-5-9 6-15,1 0 0 16,-1-6 0-16,-3 0 6 16,3 0 2-16,4-18 2 15,-8-9-6-15,5 2-3 16,-9 0-1-16,0 0 0 16,-4 6-14-16,5 4-40 0,-5 3-76 15,-4 12-169-15,0 0-345 16</inkml:trace>
  <inkml:trace contextRef="#ctx0" brushRef="#br2" timeOffset="93663.72">28259 3338 539 0,'0'0'87'0,"0"0"-78"0,0 0 43 32,0 0 46-32,0 0-24 0,0 0-40 0,-17-37-31 15,13 37-3-15,4 0-5 32,-4 0-10-32,4 16 15 15,-4 11 16-15,-1 10 3 0,1 9-1 16,0 7 0-16,4 9-2 15,0 5-11-15,0 1 0 16,0-6-4-16,0-7 0 0,0-8-1 16,0-7 0-1,0-9-1-15,4-7-6 0,0-8-36 16,1-1-31-16,-5-6-66 16,0-9-81-16,0 0-47 0</inkml:trace>
  <inkml:trace contextRef="#ctx0" brushRef="#br2" timeOffset="93942.84">28111 3976 369 0,'0'0'216'0,"0"0"-182"15,0 0 31 1,0 0 77-16,0 0-63 16,0 0-52-16,-58 0-27 15,58 0-8-15,0 0 8 16,0 0 1-16,4 0 11 0,13 0 15 15,7 0 7-15,14 0-5 16,7 0-17-16,12 0 3 16,5 0 4-16,3 0-7 0,1-3 4 15,-12 3-7 1,-14 0-8-16,-19-3-1 0,-13 3-36 16,-8 0-41-16,0 0-39 15,0-3-67-15,-21 3-209 16</inkml:trace>
  <inkml:trace contextRef="#ctx0" brushRef="#br2" timeOffset="94503.26">28025 3249 384 0,'0'0'90'16,"0"0"-61"-16,0 0 57 15,0 0-4-15,0 0-40 16,0 0-5-16,0 0 23 15,-8-3 23-15,8 3-8 16,0 0-9-16,0-4-19 16,0 1-31-16,20 3-15 0,12 0 13 15,14-2 26-15,16-2-19 0,3 1-6 16,9 0-3-16,0 3 0 16,-8 0-7-16,-17-3-4 15,-16 3-1-15,-21 0 0 16,-8 0-3-16,-4 0-15 15,0 0-17 1,0 0-3-16,-16 0-19 16,-1 0-147-16,5 0-78 15</inkml:trace>
  <inkml:trace contextRef="#ctx0" brushRef="#br2" timeOffset="95291.49">28883 3847 499 0,'0'0'155'0,"0"0"-152"0,0 0 17 16,0 0 75-16,0 0-28 16,0 0-19-16,12-71 1 15,-12 65 33-15,0-1-35 16,0 1-6-16,0 3-3 15,0-3-6-15,-4 3-8 16,-8 0-24-16,-9 3 2 0,-8 0-2 16,-8 0 0-16,1 0 0 15,3 3-2-15,8 9 2 16,4 1 0-16,9 2-4 16,3-2-4-16,5 5 4 15,4 4-6-15,0-4 3 0,0 4-1 16,0-1-17-1,21 1 8-15,4-1 1 16,4-2 3 0,4-4 1-16,3 7-5 0,5-4 5 15,-3 7 2-15,-1 0-24 16,-13-4 19-16,-4 1 5 16,-12-4-2-16,-8-2-15 0,0-4 1 15,0 0 26-15,-33-2 16 16,-11-1 14-16,-14-6 31 15,-3 0-19-15,-9-3-3 16,12 0-2-16,14 0-1 0,10 0-19 16,14-6-4-16,7-10-13 15,9 1-2-15,4-1-72 16,0 7-63-16,0 3-217 16</inkml:trace>
  <inkml:trace contextRef="#ctx0" brushRef="#br2" timeOffset="97773.25">29408 3643 638 0,'0'0'65'16,"0"0"-54"-16,0 0 33 15,0 0 63 1,0 0-37-16,0 0-26 16,0 0 0-16,144-55-9 15,-107 33-6-15,0-2 3 16,-5-1-8-16,-3-3-9 0,0 1-8 15,-8-1 6-15,-1-3-5 0,-7-6-4 16,-1 3 0 0,-12-3-3-16,0 0 2 0,0 6 5 15,-16 10-4 1,-9-1 1-16,-4 9-5 0,-4 8-2 16,-3 1 1-16,-2 4-4 15,1 0 5-15,-8 13-1 16,0 18 0-16,-4 12-1 15,-5 9 2-15,5 10-1 0,8 6-1 16,8 6-3-16,8 6 2 16,21 0-1-16,4-9 2 15,0-4 0-15,21-11-8 32,20-13 10-32,13-9 0 15,7-9 1-15,5-16 0 16,7-6 9-16,2-3-4 0,6 0 3 15,6-9 2-15,-18-7-3 0,-11 1-1 16,-26 3-6-16,-19 3 1 16,-13-1-2-16,0 1-6 15,-13 3-55-15,-11 6-198 16,-9 0-299-16</inkml:trace>
  <inkml:trace contextRef="#ctx0" brushRef="#br2" timeOffset="99840.28">29970 2274 266 0,'0'0'74'0,"0"0"-56"15,0 0 74-15,0 0 2 16,0 0-35-16,0 0-6 0,0 0-19 16,-25-70 4-1,25 67 23 1,0 0-12-16,0 0-1 16,0 3-16-16,0-4-10 0,0 4-3 15,0 0-3-15,0 0-5 16,0 0-10-16,0 0-1 15,0 0-4-15,0 0-8 16,0 7-4-16,0 14 11 16,0 10 1-16,0 9 4 0,4 6 5 15,5 0 0-15,3 4-2 16,-8-4-1-16,5-6-2 16,3 0 4-16,-8-6-4 15,4-9 1-15,1-10 0 16,-5-6 0-16,-4-5 0 15,4-4 3 1,-4 0 1-16,4 0 29 16,-4 0 14-16,4 0-2 15,4-4-1-15,1-20-14 16,3-7-21-16,5-6 0 16,2-3 2-16,-2 0 0 0,-1-6-3 15,1-4-1-15,-5-2-2 16,5-3-5-16,-9 2 1 15,0-3-2-15,1 13 2 0,-1 6 1 16,0 6 0-16,0 10 6 16,0 5-7-16,-8 8-2 15,4 1 1-15,-4 4-1 16,0 3-2-16,0 0-5 16,0 0-16-1,0 0-18-15,0 0-21 16,0 0-45-16,0 22-44 15,-4-1-9-15,1-9-110 16,-2 1-12-16</inkml:trace>
  <inkml:trace contextRef="#ctx0" brushRef="#br2" timeOffset="100257.88">30266 2389 501 0,'0'0'58'16,"0"0"-25"-16,0 0 81 15,0 0 5-15,0 0-34 16,0 0-38-16,8-9-17 15,-8 9-9 1,0 0-11-16,0 0-10 16,0 12-6-16,4 12 6 15,0 16 6-15,0 0-3 16,5 1 4-16,-9-1-7 0,4-10 5 16,0 1-2-16,-4-12-2 15,4-4 2-15,-4-6-2 16,0-5 2-16,0-4-3 0,0 3 1 15,0-3-2 1,0 0-3-16,4 3-48 0,-4-3-120 16,0 0-45-16,0 0-79 15</inkml:trace>
  <inkml:trace contextRef="#ctx0" brushRef="#br2" timeOffset="100612.52">30324 2222 760 0,'0'0'62'0,"0"0"-61"16,0 0 26-16,0 0 3 15,0 0-30-15,0 0-3 16,20 13 3-16,9 14 10 0,-1 1-9 15,5 3-1-15,0 0 5 16,-4-1-3-16,-4 4 1 31,-5-6-2-31,-12 3-1 0,-4-3-3 16,-4 0 3-16,0 3 7 16,-25-1 0-16,-19-2 2 15,-14-3 11-15,-7-7-11 16,3-6 5-16,8 1-9 15,14-7 2-15,11 0-7 16,12 0-3-16,13-3-78 0,4-3-103 16,0 0-112-16</inkml:trace>
  <inkml:trace contextRef="#ctx0" brushRef="#br2" timeOffset="101500.3">31046 2105 388 0,'0'0'155'0,"0"0"-155"16,0 0 0-16,0 0 33 16,0 0-11-16,0 0-22 15,0-12 2-15,-8 30 5 0,-5 7 18 16,-7-1 4-16,-5 11 40 15,-3 8-26-15,-17 6-7 16,-5 16 16-16,-7 12 13 16,-17 12-29-16,-8 10-20 15,-5 0 0-15,6-10-5 16,2-12 4-16,18-9 6 0,7-16 10 16,9-12-7-16,17-9-7 15,7-9-14-15,9-7 3 16,4-6-4-16,3-5 0 15,5-4-1-15,0 0-1 0,0 0-5 16,0 0-3-16,0 0-67 31,0 0-28-31,5-10-172 16</inkml:trace>
  <inkml:trace contextRef="#ctx0" brushRef="#br2" timeOffset="102103.18">30709 2780 689 0,'0'0'31'0,"0"0"-3"16,0 0 84-16,0 0-21 16,0 0-46-16,0 0-27 15,4-12 4-15,-4 12-9 0,0 0-7 16,0 0-1-16,0 0-5 15,4 9-2-15,5 16 2 16,3 8 12-16,-4 5-7 16,5 2-2-16,-1 0-1 15,1 0-1-15,-1-3 2 0,0-3-1 32,-8-6-2-32,8-7 1 15,-4-6-1-15,-4-5 0 16,-4-7 0-16,0-3 0 0,0 0 7 15,0 0 9-15,4 0 22 16,1 0 19 0,3-10-3-16,4-14-37 15,5-16-10-15,-1 0 10 0,5-13-10 0,4-2-2 16,-1-4 0-16,-4 1-5 16,-3 5 2-16,-5 10-2 15,-4 9-1 1,1 10 1-16,-1 11 0 0,-8 4-14 15,4 9-24-15,-4 0-34 16,0 0-63-16,0 0-180 0,0 3-93 16</inkml:trace>
  <inkml:trace contextRef="#ctx0" brushRef="#br2" timeOffset="102451.4">31157 2919 601 0,'0'0'92'0,"0"0"-65"16,0 0 104-16,0 0 0 15,0 0-50-15,0 0-52 0,0 0-29 16,12 22-18-16,-12-1 18 15,0 7 5-15,4 3 0 16,-4 3-2-16,0 3 3 16,0-10-4-16,4 1-1 15,-4-4 0-15,4 1-1 16,-4-9 0 0,0-4 0-16,5-3-18 15,-1-3-61-15,0 1-34 16,4-4-59-16,-8-3-85 15,4 0-20-15</inkml:trace>
  <inkml:trace contextRef="#ctx0" brushRef="#br2" timeOffset="102668.4">31038 2906 714 0,'0'0'94'0,"0"0"-78"16,0 0 72-16,0 0 22 15,0 0-69-15,0 0-41 16,-8-64 0-16,36 64 8 0,10 0-3 16,6 0-3-16,6 0 1 31,8 0-2-31,-6 0-1 16,-2 3-9-16,-38-3-100 15,-3 0-237-15</inkml:trace>
  <inkml:trace contextRef="#ctx0" brushRef="#br3" timeOffset="131813.84">31411 3967 152 0,'0'0'31'16,"0"0"-31"-16,0 0 1 15,0 0 15-15,0 0-14 0,0 0-2 0,0 0-8 16,-28-80 3-16,28 67 5 16,0 4 2-16,-4 0 4 15,4 3 3 1,0-1-9-16,-4 2-3 0,0 1-13 16,-5 1-12-16,5 0-44 15,0 3-15 1</inkml:trace>
  <inkml:trace contextRef="#ctx0" brushRef="#br3" timeOffset="132786.04">31235 3517 251 0,'0'0'130'0,"0"0"-75"0,0 0 40 15,0 0 22-15,0 0-49 16,0 0-26-16,0-6 7 31,0 6 4-31,0 0-12 16,0 0-4-16,0 0-6 0,0 0-3 15,0 0-17 1,0 0-4-16,0 0-7 0,0 0 0 16,0 18 3-1,4 13 11-15,8 6 11 0,4 3-18 16,1 12-3-16,3 10 4 0,9 3-2 16,0-3-2-16,4 8 1 15,8-8 0-15,0 3-3 0,5-3 5 16,-2-7-6-16,-7 1 1 15,0-7 0-15,-8-6-2 16,-9-6 2-16,1-3-2 16,-13-10 0-1,4-2-1-15,-3-6 2 16,-1-4-1-16,0-6 4 16,-4 0-2-16,0 0 3 15,1-6-2-15,-5 0 0 0,0 0 5 16,0 0-1-16,4 0 5 15,-4 0 10-15,0 0-8 16,0 0-5-16,0 0-6 16,0 0-3-16,0 0 0 15,0 0-2-15,0 0-34 16,0 0-38-16,0 0-44 16,0 0-76-16,0 0-204 0</inkml:trace>
  <inkml:trace contextRef="#ctx0" brushRef="#br3" timeOffset="133387.43">31797 4328 333 0,'0'0'177'0,"0"0"-73"15,0 0-9-15,0 0 64 0,0 0-71 16,0 0-25-16,0-56 0 15,0 56-14-15,0 0-8 16,0 0-9-16,0 0-7 16,0 0 0-16,0 0-9 15,0 0-4-15,0 0-6 16,0 0-6-16,0 0-2 0,0 0-3 16,0 0-5-16,0 6 2 15,5 16 7-15,7 2 1 16,0 7 0-16,0 0 1 15,0 3-2-15,-4 0 1 16,5-6 0-16,-5-4 3 0,0-2-2 31,1-7-1-31,-5-2 0 16,0-4 2-16,-4-3-2 16,0-3-2-16,0 0-5 0,0-3 1 15,0 0 3-15,0 0 3 16,0 0 3-16,0 0 4 15,0 0 2-15,-4 0-6 16,-21 0 0-16,-16 0 9 0,-8 0-10 16,-13 0-2-16,-3 0 6 15,3 0-5-15,5-3 5 16,20 0 8-16,12 0-5 16,9 0 3-16,16 3-8 15,0-3 1-15,0 0-5 16,0 3-6-1,0 0-6-15,0 0-22 16,0 0-17-16,12 0 32 16,-4 0-38-16,-4 0-39 15,9 0-32-15,-5 0-79 16,-8 0-59-16,4 0-67 16</inkml:trace>
  <inkml:trace contextRef="#ctx0" brushRef="#br3" timeOffset="138322.97">32175 4192 525 0,'0'0'53'0,"0"0"-50"15,0 0 36-15,0 0 32 16,0 0-43-16,0 0-22 16,0 0 0-16,12-22 6 0,-12 22 4 15,0 0-2-15,4 4 0 16,5 17-2-16,-1 13 4 15,-4 12 13-15,0 10-5 16,4 5-1-16,-4-2-7 16,1-1-1-16,-1-8-3 15,-4-7-10 1,4-9 7-16,0-10 0 16,-4-5 0-16,0-13 1 15,0 0 2-15,0-6 9 16,0 0 12-16,4 0 8 15,-4 0 5-15,4 0 10 16,5-6-13-16,2-19-8 16,5-5-32-16,5-4-1 0,-4-3-1 15,3-4 1-15,1 5-3 0,0-4 1 16,-9 9-3 0,-1 6-5-16,-2 10-8 15,-9 5-31-15,4 8-24 16,-4 2-37-16,0 0-98 0,0 0-190 15</inkml:trace>
  <inkml:trace contextRef="#ctx0" brushRef="#br3" timeOffset="138624.13">32343 4513 581 0,'0'0'109'15,"0"0"-90"-15,0 0 24 16,0 0 11-16,0 0-44 16,0 0-5-16,4 40 11 0,13-19 7 15,-5 4 1 1,9 3 11-16,-1 0 0 16,0-1-22-16,1-2-6 0,-5-4 4 15,1-6-7-15,-9 1-1 0,5-9 1 16,-9 1-2-16,0-4-2 15,-4-4-34-15,0 0-84 16,0 0-62-16,0 0-25 16,0 0-142-16</inkml:trace>
  <inkml:trace contextRef="#ctx0" brushRef="#br3" timeOffset="138902.41">32688 4288 364 0,'0'0'206'0,"0"0"-158"0,0 0 8 15,0 0 73-15,0 0-39 16,0 0-61-16,16-56-29 16,-16 81-10-16,4 11 10 0,-4 14 19 15,0-1-2-15,4 4-12 16,0-7-2-16,5-6 0 31,-9-6 3-31,4-10-2 16,-4-5 0-16,0-7-4 0,0-5-18 15,0-4-38-15,0-3-78 16,0 0-70-16,0 0-11 16</inkml:trace>
  <inkml:trace contextRef="#ctx0" brushRef="#br3" timeOffset="139144.43">32560 4260 320 0,'0'0'423'15,"0"0"-395"-15,0 0-7 16,0 0 91-16,0 0-1 16,0 0-78-16,0 0-23 0,-11-86-9 15,35 86 2 1,9 0 3-16,12 0 1 15,8 0-5-15,9 3 5 16,4 6-6-16,-9 0 0 16,-3-3-1-16,-13 0 0 15,-13 0-15-15,-3 1-110 0,-25-7-150 16,0 0-171-16</inkml:trace>
  <inkml:trace contextRef="#ctx0" brushRef="#br3" timeOffset="139817.87">32023 4898 263 0,'0'0'217'16,"0"0"-169"-16,0 0-15 16,0 0 36-16,0 0-64 15,0 0-3-15,25 0 36 16,8 0 29-16,11 0-25 0,6 0-19 16,8 0 9-16,11 0-2 15,5 0-9-15,12 0 2 16,-3 0 18-16,3 0-10 0,-5 0-13 15,6 0 9-15,-9 0-6 16,-21 6-16-16,-15 3-5 31,-18-2 0-31,-16-4-6 0,-8-1-3 16,0 2-7-16,-4-4-31 16,-20 6 6-16,-13-3-11 15,-1 3-90-15,18-6-36 16,-1 0-115-16</inkml:trace>
  <inkml:trace contextRef="#ctx0" brushRef="#br3" timeOffset="140565.04">32487 5123 277 0,'0'0'253'0,"0"0"-223"0,0 0 52 31,0 0 20-31,0 0-19 0,0 0-36 16,0-19 3-16,0 7-1 15,-17 3-22-15,-3 0-20 16,-9 5-7-16,1 1 3 16,-14 3-1-16,1 0 1 15,-3 0 0-15,-6 7-2 16,9 14 1-16,4 1 4 0,13 6-6 16,11-1-1-16,9 1-2 15,4 0-3-15,0-7 3 16,13-9-5-16,10-5 2 15,6-7 6-15,0 0 5 16,8 0 3-16,1-9-6 0,-2-13-2 31,-3-3 4-31,0-2-3 16,-4 2 0-16,-5 6 0 16,-4-2-1-16,-3 8 3 15,-5 1-3-15,-3 6 1 0,-1 3-1 16,-8 3-2-16,0 0 1 15,4 0-4-15,-4 0-5 16,4 24 10-16,-4 7 1 0,4 16 11 16,-4 8-9-16,0 10 0 15,4 0-2-15,-4-1 0 16,0-8 0-16,0-13-1 16,0-9 2-16,0-12-2 0,0-7 1 15,0-9-1-15,0-3 3 31,0-3-1-31,0 0 17 16,0 0 25-16,0 0 16 16,9-6 0-16,7-22-24 15,9-9-28-15,7-6 6 16,1-3-12-16,-4-4-2 16,0 4 2-16,-8 3-2 15,-10 6-2-15,-11 9-35 0,0 7-45 16,0 18-118-16,-4 3-339 15</inkml:trace>
  <inkml:trace contextRef="#ctx0" brushRef="#br3" timeOffset="144146.37">28189 2974 420 0,'0'0'163'0,"0"0"-153"15,0 0 24-15,0 0 70 16,0 0-30-16,0 0-5 16,0 0-14-16,-4-6-2 0,4 3-15 15,-4-3-4-15,4-3 3 16,-8 0-22-16,4-4 12 15,-5-2 0-15,1-4-8 16,-4-2 2-16,-9-7-3 16,-4-3-10-16,-8-6 3 15,-7-6-9-15,-6-6 13 0,1-7-6 32,-8 1 7-32,-1-1-3 0,1-2-2 0,-4 2 4 15,-5 1-2-15,5 2 4 31,-5-5-10-31,1 5-4 16,-1 1-3-16,8 12-2 0,14 3 1 16,-1 12-12-16,3 7 10 15,9 2-11-15,5 10 8 16,4 0 0-16,8 3 0 16,7 3 1-16,1 0-2 0,4-4-6 15,0 4-1-15,0 0-23 16,0 0 0-16,0 0 10 15,0 0 4-15,0 0 1 0,0 0 0 16,0 0 6-16,0 0 7 16,0 0-7-16,0 0 5 15,0 0 6-15,0 0 5 16,0 0 0-16,0 0 1 16,0 0 0-16,0 0 2 15,0 0-2 1,0 0 1-16,0 0 1 15,0 0 0-15,0 0 1 0,0 0 0 16,0 0-1-16,0 0 7 16,0 0-8-16,0 0 0 15,0 0 0-15,0 0 1 16,0 0 2-16,0 0-5 16,0 0 1-16,0 0-1 0,0 0 0 15,0 7-4-15,4 14 0 16,5 7 4-16,-1 9 1 15,0 0 0-15,4 6-1 16,-4 4 1-16,4-7-1 16,-3-4 1-16,-1-1 0 15,-4-8-1 1,0-2 0-16,0-10 1 16,-4-9-1-16,0 1 1 15,0-7 0-15,0 0-1 0,0 0 23 16,0 0 32-1,0-25-3-15,-8-9-23 0,-4-6-25 16,-1-3 2-16,1 0-5 16,8-1 3-16,1 4-1 0,-2 0-1 15,1 0 4-15,0 1-4 16,4 11 4-16,0 0 2 16,0 9-1-16,0 13 0 0,0 0-6 15,0 3-1 1,0 3 0-16,0 0-4 0,0-3 4 31,0 0 4-31,0 3-4 16,0 0 0-16,13-3-1 15,-2 3 2-15,10 0-2 0,8 0-1 16,12 0 2-16,0 0 0 16,12 0 0-16,1 0 0 15,-2 0 1-15,6 0-1 16,-4 6 0-16,-18-3 0 0,-11-3 0 15,-17 0 0-15,-4 3-7 16,-4-3-14-16,0 0 2 16,-8 6-13-16,-29-3-56 15,13 0-117-15,-5-3-198 16</inkml:trace>
  <inkml:trace contextRef="#ctx0" brushRef="#br3" timeOffset="159018.07">19716 1113 309 0,'0'0'75'15,"0"0"-70"-15,0 0 23 16,0 0 58-16,0 0-35 0,0 0-29 15,0 0 2-15,0 0 6 16,0 0 2 0,0 0-4-16,0 0-5 15,0 0 0-15,0 0 1 16,0 0-1-16,0 0 2 16,0 0 5-16,0 0-4 15,0 0-3-15,0 0 1 16,0 0-5-16,0 0 1 0,0 0-12 15,0 0-5-15,0 0-1 16,0 0-1-16,0 0-1 16,0 0 1-16,0 0-1 15,0 0-3-15,0 0-2 16,-4 12-1-16,0 9-8 16,0 10 14-16,-4 9 0 0,3 6 24 31,1 7-5-31,0-4-4 0,4 0-1 15,0-2-4 1,0-4-1-16,0-6-9 16,0-6 1-16,-4-4 0 15,0-5 2-15,0-4-3 0,0-2 0 16,4-4 2 0,-5-2-1-16,1-4 0 0,0-3 3 0,0 0-4 15,0 3 2 1,0 0 1-16,0 1-3 0,4-2-2 15,-4-5 2-15,-5 4-7 16,9-1-5-16,-3-3 4 16,3 0-22-16,0 0 1 15,0 0 7-15,-4 0-5 0,4 0-5 16,-4 0 6-16,0 0 12 16,4 0 11-16,-4 0-9 15,-1 0-13-15,-3 0 11 16,4 0-4-16,-8 0-23 15,-5 0-3-15,1 0 7 16,-1 0 20 0,1 0 15-16,-1 0 2 0,5 0 0 15,-4 0 8 1,8 0-5-16,0 0 9 16,-1 0-3-16,9 0-2 15,0 0 4-15,0 0 10 0,0 0-15 16,0 0-2-1,0 0 7-15,0 0-2 0,0 0 4 0,0 0 7 16,13 0 9 0,7 0 23-16,12 0 18 0,18 0-13 15,4 0-15-15,3 0-2 16,0 0-9-16,-4 0-17 16,-11 0-11-16,-9 0 3 15,-13 0-5 1,-3 0-1-16,-9 0 0 15,-4 0 0-15,-4 0 1 16,0 0 0-16,0 0 1 16,0 0 0-16,0 0-2 15,0 0-13-15,0 0-27 16,0 0-48-16,-4 0-68 16,0 0-65-16</inkml:trace>
  <inkml:trace contextRef="#ctx0" brushRef="#br3" timeOffset="159635.57">19552 1180 381 0,'0'0'141'16,"0"0"-109"-16,0 0-26 16,0 0 60-16,0 0 9 15,0 0-38 1,-4-3 1-16,4 3-3 15,0 0-2-15,0 0-3 16,0-6 11-16,16 0 11 16,5 0-9-16,12-1-2 15,7-5-8-15,6 3-7 16,-1-1-17-16,-4 5-2 16,-4 5-5-16,0 0-1 0,-12 0-1 15,-1 0 1-15,-4 0 0 16,-11 0-1-16,-1 0-2 15,-8 0-3-15,0 0-8 0,0 0-19 16,0 0-43-16,0 0-105 16,0 0-23-1,0 3-13-15</inkml:trace>
  <inkml:trace contextRef="#ctx0" brushRef="#br3" timeOffset="160402.03">20201 1581 277 0,'0'0'129'0,"0"0"-104"15,0 0 67-15,0 0 30 16,0 0-80-16,0 0 19 16,7-12 2-16,-14 6-28 0,-1 2 15 15,-5 1-2-15,-12 3-48 0,1 0-4 16,-14 0 4-16,-2 0 16 31,-1 0-11-31,-1 13 2 0,5-4 0 16,13-3 6-16,12 4 2 15,8-8-5-15,4 5-10 16,0-1 0-16,0 0-15 16,0 3 9-16,16 1 6 15,8-7 2-15,9 9 2 16,0-6-2-16,0 6 2 15,0 4 6-15,0-1-7 16,-4 7-1-16,-5-1-2 16,-7 4-1-16,-5 3 1 0,-8-10-8 15,-4 4 2-15,0-4-1 16,-12 1-7-16,-17-1 11 16,-8-2 3-16,-12-4 27 15,4-3-4-15,8-3 23 0,-1-6-16 16,14 0 6-16,12 0-14 31,4 0 7-31,8-12-20 16,0-6-6-16,0-10-3 0,8 0-32 15,20 3-44-15,5 1-48 16,-20 18-75-16,-5-1-146 16</inkml:trace>
  <inkml:trace contextRef="#ctx0" brushRef="#br3" timeOffset="161594.75">21128 1341 359 0,'0'0'135'0,"0"0"-135"16,0 0 0-16,0 0 93 15,0 0-26-15,0 0-44 16,0 0-9-16,8-3-2 16,-8 3-3-16,0 9-9 0,0 9 0 31,-12 10 38-31,-9 3 15 0,-4 6-19 16,-2-3-14-16,-7-6-8 15,-3 2-5-15,-4-5 3 16,5-4 2-16,-10-2-1 15,5-3-8-15,5-4 53 16,-6-3-25-16,13-9-16 16,5 0 3-16,3 0-4 15,13 0-2-15,-5-3 5 16,9-15-1-16,4-7-11 0,0-3 14 16,0-6-19-16,0 0 0 15,17 4 6-15,-1 2-4 16,5 6 0-16,0 3-2 0,-1 7-2 15,5 3 2-15,7 3 4 16,1 6 8-16,4 0-7 16,-4 0 1-16,8 12 0 15,8 19-6-15,-7 3-1 16,-1 6 0-16,-1 3 2 16,-7-3-1-1,1-6 0-15,-10-3-2 16,0-9-13-16,-7-7-21 0,-5-3-56 15,0-5-86-15,-12-7-38 16,0 0-188-16</inkml:trace>
  <inkml:trace contextRef="#ctx0" brushRef="#br3" timeOffset="162963.79">21842 1146 235 0,'0'0'213'0,"0"0"-163"0,0 0-38 15,0 0 89 1,0 0-19-16,0 0-42 0,8-21-30 15,-8 21-4-15,0 0-6 0,0 0 0 16,0 19-12-16,0 8 5 16,-8 13 7-16,-8 3 46 15,-1 6-12 1,6 4-21-16,-2 0-8 0,1-10-4 16,8-7 3-1,-4-8 0-15,3-9-2 16,1-7 2-16,4-6-3 15,0-6 2-15,0 0-1 16,0 0 0-16,0 0 11 16,0 0 8-16,0 0 18 15,0 0 14-15,0-25 17 16,0-2-21-16,4-10-45 0,9-3 3 16,-5-6 1-16,5-7-5 15,2 1-2-15,-3-4 0 0,1 1 0 31,-1 9-2-31,-4 6 2 16,1 9-1-16,-1 6 0 16,-4 13 3-16,-4 2-3 15,4 10 1-15,0 0-1 16,-4 0 3-16,0 0-3 0,0 0 0 16,0 0-2-16,0 0-8 15,9 28-5 1,-1 12 3-16,0 10 12 0,9 5 5 15,-1 1-4-15,4 2 2 16,1-5 3-16,-5-1-5 0,5 0 3 16,-5-9-4-16,1 0 1 15,-5-8 0-15,-8-4 0 16,1-10-1-16,-1-6 1 16,-4-6 0-16,0 1-1 15,0-7 0-15,0 0-3 16,0-3-18-16,0 3-29 0,0-3-56 15,-4 0-60-15,-5 0-113 16</inkml:trace>
  <inkml:trace contextRef="#ctx0" brushRef="#br3" timeOffset="163195.84">21613 1470 675 0,'0'0'158'0,"0"0"-158"16,0 0 17-16,0 0 20 15,0 0 16-15,0 0-16 16,148-49-16-16,-100 42-6 0,2 5-7 16,-13 2-3-16,0 0-5 15,-9 0-4-15,1 0-93 16,-29 0-108-16,4 0-77 15</inkml:trace>
  <inkml:trace contextRef="#ctx0" brushRef="#br3" timeOffset="163884.59">22491 1615 503 0,'0'0'89'15,"0"0"-82"-15,0 0 99 16,0 0-5-16,0 0-55 16,0 0-15-16,0 0-23 15,-41-28-8-15,12 28-8 16,-11 0 7-16,-6 0-11 16,1 9 12-16,-5 10 5 0,6 3-5 15,15 2 4-15,4 1-4 0,17-3-2 16,4-1-8-16,4-2-2 15,0-7-2-15,16-6 11 16,13-3-1-16,8-3 4 16,4 0 10-16,-8-3-2 15,4-15-5-15,-12-7-3 16,4-3 0-16,-10-6-3 0,2-3 2 16,-9-6-6-1,1 0 1-15,-5 0 4 0,-4-4-1 16,0 1 0-16,-4 9-22 15,0 6 13-15,0 7 1 16,0 12 11-16,0 5 30 16,0 7 37-1,0 0-8-15,0 0-9 16,0 0-50-16,0 28 0 0,0 15-23 16,0 9 23-1,0 4 18-15,4 9-1 0,5-6-12 16,-1-4 3-16,-4-9-4 15,8-6-3-15,-7-12-1 16,-1-3 2-16,0-13 0 0,-4 0-4 16,0-5-6-16,0-5-56 15,0-2-109 1,0 0-120-16</inkml:trace>
  <inkml:trace contextRef="#ctx0" brushRef="#br3" timeOffset="165142.59">23110 817 304 0,'0'0'219'15,"0"0"-218"1,0 0-1-16,0 0 96 0,0 0-2 15,0 0-41-15,0 0-28 32,0-9-4-32,0 9-13 0,-11 0-8 15,-14 9 0-15,-8 15 18 16,-4 10 18-16,-3 15-16 16,-2 10 8-16,5 21-1 15,-8 19 0-15,4 15-19 16,4 6-6-16,8 0 1 0,21-6-3 15,8-12-9-15,4-6-8 16,33-13 17-16,9 0-6 16,11-9 6-16,5-9-3 15,3-13 3-15,-7-18 1 16,-2-9-1-16,-10-13 0 16,-13-9 9-16,-4-3 2 0,-13 0-4 15,-7 0 15-15,-5 0-6 0,-4 0-9 31,0 0 12-31,0-6 0 16,0-9-19-16,0-1-10 16,0 1-44-16,-4-7-51 15,0 13-123-15,4 0-80 16</inkml:trace>
  <inkml:trace contextRef="#ctx0" brushRef="#br3" timeOffset="165991.04">23534 919 76 0,'0'0'460'0,"0"0"-362"16,0 0-89-16,0 0 13 15,0 0 3-15,0 0-20 0,8 12 2 16,-8 19-7-16,-4 5 40 16,-4 1-16-16,0 1 7 15,-1-8-21 1,1-5-7-16,8-9 4 0,-4-8-2 0,4-4 0 16,0-4-3-16,0 0-1 31,0 0 9-31,0 0 8 15,0-4 14-15,0-17 24 0,8-10-1 16,5 0-49-16,3 0-6 16,-7 10 10-16,2-1-8 15,-7 7 0-15,-4 9-2 16,4-1 5-16,-4 7-4 16,0 0 2-16,0 0-2 0,0 0-1 15,0 0-5-15,0 0-12 16,0 28-6-16,0 10 4 0,0 2 19 15,0 8 0-15,0 2 4 16,0-7 0-16,0 1-4 16,0-11-13-16,0 1-31 15,0-9-16-15,0-1-15 16,-4-8 10-16,-11-4-27 16,-2 0 40-16,-8-2 27 15,5-4 4-15,-5 0-12 0,0-3 21 16,4 0-31-16,6-3 43 15,-2 0 68-15,13 0-10 32,0 0 6-32,4 0-17 15,0 0 12-15,0 0-5 0,12 0-54 16,12 0 19 0,5-3-16-16,4-3 26 0,8-3-15 15,4 2-5-15,-4 2 0 16,1 2-4-16,-9-4 4 15,-5 7-6-15,-4-3-3 0,-3 3 0 16,-13 0-67-16,-8 0-131 16,0 0-74-16</inkml:trace>
  <inkml:trace contextRef="#ctx0" brushRef="#br3" timeOffset="166408.81">22823 1643 386 0,'0'0'200'15,"0"0"-162"-15,0 0-18 0,0 0 123 16,0 0-17-16,0 0-89 15,-44 3-37-15,73-3-6 16,11 0 6-16,14 0 41 16,15-3-16-16,14-3-17 15,11-4 10-15,9 1-10 0,8 3 3 16,3 3 7-16,1-3-6 16,-9 6 15-16,-2 0-12 15,-18 0 2-15,-16 0-13 16,-13 0 2-16,-16 3-6 15,-20 0 0-15,-9 0 0 16,-12-3-8 0,0 0-9-16,0 3-27 0,-21-3-34 15,-16 6-32-15,12-6-69 16,2 0-89-16</inkml:trace>
  <inkml:trace contextRef="#ctx0" brushRef="#br3" timeOffset="169454.59">23337 1824 451 0,'0'0'200'0,"0"0"-169"0,0 0-27 16,0 0 34-16,0 0 3 16,0 0-29-16,-4 56 0 15,-1-22 28-15,5-3 10 16,-4 9-14-16,0 0-11 15,0 6-12-15,0-3 1 16,0-6 2-16,-4-3 0 0,3-12-3 31,1-10-8-31,4-3-1 0,-4-6-2 0,4 1 1 0,-4-4-3 16,4 0 0-16,-8 0-28 16,-1 0-40-1,-2-9-67-15,-1-10-39 0,3-9-69 16,9 13 97-1,0-4-47-15</inkml:trace>
  <inkml:trace contextRef="#ctx0" brushRef="#br3" timeOffset="169759.16">23234 1880 289 0,'0'0'88'16,"0"0"7"-16,0 0-3 15,0 0-11-15,0 0 7 0,0 0 2 16,9-40-30-16,3 40-33 15,-1 15-26-15,10 10 9 16,4 0 10-16,4 9-4 0,0-3-7 16,3 0-4-16,-3 2-1 15,0-2-2-15,-13-7-2 16,5-2 0 0,-9-9 2-1,-3-4 0-15,-5-6-1 0,0 0 2 16,-4-3-3-16,0 0 1 15,0 0-1-15,0 0-14 16,0 0-47-16,0-22-44 16,0 10-109-16,0-6-115 15</inkml:trace>
  <inkml:trace contextRef="#ctx0" brushRef="#br3" timeOffset="170005.63">23513 1732 152 0,'0'0'394'0,"0"0"-302"16,0 0-88-16,0 0 88 16,0 0 15-16,0 0-42 15,0-34-39-15,0 34-20 16,0 19-6-16,0 12 0 0,0 9 30 16,0 6-1-16,0 6-2 15,0 1-14-15,5 2-13 16,-1-3 10-16,0-5-5 15,-4-7-3-15,4-13 4 16,-4-8-6-16,4-3-5 0,-4-4-36 16,0-6-47-16,0-6-96 15,0 0-138-15</inkml:trace>
  <inkml:trace contextRef="#ctx0" brushRef="#br3" timeOffset="170990.31">23772 2044 232 0,'0'0'50'15,"0"0"-43"-15,0 0 49 16,0 0 24-16,0 0-35 15,0 0-36-15,0 0-8 0,-4-7 11 16,4 7 20 0,0 0-8-16,0 0-2 0,0 0 3 15,0 0-3-15,0 0-2 16,0 0-2-16,0 0-1 16,0 0 3-16,0 0-1 15,0 0 5-15,0 0 7 0,0 0 0 16,0 0 2-16,0 0-3 15,0 0-6-15,0 0-2 16,0 0-8-16,0 0-8 16,-9 3-6-16,1 13-6 15,-4 5 6-15,-1 7 7 16,1 0 3 0,0-4 0-16,3-2-1 0,6-10-4 15,-1-5 0 1,4-1 0-16,0-3 0 15,0-3-2-15,0 0 2 16,0 0 1-16,0 0 7 0,0 0 2 0,0 0 6 16,0-12-3-16,0-13 15 15,11-6-12-15,6-6-18 16,0 0 12-16,3-3-13 16,-7 3 3-16,3 3-5 15,-8 10-1-15,-3 5-1 16,3 10 2-16,-8 6 0 15,0 3 2-15,0 0 0 16,0 0 0 0,0 0-2-16,0 0-12 15,4 3-2-15,4 21 1 16,5 7 13-16,2 6 5 16,2 6-1-16,-1-3 0 0,5-6-2 15,-9 3 1 1,1-12-3-16,-5 0 0 0,-4-7-1 15,0-3-10-15,-4-2-27 0,0-1-48 16,0-6-27-16,0-6-52 16,-8 0-151-16</inkml:trace>
  <inkml:trace contextRef="#ctx0" brushRef="#br3" timeOffset="171195.7">23743 2111 620 0,'0'0'145'16,"0"0"-133"-16,0 0 53 16,0 0 26-16,0 0-52 15,0 0-29-15,70-52-3 16,-38 42-2-16,5 5-1 16,-3 1-4-16,-1-5 0 0,-4 3-13 15,-6-6-121-15,-23 5-154 0,4 2-41 16</inkml:trace>
  <inkml:trace contextRef="#ctx0" brushRef="#br3" timeOffset="171576.77">24384 1362 453 0,'0'0'178'16,"0"0"-137"-16,0 0 23 15,0 0 31-15,0 0-24 16,0 0-37-16,0 0-22 15,4-6 1-15,-4 12-6 0,0 22-2 16,0 9 16-16,0 9 19 16,0 7-12-16,0-4-14 15,0 0-9-15,0-9-3 0,0-6 4 32,0-9-6-32,0-4 0 0,0-5-7 15,0-4-20 1,0-6-15-16,0-3-84 15,-8-3-43-15,-1 0-98 0,1 0-168 16</inkml:trace>
  <inkml:trace contextRef="#ctx0" brushRef="#br3" timeOffset="171776.23">24215 1599 242 0,'0'0'419'0,"0"0"-363"16,0 0-36-16,0 0 80 15,0 0-32-15,0 0-35 16,54-15-17-16,-18 12-3 16,6 3 4-16,-1-6-14 0,3 3 2 15,-2 0-5-15,-5 0-3 16,-8 0-114-16,-25-4-193 16</inkml:trace>
  <inkml:trace contextRef="#ctx0" brushRef="#br3" timeOffset="172830.03">25171 940 363 0,'0'0'161'16,"0"0"-135"-16,0 0-11 15,0 0 76-15,0 0-32 16,0 0-19-16,0 0-13 16,17-49 13-16,-17 49-16 15,0 0 4 1,0 0-12-16,0 3-12 16,0 24-4-16,0 10 0 15,0 10 35-15,-4-1 3 0,-5 0-31 16,9-6-1-16,-4-15 0 15,0-7-6-15,4-11 1 16,0-5 4-16,0-2-5 0,0 0 4 16,0 0 6-16,0 0 6 15,0-12 7-15,0-16 17 16,4-2-37-16,5-1-3 16,3 0 0-16,0-3 0 15,1 3-3-15,-1 4 1 16,-8-1 0-16,5 12 2 15,-5 7-1 1,-4 6 4-16,0 3-3 16,0 0 8-16,0 0-7 15,0 0-1-15,0 15-14 16,0 19-12-16,0 6 24 16,0 7 2-16,0 5 2 0,0-5 1 15,0-7-3-15,4-1-11 16,-4-4-13-16,4-11-13 0,-4 4-20 15,0-10 1 1,0 1-8-16,0-4-7 0,0-3-1 16,0-5 6-16,0-1-15 0,-4 0 69 15,-4 0 4 1,-5-3-11-16,1 0-2 0,-5 1 21 31,5-4 49-31,8 0 23 16,0 0-12-16,4 0-6 15,0 0-9-15,0 0-1 16,0 0 8-16,0 0-12 0,0 0-5 16,8 0-26-16,-4 0-8 15,8 0 24-15,5 0-9 16,8-4-5-16,8 1-3 0,3 0-2 16,9 0-3-16,1 0-3 15,-10 3 0-15,-7 0-1 16,-12 0-34-16,-13 0-144 15,-4 0-75-15,0 0-47 16</inkml:trace>
  <inkml:trace contextRef="#ctx0" brushRef="#br3" timeOffset="173253.21">24815 1519 528 0,'0'0'58'0,"0"0"-48"0,0 0 66 16,0 0 10-16,0 0-41 15,0 0-39-15,-25 4 9 16,25-4 9-16,12 0 20 0,13 0-13 15,11 0 7-15,22 0-17 16,12 0-11-16,12 0-5 16,12 0 1-16,10 0-6 15,-2 0 14-15,0 0 0 16,-7 0 1-16,-21 0 1 16,-21 0-1-1,-24 0-6-15,-21 0-7 16,-8 0-2-16,0 0 0 15,0 0 7-15,0 0-5 16,-8 0-2-16,-12 0-22 16,-5 0-62-16,-4 3-104 15,12-1-51-15,5-2-137 0</inkml:trace>
  <inkml:trace contextRef="#ctx0" brushRef="#br3" timeOffset="176583.05">24917 1772 309 0,'0'0'41'16,"0"0"-40"-16,0 0 25 15,0 0 35-15,0 0-21 0,0 0 4 16,0 0 18-1,8-3 10-15,-8 3-7 0,0 0-7 16,0 0-6-16,0 0 4 16,0 0-18-16,0 0-4 15,0 0-4-15,0 0-13 0,0 0-2 16,0 0-11-16,0 12-2 16,0 16 6-16,0 6 19 15,0 9-10-15,0 3 0 16,0 13-2-16,0-4-4 15,0 7-7-15,0-6 3 16,0-7-4 0,0-6-1-16,0-18-1 15,0-7 0-15,0-8 0 16,0-7 2-16,0-3-3 16,0 0-1-16,0 0-16 15,0 0-27-15,0 0-25 16,0-10-27-16,0-2-115 0,0 0-184 15</inkml:trace>
  <inkml:trace contextRef="#ctx0" brushRef="#br3" timeOffset="176883.49">24905 1788 358 0,'0'0'190'16,"0"0"-66"-16,0 0-40 31,0 0 21-31,0 0-52 16,0 0-53-16,20 12 7 15,1 16-7-15,0-1 15 16,8 7 1-16,-1 3-9 16,9 0 1-16,4 6-2 0,0-3-3 15,-9-6-1-15,2 0-1 16,-10-9 1-16,-7-4-1 15,-9-8 0-15,-4-10 0 16,0-3-1-16,-4 0-1 0,0 0-11 16,0 0-47-16,0 0-25 15,0 0-66-15,-4 0-113 16</inkml:trace>
  <inkml:trace contextRef="#ctx0" brushRef="#br3" timeOffset="177249.29">25209 1751 280 0,'0'0'315'16,"0"0"-289"-16,0 0-22 16,0 0 129-16,0 0-8 15,0 0-76-15,0-38-34 16,0 38-2-16,0 0 3 15,0 0-8-15,0 0-8 16,0 22 3-16,0 6 6 16,0 9 25-16,0 0-17 15,0 6-5-15,4 3-5 16,0 6 2-16,4 1-5 16,-4 3-1-16,-4-10-2 0,0-9 0 31,0-9 0-31,0-10-1 0,0-6 0 15,0-5-1-15,0-4-23 16,4 0-24-16,-4-3-37 16,0 0-95-16,0-3-55 15,0-9-76-15</inkml:trace>
  <inkml:trace contextRef="#ctx0" brushRef="#br3" timeOffset="177595.98">25389 2006 277 0,'0'0'193'15,"0"0"-105"-15,0 0-22 16,0 0 106-16,0 0-46 0,0 0-58 15,0 0-29-15,9-15-18 16,-9 21-21 0,0 19-16-16,0 12 16 15,0 3 19-15,0 0-14 16,0-6 0-16,0-6-2 16,0-10-1-16,0 1-2 15,0-10-11-15,0 0 1 16,0-6-36-16,0-3-21 15,0 0-43-15,0 0-47 0,0-9-47 16</inkml:trace>
  <inkml:trace contextRef="#ctx0" brushRef="#br3" timeOffset="177872.42">25389 1880 141 0,'0'0'492'0,"0"0"-449"16,0 0-35-16,0 0-8 16,0 0 50-16,0 0-18 15,90 93 9-15,-65-57-10 16,-4 4-24-16,-9 4-1 16,1-7-1-16,-9-7 5 0,-4-2 17 15,0-12 6-15,0-1-9 16,-9 1-15-16,-15-4-6 15,-5-3 0-15,-13 1-1 16,10-7-4-16,-1-1-46 16,0-2-72-16,29 0-50 0,4 0-83 31</inkml:trace>
  <inkml:trace contextRef="#ctx0" brushRef="#br3" timeOffset="178827.12">25554 733 215 0,'0'0'141'0,"0"0"-104"0,0 0 15 16,0 0 94-16,0 0-35 0,0 0-37 15,0 0-19 1,-9-3 5-16,9 3-24 0,0 0 9 16,0 0-13-16,0-3-3 15,0 3-6-15,0 0-3 16,0 0 1-16,9 0-8 15,7 0-7 1,8 6 7-16,9 13 11 16,4 6-1-16,9 6-7 15,2 9-12-15,6 6-1 16,0 18 1-16,-1 7-3 16,0 13 1-16,-4 2-2 15,-4 13 1-15,-7 5-2 16,-18 7 1-16,-7 3-7 0,-13-6 6 15,-4 0-4-15,-34 0-2 0,-7 0 7 16,-8-10 1-16,-9-11 3 16,4-19-4-16,-3-22 1 15,20-12 1-15,12-16 9 16,12-5-1-16,14-10 0 16,3-3-9-1,0 0-1-15,0 0 0 16,0 0-20-16,0-19-25 15,0 4-62-15,0-1-426 0</inkml:trace>
  <inkml:trace contextRef="#ctx0" brushRef="#br3" timeOffset="188600.84">16953 10388 440 0,'0'0'158'0,"0"0"-154"16,0 0 8-16,0 0 4 16,0 0 37-16,0 0-23 15,0-3-24-15,0 3 13 16,0 0 10-16,0 0-6 16,0 0 9-16,0 0-16 0,0 0 84 15,0 0-96-15,0 0-1 0,0 0-3 16,0 0 14-16,0 0-9 15,0 0 7-15,0 0-4 16,0 0-5-16,0 0 16 16,0 0-8-16,0 0-4 15,0 0 0-15,0 0-7 0,0 15 0 32,0 13 16-32,0 9-5 0,9 12 9 0,-1 13-15 15,0 6 3-15,-8 6 4 16,0 9-10-16,0 3 8 15,0 3-7-15,0-2 2 16,0-7 1 0,0 0-5-16,0-12-1 15,0-6 5-15,0-7-3 16,0-9-2-16,4-3 1 0,-4-5-1 16,0-8 0-1,0-14 0-15,0 2 0 0,0-12 4 16,0 1-2-16,0-7-1 15,0 0 0-15,0 0 0 0,0 0 10 16,0 0-7-16,5 0 5 16,-5-4 3-16,0-14-1 15,0-7-11-15,0-3-3 16,0-2 1-16,0-4 0 16,0 0-13-16,0 3 7 15,0-3 7 1,-5 0-2-16,-3 4 3 15,0-4 1-15,0 0-1 16,3 0 0-16,-3 6 0 16,4 3 0-16,-4 7 6 15,4 2-1-15,4 1 5 16,-9 6-1-16,9-1-3 0,-4 5 7 16,0 5-11-16,4 0 7 0,0 0 2 15,0 0-10-15,0 0-2 16,0 0 0-16,0 0 0 15,0 0-2 1,0 0-1-16,0 0-9 0,0 0 6 16,0 21 3-16,0 4 4 15,0 2 3 1,4 10-2-16,9-3 6 16,-5 3-7-16,4 0 0 15,1-3 7-15,-1 0-7 16,1-3 3-16,3 3-3 0,-9-6 1 15,2-4-1 1,3-2 0-16,-8-4 0 0,0-6 4 16,0-2-3-16,1-4 5 15,-5-6-4-15,0 0 0 0,0 0 12 16,0 0 1-16,0 0 4 16,0 0 6-16,0 0-5 15,4 0 9-15,-4-3 0 16,0-6-13-16,0 0-13 15,0-4-2-15,0 7-1 0,0 0 3 16,0 0-1-16,4-3-2 16,0-4 0-16,-4 1 0 15,0-7-2-15,4-3 2 16,-4-2 0-16,8-4 0 31,1-3 2-31,3-5-4 16,5-4 2-16,-5-7-3 0,0 7 2 15,-3 9-5-15,-5 10 6 16,0 8 1-16,-4 10 1 16,0 3-1-16,0 0-1 15,0 0-1-15,0 0-2 16,0 0-1-16,0 0 0 16,0 0 3-16,0 0-6 0,0 0-1 15,0 0-5-15,0 0-5 16,0 0-2-16,0 0-22 0,0 0-5 15,0 0-29 1,0 0-112-16,-4 0-95 16,-5 0-83-16</inkml:trace>
  <inkml:trace contextRef="#ctx0" brushRef="#br3" timeOffset="189223.46">17110 9947 347 0,'0'0'31'0,"0"0"-30"15,0 0 50-15,0 0 44 16,0 0-1-16,0 0-42 16,0 0-13-16,0-43-3 0,0 43 2 15,0 0-11-15,0 0-16 16,0 0-10-16,0 25 0 15,0 15 32-15,0 9-3 16,8 9-14-16,4 7 8 16,-8 0-8-16,5-3-6 15,-5 2-1 1,0-8-2-16,3-4-3 16,-7-6-4-16,0-11 0 0,0-11 5 15,0-8-5 1,0-8 0-16,0-4 3 0,4-1-3 15,-4-3-9-15,0 0-45 16,0-25-63-16,0 7-187 16</inkml:trace>
  <inkml:trace contextRef="#ctx0" brushRef="#br3" timeOffset="189944.48">17147 9990 217 0,'0'0'132'0,"0"0"-84"16,0 0-48-16,0 0 55 15,0 0 25-15,0 0-31 16,4-68-4-16,-4 68-10 16,0 0-11-16,0 0 18 0,0 0-5 15,0-3-8-15,0 3-1 16,0 0-7-16,0 0 10 15,0 0-1-15,0 0-9 0,0 0 2 16,0 0-8-16,0 0-1 16,0 0 4-16,3 0-13 15,5-3 0-15,9 3-4 16,8-3-1-16,12 3 4 16,12-6-1-16,8 3-3 0,5 3 3 15,-5 0 0-15,-3 0-2 16,-13 0-1-16,-16 9 0 15,-9 7-4-15,-12 8-3 16,-4 7-2-16,0 3 7 16,-32 3 4-16,-18 0 5 15,-16 0-1 1,-8-3 5-16,-4-3-4 0,5-7 8 16,11-2 19-16,9-6-18 15,20-7-8-15,12-3 0 16,9-3-8-16,12-3-6 0,0 0-1 15,0 0-8-15,24 0 4 16,14 0 9-16,19 0 3 16,5 0-2-16,0 0 1 15,-6 0-6-15,-2 0 4 16,-5 12-2-16,-16 3 4 31,-8 4-1-31,-17 0-3 16,-8-4-4-16,0 6-2 15,-25 4 10-15,-25 0 18 0,-6 3 9 16,-15-4-20-16,6-5 14 16,11-4-13-16,13-2 2 15,13-11-10-15,8 5 1 0,15-7 5 16,5 0-6-16,0 0-14 16,0 0-14-16,0 0-41 15,17 0 2-15,12-16-82 16,-14 4 15-16,2 0-137 0</inkml:trace>
  <inkml:trace contextRef="#ctx0" brushRef="#br3" timeOffset="190531.73">17713 9913 206 0,'0'0'156'0,"0"0"-94"15,0 0 5-15,0 0 75 0,0 0-40 31,0 0-26-31,0 0-25 16,0-21-15-16,0 21-9 16,0 0-10-16,4 0-14 0,-4 2 4 0,9 17-2 31,-2 9 19-31,5 12 3 16,1 6-8-16,-1 1-5 15,5 5-9-15,-1 0-2 0,-4 1 5 0,-3-4-8 16,3-3 2-16,-4-6-1 15,1-3 0 1,-9-12 2-16,4-7-3 16,-4-5 1-16,0-7 10 0,0-3-1 15,0-3 7-15,0 0 3 16,0 0 6-16,0 0 19 16,4 0 11-16,-4-25-5 15,8-8-37-15,4-11-10 16,4-8-4-16,9-4 1 0,0-5 0 15,-5 2-2-15,1 4 1 16,-4 11-3-16,-5 11-3 16,-5 11-10-16,-3 7-7 15,1 8-22-15,-5 7-57 16,0 0-52-16,0 0-183 16,0 7-64-1</inkml:trace>
  <inkml:trace contextRef="#ctx0" brushRef="#br3" timeOffset="191785.45">17331 10853 289 0,'0'0'222'15,"0"0"-154"-15,0 0-61 31,0 0 116-31,0 0-37 0,0 0-43 16,0 0-17-16,-41-15-9 16,41 15-1-16,0 0-4 15,0 0-11-15,0-3 8 16,20 3-2-16,17-6 0 16,17-1 7-16,7 2-6 15,9-2-3-15,0 4-4 0,0 3 0 16,-9 0 9-16,-3 0-3 15,-9 0 2-15,-8 0-5 16,-12 0-2-16,-13 0 1 16,-12 0-3-16,-4 0-2 15,0 3-3-15,-12 4 2 0,-29 1 3 32,-25 2 11-32,-19-1-7 15,-11 0-4-15,-2-2-8 16,11-5 8-16,18-2 15 0,20 0-12 15,24 0 4-15,21 0-7 16,4 0-2-16,0 0-12 16,12 0-28-16,29 0 34 15,26-5-6-15,14-5-14 0,-35 4-83 16,-9 3-219-16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46:15.18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FFFF0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10627 5058 237 0,'0'0'0'15,"0"0"-15"-15,0 0 15 16,0 0 47-16,0 0 0 0,0 0-37 16,0 0-9-16,-28 3 4 15,28-3-2-15,0 0-1 16,0 0 0-16,0 0 0 16,-4 0-2-16,4 0-16 15,0 0-23-15,0 0 14 16,0 0-32-16,0 0-39 15</inkml:trace>
  <inkml:trace contextRef="#ctx0" brushRef="#br0" timeOffset="2719.63">10492 4978 330 0,'0'0'57'0,"0"0"-56"16,0 0 42-16,0 0 77 15,0 0-65-15,0 0-33 0,-17 0-5 32,17 0 22-32,0 0 26 0,-4 0 19 15,4 0-5-15,0 0-15 16,0 0-17-16,0 0-11 15,0 0-6-15,0 0-4 16,0 0-3-16,0 0-1 16,0 0 0-16,0 0 2 15,0 0-6-15,0 0-10 16,0 0-8-16,0 0 0 16,4 0 0-16,13 0 2 15,3 0 9-15,13 0 0 0,5 0-4 16,6 0-1-16,10 0 2 15,0 0-4-15,7 0-2 0,9-3 1 16,3 3-2 0,6 0-1-16,2-3 3 0,10-1-3 15,3 2 2-15,9-4-2 16,7 2 2-16,6-2-2 16,3 3 0-16,4-3-1 15,0 0 1 1,0 0-2-16,0 0-1 15,-3 3 3-15,-10-1 0 0,1 4 0 16,-5 0 1 0,-2-3-2-16,-2 0 1 15,-4 3 0-15,-3-3 0 16,-1 0 1-16,5 3-1 0,0-3-1 16,-5 3 1-16,-4-3 0 15,-3 3 0-15,3 0-2 0,4-3 2 16,-3 0 0-16,-1 3 0 15,-4-3 2-15,-4 3-2 16,0 0 0-16,-4 0 0 16,0 0 2-16,4 0-2 15,0 0 0-15,-3 0 2 0,2 0-2 32,-6 0 1-17,2 0-1-15,2 0-1 0,-2 0 0 16,2 0 1-16,-2 0 1 15,-3 0 0-15,-4 0-2 16,-4-7-3-16,3 5 3 16,2-5 2-16,-6 4-2 0,9-3 2 15,4 0-1-15,0 0 1 16,4-1 1-16,0 4-1 16,-4 3-1-16,-5 0-1 15,-2 0 1-15,-6 0 2 16,5 0-2-16,-1 0 3 0,-2 0-3 15,3 0-1-15,-9 0 1 16,1 0 4-16,-1 0-4 16,9 3-1-16,-5 1 1 15,10-4-1-15,-6 3 3 16,-3-3-2-16,3 0 0 0,-3 0-1 16,1 0 0-16,-2 0 2 31,5 0-2-31,-5-3 0 0,1-1-2 15,-5-2 3 1,5 3 0-16,-9-3 2 0,5 6-3 16,0-6 4-16,-1 6-3 15,1-3 1-15,3 0 1 16,6 3-1-16,-2 0-1 16,1 0 0-16,-1 0 2 0,2-4 0 15,-6 4-2-15,9-3 1 16,-9 3-1-16,6 0 1 15,-9 0 1-15,-10 0-2 16,-2 0 0-16,-5-2-5 16,4-2 5-16,1 1 1 0,-1 0 0 15,8 3-1-15,1-3 0 32,-1 0-2-32,5 0 2 15,-4 0 0-15,-6 0 0 16,2 3-1-16,-5 0-1 15,4 0 2-15,-3 0-1 0,7 0 3 16,5 0-2-16,-4 0 0 16,11 0 0-16,1 0 2 0,-5 0-1 15,2 0 1 1,-2 6-1-16,-3-6-1 0,-1 3 2 16,1 0-2-16,-4 0 1 15,-2-3 0-15,11 0-1 16,-6 3 0-16,1-3 1 15,-1 0 0-15,-8 0 0 0,-3 0-1 16,3 0 1-16,-4 0-3 16,5 0 2-16,-1 0 0 15,-4 0 1-15,5 0-1 16,-5 0 1-16,4 0 0 16,0 0 1-16,1 0-2 0,0 0 0 31,-6 0 0-31,2 0 6 15,-5 0-4-15,-4 0-2 16,-4 0 0-16,-8 0 2 16,0 0 3-16,-9 0 0 0,1 0 0 15,-6 0-3-15,2 0 5 16,-9 0-1-16,-4 0-1 16,1 0 0-16,-5 0 5 0,4 0-2 15,-4 0 1 1,0 0-3-16,0 0-4 0,0 0-2 15,0 0 0-15,0 0 0 16,0 0 0-16,0 0 0 16,0 0-1-16,0 0-12 15,0 0-13-15,0 0-12 0,0 0-25 32,0 0-76-32,-17 0-261 0</inkml:trace>
  <inkml:trace contextRef="#ctx0" brushRef="#br0" timeOffset="4547.6">10537 5003 103 0,'0'0'89'0,"0"0"-72"15,0 0 1-15,0 0 41 16,0 0-2-16,0 0-15 16,0 0 29-16,-25-40-52 0,25 40 14 0,-4-3-12 31,4-1 29-31,-4 4-13 0,0 0-18 0,0 0-14 16,4 0-2-16,-4 0 3 31,0-3-1-31,-1 3-4 0,1-3-1 0,0 3 0 31,4 0 1-31,0 0-1 0,0 0 1 16,0 0-1-1,0 0 0-15,0 0-1 0,0-3 1 16,0 3 1-16,0 0-1 16,0 0 0-16,0 0 1 15,0 0-1-15,0 0 1 16,0 0 0-16,0 0 1 0,0 0-2 15,0 0 5-15,0 0 3 16,0 0 9-16,0 0 5 16,0 0 2-16,0 0 6 15,0 0-5-15,0 0 8 16,0 0 4-16,0 0-8 16,0 0-4-16,0 0-4 0,0 0-11 0,0 0-1 31,0 0-4-31,0 0 0 15,0 0 0-15,-4 0-4 0,4 0 1 0,-4 9 2 16,4 7 5-16,0 3 1 31,0 5-2-31,0 4 0 16,0 6 7-16,0 3-8 0,0 9 11 16,0 10-6-16,0 8-3 15,12 10 3-15,-3 0-2 16,-5 6 0-16,0 4 8 15,0 5-2-15,0-6-6 16,-4 6-4-16,4-8-4 0,0-8 11 16,-4 2-8-16,0-14-2 15,0-2 9-15,0-1-8 16,0-8 7-16,0-4 3 16,0-3-10-16,0-3 0 0,0-6 0 15,0-6 7-15,0-1-3 16,0-5-7-16,0-4 2 31,0 1 0-31,0-7 2 0,0-2-4 16,0-1-1-16,0-6 3 15,0-3-3-15,0 0 1 16,0 0-2-16,0 0 2 16,0 0 0-16,0 0-1 15,0 0-2-15,0 0-3 16,4 0-12-16,-4 0-12 0,5 0-14 15,-5 0-14-15,0 0-28 0,0 0-55 16,0 0-37-16,0 0-30 16,0 0-77-16</inkml:trace>
  <inkml:trace contextRef="#ctx0" brushRef="#br0" timeOffset="5430.66">10566 6661 42 0,'0'0'209'0,"0"0"-182"16,0 0-27-16,0 0 20 15,0 0 15-15,0 0-12 16,0 0-5-16,-12 0 8 0,12 0-6 15,-4 0-2-15,4 0 12 16,-9 0 16-16,9 0 11 16,0 0-29-16,0 0 7 15,0 0-11-15,0 0-12 0,0 0-6 32,0 0 4-32,0 0 4 15,0 0-7-15,0 0 10 16,0 0 3-16,0 0-9 0,-4 16-3 15,0 8 54-15,4 7-25 16,-4-3-6-16,4 9-4 16,0 3-1-1,0 3-3-15,0 0-2 0,0-6-2 16,0-6 2-16,-4-4-15 0,0-8 15 16,4-3 5-16,-9 2-20 15,9-5-4-15,0 2 3 16,-4 3 8-16,0 1-5 15,4-1-1-15,0 0 6 16,0-5-8-16,0-1 0 16,0-5-4-1,0-1 1-15,0-6-2 16,0 0 0-16,0 0 1 16,0 0-1-16,0 0 0 15,0 0 0-15,0 0-3 16,0 0-4-16,0 0-6 0,0 0-9 15,0 0-13 1,0 0-29-16,0 0-7 0,0 0-48 16,0 0-28-16,0 0-54 0,0 0-33 15</inkml:trace>
  <inkml:trace contextRef="#ctx0" brushRef="#br0" timeOffset="7579.88">10492 7373 509 0,'0'0'95'15,"0"0"-93"-15,0 0 35 16,0 0 67-16,0 0-45 15,0 0-28-15,-9-19-12 16,9 19-5-16,0-2 15 0,0 2 27 16,0-3 3-16,0 3-21 15,9-7-4-15,3 7-8 16,5-3 5-16,-1 0-14 16,5 0-4-16,4 0-3 0,-1 0-1 15,0 3 0-15,5-3-5 16,4 3-1-16,0 0 4 15,8 0-5-15,0-3 1 0,9 3 3 16,2 0-2-16,6-7 2 16,4 4-3-16,3 3-1 15,6-3 1-15,10-3-3 16,9 0 0-16,5 3 4 31,8-3-4-31,-1 0 0 0,-7-1-1 16,-1 4 1-16,4-6-2 15,-3 3 1-15,3 0 1 16,5-1 1-16,-8 2 1 16,-1-2-2-16,0 7 0 15,-3-6 0-15,-1 6 0 16,-3 0 0-16,-6-3 0 0,5 3 2 16,-3-3-2-16,-2 0 0 15,6 0 2-15,-1 3 0 16,5-3-2-16,-9 3-1 15,-1-3 1 1,-2 3-1-16,3-3 2 0,-4-4-1 16,4 5 0-1,0-2 0-15,-12 1 1 16,4 0-1-16,-5 0 0 16,2 3 4-16,-6-3-3 0,1 3 3 15,-1 0-3-15,1 0-1 16,-1 0 4-16,1 0-4 15,-4 0 0-15,-1 0 1 0,1 0 1 16,-1 0-1-16,1-3-1 16,8 3 0-16,0-4 2 15,-5 4-2-15,1 0 0 16,0 0-1-16,-1 0 1 16,2 0 0-16,-2-2 1 15,5-1-1-15,-1 0 0 16,6-7 1-16,-6 4-1 0,1 3 3 15,-9 0-2 1,5 3 3 0,-5-6-3-16,5 3 2 15,-4-1 1-15,-5-1-3 16,1 5-1-16,-5 0 1 0,1 0 0 16,-5 0 0-16,4 0-1 15,-3-4 1-15,-5 4 1 16,4 0-2-16,-4 0 0 15,5 0 3-15,-2-3-3 0,10 3 3 16,0 0-3-16,3-3 0 16,-3 3 1-16,-1-3 1 15,5 3-4-15,-9-3 2 16,4 0 0-16,-3 0 0 0,3 0 0 16,1 0 0-16,0 0 1 15,3-1-1-15,-3-1 0 31,3 1 2-31,1 1-2 0,-5-3 2 16,4 3-2-16,6 0 0 16,-6 3-1-16,-4 0 1 15,0-3 0-15,-3 3 1 16,4-3-1-16,-5 3 2 16,4 0-2-16,-7 0 0 15,3 0 1-15,-4 0-1 16,5 0 0-16,-1 0 0 0,5 0 0 15,3 0 1-15,1-3 1 16,-4 0-2-16,-6 3-2 0,6-4 2 16,-5 4 0-1,1 0-3-15,-1-3 3 0,0 0 1 16,5 0 0-16,-4 0-1 16,7-3 2-16,-8 0-1 15,4 3 0-15,5-4-1 16,-8 7 1-16,7-2 0 0,-3 2-1 15,-5 0 0-15,0 0 1 16,5 0 0-16,-1 0-1 16,1 0 1-16,-1 0 1 31,-3 0 1-31,-5 0-3 16,0 0 0-16,0 0 3 15,-3 5-1-15,-2-1 0 0,6-1-2 16,4 0 0-16,-2-3 2 15,2 3-2-15,4 0 1 16,3-3 0-16,-3 3-1 16,-5 0 0-16,0 0-3 0,1-3 3 15,-1 0-1-15,1 0 0 16,-1 0 1-16,0 0 1 0,5 0 0 16,-1 0-1-1,-4 0 0-15,-7 0 0 0,2 0 0 16,-2 0 0-16,-1 0 0 15,-4 0 1-15,0 0 0 16,5 0-1-16,-1 0 0 16,-1 0 0-1,6-3 0-15,0 0 1 16,-6 3-1-16,2 0 0 16,-5 0 2-16,-5 0-2 15,1 0 0-15,-12 0 0 16,0-3 1-16,-8 3-1 15,-5 0 0-15,-4-3 2 0,0 3-1 16,-8 0 3-16,0 0 2 0,0 0 3 16,0 0 0-1,0 0-6-15,0 0-1 0,0 0 4 16,0 0-6 0,0 0 3-16,0 0-3 0,0 0 0 15,0 0 1-15,0 0-1 16,0 0 0-1,0 0 0 1,0 0 0-16,0 0 0 0,0 0-5 16,0 0-1-16,0 0 1 15,0 0-9-15,0 0-7 16,0 0-28-16,0-3-75 16,-8-7-254-16</inkml:trace>
  <inkml:trace contextRef="#ctx0" brushRef="#br0" timeOffset="8505.42">21826 4747 327 0,'0'0'130'15,"0"0"-130"-15,0 0 17 16,0 0 29-16,0 0 18 15,0 0-38-15,0 0 1 16,-17-19-5 0,17 19-15-16,0 0 0 0,0 10 52 0,0 8 2 15,0 7-10-15,0 3-1 32,0-1-2-32,0 7-10 15,0 6-3-15,0 6-4 0,8 10-5 16,5 9-7-1,-5 12-5-15,0 3 22 0,1 13-13 16,-5-4-9-16,-4 16 4 16,4-1 2-16,-4 7-6 15,0 3-8-15,0-12 12 0,0 3-8 16,-4-13 3-16,-5-5 4 16,1 2-14-16,-8-12 9 15,7-9 0-15,1-3-5 16,1-10-3-16,3-6 4 15,-4-2-4-15,3-13-3 16,1-9 1-16,0-10 1 0,4-9-3 16,0 0 3-16,0-6-3 15,0 0 0-15,0 0 0 16,0 0-7-16,0 0-19 16,0 0-12-16,0-12-21 15,0-10-62-15,0 4-70 0,0 8-65 16,0 4-90-1</inkml:trace>
  <inkml:trace contextRef="#ctx0" brushRef="#br0" timeOffset="9475.01">21761 6578 201 0,'0'0'159'32,"0"0"-73"-32,0 0-3 15,0 0 15-15,0 0-45 16,0 0-19-16,0 0 0 15,0 0-9-15,0 0 1 0,0 0 19 16,0 0 6-16,0 0-19 16,0 0-21-16,0 9 5 15,0 10 4-15,0 5 25 0,0 13-17 16,0 3-10-16,0 3-4 16,0 4-2-16,0-4 3 15,0-3-1-15,0-6 3 16,0-1-4-16,0-8-1 15,0 0-3-15,-5-9 3 0,5-4-4 32,0-6-7-32,0 0 4 15,0-6-5-15,0 0 0 0,0 0-2 16,0 0-35 0,0 0-40-16,-4-9-47 0,-4-4-240 15,-4 1-158-15</inkml:trace>
  <inkml:trace contextRef="#ctx0" brushRef="#br0" timeOffset="15972.51">15709 5089 203 0,'0'0'110'16,"0"0"-103"-16,0 0-5 15,0 0 6-15,0 0 12 0,0 0 4 16,0 0-9-16,29-62 1 15,-25 53 12-15,0 0 10 16,-4 3-18-16,0-1 18 16,0 2-7-16,0 1-15 15,0 1 8 1,0-3-9-16,0 3 27 16,0-6-13-16,0 3-2 15,0-4-13-15,0 4-8 16,0 0 4-16,0 3 8 0,0 3-4 15,0-6-6-15,0 6-4 16,0 0 7-16,0 0 5 16,0 0-6-16,0 0-1 15,0 0 13-15,0 0-3 0,0 0-3 16,0 0-6-16,0 0 4 16,0 0-4-16,0 0-10 15,0 0-2-15,-4 12 2 16,4 13 26-16,0 0 4 15,0 5-1-15,0 4-8 0,0 0-3 16,-4 6-5-16,4 6-1 16,0 4 3-16,0 2 1 15,0 3 1-15,0 4-5 32,0-4-3-32,0 4 8 15,0 3-3-15,0-1-4 16,0 4 3-16,-4 0 1 0,0 2-9 15,0-8 6-15,-1 6-3 16,1-7-4-16,4 1-1 16,0 0 5-16,0-4-5 0,0-3-2 15,0-2 1-15,0-4 2 16,0-3-3-16,0 0 4 16,0-3-5-16,0 1 2 15,0-1-1-15,0-7 0 0,0 2 0 16,0-11-1-16,0 4 0 15,0-6 3-15,0-4-2 16,0 0-1-16,0 1 0 16,0-4 0-16,0 1 1 15,0-4-1 1,0 1 0-16,0-1 1 16,0-6 0-16,0 9-1 15,0-2 0-15,0 2 1 16,0 0-1-16,0-2 0 15,0-1 0-15,0-2 2 16,0-1-1-16,0-6-2 16,0 0 1-16,0 0 0 0,0 3 1 15,0-6-1-15,0 3 0 16,0 3 1-16,0 1 0 16,-4 5-1-16,4 0 1 0,0-3 0 15,-4 1 3-15,4 2-4 16,0-3 1-16,0 1-1 15,0-5 0-15,0-1 3 16,0-1-3-16,0 3-1 0,-4 0 0 16,4 0 1-16,0 4 0 15,0-4 0-15,-4 3 2 16,4 0-2-16,0-2 0 16,0-5 0-16,0 1-2 15,0 1 2 1,0-4 0-16,0 0 3 15,0 0-2-15,0 0-2 16,0 0 1-16,0 3 0 16,0 0 1-16,0-3-1 15,0 0 0-15,0 3-1 16,0-3 3-16,0 3-3 16,0-3 1-16,0 3 0 0,0 0 0 15,0-3 0-15,0 0 0 16,0 0 2-16,0 0-1 15,0 0 0-15,0 0 0 0,0 0-1 16,0 0 0-16,0 0-10 16,0 0 2-16,0 0 0 15,0 0-11 1,0 0 1 0,0 0-29-16,0 0-33 0,-3 0-76 15,-6-6-373-15</inkml:trace>
  <inkml:trace contextRef="#ctx0" brushRef="#br1" timeOffset="26112.16">10796 6834 320 0,'0'0'4'0,"0"0"-2"16,0 0 1-16,0 0 44 16,0 0 20-16,0 0-7 15,0 0-20 1,12-41 8-16,-12 38-11 16,0 3-14-16,0 0-17 15,0 0 4-15,4 0 3 16,-4-2 111-16,0 2-124 15,0 0 0-15,0 0 2 16,0 0 4-16,0 0-2 0,0 0 3 16,0 0 6-16,0 0 10 15,0 0 8-15,0 0-5 16,0 0-4-16,0 0-8 16,0 0-8-16,0 0 1 0,0 0-7 15,0 0-5-15,0 0 0 16,0 2-4-16,0 17 9 31,0 9 4-31,0 9 0 0,0 15-1 16,0 7 6-1,4 9 0-15,0 3-2 0,-4 2-1 16,4 1 1-16,-4-3 2 16,5 3-7-16,-5-3-1 15,0-9 4-15,0-4 4 16,0-5-6-16,0-13 3 0,0-7-1 15,0-5 5-15,0-6-8 0,0-9-1 16,0-7-1 0,0 0 1-16,0-6 1 0,0 0-2 15,0 0 4-15,0 0 5 16,0 0-9-16,0-6-29 16,0-16-51-1,0-2-113-15,0 8-23 16,0 1-31-16</inkml:trace>
  <inkml:trace contextRef="#ctx0" brushRef="#br1" timeOffset="26613.02">10837 6954 613 0,'0'0'102'0,"0"0"-97"16,0 0 3-16,0 0 60 15,0 0-4-15,0 0-59 0,-13-43-5 16,22 36 0 0,7 5 0-16,1-1-1 0,-5 3 1 15,9 0-1-15,-6 0 0 16,10 3 1-16,-4 12 5 31,0 0 0-31,-1 4-5 0,1 2 0 16,-9 4-3-16,-3-4-1 15,-2 4 3-15,-7-3-2 16,0 2 2-16,0-5-3 16,0 0 4-16,-7-4 1 15,-10 0 15-15,-4-2 3 16,5-7 0-16,-1 0-6 0,5-3 0 0,-1 3-3 15,1-6-4 1,-4 6 0-16,3-6-6 16,-2 3 5-16,-2 1 0 15,1-4-5-15,-1 0-6 0,0 0-26 16,5 0-25 0,0 3-18-1,8-3-39-15,4 0-37 0,0 0-69 16</inkml:trace>
  <inkml:trace contextRef="#ctx0" brushRef="#br1" timeOffset="27098.04">11206 6951 320 0,'0'0'53'0,"0"0"-38"0,0 0 84 16,0 0 7-16,0 0-24 15,0 0-31-15,0 0-6 16,0-43-9-16,0 43-7 16,0 0 8-16,0 0-6 15,0 0-31-15,0 3-3 16,-4 18-13-16,4 13 16 0,-4 6 18 15,-1-3-17-15,5 4 5 16,0-8-4-16,0 1 2 16,0-6 0-16,0-10-4 15,0 1-6-15,0-10-42 16,0 4-47-16,0-8-20 16,-3-5-109-1,3 0-158-15</inkml:trace>
  <inkml:trace contextRef="#ctx0" brushRef="#br1" timeOffset="27298.93">10997 7139 528 0,'0'0'267'0,"0"0"-235"0,0 0-17 15,0 0-15-15,0 0 9 16,0 0 7-16,119-55-14 15,-57 36-2-15,-1 7 0 16,1-1-39-16,3 4-46 16,-44 6-101-1,-9 0-232-15</inkml:trace>
  <inkml:trace contextRef="#ctx0" brushRef="#br1" timeOffset="29272.07">20964 6501 182 0,'0'0'157'0,"0"0"-151"16,0 0 2-16,0 0 6 15,0 0 33-15,0 0-16 16,0 0 15-16,16 15 24 16,-12 1-44-1,-4 8 16-15,0 1-5 16,0 3-10-16,0 9 10 16,0-1-6-16,0 11 2 15,0-4-10-15,0 3-1 16,0-12-13-16,0 0 5 15,0-3 2-15,0-3-9 16,0-7 8-16,0-5-6 0,0-7-7 16,0-6 2-16,0 0 3 15,0-3 4-15,0 0 11 16,0 0 6-16,0 0 7 16,0 0 10-16,0 0 7 0,0-6 7 15,0-13-24-15,9-2-32 31,-1-7 2-31,4-9-1 16,1 0 0-16,3-3-3 0,1-3-1 0,-1 3 0 16,4 6 0-16,-3 6 2 15,-5 7-1-15,0 2-1 16,1 4 0-16,-5 5-3 16,4 4 3-16,-3 0-1 15,-1 0 0-15,0 3-3 16,0 0 3-16,-3 3-4 15,-1 0-1-15,-4 0 3 16,4 0-12-16,3 24 8 16,-3 13 0-16,4 4 7 15,1 11 4-15,-1-3-4 16,-4 1 0 0,-4-7 4-16,4-10-4 15,-4-2 1-15,4-9 0 16,1-9 0-16,-5-5-1 0,0-1-2 15,0-4-48-15,0-3-94 16,0 0-232-16</inkml:trace>
  <inkml:trace contextRef="#ctx0" brushRef="#br1" timeOffset="32382.77">16025 5074 323 0,'0'0'140'0,"0"0"-122"16,0 0-14 0,0 0 71-16,0 0-18 0,0 0-33 15,9-7-10 1,-9 4-1-16,0 3-5 0,0-3 3 31,0 3 16-31,0 0 6 16,0 0-8-16,0 0 3 0,0 0 3 15,0 0-4-15,0 0-6 16,0 0-6-16,0 0-2 16,0 0-13-1,0 3-4-15,0 10-3 0,0 5 7 0,4 4 2 16,-4 2 4-16,4 7 0 16,-4 0 1-16,4 0 2 31,-4 3 0-31,4 0-3 0,-4-1-3 15,4-2 0-15,-4 0 4 0,0-6-6 0,4-6 1 32,-4-4 1-32,0-3-3 15,0 1 4-15,0-8-4 16,0-5 0-16,0 4 2 0,0-1-2 16,0-3 0-16,0 0-21 15,5 0-27-15,-5 0 0 16,8 0-42-16,0-9-3 15,-8 2-101-15,0 1 20 16</inkml:trace>
  <inkml:trace contextRef="#ctx0" brushRef="#br1" timeOffset="32836.4">15944 5256 374 0,'0'0'171'0,"0"0"-145"0,0 0 5 15,0 0 64-15,0 0-41 16,0 0-26-16,-4-31-4 16,4 31-7-16,12 0-11 15,9 0 10-15,2-4 19 16,10 1-2-16,1 1-12 16,3 2-5-1,-8 0 2-15,-1 0-6 16,-8 0-9-16,-3 0 2 15,-1 0-4-15,-12 0 1 0,1 0 0 16,-5 0-2-16,0 0 0 16,0 0 0-16,0 0-12 15,0 0-14-15,0 0-53 0,0 0-46 16,0 0-81 0,-5 0-267-16</inkml:trace>
  <inkml:trace contextRef="#ctx0" brushRef="#br1" timeOffset="33924.35">16177 5039 376 0,'0'0'82'15,"0"0"-75"-15,0 0 75 16,0 0 2-16,0 0-46 16,0 0-15-1,0 0 12-15,-86-61-24 16,74 61 0-16,-4-3 3 16,3 3 12-16,-8 0-16 15,5 0-4-15,-5 0 2 16,2 0-2-16,-6 3-3 0,-4 12 3 15,4 4 11-15,0 0 4 16,0 8-9-16,10 4-4 0,-6 6-2 16,5 6-6-1,3 4-6-15,1 5 6 0,4 0 1 16,-1 1-1-16,9-4 0 16,0-3 3-16,0-3 0 15,0-6-6-15,0-3 6 16,17-3-1-16,-1 0 0 0,5-4-1 15,-8-5 1-15,7 0-2 16,0-7-3-16,1-6 3 16,-1 1 2-16,5-4-1 15,4-3 1-15,0-3 3 16,3 0 4-16,1 0-5 16,0 0 8-1,0-16-6-15,3-2 1 16,-3-4 0-16,0 1-6 15,1-1 3-15,-10-6-2 16,-4 4 1-16,1-7 0 16,-9-3 4-16,5-3 13 0,-13-3 16 15,4 0-1-15,-4-6-12 16,-4-1 14-16,0-5-10 0,0 0 3 16,-16 2-4-1,-9 7-9-15,-4 3-17 0,-3 9-7 16,-10 6-40-16,5 13-29 15,-4 3-31-15,9 9-21 16,24 0-75-16,-1 0-122 16</inkml:trace>
  <inkml:trace contextRef="#ctx0" brushRef="#br1" timeOffset="34608.94">16079 5825 10 0,'0'0'511'16,"0"0"-483"-16,0 0-20 16,0 0 6-1,0 0 25 1,0 0-30-16,0 0-8 0,-4 10-1 16,4 11 17-16,0 7 6 15,0 0 13-15,0 9-15 16,0 6 4-16,4-3-3 15,-4 3 7-15,4-2-8 16,0-8-20-16,-4-8 0 0,0-3 5 16,0-10-1-16,0-3-4 15,0-6 3-15,0-3 3 16,0 0-7-16,0 0-27 16,0-3-41-16,0-12-24 15,0-3-84-15,-4 5-12 16</inkml:trace>
  <inkml:trace contextRef="#ctx0" brushRef="#br1" timeOffset="34887.78">15944 6047 309 0,'0'0'145'16,"0"0"-101"-1,0 0 19-15,0 0 41 16,0 0-58-16,0 0-17 15,-17-5-7-15,17 5-12 16,13 0 7-16,-1 0 20 16,5 0-4-16,6 0-9 15,6 0-16-15,0-4-1 16,4 4 0-16,0 0-6 0,-9 0 0 16,1 0-1-16,-4 0-2 15,-5 0-53-15,-4 0-25 16,-3-6-34-16,-5 3-66 15,-4-3 22-15,0 3-94 16</inkml:trace>
  <inkml:trace contextRef="#ctx0" brushRef="#br1" timeOffset="35488.81">16243 5906 290 0,'0'0'113'16,"0"0"-98"-16,0 0-14 16,0 0 114-16,0 0-43 15,0 0-30-15,-86-68 25 0,62 65-16 16,-1-3-7-16,-4 2-8 16,4 4-1-16,-4 0 6 15,5 0-18-15,-4 0-9 16,7 0 11-16,0 0-11 0,-4 13-10 15,9 2-2-15,-5 4-2 16,1 5 0-16,4-2-2 16,0 9 2-16,3 0 0 15,5 6-4-15,4 0-3 16,0 3 7-16,4-3 0 16,0 3 10-1,0 0-6-15,0-3-3 16,12-3 2-16,9-6-2 0,-1-4-1 15,8-2 2-15,1-4-2 16,8-2 1 0,5-7 0-16,-2-9-1 0,1 0-14 15,1 0 14-15,2-3 5 16,-2-15-3-16,-1-4-2 0,-4-3 1 16,-1-3 0-16,-7-5 2 15,-8-1-1-15,-5-3 3 16,-3-3 4-16,-9-3 3 15,-4-4 2-15,0 1 0 16,0 3-6-16,-8 6-7 16,-5 6 1-1,-3 12-2-15,-1 4 17 16,1 9-17-16,-5 3-5 16,-3 3-49-16,-9 0-59 15,21 9-58-15,-5 4-183 0</inkml:trace>
  <inkml:trace contextRef="#ctx0" brushRef="#br1" timeOffset="36112.61">16091 6572 431 0,'0'0'173'0,"0"0"-133"16,0 0-35-16,0 0 96 16,0 0-30-16,0 0-34 15,0-19-11-15,0 19 4 0,0 0 0 16,0 0 14-16,0 0-20 16,0 12-24-16,0 4 1 15,0 12-1-15,0-3 7 16,5 2-3-16,-1 1 2 0,-4 3-3 15,4 2-2-15,0-2 2 16,-4-6-1-16,4 0-2 16,0-10-41-16,-4-3 41 15,0-2-1-15,0-4-36 0,0-3 2 16,0 0-32-16,0-3-29 16,0 0-17-16,0 0-37 15,0 0-25-15</inkml:trace>
  <inkml:trace contextRef="#ctx0" brushRef="#br1" timeOffset="36346.25">16038 6775 493 0,'0'0'121'16,"0"0"-114"-16,0 0 39 16,0 0 46-16,0 0-34 0,0 0-19 15,0 0-25-15,-9-22-10 16,14 22-3-16,11-6 1 15,5 4 7-15,8-5-4 16,0 4-1 0,7-3-3-16,5 3 0 0,1-3 2 0,-6 3 0 15,-7-1-6-15,-5 4 1 16,-11 0-42 0,-1-3-55-16,-12 0-51 15,0 0-71-15,0 0-154 16</inkml:trace>
  <inkml:trace contextRef="#ctx0" brushRef="#br1" timeOffset="36868.48">16277 6541 360 0,'0'0'195'0,"0"0"-147"15,0 0-20-15,0 0 88 0,-116-84-47 16,91 79-33-16,-3 5-14 31,-5 0 3-31,0 0 2 0,-4 0-13 16,1 9 1-16,2 6 3 15,-3 4 4-15,8 2-13 16,1 1 10-16,8-1-14 16,3 7-5-16,5 6-4 15,3 6-3-15,9 3 0 16,0 6 7-16,0-2 3 15,0 2-2-15,21-6 3 0,-4 4-3 16,6-14 0-16,6-2-1 16,0-3 1-16,4-6-2 15,1-4-45-15,-2-12 46 0,5-3 10 16,0-3-10-16,0 0 1 16,-1-12 8-16,2-13-4 15,-1-5 1 1,-8-8-4-16,-4-5 6 15,-6-6 0-15,-6-3 10 16,-5-4 8-16,-4 7-4 16,-4 2-6-16,0 7 5 0,0 10-11 15,-8 8-5-15,-9 3 3 16,-2 7-8-16,-6 3-4 16,-4 3-41-16,-4 6-65 0,24 0-112 15,-3 0-181 1</inkml:trace>
  <inkml:trace contextRef="#ctx0" brushRef="#br1" timeOffset="37926.36">16625 5135 60 0,'0'0'138'0,"0"0"-111"15,0 0-18-15,0 0 39 16,0 0 13-16,0 0-11 0,8-3 12 16,-8 0 2-16,0 3-5 15,0 0 2 1,0 0-10-16,0 0-1 15,0 0 2-15,0 0-13 16,0 0-20-16,0 0-4 16,0 0-15-16,0 19-11 15,0 5-9-15,0 10 20 16,0 3 15-16,0 6-4 16,0-2-4-16,0-2-5 0,0-2 3 15,0-6-4-15,0-3 1 16,0-6 1-16,0-7-3 15,0-6 0-15,0 0-25 16,0-5-33-16,0-1-25 16,0-3-84-16,0 0-92 0</inkml:trace>
  <inkml:trace contextRef="#ctx0" brushRef="#br1" timeOffset="38202.42">16556 5394 388 0,'0'0'144'0,"0"0"-131"15,0 0 10-15,0 0 16 16,0 0-29 0,0 0-2-16,0 0 20 15,23-9 16-15,-2 9-8 0,4 0-5 16,4-3 0-16,4 0-5 15,-5-1-19 1,-8 4 1-16,1 0-8 16,-9 0-9-16,-3 0-44 15,-5-2-37-15,-4-1-48 16,0-1-58-16,0 4-65 16</inkml:trace>
  <inkml:trace contextRef="#ctx0" brushRef="#br1" timeOffset="38833.71">16802 5055 276 0,'0'0'83'0,"0"0"-80"16,0 0 54-16,0 0 74 16,0 0-30-16,0 0-70 15,-99-77 6-15,83 74 10 16,-1 0-17-16,5-1-27 0,-9 4 4 16,9 0-4-16,-9 0 5 15,5 0 0-15,-4 7-1 0,-1 9-2 16,1 8 6-16,3 0 6 15,-4 7-13-15,5 6 0 32,3 1 0-32,1 5-7 15,4 6 4-15,4 3-2 16,4 1 2-16,0-1 6 0,0 0-4 16,0 1-3-16,16-7 2 15,1-6-1-15,8-6 1 16,-1-6-2-16,5-4-4 0,-1-8 1 15,1-4 3 1,0-5 0-16,4-7 4 0,-4 0 0 16,3 0 3-16,1-13 8 15,9-5-10-15,-14-10 6 16,1-3-2-16,-5-6 5 16,-3-6 9-16,-5-3 4 15,-3-7 0-15,-5-2-3 16,-4-4 0-16,-4-3-12 0,0 7-7 15,-12 3-1-15,-9 15-4 16,0 9-2-16,1 9-10 16,-4 16-44-16,-5 3-14 15,-4 0-89-15,25 3-64 0,-5 10-179 16</inkml:trace>
  <inkml:trace contextRef="#ctx0" brushRef="#br1" timeOffset="39435.48">16687 5934 320 0,'0'0'231'0,"0"0"-154"16,0 0-46-16,0 0 56 15,0 0-46 1,0 0-34-16,0 0-2 0,0 37-3 16,0-13 9-16,0 7-6 15,0-3-2-15,0 0 0 0,0-1 0 16,0-5 2-16,0-1-3 15,0-2 1-15,4-6-3 16,-4-5-5-16,0-4-33 16,0-4-45-16,0 0-65 15,0 0-69-15</inkml:trace>
  <inkml:trace contextRef="#ctx0" brushRef="#br1" timeOffset="39651.6">16592 6088 404 0,'0'0'178'15,"0"0"-148"-15,0 0-16 16,0 0 34-16,0 0-33 16,0 0 1-16,0 0 25 15,78-22-20-15,-49 19-13 16,-1 0-5-16,-3 0 0 0,0 3 0 15,-9-3-3-15,1 3-37 16,-9 0-67-16,-8-3-102 16,0 3-56-16</inkml:trace>
  <inkml:trace contextRef="#ctx0" brushRef="#br1" timeOffset="40254.21">16912 5878 321 0,'0'0'216'0,"0"0"-136"0,0 0-62 16,0 0 79-16,0 0-23 15,-123-68-61-15,98 68 7 16,-4 0 2-16,6 0 4 16,-2 0-10-16,0 0 1 0,-4 0 5 15,8 12-6-15,-3 7-2 16,0 3-11-16,3 3-2 0,0 5-2 16,1 4 1-16,3 6 0 15,5 0 1-15,-1 6 0 16,9 1 2-16,-4-4-3 15,8 0 2-15,0-3 0 16,0-3-2-16,8-6-2 16,13-3-33-1,4-7 20-15,4-5 2 16,8-4 8-16,-5-9 1 16,18-3 1-16,-1 0 3 15,4-6 3-15,1-16-2 16,-5 1 0-16,-8-7-1 15,-8-3 1-15,-9 0 0 0,-11-6 2 16,-1-2 19-16,-12 4 14 0,0-5-6 16,0 6 4-16,-16-6-9 15,-9 7-2-15,-4 2-13 16,-8 3-9 0,1 6-1-16,7 10-28 0,0 9-22 15,4 3-47-15,4 0-38 16,17 0-115-1,0 6-22-15</inkml:trace>
  <inkml:trace contextRef="#ctx0" brushRef="#br1" timeOffset="40786.68">16625 6516 211 0,'0'0'295'16,"0"0"-203"-16,0 0-73 15,0 0 49-15,0 0-3 0,0 0-23 16,0 0-8-1,4 0-1-15,-4 0 4 16,0 0-22-16,0 3-15 0,4 13 0 16,0 2 5-16,4 4-4 15,-3 6 2-15,3-4-1 0,-4 10 0 16,0-3 0-16,0-6-1 16,0-1-1-16,1-12-35 15,-1 1 35-15,-4-7 0 31,0-6 0-31,0 3-5 0,0-3-57 16,0 0-39-16,0 0-40 16,0 0-78-16</inkml:trace>
  <inkml:trace contextRef="#ctx0" brushRef="#br1" timeOffset="41041.17">16551 6670 493 0,'0'0'103'0,"0"0"-89"0,0 0 65 16,0 0-6-1,0 0-35-15,0 0-13 0,20-6 0 16,1 3 9 0,4 0-14-16,-1 0-5 15,9 3-7 1,-4 0-2-16,3 0-4 0,-7-3-2 15,4 3-24-15,0-3-78 16,-8 3-23-16,-17 0-57 16,-4-3-38-16</inkml:trace>
  <inkml:trace contextRef="#ctx0" brushRef="#br1" timeOffset="41561.04">16879 6575 191 0,'0'0'0'0,"0"0"15"15,0 0 2-15,0 0 59 16,0 0-30-16,0 0 19 0,-73-78 32 31,48 73 29-31,0 1-82 0,0 4 1 0,-3 0 7 16,-1 0-15-16,5 0 13 0,-5 0-7 31,4 0 0-31,0 0-9 0,5 7-2 0,0 5-17 31,-5 6-8-31,4 4-7 0,1 3 0 16,-1 6-1 0,1 0 0-16,8 5 2 0,-5 4 0 15,9 3 0-15,0 4 1 16,8-1-2-16,0 0 5 16,0 1-4-16,0-14-1 0,8 1 2 15,13-6-1-15,3-6-1 16,0-4 0-16,9-8 0 15,9-8 0-15,-2-2-1 0,10 0 1 16,3-2 2-16,0-20-1 16,5-3 0-16,0-3 0 15,-14-3 2-15,-2-5 0 16,-18-4 3 0,-11-3 7-1,-9 2 6-15,-4-2 11 0,0 3 2 16,-21 0-16-16,-12 3-9 15,-8 6-3-15,1 3-4 16,-10 10-37-16,5 9-42 16,4 5-17-16,29 4-93 15,-1 0-161-15</inkml:trace>
  <inkml:trace contextRef="#ctx0" brushRef="#br1" timeOffset="45537.71">15509 5079 91 0,'0'0'90'15,"0"0"-52"-15,0 0 18 0,0 0 19 32,0 0-24-32,0 0-10 15,0 0-3-15,8 0 5 0,-8 0-3 16,0 0 0-16,0 0-2 15,0 0-2 1,0 0-1-16,0 0-2 0,0 0-6 16,0 0-5-16,0 0 3 15,0 0 4-15,0 0-4 16,0 0-6-16,4 0-4 16,-4 0-2-16,0 0 6 15,0 0-11-15,0 0 2 16,0 0-8-16,8 0 3 0,-4 0-5 15,13 0 1-15,3 0 1 16,-4 0 10-16,13 0-4 0,-4 0 1 16,8 0-8-1,-12 0 3-15,6 0-4 0,-6 0-2 32,-8 0 0-32,-1 0-5 15,-12-2 3-15,0 2 1 16,0 0-2-16,0 0-2 0,0 0-6 15,0 0-29-15,-4 0-41 16,-17 0-61-16,-4 0 21 16,13 0-58-16,5 0-75 0</inkml:trace>
  <inkml:trace contextRef="#ctx0" brushRef="#br1" timeOffset="46119.81">15730 4950 410 0,'0'0'115'0,"0"0"-93"16,0 0 21-16,0 0 47 0,0 0-52 15,0 0-27-15,0 0 7 16,-111-27-1-16,78 27 0 16,-3 0-4-16,3 6 16 15,-4 6 6-15,4 3-20 16,-1 10 8-16,7 3-13 0,-2 6-1 15,4 6-8-15,4 6-2 16,5 0 2-16,11 7-1 16,5-4 2-16,0 1 3 15,0-11-2-15,5-5 2 16,15-6-3-16,1-10-2 0,8-8 0 31,8-10 2-31,3 0-1 16,10 0 0-16,4-22 1 15,-6-2 0-15,-6-7-2 0,-5-6 0 16,-16-3-1-16,-2-10 1 16,-6-2 7-16,-9 2 19 15,-4 1-2-15,0 6 12 16,0 12 2-16,-13 7-6 16,1 2-12-16,-4 9-16 0,0 8-4 15,-9-2-27-15,-8 7-65 16,21 0-106-16,-5 0-213 15</inkml:trace>
  <inkml:trace contextRef="#ctx0" brushRef="#br1" timeOffset="46893.04">15398 5508 245 0,'0'0'69'0,"0"0"-57"16,0 0 43-16,0 0 20 16,0 0-29-1,0 0-15-15,-4-3 4 0,4 3 7 16,0 0 2 0,0 0-10-16,0 0-13 15,0 0-9-15,4 0 7 16,11 0 20-16,10 3 9 0,8 0-7 15,13-3 2-15,-2 0-9 16,2 0-6-16,-1 0-10 0,-3 0-11 16,-6 0-4-1,-16 0-1-15,-3 0-1 0,-9 0 1 16,-8 0-1-16,0 0-2 16,0 0-5-16,0 0-6 15,-8 0-32-15,-13 0-62 16,1 0-33-1,3 0-51-15,9-3 3 16</inkml:trace>
  <inkml:trace contextRef="#ctx0" brushRef="#br1" timeOffset="47393.25">15681 5434 160 0,'0'0'183'0,"0"0"-133"0,0 0-33 16,0 0 95-16,0 0-31 16,0 0-33-1,-37-24-16-15,20 24-8 0,-7 0-19 16,-1 0 3-16,0 6 13 0,1 3 15 16,-1 3 12-1,1 4-9-15,3-1-1 0,0 10-20 16,1-4-8-16,0 10-4 15,8-6-6-15,-5 3 0 16,9-1 9-16,8-2-9 16,0 0-1-1,0-1 1-15,0-5 3 16,8 2 4-16,9-8-2 16,3-1-1-16,0-6 1 15,9-6 0-15,0 0-2 16,8 0 1-16,-1 0 2 15,1-12-4-15,-4-7 0 16,1-2 3-16,-10-7 0 0,0 0-3 16,-7 1 3-16,-9-1 5 15,0-3-5-15,-8 7 4 16,0-1-2-16,0 6 2 0,-21 1-9 16,-2-1-3-1,-10 13-7-15,-9 0-35 0,-3 6-41 16,28 0-60-1,2 0-139-15</inkml:trace>
  <inkml:trace contextRef="#ctx0" brushRef="#br1" timeOffset="48015">15409 5983 355 0,'0'0'125'0,"0"0"-100"15,0 0 76-15,0 0-8 16,0 0-35-16,0 0-22 0,-3 0 1 16,3 0-6-16,0 0-4 15,0 0 11-15,0 3-2 0,0-3-15 16,0 0-4-16,0 0 4 16,0 0-4-16,0 0-11 15,12 0-4-15,4 0 1 16,9 0 10-1,4 0 4 1,4 0-7-16,-4 0-5 0,-1 0-4 16,1 0 1-16,-9 0-2 15,-7 0-2 1,-5 0-5-16,-8 0-4 16,0 0-9-16,0 0-1 0,0 0 3 15,0 0-14-15,0 0-18 0,0 0-47 16,-8 0-35-16,4 0-130 15,0-6-98-15</inkml:trace>
  <inkml:trace contextRef="#ctx0" brushRef="#br1" timeOffset="48525.11">15598 5832 234 0,'0'0'221'0,"0"0"-188"16,0 0-29 0,0 0 107-16,0 0-4 15,0 0-88 1,-77-22 2-16,56 22 1 0,1 0-2 16,3 10 15-16,-4 2 3 15,1 0-17-15,0 7-5 16,4-1-3-1,3 4-4-15,1-1-7 0,4 7-2 16,8 3-6-16,0-3 4 0,0-4 4 16,0-2 2-16,0-1 1 15,16-2-5-15,5 0 0 16,2-7 2-16,6-3 2 16,0-6-4-16,0 0 1 15,4-3 2-15,-1 0-2 16,6 0 3-1,-5-15-1-15,-4-4 1 16,-5-5-2-16,-4-4 0 16,-8 0 4-16,-3 1 5 15,-9-4 9-15,0 3 13 16,0 3-10-16,0 3 4 0,0 7-14 16,-21 6 4-1,1 3-17-15,-4 6-22 0,-5 0-46 16,0 0-22-16,0 3-67 0,16 6-94 15,5-3-257-15</inkml:trace>
  <inkml:trace contextRef="#ctx0" brushRef="#br1" timeOffset="49196.05">15398 6319 453 0,'0'0'107'0,"0"0"-97"15,0 0 10-15,0 0 53 16,0 0-47-16,0 0-15 15,-8 0 13-15,8 0 13 16,0 0 3-16,0 0 10 0,4 0-7 16,4 0-20-16,8 0-4 15,0 0 14-15,5 0-17 16,-1 0-9 0,5 0-1-1,-4 0-6-15,0 0 1 0,-6 0 0 16,2 0 1-16,-5 0-2 15,0 0 0-15,1 0 0 16,-5 0-14-16,5 0-7 16,-9 0-8-16,0 0-14 15,-4 0-31-15,0 0-54 0,0 0-101 16,0 0-161-16</inkml:trace>
  <inkml:trace contextRef="#ctx0" brushRef="#br1" timeOffset="49713.37">15607 6263 327 0,'0'0'182'16,"0"0"-177"0,0 0 1-16,0 0 91 0,0 0-19 15,0 0-27-15,0 0 19 31,-54-40-37-31,39 40-21 16,-6 0 13-16,-4 0-14 0,4 0 10 16,-3 0-2-16,3 0-6 15,-3 4 10-15,3 5-4 16,5 3-6-16,-5 3 9 16,5 1-3-16,7 2-9 15,-3 1-6-15,8 3-3 0,0 2-1 16,4-2 2-16,0 3-2 15,0 2 0-15,0-2 1 16,12 2 0-16,5-2 7 0,12-3-5 16,0-4-2-1,3-3-1-15,5-8 1 0,-4-1-1 16,8-6 0 0,0 0 0-16,-8-3 2 15,4-19 0-15,-4-9-1 16,-5 1 4-16,-8-11-1 15,-3-2 2 1,-9 0 1-16,-4 3-5 0,-4 3 4 16,0 6-5-16,-12 10 3 15,-13 9-4-15,-3 5-15 0,-5 7 1 16,-8 0-30-16,28 0-76 16,-3 0-213-16</inkml:trace>
  <inkml:trace contextRef="#ctx0" brushRef="#br1" timeOffset="50568.44">15402 6655 283 0,'0'0'0'15,"0"0"-48"-15,0 0 48 16,0 0 4-16,0 0 1 15,0 0-1 1,-8 22 6-16,8-22 2 16,0 0 8-16,0 0 16 15,0 0-9-15,0 0 5 16,0 0 18-16,0 0 3 16,0 0 1-16,0 0-8 15,0 0-2-15,0 0-9 0,4 0 2 16,0 0 10-16,0 0 0 15,3 0-4-15,2 0-4 16,-1 0-13-16,0 0-9 0,5 0 7 16,-1 0 2-16,5 0-12 15,-1 0 9-15,5 0 4 16,-5 0-9-16,4 0-9 0,-3 0-7 16,-1 0 2-1,1 0-3-15,-1 0 1 0,-3 0-1 16,3 0 0-16,-3 0-1 15,-5 0 0-15,0 0-19 16,-4 0-19-16,-4 0-30 16,0 0-66-16,0 0-81 15,0 0-120-15</inkml:trace>
  <inkml:trace contextRef="#ctx0" brushRef="#br1" timeOffset="51115.9">15689 6599 412 0,'0'0'136'0,"0"0"-128"15,0 0-4-15,0 0 78 16,0 0-40 0,-124-24-26-16,101 24 17 15,-10 0 25-15,4 0-11 16,4 6-5-16,0 0 5 0,8 6-15 16,-2-2-14-16,-2 5-8 15,9 0-3-15,-5 7-7 0,1 3 0 16,7-1-8-1,5 7 8-15,-4-3 4 16,4 3-3-16,4 3 2 16,0-4-1-16,0-8-2 15,12 0 3 1,5-4-3-16,12-5-1 0,-4-5-1 0,2-4-3 16,7-4-1-16,3 0 5 15,0 0 0-15,-1-19 2 16,-3-2-1-16,-4-10 1 15,-4 0 5-15,-8-3-2 0,-13 3 5 16,0 0 14-16,-4 4-3 16,0 2 7-16,0 10 5 15,-4-4-14-15,-9 10-2 16,1 3-16 0,-9 3-1-16,0 3-28 15,-7 0-62-15,15 0-127 16,2 0-251-16</inkml:trace>
  <inkml:trace contextRef="#ctx0" brushRef="#br2" timeOffset="76626.2">14240 6806 117 0,'0'0'46'0,"0"0"-40"16,0 0 1-16,0 0 36 15,0 0-17 1,0 0-22-16,0 0-4 0,70-13-4 0,-66 13-49 31</inkml:trace>
  <inkml:trace contextRef="#ctx0" brushRef="#br2" timeOffset="83142.2">15134 4913 41 0,'0'0'276'16,"0"0"-257"-16,0 0-19 15,0 0 0-15,0 0 2 0,0 0-1 16,0 0 3-16,0 0 11 16,0 0 6-16,0 0-2 15,0 0 124 1,0 0-136-16,0 0-6 0,0 0 5 15,0 0-6 1,0 0 3-16,0 0-3 16,0 0 1-16,0 0 0 15,0 0-1-15,0 0 0 16,0 0 1-16,0 0 0 16,0 0 0-16,0 0 0 15,0 0 1-15,0 0-2 0,0 0-1 16,0 0-1-16,0 0-1 15,0 0-2-15,0 0-2 16,0 0-7-16,0 0 9 0,0 0-4 16,0 0 1-1,5 0 8-15,-1 0-15 0,8 0-4 16,-8 0-21-16,4 0-9 31,1 0-7-31,-1 0 1 0,0 3-50 16,-4-3 17-16,1 0 22 15,-5 0 47-15,4 0 19 16,-4 0 0-16</inkml:trace>
  <inkml:trace contextRef="#ctx0" brushRef="#br2" timeOffset="86040.32">17466 4738 2 0,'0'0'60'0,"0"0"-60"15,0 0-3-15,0 0-21 16,0 0-11-16,0 0 35 16,0 0 0-16</inkml:trace>
  <inkml:trace contextRef="#ctx0" brushRef="#br2" timeOffset="96093.53">17014 4892 111 0</inkml:trace>
  <inkml:trace contextRef="#ctx0" brushRef="#br2" timeOffset="103351.96">767 17453 69 0,'0'0'0'0,"0"0"-5"31,0 0 5-31,0 0 37 16,0 0 31-16,0 0-33 15,0 0-2-15,58-12 2 0,-54 8-19 16,0 1-8-16,8-2-8 16,-3 1-17-16,3-2-21 15,-12 3-51-15</inkml:trace>
  <inkml:trace contextRef="#ctx0" brushRef="#br3" timeOffset="130647.38">15188 5595 174 0,'0'0'61'15,"0"0"-55"-15,0 0-2 16,0 0-3-16,0 0 1 16,0 0-1-16,0 0-1 15,58-22 0-15,-58 22-1 16,0 0-2 0,0 0 2-16,0 0 1 15,0 0 2-15,0 3 1 16,0 3 0-16,0-3-3 0,0 4-27 15,0-4-12 1,0-3-37-16</inkml:trace>
  <inkml:trace contextRef="#ctx0" brushRef="#br3" timeOffset="147540.03">15111 5009 113 0,'0'0'26'15,"0"0"-19"-15,0 0 0 0,0 0 11 16,0 0-6-16,0 0-10 15,0 0-2-15,0 0 0 16,0 0 6-16,0 0 3 16,0 0-5-1,0 0-4-15,0 0 0 16,4 0 0-16,-4 0 0 16,0 0 0-16,0 0-1 15,0 0-3-15,0 0-3 16,0 0 2-16,0 0 3 15,0 0 1-15,0 0-2 16,0 0-2-16,0 0-8 0,0 0-24 16,0 0-74-16</inkml:trace>
  <inkml:trace contextRef="#ctx0" brushRef="#br0" timeOffset="180600.95">15390 3057 169 0,'0'0'139'15,"0"0"-111"-15,0 0-22 16,0 0 18-16,0 0-2 16,0 0-7-16,0 0-9 15,0 0-2 1,0-15 16-16,0 12 16 16,0 0 1-16,0 0-14 15,0-3-11-15,0 3-7 16,0 0 0-16,0-4 0 0,0 1-2 0,0-3 1 15,0 3 18 1,0-3-22-16,0-1 13 0,0 4 18 16,0-3-18-16,0 3 12 15,0-1 3 1,0 7-3-16,0-2 3 16,0-1-13-16,0 3-2 0,0 0 8 15,0 0-1-15,0 0 1 16,0 0-4-16,0 0-8 15,-4 0 4 1,4 0-9-16,0 0-4 16,0 0-1-16,0 0-6 15,0 0-3-15,0 9 5 16,-5 9 5-16,5 1 7 16,0 8-4-16,0 7 10 0,0 0-2 15,0 9 1-15,0 1 18 16,0-1-4-16,0 0-3 15,0-6-10-15,0 0-6 16,0-10-2-16,0-2 0 16,0-6 2-16,0-4-4 15,0-6 3-15,0-2-5 16,0-7 1-16,0 0-1 0,0 0 1 16,0 0 4-16,0 0-6 0,0 0 5 15,0 0-2-15,0 0 0 16,0 0-1-1,0 0 1-15,0 0 3 0,0 0 5 32,0 0-9-32,0 0-2 15,5 0 0-15,-5 0-29 0,4-10-23 16,-4-2-20-16,0-1 18 16,0-5-49-16,0 12-72 15,0 0-214-15</inkml:trace>
  <inkml:trace contextRef="#ctx0" brushRef="#br0" timeOffset="181550.28">15717 2512 276 0,'0'0'162'16,"0"0"-118"-16,0 0-5 0,0 0 38 16,0 0-16-16,0 0-20 15,0 0-7-15,0-12 17 16,0 12 19-16,0 0-12 15,0 0-21-15,0 0-9 16,0 0-8-16,0 0-8 16,0 0-2-16,0 0-7 0,0 0-3 15,0 15 0 1,0 1 5-16,0 5 3 16,0 4 5-16,0 5-6 15,4 4 2-15,1 6-1 16,-1 7-1-16,-4 5 8 15,0 10-7-15,0 2 6 16,0 4 0-16,4 6 0 16,-4 1-6-16,4-5-5 0,0 4 5 15,-4-6-2-15,4 6-4 16,-4 0 3-16,0 3 0 16,0-6-1-16,0-3-2 15,0-10 1-15,0-5-2 16,0-7 2-16,0-3 0 0,0-6 0 15,0-9 0-15,0-10-1 16,0 1 2-16,0-13 1 16,0-6-1-16,0 0-2 15,0 0 1-15,0 0 0 16,0 0-2-16,0 0 1 16,0 0 3-1,0 0 1-15,0 0-3 16,0 0 3-16,0 0-6 15,0-6-2-15,0-19-20 16,0 1-66-16,-12-1-93 16,4 12-160-16,-1 1-236 0</inkml:trace>
  <inkml:trace contextRef="#ctx0" brushRef="#br0" timeOffset="186995.12">9446 3462 6 0,'0'0'378'0,"0"0"-331"0,0 0-47 15,0 0 31-15,0 0 56 16,0 0-29 0,0 0-32-16,0 0 0 0,-4-16 7 15,4 10 15-15,0 3 4 16,7-3 0 0,5 6-3-16,5-7-4 15,-5 4 0-15,9 1-10 16,4-2-15-16,-5 1-8 15,9 0 3-15,3 0-3 0,5 0 0 16,5 0-3 0,-1-1 0-16,4 2-5 15,-4 2 3-15,-4 0-6 0,-1 0-1 16,2 0-2-16,-1 0 1 0,0 0 1 16,-1 0 0-16,1 0 1 15,-4 0-2-15,5 0 1 16,6 0 0-16,2 2 1 15,3-2-1-15,4 0 0 16,5 0 1 0,0 0-1-16,-6 0 3 15,6 0-3-15,-5 0 0 16,-3 0-1-16,-5 0 1 16,-1 0 0-16,-2 0 1 15,-5 0-1-15,-4 0 0 16,-1 0 0-16,-3 0 0 15,4 0 0-15,-4 0 1 0,4 0-1 16,-1 0 0-16,1 0 0 16,-4 0 1-16,4 0-1 15,-4 0 0-15,-1 0 0 16,1 0 0-16,0 0 0 0,0 0 0 16,4 4 1-16,-5 2-1 31,1-6-1-31,0 6 1 15,4-6 0-15,3 0 1 0,1 3-1 16,0 1 0-16,-3-4 1 16,6 0-1-16,-7 0-1 15,4 2 0-15,-4 1 1 0,3-3 0 16,-3 0 1-16,9 0-3 16,-5 0 2-16,3 0 0 15,-2 0 0-15,7 0 0 16,-8 0 0-16,4 0 0 15,-8 0 0-15,0 0 0 16,0 0 2-16,-1 0-2 16,-3 0 0-16,-4 0 0 15,-1 0 0 1,1 0 0-16,0 0 1 16,-1 0-1-16,1 0 0 0,-1 0 0 15,5 0 0-15,-4 0 1 16,3 0-2-16,-3 0 2 15,0 0-1 1,4 0 0-16,-1 0 1 0,6 0-1 16,-7 0 0-16,11 0 0 0,-9 0 1 15,4 0-1-15,-1 0 0 16,5 0 0-16,-4-3 0 16,0 3 0-16,3-2 1 15,-7 2 0-15,0 0-1 16,0-4 0-16,0 1 1 15,3 0-1-15,1 0 0 0,0 3 0 16,0 0 2-16,-4 0-2 16,7 0 0-16,-7-3 1 15,4 0-1-15,5 3-1 0,-6-4 1 16,1 2 0-16,0-1 0 16,0 3 0-16,-1 0 0 15,1-7 0 1,4 4-2-1,0 0 0-15,-4-3 2 0,8 3 0 16,-4 0 0-16,-4 3 0 16,7-6 0-16,2 6 1 15,-1-7-1-15,0 4 0 16,0 1 0-16,0-2 0 16,-4-2 0-16,5 3 0 0,-6 0 1 31,-3-4-1-31,8 5 0 15,-4-1 0-15,-5 0 0 0,2-1 0 16,-6 1 0-16,6 3 0 16,-2-3 0-16,-8-3 2 15,5 6-2-15,0 0 0 16,-4-3 1-16,0 3-1 0,-1-3 0 16,-4 0 0-16,5 0 1 15,0 3-1-15,4-3 0 16,-4-3 0-16,-2 6 1 15,6-3-1-15,-4-1-1 16,-4 4 1-16,4-3 0 16,-5 3 1-16,0-3-1 0,5 0 1 15,-5 3-1-15,9-3 0 16,0 0 0-16,-1 3 0 16,5-3 2-16,0 3-2 15,5 0 2-15,-9 0 1 16,-6 0-1-16,-6 0 0 15,-5 0-2 1,-4 0 0-16,-8 0 2 16,0 0-2-16,0 0-2 15,0 0 2-15,0 0 0 0,0 0-1 16,5-3-4-16,7 3-1 16,-8 0 0-16,0 0-12 15,-4-6-42 1,0 6-160-16,-4-7-421 0</inkml:trace>
  <inkml:trace contextRef="#ctx0" brushRef="#br0" timeOffset="189634.75">9494 3419 352 0,'0'0'22'0,"0"0"-21"15,0 0 47 1,0 0 27-16,0 0-28 16,0 0-22-16,0 0-4 0,0-7 2 15,0 7 11-15,-4 0 11 16,4 0 0-16,0 0-18 16,0 0-2-1,0 0-7-15,0 0-10 16,0 0-8-16,0 0 0 15,0 7 0-15,0 11 1 16,0-3 7-16,0 10 1 16,0 3 2-16,0 5 2 15,0 7 3-15,0 7-9 0,0 5 4 16,0 3 6-16,0 1-8 16,0 3 6-16,0-7 8 15,0 6-12-15,-4 1-2 16,0 6-1-16,4 0-2 15,-4-6 0-15,0 2-3 16,4-3 0-16,-5 1-1 16,5 0-1-16,-4-7 3 0,4 3 1 0,-4-5-1 31,4-1 3-31,0-2 5 16,0-4-3-16,0-3 2 15,0 0-5-15,0-6 1 16,0 6 1-16,0-3-7 15,0-3 9-15,0-1 6 16,-4-2-8-16,0 3-3 0,4 3 3 16,0 0 1-16,-4-3-4 15,4 3-3-15,-3-3 0 16,3 6 5-16,-4-3-2 16,4 0-2-16,-5-6-1 15,1 0 2-15,4-1 1 16,-4-2-3-16,0 3 1 0,4-3-2 15,0-1 1 1,-4-2 1-16,4 0-2 16,0-4 1-16,-4 1 5 15,4 3-4-15,0-4 6 16,-4-2-4-16,4 2-3 16,0-2 2-16,0-4-3 0,0-2-1 15,0 2 3-15,0-6-2 16,0 3-1-16,0-2 0 15,0-1 1-15,0 0-1 16,0-6 2-16,0 4-2 16,0-4 1-16,0-3-1 15,0 0 2-15,0 0-2 16,0 0 1-16,0 0 0 0,0 0 0 16,0 0 1-16,0 0-1 15,0 0-1-15,0 0-1 16,0 0-3-16,0 0-10 15,0 0-14-15,0 0-8 0,0 0-6 16,0 0-3-16,0 0-8 31,0 0-5-31,0 0-17 0,0 0 45 16,0 0 10 0,0 0-7-16,0 0-7 0,0 3 7 15,0 0 3-15,-5 3 21 16,5 3 3-16,-4-2 1 15,4 2 0-15,0 0 2 16,0 0 13-16,0 4 11 0,0-1-2 16,0-3 12-16,0-3-16 15,0 3 3-15,0 1 2 16,0-4 15-16,0 3-6 16,0 1-10-16,0 2 10 15,0-3-13-15,0 6-5 0,0-2 4 16,0-1-3-16,0 3-7 0,0-2-1 15,0 2 0 1,0 0-4-16,0-5-5 16,0 2 3-16,0 1 3 15,0-4-5-15,0 3 3 0,0-5 1 16,0 1-1-16,0 2-3 16,0-4 4-1,0-3-4-15,0 6 1 16,0-2 1-16,0-2-3 0,0-1 2 31,0-1-1-31,0-3-2 16,0 0 2-16,0 3-2 0,0-3 0 15,0 0 2 1,0 0 0-16,0 0 0 0,0 0 1 0,0 0-1 16,0 0-1-16,0 0 0 15,0 0-1-15,0 0 0 16,0 0 2-16,0 0-1 0,0 0-1 31,0 0 0-31,0 0 1 16,0 0-1-16,0 0-1 15,0 0-2-15,0 0 1 16,0 0-2-16,0 0 0 0,9 0-4 16,3 0 8-16,5 0 13 15,6 0-8-15,6-6-5 16,8-1 0-1,9-2 0-15,3 0 3 0,13 0 0 16,-1-1 3-16,5 2-3 0,0-2-2 16,-5 1 6-16,-7 0-6 15,2 2 0-15,-10 1-1 16,-1 0 0-16,0 3 2 16,-4 0-2-16,-4 0 0 15,1 3 1-15,-6-7-1 16,-3 7 1-1,-5-3 0-15,5 1-1 16,-4-1 2-16,-1-1-2 16,1 1-1-16,-1 0 1 15,1 3 2-15,0-3-1 0,4 0-1 16,-1 3 0-16,1-3 0 16,-4 0 0-16,-5 3 0 15,-3 0 0-15,-9 0 0 16,-8 0-1-16,0 0-37 0,-12 0-142 15,-17-3-394-15</inkml:trace>
  <inkml:trace contextRef="#ctx0" brushRef="#br0" timeOffset="197166.5">15857 3067 126 0,'0'0'6'16,"0"0"-6"-16,0 0 0 0,0 0 1 15,0 0-1-15,0 0 0 16,0 18 1-16,0-11 0 16,0-1 0-1,0-4-1-15,0 5 2 0,0-4-2 16,0 0 0-16,0 3 1 0,0-2-1 15,0-4 0-15,0 2 1 16,0 4-1-16,0-2 0 16,0-4-3-16,0 0-102 15</inkml:trace>
  <inkml:trace contextRef="#ctx0" brushRef="#br0" timeOffset="197366.61">15857 3067 113 0</inkml:trace>
  <inkml:trace contextRef="#ctx0" brushRef="#br0" timeOffset="199754.15">15857 3067 113 0,'-13'80'74'0,"10"-80"-70"0,3 0 8 0,-4 0 56 0,0 0-39 0,4 0-4 15,0 0 1-15,0 0 15 0,0 0 16 16,0 0 4-16,0 0-2 16,0 0-4-16,0 0-12 15,0 3-8-15,0-3-11 16,0 0-17-16,0 0 6 15,0 0 13-15,0 0 3 16,0 0 11 0,0 0-5-16,4 0-7 15,0 0-2-15,12 0-12 16,0 0 4-16,13 0 9 16,4 0 15-16,5 0-19 15,6 0-19-15,10 3 2 0,4-3 4 16,3 3-5-16,1 0 4 15,3-3-2-15,-3 0-2 16,3 3 2-16,-3 1-3 0,-4-4 0 16,-1 0 2-16,5 3-6 15,-1-3 6-15,9 2-4 16,3-2 0-16,6 4 0 16,-6-4-1-16,-2 3 0 15,-2 0-2 1,5-3 1-16,0 0 0 15,4 3-1-15,0-3 2 16,0 0-1-16,0 3 0 16,0-3 0-16,0 0-1 15,0 3 2-15,0-3-1 16,-1 3 1-16,-2-3 0 16,-6 0-1-16,1 3 0 0,-4-3 0 15,-5 0 0-15,6 3 1 16,-6-3-1-16,5 0 1 0,3 0 0 15,5 0 1 1,-4 0-2-16,4 0 0 0,-13 0 0 16,5 0 0-16,-8 0-4 15,-1 0 4-15,5 0 0 0,-5 0 0 16,5 0 0-16,-1 0 0 16,-3 0 0-16,0 0-1 15,3 0 1-15,-4 0 0 16,4 0 1-16,-3 7 0 15,0-4-1-15,-1 0 0 16,5 3 0 0,-5-3 0-16,1 3 0 15,-5-3 1-15,0 0 0 16,-3-3-1-16,-1 4 0 16,-4-2 0-16,9-2 1 15,-5 0-1-15,4 3 0 16,5 1-1-16,-1-4 3 15,1 3-2-15,-1 0 0 0,4-3 0 16,-3 0-2-16,-1 0 1 16,5 0 1-16,0 0 0 0,-1 0 0 15,1 0-1 1,-1 0 2-16,-7 0-1 16,4 0 0-16,-10 3-1 15,2-3 1 1,-5 0 0-16,-4 3 2 15,0-3-4-15,0 3 2 0,0-3 0 16,0 0 1-16,0 0 0 16,1 0-1-16,-6 0 1 15,1 0 0-15,-8 0-2 16,8 0 2-16,-5 0-1 16,5 0 0-16,1 3 0 0,3-3 0 15,-1 0 1-15,2 0-1 16,3 0 1-16,8 0-1 0,-4 0 0 15,-3 3-2-15,3-3 4 16,-12 0-2 0,0 0 0-16,0 0 0 0,-5 0 0 15,1 0 0-15,0 0-2 0,0 0 1 16,-4 3 2 0,3-3-2-16,1 3 1 0,5-3 0 15,-5 4 0 1,3-1 0-16,-3-3 0 0,4 0 1 15,0 0-1-15,0 0 0 16,-4 0 0 0,-4 0 0-16,-5 2 1 15,5-2-1-15,-5 0 0 16,1 0 1-16,12 0 0 16,-8 0-1-16,4 0 1 15,-5 0 0-15,-3 0 0 16,-4 0-1-16,-1 0 0 15,-12 0 3-15,5 0-3 0,-1 0 3 16,-3 0-1-16,-1 0-1 16,0-2 2-16,-1 2-3 15,6 0 0-15,-9 0-1 16,4 0 2-16,-4 0-1 16,5 0 0-16,-5 0 0 15,-4 0-1 1,0 0 1-16,0 0 0 15,0 0 11-15,0 0 0 16,0 0-1-16,0 0-3 0,0 0-1 16,0 0-1-1,0 0-1-15,0 0-2 0,0 0 5 16,0 0-7-16,0 0 2 16,0 0 0-16,0 0-1 0,0 0-1 15,0 0-1-15,0 0 1 16,0 0-1-16,0 0 1 15,0 0-1-15,0 0 1 16,0 0 0-16,0 0 0 16,0 0-2-16,0 6 2 15,0 6 7-15,4-6-6 0,-4 7 2 16,4 2-1-16,0-3 2 0,0 4 1 16,4 5-2-1,-8-2 0-15,5 8 6 16,-1-2-5-16,-4 3 3 15,4 3-4-15,0 3-2 0,-4 6 1 16,0-4 0 0,4 2-2-16,-4 2 3 15,4-3-3-15,-4 3 2 16,0 0-2 0,0 3 0-16,0 0 0 15,0-3 1-15,0 0-1 0,0 6 2 16,0 1-1-16,0-1-1 15,0-3 0-15,0-6 0 0,0 6 0 16,0-3 0-16,0-3 0 16,4 1 3-16,-4-5-3 15,0-2 0-15,0 0-1 16,0 0 0-16,0 2 1 16,0 8 0-16,0-4 0 15,0 0 0 1,0 0 2-16,0-3-4 15,0 0 2-15,0-1 0 0,0-2 2 16,0 3-2 0,0-12 0-16,0 2 1 15,0 1 0-15,0 3-2 16,0 3 1-16,0-4 0 0,-8 4 0 16,8-6 0-16,-4 3 0 0,4-1 2 15,-4-2-1-15,4 9-1 16,-4 0 0-16,4-3 1 15,-4 0-1-15,-1-4 0 16,1-5 0-16,0 2 1 16,0 1 0-16,0 0-1 15,0-4 0-15,4 4 0 0,-4 0 2 16,4-4-1-16,0 1-1 16,-4-10 2-16,4 4-2 15,0-4 1-15,0 0-1 16,0 0 0-16,0-2 1 15,0-1-1-15,0-3 0 16,0 4 1 0,0-5 0-16,0 2-1 15,0-1 0-15,0-3 1 0,0 4 0 16,0-5-1 0,0 1 0-16,0 0 1 0,0 1-1 15,0-1 1-15,0 3-1 16,0-3 0-16,0 3 0 15,0-3 1-15,0 3-1 0,0-2 1 16,0 1 0-16,0-1-2 16,0-1 1-16,4 3-2 15,-4-3 0-15,4 0-11 16,-4 3-13-16,0-3-6 16,0 0-21-16,0 1-31 15,0-1-10 1,0-1-9-16,0 2-32 15,0-4-31-15,0 0-128 16</inkml:trace>
  <inkml:trace contextRef="#ctx0" brushRef="#br0" timeOffset="200960.2">21978 5786 207 0,'0'0'109'0,"0"0"-60"15,0 0 14-15,0 0 13 16,0 0-24-16,0 0 1 16,0 0-8-16,-5 0-8 15,5 0 3-15,0 0 1 16,0 0-4-16,0 0-3 16,0 0-7-16,-4 0 4 0,4 0-3 15,0 0-10-15,0 0 9 0,0 0 1 16,0 0-9-1,0 0-5-15,0 0-3 16,0 0-3-16,0 0 1 16,0 0-5-16,0 0 3 0,0 0 0 15,0 0-6 1,0 0 4-16,0 0-2 16,0 0 0-16,0 0 1 15,0 0-4-15,0 0 9 16,0 0 3-16,0 0-2 15,0 0 5-15,0 0-4 16,0 0 0-16,0 0 5 16,0 0-7-16,0 0-1 0,0 0-3 15,9 0-5-15,-1 0 1 16,13 0 0-16,12 0 1 0,4 0 11 16,11 0-13-16,2 0 2 15,15 3 0-15,5 0 0 16,4-3-2-1,0 3 0 1,0 0 0-16,-4-3-2 0,0 0 0 16,-5 0 0-16,1 0 2 15,0 0-1-15,0 0 1 16,-5 0 0-16,1 0 0 16,-5 0-1-16,-12 0-2 15,-8 0 3-15,-4 0 1 16,-8 0 0-16,-5 0 1 0,-4 0-2 15,-3 0 0-15,-5 0-1 16,-4 0 2-16,4 3-1 16,-4-3 1-16,1 0-1 0,-1 0 0 15,-4 0 0 1,4 0 0-16,0 0 1 0,-4 3 0 16,4-3-1-16,-4 3 2 15,4 0-1-15,5-3-1 16,-5 0 0-16,4 3 0 0,0-3-1 31,1 4 1-31,-5-1 0 16,0-1 1-16,-4-2-1 15,0 0 0-15,0 0 0 16,-8 0-53-16,-9-9-152 16,-8-6-396-16</inkml:trace>
  <inkml:trace contextRef="#ctx0" brushRef="#br0" timeOffset="205321.43">15258 1464 406 0,'0'0'113'15,"0"0"-111"-15,0 0 6 16,0 0 33-16,0 0 4 16,0 0-40-16,0 0-5 15,0 0 0-15,0 0 5 16,0 0 0-16,0 0 11 16,0 0 1-16,0 0 1 0,0 0-4 15,0 0 16-15,0 0 11 16,0 0-15-16,0 0-10 15,0 6 5-15,4 0 0 0,0 1-3 16,0 5 1-16,4 3 4 16,4 3-1-16,1 10-10 15,-1 0 6-15,1 9-4 32,3 0-5-32,1 0 0 0,-5 6-3 15,5-3-2-15,-5-3 0 16,4 3 1-16,-4-3-1 15,-4-6 0-15,5 0 0 16,-9-7 3-16,0-5-2 16,0-3-2-16,0-7 2 15,0-6 0-15,0 3 0 0,-4-6 4 16,0 0-2-16,0 0 0 0,0 0 6 16,0 0 2-1,0 0 9-15,0 0 9 16,5 0 6-16,-1-6 4 15,4-16 2-15,9-11-1 0,-1-7-32 32,5-4-10-32,3-5 4 0,0 0-6 15,1-4 0-15,8 1 1 16,0-1-1-16,-5 4 0 16,1 9 0-16,-4 3 0 15,-13 13 2-15,1 5-2 16,-5 6 1-16,-4 4-3 15,0 6 3-15,-4-3-2 0,0 6 1 16,0 0-2-16,0 0-5 16,0 0-14-16,0 0-11 15,0 0-15-15,0 0-45 0,0 0-123 16,-12 0-259-16</inkml:trace>
  <inkml:trace contextRef="#ctx0" brushRef="#br0" timeOffset="206208.12">15721 1729 328 0,'0'0'310'0,"0"0"-275"16,0 0-33-16,0 0 81 0,0 0 17 16,0 0-41-1,0 0-33-15,0 19-14 0,5-4-6 0,-1 3-3 16,0 13 6 0,4-3-3-16,-8 9-1 15,4 3 5-15,0 0-8 16,1-3 0-16,-1-3 0 0,-4-6 4 15,0-7-6-15,0-2 2 32,0-4-2-32,0-9 2 15,0-3 3-15,0-3-5 0,0 0 3 16,4 0-2-16,-4 0-1 16,0 0-18-16,0 0-19 15,4-18-17-15,-4-7-92 0,4-8-30 16,-4-5 19-16,0-2 36 15,0 0-3-15,0 0 41 16,0 6 83-16,0 1 84 16,0 5 13-16,0 6-9 15,4 4 10-15,9 2-17 16,-1 4-16-16,5 2-11 16,3 5-21-16,0-2-2 15,1 4 3-15,-1 3-5 16,1 0 2-1,0 0-4-15,-5 0 3 16,-3 12 10-16,3 7-27 16,-9 0 3-16,-3-1-16 0,-4 0 2 15,0 4-1-15,0-9-1 16,0 2-10-16,-11 0 0 16,-14 0 10-16,0 1 15 15,5-4 12-15,-1-2-7 16,13-1-11-16,0-6-7 0,3 0 13 15,5 0 1-15,0-3-8 16,0 3-2-16,0 6-6 16,0 1 0-16,0 8 1 0,0 0 2 15,0-2 4-15,13 6 1 0,-1-4 1 16,13 4 0 0,0-1 0-16,8-2 9 15,-1 2 0-15,-3-5-2 16,4-4 0-1,-8 0-8-15,0-5 8 16,-14-1-6-16,1-3-10 16,-12-3 2-16,0 3-2 0,0 0-6 15,-12-3-99 1,-4 0-185-16,-4 0-378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50:46.18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16506 1609 349 0,'0'0'83'15,"0"0"-79"-15,0 0-3 16,0 0 42-16,0 0 49 16,0 0-23-16,0 0-28 15,0 0-17-15,0-25-1 16,0 25 14-16,0 0 14 16,0 0 0-16,0 0-7 15,0 0-11-15,0 0-5 0,0 0-3 0,0 0-10 31,0 0-4-31,0 0-10 0,0 0-1 16,0 0-4-16,0 15 4 16,0 7 6-16,0 0-2 15,0 5 2-15,0-2 4 0,0 6-1 16,0 3 3 0,0-6-2-16,0 5-4 15,0-5 6-15,0 3-5 16,0-6 2-16,0 0-4 15,0-4-2-15,0-6-2 16,0 1 2-16,0-4-3 16,0-5 3-16,0-2-3 15,0 2 1-15,0-7 1 0,0 0-2 16,0 0 0-16,0 0-5 16,4 0-13-16,-4 0-15 15,0 0-28-15,0 0-26 16,0 0-28-16,0 0-30 0,0 0-134 15</inkml:trace>
  <inkml:trace contextRef="#ctx0" brushRef="#br0" timeOffset="397.34">16329 1871 495 0,'0'0'120'0,"0"0"-102"0,0 0 1 15,0 0 71 1,0 0 24-16,0 0-45 16,-8-16-27-16,8 13-19 0,0 3-9 15,0 0 8-15,8-6 5 0,17 6 6 16,4-6-5-16,8 0-9 15,-1 0 3-15,6-1-8 16,-5 5 0 0,-4-2-4-16,-5 4-6 0,-3 0-4 15,-1 0 3-15,-7-3-3 16,-5 3 0 0,-7 0 1-16,-1 0-1 15,0 0 0-15,-4 0-4 16,0 0-10-16,0 0-52 15,0 0-68-15,-4 0-91 16,-5 0-230-16</inkml:trace>
  <inkml:trace contextRef="#ctx0" brushRef="#br0" timeOffset="1355.99">17191 1615 550 0,'0'0'193'0,"0"0"-174"0,0 0-13 16,0 0 17-16,0 0 52 16,0 0-8-16,0 0-26 15,0-46-29-15,0 46-11 31,0 0-2-31,0 0 1 0,0 3 0 16,-16 24 6-16,-8 11 4 16,3 5-3-16,-8 0-6 15,0 0 3-15,9 3 1 16,-1 1-2-16,4-11-1 16,6-1 1-16,-1-11 1 0,8-8 1 15,4-8-1-15,0-8-1 16,0 0 2-16,0 0 1 15,0 0 13-15,0-12 22 16,0-15 2-16,4-13-35 16,11-7-7-16,-2 1-1 15,7-7 1-15,-3 5 2 0,-1-5-3 32,5 4-1-32,-4 2 1 0,-5 14 0 15,0 8 1-15,-3 7 3 16,-5 2-1-16,0 13-2 15,-4-3 0-15,0 6 5 16,3 0 0-16,1 0-6 16,0 0-2-16,5 9-14 0,-1 19 16 15,12 3 1-15,1 5-1 16,0 1 5-16,4 1-5 16,4-5 3-16,-2 1-3 15,2-6 1-15,0 0-3 16,-4-4 2-16,0-5 0 15,-5-4 0-15,0 1 1 0,-3-7-1 16,-1 3 0-16,-7-5-1 16,-1-4 1-16,-4-3 0 0,0 0-1 15,-4 2 0 1,0-2-1-16,0 4 0 0,0-4 0 16,0 0 2-1,-21 3 12-15,-24 0-6 16,-8 3-3-16,-9 0 4 15,-7 0-2-15,7 4 6 16,0-1-4-16,9 0-2 16,4-3-5-16,16 0 1 15,9-3 0-15,16-3-2 16,3 4-3-16,5-4-25 16,0 0-31-16,24 0-25 0,22-13-43 15,-17 4-107-15,-9 3-183 16</inkml:trace>
  <inkml:trace contextRef="#ctx0" brushRef="#br0" timeOffset="2012.35">17730 1581 202 0,'0'0'114'0,"0"0"-78"16,0 0 18-16,0 0 46 16,0 0 5-16,0 0-6 0,0 0-12 15,0-25-12-15,0 25-4 31,0 0-13-31,0 0-11 16,0 0-17-16,0 0-8 0,0 0-8 16,0 0-10-16,0 0-4 15,0 0-1-15,0 0-3 16,0 10-3-16,3 14 7 16,5 7 2-16,-4 3 7 0,4 3-4 15,1 3 0-15,-1-6-4 16,-4 6 5-16,4-12-6 15,1 2 1-15,-5-8 1 16,4-9-2-16,-8-4 2 16,4-6-1-16,-4-3 2 15,0 0 9-15,4 0 10 16,0 0 9-16,5-25 16 0,3-9 2 16,1-9-38-16,7-3 2 15,4-4-2-15,-3-2-5 16,8 0-1-16,-5-1-5 15,1 4 0-15,0 6 5 0,-5 12-2 16,-8 7 10-16,-4 5-2 16,1 10-5-16,-9 2-1 31,0 7-2-31,0-3-3 0,0 3 0 16,0 0-4-1,0 0-6-15,0 0-34 0,0 0-31 16,0 7-43-16,0 2-136 15,-13 3-117-15</inkml:trace>
  <inkml:trace contextRef="#ctx0" brushRef="#br0" timeOffset="5685.34">17401 5101 135 0,'0'0'21'0,"0"0"-21"16,0 0 11-16,0 0 18 15,0 0-17-15,0 0-12 16,0 0-1-16,0 0-3 15,-8-6 4-15,8 6-8 16,-4 0 2-16,4 0-7 0,0 0-10 16,0 0 3-16,-5 0-19 0,1 0-28 15</inkml:trace>
  <inkml:trace contextRef="#ctx0" brushRef="#br0" timeOffset="6090.83">17401 5101 20 0,'-33'-6'46'0,"33"6"-3"31,0 0 11-31,0 0 10 0,0 0-12 0,0 0-3 16,0 0 3-16,0 0 18 16,0 0 3-16,0 0-9 15,0 0-17-15,0 0-5 16,0 0 0-16,0 0-1 16,0 0-2-16,0 0-5 15,0 0-2-15,0 0-3 16,0 0-2-16,0 0-4 15,0 0-5-15,0 0-8 16,0 0 4-16,0 3-11 0,0 19 1 16,0 12-2-16,0 6 6 15,0 6-3-15,0 3 12 16,0 4-6-16,4-1 0 0,0-9-2 16,-4-6 3-1,4-6-6-15,0-7-3 0,1-8 2 16,-5-1-1-1,0-8-3-15,0-1 1 0,0-3-2 16,0-3 2-16,0 0-2 16,4 0-12-1,0 0-27-15,-4 0-14 16,4 0-55-16,-4 0-191 0,0-9-186 16</inkml:trace>
  <inkml:trace contextRef="#ctx0" brushRef="#br0" timeOffset="6356.41">17216 5441 48 0,'0'0'707'0,"0"0"-600"31,0 0-102-31,0 0 43 16,0 0 5-16,0 0-31 15,-8-16-17-15,37 10 1 0,8 0 1 16,3-7 2-16,10 7 1 16,-1-6-3-16,-4 3-2 15,-8 2-1-15,-4-2-4 16,-12 6 0-16,-13 3-39 16,-8 0-109-16,0 0-50 15,0 0-56-15</inkml:trace>
  <inkml:trace contextRef="#ctx0" brushRef="#br0" timeOffset="6908.27">17532 5083 329 0,'0'0'99'0,"0"0"-66"15,0 0-24-15,0 0 110 0,0 0-19 16,0 0-61-16,-41-105-10 16,29 102 11-16,-5 3-20 15,-7 0-16-15,4 0-2 0,-9 0 0 16,-9 0 1-16,5 0 3 16,-3 9 4-16,3 3 14 15,-4 7 8-15,4 0 0 16,5 5-4-16,3 7-8 15,4 6-14-15,5 6 2 16,3 4-7-16,5 5 1 0,8 7-2 16,0-1 0-16,0-2-1 15,17-11 1-15,8-4-7 16,8-4 7 0,11-9-4-16,2-7 1 15,3-6 3-15,4-12 2 16,9-3 8-16,-5 0-3 15,1-12-2-15,-1-12-2 0,-12-11-3 16,0-4 1-16,-12-8 12 16,-8 1-8-1,-5-7 11-15,-8-5 4 0,-3 0 20 16,-9-4-7-16,0 10-14 16,0 8-8-16,-21 7 0 15,-7 7-2-15,-1 11-9 0,-12 0-9 16,-1 14-51-16,-6 5-70 15,27 0-120-15,0 0-230 16</inkml:trace>
  <inkml:trace contextRef="#ctx0" brushRef="#br0" timeOffset="7808.14">17393 5853 391 0,'0'0'90'0,"0"0"-69"15,0 0 45-15,0 0 23 16,0 0-41-16,0 0-26 15,0 0-3-15,-13-9 2 16,13 9-5 0,0 0 0-16,0 9 8 15,0 13 27-15,0 3-21 16,0 2-20-16,0 7 7 16,0 3-5-16,0-3-8 15,0 3 5-15,0 0-8 16,0-6-1-16,0-3-17 15,0-9 17-15,0-7 3 0,0-3-2 0,0-3-2 16,0-6-18 0,0 0-55-16,0 0-49 15,0 0-43-15,0-3-312 16</inkml:trace>
  <inkml:trace contextRef="#ctx0" brushRef="#br0" timeOffset="8093.33">17237 6066 363 0,'0'0'299'0,"0"0"-245"16,0 0-53-16,0 0 59 0,0 0-23 16,0 0-19-16,-21 0-16 15,21 0 1-15,0 0 12 16,4 0-4-16,13-3 13 15,7 0 6-15,5-3-7 16,3-3-8-16,10 2-6 16,-1 1-4-16,-1 0-5 15,-6 3 0-15,-10 0-15 0,-3 0-61 0,-9 0-82 16,-12 3-82-16,0-3-43 16</inkml:trace>
  <inkml:trace contextRef="#ctx0" brushRef="#br0" timeOffset="8679.94">17630 5866 261 0,'0'0'52'0,"0"0"-37"15,0 0 58-15,0 0 70 16,0 0-61-16,0 0-33 16,-44-62 2-16,23 56-7 15,-8 0-24 1,5 6-1-16,-9-3 0 0,-1 3 3 15,7 0 0-15,-11 0-7 16,5 0 8-16,0 3-1 16,1 12-3-1,3 3 6-15,4 10-6 0,1 3-13 16,3 9 7-16,4 7-13 16,9 2 4-16,4 3-4 0,4-3-3 15,0 1 2-15,0-10-8 16,25-3 1-16,8-9-23 15,4-10 21-15,9-9 8 16,2-9-1-16,6 0 6 16,3-9 1-16,-8-22 4 15,1-3-8-15,-17-9 15 0,-5-3-6 16,-7-3 13-16,-9 0 13 16,-12-4 6-16,0 4-8 15,0 5-10-15,0 14-8 0,-12 8-1 16,-5 10-14-1,-4 5-3-15,-2 7-19 16,-2 0-89 0,8 0-133-16,5 13-197 0</inkml:trace>
  <inkml:trace contextRef="#ctx0" brushRef="#br0" timeOffset="9165.01">17393 6402 412 0,'0'0'146'15,"0"0"-107"-15,0 0 7 16,0 0 92-16,0 0-57 15,0 0-39-15,0 0-17 16,-4-16-25-16,4 16 4 16,0 10-4-16,0 15 17 15,0-1-6 1,0 7-7-16,0 0-2 16,0 3-2-16,0-3-22 0,0-4 9 15,0-5 12-15,0-7 2 16,0-2-2-16,0-1 0 15,0-9-6-15,0 0-21 16,0-3-30-16,0 0-32 16,0 0-76-16,0 0-66 15</inkml:trace>
  <inkml:trace contextRef="#ctx0" brushRef="#br0" timeOffset="9497.84">17253 6584 286 0,'0'0'191'0,"0"0"-138"16,0 0-15-16,0 0 72 16,0 0-29-1,0 0-24-15,-4 0-5 16,4 0-7-16,0-3-25 15,0 3-5-15,4-3-6 0,17 0 0 16,3-4 4 0,5 2-10-16,4-2 2 15,0 1-5-15,-4 3 0 16,-6 3-1-16,-6-3-5 0,-5 3-33 0,-3 0-41 16,-5 0-15-16,4-3-38 15,-8 3-56-15,0 0-22 16</inkml:trace>
  <inkml:trace contextRef="#ctx0" brushRef="#br0" timeOffset="9932.27">17541 6421 34 0,'0'0'558'0,"0"0"-506"16,0 0-45-1,0 0 16-15,-119-31 60 0,90 31-48 16,-4 0-16-16,4 9 11 16,-4 6 4-16,1 10 4 0,-6 3-5 15,5 2-13-15,0 8-6 16,5 5 1-16,8 6-6 16,3 6 1-16,9 8-1 0,8-2-5 15,0 4 1 1,4-4-5-16,21-2 0 0,8-13-72 31,3-18 72-31,1-7-1 16,9-14 1-16,-2-7 0 15,10 0 8-15,-4-22 16 0,2-18-10 0,-6-13-2 32,-9-2-1-32,-16-16 12 0,-13 3 7 15,-8-3 11-15,0 7-8 16,0 8-19-16,-21 7-8 15,-4 12-4-15,-4 9 8 16,1 10-10-16,7 9-7 16,-3 9-48-16,16 0-120 15,4 9-176-15</inkml:trace>
  <inkml:trace contextRef="#ctx0" brushRef="#br0" timeOffset="10704.06">17926 5117 418 0,'0'0'65'16,"0"0"-57"-16,0 0 59 16,0 0 38-16,0 0-34 15,0 0-28-15,8-22-8 16,-8 22-11-16,0 0-2 0,0 0 18 16,0 0-23-16,4 15-13 15,5 16 23-15,-1 13 2 16,4 2-6-16,1 6-17 15,-1-3-3-15,-4-6 3 16,-3-2-5-16,-1-11-1 0,-4-5-7 16,0-6-43-16,0-4-11 15,0-6-38-15,0 1-47 0,0-10-81 16,-4 0-60 0</inkml:trace>
  <inkml:trace contextRef="#ctx0" brushRef="#br0" timeOffset="10940.34">17815 5403 233 0,'0'0'296'0,"0"0"-213"16,0 0-40-16,0 0 70 16,0 0-53-16,0 0-43 15,5-30-15-15,24 30 9 16,3-3-1-16,9-1-5 0,-8-2-2 15,4 6-1-15,-5-6-4 16,-3 0 2-16,-4 3-31 16,-4-7-87-16,-1 7-67 15,-20 0-9-15,0-3-7 0</inkml:trace>
  <inkml:trace contextRef="#ctx0" brushRef="#br0" timeOffset="11352.21">18132 5110 207 0,'0'0'60'0,"0"0"-35"16,0 0 83-16,0 0 38 15,0 0-69-15,0 0-20 0,-99-95-20 16,75 95-27-16,-9 0-5 16,0 0 5-16,-9 16 15 15,6 8 12-15,-5 16 11 16,4 13-2-16,8 11-21 15,8 10-16-15,5 6-3 0,12-3-4 16,4-9-2-16,0-12-9 16,28-4 4-16,9-18-3 0,1-6 6 15,7-16 2 1,4-9 1 0,4-3 28-1,4-12 0-15,1-22-8 16,-4-12-2-16,-10-6 5 0,-15-7-2 15,-16-6 2-15,-5-9 25 16,-8 0-9-16,0 6-19 0,-12 10-16 16,-13 14-1-16,4 17 9 15,1 8-13 1,-4 13-1-16,3 6-65 0,-8 9-92 16,17 13-91-16,3 3-183 15</inkml:trace>
  <inkml:trace contextRef="#ctx0" brushRef="#br0" timeOffset="11907.75">17988 6038 601 0,'0'0'94'0,"0"0"-91"15,0 0-1 1,0 0 63-16,0 0-39 0,0 0-26 0,-16-6 1 16,11 31 5-16,1 3 11 15,4 3 5-15,0 2-7 16,-4-2-9-16,4 0 0 16,0-3-3-16,0-4-1 15,0-5-1-15,0-1-1 16,0-8-5-16,0-4-17 0,0-6-39 31,0 0-47-31,0 0-112 0,-4 0-21 0</inkml:trace>
  <inkml:trace contextRef="#ctx0" brushRef="#br0" timeOffset="12123.73">17770 6171 171 0,'0'0'587'0,"0"0"-567"0,0 0-10 16,0 0-10-16,0 0 32 16,0 0-12-16,66-15-4 15,-21 8-3-15,8 1-8 16,5 0-5-16,-13 0 2 0,0 0-2 16,-8 2-45-16,-12-1-83 15,-8 5-50-15,-17 0-25 16</inkml:trace>
  <inkml:trace contextRef="#ctx0" brushRef="#br0" timeOffset="12556.7">18078 5884 190 0,'0'0'298'0,"0"0"-255"0,0 0-43 0,-140-18 71 16,107 18 9-16,5 6-41 16,0 13-17-16,3 8 8 15,-4 10 5-15,8 10-3 16,5 2-12-16,7 0-6 16,9 0-9-16,0 4-2 15,0-10-3-15,17-6 2 16,12-3-2-1,8-12 10-15,0-4-7 16,4-12 10-16,12-6 8 16,5 0 10-16,3-21 4 15,-3-17-7-15,-5-5-8 16,-16-6-4-16,-12-10 2 16,-17-2 12-16,-8-7 0 15,0-3-13-15,-8 12-10 0,-21 10-3 16,-8 15-4-16,0 16 2 0,-4 12-2 15,-4 6-22 1,3 0-54-16,2 36-79 0,28-14-49 16,3 3-172-16</inkml:trace>
  <inkml:trace contextRef="#ctx0" brushRef="#br0" timeOffset="13081.29">17947 6507 599 0,'0'0'123'16,"0"0"-93"-16,0 0 39 16,0 0 35-16,0 0-61 15,0 0-31-15,0 0-12 0,0-25 0 16,0 25 0-16,0 13 7 16,0 8 21-16,0 7-8 15,0 3-8-15,0 0-6 16,0-1-2-16,8 1-4 15,-4 0 2-15,0-3 1 16,0-9-3 0,-4-4-1-16,0-3 1 0,0-6-17 0,5 0-44 15,-5-6-92-15,0 0-15 32,0 0-17-32,0 0-6 15</inkml:trace>
  <inkml:trace contextRef="#ctx0" brushRef="#br0" timeOffset="13304.22">17832 6722 275 0,'0'0'101'0,"0"0"-71"16,0 0 60-16,0 0 4 15,0 0-13-15,0 0-12 0,-29-21-8 16,29 21 3-16,0 0-2 16,0 0-7-16,0 0-34 0,8-3-9 15,13 0 23 1,8 0-14-16,7-3-13 0,1-1-2 15,5 2-6-15,-5-2-2 32,-9 4-22-32,-3 0-98 0,-9 0-66 15,-16 0-93-15,0 3 13 16</inkml:trace>
  <inkml:trace contextRef="#ctx0" brushRef="#br0" timeOffset="13748.26">18103 6473 277 0,'0'0'320'0,"0"0"-265"0,0 0-54 16,0 0 55-16,-136-43 10 16,103 43-44-16,-4 0-8 15,1 0 8-15,-1 6 1 0,0 12 4 16,-1 4 9-1,6 6 9-15,-1 3-13 0,8 2-14 16,9 8-7-16,8 2-10 16,8 6-1-16,0 0 0 15,20 7-2-15,22-10-13 16,6 1-3 0,10-14 9-16,4-5 4 15,-1-13-4-15,5-12-1 16,-1-3-80-16,1-12 90 15,-9-28 33-15,-11-6-24 16,-13-6 0-16,-17-10 24 16,-16 0 28-16,0-3 4 15,-4 1-4-15,-25 5-40 0,-8 10-17 16,-7 12 25-16,-2 16-13 0,-3 2-16 16,7 15-9-1,2 4-96-15,28 0-186 16,3 7-302-16</inkml:trace>
  <inkml:trace contextRef="#ctx0" brushRef="#br0" timeOffset="16416.16">14859 5148 90 0,'0'0'105'0,"0"0"-66"16,0 0-34-16,0 0 48 31,0 0 14-31,0 0-29 16,0 0-23-16,-24 0 19 0,24 0 13 15,-4 0-11 1,4 0-9-16,0 0 2 16,0 0 0-16,0 0-15 15,0 0 5-15,0 0 11 0,0 0 15 16,0 0 0-16,0 0-4 0,0 0-4 16,0 0-2-16,0 0-8 15,0 0-10-15,0 0-3 16,0 0-9-16,0 0 6 15,4 0 3-15,12-7 3 16,-3 4 1-16,7 0-11 16,-3-3 0-1,8 6-3-15,-5-3 1 16,4 0 5-16,1 0-1 16,0 0-6-16,-5 3 6 15,-3 0-7-15,-5 0-1 16,-3 0-1-16,-5 0 0 0,-4 0 0 15,0 0-1 1,0 0-3-16,0 0-56 0,-13 0-70 16,1 0-126-16,0 0-271 0</inkml:trace>
  <inkml:trace contextRef="#ctx0" brushRef="#br0" timeOffset="16901.25">15003 4996 70 0,'0'0'515'0,"0"0"-459"16,0 0-49-16,0 0 76 16,0 0 9-1,0 0-52-15,-102-64-26 16,85 64 7-16,-3 0-20 15,-1 0 3-15,-7 12 11 16,-1 10 19-16,0 3 3 16,0 2-13-16,4 10-8 0,9 3-4 15,0 6-8-15,12 4-4 16,4-1 0-16,0-3 0 0,4 0-6 16,20-5 0-16,5-11 5 15,4-5 1-15,9-12 0 16,2-11 4-16,1-2 7 15,9 0-9-15,-5-21 7 32,-4-13-4-32,1-6-1 0,-17-6 4 15,-6 0-1-15,-10-1 6 16,-5 7-6-16,-8 3-4 0,0 6 12 16,-4 7-7-16,-17 5-8 0,-2 10-1 15,-6 9-11-15,-9 0-77 16,1 0-106-16,21 3-140 15,-1 12-5 1</inkml:trace>
  <inkml:trace contextRef="#ctx0" brushRef="#br0" timeOffset="17317.23">14794 5684 271 0,'0'0'339'15,"0"0"-280"-15,0 0-40 16,0 0 84-16,0 0-39 0,0 0-37 16,0 0-13-16,17 0 5 15,3 0-1-15,4 0 0 0,5 0-7 16,0 0-4-1,8 0-4-15,-5-6 0 0,-7 6-3 16,-4-3-2-16,-4-1-25 16,-5 1-51-1,-8 3-57-15,-4 0-122 16,0 0-21-16</inkml:trace>
  <inkml:trace contextRef="#ctx0" brushRef="#br0" timeOffset="17786.37">15020 5598 188 0,'0'0'252'0,"0"0"-187"16,0 0-59-16,0 0 109 0,0 0-52 16,0 0-41-1,-115-31-16-15,90 31 2 0,-4 0 13 16,1 3 11-16,-1 6 5 0,0 4 5 15,1 2 0 1,3 1-2-16,4 5-3 16,6 1-22-16,2-1-4 15,9 10-9-15,4-3 1 0,0-4-1 32,0 4-2-32,8-6-1 15,12-4-1-15,-4-3 2 0,13-2 1 16,0-7-1-16,4 0 0 15,4-6 6-15,0 0 12 16,8 0-9-16,5-15 8 16,-2-4-9-16,-6-5-1 15,-9-4-1-15,-4 0-2 0,-14 0 6 16,-6 3-8-16,-9 7 9 16,0 3-4-16,0-1 17 0,-9 4-19 15,-10 6-3 16,-10 0-2-31,-4 6-42 0,-5 0-69 16,22 0-71-16,-1 0-193 16</inkml:trace>
  <inkml:trace contextRef="#ctx0" brushRef="#br0" timeOffset="18319.36">14745 6057 191 0,'0'0'407'0,"0"0"-332"16,0 0-59-16,0 0 104 15,0 0-44-15,0 0-43 16,0 0-19-16,-8 0-4 0,24 0 9 16,1 0 2-16,3 0-2 15,1 0-1-15,3 0-12 16,0 0-1-16,1 0-1 15,0 0-4-15,0 0 0 16,-4 0-2-16,-9 0-39 0,-1 0-39 31,-7 0-109-31,-4 0-92 16,0 0-126-16</inkml:trace>
  <inkml:trace contextRef="#ctx0" brushRef="#br0" timeOffset="18800.52">14999 5980 214 0,'0'0'330'0,"0"0"-293"15,0 0-36-15,0 0 69 16,0 0 15 0,0 0-28-1,-25-44-13-15,1 44 8 0,0 0-48 16,-5 0 5-16,-4 0 6 15,4 4 10-15,5 5-4 0,-5 3-3 16,0 4 0-16,4-1-1 16,0 4-7-16,13-1 7 15,-8 7-5-15,12-1-9 16,0 1 2-16,0 0-5 16,8 3 0-16,0-4-2 15,0-2 1-15,8-1-2 0,13-2 1 16,2-1 1-16,10-6 1 15,5-2 2-15,7-10 5 16,4 0-3 0,4 0-4-16,4 0-2 15,-3-19-3-15,-4 4-4 16,-13-10 7-16,-13-2 0 16,-8-1 2-16,-12-6 9 0,-4 3-5 15,0 0-1-15,-25 4-3 16,-7 5-6-16,-5 1-17 15,0 8-30-15,0 7-47 16,5 0-69-16,23 6-162 16,5 0 1-16</inkml:trace>
  <inkml:trace contextRef="#ctx0" brushRef="#br0" timeOffset="19332.62">14786 6454 456 0,'0'0'113'16,"0"0"-94"-16,0 0 105 16,0 0 11-16,0 0-65 15,0 0-29-15,-16 0-16 16,16 0-1-16,0 0-4 16,0 0 1-16,0 0-7 0,12 0 0 0,9 0 1 15,11 0-1 1,5-2-7-16,0-1-2 15,0-1-5-15,-1 1 1 16,-11 3-1-16,0 0-3 0,-12-3-14 16,-9 3-16-16,-4 0-35 15,0 0-25 1,0 0-41-16,0 0-73 16,0 0-144-1</inkml:trace>
  <inkml:trace contextRef="#ctx0" brushRef="#br0" timeOffset="19780.16">15024 6384 298 0,'0'0'195'16,"0"0"-147"-16,0 0-20 16,0 0 88-16,0 0-24 15,0 0-31-15,-136-41-24 16,112 41 6-16,-5 0-3 15,5 0 3-15,-1 10-15 0,-4 5-6 0,4 3-10 16,5 5 1-16,3-2-6 16,5 6-1-1,0 1-3-15,8 0-1 16,4-3-2-16,0 0-4 0,9-4 2 31,10 1 1-31,10-7-1 16,0-2 2-16,8-1 0 0,4-9-3 15,4-3 3 1,9 0 4-16,3-10 4 0,1-11-7 16,-5-1 2-16,-12-6-3 15,-13 1 0-15,-11-1 4 16,-9-3 1-16,-8 3-1 16,0 1 0-16,-8 5-4 0,-17 7-3 15,-16 9-9-15,5 6-18 16,-10 0-69-16,-3 0-80 15,32 2-138-15,6 5 24 16</inkml:trace>
  <inkml:trace contextRef="#ctx0" brushRef="#br0" timeOffset="20150.93">14819 6766 520 0,'0'0'173'0,"0"0"-136"15,0 0 75 1,0 0-6-16,0 0-58 16,0 0-21-16,0 0-13 15,0 0 1-15,16 0 0 16,4 0 3-16,9 0-5 0,0 0-7 16,4 0-2-16,-5 0-2 15,-7 0-2-15,-5 0-6 16,-3 0-27-16,-9 0-34 15,-4 0-55-15,0 0-58 0,0 0-102 16,0 0-86-16</inkml:trace>
  <inkml:trace contextRef="#ctx0" brushRef="#br0" timeOffset="20609.52">14978 6689 123 0,'0'0'180'15,"0"0"-92"-15,0 0 9 16,0 0 38 0,0 0-31-16,-127-22-56 15,99 22-12-15,-1 0-10 16,-4 7 15-16,4 1 7 0,9 5-9 15,-1 2-7-15,10 7-12 16,2-4-12-16,5 7-2 16,4 0-3-16,0-1-3 15,0 1 0-15,9 0-1 0,14 3 1 16,6-4-1-16,0-5 1 16,8-10-32-16,4-3 28 15,4-6 4-15,9-3 18 16,3-19-3-16,5-5-3 15,-4-7 1 1,-14 0-11-16,-15-3 3 16,-12 0 1-16,-17-3 3 15,0 3-1-15,-9 6-2 0,-28 7-6 16,-3 5 16-16,-10 10-16 16,5 9-9-16,-1 0-40 15,27 0-117-15,10 0-145 16</inkml:trace>
  <inkml:trace contextRef="#ctx0" brushRef="#br0" timeOffset="21044.64">14815 6994 292 0,'0'0'170'0,"0"0"-140"0,0 0-21 16,0 0 78-16,0 0-34 15,0 0-39-15,-87 19-10 16,87-19 0 0,0 0-4-16,0 0 4 15,0 0 0-15,0 2 28 16,4 1 11-16,9-3 21 16,7 0-7-16,5 0-30 15,4 0-7-15,3 0-14 0,-3 0 0 16,4 0-2-16,-12 0-4 15,0-5-1 1,-6 5-50-16,-11-7-54 0,0 4-53 0,-4 3-72 16,0-3-19-16</inkml:trace>
  <inkml:trace contextRef="#ctx0" brushRef="#br0" timeOffset="21430.32">14974 6880 234 0,'0'0'263'16,"0"0"-228"-16,0 0-33 15,0 0 82-15,0 0-22 16,-127 9-39-16,95 13 9 16,-1-1 21-16,4 10 8 0,4-3-14 15,13 6-26-15,4-10-11 16,8 4-4-16,0-6-4 15,4-7-2-15,16-2 4 16,13-7-1-16,5-6-2 0,2 0 2 16,1 0-3-16,1-9 1 15,2-10-1-15,-3-2 1 16,-7-1 2-16,-14-3 5 0,-7 1-3 31,-13-7 0-31,0 3 28 16,-38 0 35-16,-3 6-23 15,-3 4-12-15,-6 6-20 16,4 9 4-16,10 3-17 0,7 0-28 16,25 0-96-16,4 0-216 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54:57.75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17441 4611 490 0,'0'0'186'0,"0"0"-155"15,0 0-31-15,0 0 10 0,0 0 13 16,0 0-2-16,-11 0-21 16,11 0-6-16,0 0 2 15,0 0 4-15,4 0-25 0,7 0-45 16,-6-6-93-16,-1 0-160 16</inkml:trace>
  <inkml:trace contextRef="#ctx0" brushRef="#br0" timeOffset="300.24">17441 4611 192 0</inkml:trace>
  <inkml:trace contextRef="#ctx0" brushRef="#br0" timeOffset="363.37">17441 4611 192 0,'71'-136'96'0,"-71"134"-79"0,0-1-12 0,0-1 2 0,0 4-7 16,0 0-13-16,0 0-31 15,0 0-60-15</inkml:trace>
  <inkml:trace contextRef="#ctx0" brushRef="#br0" timeOffset="2855.73">17183 4738 196 0,'0'0'125'15,"0"0"-98"-15,0 0-24 16,0 0 15-16,0 0 27 15,0 0-9-15,0 0 1 16,4 3 3-16,0-3-2 16,-4 0 15-16,0 0 10 15,0 0-2 1,0 0-2-16,0 0 0 16,0 0-7-16,4-10-27 15,-4-2-21-15,0-3 14 16,4-1 13-16,1 1-9 15,-1-7-2-15,0 4 10 16,4-4-16-16,5-5-9 16,-5 2 2-16,4 0-4 0,5-3 7 0,-5 7 0 15,4-1-6-15,0-2 7 16,1 5-7 0,-5 4 3-16,1 2-2 15,3 1-5-15,-8 6 1 0,-4 0-1 16,5 2 0-16,-9 4-1 15,4 0 1 1,0 0-1-16,0 0-1 16,4 0-2-16,1 0 2 15,-1 0-5-15,0 0 3 16,4 0 0-16,0 10-3 16,5 2 6-16,-1 1 0 15,1-1 2-15,3 3-2 16,-3 1 2-16,-1 2-1 0,5-3 1 15,-10 1-1-15,2-1 0 0,-1-3-1 16,1 4 4 0,-5-4-5-16,4 1 2 0,-8-1-3 15,5-3 3-15,-1-3-1 16,-4 1 1-16,-4-7 2 16,4 3-2-16,0-3 5 0,0 0-4 15,1 0 1-15,3 0 2 16,-4 0-1-16,4 0 1 15,1 0 3-15,2 0-4 16,-3 0 2-16,5-3-4 16,-1-6 1-16,0-4 4 15,1 1-6 1,-1-4 4-16,-4-2 0 16,1 2-2-16,3 1 3 15,-8-1-5-15,5 4 5 16,-9-3 2-16,4 3-6 15,-4-1 2-15,0 1 2 16,0 0-4-16,0 2 2 16,4-2-2-16,0 6-1 0,-4 0 3 15,0 2-3-15,0 4 0 16,0 0 1-16,0 0 1 16,0 0-4-16,0 0 2 0,0 0-3 15,0 0 2-15,0 0-6 16,0 0 4-16,0 0 2 31,0 0-6-31,0 0-3 16,0 4-3-16,0 8 8 0,0 0 5 15,0 4 2-15,4 2-1 16,0 1 2-16,0-1-2 16,-4 4-1-16,4-1 0 15,0 1 0-15,0-4 1 16,4 1-1-16,-4 2 0 0,0-8 1 15,0 5 0-15,1-5 0 16,3-7-1-16,-4 3 1 16,4-3 2-16,-4-2-2 15,0-2-1-15,5-2 3 16,-5 0-2-16,0 0 5 16,4 0-3-16,1 0 2 0,3 0 5 15,0-6-6-15,9-3-2 16,-10-9 6-16,10 2-7 31,-9-3 2-31,9 4 0 0,-8-3-3 16,3 2 1-16,-4 7 0 15,-3-4-1-15,-1 4 3 0,0 6-3 16,-4 0 3 0,-4 0-3-16,5 3 0 0,-5 0-1 15,0 0-2-15,0 0-1 16,0 0-3-16,0 0-7 15,0 0 0-15,4 13 10 16,3 2 3-16,1 6 0 16,0 1 1-16,-3 6 0 0,3 0 4 15,0-4-4-15,-4 4 0 16,0-7 0-16,-4-2 0 16,0 0 0-16,0-7-5 15,0-6 2-15,0 0 2 0,0-2 1 16,0-2 5-1,0-2-3 1,0 0-2-16,0 0-4 16,0 0-37-16,0 0-70 15,0 0-100-15,-4 0-198 16</inkml:trace>
  <inkml:trace contextRef="#ctx0" brushRef="#br0" timeOffset="7237.62">17541 3831 286 0,'0'0'110'0,"0"0"-88"15,0 0 9-15,0 0 65 16,0 0-23-16,0 0-34 15,0 0-22-15,0 0-10 16,0 0-3-16,0 0-1 16,0 0-3-16,0 0-2 15,0 0-92-15,0 0-98 0,0 0-46 16</inkml:trace>
  <inkml:trace contextRef="#ctx0" brushRef="#br0" timeOffset="8574.98">17586 3720 262 0,'0'0'71'16,"0"0"-64"-16,0 0 43 15,0 0 27-15,0 0-25 0,0 0-6 32,3-9 0-32,-3 9-2 15,0 0 1-15,0 0 7 16,0 0-5-16,0 0-20 0,0 0-25 0,0 0-2 0,0 0-3 15,0 16 3 1,-11 5 11 0,-6 7 11-16,1 6-3 15,-5-1-1-15,0 5 6 16,-3-5-5-16,3 1-4 16,8-6-2-16,-2-3-4 0,7-3 1 15,-5-10 1-15,9 0-1 0,4-6-2 16,-4-3-3-1,4 0-3-15,0-3 2 16,0 0-3-16,0 0 0 0,0 0 2 16,0 0-2-16,0 0 4 15,0 0-3-15,0 0 3 16,0 0-4-16,0 0 7 31,0 0-2-31,0-3 10 0,0-9-11 16,4-13-4-16,13 1-1 15,-1-10-1-15,0 0 0 16,0-3-1-16,1 0-4 16,3 0-2-16,-3 3-4 15,-5 6 1-15,1 4 9 16,-9 5 2-16,4 7 2 16,-4 0-2-16,5 5 0 0,-9 4 0 0,4 3 1 15,-4 0-2-15,0 0 0 16,0 0-3-1,4 0-2-15,-4 0-5 16,0 0-2-16,7 0 1 0,1 10 8 16,5 11 1-16,7 1 0 15,1 2 3-15,4 4 1 0,-4 0 1 16,3-4-2-16,-4-2 2 16,1 0 0-16,-5-4-2 15,-3-5 0-15,-1-1 0 16,-4-3 0-16,-4-3 0 15,1 0 0-15,-5 0 2 16,0-2-2 0,0-4-1-16,0 0 0 15,0 3-1-15,0-3 1 16,0 0-7-16,0 2 3 16,0 2 1-16,0 5 2 0,-13-3 2 15,-12 6 18-15,1 1-5 16,-13 2 6-16,-4-3-7 15,-9 1 5-15,6 2 5 0,-6-5-4 16,5-4 2-16,4 0-3 16,9-3-5-16,7-3-2 15,8 0 2-15,9 0-4 16,8 0 1-16,0 0-7 16,0 0-2-16,0 0-7 15,0 0-21 1,0 0-19-16,4-13-23 15,13 4-110-15,-5 6-45 16,-4-3-133-16</inkml:trace>
  <inkml:trace contextRef="#ctx0" brushRef="#br0" timeOffset="9214.84">18061 3807 314 0,'0'0'57'0,"0"0"-37"15,0 0 85-15,0 0 14 16,0 0-29-16,0 0 4 16,0 0-19-1,17-31-29-15,-17 31-19 0,-4 0-11 0,-13 0 7 16,-7 9-21-16,0 9-1 15,-1 10 10-15,0 0-4 16,4 3-5-16,9-4 6 0,4 4-8 16,8-3 0-1,0 3-2-15,0-10 4 0,4-2-1 16,17-7 0-16,-1-3 3 16,5-9 2-16,4 0 0 31,3 0-3-31,1 0 2 0,-4-24-5 15,0-7 4-15,-1-9-4 16,-3-3 3-16,-5-6 3 0,-3-4-5 16,-9 1 0-16,0-1 3 15,-8 1 1-15,0 6 14 16,-8 3-1-16,-12 12 4 16,-1 9 11-16,0 10-28 15,2 9-5-15,-6 3-3 0,-4 0-15 31,-8 31-20-31,-1 9-47 16,27-19-79-16,3-2-177 0</inkml:trace>
  <inkml:trace contextRef="#ctx0" brushRef="#br0" timeOffset="9632.24">18057 3917 443 0,'0'0'117'15,"0"0"-117"-15,0 0 5 16,0 0 86-16,0 0 12 16,0 0-62-16,0 0-18 15,-12 0 12-15,12 0 11 16,0 0 19-16,0 0-4 15,0 0-17 1,0 0-14-16,0 0-20 16,0 0-6-16,4 0-4 0,8 4-13 15,22 17 13-15,3 7 3 16,3 3 0 0,1 6 1-16,-3 0-2 0,-9-3-2 15,-1-4 1-15,-4-2-1 16,-3-9 2-16,-5-7-1 0,-7-5-1 15,-9-5 2-15,4-2-2 16,-4 0 5-16,0 0 10 16,0 0-2-16,0 0-13 15,0 0-8-15,-4-6-116 16,-5 0-158-16,-3 3-287 0</inkml:trace>
  <inkml:trace contextRef="#ctx0" brushRef="#br0" timeOffset="12240.14">17175 7404 284 0,'0'0'136'15,"0"0"-123"-15,0 0-7 16,0 0 36-16,0 0 1 15,0 0-34-15,0 0-9 16,-13 0 3-16,13 0 2 16,0 0 13-1,0 0 8-15,0 0 22 0,0 0-10 16,0 0 3-16,0 0-2 16,0 0-8-16,0 0-8 15,0 0 1-15,0 0-6 0,0 0-1 16,0 0-4-1,0 0-2-15,0 0 2 16,13 0-7-16,3 0 9 0,13 0 16 16,4 0-16-16,9 0 1 15,2 0-6-15,14-6-2 16,3 0 4-16,9 3-6 16,4-4-2-16,4 1 3 15,0 0-5-15,4 3 1 0,-4-3-2 16,0-3-1-16,0 2 3 31,-12-2-3-31,-9 3 0 0,-8 0 1 0,-15 3 3 0,-14 0-4 16,-7 3 0-16,-10 0 0 31,-3 0 1-31,0 0-1 0,0 0 7 0,0 0 0 31,0 0-7-31,0 0 3 0,0 0-3 16,0 0 0-16,0 0-5 0,0 0-25 15,0 0-20 1,0 0 7-16,0 0-15 0,-8 0-13 31,-4 0-58-31,0 0-49 16,3 0-105-16</inkml:trace>
  <inkml:trace contextRef="#ctx0" brushRef="#br0" timeOffset="12723.79">18045 7213 545 0,'0'0'109'0,"0"0"-105"15,0 0 20-15,0 0 104 0,0 0-43 16,0 0-44-16,-40-22-16 15,40 22 2-15,0 0-8 16,0 0-4-16,0 0-8 0,0 0-7 16,0 0-14-16,4 0 14 15,11 6 13-15,10 7 8 16,8-1 7-16,0 4-12 16,4 2 3-16,-5-3-12 15,-3 1-6 1,-8-1 2-16,0 1-2 15,-1-7-1-15,-11 0 0 16,-5-6-5-16,-4 0 3 16,0 0-2-16,0 1 0 15,0-4 4-15,0 3-4 16,0 6 1-16,-4 0 3 16,-17 6 6-16,-4 4 3 0,-4 2-6 15,-8 1 1-15,1-1-3 16,-5-2-1-16,3-3-11 0,5-1-19 15,5-2-22 1,8-5-20-16,3 2-22 0,17-10-51 16,0 0-105-16</inkml:trace>
  <inkml:trace contextRef="#ctx0" brushRef="#br0" timeOffset="13443.81">17438 7250 333 0,'0'0'137'0,"0"0"-128"16,0 0 21-16,0 0 51 16,0 0-27-16,0 0-7 15,3-12-6-15,-3 12-6 0,0 0-14 16,0 0-3-16,0 0 5 0,0 0 4 15,0 0 1-15,0 0 0 16,-7 0-18 0,-9 0 9-16,-5 2-18 15,-8 14 5-15,-4-1 9 0,4 10 2 16,1 3-12 0,-1 0 18-16,0 2-10 15,0-2-8-15,9-3 6 16,3-4-5-16,10-9-3 15,3 1-3-15,4-10-13 16,0 0 13-16,0-3 0 16,0 3 1-16,4-3 0 0,11 0 5 15,2 0 0-15,12 0 5 16,4 0-5-16,4 0 1 16,12-3-7-16,-4-3 1 15,5 0 0-15,-10 6-1 16,-3 0 0-16,-8 0-49 0,-8 0-108 15,-21 0-29-15,0 6-238 16</inkml:trace>
  <inkml:trace contextRef="#ctx0" brushRef="#br0" timeOffset="14362.47">17356 7802 320 0,'0'0'171'15,"0"0"-115"-15,0 0-17 16,0 0 91 0,0 0-49-16,0 0-41 15,0 0-8-15,0 0 3 16,-9 0-14-16,1 0-11 15,-4 15-8-15,-9 7 21 16,5 9 0-16,-4-1-17 16,3 4-3-16,5-3 1 15,4-10-3-15,-1 1-1 0,5-9 1 16,4-5 1-16,0-4-2 16,0-4-4-16,0 0 4 15,0 0 5-15,0 0 3 16,0 0 12-16,0-16 25 15,13-8-14-15,-1-10-28 0,4 0 5 16,1 0-5-16,0-3-1 0,-2 3-2 16,-3 3 5-16,1 3-4 15,-5 7 0 1,0 9 10-16,-3 5 2 16,-5 4 7-16,4 3-3 0,-4 0-5 31,0 0-4-31,0 0-8 15,0 0-2-15,8 0-1 0,0 0-4 16,9 7 7-16,-1 8-4 16,5 6 4-16,3 4 2 15,-4-3-2-15,1 2 0 16,4 4 0-16,-4-3-1 16,-5 3-3-16,1-7-13 15,-9-2 1-15,-1-4 10 0,-7-2-8 16,4-8 3-16,-4 2 3 15,0-1 6-15,0 0 1 0,0-6 0 16,0 3 0 0,-4 0 1-16,-11-3 2 15,-14 6 19-15,-9-2-16 16,-7-4 2 0,-8 3 20-16,0-3-11 0,-1 2-6 15,13-2 5-15,4 0-3 16,12 3-5-16,5-3-7 15,12 0-2-15,8 0-3 16,0 0-35-16,0 0-37 16,0 0-70-16,24 0-1 15,-11 0-30-15,3 0-193 0</inkml:trace>
  <inkml:trace contextRef="#ctx0" brushRef="#br0" timeOffset="15298.15">17774 7842 239 0,'0'0'126'16,"0"0"-118"-16,0 0-6 16,0 0 4-16,0 0-6 15,0 0 0-15,-4-3-12 0,4-1 3 16,-4 1 0-16,4 3 9 15,0-3 10-15,0 1 18 16,0 2 24-16,0 0 30 0,0 0-3 16,0 0 5 15,0-4 0-31,0 4-14 0,0-3-14 16,0 3-5-16,0 0-7 15,0 0-5-15,0 0-9 16,0 0-8-16,0-3-10 0,0 3-8 15,0 0 0-15,4 0-3 16,4 0 0-16,9 0 0 16,3 0-1-16,-3 0-5 15,0 15 0-15,-1 7-1 0,0 6 2 16,-8 3 4-16,0 2-1 16,-4 2 0-16,-4 1-9 15,0-5-6-15,0-3 3 16,-4 0 9-16,-16-10 4 15,4-2 7 1,-5-7-2-16,9-3-1 16,4-3 4-16,3-3-6 15,5 0 11-15,0 0-3 16,0 0-4-16,0-21 14 16,17-10-9-16,0-6-10 15,7-9-1-15,4 2 1 16,5-5 2-16,0 6-1 0,-8 3-2 15,0 3 2-15,-5 6-2 0,0 3 7 16,-3 7-3-16,-1 5 1 16,-11 10 11-16,-1 3-9 15,-4 0 1-15,0 3 4 16,0 0 1-16,0 0-13 16,0 0-14-16,-9 18-6 15,-11 10 20 1,-1 15 4-16,0 0-1 15,2 4-2-15,10-1-1 16,5-6-2-16,4-3 0 16,0-6-1-16,0-3 3 15,4-7-2-15,13-6 4 16,-6-5-1-16,10-1 1 16,0-6-4-16,4-3-15 0,3 0-47 15,1 0-22-15,-20 0-85 0,-5-3-119 16</inkml:trace>
  <inkml:trace contextRef="#ctx0" brushRef="#br0" timeOffset="15716.17">18189 7934 561 0,'0'0'261'0,"0"0"-221"0,0 0-22 15,0 0 98-15,0 0-63 16,0 0-53-16,0 0-2 15,0 19-11-15,0 18 13 16,4-1 7 0,-4 5-5-16,4-11-1 15,-4-2-2-15,0-6 2 0,0-10 2 16,0-6-1-16,0-6-2 16,4 0 5-16,0 0-2 15,-4 0 7-15,8-6 6 16,1-13 23-16,3-11-32 15,5-4-6-15,-5 3 2 16,5 3-3-16,-5 7 0 0,0 8 0 16,-8 7-2-16,1 6 4 15,-5 0 8-15,3 0-10 16,1 19-5-16,8 11 5 16,1 8 2-16,11 2 1 15,-7-6 4 1,4-4-6-16,-5-8 3 15,-3-4-4-15,-5-5-13 16,-4-10-32-16,-4-3-161 0,0 0-538 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56:05.28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4179 9423 482 0,'0'0'327'0,"0"0"-327"16,0 0 17-16,0 0-17 15,0 0 79-15,0 0-28 0,0 0-39 16,-108-83 1-16,105 83 1 16,-9 0 3-16,-1 0-4 15,-16 18-9-15,-4 23-3 16,-12 11-1-16,-8 12 5 16,-1 10 0-16,9 10 3 15,5-1 16 1,11-3-6-16,8-6 1 15,17-9-9-15,4-7-8 0,0-8 8 16,33-10 1 0,12-16-9-16,12-11 3 15,13-13 0-15,0 0 3 16,8-25-7-16,0-9-2 0,0 3-1 16,-13 0-27-16,-11 0-46 0,-54 23-78 15,0 1-193-15</inkml:trace>
  <inkml:trace contextRef="#ctx0" brushRef="#br0" timeOffset="464.04">4548 9894 278 0,'0'0'351'16,"0"0"-335"-16,0 0-8 15,0 0 77-15,0 0 20 0,0 0-34 16,4-5-30-16,-4 5-17 16,0 0-11-16,0 15 8 15,4 13 6-15,4 5-12 16,5 10-2-16,7 4-6 15,-3 8-3-15,8 4-1 0,-10 0-1 16,6-4-2-16,-13-3 0 16,-4-2 2-16,-4-7-1 15,0 0-1-15,-29-3 5 16,-3-12-1-16,-13-10 8 16,-9-6-4-16,1-12 28 15,4 0-9 1,-1-5-11-16,14-30-12 15,3-8-4-15,8-12-2 16,13-7-5-16,12-3-6 16,4-6-30-16,41 4-29 0,8 2-61 15,-24 47-82 1,-8 2-255-16</inkml:trace>
  <inkml:trace contextRef="#ctx0" brushRef="#br0" timeOffset="664.68">4503 9513 1023 0,'0'0'33'15,"0"0"-33"-15,0 0-71 16,0 0 65-16,0 0 6 15,0 0-89-15,-8-47-133 16,16 47-198-16</inkml:trace>
  <inkml:trace contextRef="#ctx0" brushRef="#br0" timeOffset="1071.58">5197 9793 658 0,'0'0'191'16,"0"0"-166"-16,0 0 22 16,0 0 97-16,0 0-79 15,0 0-22-15,0 0-9 16,0 0-26-16,0 0-8 16,0-3-6-16,16-6 6 0,16-4-1 15,10 1 2-15,16 6-1 16,-2-1 0-16,-2 4-2 15,-4 3 0-15,-10 0-6 16,-3 0-16-16,-12 3-30 16,-8 13-55-1,-9-1-64-15,-8-8-114 0</inkml:trace>
  <inkml:trace contextRef="#ctx0" brushRef="#br0" timeOffset="1336.76">5237 10043 969 0,'0'0'71'0,"0"0"-67"15,0 0 1-15,0 0 80 16,0 0-45-16,0 0-37 0,-36 24 1 16,61-24-4-1,11 0 8-15,22-3 3 0,11-9-2 16,10-4 0-16,-2 4-5 31,2 3-4-31,-18 2 0 0,-12 7-1 16,-20 0-15-16,-8 0-52 15,-21 0-122-15,-4 0-198 16</inkml:trace>
  <inkml:trace contextRef="#ctx0" brushRef="#br0" timeOffset="16954.47">6908 9358 359 0,'0'0'17'15,"0"0"-7"-15,0 0-10 16,0 0 60-16,0 0-21 0,0 0-10 16,42-105-10-16,-38 96 13 15,0 3 8-15,-4 0 20 16,0 6-10-16,4-3-17 16,-4 3 4-16,0 0-8 15,0 0-6-15,0 0-4 16,0 0-19-16,0 9 0 0,-12 13 28 15,-5 6-3-15,1 12-5 16,-9 3-7-16,0 3 10 16,0 0-9-16,1-3 3 15,0-6-3-15,3-6-2 16,9-9 0 0,-1-10 1-16,9-3-3 15,0-9-2-15,4 0-5 16,0 0 5-16,0 0 8 15,0 0 8-15,0-6-13 16,8-16-2-16,9-11-8 16,3-5 12-16,1-2-9 15,4 1 0-15,-10-5-1 0,10 4-2 16,-8 3 0-16,3 3 0 0,-7 3 4 16,-1 4-5-16,1 5 0 15,-9 4 6 1,4 6-6-16,-4 5 2 15,-4 7-1-15,0 0-1 0,0 0-6 16,0 0 4-16,0 0-4 0,0 0-4 16,4 7-4-16,0 14 2 15,12 6 12-15,-4 4 11 16,9 0-10-16,0 3 4 16,3-3-5-16,-3 0 1 15,0 0 0-15,2-3 0 31,-2-4 2-31,0 1-3 0,0-4 1 0,-5-2-1 16,1-4 0-16,-9-2 0 16,4-4 2-16,-8-3-2 15,1 0 0-15,-1 0 0 16,0-6 0-16,-4 3 1 16,0 0-1-16,0-3-4 15,0 0-4-15,0 0 8 16,-4 7 4-1,-25-4 12-15,-13 0-13 16,-16-3 6-16,2 0-5 16,-2 0 5-16,5 0 7 0,3 0-3 15,9 0-3-15,12 0-6 16,5 0-3-16,12 0 1 16,4 0-2-16,4 0-2 15,4 0 2-15,0 0-13 16,0 0-15-16,0 0-14 15,0 0-16-15,0 0-15 16,0 0-18-16,12 0 10 16,13-6 18-16,7-4-11 15,9 1-18-15,-24 3-93 0,3 0-20 16</inkml:trace>
  <inkml:trace contextRef="#ctx0" brushRef="#br0" timeOffset="17444">7635 9207 258 0,'0'0'265'0,"0"0"-226"15,0 0-26-15,0 0 100 0,0 0-6 16,0 0-64-16,0 0 3 16,-21-9-33-16,1 28 1 0,-9 8 6 15,1 7 5-15,-1 6 7 16,4 6-3-16,0-2-17 16,13-5-7-16,3-4 4 15,9-4-9 1,0-10 0-16,9-2-5 15,11-7 8-15,5-9-3 16,8-3 12-16,3 0 1 16,6-12-1-16,3-19-3 15,1-3-6-15,-10-13 4 16,1 2 0-16,-16-8 2 16,-9 4 1-16,-12-4 3 0,0 4 29 0,0 5-8 15,-20 14-23 1,-1 2 3-16,-8 13-13 15,4 2 3-15,1 13-4 16,-5 0-21-16,5 3-54 0,-9 28-76 16,24-15-97-16,-3 2-167 15</inkml:trace>
  <inkml:trace contextRef="#ctx0" brushRef="#br0" timeOffset="17744.57">7557 9392 297 0,'0'0'336'16,"0"0"-271"-16,0 0-7 15,0 0 91-15,0 0-64 16,0 0-42-16,20 7-39 16,-12 5 2-16,9 3-1 15,4 6 22-15,3 4-8 16,1 3-5-16,4-3-5 15,-1 6-3-15,5-4-2 0,-8 1 2 0,0-3-3 32,-5-7-1-32,-3 1-1 0,-6-7-1 15,-7-6 0-15,5-3-1 16,-5 0-17-16,-4-3-84 16,0 0-158-16,0 0-202 15</inkml:trace>
  <inkml:trace contextRef="#ctx0" brushRef="#br0" timeOffset="18439.14">6650 9935 453 0,'0'0'102'0,"0"0"-98"15,0 0 14-15,0 0 98 16,0 0-32-16,0 0-46 16,-62-16-24-16,62 16 4 15,0-3-2-15,0 3-5 0,0 0 2 16,4 0 14-16,17 0 0 16,12 0 26-16,11-3-10 31,18 3 2-31,17-9-15 0,11 6-12 15,12-4-3-15,13-2-7 16,5 6-2-16,7-3-1 16,-8 3-3-16,-5-3 2 15,-15 3-2-15,-13 0-2 16,-21 0 1-16,-15-1-1 16,-21 1 1-16,-12 3-1 0,-13-2 1 15,-4 2 5-15,0 0 1 16,0 0-7-16,0 0-25 15,0 0-29-15,-9 0-35 16,1 0-67-16,-4 0-138 16</inkml:trace>
  <inkml:trace contextRef="#ctx0" brushRef="#br0" timeOffset="20732.04">6900 10249 393 0,'0'0'39'15,"0"0"-31"-15,0 0 94 16,0 0 12-16,0 0-42 16,0 0-25-16,0 0-14 15,0-18-5-15,0 18-5 0,0 0 1 16,0 0-21-16,0 0-3 31,0 15 0-31,-16 19 33 0,-5 6 2 16,-4 3-6-1,5 4-4-15,0-4 1 0,3 3-3 16,5-6-12-16,4-6-1 16,-1-10-3-16,5-14-2 15,4 2 1-15,0-12 0 16,0 0 1-16,0 0-5 0,0 0 21 15,0 0-7-15,0-15-12 16,4-13 14-16,5-6-10 16,7-6-5-16,-4-3-2 15,5-1-2-15,0 4 2 16,-6 0-2-16,1 6 2 0,1 4-1 16,-5 8 0-1,0 4 1 1,-8 2 0-16,4 10 0 15,1 3 1-15,-5 0-1 16,0 3-1-16,0 0-2 16,0 0-2-16,0 0-4 0,4 15 2 15,8 10 6-15,-4 0 6 16,9 6-5-16,-1-4 2 0,5 4-1 16,-1 0-1-1,0 3-1-15,1-1 0 0,0-2 2 16,-1 0-2-16,5 0 0 15,-8-3 1-15,2-4-1 16,-6-5 0-16,-1-1 0 0,-8-5 0 16,0-4 1-16,1 0-1 31,-5-6 0-31,0 4-1 0,0-7 1 16,0 6-5-1,0 0-2-15,-17 3 7 0,-23 3 18 0,-18 1-12 0,-12-1-2 16,-4-6-2-16,-3-2 15 31,6 1 9-31,9-1-16 0,18-1-3 16,11-3-2-16,12 0-5 15,13 0 0-15,8 0-12 16,0 0-35-16,8-7-65 16,25-5-110-16,-8 3-104 15</inkml:trace>
  <inkml:trace contextRef="#ctx0" brushRef="#br0" timeOffset="21424.04">7315 10280 232 0,'0'0'204'0,"0"0"-204"16,0 0 14-1,0 0 83-15,0 0 10 0,0 0-50 16,0 0-5 0,-29-49-8-16,29 49 3 0,0 0-2 15,0 0-4-15,0 0-16 16,0 0-12-16,0 0-13 15,0 2 1-15,0 23 15 16,16 3 10-16,5 6-12 0,-1 3-4 16,1 6-8-16,4 0 2 15,-1 0-1-15,-4-3-3 16,-3 1 2-16,-1-11-1 16,-3-8 0-16,-5-4 0 15,-4-11 0-15,-4-7 1 0,0 0 3 31,4 0 12-31,1 0 19 16,-1-22 5-16,0-12-24 16,0-9 0-16,4-3-6 15,0-3-3-15,1-4-3 0,7-2-3 16,0 2-1-16,0 7-1 16,-3 3 0-16,3 12 3 15,-7 9 4-15,-1 7-5 0,-4 9-1 16,-4-1-1-1,0 7-2-15,0 0-6 0,0 0-59 16,0 0-133-16,0 0-405 16</inkml:trace>
  <inkml:trace contextRef="#ctx0" brushRef="#br0" timeOffset="27264.37">8792 9778 557 0,'0'0'71'0,"0"0"-71"16,0 0 0-16,0 0 59 15,0 0-15-15,0 0-34 16,0 0-8 0,0 0 1-16,-8-13 6 0,8 10 12 15,0 3 27-15,0 0-4 0,-4 0-16 16,4 0-1-16,0 0 0 15,0 0-12-15,0 0-5 16,0 0-2-16,0 0-1 16,0 0-1-16,0 0-3 0,0 0 0 15,0 0 3 1,0 0-2 0,0 0-2-16,0 0 1 15,0 0-3-15,0 0 0 16,0 0-2-16,17-3 2 0,3 0 8 15,13 0-4-15,4 0-3 16,4 0 5-16,4-1-2 16,0 4-2-16,0-3-1 15,-3 0 1-15,-5 3-2 16,-5 0-2-16,-11 0 0 0,-5 0-8 16,-4 0-28-16,-3 0-27 15,-9 0-28-15,0 0-53 16,0 3-85-16,0 0-76 15</inkml:trace>
  <inkml:trace contextRef="#ctx0" brushRef="#br0" timeOffset="27501.99">8842 9978 574 0,'0'0'337'15,"0"0"-337"-15,0 0-70 16,0 0 70-16,0 0 35 16,0 0-9-16,69 3-18 0,-19-15-3 15,0 5-1-15,-2 1-4 16,-7 3 0-16,-7 0-2 16,-7 0-39-16,2 3-109 15,-29 0-88-15,5 0-71 16</inkml:trace>
  <inkml:trace contextRef="#ctx0" brushRef="#br0" timeOffset="31126.12">10279 9266 642 0,'0'0'0'0,"0"0"-19"0,0 0 19 16,0 0 80-16,0 0-30 16,0 0-32-16,0 0 4 15,0 0-6-15,0-62-3 16,0 62 8-16,0 0-5 16,0 0 2-16,0 0-11 15,0 0 4-15,0 0-11 16,0 0-2-1,-13 15 2-15,-7 23 2 0,-1 2 4 16,0 9 2-16,1 0-4 16,4 0 0-16,4-2 3 15,-1-7-4-15,9-9 0 16,-4-13-1-16,4-5-2 16,0-10 6-16,4-3 2 15,0 0 4-15,0 0 11 0,0 0 27 16,0-10 11-16,0-18-41 15,12-5-13-15,0-10 8 16,9 0-15-16,-5-7 3 0,8 1-3 16,-7 2 2-16,0 1-1 15,-5 6 0-15,-4 7-1 16,0 8 1-16,1 6-1 16,-5 7 0-16,-4 6 1 15,4 2-1-15,-4 2 0 16,4 2-3-16,-4 0-6 15,0 0 4-15,4 0-9 16,5 21 8-16,6 13 6 16,6 6 2-16,4 3 3 15,-1 1-5 1,9-1 0-16,-4-3 1 16,3 0-1-16,-3-4 0 0,0-1 0 15,-4-4 1-15,0-7 0 16,-9-3-1-16,0-2 0 15,-4-3-1-15,1-7 1 0,-9-6 0 16,-4 0 0-16,0 0 0 16,0-3 1-16,0 3-1 15,0-3 2-15,0 3 5 16,-21 4 3-16,-23-5-1 0,-18 5-1 16,-20-4-3-1,-9 0 9 1,1 0 15-16,0-3 0 15,16 0-4-15,16 0-1 16,9 0-10-16,16 0-6 0,17 0-6 16,8 0-1-16,8 0-1 15,0 0-22-15,0-6-9 16,8-4-31-16,17 1-8 16,12 0-74-16,-21 3-95 0,0 6-351 15</inkml:trace>
  <inkml:trace contextRef="#ctx0" brushRef="#br0" timeOffset="31598.26">10882 9266 410 0,'0'0'86'0,"0"0"-78"16,0 0 73-16,0 0 52 0,0 0-57 15,0 0-26-15,0 0 7 16,24-22-38-16,-28 25-6 16,-12 16 13-16,-4 15 12 15,-5 6-9-15,0 9-9 16,5 1-3-16,11-1-10 15,5-6-3-15,4-6-1 0,0-9-2 32,0-7-2-32,13-9-1 15,7-8 1-15,1-4-2 16,8 0 3-16,7-19 25 0,9-15-12 16,5-9-6-16,-9-3-2 15,-4-6 1-15,-13-1 3 16,-11 4-4-16,-5-4 1 15,-8 7 7-15,0 12 7 0,0 9 5 16,-16 10-14-16,-9 9-11 16,-8 6-1-1,-4 0-2-15,-4 9-32 16,-4 19-88-16,0 6-99 0,33-19-161 16</inkml:trace>
  <inkml:trace contextRef="#ctx0" brushRef="#br0" timeOffset="31876.8">10874 9417 606 0,'0'0'305'16,"0"0"-260"-16,0 0-41 15,0 0 14-15,0 0 0 16,0 0 1-16,57 74 6 0,-32-43-6 15,4 3-7-15,0-1-7 16,0 2 8-16,-2-5-5 16,-2-2-4-16,-4 0-3 15,-5-10 1-15,-3-3 0 0,-1-2 1 16,-8-7-3-16,1-6-2 16,-5 3-8-16,0 0-77 15,0-3-208-15,0 0-283 16</inkml:trace>
  <inkml:trace contextRef="#ctx0" brushRef="#br0" timeOffset="32414.29">9769 9978 544 0,'0'0'60'0,"0"0"-57"16,0 0 32-16,0 0 97 15,0 0-58-15,0 0-54 16,-65 0-15-16,69 0-3 16,13 0 13-16,2 0 18 15,10-3 8 1,9-7-11-16,15 1 1 16,8 0-10-16,14-1-4 15,10-2 1-15,18 3-5 16,8 3-1-16,12-3 0 15,-4 2-6-15,-4 2 4 0,-9 5-9 16,-15-7 2 0,-13 7-3-16,-16-3 0 0,-25 0 3 15,-13 3-2-15,-12 0-1 16,-12 0 2-16,0 0 0 16,0 0 4-16,0 0-6 0,0 0-4 15,0 0-34-15,0 0-45 16,0 0-71-16,0 0-68 15,0 0-145 1</inkml:trace>
  <inkml:trace contextRef="#ctx0" brushRef="#br0" timeOffset="33371.49">10295 10181 467 0,'0'0'124'16,"0"0"-118"-16,0 0 29 16,0 0 63-16,0 0-46 0,0 0-23 15,13-21-8 1,-13 33-20-16,-4 16 61 0,-9 5-7 16,-8 8-29-16,-3 2-11 15,3 0-1-15,0-3-5 16,5-6-3-16,3-9-6 15,6-7 4 1,3-12-4-16,4 1 3 16,0-7 1-16,0 0 3 0,0 0 2 15,0-10 3 1,8-15 9-16,8-11-18 0,0-4 3 16,1-7-6-16,4-2 0 15,-5 3-2-15,1 3 2 16,-1 12 1-16,-3 9-1 0,-5 7 1 15,-1 8 2-15,-3-2-3 16,0 6 4 0,0 3 1-16,1 0-4 15,-1 0-1-15,4 7 4 16,9 14 6-16,-1 4 7 0,9 9-9 16,4 0-5-1,0-1 0-15,-1 5-1 16,-8-2-1-16,1-5 0 15,0 3-1-15,-9-6 0 16,0-3-4-16,-3-4 4 16,-5-5 0-16,0-1 3 15,-4-9-3-15,0 0-3 16,0 1-2-16,0-5 3 0,0 5 2 16,-17-1 2-16,-28-6 4 0,-13 0-5 15,-11 0 4-15,-1 0 5 31,-4 0 10-31,8 0 10 16,17 0-2-16,12 0-8 16,12 0-12-16,13 0-8 0,8 0 0 15,4 0-5-15,0 0-47 16,0 0-41-16,21 0-49 16,8 0-26-16,-13 0-65 15,-4 0-218-15</inkml:trace>
  <inkml:trace contextRef="#ctx0" brushRef="#br0" timeOffset="33939.01">10693 10301 417 0,'0'0'197'0,"0"0"-186"31,0 0-6-31,0 0 99 0,0 0-37 16,0 0-32-1,103-64-9-15,-83 60 7 0,1 4-3 16,-9 0-5-16,5 0-15 16,-9 7-8-16,0 18-2 15,5 9 12-15,-9-1-1 0,-4 10-1 16,0 4-6-16,0-4-4 15,-4 0 0-15,-17-6 0 16,-4-6 8-16,5-10-3 16,3-2 9-16,5-16 12 15,8 0-5-15,4-3 7 16,0 0 1-16,0-12-10 0,0-19-13 16,4-12 1-16,12-7-3 15,1-5 1-15,-1 3 0 16,5-1-3-16,0 7 0 15,-2 6 0-15,-6 12-1 0,-1 10 3 32,-8 11 3-32,-4 5 0 15,0 2 4-15,0 0-1 16,0 9-1-16,0 15-8 16,0 16 9-16,-4 6-2 15,4-2-6-15,0-1 1 0,0-6-2 16,0-3-1-16,0-3 0 15,12-7-4-15,1-5-29 16,8-4-48-16,-13-15-67 16,-4 0-162-16</inkml:trace>
  <inkml:trace contextRef="#ctx0" brushRef="#br0" timeOffset="34372.61">11112 10440 201 0,'0'0'776'0,"0"0"-776"15,0 0 22 1,0 0-19-16,0 0 34 0,0 0-37 16,0-21-14-1,4 30 7-15,0 18 7 0,0 4 18 0,0 9 0 16,0 1-13-16,-4-4-4 15,5-4 3-15,-5-8-4 16,0-9 1-16,0-4 2 16,0-9-1-16,4-3 2 15,0 0 4-15,4-6 5 0,5-25 10 32,3-6-13-32,0-6-2 15,4 0-6-15,-3 9-1 16,-1 6-1-16,-3 10 2 15,-9 5 0-15,0 13 3 0,-4 0 8 16,8 0-4-16,-4 25 2 16,5 9 16-16,3 3-8 15,0 3-12-15,1-3-7 0,-2-6 0 16,2-7 0 0,-5-2-32-16,-8-22-82 0,0 0-240 15</inkml:trace>
  <inkml:trace contextRef="#ctx0" brushRef="#br0" timeOffset="35392.47">11662 9753 287 0,'0'0'90'16,"0"0"-65"-16,0 0 64 15,0 0-7-15,0 0-30 16,0 0-5-16,0 0-13 0,0 3-27 16,-9 12 37-16,-7 7 23 15,-4 3-23-15,0-1-20 16,-1 1-13-16,8-3-7 0,-3-7-4 16,8 0 0-16,4-9-15 15,-1-2-43-15,1-4-71 16,4 0-94-16,0 0 52 15</inkml:trace>
  <inkml:trace contextRef="#ctx0" brushRef="#br0" timeOffset="35575.65">11522 9836 275 0,'0'0'118'0,"0"0"-76"16,0 0-5-16,0 0 68 15,0 0-40-15,0 0-30 16,21-25 12-16,-1 28 46 15,1 10-41-15,8 5-33 0,3 1-10 16,-3 2-9-16,0-2-22 16,-21-16-147-16,-4 0-214 15</inkml:trace>
  <inkml:trace contextRef="#ctx0" brushRef="#br0" timeOffset="36433.43">12507 9324 354 0,'0'0'224'15,"0"0"-212"-15,0 0 11 16,0 0 111-16,0 0-58 0,0 0-59 15,0 0-16-15,-15 7 17 32,-10 23 9-32,0 8 9 0,0 2-3 15,5-1-10-15,3 1-7 16,5-2-7-16,-1-11-6 16,10-5 4-16,-1-10-6 15,4-9 5-15,0 1 0 16,0-4-6-16,0 0 17 15,0 0 5-15,4-19-1 0,12-9-9 16,4-6-8-16,-3-3-1 16,3-3 3-16,-3-3-6 15,0 3 0-15,-1-3-1 16,5 6 1-16,-10 12-2 16,-3 7 1-16,1 11 1 15,-5 4 0 1,-4 3 0-16,0 0-2 0,4 0-10 15,0 16 2-15,13 8 10 16,-5 10 7-16,9-3-1 16,3 6-1-16,1-3-4 15,-5 3 2-15,5-6-2 16,0-3-1-16,-5-1 0 16,-3-5-3-16,-5-7-7 0,1-2 0 15,-9-7-6-15,0-3 5 16,-4-3 3-16,0 0 1 15,0 0 6-15,0 0 1 16,0 0 3-16,0 0 0 16,-29 0-2-16,-12 0 0 15,-20 0 0-15,-14 3 3 0,-7-3 11 16,4 0 7-16,0 0 4 16,16 0 3-16,17 0-12 15,13 0-13-15,15 0-4 0,17 0-3 16,0 0-34-16,0 0-94 31,21 0-150-31,-1-6-56 16</inkml:trace>
  <inkml:trace contextRef="#ctx0" brushRef="#br0" timeOffset="37013.33">12914 9288 507 0,'0'0'228'0,"0"0"-195"16,0 0-20-16,0 0 113 0,0 0-66 31,0 0-39-31,32-19-15 15,-27 19-4-15,-1 15 2 16,8 16 15-16,0 6-1 16,-3 6-5-16,3 4-7 0,-4-4-5 15,-3-6-1-15,-1-6 0 16,-4-7 0-16,0-8-4 16,0-4 4-16,0-9 2 0,0 0 5 15,0-3-1-15,0 0 6 16,0 0 3-16,0-15 7 15,0-16-15-15,0-3-1 16,12-6 3-16,5-7-6 16,3 2-1-1,-4-8 3-15,9 4-5 16,-1 2-2-16,5 10 2 16,-8 10 0-16,-4 5 3 15,-5 13-1-15,-8 3 12 16,-4 6 19-16,0 0-2 15,0 0-23-15,0 9-8 16,0 22 0-16,0 12 3 0,0 3 0 16,0 4-3-16,0-4 0 0,0-3 0 15,0-9 0 1,16-7-6-16,4-5-16 16,1-7-32-16,4-5-30 0,0-4-75 15,-21-6-86-15,4 0-295 16</inkml:trace>
  <inkml:trace contextRef="#ctx0" brushRef="#br0" timeOffset="37404.74">13444 9392 555 0,'0'0'303'0,"0"0"-261"0,0 0-38 15,0 0 68-15,0 0-50 0,0 0-20 16,12 47 8 0,-4-14-1-16,-4 1-9 15,0 0 1-15,1-9 0 16,-5-4 1-16,0-11 0 0,0-4-1 16,0-6-1-16,4 0 5 0,8 0 8 31,-4-13 13-31,8-14-13 15,5-4-2-15,-1-6-1 0,1 3-3 16,-5 6-5-16,1 7 2 16,-5 9 1-16,-7 5 13 15,-1 7 20-15,-4 0-4 16,4 3-23-16,4 25-4 0,9 6 10 16,2 6-12-16,2-3-2 15,-5-3-3-15,1-3-2 16,-5-6-26-16,1-7-81 15,-13-18-95-15,0 0-333 16</inkml:trace>
  <inkml:trace contextRef="#ctx0" brushRef="#br0" timeOffset="38242.25">12134 9935 114 0,'0'0'80'0,"0"0"-22"16,0 0 32-16,0 0 6 15,0 0-7-15,0 0 0 16,-25 0 2-16,25 0-8 16,0 0-10-16,0 0 0 0,0 0-6 31,0 0-23-31,0 0-6 16,0 0-1-16,0-3-2 15,4 0-10-15,13-1-8 0,12-2-3 16,12 0-3-16,16-3 2 15,13-1-10 1,8 1 4-16,13 0-7 0,7 6 1 16,8-6 0-16,9 9-1 15,5-3 0-15,3 3 1 16,4-3-1-16,-4-1 1 16,-4 4-2-16,-8-3 0 15,-20-3-3-15,-18 0 1 0,-15 0-3 16,-13-3 5-16,-9 3 2 15,-15 2 0-15,-8 1-1 16,-13 0 2-16,0 3 0 0,0-3-1 16,0 0-1-16,0 3 0 15,0 0 0-15,0 0-12 16,0 0-51-16,0 0-44 16,0 0-93-1,0 0-143-15</inkml:trace>
  <inkml:trace contextRef="#ctx0" brushRef="#br0" timeOffset="41570.17">13144 10366 372 0,'0'0'201'0,"0"0"-161"15,0 0-7-15,0 0 93 16,0 0-51-16,0 0-27 16,0 0-8-16,-8-27-9 15,8 27-8-15,0 0 3 0,0 0-1 16,0 0-12-16,0 0-9 15,0 9-3-15,0 18 20 0,12 4 2 32,4 9-12-32,9 0-4 15,0-2-3-15,-1 2-3 16,5 0 3-16,-4-9-4 0,-5-1 1 16,-3-8 0-16,-1-7 1 15,-3-6-2-15,-5-2 3 16,-1-7-2-16,6 0 2 15,-5 0 10-15,8-25 4 0,-3-9-5 16,-5-6-4 0,9-3 6-16,-1-9 4 0,1-4-8 15,3 0 0-15,0-2-4 16,1 3-3-16,-5 8 6 16,5 7-4-16,-5 13 3 15,-7 5 10-15,3 9-1 16,-4 7-6-16,-3 3-11 15,-1 3-5-15,-4 0 0 0,0 0-17 32,0 0-65-32,0 0-118 15,0 13-251-15</inkml:trace>
  <inkml:trace contextRef="#ctx0" brushRef="#br0" timeOffset="79503.61">12471 10369 189 0,'0'0'57'15,"0"0"-39"-15,0 0 1 0,0 0 48 16,0 0-8-16,0 0 23 16,0 0-15-1,40-95-14-15,-40 89 3 16,0 3-22-16,0-1 8 16,0 1 10-16,0 3-19 15,0 0-11-15,0 0-14 16,0 0 11-16,0 0 1 15,0 0-14-15,-8 22-6 16,-12 12 0-16,-4 12 8 0,-5 6 17 16,4 7-9-16,0 3 3 15,0 2 12-15,1-5-2 16,4-7-6-16,7-9-5 16,1-15-9-16,4-6 7 15,8-10-12-15,0-3 2 16,0-9-5-16,0 0-1 0,0 0 0 0,0 0 0 15,0 0-2-15,8-24 2 16,17-13 0 0,4-16 0-16,-1-2-16 15,-4-6 0-15,-3 2-13 16,-4-3-31-16,-5 3 23 0,0 10 24 16,-7 6 13-1,-1 12 5-15,-4 10 0 16,4 11 5-16,-4 1 20 15,0 6-12-15,0 0-7 16,0 3-7-16,0 0-1 16,0 0 1-16,0 0-4 15,12 0-6-15,1 18-3 16,2 7 9-16,10 9 4 0,-4 0 2 16,-1 3-4-16,9 3 0 15,-4 0-1-15,-1 0 0 16,1 0-1-16,-5 3 2 15,-3-2-1-15,-5-5-2 16,5 1 0-16,-13-3 0 16,0-6 0-16,0-4-5 15,-4-5 1-15,0-3 1 16,0-4 2 0,-16-3 4-16,-9 3 2 15,-4-5 37-15,-11-7-8 0,-14 0 0 16,0 0 30-16,-7 0-35 15,7 0 11-15,1-12-5 16,8-1 6-16,4 4-10 0,16-1-13 16,8 2-6-16,9 4 0 15,4 1-8-15,4 3-3 16,0-3-10-16,0 3-28 16,0 0-14-16,0 0-49 0,8 0-97 15,1 0-165-15,-5 0-51 16</inkml:trace>
  <inkml:trace contextRef="#ctx0" brushRef="#br0" timeOffset="83263.73">15373 9624 99 0,'0'0'297'0,"0"0"-243"15,0 0-45 1,0 0 80-16,0 0-10 0,0 0-19 16,0 0-5-16,-4-41 8 15,4 38-21-15,0 0 7 0,0 3 0 16,-4 0-15-16,4 0-13 15,0 0-4-15,-4 0-13 32,-4 0-4-32,-5 6-12 0,-3 16 2 0,-9 9 10 31,0 9 7-31,5 6 6 16,4-6-7-16,12 3-3 0,4-6 2 15,0-3-5-15,0-9 2 16,12-7-2-16,8-2 0 15,4-14-3-15,10-2-1 16,7 0 4-16,3-15 9 0,10-15 0 16,0-8-7-16,-10-2 2 15,-7-3-2-15,-20 0 0 16,-17 0 4-16,0 9 11 0,-4 0 14 16,-29 6 10-16,-3 10-13 31,-2 5-7-31,-7 8-9 0,8 5 0 15,5 0-12-15,7 0 0 16,8 0 0 0,9 0 0-16,8 0-26 0,0 0-9 15,0 0 16-15,8 0-8 16,17 0 14-16,8 0-5 16,8 0 18-16,4 0 5 15,1-4-4-15,-2 4-1 16,1 0 0-16,-3 0-2 15,-2 22 2-15,-3 6-6 0,5 6 5 16,-9 2 1-16,-1 5-5 16,-7-8 5-16,-1 5-5 15,-7-11-17-15,-13 1 4 16,-4-6-6-16,0-7 16 0,-12-6 5 16,-13-2 3-16,-8-4 8 15,1-3 24 1,-1 0-5-16,4-22 6 15,8-6 12-15,13-9-8 16,8-6-13-16,0-3-15 16,16-6-5-16,17 5 4 15,5 7-8-15,2 6 1 16,-3 6-1-16,-4 13 0 16,-8 6-2-16,-4 9-10 0,-9 0-65 15,-9 0-61-15,-3 6-112 16,0 3-164-16</inkml:trace>
  <inkml:trace contextRef="#ctx0" brushRef="#br0" timeOffset="83732.39">16625 9654 666 0,'0'0'118'15,"0"0"-118"-15,0 0 0 0,0 0 68 16,0 0-19-16,0 0-47 16,0 0-2-16,-17 28-8 31,9 9 8-31,0 0 28 15,4 0-3-15,4-6-16 0,0-6-4 16,0-4-1-16,0-9-4 16,0-2 7-16,0-8-7 15,4-2-14-15,4 0-45 16,-8-21-57-16,0 2-42 16,0-2-160-16</inkml:trace>
  <inkml:trace contextRef="#ctx0" brushRef="#br0" timeOffset="83848.55">16514 9475 287 0,'0'-49'216'0,"0"40"-198"0,0 9-18 16,4 0-2-1,5 0-16-15,-1 0-148 0,-4 0-123 16</inkml:trace>
  <inkml:trace contextRef="#ctx0" brushRef="#br0" timeOffset="84217.03">16735 9475 346 0,'0'0'35'16,"0"0"-31"-16,0 0 67 15,0 0 5-15,0 0-26 0,46 121-15 16,-38-81-17-16,9 0-11 16,-5 0-5-16,-4 0 0 15,1-6-2-15,-9-10 0 16,4-5 0-16,-4-10 2 15,0-2 1-15,4-5 9 0,0-2 28 16,-4 0 9-16,4-2 41 16,4-20 15-16,0-9-29 15,8-3-66-15,1 3 11 16,-5 0-11-16,5 13-1 0,-13 5-7 16,4 8 7-1,-8 5 3 1,0 0-4-16,4 0-6 15,4 18-2-15,1 12-8 16,3 5 8-16,1 1 4 16,3-5-4-16,0-3-6 0,4-6-63 15,1-10-40 1,-17-12-87-16,0 0-126 16</inkml:trace>
  <inkml:trace contextRef="#ctx0" brushRef="#br0" timeOffset="85018.02">17951 9522 750 0,'0'0'108'16,"0"0"-102"-16,0 0 73 15,0 0 11-15,0 0-51 16,0 0-38-16,-160-28 4 0,95 59 9 16,-2 6 9-16,10 3 6 15,8 3-6-15,20 0-13 16,8-3 1-16,17-6-11 15,4-9-1-15,0-7-9 16,29-5 5-16,8-10-6 0,8-3 0 16,9 0 5-16,3-10 0 15,4-14-1-15,-3-7-12 16,-13-3-15-16,-8-9 9 16,-16-7 12-16,-5-2 13 15,-8-10 1 1,-8-2-1-16,0-7 0 15,0 6-11-15,-12 7-12 16,0 14 14-16,-5 17 9 16,9 15 17-16,-5 5 21 15,5 7-6-15,0 0 6 16,-4 31-26-16,0 15-8 0,0 10-1 16,8 2 0-16,4 4-2 15,0-4-1-15,12-2 0 16,12-7 0-16,5-3-4 0,4-11-4 15,0-11 1 1,0-8-2-16,-1-8-2 0,5-8-10 16,4 0 7-16,1-2-1 15,-10-23-9-15,1-3-23 0,-12-5 5 16,-9 2 20-16,-8 3 18 16,-4 9 4-16,0 10 11 15,0 3 21-15,0 6 21 16,0 0 6-16,0 9-32 15,-4 19-19-15,-4 9-6 16,8 0 1 0,0 0-1-16,0-6 0 15,0-6-2-15,4-7-1 16,4-6-1-16,0-6-1 16,1-3-6-16,-1-3-29 15,-4 0-29-15,-4-18-58 16,0-1-90-16,0 1-264 0</inkml:trace>
  <inkml:trace contextRef="#ctx0" brushRef="#br0" timeOffset="85149.23">18193 9257 692 0,'0'0'138'16,"0"0"-138"-16,0 0-113 31,0 0 70-31,0 0-93 0,0 0-123 15</inkml:trace>
  <inkml:trace contextRef="#ctx0" brushRef="#br0" timeOffset="85520.02">18472 9179 550 0,'0'0'109'0,"0"0"-108"16,0 0 45-16,0 0 36 16,0 0-76-16,0 0 11 15,8 71 6 1,0-33-6-16,5 5 1 0,3 2 1 16,5 5-9-16,4 9-4 15,4 5-1-15,3-2-3 16,-3 3-2-1,-5-4 4-15,-3-2-6 0,-21-6 2 16,0-10-1-16,0-6-1 16,-33-6 2-16,-12-10-16 0,-8-2 16 15,-5-11 77-15,8-8-61 16,6 0-14-16,3 0-2 16,8-27-7-16,5-1-51 15,11-9-71-15,9 0-38 16,8 22-89-16,0-4-116 15</inkml:trace>
  <inkml:trace contextRef="#ctx0" brushRef="#br0" timeOffset="85914.9">18440 9565 438 0,'0'0'279'16,"0"0"-215"-16,123-65-55 16,-71 53 147-16,15-1-75 0,-1 1-48 15,-1 3-21 1,-7-3-10-16,-10-1-2 15,-2-2-59-15,-17-4-47 16,-4-5-36-16,-17-1-39 16,-4-3-17-16,-4 0 80 15,0-2 30-15,-4 2 88 0,-9 3 90 16,5 10 75 0,-4 2-20-16,8 10-7 0,-1 1 6 15,5 2-27-15,0 0-53 16,-4 0-35-16,4 18-28 15,-4 16-1-15,4 6 12 16,0 6 5-16,0 3-9 16,0 7-6-16,13-1-2 15,3 4 6 1,5-1-6-16,-2 4 1 16,-2-9-2-16,0-1-1 15,-5-12-9-15,-12-3-37 0,0-9-24 16,0-7-39-16,-21-5-5 15,1-16-44-15,4 0-120 16</inkml:trace>
  <inkml:trace contextRef="#ctx0" brushRef="#br0" timeOffset="86094.17">18711 9676 838 0,'0'0'166'0,"0"0"-166"15,147-52 1 1,-82 36 49-16,22 4-31 16,3-4-16-16,-4 4-2 15,-3 2-1-15,-30 1-65 16,-48 9-199-16,-5-3-390 0</inkml:trace>
  <inkml:trace contextRef="#ctx0" brushRef="#br0" timeOffset="86622.39">19781 9174 626 0,'0'0'222'16,"0"0"-219"-16,0 0 2 0,0 0 52 15,0 0-5 1,-36 123-16-16,28-71-18 0,8 10-13 16,0 2-2-16,0 7 1 15,4 7-1-15,21-2 0 16,3 5 0-16,1-8-3 0,8-5 6 16,-8-6-6-16,-5-10-56 15,-8-9 56-15,-8-12 8 16,-3-6-8-16,-5-6 2 31,0-7-1-31,-17 0 4 0,-19-9 10 16,-6-3 2-16,-7 0-7 15,4-15-10-15,4-13-12 16,0-6-26-16,12-3-18 0,9-3-49 16,8-3-66-16,12 28-55 15,0 2 12-15</inkml:trace>
  <inkml:trace contextRef="#ctx0" brushRef="#br0" timeOffset="87341.57">19716 9750 252 0,'0'0'133'16,"0"0"3"-16,0 0 8 15,0 0-19 1,160-81-22-16,-107 66-32 0,5 3-26 16,4-1-9-1,-9 1-2-15,-12 6-18 16,-8 0-8-16,-12 3-8 15,-10-3 1-15,-7 6 0 16,-4-3 2-16,0 3 10 0,0-4 2 16,0 4 26-16,-11 0-41 15,-6 0-1-15,-3 0-6 16,-5 16 3-16,0 8 4 16,9 4 0-16,-1-3 0 15,5 3 0-15,12-10-1 16,0-3 1-16,0-5-2 15,0-4 0-15,0-3-1 16,20-3 1-16,5 0 2 16,4-12 5-16,0-16 7 0,0-3-6 15,-9-6-2 1,-4 0 1-16,-8 6-4 0,-8 1-1 0,0 5-4 31,0 0 1-31,-12 10-5 0,-5 6 7 0,-2 5-14 16,6 4 6-16,-3 0-26 31,3 0-3-31,9 0 1 0,0 13 22 16,4-1-14-16,0-6-1 15,0 3 14-15,17 4 11 16,12-7-1-16,3 3 6 16,5 3 3-16,4 1-1 15,5 9-2-15,-6 5 2 16,1 7-2-16,1 0 0 0,-10 3 0 15,-7-3 0-15,-9-6 0 16,-8-7-4-16,-3-5 4 16,-5-7-1-16,0-6 1 15,0-3 29-15,0 0 36 16,-21 0 11-16,-12-12-25 16,1-13-17-1,-1-3-3-15,8-3 6 16,12-5-9-16,9 1 0 0,4-5-16 15,0 4-7-15,9 1-3 16,15 8-2-16,1 9-2 16,12 2-20-16,-5 7-31 15,2 6-26-15,-6 3-46 16,-7 0-75-16,-21 0-127 0</inkml:trace>
  <inkml:trace contextRef="#ctx0" brushRef="#br0" timeOffset="87898.37">20676 9546 522 0,'0'0'199'0,"0"0"-170"15,0 0-28-15,0 0 72 16,0 0-33-16,0 0-8 0,71 130-23 16,-59-96-1-16,0-9-5 15,-7-4-3-15,-1-6 2 31,-4-5 2-31,0-8-4 16,0-2 20-16,0 0 10 0,0 0 8 16,0-9 37-16,4-18 13 15,3-10-57-15,1-4-26 16,9 1-2-16,4 0 4 0,-1 7-7 16,-3 8 1-16,-1 9-1 15,-7 7 0-15,-1 9-2 16,0 0 1-16,0 0-7 15,8 25-3-15,-8 9 3 16,9 9 2-16,-9-6 6 16,4-3 3-16,1-9-2 15,-1-13-1-15,-4-6 0 16,-3-3-1-16,-1-3 1 16,8 0 0-1,1-6 6-15,7-22 10 16,4-9 14-16,1-6-24 15,0 3-5-15,-1 0-1 0,-7 6 1 16,-1 12 1-16,-7 10 1 16,-5 6-2-16,-4 6 0 15,0 0 18-15,0 12-9 16,0 22-10-16,0 12 0 0,0 7 2 16,0-10 5-16,7 0-7 15,1-9 0-15,1-9-13 16,-5-16-38-1,-4-9-94-15,0 0-355 16</inkml:trace>
  <inkml:trace contextRef="#ctx0" brushRef="#br0" timeOffset="89570.9">22717 8908 436 0,'0'0'396'0,"0"0"-396"0,0 0 15 15,0 0 7-15,0 0 61 16,0 0-55-16,-33-34-19 15,5 34 2-15,-18 28-5 16,-8 19 20-16,-11 14 19 16,-1 16-6-16,-3 6-19 15,11 10-4-15,4-4-7 0,22-2-4 16,12-11-1-16,20-11-4 16,8-16-6-16,40-9-4 15,14-12 10-15,9-13 3 16,6-8 0-16,5-7-3 15,-4 0-10-15,-4-3-25 0,-12-13-40 32,-13 1-74-32,-44 6-91 0,-5-3-226 15</inkml:trace>
  <inkml:trace contextRef="#ctx0" brushRef="#br0" timeOffset="89903.14">23103 9454 945 0,'0'0'108'15,"0"0"-108"-15,0 0-23 0,0 0 23 16,0 0 1 0,49 117 8-16,-41-55-3 15,9 2-5-15,-13 4 2 0,0-3-1 31,-4-3-2-31,0-1 2 0,0-6-2 0,-17-8 18 32,-8-4-14-32,-3-12 20 0,0-13 19 0,-1-2-6 15,0-13-15-15,4-3 10 0,0 0-14 32,1-22-6-32,0-8-12 0,7-17-14 15,5-8-21-15,7-7-25 16,5-6-19-16,0 40-76 15,0-2-205-15</inkml:trace>
  <inkml:trace contextRef="#ctx0" brushRef="#br0" timeOffset="90358.74">23123 9146 427 0,'0'0'0'0,"0"0"-9"15,0 0 9-15,0 0 61 0,0 0 37 16,0 0-1 0,16-19 27-16,-16 19-8 0,0 0-27 15,0 0-11-15,0 0-15 16,0 0-29-16,0 0-26 15,0 0-8-15,0 0-7 0,-8 0-10 16,-4 12 17 0,0 7 4-16,0-3-4 15,4-1-1-15,8-6 0 0,0-6 1 16,0-3-4 0,0 0 0-16,0 0 4 15,0 0 6-15,0-9 13 16,0-16 9-16,0 1-23 15,4-1 0-15,-4 6-1 16,0 7 0-16,0 6-1 16,0 3 3-16,-8 3-6 15,-5 0-15-15,-8 12-30 0,-8 16-31 16,1 5-65-16,7 2-81 16,17-23-33-16,4-3-64 15</inkml:trace>
  <inkml:trace contextRef="#ctx0" brushRef="#br0" timeOffset="90721.57">23587 9399 812 0,'0'0'44'0,"0"0"-27"16,0 0 0-1,0 0 69-15,0 0-73 0,0 0-13 16,78-41 9-16,-46 35-3 15,2 6 3-15,3 0 5 0,-4 0-5 16,-4 0-8-16,-5 0-1 16,-12 0-4-1,-4 0-20-15,-8 3-134 0,0 0-145 16,0 0-84-16</inkml:trace>
  <inkml:trace contextRef="#ctx0" brushRef="#br0" timeOffset="90909.68">23562 9556 1034 0,'0'0'0'16,"0"0"0"-16,0 0 0 16,0 0 25-16,0 0-24 0,128-25-1 15,-67 9-3-15,1 4-33 16,-41 9-127-16,-1-3-96 15</inkml:trace>
  <inkml:trace contextRef="#ctx0" brushRef="#br0" timeOffset="91580.92">24794 9127 633 0,'0'0'78'0,"0"0"-75"15,0 0-3-15,0 0 87 16,0 0-46-16,0 0-10 15,0 0 22 1,46-74-21-16,-46 68 15 16,-9-3-20-16,-3-1-9 15,-9 1-12-15,1-6-5 16,-9 3 1-16,-4 2-1 0,-12 1-1 16,4 6-1-1,-13 3-8-15,-3 0 9 16,3 9 0-16,-2 19 1 0,10 6 9 15,13 3-3-15,8 6-7 0,17-3-3 16,8-3-2-16,0-9-20 16,21-7-9-16,12-8-8 15,0-7 37-15,7-6 1 16,6 0-6-16,-1 0-10 16,0-25 2-16,-4-6-28 0,-4-5 16 15,-8-8 1-15,0-2 23 16,-9-10 4-16,4 1 2 15,-3-10-4-15,-4 4-7 16,-5-4 11-16,-4 9 0 31,-4 13 2-31,0 18 4 16,-4 16 64-16,0 6 33 0,0 3-20 16,0 3-83-16,0 31-14 15,-4 19 14-15,0 11 6 16,0 10-3-16,4 3-2 0,0 0-1 15,0-6 0-15,12-9-8 16,5-13-8-16,4-9-5 16,-6-9-12-16,-2-12-46 15,-13-19-70-15,0 0-163 0</inkml:trace>
  <inkml:trace contextRef="#ctx0" brushRef="#br0" timeOffset="92105.18">25246 8726 730 0,'0'0'177'0,"0"0"-172"16,0 0 10-1,0 0 79 1,0 0-90-16,0 0 0 0,-62 84-1 15,37-20-1-15,9 4 0 16,4 0-4-16,12-6 1 16,0-7 0-16,0-15-5 15,20-12-5-15,4-10 11 16,10-12 2-16,-1-6-2 0,15-6 2 16,-2-28 4-16,3-12-2 15,-3-9 7-15,-14-7-3 16,-12-5 3-16,-11-4 2 15,-9-4 7-15,0 8-5 16,-9 5 3-16,-19 16 1 16,0 15 10-16,-10 22-29 15,-7 9-18-15,-5 9-63 16,31 19-119-16,-2 0-162 16</inkml:trace>
  <inkml:trace contextRef="#ctx0" brushRef="#br0" timeOffset="92358.06">25271 9108 820 0,'0'0'198'0,"0"0"-185"16,0 0 24-16,0 0 71 15,0 0-108 1,0 0 0-16,160 0 0 15,-99 38 0-15,1 2 2 16,3 6 3-16,-3-3-4 16,-5-3 0-16,-12-6-2 15,-8-7-41-15,-12-4-35 16,-17-11-48-16,-8-12-104 16,0 0-220-16</inkml:trace>
  <inkml:trace contextRef="#ctx0" brushRef="#br0" timeOffset="92737.08">24409 9605 933 0,'0'0'123'16,"0"0"-123"-16,0 0 0 16,0 0 107-1,0 0-105-15,0 0 9 16,-34-3-11-16,95-3 4 16,22-4-4-16,11 1 1 15,21-3 0-15,5 3-1 16,15-4 3-16,9 4-3 15,0 0 1-15,-5 9 1 16,-20-3-1-16,-25 3-1 0,-32 0-2 16,-25 0-47-16,-25 0-15 15,-12 0-7-15,-32 0 3 16,-10 0-69-16,1 0-203 0</inkml:trace>
  <inkml:trace contextRef="#ctx0" brushRef="#br0" timeOffset="93762.76">24917 10046 274 0,'0'0'0'0,"0"0"-30"16,0 0 14-16,0 0 14 15,0 0 2-15,0 0-23 0,0 0 3 16,0-22 20-16,0 22 2 16,0 0 2-16,0 0 9 15,0 0-13-15,0 0-4 16,0 0-25-16,0 0-99 15</inkml:trace>
  <inkml:trace contextRef="#ctx0" brushRef="#br0" timeOffset="94328.22">24917 10046 1 0,'0'-22'25'0,"0"22"33"15,0 0 18-15,0 0-11 16,0 0 7-16,0 0 2 16,0 0 3-16,4-3 0 15,-4 3-4-15,0-6-12 0,0-1-3 16,0 2-8-16,0 2-10 15,0-4 26-15,0 1-6 16,-12 0-24-16,-5 0-7 0,-8 3-13 16,2 3-11-1,-15 0-3-15,1 0 2 16,-4 3-3 0,-8 15 2-16,4 7-1 0,4 6 7 15,4 6 1-15,8 9-6 16,9 0 0-16,16 7-1 15,4-10-3-15,0-3 0 16,12-6-5-16,21-10-3 16,-5-8 5-16,9-7-6 15,5-9 0-15,7 0 6 0,4 0 3 32,-4-18-1-32,0-13-37 0,-8-9-42 15,-12-3 25-15,-4-16 12 16,-12-9 11-16,-5-9-2 15,-4-3-3-15,-4 0 5 16,0 6-10-16,0 15 42 16,0 19 41-16,0 16 60 15,0 11 47-15,0 10-20 0,0 3-50 16,0 0-75 0,0 9-3-16,0 29-7 0,0 8 7 15,0 9 4-15,0 7-1 16,0 9-2-16,4 3 0 15,8 2 1-15,-3-10 1 16,-2-11-4-16,1-9 1 0,1-12-7 16,-1-10-41-16,0-14-84 15,-4-10-78-15,0 0-96 16</inkml:trace>
  <inkml:trace contextRef="#ctx0" brushRef="#br0" timeOffset="94798.48">25184 10024 570 0,'0'0'152'0,"0"0"-122"15,0 0 80-15,0 0-7 16,0 0-69-16,0 0-28 0,82-43 3 16,-54 74-9-16,1 9 0 15,-8 3 0-15,-13 9-1 0,-4-5 1 16,-4-8-25-1,-4 2 12-15,-16-14 13 0,-5-5 6 16,5-6 1-16,8-11 15 16,12-5 1-16,0 0 12 15,0 0-2 1,0-30-23-16,19-7-6 16,6-9-2-16,8-7 0 15,4-6 1-15,5-5-3 0,-10-4 0 16,1 6 0-1,-8 13 0-15,-9 15 5 0,-3 13 9 16,-9 11 16-16,-4 10 16 16,0 0-7-16,0 0-26 15,0 0-13-15,0 25-1 16,-9 18 1-16,-11 19 5 16,3 5-2-16,5 4-1 15,4-3-2-15,8-6-1 16,0-13-3-16,0-6-5 0,0-12-16 15,12-9-24-15,9-4-36 16,-13-18-70-16,0 0-185 0</inkml:trace>
  <inkml:trace contextRef="#ctx0" brushRef="#br0" timeOffset="95187.96">25681 10218 842 0,'0'0'186'16,"0"0"-186"-16,0 0 0 15,0 0 6-15,0 0-5 16,0 0-1-16,12 83 0 16,-12-36 2-16,0-7 0 0,0-3-2 15,0-9 2-15,0-13 0 16,0-6-2-16,0-6 1 0,4-3 2 15,5 0 20-15,7-9 9 16,0-22-9-16,9-9-17 16,-1-3 1-16,-3 6-5 15,0 6 1-15,-5 10 3 0,-8 11 12 16,-3 4 5-16,-1 6 12 16,-4 0-19-1,0 19-15-15,4 11 6 0,7 4 0 16,-7 0-6-16,5-3-1 15,-5-6-23-15,-4-4-34 16,0-8-30 0,0-13-91-16,0 0-164 15</inkml:trace>
  <inkml:trace contextRef="#ctx0" brushRef="#br0" timeOffset="95770.83">26289 9439 597 0,'0'0'115'15,"0"0"-115"-15,0 0 0 16,0 0 6-16,0 0 51 16,0 0 0-16,-25 39-26 0,17-35 33 15,-1-4 1-15,-3 0-21 16,-1 0-24-16,1 0-14 16,8 0-6-16,-4-7-6 0,8-8-68 15,0-1-53-15,0 14-52 16,0-1-181-16</inkml:trace>
  <inkml:trace contextRef="#ctx0" brushRef="#br0" timeOffset="97317.64">27241 9272 467 0,'0'0'247'0,"0"0"-194"16,0 0-3-16,0 0 93 15,0 0-55-15,0 0-22 16,37-111-14-16,-37 83-12 16,0-2-11-16,0-5-4 15,0 8 3-15,-25-4-3 16,4 6-25-16,-12 7-3 16,-3 2-2-16,-5 10-4 0,-1 6-4 15,-3 0 3-15,0 22 9 16,0 18 1-16,-1 12 0 15,14 10 1-15,16-1-1 16,12-2-8-16,4-12-10 0,4-4-3 16,21-19 8-16,3-5 4 31,9-13 6-31,0-6 2 16,8 0 1-16,0-16-19 15,5-15 7-15,-9-12-7 16,-9-3 6-16,-3-9 3 15,-4-7 9-15,-1 0 0 16,-3-6 1-16,-4-3 0 0,-1 4 4 16,0-1-4-16,-8 13 13 0,0 15-9 15,-4 15 19-15,1 15 25 16,-5 10-20-16,0 0-28 16,0 7-5-16,0 36-16 15,0 18 21-15,0 20 6 16,0 8-1-16,0 4-4 15,0-7-1 1,4-6-6-16,12-12-4 16,1-13-6-16,-1-15-7 15,1-12-5-15,-9-9 1 16,4-10 0-16,1-9-28 16,-2 0-4-16,6-3-7 15,-1-25-8-15,5-6-32 16,-4-3 54-16,-1-3 33 0,1-3 19 0,-5 0 4 15,5 6 33-15,-2 3 22 16,-3 12 21-16,1 10 13 16,-5 6-14-16,-8 6-41 15,0 0-20-15,0 0-18 16,0 3-20-16,4 25 20 16,0 6 22-1,-4 6-14-15,0-7-8 16,0 1 6-16,0-6-6 15,0-9 3-15,0-7 4 0,0-6-2 16,0-6 5 0,0 0 1-16,0 0 6 0,0 0 6 15,5-18 9-15,11-16-7 16,9 0-23-16,4-12 2 0,3-7-2 16,1-5 0-16,4-10-2 15,0 3 0-15,-5 4-1 16,1 11-1-16,-4 13 2 15,-8 10 1-15,-9 11 1 16,-7 10 0-16,-5 3 6 16,0 3-3-1,0 0-5-15,0 9-1 16,-17 25-2-16,-12 15 3 0,0 16 5 16,4 3-2-16,10-3-3 15,7-4 2-15,8-8-2 16,0-10 0-16,0-13-2 15,8-8-3-15,11-6-1 16,10-10 0-16,5-3-16 16,3-3-70-16,-25 0-84 15,1 0-219-15</inkml:trace>
  <inkml:trace contextRef="#ctx0" brushRef="#br0" timeOffset="97764.02">28173 9078 779 0,'0'0'168'0,"0"0"-160"16,0 0 33-1,0 0 52-15,0 0-92 16,0 0-1-16,4 0-28 0,-4 34 28 15,4 9 5 1,-4 3 5-16,0-3-10 16,0-3 0-16,0-6-1 15,0-12 0-15,0-7 1 0,0-6 1 16,0-9 0-16,4 0-1 0,9 0 0 16,-6-9 33-16,13-22 10 15,-3-5-21 1,8-8 2-16,0 4-10 15,-5-3-6 1,1 15 4-16,-6 7-3 0,-6 8 3 16,-5 13 7-16,-4 0 8 15,0 0-27-15,0 25-14 16,0 12 14-16,4 15 4 16,4-2-1-16,5-1-3 15,-5-3-18-15,0-12-34 0,-4 0-46 16,-4-34-54-16,0 0-272 15</inkml:trace>
  <inkml:trace contextRef="#ctx0" brushRef="#br0" timeOffset="98463.93">26728 9664 420 0,'0'0'245'16,"0"0"-212"-16,0 0-20 31,0 0 113-31,0 0-65 16,0 0-36-16,-25 0 7 0,25 0 25 15,0 0-4-15,0 0-3 16,0 0-6-16,0 0-12 16,0 0-16-16,12 0-2 15,17-4-1-15,16 1 0 16,9-6-3-16,19 3-5 15,18 0-2-15,7-4-2 16,13 1 0-16,16 3 0 0,8-3 2 0,9 3-2 16,4-1-1-16,-1-2-4 15,-11 0 4-15,-12 0-3 16,-18 0 3-16,-16-1 0 16,-24 1 0-16,-17 0 1 15,-20 2 1-15,-13-2 0 16,-11 3 6-1,-5 6-1-15,0-3 5 16,0 0-8-16,0 3-4 16,0 0-8-16,0 0-11 15,0 0-32-15,0 0-63 16,0 0-104-16,0 6-101 16</inkml:trace>
  <inkml:trace contextRef="#ctx0" brushRef="#br0" timeOffset="100422.33">27750 10135 685 0,'0'0'104'0,"0"0"-69"16,-62-104 83-16,33 81-8 15,-4 8-60-15,1 9-33 16,-5 6-11-16,4 0-6 16,0 0-3-16,-4 21 3 15,4 10 3-15,-4 13 2 16,0 5-1 0,9 9 6-16,3 4-4 15,9 0-5-15,3-4 0 16,13-11-1-16,0-7 0 15,0-13-2-15,9-5 2 16,11-13 2-16,12-9-1 0,10 0-2 16,-1-18-2-1,9-16-4-15,-6-12-20 0,-7-7 9 16,-8-9 3-16,-8-5 11 0,-5-7 4 16,0-6 7-16,-4 5-4 15,-8 8 1-15,1 15 1 16,-1 17 16-16,-4 14 16 15,0 9-6-15,0 5 5 16,0 7-35 0,4 0-1-16,-4 4-22 15,4 29 12-15,8 20 10 16,1 12 5-16,-1 9-3 16,9 0 0-16,0-4-2 15,-5-8 0-15,0-10-1 16,0-5-14-16,-3-16-25 15,3-13-28-15,-4-9-22 0,5-9-51 16,-9 0-93-16,-8-3-80 16</inkml:trace>
  <inkml:trace contextRef="#ctx0" brushRef="#br0" timeOffset="100792.77">28061 9873 805 0,'0'0'235'16,"0"0"-235"-16,0 0 8 15,0 0-3-15,0 0 8 16,17 163-4-16,-5-95 0 16,1 0-6-16,7 0-2 0,1-9 0 15,0-4 0-15,-1-9-2 16,-4-15 0-16,4-9 1 0,-7-10 20 15,-5-12-6-15,4 0 0 16,5-6 32-16,8-25 4 16,0-15-31-16,-2-10 1 15,2-12 13-15,0-3-9 0,4-12 1 16,0 3-7-16,-4 9-4 16,-2 16-11-16,-6 18 12 15,-5 18-3-15,-8 10-7 16,-4 9-5-16,0 0-32 15,0 0-68-15,0 9-175 16,-8 3-523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5:58:47.12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2803 12157 183 0,'0'0'209'0,"0"0"-209"0,0 0-54 15,0 0 54 1,0 0 42-16,0 0-23 15,0 0-19-15,0 0-6 16,0 0-24-16,0 0 13 0,0 0 5 0,0 0-6 16,0 0-36-16,0 0-100 15</inkml:trace>
  <inkml:trace contextRef="#ctx0" brushRef="#br0" timeOffset="3020.4">2626 12361 312 0,'0'0'118'15,"0"0"-118"-15,0 0 0 16,0 0 18-16,0 0 15 16,0 0-32-16,0 0-1 0,0 0-13 15,0 0-26-15,0 0 1 16,0 0-30-16,0 0-73 16</inkml:trace>
  <inkml:trace contextRef="#ctx0" brushRef="#br0" timeOffset="3264.36">2626 12361 351 0</inkml:trace>
  <inkml:trace contextRef="#ctx0" brushRef="#br0" timeOffset="3832.43">2626 12361 351 0,'66'86'218'16,"-66"-98"-201"-16,0-1-13 0,0-2 78 0,0-3 21 15,0-1-15-15,-12-6-55 16,0 1 25-16,-5-7-27 16,-8 3 11-16,6 1 2 15,-14-1-27-15,-1 6 0 16,-3 1-14-16,1 8-1 16,3 3 3-16,4 5 1 0,4 5-4 15,-4 0-2-15,5 0-5 16,0 28 1-16,-1 12 1 15,4 12-1-15,5 13 2 16,3-4 1-16,9 4 0 16,4-12 0-16,0-14 0 0,8-5-4 0,13-12 5 15,4-13-2 1,0-6 0-16,3-3 1 0,9-9 1 31,4-25 4-31,9-9-3 16,-10-9-1-16,1-1-5 0,-7-5 1 0,-10-4 0 15,-4 1-2 1,-8-1 1-16,1 0-9 16,-9 6 7-16,0 7-10 15,0 9 8-15,-4 13 8 16,0 11 1-16,0 7 2 16,0 9 2-16,0 0-1 15,0 0-3-15,0 0-3 0,0 0-14 16,0 18 17-16,-4 16 0 15,-8 15 4-15,-1 13-3 16,9 6 2-16,0 12 2 16,4 3 13-16,0 0-7 0,0-5-1 15,0-8 5-15,8-8-8 16,9-16-3-16,-1-6-2 16,-3-12 0-1,-5-13-2-15,4-5 0 16,-7-10-9-16,3 0-2 15,0 0-73-15,0-10-20 16,-8-8-97-16,0 6-138 16</inkml:trace>
  <inkml:trace contextRef="#ctx0" brushRef="#br0" timeOffset="4334.76">3009 12049 382 0,'0'0'263'0,"0"0"-254"0,0 0-7 16,0 0 110-16,0 0 1 15,0 0-76-15,-9-37 7 16,-7 68-35-16,-9 9-3 0,0 18 22 16,5 8 6-16,4 10-2 15,8 2-12-15,8-7 0 16,0-10-17-16,0-11-1 16,12-14-2-16,16-14-3 15,1-9 3-15,8-13 3 16,9 0 6-16,2-22-4 0,6-24-2 15,-4-10 0-15,-2-9-1 0,-15-2 1 16,-8-4-3-16,-12 6 5 16,-13 0 1-16,0 10-1 15,-13 15-1-15,-12 9 8 16,-8 15 12 0,0 13-19-16,-3 3-5 15,-1 3-4 1,-5 25-16-16,9 12-48 0,1 6-50 15,12 10-141-15,16-31-58 16</inkml:trace>
  <inkml:trace contextRef="#ctx0" brushRef="#br0" timeOffset="4621.22">3057 12456 299 0,'0'0'330'0,"0"0"-266"15,0 0-19-15,0 0 102 0,0 0-40 16,0 0-53 0,0 0-51-1,50 6 20-15,-21 25 2 16,4 3-6-16,7 6-5 16,2-3-6-16,-1 0-1 0,0 0 0 15,-5-6-6-15,-3-3 3 16,-12-4-4-16,-4-5 1 15,-5-3-1 1,-4-8 2-16,-4-4-1 0,-4-1-2 16,0-3-2-16,0 0-17 0,0 0-49 15,0-7-127-15,0-1-161 16</inkml:trace>
  <inkml:trace contextRef="#ctx0" brushRef="#br0" timeOffset="5091">3744 12321 801 0,'0'0'155'0,"0"0"-147"16,0 0-5-16,0 0 95 15,0 0-46-15,0 0-52 16,-9-19 4-16,13 13-4 16,21 0 6-1,7-4 0-15,10-2-1 16,7 0-2-16,0-1 0 16,-4 7-1-16,-3 4 0 15,-13 2-2-15,-10 0-12 16,-6 0-19-16,-5 0-14 0,-8 0-59 15,0 15-67-15,0-6-143 16</inkml:trace>
  <inkml:trace contextRef="#ctx0" brushRef="#br0" timeOffset="5292.11">3788 12527 550 0,'0'0'247'0,"0"0"-247"0,0 0 2 31,0 0 40-31,0 0 19 16,0 0-4-16,25 25 3 16,8-25-25-16,8 0-17 15,8-13-12-15,-8 4-1 0,5 0-5 16,-5 0-13-16,-5 0-79 16,-11 6-77-16,-25 3-85 15,0-4-154-15</inkml:trace>
  <inkml:trace contextRef="#ctx0" brushRef="#br0" timeOffset="7167.8">4683 12022 635 0,'0'0'0'0,"0"0"-26"0,0 0 26 16,0 0 67-16,0 0-58 16,0 0-9-16,0 0-25 15,-16 27 25-15,7 22 51 16,-2 17 12-16,-6 13 4 16,1 1-44-16,3 4 23 15,-3-10-8 1,12-12-4-16,0-13-28 15,4-15 1-15,0-13 5 16,0-14 4-16,0-7 1 16,0 0-2-16,0 0 17 15,8-35 1-15,8-17-19 0,1-7-3 16,4-8-4-16,-9-1-5 16,4-9-1-16,-4 0-1 15,-4-1 2 1,9 2-1-16,-9 5-1 0,4 12 0 15,-3 16 7-15,-1 15-7 16,-4 16 7-16,-4 9 3 16,4 3-6-16,0 0-4 15,5 19-15-15,11 27 15 16,8 18 11-16,1 13-2 16,8 1-6-1,-4 1-1-15,4-1-2 16,0-4 3-16,-8-9-2 0,0-4-1 15,0-8 0-15,-13-10-1 16,0-10 1-16,-8-8-77 16,0-10 77-16,-4-8-1 0,-4-4 0 15,0-3-22-15,0 0-22 16,0 0-35-16,-16-10-144 16,-4-5-62-16,-1 3 13 15</inkml:trace>
  <inkml:trace contextRef="#ctx0" brushRef="#br0" timeOffset="7335.32">4675 12437 343 0,'0'0'404'0,"0"0"-380"0,0 0-12 16,0 0 36-16,0 0 59 15,0 0-66-15,-86-64-24 32,107 55 8-32,8-1 17 15,11-2-2-15,10 3-18 16,7-3-16-16,4-1-6 0,1 4 0 15,-9 0-8-15,-3 2-59 16,-46 7-129-16,0 0-177 16</inkml:trace>
  <inkml:trace contextRef="#ctx0" brushRef="#br0" timeOffset="7636.19">5591 12364 673 0,'0'0'165'0,"0"0"-160"16,0 0 54-16,0 0 124 15,0 0-103-15,0 0-36 16,0 0-22-16,12-68-20 16,-12 65-2-16,0 0-20 0,-8 3-38 15,4 0-49-15,-1 0-160 16,1 0-102-16</inkml:trace>
  <inkml:trace contextRef="#ctx0" brushRef="#br0" timeOffset="8339.48">6005 12247 266 0,'0'0'216'0,"0"0"-192"16,0 0-6-16,0 0 157 16,0 0-73-16,41-111-48 15,-41 101-23-15,-12 7-16 16,-9 3-5-16,-8 0 9 16,-7 13-19-16,-9 15-1 0,-5 8 1 15,1 7 12-15,12 7 19 16,0 2 1-16,21-8-11 15,3-4-13-15,13-13-8 16,0-8 1-16,4-13-1 16,17-3 9-16,12-3-6 15,-4-3 3 1,11-18-3-16,2-10-3 0,-1-4-2 16,-4 5-8-16,-5-1-4 15,-7 3 12 1,-8 10 2-16,-9 11 2 0,-4 5-2 15,-4 2 3-15,0 0 4 16,0 12 16-16,0 31-2 16,0 13 13-16,0 17-17 0,-4 8-8 15,4 14-1-15,0 7-5 16,0-7-3-16,0-8 0 16,0-13-73-16,4-19 73 15,4-12 27-15,-4-15-26 16,-4-13 13-16,4-8 22 15,-4-7-20 1,5 0 2-16,-1-4 28 16,4-29-14-16,4-17-18 15,9-11-3-15,-1-10-1 0,9-10-4 16,4 5-4-16,0 2 1 16,0 12-1-16,3 9 0 15,-3 4 2-15,-4 12-3 16,0 9-1-16,-9 10-13 0,0 8-49 15,-20 10-114-15,0 0-471 16</inkml:trace>
  <inkml:trace contextRef="#ctx0" brushRef="#br0" timeOffset="8555.74">6559 12422 1081 0,'0'0'50'16,"0"0"-50"-16,0 0-93 15,0 0 93-15,0 0 0 0,0 0-159 16,0 0-284-16</inkml:trace>
  <inkml:trace contextRef="#ctx0" brushRef="#br0" timeOffset="9109.94">6970 11985 660 0,'0'0'97'15,"0"0"-97"-15,0 0 0 16,0 0 60-16,0 0-4 0,0 0-41 16,32-53 2-16,-27 87 30 0,3 18-22 15,-8 7-15 1,0 18-2-16,0 0-5 15,0 0-1-15,0-3-1 0,0-9-1 16,0-12 1-16,0-20 0 16,0-11-1-16,0-10 2 15,0-9-2-15,0-3 0 0,0-6-9 32,0-31-73-17,0-15-24-15,0-7 32 0,0-9 9 16,0-6 28-16,-13-6 18 15,5 3 19-15,0 9 8 16,8 10 22-16,0 18 52 16,0 18 21-16,0 9-6 15,0 13-2-15,0 0-39 0,0 10-55 16,16 27 5-16,22 9 19 16,7 10-13-16,4-7-12 15,9 3 0-15,-1-2-3 16,0-10-10-16,-7 0-9 0,-1-13 3 15,-12-5-17 1,-13-9-23-16,1-10-13 0,-8-3-35 16,-17 0-46-16,0-7-124 0</inkml:trace>
  <inkml:trace contextRef="#ctx0" brushRef="#br0" timeOffset="9357.69">7446 11726 534 0,'0'0'409'0,"0"0"-387"15,0 0-22-15,0 0 0 16,0 0 15-16,0 0 32 16,0 126-28-16,0-52-11 15,0 3-2-15,8 3-3 0,4-6-3 16,1-6 0-16,-5-10-3 15,-4-5-9-15,5-16-29 0,-5-9-35 16,-4-28-96-16,0 0-154 16</inkml:trace>
  <inkml:trace contextRef="#ctx0" brushRef="#br0" timeOffset="9977.52">7693 12049 632 0,'0'0'113'15,"0"0"-101"-15,0 0 65 16,0 0 53-16,0 0-56 15,0 0-54-15,0 6-5 0,4 25 13 16,3 12 8-16,1 10-24 31,1 2-8-31,3 7-1 16,5-3-2-16,-5-7 1 0,0-9-1 16,1-9 0-16,-9-13-1 15,4-8 0-15,-8-7-4 16,4-6-18-16,1 0-25 15,-5-15-18-15,0-22-47 16,0-9-71-16,-9-7 1 0,-16-5-29 16,1-4 82-16,3 3 96 15,4 7 33-15,6 12 68 16,7 12 79-16,0 13 43 16,0 2-48-16,0 10-18 15,4 0-27-15,0 3-53 16,0 0-27-1,12 0-1-15,20 19 10 0,13 8-8 16,13 1-14 0,12 9 1-16,0 3-3 0,-9-3 1 15,-3 6 15 1,-25-3 15-16,-14-3 17 0,-14 1 2 16,-5-8-15-16,-9 4-4 15,-23-6 1-15,-13 3-11 0,-13-10-14 16,-11 4-9-16,-6-10-28 15,10-5-24-15,7-10-17 16,22 0-35-16,32 0-85 16,4-16-362-16</inkml:trace>
  <inkml:trace contextRef="#ctx0" brushRef="#br0" timeOffset="15195.52">8711 12262 61 0,'0'0'377'0,"0"0"-377"15,0 0-41 1,0 0 41-16,0 0 73 15,0 0-29 1,0 0-34-16,0 0 11 16,-4 0 9-16,4 0-3 0,0 0 6 15,0 0-2-15,0 0-11 16,0 0-4-16,0 0-3 16,0-6-6-16,0 3-3 15,0 0-2-15,4 0-1 16,0-1 3-16,0 4-4 0,3 0-3 15,-3 0 3-15,1 0 0 16,-1 0 0-16,0 7 3 16,-4 11 5-16,0 1-4 15,0 2 0-15,0-6 4 16,0-2-4-16,0-4 7 16,-8-6 15-1,-1 0 1-15,2-3 8 16,-1 0 1-16,4 0-15 15,-5-3 7-15,5-12 1 16,0-4-16-16,4 1-11 0,0 2-1 16,0 4-1-16,0 3-2 15,0 3-3-15,0 3-4 16,0 3-6-16,0 0-11 0,0 0-4 16,0 0 1-16,4 0 0 15,5 0-7-15,-5 0-15 16,-4 3-47-16,0-3-140 15</inkml:trace>
  <inkml:trace contextRef="#ctx0" brushRef="#br0" timeOffset="17883.43">9626 12283 146 0,'0'0'269'0,"0"0"-269"15,0 0 21-15,0 0 28 16,0 0 45 0,0 0-56-16,0 0-17 15,-5-9 14 1,5-3 3-16,0 0 8 0,0-1-10 16,0-2 7-16,0-3-11 15,-4 2-7-15,-12 4 12 16,4 0-14-16,-8 2-17 15,-1 1-3-15,-8 5-3 0,4 2-1 16,-4 2-2-16,6 0 0 0,-6 0 3 16,4 18 0-1,-4 10 0-15,4 9-1 16,0 9 0-16,6 4 1 16,10-4 0-16,5 3-5 0,4-12 1 15,0-6 3-15,9-7 1 0,7-2 2 31,4-10 5-31,-4-8-1 16,5-4 2-16,0 0 2 0,3 0 0 16,-3-22-1-1,7-9-7-15,1-6-2 0,-4-9 0 16,-9-7 0-16,1-5-2 16,-5-3 2-16,1-10-8 0,-5-4 1 15,-4-8-7-15,0 0-6 16,-4 3 6-1,0 15 14-15,0 19 6 16,0 18 21-16,0 13 4 0,0 12 7 16,0 3-4-16,0 0-30 15,0 0-4-15,-4 33-12 0,0 26 12 16,0 15 1-16,0 15 0 16,4 4-1-1,0 2 0-15,0 4 0 0,0-6 1 16,8-10-1-16,0-12 0 15,3-13 0-15,2-12-1 16,-1-11 1 0,-3-11-1-16,-1-12-2 15,0-8-27-15,-4-4-51 16,-4 0-81-16,0-7-78 0</inkml:trace>
  <inkml:trace contextRef="#ctx0" brushRef="#br0" timeOffset="18453.3">9790 12240 819 0,'0'0'0'16,"0"0"-35"-16,0 0 35 15,0 0 64-15,123-74-40 16,-74 72-16-16,1 2 4 16,3 0-2-16,-8 12-10 15,-3 19-3-15,-14 9-2 16,-8 6 4-16,-12 3-1 0,-8 3 2 16,0-2 3-16,-16-4 1 15,-20-3 1-15,-1-9 14 16,-1-6 17-16,1-9 2 0,13-7 2 15,8-6-1-15,12-6-13 16,4 0-6-16,0 0-7 16,0-31 6-16,12-6-14 31,8-12-3-31,13-6-1 0,0-7-2 16,4-6-3-16,3 3-17 15,2 4 0-15,-9 14 17 16,-4 10 4-16,-4 13 3 0,-17 11-1 15,-1 10 6-15,-7 3 12 16,0 0 0-16,0 0 6 16,0 34-26-16,-20 16 5 15,-4 14-2-15,-1 7 4 16,12 3-4-16,5-3 2 16,8-10-1-16,0-11-4 15,8-7-6-15,17-12-5 16,-4-13-28-16,8-6-21 0,7-8-82 15,-28-4-63-15,1 0-207 16</inkml:trace>
  <inkml:trace contextRef="#ctx0" brushRef="#br0" timeOffset="18888.34">10504 12376 666 0,'0'0'107'0,"0"0"-107"16,0 0 0-16,0 0 40 15,0 0-20-15,0 0-10 16,25 43 32-16,-21 3-18 16,4 4-10-16,1-1-4 0,-5-6 2 15,0-3 7-15,0-6-3 0,0-9 10 16,0-13 9-16,-4-5-8 15,8-4-6-15,-8-3 2 16,5 0 4-16,3-19 5 16,8-12-13-16,0-15-11 15,0 3-2 1,1-3-6-16,0 6 5 16,-1 12-5-16,-4 9 1 15,-3 10 3-15,-1 6 2 16,-4 3 5-16,0 0-9 15,9 25 7-15,3 9 16 16,8 6-10-16,-3-4-9 16,-1-1-2-16,5-8-3 0,-4-2-1 15,-5-10-2-15,-3-2-30 16,-13-13-63-16,0 0-211 16</inkml:trace>
  <inkml:trace contextRef="#ctx0" brushRef="#br0" timeOffset="25485.31">13140 12681 346 0,'0'0'64'16,"0"0"-61"-16,0 0 1 15,0 0 71-15,0 0-4 0,0 0-31 32,0 0-14-32,0 0 0 15,94 0 0-15,-86 0-3 16,4 0 10-16,-7-3-2 0,-1 3-4 0,0-3 10 15,0 0 8 1,-4 0 4-16,0 0-7 16,0 0-5-16,0-1-11 15,0-5-6-15,-4 0-3 0,-25 0-3 16,-7-4 5-16,-14-2-9 16,-12-3-2-16,-3-4 2 0,-9-3 12 15,0-2 13 1,0-10-13-16,0 3 9 15,12-6-19-15,10-3 5 16,6-1-12-16,17 8-5 0,17 1 4 16,4 8-2-1,8 5-1-15,0-3-1 0,24 1-5 16,18 2 1-16,11 1-2 16,4 2-1-1,1 13 0-15,-5 6 0 16,-12 0-7-16,-8 12-16 15,-8 19-16-15,-8 13 9 16,-13 14 8-16,-4 7 2 0,0 12 14 16,-21 0 13-16,-12 0 1 15,0-3 4-15,-4-12 18 16,13-10 9-16,12-18-4 16,12-13-12-16,0-9-8 15,23-12 7-15,27 0-3 16,16-8 3-16,12-24-13 15,8 5-2-15,0-1-41 16,-8 7-57-16,-62 14-151 0,-7 4-317 16</inkml:trace>
  <inkml:trace contextRef="#ctx0" brushRef="#br0" timeOffset="26318.49">14786 12237 316 0,'0'0'567'0,"0"0"-567"16,0 0 16-16,0 0-16 15,0 0 104-15,-95-101-72 16,55 82-31-16,-10 10 1 15,-4 3 3-15,-2 2-2 16,-11 4 0-16,2 0 2 16,-5 13-5-1,5 12 0-15,3 8 0 16,16 8 2-16,14 2 1 0,16 3-3 16,16-3 0-16,0-9 0 15,36-9 0 1,14-10 0-16,7-12 0 15,9-3 1-15,0-3-1 0,7-24-4 16,-3-14-7-16,-9-8-19 0,-7-7-19 16,-13-2-30-1,-16-4 4-15,-9-6 14 0,-8-2 11 16,-8-7 40-16,0-1 10 16,-4 5 23-16,-12 14 20 15,4 12 10-15,0 23 38 16,-1 9 13-16,9 8-42 0,0 7-12 15,0 0-38-15,0 41-8 16,-5 23-4-16,5 16 6 16,4 10 3-16,0 5-2 0,0-2 0 15,13-4-5 1,3-3-1-16,5-8-1 16,-5-10 2-1,0-10-4-15,-8-12 1 16,0-15-27-16,-3-9-37 0,-5-22-131 15,0 0-203-15</inkml:trace>
  <inkml:trace contextRef="#ctx0" brushRef="#br0" timeOffset="26772.67">13887 12718 725 0,'0'0'129'0,"0"0"-129"15,0 0 0-15,0 0 89 16,0 0 9-16,0 0-57 16,-107 0-25-16,128-3-8 0,19-3 11 15,14-3 12-15,20-1 3 16,8 1-15-16,12-6-10 16,9 3-2-16,12-1 5 0,8-2-2 15,9 3-3-15,-1-1 2 16,-8 7-5-16,-13 3 0 31,-14-3-4-31,-31 3-2 16,-20 3-8-16,-20 0 1 0,-17 0 0 15,-8 0-1 1,0 0-9-16,0 0-28 16,-29 0-7-16,9 0-112 15,-5 0-182-15</inkml:trace>
  <inkml:trace contextRef="#ctx0" brushRef="#br0" timeOffset="27998.67">14232 13033 29 0,'0'0'70'15,"0"0"-62"-15,0 0-3 16,0 0 55-16,0 0-26 15,0 0-6-15,16 0 21 16,-16 0 6 0,0 0 0-16,0 0-9 15,0 0 20-15,-5-4-3 16,-10 1-15-16,-6 3-24 16,-8 0-2-16,0 0 21 15,-4 0-13-15,-7 13 3 16,-1 5-2-16,-1 10-4 15,5 6 10-15,-3 3 0 0,15 3 2 16,4 0-15-16,17 0-13 16,4-6-9-16,0-10-4 15,29-1 5-15,4-18-3 0,-5-5 7 16,9 0-4-16,1-12 2 16,7-16-3-16,0-5-2 15,-4-5-11-15,-8-5-34 16,-8 3-8-16,-9 0 19 0,-9-3 34 15,-2 3 3-15,-5-7-1 16,0 8 0-16,0 5 1 16,0 9 4-16,0 16 23 15,0 9 35-15,0 0-11 16,0 0-12 0,0 31-29-16,0 12 3 15,0 13 7-15,0 2-9 16,0 0-5-16,8 4-5 0,8-6 0 15,1-4-4-15,0-9-15 16,-9-6-26 0,4-9-95-16,-4-13 131 15,-3-2-100-15,-5-13-162 0,0 0 1 16</inkml:trace>
  <inkml:trace contextRef="#ctx0" brushRef="#br0" timeOffset="28414.45">14445 12931 625 0,'0'0'240'16,"0"0"-205"-16,0 0-29 16,0 0 26-16,0 0 15 15,0 0-10-15,0 0 3 16,90 80-20-16,-74-22-8 15,1 1 0-15,0 3-6 0,-5-1-2 16,0-5-1-16,1-6-2 16,-9-14 2-16,0-8-2 15,-4-9 13-15,0-10 2 16,4-9 0-16,-4 0-4 0,8-19 6 16,5-21 2-16,-1-16-9 15,4-2-5 1,0-7-3-16,1 4 0 15,-5-4-3-15,5 3 4 16,-9 13-3 0,9 12 0-16,-9 9-2 0,0 13 0 15,-4 5-8-15,0 10-33 16,-4 0-56-16,0 13-45 16,0 21-70-16,0-12 69 0,0-4-149 15</inkml:trace>
  <inkml:trace contextRef="#ctx0" brushRef="#br0" timeOffset="28945.71">14794 13211 211 0,'0'0'379'0,"0"0"-247"16,0 0-83-16,0 0 46 16,0 0-34-16,0 0-3 15,0 139-20-15,5-93-16 16,3-2-10-16,-4-8-6 15,0 2-4-15,0-14 0 16,-4-8 1-16,4-7-2 16,-4-6-1-16,3-3-12 15,-3 0-49-15,5-12-23 16,-5-22-23 0,0-10-3-16,0-5-9 0,0-6 33 15,-5-1 64-15,2 4 22 16,3 3 6-16,0 12 36 15,0 9 50-15,12 6-26 16,8 3 11-16,5 7 3 0,8 9-12 16,9 3-16-16,2 0-18 15,-3 0-7-15,-3 3-4 16,-14 16-16-16,-15-4-4 16,-9 10 3-16,-9 3-4 15,-36-1 3 1,-13 4-2-16,-7-3 2 15,7 0 11-15,13-7 26 16,13-2-2-16,15-10-7 16,13 6-19-16,4 1-13 15,8-1 8-15,29 4 6 16,12-4-5-16,13 1-5 16,3-4-1-16,1 0-4 0,-9-6 0 0,-7 1-8 15,-9-4-9-15,-16-3-41 16,-13 0-56-1,-12 0-158-15,0 0-215 0</inkml:trace>
  <inkml:trace contextRef="#ctx0" brushRef="#br0" timeOffset="29718.04">15779 11871 275 0,'0'0'71'15,"0"0"-67"-15,0 0 27 16,0 0 113-16,0 0-49 16,0 0-22-16,0 0 14 15,13-38-6 1,-13 38-38-16,0 0-13 16,-9 0 15-16,-7 0-24 0,-13 19-16 15,-4 9 9 1,1 8 22-16,-5 14-7 0,4 12-6 15,8 15 0-15,4 15-6 16,6 16 0-16,11 9-10 16,4-3-6-16,0-6-2 0,32-6 0 15,13-13 0-15,5-12-4 16,2-9 5-16,-2-12 2 16,0-10 3-16,-6-12-1 15,-7-13-2 1,0-8 4-16,-3-7-6 0,-7-6-6 15,-6 0-22-15,-4 0-48 0,-17-9-103 16,0-7-149-16</inkml:trace>
  <inkml:trace contextRef="#ctx0" brushRef="#br0" timeOffset="30467.66">15800 12512 347 0,'0'0'172'0,"0"0"-141"15,0 0-4-15,0 0 111 16,0 0-53-16,0 0-43 15,0 0-3-15,-21-68 2 0,42 56-11 16,-9-1-6-16,13 1-4 16,3 3-9-16,1 2-5 15,0 5-1-15,-4 2-4 16,0 0-1-16,-2 9-2 16,-2 18-8-1,0 10 8-15,-9 13 0 0,-4-1-4 0,-8 6 4 16,0 1 4-16,-8-7 4 0,-17 1-5 31,-4-13-1-15,2-6 9-16,-2-10 14 0,12-9 14 15,9-5-5-15,4-7-12 16,4 0-10-16,0 0-8 16,8-25 7-16,13-12 0 15,8-7-7-15,3-8-2 16,1 0-3-16,-4-10 1 0,-1 3-14 15,-3-2 0-15,-8 3-11 16,-2 8 17-16,-6 19 10 16,-5 10 5-16,-4 15 1 15,0 6 16 1,0 0 3-16,0 12-22 0,-9 22 1 0,-7 15 3 16,9 10-1-16,3 2 0 15,4-2-1-15,0-4-5 16,0-5-2-16,8-10-33 15,7-3-46-15,-11-34-111 0,1-3-166 16</inkml:trace>
  <inkml:trace contextRef="#ctx0" brushRef="#br0" timeOffset="30858.7">16337 12666 976 0,'0'0'89'0,"0"0"-89"0,0 0 0 0,0 0 1 15,9 114 13 1,-5-74-13-16,8 0 1 16,-8-6-2-16,5-9 1 15,-9-10-1-15,0-9 0 0,4-6 1 16,-4 0 0-1,4 0 4-15,4-21 8 16,9-14-13-16,-5-5 2 16,0 0-2-16,4 4 1 15,-4 1-1-15,1 14 1 16,-1 9 0-16,-3 6 6 16,-9 6 11-16,4 0 1 15,-4 12-13-15,8 19 25 0,-4 5-9 16,4 5-14-16,1-1-7 15,-1-6-2-15,-4-10-15 16,0-2-26-16,0-6-28 16,-4-7-31-16,0-9-99 0,0 0-135 15</inkml:trace>
  <inkml:trace contextRef="#ctx0" brushRef="#br0" timeOffset="31293.22">16543 11944 587 0,'0'0'184'16,"0"0"-162"-16,0 0-20 0,0 0 127 16,0 0-58-16,0 0-53 15,-16-28-18-15,16 51 21 16,8 13 13-16,13 4-8 16,2 16-5-16,15 9-1 0,3 11-8 15,0 14 2-15,4 9 1 16,0 5-6-16,-8-2-7 31,-8-3-2-31,-17-9-2 0,-12-14-12 16,0-11-6-1,-12-12 9-15,-21-20-7 0,-4-8 0 16,0-9-10-16,4-16-30 16,9 0-50-16,20-7-78 15,4-11-191-15</inkml:trace>
  <inkml:trace contextRef="#ctx0" brushRef="#br0" timeOffset="31627.81">17249 12401 771 0,'0'0'204'0,"0"0"-192"0,0 0-11 16,0 0 38-16,0 0-16 15,140-40-17-15,-75 33 2 16,5 4 5-16,-1 0-2 15,-7 3 2-15,-16 0-5 0,-14 0-8 32,-16 0-7-32,-7 0-38 0,-9 0-86 0,0 0-191 31,-17 0-153-31</inkml:trace>
  <inkml:trace contextRef="#ctx0" brushRef="#br0" timeOffset="31817.66">17372 12610 876 0,'0'0'199'0,"0"0"-199"0,0 0 2 16,0 0 14-16,0 0 13 16,0 0-20-16,152 0-4 15,-83-9-5-15,2 3-12 16,-14 0-32-1,-45 0-73-15,-8 6-253 0</inkml:trace>
  <inkml:trace contextRef="#ctx0" brushRef="#br0" timeOffset="40818.91">20262 11353 806 0,'0'0'0'15,"0"0"-41"-15,0 0 41 16,0 0 16-16,0 0 67 16,0 0-65-16,0 0-18 0,0 0 2 15,0 0-1-15,-160 30 12 16,103 8 23-16,-5 8 7 15,-4 12 4-15,9 13-8 0,7 6-13 16,17 10-13 0,18-7-4-16,15-6-4 0,0-13 5 15,23-14-6-15,27-11 0 16,4-11-2-16,7-12-2 0,1-11 0 16,-1-2-1-16,-3 0-13 15,-17-9-14-15,-5-9-39 31,-36 5-130-31,0-2-186 0</inkml:trace>
  <inkml:trace contextRef="#ctx0" brushRef="#br0" timeOffset="41036">19835 11843 806 0,'0'0'163'0,"0"0"-163"16,0 0-36-16,0 0 36 16,0 0 41-16,169-62-32 15,-100 50-9-15,9-7 0 0,-4 7-4 16,-4 6-36 0,-5 0-88-1,-52 6-124-15,-5 0-180 16</inkml:trace>
  <inkml:trace contextRef="#ctx0" brushRef="#br0" timeOffset="41452.28">20804 11717 651 0,'0'0'145'0,"0"0"-145"16,0 0 0-16,0 0 76 0,0 0-11 15,0 0-55-15,-74 12-3 16,20 9 25-16,6 1 20 16,-2 3-9-16,13-10-12 15,8 1-20 1,21-7-11-16,8 3-3 16,0-3-6-16,12 4-1 15,25 5-7-15,13 1 10 16,3-1 2-16,0 7 4 15,1-1-8-15,-9-2 3 16,-12-4 6-16,-8 1 1 16,-13-4-1-16,-12-2 1 0,0-1 6 15,-21 3 13-15,-28-2 0 16,-21-1-13-16,-12-6-5 16,4-3 3-16,4-3-2 15,17 0 0-15,20 0-3 0,12-12-34 16,8 6-91-1,17 3-145-15,0 3-168 0</inkml:trace>
  <inkml:trace contextRef="#ctx0" brushRef="#br0" timeOffset="42969.41">18706 12595 351 0,'0'0'200'16,"0"0"-173"-16,0 0-23 0,0 0 62 31,0 0 26-31,0 0-51 0,-33 6-18 16,33-6 13-16,0 0 5 15,0 0 3 1,0 0-3-16,0 0 0 0,0 0-4 16,4 0-17-16,17 0 10 15,8 0 3-15,11 0-12 16,2 0-6-16,11 0 3 16,4 0-8-16,1 0-2 0,4 0-7 15,3 0 0-15,10 0 1 16,-2 0-1-16,13-9-1 15,1 0 1-15,-6 2-1 16,6 1 2-16,-1 3-1 16,1-3-1-16,-1 3 0 15,-1 0-1 1,2 0 1-16,-5-3 0 16,5 3 2-16,3-1-1 15,0 1-1-15,5 0 0 16,-10 0 0-16,-2 0-3 15,-5-3 1-15,-5 0 1 0,1-1 2 16,4 2-3-16,5-5 3 16,2-2-1-16,2 6 0 15,-1-4-1-15,0 5 1 16,5 1 2-16,-6-2-2 0,-2 3 0 16,-5-7 0-1,-8 5-1-15,-1-5-3 0,-7 1 0 16,-5 3-1-16,-7-3 3 15,3 2-1-15,-4-2 2 0,1 3-1 16,8-3 2-16,-2 0-2 16,6-1 2-16,3 1-2 15,6-3 1-15,-2 6 1 16,1-7 0-16,4 7-1 16,-4 0 0-16,-1-3 0 15,-3 2 2 1,-8 1-1-16,-1 0 1 15,-3 3 1-15,3 0 3 16,-4 0 0-16,5 0-3 16,-5 0 5-16,5 0-4 15,7 3-1-15,-7-7 2 16,4 7-1-16,-1-3-1 0,-7 0-1 16,-5 3 1-16,-4-2-1 0,0-5-1 15,1 7 3 1,-2-6 0-16,2 0-3 0,3 6 0 15,0-6 1-15,4 3-1 16,-3 0 0-16,3-1-3 16,-8 1 3-16,5 0 1 15,-2 0-1 1,2 0-2-16,0-3 2 16,-2 3 1-16,6 0-1 15,-1-4 0-15,0 2 0 16,5 1 4-16,-5 1-4 15,-7 3 4-15,-5 0-4 16,-1-3 0-16,-11 3 1 16,-4-3-1-16,-9 0 3 0,-3 3 6 15,-9 0 0-15,-4 0 1 0,0 0 2 16,0 0-2-16,0 0-3 16,0 0-7-16,0 0 0 15,0 0-2-15,0 0-11 16,-8 0-8-16,-21 0-41 15,12 0-111-15,-8 0-283 0</inkml:trace>
  <inkml:trace contextRef="#ctx0" brushRef="#br0" timeOffset="45846.31">19113 13014 255 0,'0'0'142'0,"0"0"-142"16,0 0 5-16,0 0 54 0,0 0 70 16,0 0-74-16,0 0-29 15,-42-16 9-15,42 16 22 16,0-2 25-16,0-1-17 16,0-4-29-16,0 1-27 15,9-3 0-15,11 0-4 16,5 0 2-16,12 2-3 0,-5 1 2 31,10 3-3-31,-5 3 2 0,-4 0-3 0,-8 0-2 16,-10 0-4-16,-2 6 4 15,-9 13-1 1,-4 2 5-16,0 7-3 0,-4 0 5 16,-24 2 1-1,-5 5-3-15,-13-5 1 16,-3 4-5-16,0 0 5 15,-1 0-3-15,9-6-2 0,5 2 3 16,15-8 3-16,9-9 3 16,8-1-7-16,4-3-2 15,0-2-5-15,20-7 5 16,12 0 15-16,10 0-3 0,16 0-5 16,3-4 2-16,5-11-9 15,-4 6 1-15,-10-4 0 16,-2 1-1-1,-13 2-1-15,-9 7-7 16,-3 1-49-16,-17 2-63 16,-8 0-78-16,0 0-136 15</inkml:trace>
  <inkml:trace contextRef="#ctx0" brushRef="#br0" timeOffset="46480.52">19847 13137 122 0,'0'0'456'0,"0"0"-456"16,0 0 10-16,0 0-10 0,0 0 77 16,0 0-30-16,38-95-6 15,-47 92 9-15,-15 3-38 16,-9 0 14-16,-13 0-23 15,-3 18 8-15,-4 4 27 16,0 6 17-16,12-1 9 16,8 1-26-16,12 0-18 15,9-7-14-15,12 1-6 16,0-9-5-16,4-8 4 16,20-5 2-16,14 0-4 15,-1 0 6 1,11-15-6-16,2-10-1 0,-4 4-4 15,-6-1-17-15,-3 4-21 16,-16 5 17-16,-9 7 19 16,-8 3 10-16,-4 3 8 15,0 0 24-15,0 0 18 16,0 28-31-16,-20 12 0 0,3 12 0 16,1 16 6-16,7 3-13 15,-3 3-1-15,12 0-6 16,-4-12-2-16,4-10-3 15,0-15 4-15,0-9 0 0,0-16 10 16,0-6-2 0,0-2-8-1,0-4-2-15,0 0 7 16,8-25 1-16,13-12-3 16,3-10-1-16,1-5-4 0,4-7-1 15,-1 1 2-15,1 2-3 16,4 11 1-16,0 1-2 15,-4 7 1-15,-1 9-5 16,-3 7-25-16,0 2-68 16,-21 19-101-16,-4 0-224 0</inkml:trace>
  <inkml:trace contextRef="#ctx0" brushRef="#br0" timeOffset="46996.14">20320 13017 1013 0,'0'0'0'0,"0"0"-122"16,0 0 122-1,0 0 73-15,0 0-31 0,-25 142-31 16,25-90-7-16,0 1 0 15,0-1 3-15,-4-6 14 0,4-12-1 16,-4-6-9-16,0-12-5 16,4-13-3-16,0 0-1 15,0-3-2-15,0-10-7 16,4-24-4-16,8-11-8 16,1-8-40-16,-9-3-16 0,0-2 37 15,-4-4 18-15,0 10 11 16,0 5 0-16,0 11 9 15,0 17 40-15,0 7 13 16,4 9-3-16,0 3 5 16,0 0-17-1,9 3-16-15,2 25-4 16,10 8 13-16,16 7-8 16,5 4-15-16,-2-4-8 0,2-3 0 15,-9-6-1-15,-4-9-5 16,-9-4-13-16,-4-11-13 0,-11-5-11 15,3-5-15 1,-4 0-58-16,-4-18-38 16,-4 3-118-16,0 0-60 15</inkml:trace>
  <inkml:trace contextRef="#ctx0" brushRef="#br0" timeOffset="47227.05">20726 12777 1010 0,'0'0'104'16,"0"0"-104"-16,0 0 0 15,0 0 11-15,0 0 18 16,4 129-20-16,4-67-1 16,5 3 1-16,-1-4-4 15,-4-2-1-15,5-4-2 0,-10-8-2 16,-3-8-1-16,0-4-19 15,0-17-28-15,4-8-28 16,0-10-105-16,0 0-141 16,1 0-131-16</inkml:trace>
  <inkml:trace contextRef="#ctx0" brushRef="#br0" timeOffset="47464.65">21013 13054 713 0,'0'0'279'16,"0"0"-250"-16,0 0-20 16,0 0-9-1,0 0 42 1,0 0-23-16,29 102-12 0,-16-53 3 16,-1 4-7-16,-4-4-3 15,-5-3 0-15,2-6-1 16,-1-6-2-16,-4-12-11 15,8-10-14-15,-8-9-42 16,4-3-87-16,-4 0-36 0,0-18-132 16</inkml:trace>
  <inkml:trace contextRef="#ctx0" brushRef="#br0" timeOffset="47727.54">21046 13021 279 0,'0'0'587'15,"0"0"-528"-15,0 0-58 16,0 0-1-16,0 0 20 16,0 0 9-16,90 21-18 0,-40 13-9 15,7 3-1 1,-8 0 4-16,-7 3-5 0,-10-6-2 16,-16-3-4-16,-16-7-2 15,0-2 8-15,-36-4 25 0,-22 1-9 16,-8-13-13-16,-3-3-3 15,11-3-10-15,9 0-3 16,20 0-17-16,29-3-87 16,0-7-185-16</inkml:trace>
  <inkml:trace contextRef="#ctx0" brushRef="#br0" timeOffset="51023.6">21973 12641 311 0,'0'0'104'16,"0"0"-101"-16,0 0 6 16,0 0 93-16,0 0-20 15,0 0-36-15,0 0 1 16,0 0 15-16,29-27 0 0,-29 27-11 16,0 0-17-16,0 0-27 15,0 0 0-15,-4 18 5 16,-16 4 14-16,-12 11 1 0,3 5-6 15,-4 8-1-15,-1 9 11 16,-3 13-7-16,5 6-2 16,3 9 2-16,0 6-8 15,17 4-7-15,4-4-4 16,8-2-5-16,0-10 0 16,12-9 2-16,17-13 8 15,8-9 1-15,4-9-7 16,12-15-3-1,1-4 7-15,-1-11-3 16,1-5-1-16,-9-2-4 16,-13 0-3-16,-11 0-3 15,-13 0-10-15,-4 0-20 0,-4 0-31 16,0 0-46-16,0-9-70 16,0 3-121-16,0 0-177 15</inkml:trace>
  <inkml:trace contextRef="#ctx0" brushRef="#br0" timeOffset="51774.09">22442 12980 617 0,'0'0'71'0,"0"0"-71"16,0 0 0-16,0-105 91 16,0 96-3-1,0 9-46-15,4 0-14 16,-4 0 7-16,0 0-13 16,0 31-16-16,-4 9 59 15,-13 9-12-15,1 1-43 0,-1-4-2 16,2-3 0-16,6-9-4 15,-3-3-1-15,8-13-2 16,4-8 3-16,0-4-4 16,0-6-2-16,0 0-4 0,0-9 6 15,0-22 5-15,20-6-5 16,-4-6-2-16,-4 0 2 16,5 3-6-16,-9 2 4 15,0 14 2-15,-3 5 0 16,-1 13 2-1,-4 6-2-15,0 0 0 16,0 3-4-16,0 28 4 16,0 12 4-16,0 10 2 15,0-1-6-15,0 0 0 16,0 1 0-16,12-4 0 16,-4-3-10-16,1 0-3 15,-1-3-11-15,-4-5-4 0,0-14-1 16,-4-2-20-16,0-4 7 15,0-2-29-15,-4-4 18 16,-21 0-32-16,-4-2 43 0,-4-1 32 16,1-6 10-16,-1 0 20 15,4 0 41-15,8 0 4 16,5 1 11 0,8-2-11-16,8 1-19 15,0 4-26-15,0-4-20 16,0 3 0-16,16 0 24 15,13-6-5-15,8 0-3 16,1 0-3-16,6 0-5 0,1 0-2 16,5 0-5-16,3 0 3 15,-8-6-4-15,-3 3-10 16,-10-3-40-16,-8 2-97 16,-24 1-112-16,0 0-136 0</inkml:trace>
  <inkml:trace contextRef="#ctx0" brushRef="#br0" timeOffset="52067.6">22947 12955 926 0,'0'0'22'15,"0"0"4"-15,0 0-26 16,0 0 59-16,0 0-58 16,0 0 10-16,8 50-3 15,-3-4-1-15,-1 7-3 16,3-1 2-16,-3 0-6 16,4-5 1-16,-4-4-1 15,1-7-7-15,-1-8-21 0,-4-6-92 16,0-10-59-1,0-12-77-15,0 0-167 0</inkml:trace>
  <inkml:trace contextRef="#ctx0" brushRef="#br0" timeOffset="52261.62">22775 13236 782 0,'0'0'244'16,"0"0"-244"-16,0 0-42 15,0 0 42-15,0 0 50 16,0 0-35-16,176-12-10 16,-107 9-3-16,-2-3-2 15,2-4-6-15,-11 1-15 0,-10-3-64 16,-39 6-189-16,-9-1-267 16</inkml:trace>
  <inkml:trace contextRef="#ctx0" brushRef="#br0" timeOffset="52907.2">23657 12771 669 0,'0'0'53'0,"0"0"-26"16,0 0-27-16,0 0 116 15,0 0-51-15,0 0-50 0,0 0-15 16,0-16 0-16,0 47 12 15,0 9 26-15,0 13 8 16,-4-1-34-16,4 0-8 16,0 1 2-16,0-10-6 15,0-3 2-15,0-9-1 0,0-10 0 32,0-5-1-32,0-7-7 15,0-9-24-15,0 0-25 16,0 0-41-16,-8-25-92 0,-1-9 5 15,1 1 138-15,0-10 46 16,8-4 31-16,0-2 8 16,0 3-9-16,0 2-11 15,4 13 9-15,17 10 2 0,-9 12 7 16,5 9 18-16,-1 0 18 16,0 0-8-16,13 15-11 15,12 13-8-15,4 6-13 16,12 0-12-1,5 0-10-15,3 0-5 16,-3-4-3-16,-4-5-3 0,-17-7-7 0,-12-5-24 16,-17-4-10-16,-4-6-19 15,-8-3-36-15,0 0-5 16,0-6-12-16,-12-15-114 31,-13-10-89-31</inkml:trace>
  <inkml:trace contextRef="#ctx0" brushRef="#br0" timeOffset="53107.66">24101 12915 187 0,'0'0'91'31,"0"0"-39"-31,-42-154-16 16,38 111-10-16,4 6 34 16,0 15 23-16,0 13 1 0,0 6 2 15,0 3 8-15,0 0-7 16,0 12-27-16,4 23-1 16,0 11 3-16,0 3-23 15,5 3-25-15,3 4-9 0,-4-3-1 16,9-10-2-16,-9-3-2 15,8-9-5-15,-4-10-24 16,-4-2-33-16,1-10-64 16,-9-9-107-16,0 0-72 15</inkml:trace>
  <inkml:trace contextRef="#ctx0" brushRef="#br0" timeOffset="53332.28">24355 12844 957 0,'0'0'68'15,"0"0"-67"-15,0 0-1 0,0 0 21 16,-4 121-11-16,4-81-10 16,0-3 1-16,0-10-1 15,12-2-19-15,-4-10-25 16,1-5-24-16,-5-4-54 15,0-6-48-15,-4 0-66 16,0-3-48 0</inkml:trace>
  <inkml:trace contextRef="#ctx0" brushRef="#br0" timeOffset="53595.97">24322 12814 575 0,'0'0'115'0,"0"0"-98"0,0 0 34 15,0 0 40-15,0 0-45 16,0 0-14-16,62 6-6 0,-22 18-8 16,1 4-16-16,1 0-2 15,-5 3 1-15,-13 0 4 16,-8-3 4-16,-12-7 1 16,-4 1 7-16,0-4-8 15,-20-3 1 1,-12-2-10-16,-1 2-7 15,-5 0-37-15,1-5-29 16,5 2-59-16,20-12-39 16,8 0-94-16</inkml:trace>
  <inkml:trace contextRef="#ctx0" brushRef="#br0" timeOffset="54015.45">23497 13461 625 0,'0'0'175'16,"0"0"-159"-16,0 0 8 15,0 0 113-15,0 0-56 0,0 0-58 16,-74 25-8-16,82-25-9 16,17 0 11-16,12 0 0 15,12-13 0-15,17-2-12 16,8 0-1-16,12-7-4 16,20 3 3-16,9-2 2 15,13-3-4-15,12 1-1 0,3 2-2 16,-3 2 0-1,-13 4 2-15,-16 3 0 0,-22 3 0 0,-31 2-3 32,-20 4-5-32,-18 3-8 0,-16 0-7 0,-4 0-15 15,0 0-14-15,-24 0 6 16,3 0-112-16,-8 0-155 16</inkml:trace>
  <inkml:trace contextRef="#ctx0" brushRef="#br0" timeOffset="54318.31">23940 13557 507 0,'0'0'294'0,"0"0"-294"0,0 0 3 15,0 0 86 1,0 0 7-16,0 0-68 0,-49 18-14 16,49 4 20-1,0 6 20-15,0 8-26 16,0 8-24-16,0-4 2 16,-9 0-5-16,5-6 0 0,4-6-2 15,-4-7-11 1,4-12-21-16,0-3-19 0,0-6-78 15,0 0-120-15,0 0-92 16</inkml:trace>
  <inkml:trace contextRef="#ctx0" brushRef="#br0" timeOffset="54722.64">23961 13587 642 0,'0'0'195'0,"0"0"-173"15,0 0 94-15,0 0-10 0,140 71-64 0,-79-37-23 16,1-3-13 0,-1-3 4-16,-4-3-8 0,-15-10-2 15,-9-6-16-15,-14-6-33 16,-6-3-37-16,-9 0-25 16,-4-18 3-16,0-10-33 15,-8-6-44 1,-17-3 185-16,5 0 25 15,4 3 59-15,7 3-16 16,1 13-5-16,4 6 15 16,4 9 10-16,0 3-1 15,0 0-24-15,0 6-30 16,0 19 6-16,0 11 0 0,0 1-12 16,0 4-16-16,0-1-7 15,-4 0-4-15,4-7 0 16,-4-8-7-1,4-4-30-15,0-11-26 0,0-4-85 16,0-6-88 0,0 0-149-16</inkml:trace>
  <inkml:trace contextRef="#ctx0" brushRef="#br0" timeOffset="55138.45">24655 13557 849 0,'0'0'175'0,"0"0"-175"0,0 0 0 15,0 0 8-15,-42 135 14 16,26-91-20-16,3-4-2 16,9-9 1-16,-4-10-1 0,8-9 0 15,0-5 0-15,0-7-17 31,0 0-63-31,4-7 73 0,13-24-6 0,-1-6-16 0,1-3 15 32,-1 0 12-32,1-3 4 15,-5 6 1-15,5 7-1 16,-1 14 25-16,-12 4 4 16,-1 9 21-16,2 3-1 15,-5 0-8-15,8 8-19 16,4 20 24-16,5 6-12 0,-1 6-20 15,5 4-9-15,0-4-4 16,-1-3-3-16,-7-7 0 16,2-5-11-16,-11-10-30 15,-4-2-19-15,0-7-33 16,0-6-57-16,0 0-231 16</inkml:trace>
  <inkml:trace contextRef="#ctx0" brushRef="#br0" timeOffset="55317.21">24568 13760 875 0,'0'0'183'0,"0"0"-183"15,0 0 0-15,0 0 16 16,0 0 27 0,140-15-26-16,-66 6-15 0,3 2-2 15,-7-2-20-15,-8-3-44 16,-50 9-128-16,-12-6-264 15</inkml:trace>
  <inkml:trace contextRef="#ctx0" brushRef="#br0" timeOffset="55956.48">24880 12512 200 0,'0'0'268'0,"0"0"-218"15,0 0-5 1,0 0 107-16,0 0-13 0,0 0-61 16,-4-9-30-16,4 9-3 15,0 0-11-15,0 0-9 0,0 0-13 16,25 27 9-16,8 16 8 15,12 16 1-15,4 15-9 16,9 12-11-16,-1 13 3 0,-4 0-5 16,-3 5 3-1,-6-2-4-15,-15-4-3 0,-8-2-2 16,-17-15 0-16,-4-11-2 16,-12-17 0-16,-37-7-4 15,-9-12-4-15,-8-10-15 16,-3-8-48-16,44-16-77 15,8 0-200 1</inkml:trace>
  <inkml:trace contextRef="#ctx0" brushRef="#br0" timeOffset="59144.21">25877 12469 466 0,'0'0'131'0,"0"0"-128"16,0 0-3-16,0 0 60 15,0 0-20-15,0 0-19 16,0 0 3 0,-7-4-1-16,-10 4-8 15,-7 13 16-15,-1 12 29 0,-4 11-11 16,0 17-1-16,-7 12 2 15,-1 8-13-15,8 14-10 16,0-1-3-16,8 1-13 16,6 2-4-16,6-12-3 15,9 0-1-15,0-6-1 16,4-10-1-16,24-2 9 16,10-12 9-16,3-11-5 0,4-8-7 15,8-9-2-15,-7-10-1 16,-1-6-3-16,-5-3-1 15,-7 0-1-15,-12 0-3 32,-4 0-10-32,-13-7-12 0,-4-5-19 15,0 0-35-15,-4-7-93 16,-9 14-33-16,1-2-97 16</inkml:trace>
  <inkml:trace contextRef="#ctx0" brushRef="#br0" timeOffset="59584.02">26120 12820 269 0,'0'0'481'0,"0"0"-425"0,0 0-54 31,0 0 110-31,0 0-8 16,0 0-90-16,0 0-11 16,-41-31 20-16,8 74 4 15,-3 9 3-15,-6 7-5 16,13-4-7-16,4 4-6 16,13-7-12-16,8-5 0 0,4-13 0 15,0-6-2-15,16-10-1 16,13-8-1-16,9-10 4 15,2 0-1-15,14-10 0 0,4-18-9 16,-10-5-4-16,2-11-8 16,-17 1 20-16,-8-6 2 15,-13-7 7-15,-8 1-3 16,-4 2-1-16,0 4 0 0,-8 15 1 16,-17 10 2-16,-8 8-6 15,0 10-7-15,-4 6-29 16,1 0-79-16,19 0-134 15,5 0-112-15</inkml:trace>
  <inkml:trace contextRef="#ctx0" brushRef="#br0" timeOffset="59862.24">26099 12570 616 0,'0'0'149'0,"0"0"-126"0,0 0 51 16,0 0 63-16,0 0-70 16,0 0-48-16,5-37-19 15,-5 71 2 1,0 18 56-16,0 10-28 16,0 9-9-16,0 3-11 15,0 6-8-15,0-6 2 16,0-3-1-16,0-6-2 15,8-10-1-15,0-2-1 0,5-13 1 16,-5-6-20-16,0-10-10 16,4-5-27-16,-4-7-59 15,-8-12-139-15,4 0-197 16</inkml:trace>
  <inkml:trace contextRef="#ctx0" brushRef="#br0" timeOffset="60287.18">26366 13239 787 0,'0'0'107'0,"0"0"-106"16,0 0 20-16,0 0 35 0,0 0 11 15,0 0-41-15,-16 133-11 16,7-84 1-16,1-3-8 16,8-9-3-16,0-9 4 0,0-6-4 15,0-10-4-15,12-9 14 16,13-3-8-16,8 0-6 16,5-12-1-16,-2-16-1 15,-7-6 1-15,-9-6 1 16,-11-6-1-16,-9 2 1 15,0 4 2-15,-9 9 8 0,-20 7 9 16,-8 2-1-16,5 16-7 16,-5 0-12-16,4 6-14 0,8 0-40 15,13 6-73 1,12 7-164-16,0-10-185 16</inkml:trace>
  <inkml:trace contextRef="#ctx0" brushRef="#br0" timeOffset="60581.45">26645 12783 886 0,'0'0'127'15,"0"0"-113"-15,0 0 7 16,0 0 20-16,0 0 4 16,0 0-22-16,17 142-7 15,-13-90-9 1,0 0-3-16,0-5-2 16,4-7-2-16,-3-3-2 15,-1-10-6-15,0-5-14 0,0-9-15 16,-4-4-44-16,0-9-117 15,0 0-115-15,0 0-212 16</inkml:trace>
  <inkml:trace contextRef="#ctx0" brushRef="#br0" timeOffset="60766.92">26514 13036 725 0,'0'0'217'15,"0"0"-217"-15,0 0 0 16,0 0 92-16,0 0-48 15,0 0-39-15,-4-25 5 0,33 25 6 32,8 0-10-32,7 0-2 0,10-6-4 0,4 3-2 15,-9-1-38-15,4-1-36 32,-44 2-109-32,-1-1-232 15</inkml:trace>
  <inkml:trace contextRef="#ctx0" brushRef="#br0" timeOffset="61167.07">26928 12730 401 0,'0'0'399'0,"0"0"-372"0,0 0-17 0,0 0 101 31,0 0-39-31,0 0-72 15,0 22 18-15,5 22 7 16,-1 4-13-16,8 5-8 0,-4 0 2 16,1-1-2-16,7-3-4 15,-3-6 4-15,-1-6-3 16,0-9 1-16,-3-9-1 16,-2-7 3-16,-3-9 2 15,0-3 2-15,0 0 8 16,5-9 26-16,3-16-6 15,4-6-19-15,-3-9-4 16,3-3-3-16,1-4-2 0,-5-8-6 16,5 0 1-16,-1-1-5 15,-4 13 2-15,4 9-2 16,-7 12-3-16,-5 7 1 0,4 6-40 16,0 6-52-16,-8 3-131 15,0 0-300-15</inkml:trace>
  <inkml:trace contextRef="#ctx0" brushRef="#br0" timeOffset="61420.38">27199 13076 220 0,'0'0'517'0,"0"0"-505"0,0 0-6 15,0 0 191-15,37 132-97 16,-28-89-52-16,-1 4-31 16,0-4-11-16,-4 0-4 0,-4-12-1 15,0-6-1 1,0-10 0-16,0-3 0 0,0-6-26 16,0-6-26-16,0 0-67 0,0-2-114 15,0-14-223 1</inkml:trace>
  <inkml:trace contextRef="#ctx0" brushRef="#br0" timeOffset="61752.03">27220 13100 227 0,'0'0'152'0,"0"0"-44"16,0 0-9-16,0 0 25 16,123-92 4-16,-98 92-34 15,-1 0-29-15,1 0 4 16,-4 9-25-16,-5 3-17 15,-7 7-12-15,-5-1-11 16,-4 4-4-16,-4 6-1 16,-29-7 1-16,-5 4 2 0,-3-3-2 15,5-4 3-15,11-5-1 0,4 2 3 16,17-6 3 0,4 3-8-16,0 1 2 0,0 5 15 15,25-2 10 1,15 8-7-16,6-5-3 0,8-1-10 15,-2-2-6 1,-2-4 1-16,-9-9-2 16,-8 3-22-1,-9-6-33-15,-16 0-71 0,-8 0-150 16,0 0-222-16</inkml:trace>
  <inkml:trace contextRef="#ctx0" brushRef="#br0" timeOffset="62224.51">27630 12416 685 0,'0'0'187'15,"0"0"-168"-15,0 0 42 16,0 0 41-16,0 0-55 15,0 0-29-15,0 0 9 16,37 53 17-16,-8-4-22 16,9 9-3-16,2 13-8 0,5 7 4 15,5 8-2-15,-10 3 1 16,-3 1-2-16,-8-4-1 0,-20-9-9 16,-9 0-2-16,0-13 0 15,-42-8-5-15,-23-10-15 16,-22-15-15-16,-11-6-72 15,0-13-112 1,57-12-123 0,16 0-66-16</inkml:trace>
  <inkml:trace contextRef="#ctx0" brushRef="#br0" timeOffset="65502.1">18189 13557 141 0,'0'0'74'16,"0"0"-54"-16,0 0-9 0,0 0 60 15,0 0-13 1,0 0-18-16,0 0-18 15,8 12-8-15,-8-12 9 16,8 0 14-16,-8 0 6 0,0-3 7 16,4-6-13-16,-4-1-13 15,0-2-5-15,0-7 0 16,0 4-5-16,4-10-3 16,-4 4 6-16,5-7 4 0,-1-9-5 15,-4 6 5-15,4-3-4 16,-4 0 1-16,0 4-4 15,0 5-2-15,0 4 10 16,0 8 14-16,0 4-7 0,0 6 2 16,0 3 4-16,4 0-14 15,-4 0-10-15,0 0-8 16,0 12 0-16,4 19 6 16,8 15 1-16,5 9-1 15,4 11-5-15,8 7-1 16,-1 5-1-1,9 5-1-15,8-3 0 16,0-3-1-16,4-3 2 16,-3-9-4-16,-2-10 0 15,-11-8 2-15,-4-7 0 16,-8-13-4-16,-13-11 4 16,-4-7 4-16,-4-3 0 0,0-6-2 15,0 0 3-15,0 0-1 16,0 0 2-16,0 0-1 15,0 0 1-15,0 0-6 0,0-12-16 16,0-13-31-16,0-3-39 16,-12-12-37-16,-5-12-29 15,9 30-68-15,4-6 19 16</inkml:trace>
  <inkml:trace contextRef="#ctx0" brushRef="#br0" timeOffset="66644.28">18484 11288 154 0,'0'0'35'0,"0"0"-23"0,0 0 45 16,0 0-43-16,0-108 35 0,4 89-24 15,0-2 4-15,1 2-13 16,-1-2 30-16,0 3 7 16,0-4-12-16,4 6 6 15,-4 1-6-15,1 3-14 16,-1 2 11 0,-4 1-21-16,4 0 3 15,-4 0-1-15,0 3 5 16,0-7 0-16,0 7 1 0,0 0 2 15,0 3-6-15,0 0-10 16,0 0 4-16,0 3 7 16,0 0-4-16,0 0 5 0,0 0-1 31,0 0-9-31,0 0-13 16,0 0-4-16,0 0-8 15,0 12 12-15,0 16 16 16,0 9 6-16,0 9-15 0,0 12 12 15,0 4-9-15,0 9 0 16,0 6-4 0,0 6 2-16,0 13 4 0,0 12-5 0,0 6-3 15,0 3 3-15,0-6-6 16,0-3-1-16,4 6 2 16,0-6-2-16,4 0 1 15,1-3 0-15,-1-10 0 16,-4 1-1-16,4-7 1 15,-4-3-1-15,5-5 2 0,-5-10-2 32,0-4 0-32,0-2 1 0,-1 0 1 0,1-4-2 31,5 1 2-31,-9 2-2 16,4-2 11-16,-4-6 1 15,4-4-5-15,-4-6-2 0,4-6-1 16,0 4-1-16,4-4 14 15,-3-3 1-15,3 0-9 16,-4-4-3-16,-4-2 1 16,0 0 1-16,4-3-1 0,-4-6 7 15,0-1-1-15,0-5-11 16,4 2 3-16,-4-5-2 16,4-1-3-16,-4-3 0 0,4 0 2 15,1 1-2-15,-5-7 0 16,0-1 0-16,4-2 0 15,0 0-5-15,-4 0-6 16,4 0-3-16,-4 0-7 16,0 0-15-1,0-18-45-15,4-16-18 16,-4-12-60-16,0 21-53 16,0-6-140-16</inkml:trace>
  <inkml:trace contextRef="#ctx0" brushRef="#br0" timeOffset="68692.19">18542 11042 295 0,'0'0'39'15,"0"0"-28"-15,0 0 42 16,0 0 44-16,0 0-19 15,0 0-25-15,0 0-13 16,-8-16 0-16,8 16 29 16,0 0-5-16,0 0-9 0,0 0-12 0,0 0-6 31,0 0-5-31,0 0-4 16,0 0-7-16,0 0-8 15,0 0-6-15,12 0 11 0,17 0 15 16,7 0-5-1,18 0-2-15,4-3-7 0,11 0-3 16,6 0-8-16,-2 0-2 16,6 3-5-16,-2-3 0 15,6-4-1-15,-6 7 0 16,1 0 0-16,-4-3 1 16,0 3 0-16,-4 0-1 15,3 0 0-15,2 0 0 16,-2-3 0-16,6 3 0 0,-6 0 0 0,1 0-1 15,-4 0 1 1,0 0-4-16,3 0 3 0,6 0 0 16,3 0 2-1,0 0-2-15,8 0 0 0,-7 0-4 16,-6 0 4-16,2 0-4 16,3 0 1-1,-1 0 4-15,-2 0-1 16,2 0 1-16,-6 0 0 15,-2 0-1-15,6 0 1 16,-10 0 1-16,5 0-1 0,0 0 0 16,-4 0 3-1,3 0-3-15,-2 0-2 16,-2 3 2-16,-3 0 2 0,-5 4-2 16,1-1 0-16,4-3 1 0,-1 0 1 15,2 3-2-15,-2-3 0 16,1 0-1-16,3-3 0 15,-3 0 1-15,3 0 0 16,6 0-1-16,6 0-1 31,2 0 2-31,11-3 0 0,-4 0 0 16,1 3 0-16,-1 0 0 16,5 0-1-16,-5 0 1 15,4 0 3-15,-3 0-2 16,3 0-1-16,-4 0 2 15,1 0 0-15,3 0-2 16,-4 0 1-16,5 0 2 0,-9 0-3 16,-8 0 0-16,-4 0-1 15,-8 0 1-15,3 0 2 16,-3-6 0-16,-1 3-2 16,6-3 1-16,-6 3 1 15,1-1 0-15,-4 1-1 0,3 0 0 16,5-3 1-16,0 6-1 15,0-3 0-15,-1 0 0 0,-3 3 1 16,-1 0-1 0,-3 0 1-16,-1 0-1 0,-3 0 1 15,0 0 0-15,3 0-2 16,-3 0 1-16,3 0 1 16,1-3-1-1,0 0-1-15,3-4 0 16,-3 5 0-16,-1-1 1 15,-7-4-2-15,3 4 0 16,-4-3 1-16,5 0 1 16,3 0 1-16,1 3-2 15,-1-4 2-15,1 4-1 16,0-3 1-16,-5 3 0 0,1 3-1 16,-9 0 1-16,4 0 2 0,-3 0-3 15,-1-3 2-15,4 3-1 16,1-3 3-16,-1 3 0 15,5 0 2-15,3 0-1 16,-8 0 0-16,-3 0-2 16,3 0 3-1,-8 0-3-15,9 0-1 16,-10 0 1-16,6 0 0 16,0 0-2-16,2 0-1 15,-2 0-1-15,0 0 1 16,-2 0 0-16,-7 0 0 15,1 0 2-15,-1 0 2 16,-9 0-4-16,1 0 2 0,0-3-1 16,0 3 1-16,4 0-1 15,-4 0 0-15,8 0 1 0,-4-3 1 16,-5 3-2 0,-7 0 2-16,-4 0 1 0,-13 0 3 31,-4 0 2-31,0 0 5 15,-4 0 4-15,4-4-2 16,1 4-5-16,3-2-3 0,0 2 0 16,9 0-1-16,-5 0-3 15,3 0 0-15,-6 0 1 16,-1 0-1-16,-4 0 5 16,-4 0-3-16,0 0 1 15,0 0 2-15,0 0-3 0,0 0-2 16,0 0-3-16,0 0-2 15,0 0 0-15,0 0-1 16,0 0-1-16,0 0 2 16,0 0-3-16,0 0-1 15,0 0-3-15,0 0-7 0,0 0-11 32,0 0-17-32,0 0-23 0,0 0-12 15,0 0-1 1,0 0-43-16,-4 0-125 0,-4 0-260 15</inkml:trace>
  <inkml:trace contextRef="#ctx0" brushRef="#br0" timeOffset="75657.17">19240 15844 250 0,'0'0'58'0,"0"0"-58"15,0 0-95-15,0 0 94 16,0 0-12-16,0 0 2 16,0 0-95-16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6:02:02.99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3255 16343 497 0,'0'0'0'0,"0"0"-18"16,0 0 18-16,0 0 18 31,0 0 39-31,0 0-38 16,0 0-13-16,0 0 6 0,-25-6 4 15,21 6 23 1,4 0-3-16,-9 0-11 0,1 0-10 16,0 3 0-16,1 12-10 15,-6 4-1-15,1 12-1 16,4 3-2-16,-1 0 5 0,5-1-5 31,4-5 0-31,0-9-1 16,0 0-2-16,4-14-6 0,13-5 6 15,-5 0 1-15,4 0 1 16,0-18 38-16,1-16 3 16,4 0-16-16,-9-3 0 15,-4 6 7-15,-8 7-4 0,0 8 36 16,0 4-26-16,0 3-8 15,-12 2-11-15,4 7-19 16,-1-3-3-16,1 3-33 16,0 0-42-16,4 0-70 15,4 0-97-15,0 0-185 16</inkml:trace>
  <inkml:trace contextRef="#ctx0" brushRef="#br0" timeOffset="633.5">3554 15289 511 0,'0'0'143'0,"0"0"-143"15,0 0-62-15,0 0 62 0,0 0 6 16,0 0-6-16,-33 6 0 15,21 28 9-15,4 3-9 16,-1 0 8 0,5 3-6-16,4-12 7 0,0-4-8 15,0-8-1-15,0-7 0 16,4-9 1-16,5 0 0 0,-1 0 21 16,8-15 16-16,-7-13 3 15,-5-9-12-15,0 0-20 16,-4 6 8-16,0 10 3 15,0 2 9-15,0 7-7 16,-8 9 2-16,-1 3-24 16,5 0-24-1,-4 3-50-15,0 28-2 16,8-16-91-16,0 10-159 0</inkml:trace>
  <inkml:trace contextRef="#ctx0" brushRef="#br0" timeOffset="1218.04">4035 16294 522 0,'0'0'49'16,"0"0"-49"-16,0 0 0 15,0 0 35-15,0 0 21 16,0 0-13-16,0-74-6 16,0 71-2-16,0 3 12 15,-12 0 13-15,-1 0-38 16,-3 0-22-16,-1 3 14 0,-8 22-13 0,5-1 3 16,0 4 7-16,-1 0-4 15,13-1-5-15,0-5-2 31,8-3 0-31,0-1 0 0,0-3-5 16,8-5 4-16,4-7 1 16,1-3 4-16,-1 0 3 15,4-3 3-15,-4-15 4 16,-4-5-4-16,1-1-2 16,-9-7 7-16,0 10-8 15,0-4-6 1,0 7-1-16,-4 8-32 0,-5 1-17 15,5 6-18-15,0 3-43 16,4 0-110-16,0 0-68 0</inkml:trace>
  <inkml:trace contextRef="#ctx0" brushRef="#br0" timeOffset="1898.66">5537 15668 149 0,'0'0'439'15,"0"0"-407"-15,0 0-27 16,0 0 57-16,0 0 94 15,0 0-74-15,-41-105-38 16,21 96 0-16,-5 0-24 0,0 9 8 0,-8 0-3 16,1 0-7-1,-5 0-12-15,-4 24 10 16,-5 16-7-16,6 13-6 16,-2 9-1-16,13 12-1 0,17 3 2 15,8-3-2-15,4-3-1 31,12-7 0-31,26-5-9 16,19-13 9-16,4-12 2 0,10-9-2 16,-6-13-25-16,-3-9 25 15,-5-3-11-15,1 0-86 16,-13-6-20-16,-33-6-72 16,-7-7-129-16</inkml:trace>
  <inkml:trace contextRef="#ctx0" brushRef="#br0" timeOffset="2306.98">5857 16032 127 0,'0'0'561'0,"0"0"-561"0,0 0 37 15,0 0-21-15,0 0 116 16,0 0-70-1,13-12-46-15,-13 12-16 16,4 0-3-16,-4 9 3 0,8 16 7 16,-4 8-2-16,4 10 1 15,5 7 0-15,3 6 0 0,5 2-1 16,3 3-5-16,-4 4 0 16,1 0 0-16,0-9 2 15,-13-1-1-15,-4-8-1 16,-4-11 2-16,-8-5 1 15,-21-3 4-15,-16-16 19 16,-4-3 39-16,-13-9-18 0,1 0-31 16,-5-6 6-16,9-21 2 15,11-13-19-15,9-1-5 0,17-11-2 16,11-4-41-16,9 1-33 16,9-4-29-1,11 38-110-15,5 5-187 16</inkml:trace>
  <inkml:trace contextRef="#ctx0" brushRef="#br0" timeOffset="2757.01">5903 15696 196 0,'0'0'0'0,"0"0"-31"15,0 0 31-15,0 0 56 0,0 0 61 32,0 0-43-32,0-52-29 15,0 48 52-15,-4 1 23 16,-1-3-2-16,1 6-49 0,0 0-40 15,-8 0-10-15,-1 0-19 16,-3 13 0-16,-1 14 8 16,2 10-8-16,2-3 0 15,9-6-1-15,4-4-6 0,0-8 4 16,0-7-3 0,0-6 5-16,8-3 1 15,8 0 11-15,-4-28 9 16,5-8 9-16,-5-7-14 15,-3-1-11-15,-9 10 3 16,0 4-6-16,0 11 2 16,-21 4-3-16,4 11-18 15,5 4-40-15,1 0-77 0,6 13-162 16,5 2-178 0</inkml:trace>
  <inkml:trace contextRef="#ctx0" brushRef="#br0" timeOffset="3527.73">6683 15945 643 0,'0'0'86'16,"0"0"-82"-16,0 0-4 15,0 0 83-15,0 0 11 16,0 0-59-16,0 0-26 0,-50-12-8 16,50 12 3-16,0 0 9 15,0 0-2-15,13 0-6 16,12 0 5-16,11 0 21 16,13 0 5-16,5 0-14 15,3 0-4 1,-3 0-10-16,-5 0-5 15,0 7-3-15,-12-2 3 16,-4 2-2-16,-8-1-1 16,-10 0-3-16,2 0-11 15,-5-3-18-15,-3 0-2 16,-5 7-29-16,0-7-68 16,-4 0-55-16,0 0-104 0</inkml:trace>
  <inkml:trace contextRef="#ctx0" brushRef="#br0" timeOffset="3827.77">6732 16251 713 0,'0'0'188'16,"0"0"-188"-16,0 0-43 15,0 0 43-15,0 0 25 16,0 0-13-16,8 15 5 15,33-15 12-15,12 0-6 16,17 0-3 0,4-9-1-16,12-3 0 15,4-4 2-15,-7 4-2 16,-14 6-11-16,-11 3-6 16,-25 3-2-16,-13 0-1 15,-12 0-2-15,-8 0-18 0,0 0-25 16,0 0-58-1,-12 0-31-15,-8 0-263 0</inkml:trace>
  <inkml:trace contextRef="#ctx0" brushRef="#br0" timeOffset="12587.99">8428 15551 501 0,'0'0'234'16,"0"0"-234"-16,0 0-114 0,0 0 114 15,0 0 42-15,0 0 6 0,0 0-33 16,0 0-15-16,-9-61 5 16,9 57 2-16,0 1 32 15,0 3 4-15,0 0-15 16,0 0-10-16,0 0-4 16,0 0 5-16,0 0-9 15,0 0-10 1,0 0 0-16,-4 0-12 15,-8 12 12-15,-1 16 13 16,-3 6-3-16,-9 16 14 16,4 8-13-16,-8 10-1 15,6 6 4-15,2 0-5 16,5-12-6-16,-1-10 5 16,9-12-7-16,4-6 0 0,4-6 1 15,0-10 2-15,0-8-4 16,0-8 0-16,0 1-1 0,0-3 2 15,0 0-1-15,0 0 13 16,0 0-1-16,0-12 12 16,0-16-1-1,0-11-14 1,12-11-8-16,0-8-1 0,1-7 0 16,-1-3 2-16,1-3-2 15,-9 3 0-15,0 6-2 16,3 10 2-16,-3 6 1 15,0 9-1-15,5 6 0 16,-5 3 0-16,8 10 0 16,1 0-2-16,-9 5 1 0,4 7 0 15,-4 3 0-15,-4 3 0 16,0 0 0-16,4 0-4 16,5 0-1-16,3 15-7 15,13 25 12-15,0 13 1 16,7 8 1-16,1 7 3 0,0 6-2 15,-4-6 0-15,-1 3-1 16,0-3 5-16,-3-7-6 16,-4-2 1-16,0-10 1 0,-5-6-1 15,-3-3 1-15,-1-9-2 16,-5-9 2-16,1-7-1 16,-3-2 0-16,-1-7-1 31,0-3 0-31,-4 0 0 0,0-3-22 15,0 0-69-15,0 0-122 16,0 0-211-16</inkml:trace>
  <inkml:trace contextRef="#ctx0" brushRef="#br0" timeOffset="12803.29">8243 15989 964 0,'0'0'100'0,"0"0"-100"16,0 0-68 0,0 0 64-16,0 0 4 0,0 0 9 15,0 0-5-15,164-96-3 16,-99 87-1 0,-7 6-1-16,-9 3 0 15,-12 0-59-15,-37 0-268 0,0 0-199 16</inkml:trace>
  <inkml:trace contextRef="#ctx0" brushRef="#br0" timeOffset="13019.47">8990 15955 945 0,'0'0'130'0,"0"0"-130"16,0 0-366-16,0 0 366 16,0 0 120-16,0 0-68 15,28-19-52-15,-28 16-73 16,0-3-180-16,0 6-31 31</inkml:trace>
  <inkml:trace contextRef="#ctx0" brushRef="#br0" timeOffset="19432.32">9913 15533 404 0,'0'0'239'0,"0"0"-239"15,0 0-73-15,-25-118 73 16,18 94 106-16,-6-1-35 16,1 10-40-16,4-4-11 0,-9 4 9 0,5 2 3 15,-5 1 18 1,-3 3-33-16,3-1-13 15,-8 7 13-15,6 3-9 16,-6 0-8-16,-8 0-12 0,4 0 10 31,-13 22 2-31,6 9-6 16,-1 9 6-16,0 6 5 0,4 10-5 16,9 8 1-16,12-2-3 15,3-6 0-15,9-7 2 16,0-9-3-16,0-13-8 15,13-8 11-15,3-10 0 16,-3-6 2-16,2-3 5 0,10 0 1 16,0-12 3-16,4-15 6 15,4-10-8-15,-1-10 1 16,-3 4 1-16,-4-3-7 16,-9 2 1-16,1 1 3 15,-5 7-4-15,-8 5 6 16,0 6-4-16,5 13 7 15,-9 3-7 1,0 6-3-16,0 3-3 0,0 0-1 16,0 0-2-1,4 0-4-15,0 9-9 16,4 15 16-16,4 14-1 16,0 5 2-16,-4 6 0 0,0 9 4 15,-3 4-3-15,3 3 4 16,-4 2-5-16,0-5-2 0,-4-3 2 15,0-4 1-15,0-12 0 16,0-2-2-16,0-8 0 16,0-8 9-16,0-10-8 15,0-5 4-15,0-7 5 16,0-3 0-16,0 0 2 16,4 0 10-1,0 0 6-15,1-15 16 16,7-16-3-16,4-12-16 15,5-7-12-15,3-2-6 16,9-1 0-16,-4 4-4 16,4-4-3-16,-4 7 4 15,-1 6-3-15,1 7 0 16,-13 8-1-16,-3 9 1 0,-9 10-5 0,0 3 3 16,-4 3-19-16,0 0-18 15,0 0-49 1,0 0-85-16,0 0-265 15</inkml:trace>
  <inkml:trace contextRef="#ctx0" brushRef="#br0" timeOffset="19949.59">10422 15258 402 0,'0'0'97'0,"0"0"-84"0,0 0 75 16,0 0 31-16,0 0-4 0,0 0-47 15,-8-104-23-15,0 97-3 16,4 4-8-16,-5 3-4 16,1-3-16-16,0 3-13 15,-4 0-1-15,-5 0 2 16,-12 13 2-16,1 17 2 16,-9 11 0-1,4 11 0-15,4 9-4 16,9 13 0-16,8 0 0 15,8-3 0-15,4-3-4 16,0-13 1-16,19-11 1 16,19-10 3-16,-1-10 0 15,4-8 1-15,4-13 2 16,-4-3-1-16,4 0 2 0,-3 0 2 16,-6-22-8-16,-7 1-1 15,-8-1-35-15,-17-3-48 16,-4 4-72-16,0 11-136 0,-17 1-114 15</inkml:trace>
  <inkml:trace contextRef="#ctx0" brushRef="#br0" timeOffset="20165.98">10143 15563 556 0,'0'0'284'15,"0"0"-258"-15,0 0-13 16,0 0 18-16,0 0 23 15,0 0-54 1,-16-27 9-16,41 17-9 16,11-2 3-16,5 0 0 15,5 3-1-15,-2-1-1 16,-3 1-1-16,-3 3-4 16,-9 3-64-16,-5 3-150 15,-24 0-100-15</inkml:trace>
  <inkml:trace contextRef="#ctx0" brushRef="#br0" timeOffset="20754.91">10722 15616 44 0,'0'0'437'15,"0"0"-437"-15,0 0 13 16,0 0-13-16,0 0 93 0,0 0-13 16,0 0-28-16,13 3 1 15,-13-3-17-15,0 0 21 16,0 0 20-1,0 0-21-15,0 0-17 0,0 0-19 0,-21 9-16 16,-8 0-2-16,-4 4 2 16,0 2 6-1,1 0-2-15,3-5-1 16,12 2-2-16,9-6-1 16,4-3-4-16,4 1-5 15,0-4-6-15,0 5 2 16,16 2 9-16,9 2 1 15,16-3 1-15,4 7-1 16,0-7 2-16,1 3 0 0,-6 3-3 16,-11 0 0-16,-8 1-1 15,-17-1-1-15,0 3-1 16,-4-2-3-16,0 2 6 16,-25 4 4-16,-12 2 6 0,-11-2-5 15,-6-4 5 1,0-2-5-1,5-7 3-15,8-6 0 16,8 0-1-16,12 0-7 0,13-10-9 16,8-8-29-16,0-7-69 15,37-5-133-15,-12 17-93 16</inkml:trace>
  <inkml:trace contextRef="#ctx0" brushRef="#br0" timeOffset="21410.22">11132 15243 539 0,'0'0'0'0,"0"0"33"0,0 0-31 15,0 0 109-15,0 0-16 16,0 0-51-16,-12-18-21 16,8 18-4-1,0 0-5 1,0 0-1-16,0 21-5 0,-5 16 4 16,5 3-6-16,4 6 5 15,0 7-9-15,0-1 4 0,0-3-5 16,0-6-1-1,0-5 3-15,0-8-3 0,0-8 4 16,0-3-2-16,0-10 0 16,0-3-1-16,0-6 1 15,0 0 1-15,0 0-3 16,-8-15-46-16,0-13-23 16,-9-10 69-16,2-2 0 15,2-6 3-15,-3-6-3 16,7 3 0-1,5-1 1-15,4 10 2 0,0 6 3 16,0 9 12 0,0 7-3-16,0 9 11 0,0 3-4 15,0 3-9 1,0 3 5-16,8 0-12 0,-3 0-1 16,11 0-5-16,8 24 2 15,5 7-1-15,12 3 6 0,-4 6-6 16,4 3 7-16,0-2-5 15,-4-1-3-15,0-7 3 16,-4-5-3-16,-13-3 1 16,1-7 2-16,-9-5-2 15,-3-4-2-15,-9-6 0 16,4-3-13-16,-4 0-89 0,0 0-53 31,0 0-56-31,0-6-64 16</inkml:trace>
  <inkml:trace contextRef="#ctx0" brushRef="#br0" timeOffset="21680.39">11354 15190 240 0,'0'0'242'16,"0"0"-213"-16,-20-123-8 16,20 108 95-16,0 11 19 15,0 1-39-15,-4 3-32 16,4 0-40-16,-4 0-24 15,0 25 0-15,4 15 2 16,-5 7 3-16,5 5 0 0,0 4-1 16,0 5 3-16,0 1-6 15,0 2 3-15,0-5-2 16,0-7-2-16,9-8 0 0,-1-14-1 16,-5-11 1-1,1-4-11-15,-4-15-117 0,4 0-174 31</inkml:trace>
  <inkml:trace contextRef="#ctx0" brushRef="#br0" timeOffset="22197.53">11711 15468 138 0,'0'0'559'0,"0"0"-559"16,0 0-104-16,0 0 104 15,0 0 152-15,0 0-88 16,0 0-47 0,13-9-14-16,-13 36 7 15,0 13 6-15,-21 3 2 16,9 4-4-16,3-1 1 15,1-9-13-15,4-9 3 16,4-7 0-16,-4-11-3 16,4-5-2-16,0-5 0 0,0 0 2 15,0 0 23-15,0-27 17 16,0-7-24-16,8-12-11 0,0-1-5 16,5-1-4-1,-9-5 1-15,4 7-1 0,0 3 2 16,5 8-7-16,-1 17 4 15,-8 9 3-15,5 9 0 16,-5 0-1-16,0 0-7 0,11 22 5 16,6 11 3-16,4 5 6 15,8 2 0-15,-4-7 3 16,7 7-7-16,1-6 0 16,-4-3-2-16,-4-6 4 15,-4-3-4-15,-13-7-18 16,-7-3-76-1,-5-12-253-15,0 0-109 16</inkml:trace>
  <inkml:trace contextRef="#ctx0" brushRef="#br0" timeOffset="22397.34">11707 15644 607 0,'0'0'521'0,"0"0"-521"16,0 0-44-16,0 0 44 15,0 0 21 1,0 0-11-16,78-47-8 0,-29 32 0 16,9 2-2-16,-5-2-1 15,1 6-5-15,-13 2-91 16,-13 5-125 0,-28 2-109-16,0 0 8 15</inkml:trace>
  <inkml:trace contextRef="#ctx0" brushRef="#br0" timeOffset="22930.67">12253 15320 499 0,'0'0'215'0,"0"0"-203"0,0 0-11 16,0 0 148-1,0 0-69-15,0 0-29 16,16-43-36-16,-16 43-15 15,0 18-2-15,0 13 2 0,0 9 12 16,0 9 3-16,-12 7-6 16,4 2-3-16,4 1-2 0,-1-7 1 15,5-8-4 1,0-8 0-16,0-14 1 0,-4-6 0 16,4-7-1-16,0-6-2 15,0-3-2-15,0-7-24 16,0-20-51-1,-8-10-40-15,4-6 26 16,-4-6 64-16,-4-7 0 0,0-2-5 16,4-4 23-16,3 10 10 15,5 8 11-15,0 13 32 0,0 13 23 16,0 12-3 0,0 3 1-16,0 3 0 15,5 0-33-15,11 6-26 16,4 15-5-16,9 7 11 15,8 9-2-15,4 6 4 16,8 0-4-16,0 4-2 16,1-7 3-16,-1-6-8 15,-4-1 0-15,-4 2-2 0,-7-11 3 16,-11-2-1 0,-6-7-2-1,-13-5-12-15,0-7-62 0,-4-3-163 16,0 0-117-16</inkml:trace>
  <inkml:trace contextRef="#ctx0" brushRef="#br0" timeOffset="23227.72">12615 15126 946 0,'0'0'101'15,"0"0"-101"-15,0 0 0 16,0 0 5-16,0 0-5 0,0 0 2 16,0 0-2-16,-13 92 10 15,21-37-4-15,-3 16 6 16,3 4-3-16,4-1 6 16,-8 2-12-16,4-8 0 0,0-6-3 15,-4-13 0-15,0-9 4 16,0-12-8-1,0-10 4 1,1-14-14-16,-5-4-185 0,0 0-186 16</inkml:trace>
  <inkml:trace contextRef="#ctx0" brushRef="#br0" timeOffset="23581.3">12856 15483 648 0,'0'0'0'16,"0"0"27"-16,0 0 16 15,0 0 120-15,0 0-63 16,0 0-34-16,0-37-33 15,0 37-22-15,0 0-1 16,0 0-10-16,0 19 2 0,0 18 0 16,0 6 4-16,0 0-2 15,5 3-1-15,3 0-3 0,-4-6 0 16,4-2 0-16,-4-10 1 16,1-7-1-1,-1-9 0-15,-4-6-2 0,0-6-25 16,0 0-100-16,0-9-76 15,0-9-134-15</inkml:trace>
  <inkml:trace contextRef="#ctx0" brushRef="#br0" timeOffset="23862.93">12848 15391 146 0,'0'0'752'15,"0"0"-695"-15,0 0-57 16,0 0 0-1,0 0 3-15,0 0-2 16,0 0 3-16,94 43 0 16,-48-9-3-16,7 0 3 15,4 6 4-15,-11-6 0 16,-9-1 2-16,-12-2-7 16,-13-3 2-16,-12 0-1 0,0-4 9 15,-20-2-6-15,-22-1 16 16,-16 4-10-16,-19-3-12 15,-38-3-1-15,-1-10-2 16,10-6-26-16,16-3-108 16,86 0-76-16,4 0-162 15</inkml:trace>
  <inkml:trace contextRef="#ctx0" brushRef="#br0" timeOffset="29709.77">9511 16208 244 0,'0'0'67'0,"0"0"-65"15,0 0 0-15,0 0 65 16,0 0 26-16,0 0-31 16,0 0-15-16,0 0-14 0,-17 0 7 15,17 0 0-15,0 0 0 16,0 0 3-16,0 0 3 15,0 0-3-15,0 0 0 16,0 0-13-16,0 0-1 0,0 0-4 16,0 0-13-16,0 0 3 15,0 0-5-15,0-3-5 16,0 3 7-16,13 0 2 16,3 0 6-16,5 0 5 0,8-4 3 15,-1 4-4-15,5-3-10 16,4 0-3-16,0 3 5 15,-5 0-12-15,10 0 4 16,-5 0-6-16,0 0 0 16,-1 0-1-16,6 0 3 15,-1 0-4 1,9 0 4-16,6 0-4 16,6 0 3-16,3 0-3 15,6-3 1-15,-2 3 0 16,-7 0-1-16,-8-3 0 15,-2 3 0-15,-6-3 1 0,-5 3 0 16,-5 0-1-16,6 0 0 16,-5-3 0-16,7-6 0 15,2 3 1-15,-1-7 2 16,12 7-3-16,1 3 0 0,4-3-2 16,-1 0 4-16,-11 6-1 15,-1-7-1-15,-8 7 0 16,-8 0 0-16,0 0 1 15,4-2-1 1,-9-1 0-16,5-1 1 16,4-2-1-16,-4 6 0 15,8-3 1-15,-4 0-1 16,0 3 0-16,-4 0 0 16,3 0-1-16,-3 0 1 15,9 0-1-15,-5 0 0 16,3 0 2-16,-7 0-3 0,0-3 4 15,9 0-2-15,-6 3 0 16,9 0 0-16,1 0 0 16,-10-3 0-16,5 0 0 15,-8 3 0-15,0 0 1 0,-4 0-1 16,3 0 0-16,-3 0 0 16,4-4 2-16,5 1-2 0,2-3 0 31,5 6 1-31,1-3-1 15,-2 3 0-15,2 0 0 16,-1-3 0-16,4 3 1 16,-4-6 0-16,9 3 0 15,-5 0-2-15,0-4 4 16,5 2-3-16,-9 1 0 0,4-2 1 16,-8 0-1-16,0 3 0 15,-4 0 0-15,-4 3 1 16,-12-3-1-16,-1 3 0 0,-7 0 0 15,-1 0 1-15,-4 0-1 16,4 0 0-16,-4 0 1 16,5 0-1-16,-5-3 0 15,8 0 0-15,-3-1 2 0,3 4 0 16,-7 0 0 0,-9 0-2-16,0 0 3 15,0 0-6-15,-9 0-2 16,-28 0-34-16,16 0-90 0,-15 0-248 15</inkml:trace>
  <inkml:trace contextRef="#ctx0" brushRef="#br0" timeOffset="30952.99">9696 16624 181 0,'0'0'642'16,"0"0"-642"-16,0 0-80 16,0 0 80-16,0 0 97 0,0 0-27 15,-13-31-43-15,30 22-22 16,4-7 0-16,11 1 6 15,9 3 11-15,0-4 3 16,8 4-5-16,1 3-1 16,-9 6 0-16,-4 3-11 0,-9 0-6 31,-7 0-1-31,-5 9-1 16,-8 9 0-16,-3 3-3 0,-5 7 2 0,0 0-2 15,0 10 1-15,-5 1-1 16,-28 8 3-16,-7-1 10 15,-14 3-10 1,-8-3 8-16,1 0-6 0,-5-2 10 16,9-13-8-16,16-10 2 15,16-6 1-15,13-8 0 16,12-4 0-16,0 0-7 16,0-3 0-16,0 0-6 15,8 0 5 1,21 3 1-16,12-3 8 15,12 0 3-15,9 0-4 16,3 0 2-16,10 0-5 16,2-3 8-16,-2-10-1 15,-14 1 4-15,-4 0 0 16,-24 6-9-16,-12 0-5 0,-13 2 1 16,-3 4-2-16,-5 0 3 15,0 0-1-15,0 0-2 0,0 0-9 16,0 0-17-16,0 0-35 0,0 0-81 15,0 0-249-15</inkml:trace>
  <inkml:trace contextRef="#ctx0" brushRef="#br0" timeOffset="31471.71">10820 16331 823 0,'0'0'52'0,"0"0"-52"15,0 0 0-15,0 0 18 16,0 0 37-16,0 0-43 16,-33 12-4-16,1 19 0 15,-5 9 5-15,-4 9 18 0,-1 7 14 31,2 12-16-31,7 3-11 16,12 0-4-16,5-1 3 0,12-5-2 16,4-6-1-1,0-1-14-15,16-12 3 0,13-5-3 16,0-11 2-16,7-8 1 16,-7-4-3-16,0-5 2 15,-4-7-2-15,-4-3 0 0,-1-3 0 16,4 0-19-16,-3 0-72 15,3-12-67-15,-19 0-156 16,-5 2-286-16</inkml:trace>
  <inkml:trace contextRef="#ctx0" brushRef="#br0" timeOffset="32121.81">10964 16636 885 0,'0'0'60'0,"0"0"-60"0,0 0 0 31,0 0 43-31,0 0-5 16,0 0-37-16,-25 62 1 16,13-16 3-16,-1 7 1 15,1-7 0-15,5 0 7 0,-2-6 3 16,5-9-10-16,0-10-3 15,4-8-2-15,0-4 3 16,0-9-4-16,0 0 0 0,0 0 0 16,0-3 3-16,0-22 2 15,0-9 15-15,0-9-12 16,0-6-4-16,0-1-3 16,0 4-1-16,0 9-3 15,0 7 0-15,4 14 3 16,5 7 0-1,-5 3 1-15,-4 6 4 16,0 0-1-16,4 0-1 16,11 9-4-16,6 18 1 15,8 17 0-15,4 5 3 16,0-3 1-16,-1 4-3 16,-3-7 1-16,-4-6-1 0,-4-6 0 15,-5-7-1-15,-8-8 0 16,1-7 1-16,-9-6-1 0,4-3 0 15,-4 0 6 1,0-12 2-16,0-16 19 0,0-6 9 16,0-12-25-16,0-7-2 15,0-11-2-15,-4-11-2 16,4 2-4 0,-4 8-1-16,4 21 0 15,0 14 0-15,0 21 1 0,0 5 7 16,0 4-8-16,0 0-2 0,0 0-4 15,0 19-27 1,0 15-36-16,0-16-60 16,0-2-316-16</inkml:trace>
  <inkml:trace contextRef="#ctx0" brushRef="#br0" timeOffset="32585.9">11370 16845 709 0,'0'0'265'0,"0"0"-265"31,0 0 0-31,0 0 6 16,0 0 24-16,0 0-23 15,0 0 3-15,-8 124 4 16,-4-78-6-16,3-3 9 0,2-6 7 15,-1-6-8-15,4-12-2 16,4-10-6-16,0-6-1 16,0-3-5-16,0 0-1 15,0-19 2-15,0-17 4 16,4-17 10-16,11 1-17 16,-2-10-2-16,-5 10 0 15,0 2-13-15,0 7 3 0,-3 15 9 16,-1 13 1-16,-4 6 4 15,4 9 5-15,-4 0 11 0,0 0 9 16,4 12-27-16,4 16-3 16,5 12-5-16,11 3 7 15,-7 0 2 1,4 0 4-16,2-3-5 16,-6-5 0-16,0-2 0 15,-1-8 0-15,-8-10-2 16,-4-5-23-16,-4-4-30 15,0-6-55-15,0 0-137 16,0 0-79-16</inkml:trace>
  <inkml:trace contextRef="#ctx0" brushRef="#br0" timeOffset="32793.89">11309 17018 755 0,'0'0'227'0,"0"0"-227"16,0 0 6-16,0 0 4 0,0 0 14 15,0 0-23-15,78-37 16 32,-12 16-6-32,7 2-3 0,2-6-1 15,-2 10-7-15,-15 0-4 0,-9 6-25 16,-16 2-47-16,-4 1-104 16,-29 3-109-16,0 0 3 15</inkml:trace>
  <inkml:trace contextRef="#ctx0" brushRef="#br0" timeOffset="33054.94">11855 16608 342 0,'0'0'181'0,"0"0"-149"16,0 0 5-16,0 0 91 16,0 0-11-16,0 0-9 15,0 0-74-15,0 31-30 16,0 16 11-16,0 5 9 15,0-3 3 1,0 4-8-16,0-10 2 16,0-3-16-16,0-7-2 15,0-8 1-15,0-3-4 16,0-7-4-16,0-9 3 16,0-6-41-16,0 0-169 0,0-2-103 15,-4-14-99 1</inkml:trace>
  <inkml:trace contextRef="#ctx0" brushRef="#br0" timeOffset="33255.65">11699 16824 937 0,'0'0'107'16,"0"0"-107"-16,0 0 0 16,0 0 1-16,0 0 12 15,0 0-5-15,86-27-4 16,-28 17-1-16,12-5 3 15,3 5-5-15,5-5 3 0,-8 6-4 16,-12 2 0 0,-10 5-5-16,-19-1-86 15,-29 3-154 1,0 0-116-16</inkml:trace>
  <inkml:trace contextRef="#ctx0" brushRef="#br0" timeOffset="33727.68">12368 16547 684 0,'0'0'271'0,"0"0"-271"16,0 0 5-16,0 0-5 16,0 0 17-16,0 0-14 15,0 83-3-15,0-31 3 0,0 1-1 31,0-4 0-31,0-6 1 0,0-6 4 16,0-9-7-16,0-9 0 0,0-7 0 0,0-9 0 16,0-3-1-1,0 0-12-15,0-18-63 0,0-17-5 16,0-5-55 0,-9-3 59-16,2-16 66 15,3 4 11-15,4 3-4 16,0 5 1-16,0 19 3 15,0 13 43-15,0 9 25 16,0 6 17-16,4 0 36 16,-1 0-12-16,10 16-79 15,7 14-27-15,9 14-3 0,8-4 10 16,5 0-3 0,2 3 6-1,6-6-10-15,-5-6-1 16,0-3 0-16,-8-10-2 15,-12-3 1-15,-5-12-3 0,-7-3-13 16,-1 0-56-16,-9 0-74 16,-3-12-113-16,0 0-115 15</inkml:trace>
  <inkml:trace contextRef="#ctx0" brushRef="#br0" timeOffset="33975.65">12688 16374 1046 0,'0'0'75'0,"0"0"-75"16,0 0-18-16,0 0 18 15,-25 105 6-15,25-43-5 16,0 2 2-16,0 1 3 16,13-6 0-1,-1-7 2-15,0-3-7 16,5-11 1-16,-5-8-2 15,1-5-1-15,-5-13-3 16,-4-3-74-16,-4-9-132 16,0 0-269-16</inkml:trace>
  <inkml:trace contextRef="#ctx0" brushRef="#br0" timeOffset="34248.75">12910 16679 1034 0,'0'0'0'0,"0"0"-8"15,0 0-34 1,0 0 42 0,0 0 4-16,0 0 6 15,21 139-6-15,-10-93 3 0,-2 1-2 16,-1 2 2-16,4-9 0 15,-8-9-7-15,0-7 0 16,1-11-8-16,-5-7 8 16,0-6-2-16,0-3-206 0,0-16-36 15,0-2 13-15</inkml:trace>
  <inkml:trace contextRef="#ctx0" brushRef="#br0" timeOffset="34518.05">12927 16645 715 0,'0'0'89'0,"0"0"-84"16,0 0 10-16,0 0 97 15,0 0-92-15,0 0-9 16,114 71 3-16,-73-40-3 16,0 0-3-16,-12 0-2 15,-8 3 5-15,-5-4-5 0,-16-2-1 16,0 0-3-16,0-3 2 0,-25-1-3 15,-12 1 9 1,-15-6 4-16,-6-10-2 0,8-9-7 16,6 0-5-16,15-4 0 15,16-20-1-15,13 5-95 16,0 7-145-16,9 3-226 16</inkml:trace>
  <inkml:trace contextRef="#ctx0" brushRef="#br0" timeOffset="34939.55">13131 16174 669 0,'0'0'144'0,"0"0"-142"16,0 0 32-16,0 0 100 15,0 0-71-15,0 0-63 16,-8 3-6-16,41 40 6 15,17 9 0 1,15 16 14-16,5 10-8 16,4 14 10-16,-17 6-8 15,-15 1 8-15,-27-4 2 16,-15-5-7-16,0-7-3 16,-32-15-1-16,-21-9 1 0,-18-13-8 15,-6-15-8-15,-1-19 6 16,45-12-94-16,4-3-510 15</inkml:trace>
  <inkml:trace contextRef="#ctx0" brushRef="#br0" timeOffset="36604.33">8953 16911 182 0,'0'0'81'16,"0"0"-81"-16,0 0-47 16,0 0 47-1,0 0 41-15,0 0-22 16,0 0-6-16,-83-34 14 16,76 27 5-16,7-2 39 0,-4 3-14 15,4 6 3-15,0-6-3 16,0 2 7-16,0 2-5 15,0-4-32-15,0-1-3 16,0 7 39-16,0 0-3 0,0 0-20 16,0 0 6-16,0 0-7 15,0 0-11-15,0 0-7 16,0 0-3-16,0 0-9 16,0 3-9-16,15 22-2 15,14 6 2-15,8 12 4 16,5 9 3-16,2 7-2 0,6 6-4 31,-5-4 5-31,4-2-6 0,-4 0 1 16,-3-7-1-16,-9-12 2 15,-10-6-1-15,-10-6 2 16,-5-16-3-16,-4 0 3 16,0-5-3-16,-4-7 0 15,0 0 2-15,0 0-2 0,0 0-4 16,0-10-27-16,-4-15-20 15,-12-8-87-15,-1-13-40 16,6 21-50-16,3-3-63 16</inkml:trace>
  <inkml:trace contextRef="#ctx0" brushRef="#br0" timeOffset="37447.58">8895 15008 239 0,'0'0'68'15,"0"0"-49"-15,0 0 4 16,0 0 65-16,0 0-4 16,0 0-26-16,0 0-16 0,0-39 0 15,0 39 1 1,0-4-4-16,0 4 12 0,0 0 2 15,0 0-14-15,0-3-9 16,0 3-3-16,0 0-9 16,0 0-7-16,0 0-6 0,0 0-5 15,0 0 1-15,0 0 0 16,4 0-1-16,-4 0-2 16,4 19-3-16,0 12-7 15,0 9 12-15,5 12 14 16,-1 10-6-16,4 12-4 15,1 12 0-15,-1 19 0 16,1 9-4-16,-1 12 4 16,0 13 1-1,4 0-4-15,4 6 0 16,5-7-1-16,0 1 0 16,4-6 0-16,-4-17 0 15,-1-10 3-15,0-20-3 0,-3-12 3 16,0-9-1-16,-5-10 0 15,-3-9-1-15,-5-15 4 16,-8-6-3-16,8-13-2 16,-8-6 4-16,0-6-2 0,0 0-1 15,0 0 4-15,0 0-1 32,0-6 6-32,0-19-10 15,0 1-23-15,0-4-63 16,0 0-59-16,0 16-74 0,-8 3-68 15</inkml:trace>
  <inkml:trace contextRef="#ctx0" brushRef="#br0" timeOffset="39012.08">8924 14937 356 0,'0'0'72'0,"0"0"-69"31,0 0 16-31,0 0 52 16,0 0-2-16,0 0-19 0,0 0-10 15,-13-36 7-15,13 36 23 16,0 0 2-16,0 0-32 15,0 0-15-15,0 0-12 0,0 0 4 16,0 0-7 0,0 0 0-16,0 0-7 15,0 0 2-15,0 0-1 0,4 0-4 16,17 0 2-16,8 0 0 16,4 0 7-16,12 6 7 15,8 0-6-15,5 0 3 0,7-3-10 16,2-3 5-1,6 0-1-15,10 0-6 0,15-3 11 16,4-15-11 0,5 2 6-16,0 4-2 15,-9 0-5-15,-12-1-2 16,-3 7 2-16,-10 0 1 16,-3 0 0-16,0 3-1 15,-4-1 0-15,-1 1-2 16,9-3 5-16,8 6-3 15,1-6 1-15,7 6 2 0,-4 0 0 16,0 0 2-16,-8 0-4 16,-4 0 1-16,-8 0-2 15,-9 0 3-15,1 0-2 16,3 0-1-16,-3 0 1 16,7 0 0-16,-7 0-1 15,4 0 1-15,-1 0 0 0,5 0-2 16,-1 0-1-16,1 0 2 0,3 0 0 15,-2-6 1-15,2 3-1 32,5 0 0-32,-4-6 0 15,-4 2 0-15,4 1 0 16,-5 0 0-16,5 0 1 16,-5 3-1-16,2 0 2 0,-11-1-2 15,2 4 0-15,-8 0 0 16,-6 0 1-16,-6 0 1 15,-1 0-2-15,0 0 1 16,-1 0-1-16,-3 0 1 0,4 0 3 16,4 0 4-1,8 0-2-15,1 0 0 0,3 0 2 16,0 0-2-16,5 0-1 16,-5-2 3-16,1 2-7 15,-5-3 1-15,-4 3-2 16,-4 0 1-16,1 0 3 15,-2 0-3-15,-7 0-1 0,0 0 3 16,-8 0-2 0,-13 0-1-1,1 0 4-15,-9 0-2 0,-4 0-1 16,0 0 5-16,0 0 3 16,0 0 14-16,0 0-4 15,0 0-1 1,0 0-7-16,0 0-5 0,0-4-4 15,0 4 0-15,0 0-2 0,0 0-2 16,0 0-9-16,-17 0-25 16,1 0-54-16,-5 0-100 15,13 0-194-15,-1 0-175 16</inkml:trace>
  <inkml:trace contextRef="#ctx0" brushRef="#br0" timeOffset="42849.75">9257 17089 426 0,'0'0'0'0,"0"0"-33"16,0 0 33-16,0 0 4 15,0 0 45-15,0 0 1 0,0 0 1 16,0 0-5-16,0-6 15 16,0 6-2-16,0 0-22 15,0 0-20-15,0 0-14 16,0 0 3-16,0 0-5 16,0 0 1-1,0 0 2-15,0 6-2 16,0 10 18-16,0 5 3 15,0 4-13-15,0 5 9 16,8 11-11-16,4 2 6 16,1 6 2-16,-1 0-5 15,-1 1 2-15,-2-4 4 16,3-3 3-16,0-12-8 0,-3-6 1 0,-5-10-4 31,4-5-4-31,-8-7-2 0,4-3-1 16,-4 0 1-16,0 0 0 15,0-7-3-15,0-17-2 16,0 8-128-16,0 1-276 16</inkml:trace>
  <inkml:trace contextRef="#ctx0" brushRef="#br0" timeOffset="47179.56">14158 15834 233 0,'0'0'63'0,"0"0"-63"16,0 0 0-16,0 0 29 15,0 0 22-15,0 0-17 32,0-5-17-32,0 5-2 0,0 0 6 15,0 0 14-15,0 0 3 16,0 0-6-16,0 0-5 16,0 0 11-16,0 0 0 15,0 0-7-15,0 0-11 0,0 0-5 16,0 0-7-1,0 18 13-15,0 0-8 0,-13 7 14 16,-3 0-1 0,3-4-4-16,1 4-11 15,5-10-6-15,-2-2-1 16,5-7-4-16,4 0-1 16,0-6-2-16,0 0-38 15,-4 0-108-15,4 0-80 0,0 0-23 16</inkml:trace>
  <inkml:trace contextRef="#ctx0" brushRef="#br0" timeOffset="47428.18">14006 15881 111 0,'0'0'428'0,"0"0"-370"0,0 0-56 15,0 0 46-15,0 0 31 16,0 0-26-16,-8-12-40 15,20 12 9-15,9 12 26 16,3 0-19-16,9 4 2 16,-5-4-22-16,5 3-1 15,-8-2-3 1,0-1-5-16,-4 0 0 0,-5-2-49 16,4-4-61-16,-20-6-72 15,4 0-92-15</inkml:trace>
  <inkml:trace contextRef="#ctx0" brushRef="#br0" timeOffset="48785.71">15603 15123 223 0,'0'0'56'16,"0"0"-53"-16,0 0 0 15,0 0 21-15,0 0 15 16,0 0-19-16,0 0 2 16,-17-13 3-16,17 13 6 15,0 0 3-15,0 0 11 0,0 0 4 16,0 0 2-1,0 0 0-15,0 0-5 16,0 0-1-16,0 0-13 0,0 0-2 16,0 0-8-16,0 0-5 0,0 0-1 15,0 0 7-15,0 0 1 16,0 0-16-16,0 0-2 16,0 0-4-16,0 9-1 15,0 19 9-15,-4 9 4 16,-4 0-4-16,-1 3-2 15,1-3 4-15,4 3-5 16,1-6 3 0,-1 0-9-16,0-9 4 15,4-6-2-15,-4-7-2 16,4-9 3-16,0-3-3 0,0 0 1 16,0 0 10-16,0 0 2 15,0-10 13-15,0-17 2 16,0-10-26-16,4-3 1 15,0 0-3-15,3-6 0 0,-3 2-2 16,9 1 0-16,-1 6-1 16,-8 3-2-16,8 13 0 15,-3 5 4-15,-5 7-2 0,-4 3 2 16,4 6-1-16,-4 0-3 16,0 0 4-16,0 0-2 15,0 0 1-15,0 0 0 16,0 12-9-16,0 13 10 15,0 9 1-15,0 6 0 16,0-4-1-16,8 5 0 16,1-1 2-16,-5 0-2 15,0 0 0 1,8 0 2-16,-8-6-2 16,5 0 0-16,-1-3 0 15,-4-10 1-15,0-6-1 16,0-2 0-16,0-1-4 0,1-2-7 15,2-1-3-15,-7-6-13 16,0 3-13-16,0 0-18 16,0 1 2-16,0-2 8 15,0 5-4-15,-16-4-3 16,-8 0 25-16,-1 3 30 0,0-5 0 16,0 2 8-16,9-6 2 15,-1 0 11-15,6 0-5 16,2 0 1-16,5 3 8 31,4-3 4-31,0 0 14 0,0 0-8 16,0 0-2-16,0 0 1 15,0 0-2-15,0 0-15 16,0 0-11-16,0 0-4 16,9 0-1-16,6 0 17 15,14 0-1-15,4 0-1 16,13-3-7-16,2-3-2 0,-2 2-2 15,3 1-3-15,-9 0 4 16,-6 0-4-16,-10 3-2 16,-11 0-2-16,-9 0-19 0,-4 0-9 15,0 0-4-15,0 0-45 16,0 0-57-16,-13 0-95 16,-3 0-206-1</inkml:trace>
  <inkml:trace contextRef="#ctx0" brushRef="#br0" timeOffset="50004.75">14515 15841 312 0,'0'0'303'0,"0"0"-270"16,0 0-20-16,0 0 7 0,0 0 80 15,0 0-18 1,0-7-48-16,0 7-2 0,0 0 5 15,0-3 0-15,0 1-12 16,4 2-13-16,5 0 3 0,2 0 11 16,6 0-1-16,-1 0 0 15,5 0-4-15,4 0-13 16,-1 0 7-16,-3 0-9 16,3 0 1-1,1 0-1-15,-5 0-5 16,5 0 6-16,4 0 0 15,0 0-3-15,-1 0 4 16,9 0-3-16,9 0 0 16,2 0 2-16,6 0-6 15,4 0-1-15,7-4 1 16,1 4-1-16,7-3 0 0,2 3-1 0,-6-6 3 16,1 3-4-16,-4 0 2 15,-9 3 0 1,-7 0 0-16,3-3 2 15,-8 0-2-15,1 0 0 0,-2 0 0 16,6-1 1 0,4-2-1-1,2 0 0-15,10 0 0 16,-5-3 1-16,14 3 0 16,-10 0-1-16,1 2-1 0,-4 1 1 15,-9 0 0-15,-4 0 1 16,-3 3 0-16,-6-6 0 15,6 6-1-15,-1-6 0 0,4 3 0 16,0 0 2-16,5-1-2 16,-1-1 0-16,5 5-2 15,-1-7 2-15,-4 4-2 16,9 3 2-16,-5-3 0 16,1 0 0-16,-1 0-1 15,-3-3 1-15,4 6 0 0,-14 0 0 16,6-3 1-16,-1 0-1 0,0-1 0 15,0-1 0 1,1-2 0-16,-1 4 0 16,4 0 0-16,1-3 0 15,-1 6-1-15,-4-3 3 0,-3 0-2 32,-6 3 1-32,-3 0-1 15,-8 0 0-15,-8 0 0 16,4 0 1-16,-6 0-1 15,2 0 0-15,0-3 1 0,4 0-2 16,-5-1 1-16,1-2 0 16,3 6 1-16,-8-3-1 15,-3 3 0-15,-9 0-1 16,0 0 1-16,-4 0 2 0,0 0-2 16,0 0 3-16,0 0 1 15,0 0-3-15,0 0-1 16,0 0 1-16,0 0-1 15,0 0-1-15,0 0-2 16,0 0 0-16,0 0-11 16,0 0-19-1,-4 0-38-15,-4 0-132 16,-9 0-395-16</inkml:trace>
  <inkml:trace contextRef="#ctx0" brushRef="#br0" timeOffset="51593.8">14576 16664 167 0,'0'0'659'0,"0"0"-659"15,0 0-41-15,0 0 41 16,0 0 81-16,0 0-22 16,0 0-28-16,0-21-16 0,0 21-7 15,0 0-5 1,0 0 1-16,0 12 8 0,0 12 3 0,13 7-3 16,3 3-2-16,1 3-2 15,-5 3 0-15,9 0-3 16,-9 3 0-16,8-6 1 15,-8 3-5-15,9-9-1 16,-13-3 4-16,5-6-4 16,-5-7 0-1,-4-6 0-15,4-6 0 16,-8 3 2-16,4-6-2 16,1 0 1-16,-5 0-2 15,0 0-7-15,0 0-30 0,0 0-6 16,0-12-46-16,0-9-94 15,0 5-109-15,0 1-124 16</inkml:trace>
  <inkml:trace contextRef="#ctx0" brushRef="#br0" timeOffset="52127.17">14815 16115 283 0,'0'0'126'16,"0"0"-96"-16,0 0-19 15,0 0 82-15,0 0-1 0,0 0-18 16,4-28-17-16,-4 28-18 15,0 0-6-15,0 0 5 16,0 0-12-16,0 0-4 0,0 0-15 16,0 0-6-16,0 0 5 15,0 10-5-15,0 8 4 32,0 4 4-32,0 6-1 15,0 2 6-15,0 4 2 16,0 3-9-16,0 9 3 0,0 4 2 15,0 8-3-15,0 7-2 16,0 6-3-16,0 0 2 16,0-3 0-16,4-4-5 15,-4-5 5-15,0-9 0 0,0-2-1 16,0-13 5-16,0-5-9 16,0-8 1-16,0-13 2 15,0-3-3-15,0-6-2 16,0 0 0-16,0 0-5 15,3 0 0-15,-3 0-42 0,5-3-24 16,7-12-6-16,-8-4-55 16,0-2-3-16,0 8-60 15,-4 1-2-15</inkml:trace>
  <inkml:trace contextRef="#ctx0" brushRef="#br0" timeOffset="53364.14">14799 16097 305 0,'0'0'57'0,"0"0"-44"0,0 0 43 15,0 0 46 1,0 0-36-16,0 0-37 16,-5-3-1-16,5 3 13 0,0 0 19 15,0 0-6-15,0 0-15 0,0 0-4 16,0 0 9-16,0 0-6 16,0 0-7-16,0 0-21 15,0 0 2-15,0 0-11 16,0 0-1-16,0 0 2 0,9 0 1 15,11 0 9 1,4 0 1 0,9 0 6-16,4 0-4 15,9 0 4-15,7 0-15 16,0 0 0-16,0 0 2 0,5 0-6 16,-4 0 1-16,2-7 0 15,2 1 1-15,-4 0-2 16,3 0 0-16,9 0-1 15,-5-1 0-15,9 5 1 16,0-5-1-16,0 4 1 0,-5 0 0 16,-7 3 1-16,-4-3-3 15,-2 0 3-15,-2 3-3 16,-5 0 2-16,0 0 0 16,4 0 0-16,1 0 0 15,-1 0 1-15,4 0 0 0,-3 0-1 31,-1 0 0-31,0 0 0 0,-3-3 0 0,-6 3 0 16,5-3 1 0,-3 0-1-16,2 3 0 15,-2-3 0-15,3 0-2 16,0-1 2-16,0 4 0 0,0-3 1 16,1 1-1-1,-2-2 0-15,2-2-2 16,-5 6-2-16,-5-3 3 15,2 3-2-15,-1 0 3 0,-4 0 1 16,-1-3 1-16,1 3-3 16,0 0 1-16,4-3 0 15,-1 3 0-15,-2 0 0 0,7 0 0 16,-4 0 1-16,8 0-1 31,-4 0 0-31,4 0 0 16,0 0 2-16,0 0-3 0,-3 0 1 15,-9 0 0-15,-1 0-1 16,-7 0 1-16,-1 0 2 16,5 0-2-16,-8 0 0 0,4 0 3 15,3-3-2-15,1 0 0 16,8-3 1-16,-4 2 1 16,7 1-3-16,-3 0 0 15,5 0 1-15,-9 0-1 16,-1 0 0-16,1 3 0 15,-8 0 0-15,-5 0 2 0,-3 0-2 16,-5-3 3 0,1 3 1-16,-1 0 7 0,-5 0-4 15,-7 0 7-15,0 0-2 16,0 0-7-16,0 0 6 16,0 0-2-16,0 0 0 15,0 0-1 1,0 0-8-16,0 0 0 15,0 0-2-15,0 0 2 16,0 0-3-16,0 0-14 16,0 0-17-16,-7 0-29 15,-1 0-121-15,-9 0-348 16</inkml:trace>
  <inkml:trace contextRef="#ctx0" brushRef="#br0" timeOffset="56328.27">15542 16414 602 0,'0'0'36'0,"0"0"-36"16,0 0 0-16,0 0 27 0,0 0 11 31,0 0-24-31,-120-3-5 16,104 3 11-16,8 0 19 15,-4 3 5-15,-1 3-6 0,-7 0-15 16,-1 4-6 0,-4 5 7-16,-4 0 2 0,-3 10-1 15,-9 3-1-15,3 2-2 16,1 5 3-16,9-4-4 0,4 2-4 15,7 1-2-15,13-6-12 16,0 6-2-16,4-6 1 16,0-7 0-16,0 1 0 15,25-4 0-15,-1-6-1 16,4-2 6-16,9-10 0 16,5 0-4-16,11 0 4 15,9-12-4-15,4-13-1 0,7-9 1 16,-3 3-2-16,-5-3 1 31,-7 6-1-31,-20 1 0 16,-19 6 0-16,-11-2 6 15,-8-4 9-15,0 6 3 0,-23-4-5 16,-14 3-7-16,-13 7-7 16,-4 6 2-16,6-1-5 15,-2 10-8-15,13-6-25 16,9 6-48-16,-1 0-82 0,29 0-114 15,0 0-140-15</inkml:trace>
  <inkml:trace contextRef="#ctx0" brushRef="#br0" timeOffset="56745.57">15353 16214 586 0,'0'0'14'0,"0"0"-7"16,0 0-7-16,0 0 92 15,0 0-4-15,0 0-29 16,-5-49-10-16,5 49-9 0,0 0 11 16,0 0 9-16,0 0-13 0,0 0-36 15,0 21-9-15,0 13 6 16,0 6 7-1,0 6-2-15,0 13 9 16,5 2-11-16,-5 10-1 0,4 9 7 16,-4-2-9-1,0-2 10-15,0-1-13 16,0-11 3-16,0-8-1 16,0-7-7-16,0-9 2 15,0-15 2-15,0-7-2 16,0-11 0-16,0-4-2 15,0-3-6-15,0 0 6 16,0 0-38-16,0 0-39 0,8-13-28 16,4-2-90-16,1 6-91 15,-9 5-265-15</inkml:trace>
  <inkml:trace contextRef="#ctx0" brushRef="#br0" timeOffset="59413.48">15705 16951 216 0,'0'0'50'16,"0"0"-46"-16,0 0 23 0,0 0 25 15,0 0-4 1,0 0-5-16,0 0 6 0,0-4-8 16,0 4 0-16,0 0-1 15,0 0-5-15,0-3-8 0,0 3-7 16,0-3 9-16,0 3 4 15,0 0-3-15,0 0 0 16,0 0-11-16,0 0-2 16,-11 0-4-16,-2 0 4 15,-7 6 11-15,-1 10-1 0,4-4 5 32,-3 0-2-32,3 4-5 15,5 3-8-15,-1-1-1 0,5 0-5 0,5 1 2 16,-1-3-8-16,4-1-2 31,0-6 3-31,0 0-6 16,0-6 0-16,0 4 0 0,11-7 1 15,6 0 4-15,3 0-4 16,5 0-1-16,8-10 0 16,4-8-4-16,0-4-5 0,0 1 7 15,-12-1 0-15,-5 3 1 16,-16-2-16-16,1-1 17 15,-5 1 5-15,0 2-1 0,-25 7 6 16,-8 6-5-16,-9 3 0 16,6-1 2-16,3 4-4 15,0 0-3-15,12 0 0 16,9 0-25-16,8 0-63 16,4 10-70-16,0-7-103 15,0 0-53 1</inkml:trace>
  <inkml:trace contextRef="#ctx0" brushRef="#br0" timeOffset="60077.46">16366 16473 0 0,'0'0'375'16,"0"0"-258"-16,0 0-66 0,0 0 54 31,0 0-3-31,0 0-21 16,0-10-26-16,0 10-21 16,0 0-19-16,0 0 0 15,0 0-5-15,0 22 1 16,-4 6 18-16,-4 3-6 0,4 12-1 15,0 0-8-15,4 0-1 16,-4 3 0-16,4-6-4 16,0-2 1-16,0-5-4 15,0-8-4-15,0-3 0 16,0-10-1-16,0-3-1 16,0-6 0-16,0 0-2 0,0-3-6 15,0 0-39-15,0 0-66 16,0 0-56-16,0-9-7 0,0 3-104 15</inkml:trace>
  <inkml:trace contextRef="#ctx0" brushRef="#br0" timeOffset="60315.04">16186 16750 65 0,'0'0'492'0,"0"0"-429"16,0 0-58-16,0 0 40 15,0 0 53-15,0 0-18 16,0 0-33-16,-13-15-15 16,21 15 1-16,9 0 5 0,12 0-16 15,0 0-2-15,11 0-10 0,6 0 0 16,7-4-7-16,-4 4 1 16,-8-2-4-16,-4 2 0 15,-12 0-57-15,-4 0-79 16,-21 0-91-16,0 0-129 15</inkml:trace>
  <inkml:trace contextRef="#ctx0" brushRef="#br0" timeOffset="60878.37">16785 16485 661 0,'0'0'58'0,"0"0"-51"15,0 0-7-15,0 0 58 16,0 0-11-16,0 0-29 15,8 0-11-15,-4 25 15 16,1 6-1-16,-5 5 26 16,4 5-8-16,4 2-17 0,0 3-4 31,-4 0 1-31,5-2-2 16,-5-11-2-16,8-2-10 15,0-12 1-15,-8-7 3 0,4-3-9 16,-4-6 7-16,0 1-3 15,0-4 5-15,0 0 12 16,5-7 23-16,3-21-21 16,5-8-12-16,-1-8-6 0,-3-14 6 15,-1-7-8-15,5-3 0 16,2-9-3-16,2 13 1 16,0 2-1-16,3 15 1 15,-7 14-1-15,-5 8 0 16,-3 12 1-16,-5 4 0 15,4 9-1-15,0-6-10 0,-8 6-43 16,4 0-57-16,0 0-64 16,-4 13-108-16,0 2-236 15</inkml:trace>
  <inkml:trace contextRef="#ctx0" brushRef="#br0" timeOffset="61212.78">17224 16618 794 0,'0'0'112'16,"0"0"-112"-16,0 0 0 16,0 0 38-16,0 0-3 0,0 0 16 15,29 120-28-15,-21-86-6 16,-8 6 1-16,0-3 2 15,0-3-2-15,0-4 6 16,0-2-20-16,0-6 4 16,0-4-6-16,5-8 0 15,-5-4-2 1,0-3 0-16,0-3-4 16,0 0-2-16,4 0-42 0,0-6-8 15,4-13 1 1,5-9-31-16,-10-3-55 15,1-2-43-15,-4 18-13 16,0-1 27-16</inkml:trace>
  <inkml:trace contextRef="#ctx0" brushRef="#br0" timeOffset="61606.95">17314 16643 217 0,'0'0'171'0,"0"0"-105"0,0 0-58 16,0 0 55-16,0 0 15 15,136-94-14-15,-107 94 3 16,-1 0 8-16,1 0 17 15,-4 16-16 1,0 9-47-16,-5 0-1 16,-8 3-12-16,-8-1-7 15,-4 1-2-15,0-4 3 16,-25 4-1-16,-15-6 2 16,-14-4-9-16,-4-2 3 15,6-4-1-15,2-6-1 0,17 0 1 16,18-6-2-16,6 0 1 15,5 0 3-15,4 0-6 0,0 0-4 16,0 0 4-16,8 0 0 16,8 0 0-16,13 0 10 15,4 0 8-15,0 7 7 0,4 8-10 16,4 3 2-16,4 1-4 31,5 3-1-31,-6-4 1 16,-3-3-5-16,-8-3-6 15,-8-5-1-15,-9-1-1 0,-12-3-19 16,-4-3-44-16,0 0-37 16,0 0-133-16,-4 0-362 15</inkml:trace>
  <inkml:trace contextRef="#ctx0" brushRef="#br1" timeOffset="79724.7">19454 15600 558 0,'0'0'65'15,"0"0"-65"-15,0 0-10 16,0 0 10-16,0 0 70 0,0 0-47 16,-58 4-17-1,41 11-5-15,-3 6 4 16,-1 7 28-16,-3 9 13 15,-5 6-13 1,0 7-1-16,4 8-2 0,5 1-8 16,7-7-14-16,9-6-1 15,4-8-6-15,0-14 1 0,17-2-1 16,8-13 0-16,4-6 7 16,-5-3 15-1,5 0-12-15,-1-28-1 0,1-6-2 16,-12-12-1-16,-9-3 0 15,-8-7 0-15,0 4-7 16,-4-4 9-16,-17 10-7 0,-4 0 1 16,6 12 5-16,6 0 12 15,5 6-18-15,4 4-2 16,4 5 0-16,0 4-8 16,0 2 2-16,21 1-8 15,6 6 2-15,7 0 7 16,3 6 3-1,0 0-2-15,7 0 0 0,2 18 3 16,-5 10 1 0,0 9 2-16,4 3 1 15,-12 3-3-15,0 6 0 16,-5-2-3-16,-3 2 0 16,-9 4 3-16,-7-7 6 0,-9-6 0 15,0-6-2-15,0-7 1 0,-4-8 8 16,-5-7 21-16,-3-12-6 15,8 0 12-15,-5 0 5 16,1-31-26-16,4-12-2 16,4-9-8-16,0-4-3 15,0 1 3-15,17 3-8 16,7 9-1 0,1-1 0-16,4 10 0 15,0 6-2-15,-1 10-5 16,-3 6-36-16,0 9-52 0,-9 3-58 15,-3 0-45 1,-13 12-41-16,0 0-123 16</inkml:trace>
  <inkml:trace contextRef="#ctx0" brushRef="#br1" timeOffset="79923.42">20037 15859 354 0,'0'0'175'0,"0"0"-152"16,0 0-15-1,0 0 75-15,0 0 38 0,0 0-28 16,73 93-8-16,-69-65-39 0,-4 5-6 16,0 8-14-16,0 5-7 15,0-3-5-15,-16 0-5 16,-13-3-9-16,-3-6-5 16,-6-6-77-16,22-25-197 15,8-3-242-15</inkml:trace>
  <inkml:trace contextRef="#ctx0" brushRef="#br1" timeOffset="80231.31">19121 16488 626 0,'0'0'351'0,"0"0"-351"16,0 0-93-16,0 0 88 16,0 0 5-16,0 0 40 15,73 22-23-15,-2-22 1 16,10-19 2 0,10-6 8-16,7-2 9 15,9-1-2-15,4 3-9 16,0 1-8-16,-13 9-2 15,-23 2-13-15,-23 10-3 16,-27 3-30-16,-12 0-50 16,-13 0-18-16,-13 0-63 15,-16 9-114-15</inkml:trace>
  <inkml:trace contextRef="#ctx0" brushRef="#br1" timeOffset="80447.6">19506 16729 757 0,'0'0'112'0,"0"0"-112"31,0 0 0-31,0 0 36 16,0 0 36-16,128 6-42 16,-54-25-5-16,3-6-5 15,10 10-14-15,-17-3-6 16,-4 5-7-16,-58 11-144 15,-8-5-270-15</inkml:trace>
  <inkml:trace contextRef="#ctx0" brushRef="#br1" timeOffset="81625.28">21941 15569 436 0,'0'0'84'0,"0"0"-84"0,0 0 0 15,0 0 89-15,0 0 3 16,32-104-42-16,-27 89 2 16,-1-1-4-16,0 4 1 15,-4 2 11-15,0 1-12 16,0 6-6-16,0 0-12 16,0 3 5-16,0 0-1 15,-17 0-26-15,-11 0-2 16,-9 15-6-16,-8 16 0 0,-1 9 2 15,-2 13-1-15,2 15 4 16,1 8 6-16,13 2-8 16,11 2 3-16,13-6-2 0,8-6-3 15,0-7 1-15,20-8 0 16,17-7 2-16,12-12 5 16,9-13-2-16,-1-8 4 31,5-7-10-31,-1-6-1 0,5 0-3 15,-4-3 0-15,-5-16-6 16,-7 4-38-16,-13-1-44 16,-37 7-122-16,0 3-276 15</inkml:trace>
  <inkml:trace contextRef="#ctx0" brushRef="#br1" timeOffset="82091.81">22450 16056 514 0,'0'0'163'16,"0"0"-158"-16,0 0-5 15,0 0 78-15,0 0-17 16,0 0-17-16,0 0-8 15,4-9 1-15,-4 9 1 16,0 0 9-16,0 0-7 16,0 0-7-16,0 12-3 0,0 10-9 0,4 3-9 15,0 6-6-15,9 6 1 16,-1 9-4-16,5 3 1 16,-5 1-4-16,1 8 2 15,-2-2-2-15,-11 2-35 16,0 0 35-16,0-11 12 15,0 0-6 1,-20-11-4-16,-13-8 2 16,-8-4 2-16,-9-8 10 15,-2-13-7-15,-6-3-4 16,-7-3 3-16,7-31-8 16,4-15-5-16,18-22-1 15,19 0-23-15,17-12-16 16,0 6-37-16,36 3-55 0,-7 52-93 15,4 4-139-15</inkml:trace>
  <inkml:trace contextRef="#ctx0" brushRef="#br1" timeOffset="82547.64">22466 15576 592 0,'0'0'88'0,"0"0"-77"16,0 0 104-16,0 0-14 15,0 0-58-15,0 0-30 16,0 0 10-16,-20-25 27 16,16 25-6-16,-9 0-23 0,1 12-15 15,-5 7-5-15,1 3-1 16,4 2 0-16,0-8 1 0,12-1-3 16,-4-6 1-16,4-6 1 15,0-3-3 1,0 0 3-16,0 0 11 15,8-12 2-15,9-16-1 16,-2-3-1-16,-2 0-9 16,-9 4-2-16,-4 5 6 15,0 7-5-15,0 8-2 16,-13 7-11-16,-3 0-22 16,-4 0-6-16,0 25-94 15,15-12-82-15,-3 2-125 16</inkml:trace>
  <inkml:trace contextRef="#ctx0" brushRef="#br1" timeOffset="82896.1">22931 15831 726 0,'0'0'295'16,"0"0"-295"-16,0 0 15 15,0 0 21-15,0 0 6 16,0 0-42-16,-17-15-9 15,38 15 9-15,8 0 2 16,3 0-1-16,1 0-1 16,0 0 1-1,-8 0-2-15,-9 0-39 16,-4 0-55-16,-8 0-61 16,-4 6-68-16,0-3-133 15</inkml:trace>
  <inkml:trace contextRef="#ctx0" brushRef="#br1" timeOffset="83083.5">22848 16016 265 0,'0'0'672'0,"0"0"-641"0,0 0-28 16,0 0 55-16,0 0-23 16,0 0-23-16,21 25-5 15,36-25 1-15,9-9-8 16,4-3-11-16,3 3-78 0,-48 2-72 31,-8 4-139-31</inkml:trace>
  <inkml:trace contextRef="#ctx0" brushRef="#br1" timeOffset="84020.77">25167 15200 661 0,'0'0'98'0,"0"0"-98"0,0 0 0 16,0 0 136-1,0 0-48-15,0 0-48 16,0 0-7-16,-73-56-3 0,52 56-21 16,-4 6-4-16,-16 25 4 15,5 6 10-15,-10 10 0 0,5 1-1 16,5 5-3-16,11 6-10 16,8-1 1-16,13-8-6 15,4-4-5-15,0-6 2 16,29-9 3-16,7-4 1 15,2-8-1-15,7-7-1 16,5-12-3 0,2 0 3-16,2 0-11 15,-5 0 2-15,-4-3-29 16,-3-6-43-16,-18 3-66 16,-24 3-80-16,0 0-106 0</inkml:trace>
  <inkml:trace contextRef="#ctx0" brushRef="#br1" timeOffset="84438.17">25615 15609 549 0,'0'0'277'0,"0"0"-273"0,0 0 2 15,0 0 110-15,0 0-56 16,0 0-38-16,20-15-17 16,-11 18 6-16,3 13 5 15,-4 11 9-15,5 4 1 16,3 13-9 0,-3 4-12-16,-1 5-3 15,-8 0-1-15,0-1-1 0,-4-6-18 16,0-2 6-1,-4-8-4-15,-21-8 16 0,-8-3 5 16,0-10 0-16,0-5 6 16,-3-8 3-16,-5-2-1 15,-1 0-11-15,-2-12-2 0,3-19-22 16,7-6-38-16,10-3-38 16,11-6-21-16,13 21-139 15,0 4-196-15</inkml:trace>
  <inkml:trace contextRef="#ctx0" brushRef="#br1" timeOffset="84622.52">25570 15144 896 0,'0'0'45'0,"0"0"-45"15,0 0-40-15,0 0 40 16,0 0 0-16,0 0-32 0,49-43-45 16,-45 43-134-1,-4 0-185-15</inkml:trace>
  <inkml:trace contextRef="#ctx0" brushRef="#br1" timeOffset="85063.52">26066 15419 27 0,'0'0'813'0,"0"0"-749"16,0 0-64-16,0 0 21 15,0 0 18-15,-49 142-21 16,29-99 1-16,8-3-3 0,8-4-8 16,4-1 3-1,0-8-8-15,4-8 2 0,16-4 1 31,8-12 7-31,5-3 7 16,9-3 1-16,-1-25-4 0,-5-12 12 16,-7-6-16-16,-12-7-1 15,-13-2-1-15,-4 6-9 16,-21 6 4-16,-24 6-6 0,-4 9-15 16,-13 15 12-1,-3 13-37-15,7 0-66 0,33 0-227 16,5 16-223-1</inkml:trace>
  <inkml:trace contextRef="#ctx0" brushRef="#br1" timeOffset="86447.61">23649 16198 347 0,'0'0'120'16,"0"0"-106"-16,0 0 46 16,0 0 79-16,0 0-66 15,0 0-28-15,-33-18 1 16,33 18 7-16,0 0-5 0,0 0 9 16,0 0-4-16,0 0-1 15,0 0-9-15,0 0-17 0,0 0-2 16,0 0-12-1,8 0-4-15,13 0 4 0,8 0 8 16,11 0-2-16,18 0-2 16,4 0-5-16,11 0 0 31,9 0-7-31,1 0 0 0,-6 0-2 16,2 0-2-16,-2 0 0 15,2 0 0-15,7 0 0 16,8 0-1-16,5 0 1 15,7 0 0-15,1 0 0 16,4 0-3-16,-4-6 4 0,3 6-2 16,1-4 2-16,-8 2-2 15,0 2 2-15,-5-3-2 16,1 3 1-16,-1 0 0 16,5-4 2-16,-5-2-2 15,-3 6-2-15,-1-3 1 16,5 0 0-16,3 0 2 0,1 0-1 31,-1 0 0-31,1-3 0 16,-8-1 0-16,-1 5 0 0,1-5 0 15,-10 4 1 1,2 0-1-16,-5-3 0 0,0 3 0 16,0-3 1-16,4-1-1 15,9 4-3-15,-5-9 3 16,0 6-5-16,1-4-1 0,-5 5 3 15,1-2-1-15,2 1 3 16,-3 0-1-16,1 3 2 16,-5 0 0-16,0 0 0 15,-4 0 0-15,0 0 0 16,-8-1-1-16,4 1 1 16,-9-3 0-16,1 0 2 0,-5 3-2 15,-7 0 0-15,-8-3 0 16,-14 6 0-16,-3 0 1 15,-9-3 0-15,-7 3 7 16,-5 0-3-16,-4 0 1 0,-4-3-3 31,0 3 0-31,0 0-3 16,0 0 3-16,0 0-3 0,0 0-5 16,-12 0-40-16,-21 0 27 15,-13 0-63 1,-19 0-95-16,36 0-132 0,-4 3-110 15</inkml:trace>
  <inkml:trace contextRef="#ctx0" brushRef="#br1" timeOffset="87873.85">23874 16864 649 0,'0'0'63'0,"0"0"-63"16,0 0 14 0,0 0 72-16,0 0-37 15,0 0-19-15,0 0 18 0,42 34 15 16,-22-3-15-16,5 6-9 0,-1 6-13 15,1 6-6-15,4 4-3 16,-5-1-9-16,5 1-7 16,-8-1 0-16,7-6 2 15,-7-2-3-15,-5-11 2 16,-4-2-4-16,-3-9 2 16,-1-4-2-1,-8-6-37-15,4-5 39 16,0-4 1-16,-4-3-1 15,0 0-11-15,0 0-13 16,0 0-32-16,0 0-14 16,0 0-15-16,0-12-56 15,0-1-159-15,0 1-67 16</inkml:trace>
  <inkml:trace contextRef="#ctx0" brushRef="#br1" timeOffset="88492.8">24252 16534 152 0,'0'0'223'0,"0"0"-223"15,0 0 4-15,0 0 18 16,0 0 70-16,0 0-43 15,17-89-2-15,-17 89 15 16,0 0-13-16,0 0 15 0,0 0-6 16,0 0-19-16,0 0-19 15,0 0-7-15,0 0-9 16,0 0-3-16,0 0-2 16,0 0-1-16,0 0-14 0,0 3 15 15,4 0-9-15,-4 3-10 16,0-6 5-16,0 4-2 31,0-2 4-31,0-2 10 0,0 3 0 16,3 1 2-16,-3-1 0 0,4-3-20 0,1 3-16 15,-5 0 9-15,0-3-1 16,0 0 5-16,0 3 7 16,0-3 15-1,0 3-2-15,0-3 2 16,0 0-10-16,0 0 12 15,0 0 4-15,0 0 3 0,0 0-1 16,0 0 2-16,0 0 0 16,0 0-8-16,0 0 4 15,0 0-3-15,0 0 0 16,0 0 1-16,0 0-2 16,0 0-2-16,0 0-1 15,0 0 2-15,0 0 0 16,0 0-8-16,0 0 5 15,0 0-9-15,0 0-28 0,0 0-36 16,0 0-22-16,0 0-2 16,0 0 16-1,0 3-29-15</inkml:trace>
  <inkml:trace contextRef="#ctx0" brushRef="#br1" timeOffset="-173343">24219 16658 56 0,'0'0'92'0,"0"0"-48"15,0 0-17 1,0 0 6-16,0 0-7 0,0 0-13 0,0 0 0 16,0 0-3-16,0-3 14 15,0-1 19 1,5 1 11-16,-5 0 1 16,0 1-8-1,0-2-20-15,0 4-15 16,0 0-9-16,0-6 0 0,0 6 0 15,0-6-1-15,0 3 0 16,0-3 1-16,0 3-2 16,0 0-1-16,0-1 5 0,0-2-4 0,0 0 3 15,0 3 0-15,0-3 1 16,0 3 10-16,0 3 21 16,0-3 7-16,0-1-6 15,0 4-10-15,0-5-2 16,0 1-3-16,0 1-6 15,0 0 9-15,-5 3 5 16,5 0-1-16,0-3-4 16,0 3 0-16,0 0-5 0,0 0-13 15,0 0-5-15,0 0 0 16,0 0-2-16,0 0 0 16,0 0 2-16,-4 0-1 31,4 0 6-31,0 0-1 15,0 0-5-15,0 0-1 0,0 6 3 16,0 16-2-16,0 9 13 16,0 9-2-16,0 9-1 15,0 10-6-15,0 5 2 16,0 1 15-16,-8 12-6 16,4-6-4-16,-4 3-3 0,3-3-3 15,1-10 6-15,-4-2-8 16,8 0 3-1,0-10 9-15,0 0-12 16,0-9 3-16,0-3-7 16,0-3 2-16,4-6 3 0,0-6-5 15,0-1 1 1,1-5 0-16,-1-4 1 16,-4-3-1-16,0-3-1 15,4-2 0-15,-4-4 1 0,0 0-1 16,0 0 0-16,0 0-1 15,0 0-3-15,0 0-6 16,0 0-19-16,0 0-17 16,0-13-38-16,0-2-25 0,0-1-26 15,0-5 23-15,-8 2-60 16,8 13 0-16,-5-3-5 16</inkml:trace>
  <inkml:trace contextRef="#ctx0" brushRef="#br1" timeOffset="-171543.12">24224 16504 364 0,'0'0'118'16,"0"0"-111"-16,0 0 32 15,0 0 47-15,0 0-33 16,0 0-30-16,0 0-10 16,-17-3 2-16,17 3 8 15,0 0 14-15,0 0 0 16,0 0-8-16,0-4-3 0,0 4-10 15,0 0 5-15,0-3-8 16,0 0-11-16,12 0 5 16,13 0 10-16,4-3 0 15,7 0-2 1,6-1 1-16,-1 2-12 16,3-2 4-16,6 1-7 15,8 3 2-15,-9-3 0 16,8 0 1-16,-3 3-1 15,-1-1-1-15,-4 1-2 16,4 3 3-16,-3 0-1 16,-1 0-1-16,8 0-1 0,-7-3 0 15,8 3 1-15,-6 0-1 16,2-2 0-16,0 2 1 16,-1 0-1-16,0 0 2 15,-4 0-2-15,-8 0-1 16,5 0 1-16,-5 0 0 15,-1-4 0 1,2 4 2-16,-5 0-1 16,0 0-1-16,-1 0 1 15,-3-3-1-15,1 0 0 0,-1 0-1 16,-1 3 1-16,1 0 0 16,0 0 0-16,0-3-2 15,-1 3 1-15,1-3 1 16,0 3 1-16,0 0-1 0,0 0 0 15,-5-6 0-15,9 6 1 16,1-3-2-16,3-1 2 16,-5 4-1-16,10-3 0 15,-5 3 0-15,3-3 0 16,-2 3 0-16,-1-3 2 16,0 0-2-16,0 3 0 0,0 0 0 15,-4 0 0-15,0 0 0 16,0 0 0-16,-4 0-1 15,0-3 4-15,-8 3-4 0,2 0 1 16,-2 0 0 0,0 0-1-16,4 0 1 0,0 0 0 31,3 0 1-31,5-3 1 16,0 3-3-16,5 0 1 15,-6 0 0-15,5 0 0 0,-4-3 0 16,1 3-1-16,-2 0 0 15,5 0 2-15,1 0-1 16,-1 0 1-16,-1 0-1 16,10 0 0-16,-5 0-1 0,0 0 1 15,-8 0 0-15,8-3 1 16,-4 3-2-16,4-3 1 16,-3 3 0-16,-5 0-2 15,-1 0 2-15,5 0 0 16,1 0 0-16,-2 0 1 15,5-4-1-15,5 1 0 0,0 1 1 32,-2-1-1-32,2 3-1 15,-2-4 1-15,2 1 0 16,-5-3 3-16,1 3-3 16,-6 0 0-16,2 0 0 15,-9 0 0-15,0 0 2 0,-5-4-2 16,-8 4 3-16,-3 0-2 15,-1 3-1-15,-7 0 2 16,-1 0-1-16,0-3 6 0,-4 0-6 16,-4 3 2-16,4 0 6 15,1 0-4-15,-5 0 0 16,0 0-4-16,0 0 1 16,0 0-2-16,0 0-1 0,0 0 0 15,0 0-1-15,0 0-12 16,0 0-34-16,0 0-138 15,-5 0-132-15</inkml:trace>
  <inkml:trace contextRef="#ctx0" brushRef="#br1" timeOffset="-170489.04">25344 16855 406 0,'0'0'227'15,"0"0"-227"-15,0 0 0 16,0 0 41-16,0 0 51 0,0 0-55 15,0 0-24 1,-41-43-4 0,21 43-2-16,-9 0 15 0,-8 0-8 15,-5 12 0 1,-6 13-9-16,-10 9 14 0,8-1 12 16,6 11-10-16,7 5-2 15,16 7-9-15,9-1-9 16,12 1-1-16,0-10 0 0,12-6-6 15,17-6 6-15,8-3-6 16,4-13 5-16,8-2 2 16,5-16 2-16,3 0-2 15,5 0 14-15,3-22-5 16,-7-12 6-16,-9-3-9 16,-8-9 2-16,-21-3-1 0,-7-4-1 15,-13-2 7-15,0-1 5 16,-13 3 7-16,-28 5-12 15,-16 4-11-15,-9 7 5 0,1 12 0 16,11 4-8-16,13 12-5 16,17 6-50-16,12 3-96 15,12 0-158 1,0 0-224 0</inkml:trace>
  <inkml:trace contextRef="#ctx0" brushRef="#br1" timeOffset="-170173.31">25200 16549 709 0,'0'0'152'15,"0"0"-134"-15,0 0-9 16,0 0 69-16,0 0-30 16,0 0-34-16,0 0-14 15,0-88-7-15,0 103-13 16,0 19 20-16,0 21 30 15,-4 16 11 1,0 12-20-16,0 7-2 16,4 9-3-16,0 8-5 15,0 4 1-15,0 0-1 16,0-9-11-16,0-12 4 16,4-17-3-16,4-11 1 0,-8-10 0 15,4-14-2-15,-4-14-2 16,5-8-48-16,-1-13 18 0,-4-3-105 15,0-3-296 1</inkml:trace>
  <inkml:trace contextRef="#ctx0" brushRef="#br1" timeOffset="-169726.7">25570 17314 539 0,'0'0'58'16,"0"0"-57"-16,0 0 12 0,0 0 41 16,0 0-34-1,0 0-7-15,28-31 14 16,-28 31 14-16,0 4 3 15,0 29 51-15,0 8 5 0,-4 4-55 16,0-1-33-16,4-4-1 16,0-6-7-16,4-3-4 0,21-10-7 15,4-11 4-15,8-8 2 16,4-2 1 0,0-9 7-16,4-25 0 0,-8-6-2 15,-9-3-4-15,-19 0 0 16,-9 3 0-16,0 6 4 15,-24 6 0 1,-18 16-2-16,-7 6 0 16,-4 6 2-16,12 0-5 15,-1 6-2-15,22 19-11 16,7 6-78-16,13-13-132 16,0-6-129-16</inkml:trace>
  <inkml:trace contextRef="#ctx0" brushRef="#br1" timeOffset="-169404.57">26345 16926 407 0,'0'0'367'0,"0"0"-321"16,0 0-25-16,0 0 60 16,0 0-35-16,0 0-45 15,0 0 36 1,13 117-9-16,-13-52-3 16,0 6-3-16,0-3-6 15,0-10-7-15,0-2-5 16,0-11-1-16,4-4-6 15,8-11 3-15,1-8-22 16,-9-9-58-16,-4-13-45 16,0 0-180-16</inkml:trace>
  <inkml:trace contextRef="#ctx0" brushRef="#br1" timeOffset="-169189.12">26099 17234 570 0,'0'0'431'0,"0"0"-411"0,0 0-15 16,0 0-9-16,0 0 8 15,0 0 15 1,99-12-9-16,-25 12-1 0,12 0-2 16,1 0-6-16,-6 0-2 15,-10-3-2-15,-56-4-152 16,-15 4-264-16</inkml:trace>
  <inkml:trace contextRef="#ctx0" brushRef="#br1" timeOffset="-167799.6">26949 16781 579 0,'0'0'59'0,"0"0"-55"0,0 0 40 15,0 0 16-15,0 0-41 16,0 0-11-16,17-22-2 16,-13 22 4-16,0 0 2 15,0 0 0-15,0 0 2 16,4 0-3-16,-3 19 19 16,7 9 6-1,0 6-6-15,1 9-3 16,2 3-9-16,2 6-2 15,3-2-5-15,-3 2-3 16,0 1-3-16,-1-8 1 16,-4-7-4-16,1-8 1 15,-5-5 1-15,0-9-2 0,-3-7 5 16,-2-3 0-16,1-6 0 0,-4 0 13 16,0 0-3-16,4 0 7 15,8-18 13 1,-3-10 6-16,3-12-24 15,0-10-5-15,1 1-4 0,-1-9-2 16,1 2-5-16,-1 1 3 16,-4 5-4-16,5-2 0 0,-1 5 3 15,-5 4-5-15,6 6 2 32,-5 10-5-32,0 8 5 0,1 1-4 15,-5 11 1-15,-4 1-6 16,0 6-21-16,0 0-59 15,0 0-95-15,0 13-288 16</inkml:trace>
  <inkml:trace contextRef="#ctx0" brushRef="#br1" timeOffset="-167467.52">27438 17015 269 0,'0'0'507'0,"0"0"-478"0,0 0-19 15,0 0-10-15,0 0 69 16,0 0-19-16,53 142-9 16,-49-95-9-1,0 1 8-15,-4 5-16 16,0-10-5-16,0-3 2 15,4 1-12-15,0-11-5 16,-4-8 0-16,4-4 1 16,-4-5-4-16,0-8-1 0,0-5 0 15,0 0-19-15,0 0-38 16,0-5-46-16,0-26-94 16,0 15-126-16,0-2 32 15</inkml:trace>
  <inkml:trace contextRef="#ctx0" brushRef="#br1" timeOffset="-167066.53">27482 17058 532 0,'0'0'107'15,"0"0"-86"-15,0 0 59 16,0 0-6-16,0 0-43 16,0 0-15-16,0 0 3 15,148-74 5-15,-98 74-12 16,-1 7 1-16,-8 11 16 15,-4 7-14-15,-8-1-6 16,-13 4-9-16,-16 0 0 0,0-1 8 16,-29 5 3-16,-24-5 12 15,-8 1-8-15,-1-9-14 16,9-1 10-16,12-3 10 16,16-5 5-16,8-1 5 0,13-6-12 15,4 3-16-15,0 6-3 16,25 1 1-16,20 5 4 15,8 1 7-15,13-1 2 0,-1-2-1 16,2 2-6-16,3 1 0 16,-5-1 12-16,5-3-4 15,-17-2 0-15,-8-1-5 16,-20-9-6-16,-12 0-4 16,-9-3 0-1,-4 0-20-15,-4 0-84 16,-17 0-347-16</inkml:trace>
  <inkml:trace contextRef="#ctx0" brushRef="#br1" timeOffset="-164080.02">21120 14589 176 0,'0'0'51'16,"0"0"-51"-16,0 0 6 16,0 0 27-16,0 0-3 15,0 0-5-15,0 0-9 16,0-43 6-16,0 40 17 0,0 0 6 15,0 0 5-15,0 0 42 16,0 0-52-16,0 3-19 0,0 0 8 16,0 0-12-1,0 0-4-15,0 0-1 0,0 0 7 16,0 0 4-16,0 0-6 16,0 0-8-16,0 0 12 15,0 0-15-15,0 0 1 16,0 0-6-16,-4 12 18 0,0 13-1 15,-5-4-10-15,5 13 8 16,-4 0-3-16,4 9 0 16,0 7 3-16,-1 2-5 15,2 10-6-15,3 3 4 16,0-1-5-16,0 4 6 0,-4 0 2 31,4 0-5-31,0 5 6 16,-4 5-6-16,4 2-5 15,-4 3 9-15,0-3-1 16,4 0-5-16,0-6 2 16,0-3-5-16,0 3 4 0,0-3 1 15,0 3-1-15,0-3 3 16,0-9 1-16,0 6-5 16,0-4-5-16,0 4 6 15,8 0 1-15,-8 2-6 0,0-2 4 16,0 1 3-16,0-5-5 15,0-2 8-15,0-7 3 16,0 1-10-16,0 5 8 16,0-2 2-1,0 3-1-15,0-4-8 16,0-2 6-16,0-4 3 16,0 0-8-16,0-2-4 15,0-4 3-15,0 0 9 16,0 1-7-16,0-4-1 15,0-3-5-15,0-6 3 0,0-4 5 16,0-8-3-16,0 3-3 0,0-4-1 16,0-3-1-1,0 1 4-15,0 0-2 16,0-1 2-16,0-3-1 0,0-2-2 16,0-4 1-16,0-3-2 15,0-3 0-15,0-3-1 16,0 0 1-16,0 0-1 0,0 0 0 31,0 0-1-31,0 0-16 0,0 0-10 0,0 0 0 31,0-6 4-31,0-6-7 16,0-9-8-16,0-4-26 16,0-9-47-16,0-9-57 15,0 21-101-15,0-3-118 0</inkml:trace>
  <inkml:trace contextRef="#ctx0" brushRef="#br1" timeOffset="-161476.12">21026 14605 517 0,'0'0'109'0,"0"0"-109"0,0 0 0 16,0 0 11-16,0 0 14 16,0 0-14-16,0 0 8 15,65-16 13-15,-24 13 7 16,9-3 13-16,-2 0-2 15,10 0-21-15,8 0 11 16,-5-1-19-16,10 1-9 0,-6 3 9 16,1 0-3-16,-1 3 5 15,-3 0-16-15,-1 0-3 16,-3 0 2 0,-4 0-3-16,7 0-1 15,5 6-2-15,7 0 2 16,6 1 1-16,6 2-3 15,11-6 0-15,2 0 3 16,12-3-3-16,13 0 2 16,0 3-1-16,6 3-1 0,-6-3 0 15,-5 3 0-15,-7-3 0 16,-5 1 2-16,-11-4 0 16,-9 0-2-16,-3 3 0 0,-10-3 0 15,2 0 2 1,2 0-2-16,-2 0 5 0,-2 0-4 15,0 0-1-15,2-3 0 16,-2-4-2-16,2 1 4 16,2 6-2-16,2-6 0 15,-2 3 0-15,6 0-1 16,-6-3 0-16,2 3 1 0,3 0-1 16,0 0 2-16,0 3 2 15,4 0-1-15,-4 0-1 16,0 0-1-16,-3 0-1 15,-2 0 1-15,2 0 5 16,2 0-2-16,6 0 2 16,-1 0 1-1,0 0-1-15,-4 0-1 16,0 0-4-16,-3 0 3 16,-6 0-2-16,14 0 1 15,-1 0 3-15,-1 0 0 0,6-7 0 0,-1 4 6 16,-3 0-6-16,-1 3-1 15,0-3 2-15,1 3-1 16,-6 0 2 0,6 0 1-16,-5 0-5 0,-1 0 7 15,2 0-7-15,7 0 1 16,-3 0 2-16,3 0-3 16,-8-3 0-16,-4-3-2 15,-1 3 2-15,-2 0-1 31,6 3 0-31,-2-4 0 0,-2 4 2 16,2 0 1-16,-6-2-1 16,6 2-3-16,3-3 0 15,-4-1 1-15,0 4 0 16,0 0-2-16,-9 0 3 0,-2 0-3 16,-6 0 1-16,1-3-2 15,-6 3 2-15,-2-3 0 16,0 0 1-16,-1 3-2 15,0-3 0-15,-3 3 2 16,3-3-4-16,1 3 2 0,-2 0 0 16,-2 0-1-16,-5 0 2 15,-3 0-2-15,-6-3 1 16,1 0 0-16,-8 3 1 16,-4 0-1-16,-1-3 0 0,-4 3-2 15,1 0 1-15,0-3 1 16,-1 3 0-16,-3 0 1 15,-1-4 0-15,-7 4-1 16,-1 0 2-16,-8 0 0 16,4 0-1-1,0 0 0-15,-4 0-1 16,0-3 4-16,0 3-2 16,0 0 1-16,0 0-2 15,0 0 10-15,0 0 1 16,0 0 1-16,0 0 2 0,0 0-10 15,0 0-4-15,0 0 3 16,0 0-4-16,0 0 0 16,0 0 1-16,0 0-2 15,0 0 2-15,0 0 0 16,0 0-1-16,0 0-2 0,0 3-2 16,0 10 1-16,0 9 6 15,0 2-2-15,0 4-1 16,0 6 1-1,0 3 3-15,0 6-4 16,0 6 0-16,3 1 0 16,5 5 2-16,9 1-2 15,-9-1 1-15,1 4 3 16,3 2-4-16,-8-2 1 16,4-4 1-16,-4 4-1 15,1-4 0-15,-1 1-1 0,0 6 2 16,0-7-2-16,0 0 4 15,0 4-3-15,5-7-1 16,-5 1 3-16,4-1 1 16,0-3-4-16,1 4 2 0,-5 0 0 15,0-4-2-15,3 3 0 16,-3-6 0-16,0 7 7 16,0-4-5-16,1-3-2 15,-1 4 3-15,0-1-3 0,0-3 3 16,0 0 0-16,0 1-2 15,0 5 2-15,-4 4-2 16,4-4 2-16,1 0-2 16,-1 1-1-1,-4-7 3-15,0 0-3 16,0 1 2-16,0 2-1 16,0 3 0-16,0 1-1 15,0-1 1-15,0 0-1 16,0-2 5-16,0-1-5 15,0-3 1-15,0 1 0 16,0-1-1-16,0-3 0 0,0 3 0 0,4-3 1 16,-4 4 2-1,0-1-3-15,0 3 0 16,0 0 0-16,0 1 0 16,0-1 0-16,0-6 2 0,0 3 0 15,0 1 0-15,0-1-2 16,0-3 0-1,0-3 3-15,0 0-3 16,0 0 1 0,0-9-1-16,0 3 1 0,0-6 0 15,0-1-1-15,0-5 0 16,0-4 5-16,0-2-4 16,0-4-1-16,0-2 3 15,0-4-3-15,0-3 2 0,0-3-1 16,0 0 0-16,0 0 4 15,0 0-3-15,0 0 2 16,0 0-4-16,0 0-10 16,-4 0-15-16,-9 0-15 15,-3 0-15-15,-12-13-9 0,-5 1-80 32,12 6-174-32,0-3-190 0</inkml:trace>
  <inkml:trace contextRef="#ctx0" brushRef="#br1" timeOffset="-160273.56">21078 17730 551 0,'0'0'4'16,"0"0"-4"-16,0 0 0 15,0 0 0-15,0 0 64 16,29 105-25-16,-20-59-9 16,-1 4 4-16,0 2 8 15,0 0 3-15,-3-8 11 0,-1-1-19 16,0-9-16-16,-4-6-8 16,4-10-5-16,-4-5 1 15,0-4-6-15,0-9-1 0,0 6 1 16,0-6-3-16,8 0-6 15,-8 0-56-15,0 0-91 32,4 0-92-32,-4 0-54 15</inkml:trace>
  <inkml:trace contextRef="#ctx0" brushRef="#br1" timeOffset="-158882.28">21165 18215 560 0,'0'0'187'0,"0"0"-187"16,0 0 11-16,0 0-10 15,0 0 25-15,0 0-2 16,111-50 0-16,-57 41 1 16,7-7 7-16,9 1 35 15,11-1-14-15,2-2-2 0,3 9-9 16,1 3-26-16,-10-1 3 15,1 1-13-15,-4 6 0 16,0 0-1-16,0 0-4 0,12 0 2 16,-3 0-1-16,2 0-1 15,2 0 3-15,3 0 0 16,0 0-1 0,5 0 2-1,3 0-1-15,0 0 2 0,-7 0-1 16,-9 0-2-16,-8 0 2 15,0 3-5-15,-8 0 1 16,3-3-1-16,1 0 2 0,-4 0 3 16,0 0-4-16,3 0 4 15,-3 0 3-15,3 0-5 16,10 0 3-16,3 0-2 16,4 0 4-16,-4 0-3 0,-8 0-4 15,-8 0 0-15,-4 0 0 16,3 7-1-16,-3-4 0 15,-5 0 0-15,9 3 4 16,-8-6-3 0,3 3 2-16,9-3 5 15,-1 0 4-15,6 3-4 16,-2-3 0-16,10 6 1 16,-10-6-6-16,1 0 0 0,0 4 2 15,-8-2-5 1,-5 5 4-16,-3-1-4 15,-9-3 8-15,4 3-5 0,5-3 1 16,-1 0-1-16,5 3 3 16,-4-6-6-16,-1 4 4 15,5-4-4-15,-1 5 6 16,-4-5-4-16,9 7 0 0,-9-4 0 16,-3 0-2-16,3 3 1 31,1-6 1-31,0 3-1 15,-1-3 0-15,1 0-1 0,-6 0 0 16,6 0 3-16,0 0-3 16,-1 0 0-16,-3 0 1 15,2 0-1-15,2 0 0 16,4 0 1-16,3 0 0 0,2 0-1 16,-2 0 1-16,1 0-1 15,-5 0 1-15,1 0 0 16,4 0-1-16,-1 0 0 15,1 0 1-15,-1 0-2 0,2 0 1 16,-6 0 0-16,5 0-1 16,-10-3 1-16,7 3 0 31,-1-3-1-31,3 0 2 0,1 3-3 16,-1-6 2-16,1 6 0 15,-1-7 0-15,-3 7 2 16,-5 0-4-16,5-2 3 15,-4 2-1-15,-1-3 0 16,1 3 1-16,-5 0-1 16,0 0 0-16,5 0 2 0,-9 0-2 15,4 0 0-15,-3 0 0 16,-6-4 1-16,2 4-1 16,3-6 0-16,-8 3 0 15,4 3 2-15,1 0-4 16,3-3 2-16,8 3 0 0,-3-6 1 15,3 6-1-15,-4-6 0 16,-3 6-3-16,-1 0 4 0,0 0-1 16,-3 0 0-1,-2 0 1-15,-2-7-3 0,3 7 4 16,-1 0-2-16,2 0 5 16,-1 0-4-16,-3 0 4 31,-2 0-2-31,1 0-1 0,-8-5 2 15,1 1-2-15,-11 4-2 16,-10-6 3-16,-5 6-2 16,-4 0 3-16,-4-3 2 15,0 3 10-15,0 0 4 16,0 0-7-16,0 0-8 16,0 0-3-16,0 0-2 0,0 0-2 15,0 0-1-15,0 0 2 16,0 0-3-16,0 0-19 15,0 0-34-15,-25 0-37 16,9 0-40-16,-12 0-271 16</inkml:trace>
  <inkml:trace contextRef="#ctx0" brushRef="#br1" timeOffset="-154010.91">7906 14734 0 0,'0'0'21'0,"0"0"-6"16,0 0-6-16,0 0-8 0,0 0 1 15,0 0 2-15,0 0 16 0,0 0 4 16,0 0 0-16,0 0 5 15,0 0-7-15,0 0-6 16,0 0-9 0,0 0-2-16,0 0-1 0,0 0 5 31,0 0 6-31,0 0 10 0,0 0-2 16,0 0 13-16,0 0-4 15,0 0-11-15,0 0-16 16,0 0-1-1,0 0-2-15,0 0-4 0,0 0 3 16,0 0-2-16,0 0-1 16,0 0 2-16,0 0 0 0,0 0 0 15,0 0-4-15,0 0 3 16,0 0 1-16,0 0-1 16,0 0 3-16,0 0-4 15,0 0 4-15,0 0-2 16,0 0 2-16,0 0-2 15,0 0 2 1,0 0-2-16,0 0 3 16,0 0-1-16,0 0 3 0,0 0 10 15,0 0-2-15,0 0 3 16,0 0 12 0,0 0 6-16,0 0-5 15,0 0-6-15,0 0-1 0,0 0 4 16,0 0-2-16,0 0 2 0,0 0 3 15,0 0 2-15,0 0-3 16,0 0 3-16,0 0-13 16,0 0-2-1,0 0 6-15,4-3 6 0,-4-6-2 16,4-1-14-16,0 2 1 16,-4-2 5-16,4-2-6 0,0-4 6 15,5 1 0-15,-5-7-6 16,8 1-2-16,-4-4-4 15,9-3 4-15,0-2-7 16,2-4 0-16,6 0 4 16,8-3-7-16,0 3 0 0,3 0 1 31,1 3 2-31,5 0-3 16,7 0 1-16,-4 1 3 0,13-1 3 15,-4 0-2-15,-2 3 2 16,2 1 3-16,-5 5-5 15,0 4 3-15,-3 2-3 16,-9 4-1-16,-5 0 5 16,1 5-8-16,-12 1 1 0,-1 3-1 15,-3 0 0-15,-5 3 2 16,1 0-3-16,-6 0 0 16,5 0 5-16,1 0-3 15,7 6 6-15,1 7-1 16,0-4-7-16,4 9 3 15,-1-2 1 1,4 2-2-16,5 1 3 16,-4 2-4-16,8 1 1 15,-5-1-1-15,6 4 0 16,-1 0 0-16,4-1 0 16,0-2 0-16,-4 3 0 0,-4-7 3 15,4 4-2-15,-5-4-1 16,1 0-1-16,0-2 1 15,0-4 2-15,0 1-3 0,-1-1 4 16,1-3-3 0,-4 3-1-16,0-2 0 0,-1-4 1 15,1 0 2-15,0 0-2 16,-4-3-1-16,4 1 7 16,0-2-5-1,-1-2 2-15,5 0 2 16,0 0-3-16,0 0-3 15,-1 0 4-15,5 0-3 16,-4 0 3-16,4 0-4 0,-4 0 1 16,4-6 0-16,0 0 3 15,0-3 1-15,-5 3-3 16,1-4 2-16,4 2 2 0,-3 1-5 16,3-2 1-16,-1-3-1 15,-3-1 2-15,4 1-1 16,4-4-1-16,0 4 2 15,-4-6 1-15,9 2-3 16,-10-2 1-16,-3-1 2 16,-4-2-2-16,-4-1-1 0,-5-3 1 15,1 1 0-15,-1-1 7 16,-4-6-8-16,1 0 6 31,-1 0-6-31,-8-2 1 16,9 5-1-16,-9 0 1 15,0 6-2-15,1 1 3 0,-5 2-3 16,4 7 0-16,-4 0 0 16,0 0 0-16,1-4 0 15,6 4-3-15,-3 2 3 0,-4 1-1 16,5 3 2-16,-9 3-1 16,4 3 0-16,-4 0 3 15,0 0 3-15,0 0-1 16,0 0 3-16,0 0 1 0,0 0-6 15,0 0 4-15,0 0-4 16,0 0-1-16,0 0-1 16,0 0 1-16,0 0-1 15,0 0 0-15,0 0-1 16,0 3-2-16,0 10 2 16,0 2 1-1,4 6 5-15,4 1-6 16,0 3 1-16,-3-1 3 15,3 4-3-15,4-3 0 16,-8 6 0-16,9-7 1 16,-1 4-2-16,-4-3 0 15,9 0 0-15,-13 2 1 0,4 1-1 16,4-4 0-16,-4 1 1 16,4-3-1-16,-3-7 0 0,-1 3-1 15,4-2 1-15,-3-4 0 16,3 1 1-16,0-4-2 15,1 3 1-15,-1-6 0 16,1 1 0-16,2-1-3 31,2 0 3-31,-5-3-1 0,5 0 5 16,-1 0-7-16,5-3 6 16,4 3-2-16,4-3 0 15,-2 0 1-15,7 0 0 16,-1 0-2-16,0 0 1 15,7 0 0-15,-7 0-1 16,8 0 0-16,-3-6-1 0,2-6 1 16,1-1 0-16,-4 1 1 15,9-1 1-15,-2 5-2 16,6-8 0-16,0 4 2 16,-2 0-3-16,2-1 1 15,3 1 0-15,0-1 1 0,1 1 1 16,3 0-2-16,-8-1 0 15,5 1-1 1,-5 0 1-16,0 0 0 16,-3-1 0-16,-6 7 1 15,-3-3 1-15,1 6-2 16,-5-1 0-16,-1 4 0 16,-3-3 0-16,4 0 0 15,0 1 0-15,0-2 0 0,3 1 2 16,1 0-2-16,0 3 0 15,8-3 1-15,-4 3-1 16,1 0-1-16,3 0 1 0,-5 0 0 16,2 0 0-16,-5 0 0 15,0 6 0-15,-9 3-1 16,5-3 0-16,-4 4 1 16,-4-1 0-16,4 0-3 15,-10 3 2-15,2 4 0 0,0-1 1 16,-1 1-1-16,1 3 1 15,0-4 0-15,-1 3 2 16,4 4-3-16,-3-4 7 31,4 4-9-31,-5-4 4 16,5 4-1-16,4 2 2 16,-5-1-2-16,-8 7 1 0,5-5 0 15,-4-1 1-15,-1 1-2 16,-3 0 1-16,-1-4 1 15,5 1 0-15,-5-4-2 16,-1 1 0-16,-2-1 2 0,-1-8-1 16,-4 2-1-16,0-9 0 15,0 0 0-15,-4-3 2 16,0 0 1-16,0 0 0 16,0 0-1-16,0 0-2 15,0 0 0-15,0 0-8 16,0-12-17-16,0 6 6 0,0-1-9 15,0-2-6-15,0 3-20 16,-12 0-61-16,4-1-139 16,-5 5-98-16</inkml:trace>
  <inkml:trace contextRef="#ctx0" brushRef="#br1" timeOffset="-152140.59">9827 13298 181 0,'0'0'46'0,"0"0"-46"16,0 0-99-16,0 0 99 0,0 0 0 16,0 0-75-16</inkml:trace>
  <inkml:trace contextRef="#ctx0" brushRef="#br1" timeOffset="-151840.15">9827 13298 142 0</inkml:trace>
  <inkml:trace contextRef="#ctx0" brushRef="#br1" timeOffset="-151524.39">9827 13298 142 0,'12'-34'306'0,"-12"28"-251"0,0-4-44 0,0 4 50 0,0 0 27 15,0 0-23-15,0 0-31 16,-4 0 35-16,-4-1-27 16,0 7-5-1,-9-3 1-15,-3 3-21 16,-9 0-3-16,-3 0-9 16,-10 19 5-16,-3 9 4 15,3 6 1-15,-2 6 8 16,11 9 4-16,4 9-8 15,8 1-7-15,9 0-10 16,12-7 2-16,0-6-4 0,0-6-1 16,21-9 1-16,8-6 2 0,4-4 3 15,8-5 1-15,8-10-1 16,0-3 2-16,1-3 1 16,2 0-5-1,-6 0 1-15,-13-6 0 0,-5 0-2 16,-12 0-3-16,-3 2 1 0,-9-2-11 15,-4 6-26-15,0-3-48 16,0 3-93-16,0 0-214 16</inkml:trace>
  <inkml:trace contextRef="#ctx0" brushRef="#br1" timeOffset="-151077.16">10057 13683 625 0,'0'0'89'0,"0"0"-87"16,0 0 4-16,0 0 46 0,0 0-30 15,0 0-12-15,0 0 8 16,37 0 37-16,-25 22 2 15,1 9-14-15,7 5-17 16,-7 8 0-16,7 2-21 16,-8 3 7-1,8-6-10-15,-7 4-1 16,-5-7 5-16,0 0-5 16,-8-3 2-16,0-10 3 15,0-2-3-15,-12-6 20 16,-13-4 1-16,1-3 3 15,-5-2-1-15,0-7-6 16,5 0-4-16,3-3 0 0,0 0-14 16,5 0 9-16,0-19-11 15,4-5-5-15,4-10-7 0,-1-6-18 16,9-16-38 0,0-2-60-16,0 30-137 0</inkml:trace>
  <inkml:trace contextRef="#ctx0" brushRef="#br1" timeOffset="-150607.97">10052 13369 339 0,'0'0'162'0,"0"0"-93"16,0 0 15-16,0 0 2 15,0 0-32-15,0 0-15 16,0 0 3-16,0-28-2 0,0 28-10 16,0 0-7-16,0 0 3 15,0 0-16-15,-4 6-2 0,-12 9-3 16,9 10-3-1,-2-3 2-15,1 2-1 0,8-2-5 16,0 3 2-16,0-7-2 31,0-5 1-31,0-8 0 16,0-1 1-16,0-4 4 0,0 0 1 16,8 0 13-16,1-9 10 15,2-19-6-15,1-3-8 16,-8 0-9-16,-4 6 1 15,0 7 3-15,0 2-6 16,0 11-3-16,-12-2 0 0,-3 7-9 16,-2 0-57-16,0 12-69 15,1 16-85-15,8-9-61 16,3-4-11-16</inkml:trace>
  <inkml:trace contextRef="#ctx0" brushRef="#br1" timeOffset="-150177.45">10287 13655 201 0,'0'0'151'0,"0"0"-135"0,0 0 13 16,0 0 118-1,0 0-44-15,0 0-7 0,36-34-1 16,-36 34-16-16,0 0-19 16,0 13-49-16,-7 18 10 15,-5 9 11-15,-1 3-14 16,9 0-11-16,4-3-6 0,0-6 8 16,0-6-6-16,21-7-1 15,-2-9-2-15,10-8 7 16,0-4-6-16,8 0 14 15,5-28-1-15,2-6 4 16,-2-9-7-16,-18-6-4 0,-15 5 13 31,-9 1 7-31,0 3 5 16,-25 6 3-16,-17 13-20 16,-10 5-4-16,-6 13-11 15,-4 3-12-15,9 0-30 16,12 25-47-16,33-10-169 15,8 4-362-15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8:19:0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6179,'0'0'3025,"0"0"-2016,0 0-481,0 0 544,0 0 177,0 0-513,0 0-512,-7 27-160,7-27-64,0 0-32,0 0 32,0 5 32,0 11-32,0 6-1456,0 0-17,14-6 128,-14-5-1184,7-11-1088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8:27:0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12502,'0'0'0,"0"0"-3794,0 0 160,0 0 3634,0 0 929,0 0-929,0 0-304,-14 6-1393,14-6 464,7 0-63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6:23:48.28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9380 2327 346 0,'0'0'0'0,"0"0"-314"16</inkml:trace>
  <inkml:trace contextRef="#ctx0" brushRef="#br0" timeOffset="2069.08">8020 1859 28 0,'0'0'78'0,"0"0"-15"16,0 0-15-16,0 0 6 15,0 0-10-15,0 0 1 16,0 0 52-16,0 0-44 15,0 0-4-15,0 0-12 0,0 0-13 16,0 0-2-16,0 0 2 0,0 0 2 16,0 0 7-16,0 0-1 15,0 0-2-15,0 0-6 16,0 0 4-16,0 0 13 16,0 0-8-16,0 0-3 15,0 0 0 1,0 0-3-16,0 0-2 15,0 0-7-15,0 0-1 16,0 0 1-16,0 0 1 16,0 0-1-16,0 0 5 15,0 0-12-15,0 0-1 0,0 0-4 16,0 0 1 0,0 0 2-16,0 0-6 0,0 0-2 15,0 0-1-15,0 0 0 16,0 0-2-16,0 0-2 0,0 12-9 15,0 16-2-15,0 5 15 16,-4 8 4-16,0 5 3 16,-4 0-6-16,8 9 2 0,0 10 2 31,0 6-4-31,0 3 3 16,0 0 0-16,0 0 2 15,0-9 0-15,0-3-5 16,0-7 8-16,0 1-3 15,0-10-1-15,0-6 6 16,0-7-8-16,0-5 2 0,0-3 1 16,0-13 3-16,0-9-3 15,0-3 3-15,0 0-4 16,0 0 0-16,0 0 1 0,0 0 2 16,0 0 7-16,0 0-2 15,0 0-1-15,0 0-6 16,0 0-1-1,0 0-5-15,-11-12-17 16,-6-4-47-16,0-5-54 16,5 9-160-16,4 2-245 0</inkml:trace>
  <inkml:trace contextRef="#ctx0" brushRef="#br0" timeOffset="2848.93">8210 2080 138 0,'0'0'216'0,"0"0"-164"16,0 0-41-1,0 0 53-15,0 0 20 0,0 0-10 16,0-9-37-16,0 9 0 16,-5 0 28-16,1 3-18 15,4 16-29-15,-4 5 1 16,0 4 5-16,4 3 4 0,-4 6-16 15,4 9-2-15,0 7 7 16,0 2 15-16,0 4 10 16,0-4-31-16,0 1 4 15,0-4-5-15,0-12 0 16,4 0 3-16,-4-15-6 0,0-10-4 31,0-8 8-31,0-4-2 0,0-3-2 16,0 0-3-16,0 0 5 15,0 0 0 1,0 0 2-16,0 0 0 0,0 0-11 16,0 0-3-16,0-13-57 15,0-2-146-15,0 5-58 16,0 4-297-16</inkml:trace>
  <inkml:trace contextRef="#ctx0" brushRef="#br0" timeOffset="12629.66">8328 2463 11 0,'0'0'0'0,"0"0"-11"15</inkml:trace>
  <inkml:trace contextRef="#ctx0" brushRef="#br0" timeOffset="14305.92">8328 2463 154 0,'-48'-19'96'16,"48"16"-32"-16,0 0-4 0,0 3 4 31,0 0 14-31,0 0-19 0,0 0-19 0,0 0-28 0,-4 0-2 16,0 0 6-16,-1 0 4 16,1-3 3-1,0 3-16-15,-4-3 1 0,4 3 7 31,4 0 15-31,0 0 10 0,-4 0-14 16,4-3-5-16,0 3 4 16,0 0 4-16,0 0-10 15,0 0 2-15,0 0 5 16,0 0 7-16,0 0 5 16,0 0-4-16,0 0-14 15,0-3-5-15,0 3-15 0,0 0 1 16,8 0-1-16,8-3 11 15,4 3 9-15,17 0 11 16,5 0-2-16,11 0-7 0,8 0-6 16,6-3-7-16,10 3-4 15,6 0-3-15,7 0 2 32,8 0-3-32,1 0 0 15,-1 0-1-15,0 0 3 0,2 0-3 16,-2 0 1-16,4 0 0 15,5 0 3-15,4 0-4 16,8 0 1-16,4 0-1 16,-8 0 0-16,0-4-1 15,0 4-1-15,-8 0 2 0,-5 0 1 16,-11 0-1-16,-1 0 0 16,-8 0 0-16,4 0 0 15,0 0 1-15,1 0-1 16,-1 0 0-16,4 0 2 15,-3 0-1-15,7-3-2 16,-3-3 3 0,3 0-2-16,-9 3 0 15,-2-3 0-15,-1 3 0 16,5-4-3-16,7 1 5 16,4 3-2-16,5 0 0 0,-1-3 0 15,1 6-1-15,-5-3 1 16,-3 0 0-16,-9 3 1 15,-3 0-1-15,-14 0 0 16,-7 0 1-16,-5 0-1 0,-8 0 1 16,1 0-1-16,-2 0 0 15,6 0 0-15,4 0 0 16,-1 0 1-16,5 0-1 16,-1 0-1-16,-3 0 1 15,7 0 0-15,-3 0-1 0,8 0 1 16,-1 0 1-16,10-3-1 15,-6 3-1-15,6-3 1 16,-6 3 0-16,5 0 0 16,-4-3 0-16,4-1 0 0,-4-2 1 15,4 3-1 1,0 0 0 0,-4 0 1-16,-4 0 0 15,3 0 0-15,2 0-1 16,-2 0 0-16,6 3 0 15,-2 0 0-15,6 0 0 0,-2 0 0 16,-6 0 2-16,-6 0-2 16,-7 0 0-16,-1 0-1 15,-3 0 0-15,3 0 0 16,-7 0 1-16,4 0 0 0,-10 0 0 16,-2 0 1-1,-1 0-1-15,4 0 0 0,0 0 0 16,-3 0 0-16,2 0 0 15,-10 0 0-15,3 0 1 16,-8 0-1 0,3 0 1-16,1 0 2 15,1 0 0-15,-1 0 5 16,-9 0-5-16,-3 0-1 0,-13 0 4 16,4 0-4-1,-11 0 8-15,-1 0 0 16,-4 0 3-16,0 0-2 15,0 0-3-15,0 0 4 0,0 0-4 0,0 0-4 16,0 0 0-16,0 0-4 16,0 0 1-16,0 0 0 15,0 0 0-15,0 0-1 16,0 0 0-16,0 0 0 16,0 0 0-16,0 0 0 15,0 0 0 1,0 0 1-16,0 0-1 15,0 0 0-15,0 0 0 16,0 0 0-16,0 0 1 16,0 0-1-16,0 0 0 15,0 0 2-15,0 0-2 16,0 0 0-16,0 0 0 0,0 0 0 16,0 0 1-16,0 0-1 15,0 0 0-15,0 0 0 16,0 0 0-16,0 0-1 0,0 0-1 15,0 0-2 1,0 0 2-16,0 0 0 0,0 0 2 16,0 0 1-16,0 0-1 15,0 0 0-15,0 0 0 16,0 0 0-16,0 0 0 0,0 0 0 16,0 0 0-16,0 0 1 15,0 0 1-15,0 0-2 31,0 0 0-31,0 0 0 16,0 0 0-16,0 0-1 16,0 0 1-16,0 0 0 0,0 0 3 15,0 0-3-15,0 0 1 16,0 0 0-16,0 0 0 16,0 0-1-16,0 0 0 15,0 0 0-15,0 0-1 16,0 0 1-16,-4 0-3 0,4 0-13 15,0 0-7-15,0 0-12 16,0 0-12-16,-5 0-85 16,1 0-228-16</inkml:trace>
  <inkml:trace contextRef="#ctx0" brushRef="#br0" timeOffset="21884.5">16404 2324 169 0,'0'0'107'0,"0"0"-56"15,0 0-39-15,0 0 29 16,0 0 15-16,0 0 28 16,0 0-30-16,0-34-13 0,0 34 7 15,0 0 0-15,0 0-3 16,0 0 6-16,0 0-8 16,0 0-8-16,0 0-5 15,0 0-9-15,0 0 1 16,0 0-6-16,0 0-1 0,0 0 8 31,0 0-6-31,0 0-8 16,0 0 0-16,0 0 4 15,0 0-3-15,0 6-10 16,0 10-4-16,0 14-2 16,0 17 6-16,0 8 8 0,0 16 1 15,0 9-2-15,0 10 3 16,0 5-3-16,0 7-4 0,0 3 0 15,0-7-2-15,0 4 8 16,0-3-6-16,0 3 1 16,8-1-4-16,4 10 0 15,0 3 3-15,0 6-2 16,-4 3-1-16,1-2-1 16,-5-7 1-16,0 0 3 0,4-6-2 15,-4-4-1-15,0-2 0 16,5-3 2-16,-1-7-2 15,0-5 0-15,0-7 0 16,-8-3 1-16,5-9 0 16,-1-10 0-16,-4-2 1 15,4-4-2 1,-4-9 0-16,4-2 1 16,0-17 1-16,-4-8 0 0,4-4-2 15,-4-9 2 1,0-3 3-16,4 0-3 0,-4 0 3 15,0 0 3-15,0 0 13 16,0 0-7-16,0 0-4 16,0 0-2-16,0 0-5 0,0 0 0 15,0 0-3-15,0 0 0 16,0 0-6-16,0-9-60 16,0-4-82-16,0-2-219 15</inkml:trace>
  <inkml:trace contextRef="#ctx0" brushRef="#br0" timeOffset="23110.89">14380 5468 489 0,'0'0'186'0,"0"0"-159"0,0 0-22 16,0 0 38-1,0 0 5-15,0 0-34 16,0 0-12-16,-4 3 5 15,4-3 31-15,0 0 20 16,0 0-9-16,0 0-6 16,0 0-11-16,0 0 1 15,0 0-5-15,12 0-9 16,4 0 8-16,4 0 0 0,9 0 1 16,9 0-11-16,3 0-8 15,7 0 3-15,6 0-3 16,7 0 5-16,5 0 0 15,8 0 0-15,17 0-4 16,3-3-3-16,4 3 0 16,9-3-4-1,-4 3-1-15,3 0-2 16,2 0 1-16,-10 0-1 0,0 0 0 16,-15 0 0-16,-2 3-2 15,-6 3 2-15,-2 1 2 16,2-4-2-16,-14-1 1 15,5-2 1-15,-9 0-2 16,0 0 1-16,-11 0-1 0,-10 0 1 16,-11 0 0-16,-13 0 0 15,-8 0 0-15,-4 0-1 16,0 0 0-16,0 0 4 16,0 0-1-16,0 0 2 15,0 0 1-15,0 0-6 16,0 0 3-16,0 0-3 0,0 0 0 15,0 0 0 1,0 0 0-16,0 0-1 16,0 0-17-16,0 0-13 15,-4 0-11-15,-4 0-53 16,0 0-107-16,8 0-107 16,0 0-90-16</inkml:trace>
  <inkml:trace contextRef="#ctx0" brushRef="#br0" timeOffset="26271.9">2093 2567 60 0,'0'0'157'15,"0"0"-120"-15,0 0 11 0,0 0-32 16,0 0 8 0,0 0-24-16,0 0-22 15,-37-18 5-15,33 18-6 0,-1 0 12 16,1 0 11-16,-4-3 43 0,1 3 20 16,3 0-39-16,0 0-17 15,-1-3 0-15,1 3 0 16,4 0-3-16,-8 0-2 15,0 0-1-15,4 0 0 32,-5 0 9-32,5 0 27 0,0 0 44 15,0 0-6-15,4 0-32 16,0 0 11-16,0-4 5 16,0 4-2-16,0 0-22 15,0-2-24-15,0 2-3 16,0 0 13-16,4 0 37 15,4 0 0-15,5-3-25 0,7 0-13 16,12-1-1-16,14-5 26 16,4-3-6-16,15 2-1 15,5-2-7-15,3 6-13 0,6 3-12 16,7-3 7 0,9 6-11-16,-5-6 1 0,8-1-3 31,5-2 0-31,12 3-1 15,4 0 1-15,4 0 1 0,4 0-1 16,0-1 0-16,0 1 0 16,-3 3 1-16,-9 0 0 15,-13 3-1-15,-8 0 1 16,-7 0 0-16,-1 0-1 16,1 0 1-16,-1 0-2 0,-1 0 1 15,2 0-1-15,3 0 0 16,5 0 0-16,7 0 1 15,5 0 0-15,-1-6 1 16,-2 0-2-16,-6-1 1 16,-8 2 0-16,1 5 0 15,-5 0 0-15,-8 0 0 0,0 0 0 16,-8 0 1-16,-5 0 0 16,5 0-1-16,-5 0 0 15,2 0-1-15,-2 0 1 0,-3-4 0 16,0 4 2-16,3 0-2 15,-3-3-1-15,-1 0-2 16,5 3 3 0,-1 0 0-16,5 0-1 15,0 0 1-15,-4 0 0 16,-4 0 1-16,-5 0-1 16,1 0 0-16,-6 0 0 15,2 0 0-15,-4 0 0 16,-2 0 0-16,-2 0 1 15,-5 0 0-15,-1 0 0 0,2 0-1 16,-1 0 0-16,0-3-2 16,0 3 3-16,0 0-1 0,4-3 1 31,-4 0 1-31,4 0-3 16,-8 3 2-16,-3-3-1 15,-7 3 0-15,-6 0 0 16,-4-3 0-16,-5 3 0 0,-8 0 1 15,4 0-1-15,1 0 0 16,3 0 0-16,5 0 0 16,3 0 0-16,0 0 0 15,1 0 0-15,-5 0 0 16,-8 0 0-16,-3 0 0 16,-5 0 0-16,0 0-2 0,0-3 2 15,-29 3-3-15,-16 0-59 16,16 0-102-16,4 0-281 15</inkml:trace>
  <inkml:trace contextRef="#ctx0" brushRef="#br0" timeOffset="28061.05">2064 2509 121 0,'0'0'215'0,"0"0"-215"0,0 0 10 16,0 0-10-16,0 0 51 15,0 0 2-15,0 0 2 16,0 0 10-16,0 0-8 16,0 0-21-16,0 0-6 15,0 0-7-15,0 0 12 16,0 0 7-16,0 0-1 0,0 0 2 15,0 0-2-15,0 0-4 16,0 0-20-16,0 0-11 16,0 0-2-16,0 3 3 0,0 12 3 31,0 10 25-31,0 3-11 16,0 9 0-16,0 3-9 15,0 12 0-15,0 7 2 16,0 5-9-16,0 7 3 0,0 0-4 15,0 7-5-15,0 1 0 16,4 8 0-16,-4-4-2 16,4 10 1-16,-4-1 1 0,4-5-2 15,-4 8 1 1,0-6-1-16,5 13 0 16,-1 0 7-16,4-7-7 0,-4 4 4 15,4-6 2-15,-4 2-3 0,1-3 1 16,-1 1-2-16,-4-1 4 15,0-5-4 1,0 2 1-16,0-3 1 16,0-5-2-16,0-1 9 15,0-13-6 1,0 4-5-16,0-3 2 0,0 0 0 16,0 0 7-16,0-7-6 15,0-5 2-15,0-6-2 16,0-10 2-16,0-7-4 15,0-8 5-15,0-4 2 16,0-14-3-16,0-1 4 16,0-6-5-16,0 0-2 0,0 0 1 15,0 0-2-15,0 0 4 16,0 0 0-16,0 0 2 16,0 0 0-16,0 0-7 0,0 0-2 15,0 0-3-15,4-16-10 16,0 1-5-1,0-7-52 1,0-5-82-16,-4 18-114 16,0-1-226-16</inkml:trace>
  <inkml:trace contextRef="#ctx0" brushRef="#br0" timeOffset="28909.31">2134 5641 96 0,'0'0'203'0,"0"0"-162"15,0 0-36-15,0 0 21 16,0 0 33-16,0 0 3 16,0 0-19-16,-8 3 7 15,8-3 9-15,0 0 3 16,0 0 5-16,0 0 2 15,0 0-8-15,0 0-6 16,0 0-9 0,0 0-6-16,0 0-13 15,0 0-14-15,0 0-5 16,0 0 4-16,0 0 8 16,0 0 11-16,0 0-9 15,0 0-5-15,12 0-3 0,13 0-5 16,7 0-2-16,10 0 11 15,11-13-7-15,17 5 1 0,8-5-4 16,8 1-2-16,12-1-1 16,10 1-1-16,-10 3 1 15,-4-1-5-15,-20 4-1 16,-9 3 1-16,-7 3 0 16,-12 0 1-1,-6 0-3-15,-7 0 2 16,0 0 0-16,-8 0 2 15,-4 0-2-15,-1 0 0 16,-12-3 1-16,0 3-1 16,-8 0 1-16,0 0-1 15,0 0 0-15,0 0 2 16,0 0 0-16,0 0-1 0,0 0 1 16,0 0-2-16,0 0 0 15,-16 0-28-15,-4 0-55 16,-5 0-95-16,8 0-123 15,13 0-84-15</inkml:trace>
  <inkml:trace contextRef="#ctx0" brushRef="#br1" timeOffset="37059.11">8366 1495 179 0,'0'0'279'0,"0"0"-260"16,0 0-18-1,0 0 71-15,0 0 27 0,-13-15-27 16,13 15-26 0,0 0-5-16,0 0-2 15,0 0-9-15,0 0 13 16,0 0 0-16,0 0-4 0,0-4 4 15,0 4-4-15,0 0-1 16,0 0 0-16,0 0-1 16,0 0-3-16,0 0-6 15,0 0-6-15,0 0-3 16,0 0-3-16,0 0-11 0,0 0-5 16,0 0-2-16,0 0-4 15,0 12 2-15,0 7-3 16,0 9 7-16,0 3 7 15,9 6-3-15,-1 3-1 0,0 0 0 16,9 3 0-16,-5 3 2 16,5-6-4-16,-6 3 3 15,10-3-3-15,-9-3 1 16,4 1 0-16,-3-7 0 16,-1-7-2-16,-3-9 5 15,-5-2-4-15,-4-7 1 0,0-6 1 16,0 0-3-16,0 0 10 15,0 0 5 1,0 0-5 0,4 0 3-16,-4 0 2 0,0 0 3 15,0 0-7-15,0 0-2 16,0 0-1-16,0 0-4 16,0 0 2-16,4 0-1 15,-4 0-5-15,0 0 1 16,0 0-1-16,0 0 2 0,4-13 1 15,0-2 0-15,5-7 4 16,3-9-1-16,0-8-6 16,8-8 0-1,5-11 0 1,4-10 1-16,0-3-3 0,0 3 0 16,-10 4 0-16,6 14-1 15,-4 7-1-15,-9 12 4 16,-4 6 2-16,-4 10-2 15,1 6 3-15,-5 0-2 16,4 6 1-16,-4 3-2 16,0-4 0-16,0 4 0 0,0 0-2 15,0 0-1-15,0 0 2 16,0 0-3-16,0 0 3 0,0 0-2 16,0 0 0-16,0 0-4 15,0 0-12-15,0 0-13 16,0 0-7-16,0 0-21 15,0 4-12-15,0 11-83 16,0-9-126-16,0-3-124 16</inkml:trace>
  <inkml:trace contextRef="#ctx0" brushRef="#br1" timeOffset="37723.31">9011 1766 282 0,'0'0'445'0,"0"0"-445"0,0 0 11 0,0 0 0 16,0 0 76-16,0 0-36 15,-29-6-37-15,4 6 2 16,-4 0 12-1,-8 6-28-15,5 12 12 0,-10 4 0 16,9 3 1-16,0 3 2 16,17-1 7-1,0 1-9-15,8 0-13 16,8 3 0-16,0-3-2 16,0 2 4-16,8-8 1 15,12-4-3-15,5-9 0 16,-1-2 0-16,9-5 5 15,5-2 6-15,-2 0-2 16,1 0-6-16,-4-9 0 0,-4-3-3 16,-5 3-10-16,-12-4-45 15,-12 7-79-15,0 0-65 0,0 6-129 16</inkml:trace>
  <inkml:trace contextRef="#ctx0" brushRef="#br1" timeOffset="38241.18">8838 1966 529 0,'0'0'238'0,"0"0"-238"15,0 0 3-15,0 0 91 16,0 0-14-16,0 0-50 16,-4-15-27-1,4 15-1-15,0 0-2 16,8-6 9-16,9 0 10 15,2-1-6-15,2 5-5 16,0-2-5-16,3 4 0 16,-7 0-2-16,-5 0-1 15,1 0-3-15,-5 0 2 0,-4 0 0 16,-4 0 1-16,0 0 1 16,0 0 0-16,0 0 3 15,0 0 1-15,0 0 6 0,0 0 5 16,0 0 4-16,0 0-8 15,0 0-9-15,0 0-3 16,0 0 0-16,0 6-7 31,0 4 7-31,0 11 2 0,0 10-2 16,4 6 0-16,-4 9 0 16,0 7 16-16,0 2 1 15,0-2-11-15,4-1 3 16,-4-9-4-16,0-9-4 15,0-12 3-15,0-16-3 16,0 0 3-16,0-6 1 0,0 0-1 16,5 0 6-16,-5 0 3 15,0-12-13-15,-13-7-26 16,-3 7-194-16,3 6-544 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6:25:09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3796 4420 136 0,'0'0'41'0,"0"0"-36"16,0 0-1-16,0 0 41 15,0 0 3-15,0 0-5 16,0 0-10 0,0 0-10-16,-4 0 10 15,4-3-2-15,0 0-11 16,0 3 10-16,0-3-12 0,0 3-4 15,0-3 5 1,0 0-1-16,0 3-2 0,-4-3 7 16,4 0-4-1,0-1 14-15,0 1 3 0,0 3-13 16,0-3-9-16,-4 0-2 0,4 3 7 16,0 0 12-16,0-3-1 15,0 3 2-15,0 0-9 16,0 0-4-16,0 0-4 15,0 0 4-15,0 0 1 16,0 0-2 0,0 0-5-16,0 0-4 15,0 0-5-15,0 0-3 16,0 0-1-16,0 0-1 16,0 0 0-16,0 0 0 15,0 0-1-15,0 9 2 16,0 10 5-16,0-4 4 0,0 10-4 15,0-1 1-15,0 4 3 16,0 0-4-16,0 3 1 16,0 0 2-16,0 0 7 0,0 0-2 15,0-7-2 1,0 1-5-16,0-7 2 0,0-5 1 16,0-5-2-16,0-1-5 31,0-7 0-31,0 0 2 0,0 0-2 15,0 0-1-15,0 0 2 16,0 0-2-16,0 0 0 16,0 0-1-16,0 0-1 15,0 0-15-15,0 0-16 16,0 0-33-16,0 0-59 16,0 0-152-16</inkml:trace>
  <inkml:trace contextRef="#ctx0" brushRef="#br0" timeOffset="565.54">3629 4617 254 0,'0'0'268'0,"0"0"-190"0,0 0-59 16,0 0 52-16,0 0 20 0,0 0-7 16,0-6-28-16,0 6-3 15,0-3-5-15,0 3-8 16,0-3-10-16,7 0-8 16,18-3 7-16,4-1-10 31,8-2-4-31,4 3-1 0,0-3-7 15,0 6 1-15,-4 0-1 16,-8 3-3-16,-9 0 0 16,-8 0-2-16,-8 0-1 15,0 0-1-15,-4 0 3 16,0 0 2-16,0 0 1 16,0 0-3-16,0 0-3 0,0 0-6 15,0 0-34-15,0 0-32 16,0 0-27-16,0 0-91 15,0 0-60-15,0 0-334 0</inkml:trace>
  <inkml:trace contextRef="#ctx0" brushRef="#br0" timeOffset="3358.47">4146 4586 244 0,'0'0'42'0,"0"0"-30"16,0 0 44-16,0 0 17 0,0 0-10 15,0 0-20-15,0 0-2 31,0 0 5-31,0 0-3 16,0 0-3-16,0 0-5 16,0 0 2-16,0 0-1 15,0 0-10-15,0 0 0 16,0 0-4-16,0 0-2 0,0 0-6 16,0 3-4-16,0-3 7 15,0 0 3-15,0 0 17 16,0 0-8-16,0 0-11 15,8 0 10-15,4 0-3 16,1 0-4-16,3 0-9 0,-3 0 7 16,2 0-3-16,2 0-7 0,3 0-4 15,1 0 1-15,0 0 0 16,8 0-4-16,3 0 3 16,1 0-3-16,8 0 0 15,-4 0-2-15,8 0 1 16,4 0-1-16,1 0 1 15,-1 0-1 1,0 0 2-16,9 0-2 16,-5 0 0-16,0 0-2 15,1 0 4-15,-9 0-1 16,-4 0-1-16,-4 0 0 16,-5 0 1-16,1 0-1 15,0 0 0-15,0 0 0 16,1 0 1-16,-2 0-1 0,1 0 0 15,4 0 1-15,-4 0-1 0,-1 0 0 16,5 0 0-16,-4 0 2 16,4 0-2-1,-4 0 0-15,0 0 0 16,0 0 0-16,0 0 1 0,4 0-1 16,-5 0 0-1,-3 0 1-15,4 0-1 16,0 0-1-16,-5 0 1 15,5-3 0-15,4 1 1 16,0 2-1-16,4 0 0 16,-4-4 0-16,4 4 1 15,-3 0-1-15,10-3 1 16,-2 3-1-16,7-6 0 0,0 0 0 16,-3 3-1-16,-5 0 1 15,0 0 0-15,0 0-1 16,-4-4 1-16,-4 4 0 15,0 0 0-15,0 0-1 16,-4 3 1-16,3-6 1 16,1 3 0-16,1 0-1 0,-1-4 0 15,-1 7 0-15,-3-5 0 0,0 5 0 16,0-4 0-16,0 1 0 16,-1 3 1-16,6-3-2 15,-1 3 2-15,0-6-1 16,-5 3 0-16,1 3 0 15,4 0 0 1,1-3 1-16,-6 3-1 16,5-3 0-16,0 3 0 15,0 0 0-15,-1 0 0 16,6 0 1-16,-9 0-1 16,0 0 0-16,-1 0 0 15,-3 0 0-15,0 0 0 16,-4 0 1-16,-1 0-2 0,-3 0 1 15,7 0 0-15,-7 0 1 16,8 0-1-16,-5 0 0 16,1 0 1-16,3 0-2 0,1 0 1 15,-4 0 0-15,8 0 0 16,-4 0 1-16,3 0-1 31,-3 0 0-31,4 0-1 16,0 0 1-16,0 0-2 0,-1 0 2 15,-3 0 1-15,4 0-1 16,-8 0 0-16,0 0-1 16,-6 0 0-16,6 0 1 15,-4 0 1-15,4 0 0 16,-5-3-1-16,1 3 0 0,0-7 0 16,2 4 0-16,-2 1 0 15,4-1 0-15,0-1 2 16,4 1-2-16,3 3 1 0,1-3 0 15,4 3 1 1,4-3 0-16,0 3-1 16,-12 0 3-16,-9 0 1 15,-12 0-3 1,-3 0 1-16,-5 0 2 16,0 0 9-16,0 0 6 15,0 0-9-15,0 0-5 0,0 0-2 16,0 0-4-16,0 0 0 15,0 0-11-15,0 0-11 16,0 0-16-16,-13-3-47 16,5 3-100-16,-4-3-168 0</inkml:trace>
  <inkml:trace contextRef="#ctx0" brushRef="#br0" timeOffset="4178.54">8472 4340 278 0,'0'0'78'0,"0"0"-36"16,0 0 39-16,0 0 15 0,0 0-44 16,0 0-20-16,0 0-7 15,4 0-2-15,-4 0 11 16,0 0 13-16,0 0 11 15,0 0-2-15,0 0 7 16,0 0-2-16,0 0-21 0,4 0-11 31,9 0-3-31,-1 0-2 16,9 0 12-16,8 0-7 16,3 0-12-16,5 0-10 0,0 6-5 15,-4 0 1-15,3 1-3 16,-2 2-1-16,-10 0 1 15,-7-3 0-15,-5 0-2 16,-3-3-1-16,-9-3 1 0,0 0 1 16,0 0 1-16,0 0 0 15,0 0 0-15,0 3 0 16,0-3 0-16,0 4-1 16,0-4-3-16,0 0-3 15,0 0 1-15,0 0 1 16,0 0 4-1,0 0-1-15,0 0 1 16,0 0-1-16,0 0 2 16,0 6 0-16,0 0-2 15,0 3 2-15,0 3 0 16,0-2 1-16,-13 2 0 16,-8-3-1-16,1 1 0 0,-5 2 7 15,-3-3-5-15,-1 0 4 16,4-3-4-16,13-2 6 0,4-1-2 15,-1-1-5-15,5-2 0 16,4 0-1-16,0 0-1 16,0 0-2-16,0 0-4 15,0 0-2-15,0 4-13 16,0-1-12-16,0 0 1 0,0 0-24 16,0 0-43-16,0 0-31 15,0-3-4-15,0 0-95 16,0 0-28-16</inkml:trace>
  <inkml:trace contextRef="#ctx0" brushRef="#br0" timeOffset="5097.56">8994 4473 463 0,'0'0'134'0,"0"0"-113"0,0 0 21 16,0 0 40-1,0 0-12-15,0 0-15 16,20 0-7-16,-4 0-5 16,5 0-13-16,4 0-4 15,-1 0-8-15,5 0-7 16,-1 0-4-16,-3 0-2 16,-4 0-3-16,-5 0-2 15,-7 0 0-15,-9 0 2 0,0 0-2 16,0 0 5-16,0 0-4 15,0 0-1-15,0 0-34 16,0 0-33-16,-9 0-76 0,1 0-72 16,4 0-103-16</inkml:trace>
  <inkml:trace contextRef="#ctx0" brushRef="#br0" timeOffset="5821.29">9313 4374 552 0,'0'0'65'0,"0"0"-57"15,0 0 62 1,0 0 18-16,0 0-38 0,0 0-34 15,0 0-3 1,-131-34 0-16,106 34-4 0,2 0 2 0,-6 0-2 16,0 0-1-1,0 6-1-15,0 7 1 16,5-8-2-16,3 5-3 0,5 2 1 31,-1-3-2-31,5 4 1 16,4-1-3-16,-1 0 1 15,5 1-3-15,0 2 2 0,0-2 0 16,4 2 1-16,0-3 5 16,0 1 0-16,0-1 0 15,0-3-4-15,0 3-1 16,0 1-1-16,0-4 1 16,0 0 5-16,4 3-3 15,4-5-1-15,-4 2 2 0,5-3-3 16,3 0 5-16,5 1-4 15,-1-1 6-15,1 0-3 16,3-3 1-16,4 0-1 16,1-3 2-16,4 0-2 0,0 0-2 15,4 0-1 1,-1 0-1 0,1 0 1-16,0 0-2 0,0-3 2 15,-5-3-1 1,1-3-1-16,-4 2 0 15,-9 1 2-15,-3 0 4 0,-5-3 10 16,0-1 17-16,-4-2 14 16,-4-3-3-16,0-4-16 15,0-3-1-15,0-5-11 0,-4-4 0 16,-16 1-1-16,-9 2-15 16,-4 3-6-16,-3 7-13 15,-6 5-17-15,1 7-76 16,20 6-149-16,13 0-467 15</inkml:trace>
  <inkml:trace contextRef="#ctx0" brushRef="#br0" timeOffset="8360.4">3719 5036 94 0,'0'0'278'0,"0"0"-228"15,0 0-40-15,0 0 54 16,0 0-15-16,0 0-21 15,0 0-10-15,-4-5 10 16,4 5 1-16,0-4-2 16,0 4-1-16,0 0-6 15,0 0-3-15,0 0 4 0,0 0-8 16,0 0-8-16,0 0 1 16,0 0-1-16,0 0 1 0,0 0-1 15,0 0 2-15,0 0 0 16,0 0-6-16,0 0 1 15,0 0-2-15,0-3-10 16,8 3-34 0,-4 0-34-16,8 0-30 15,-3 0-46-15,-1 0 75 16,-4 0 18-16,0 0 28 16,0 0 20-16,-4 0 13 15,0 0 0-15,0 0 19 16,0 0 36-16,0 0 14 15,0 0-12-15,0 0-9 0,0 0 2 16,0 0-13-16,0 0-25 16,0 0-10-16,0 0-2 15,0 0-1-15,0 0 1 16,0 0 9-16,0 0 3 0,0 0 6 16,0 0 8-16,0 0 3 31,0 0-12-31,0 0-11 15,0 0-3-15,0 0 0 16,0 0 2-16,0 0-1 0,0 0 1 16,0 0 4-16,0 0 8 15,0 0 6-15,0 0 5 16,0 0-2-16,0 0-7 16,0 0-6-16,0 0-9 0,0 0 0 15,0 0 0 1,0 0-2-16,0 0 2 15,0 10-4-15,0 5 2 0,0 6 9 16,0 4-1 0,0 9-3-16,0 0 3 15,0 6-2-15,0 0-4 16,0-3 4-16,0-3 12 0,4-3 3 16,-4-6-12-1,0-7 2-15,0-6 4 16,0-2-1-16,0-7-1 15,0 0-8-15,0-3-5 0,0 3 1 16,0 3-2-16,0-3 1 16,0-3-2-16,0 0-16 0,0 0-61 15,0 0-80-15,0 0-91 16</inkml:trace>
  <inkml:trace contextRef="#ctx0" brushRef="#br0" timeOffset="8746.58">3629 5299 516 0,'0'0'131'0,"0"0"-112"16,0 0 46-16,0 0 37 16,0 0-28-16,0 0-36 15,0 0-20-15,0-19 1 16,15 16 13-16,10-3 6 16,8-4-11-16,4 8-9 0,1-1-6 15,-6 3-8-15,-3 0-3 16,-9 0 1-16,-3 0-2 15,-9 0 0 1,-8 0-2-16,0 0-7 0,0 0-16 16,0 0-48-16,0 0-76 15,0 0-66 1,-4 0-253-16</inkml:trace>
  <inkml:trace contextRef="#ctx0" brushRef="#br0" timeOffset="35054.48">3990 5274 363 0,'0'0'120'15,"0"0"-99"-15,0 0-1 0,0 0 31 16,0 0-12-16,0 0-13 16,0 0 0-16,0 3 1 15,0-3 11-15,0 0 12 16,8 0-2-16,4 0 21 0,5 3-24 15,3-3-14 1,8 0-1 0,1 0-6-16,8 0-9 15,1 0-8-15,6 0 0 16,2 0-7-16,3 0 4 0,8 0-1 16,9-12 0-16,12 5-2 15,4 2 1-15,12-2-2 16,13 1 1-16,9 0 0 15,19 0-1-15,5-4 0 16,-1 1 0-16,1 0 0 0,-17 0 1 16,-9 0-1-16,-10 2 3 15,-18 1-3-15,-13 3 0 16,-7 0 1-16,0 0-2 16,-5 3 0-16,1-6 1 15,-1 3 0-15,1-3 2 0,3-4-4 16,6 4 2-16,-2 3 0 15,1-3 0-15,4 6 0 16,-8 0 0-16,0-3 0 16,-9 3 1-16,-8 0-2 15,-4 0 1-15,-4 0 0 16,5 0-3 0,-5 0 6-16,-1-3-3 15,6 3 2-15,-9-3-2 16,7 3 0-16,-2 0 0 0,3 0 1 15,4 0-2 1,-4 0 2-16,5 0-1 0,-5 0 0 16,0 0 1-16,0 0-4 15,-3 0 6-15,-6 0-4 16,1 0 1-16,-4 0 0 0,-8 0 0 16,-9 0 0-16,1 0 0 31,-10 0 0-31,1 0 0 0,1 0 0 15,-1 0-1 1,0 0 1-16,5 0-1 0,7 0 2 16,1 0-1-16,4 0 0 15,0 0 0-15,2 0 1 16,2 0-1-16,0 0 0 0,-8 0-1 16,0 0 1-16,-9 0 0 15,4 3-1-15,-4-3 1 16,0 0 0-16,5 3 1 15,-1-3 0-15,5 0-1 16,0 0 1-16,-1 0-2 16,0 0 1-1,-3 0 0-15,-1 0 1 16,1 0 3-16,-9 0-3 0,4 0 0 16,-7 0 2-16,-1 0-1 15,4 0 0-15,0 0-2 16,5 0 0-16,7 0 1 0,-4 0 0 15,0 0-2-15,1 0 1 16,-1 0 0-16,-7-3 0 16,-5 3 1-16,-4 0-1 15,0 0 8-15,0 0 7 16,0 0 4-16,0 0-12 16,0 0-5-1,4 0 1-15,0 0-3 0,0-3 2 16,4 3 1-1,1-4-3-15,-1 4 2 0,-4-3-2 16,-4 3 1-16,0 0 3 16,0 0-4-16,0 0 1 15,0 0 0-15,0 0 0 16,0 0-1-16,0 0 0 0,0 0-3 16,4 0 3-16,-4 0 0 15,4 0 0-15,1 0 0 16,-5 0 0-16,0 0 1 15,0 0-1-15,0 0 0 16,0 0-1 0,0 0-1-16,4 0-5 0,4 0 1 0,4 0 4 15,4 0 1-15,0 0-2 16,1 0 1-16,-5-3 0 16,5 0 0-16,-9 3 0 0,5-3 4 15,-5 0-2-15,-8 3 0 16,0 0-2-16,4 0 2 31,0 0-1-31,0 0 4 0,4-3-5 16,-3 3 4-1,-5-3-2-15,0 3 1 0,0 0-1 16,0 0-8-16,0 0-13 16,0 0-36-16,0 0-53 15,-5 0-25-15,-3 0-7 16,4 0-61-16,0 0-105 0</inkml:trace>
  <inkml:trace contextRef="#ctx0" brushRef="#br0" timeOffset="35755.18">8522 4968 148 0,'0'0'345'15,"0"0"-286"-15,0 0-42 16,0 0 56-16,0 0 14 0,0 0-34 16,0 0-19-1,-4-2 5-15,4 2 1 0,0 0-8 16,0 0 1-1,0 0-11-15,0 0-7 0,0 0 1 16,0 0-6-16,12 0-8 0,9 0 18 16,-1 0 7-16,4 2-13 15,5 8-10-15,0 3-3 16,0-1 1-16,-4-3-2 16,-2-3 0-16,-2 7 3 15,-4-5-2-15,-5 2-2 16,-4-7-4-16,-8 0 2 0,0-3-1 15,0 0 1-15,0 3-1 16,0-3 2-16,0 0-1 16,0 0 2-16,0 0-3 15,0 3-3-15,0 6 1 0,-8 4 5 16,-8 8-3-16,-9 4 4 31,1 0 10-31,-5-4-8 16,4 1 0-16,0-1 2 0,1-2-4 15,3-7 3 1,5 0-2-16,4 1-1 0,8-4-31 16,0-3-41-16,4 1-21 15,0-7-95-15,0 0-66 16</inkml:trace>
  <inkml:trace contextRef="#ctx0" brushRef="#br0" timeOffset="36873.99">9154 5031 202 0,'0'0'182'0,"0"0"-109"15,0 0-58-15,0 0 44 16,0 0-3-16,0 0 2 16,0 0-4-16,7-7-11 0,-7 7-1 15,0 0 11-15,0-3 3 16,-4-3-24-16,-7 3-14 16,-6 0 1-16,-3 0-7 0,-5 0-2 15,0 3-5-15,-8 0 9 16,9 0-10-16,-5 0 2 15,5 0 3-15,7 0 0 16,0 0 3-16,9 0-7 0,-4 0-5 16,4 0-9-1,-1 12 4-15,5 0-1 0,0 7 5 16,0-4 2-16,1 3 4 16,3 4-3-16,0-3-1 15,0 2-1-15,0 1-3 16,0-4 3-1,7 1 0-15,10-1 1 16,3-2 11-16,1-1-8 16,0-3-1-16,8-5-1 15,-5 2-2-15,0-3 0 16,1-3 0-16,0 0-1 16,-5-3-2-16,5 0 3 0,-8 0 0 15,2 0-1-15,-2 0 2 16,-1 0-1-16,5 0 2 15,0-9-2-15,-1-3 1 16,5-7-1-16,-4 4 0 0,3-7 0 16,-4 1 2-16,-3-4-1 15,-9 0 1-15,0 1 2 32,-3-1 4-32,-5 0 3 0,0-3 20 15,0 4-5-15,-13 5-20 16,-8-2 22-16,-3 9-6 15,-4-1-18-15,-1 1 1 16,-8 9-5-16,-5 3-2 16,-2 0-1-16,-2 0-70 15,5 0-65-15,33 0-26 0,-1 0-153 16</inkml:trace>
  <inkml:trace contextRef="#ctx0" brushRef="#br0" timeOffset="37575.94">8990 5107 409 0,'0'0'161'0,"0"0"-131"16,0 0 37-16,0 0 43 15,0 0-32-15,0 0-16 0,-4 0-13 16,4 0-16-16,0-3-1 16,0 3-6-16,0 0-8 15,0 0-12-15,0 0 6 16,8 0-12-16,4 0 4 15,8 0 7-15,9 0-6 16,-4 0-1-16,4 0-4 0,8 0 0 16,-9 0 1-16,5 0 2 0,-4 0-1 15,-8 0-1-15,-9 0 0 16,-4 0-1 0,-8 0 2-16,0 0 1 15,0 0 4-15,0 0-7 0,0 0-17 16,0 0-49-1,-16 0-47-15,12 0-72 16,-5 0-298-16</inkml:trace>
  <inkml:trace contextRef="#ctx0" brushRef="#br0" timeOffset="39784.92">3838 5860 257 0,'0'0'152'0,"0"0"-113"0,0 0-33 15,0 0 113-15,0 0-27 16,0 0-37 0,0 0-9-16,8 0 4 0,-8 0-2 15,0 0 3-15,0 0-19 16,0 0-4-16,0 0-12 15,0 0 8-15,0 0-12 0,0 0-10 16,0 0-2-16,0 3-2 16,0 3-6-16,0 6-2 15,4 10 10-15,-4-1 3 16,0 4-1-16,0-3-1 16,0 2 3-16,0 4-4 0,0-6 3 31,0-4-1-31,0-3-1 15,0-8 2-15,0 2-3 0,0-6 0 16,0 3 2 0,0-3-2-16,0 0 0 0,0-3 4 15,0 0-4-15,0 0 0 16,0 0-27-16,0 0-37 16,0 0-29-16,0 0-19 0,0 0-55 15,0 0-76-15</inkml:trace>
  <inkml:trace contextRef="#ctx0" brushRef="#br0" timeOffset="40117.42">3629 6032 400 0,'0'0'85'0,"0"0"-77"0,0 0 28 16,0 0 64-16,0 0-51 0,0 0-20 15,-4 0-12-15,15 0 32 16,10 0 33-16,8 0-35 16,4-3-25-16,8 3-1 15,4-6-5-15,0 6 3 16,0-6-10-16,-8 6-6 15,-13 0 2-15,-7 0-4 0,-13 0-1 16,-4 0 0-16,0 0-4 16,-4 0-48-16,-13 0-147 0,1 0-194 15</inkml:trace>
  <inkml:trace contextRef="#ctx0" brushRef="#br0" timeOffset="41718.11">4125 5946 192 0,'0'0'104'0,"0"0"-74"16,0 0 48-16,0 0 21 15,0 0-27-15,0 0-27 0,0 0-21 16,-12 6-10-16,12-6-4 15,0 0 2-15,0 0 10 16,0 0-3-16,0 0 0 0,4 0 11 16,8 6 22-1,5-6 3-15,12 0-18 0,4 0-8 16,7 0-9-16,14 0-4 16,7 0 2-16,9 0-9 15,7 0 2-15,2 0-5 0,3 0-1 16,0 0-4-16,-4 0-1 15,5 0 1-15,-6 0 1 16,2 0-1-16,2 0-1 16,-2 0 1-16,7 0 0 15,-5 0-1 1,10 0 0-16,-5 0 0 16,1 0 0-16,-1 0-1 15,-9 0-7-15,-2 6 5 16,-2-3 1-16,5 4-2 15,0-1-6-15,1-6 0 16,-2 0-1-16,-3 0 8 16,-4 0-3-16,0 0 6 0,-5 0-1 15,5 0 2-15,0-6-2 16,-4 3 1-16,3-4-1 0,-3 1 1 16,4 3 0-1,0 0 0-15,-4 0 1 0,-5 3 0 16,-3 0 0-16,-10 0-1 15,-6 0-10-15,-1 0-2 16,-8 0 7-16,3 0 2 0,-7 0 2 31,0 0 2-31,4-3-2 16,-4 0 1-16,7 3-1 16,-3-3 2-16,9-1-1 15,-1 4 0-15,4-2 3 16,0-1-3-16,0 3 0 15,4-4 2-15,-3 4 0 0,-1-3 2 16,-9 3 0 0,-3-3-4-16,-4 3 1 0,-4-3-1 15,-4 3 0-15,-2 0 0 16,2 0 1-16,-9-3-1 0,5 3-2 16,-5 0 2-16,-3-3 2 15,3 3-2-15,0 0 2 16,1 0-2-16,-1 0 0 0,5 0 0 15,-2 0 0 1,2-3 0-16,8 0 0 0,-13 0 1 16,5 3-1-16,-5-3 0 31,-8-1 1-31,4 4-2 0,-4 0 1 16,-4 0 0-16,0 0 0 15,0 0 5-15,0 0-4 16,0-3-1-16,9 3 0 15,-5-2 1-15,12 2 0 16,-4-3-1-16,8-1 1 16,1 4-1-16,4-6 1 0,0 6-1 15,0-6 2-15,-9 6 10 16,4-3-1-16,-8 0-3 16,5 3 1-16,-5 0-5 15,-4-3-3-15,5 0 0 16,-5-4-1-16,-4 7 3 0,0 0-2 31,5 0 0-31,-9 0 1 16,4 0-1-16,-4 0 1 15,0 0 0-15,0 0 1 16,0 0-3-16,0 0-17 16,0 0-9-16,0 0-2 0,0 0 12 15,0-3 8-15,4 3-5 16,4 0-2-16,0-3 14 0,5 0-2 15,-5 3 0 1,-4 0-23-16,-4-3-25 0,0 3-37 16,0-3-94-16,0 3-196 15</inkml:trace>
  <inkml:trace contextRef="#ctx0" brushRef="#br0" timeOffset="42391.18">8460 5749 404 0,'0'0'159'16,"0"0"-117"-16,0 0-5 0,0 0 32 15,0 0-7-15,0 0-26 16,-13-7-6-16,13 7-21 16,0 0-9-16,0 0 25 15,0 0-8-15,0 0-6 16,0 0-3-16,0 0-5 15,0 0-2 1,4 0 5-16,9 0-3 16,3 7 27-16,5 2-7 0,4 3-7 15,4-3-3 1,3 1-8-16,5-1 4 0,0 0 0 16,-4 1-3-16,3-5 0 15,-15 2-5-15,4-1 2 16,-17 0 0-16,-4-3-3 0,-4-3 0 15,0 3 0-15,0-3 0 16,0 0 1-16,0 0-1 16,0 0 0-16,0 3-1 15,0-3 1-15,0 0-5 16,0 3 3-16,4 0-5 16,1 4 6-1,-1-4-1-15,-4 0 0 16,0 3-17-16,0 3 3 15,0 0 6-15,-17 4 7 16,-3-4-1-16,-5 0 8 16,1-2 11-16,7-2-12 0,5 2-3 15,8-7-9-15,0 3-37 16,4-3-34-16,0 3-34 16,0-3-27-16,0 0-73 0,0 0-83 15</inkml:trace>
  <inkml:trace contextRef="#ctx0" brushRef="#br0" timeOffset="43062.21">8850 5832 465 0,'0'0'94'0,"0"0"-65"16,0 0 66-16,0 0-31 15,0 0-29-15,0 0-14 16,0 0 4-16,5 0-5 15,6 0 7-15,10 0-2 16,-1 0-14-16,9 3-4 16,4-3-5-1,4 3-2-15,4 0 1 16,4 0-2-16,-3 3 3 16,-10-3 1-16,-12-3-3 15,-7 3-1-15,-13 1-1 16,0-4-7-16,0 0-24 15,-21 0-23-15,0 0-73 0,10 0-116 16</inkml:trace>
  <inkml:trace contextRef="#ctx0" brushRef="#br0" timeOffset="43678.81">9207 5718 269 0,'0'0'189'16,"0"0"-144"-1,0 0-36-15,0 0 97 16,0 0-29-16,0 0-37 15,-86-56 8-15,61 53-18 16,1 3 0-16,-1 0-13 16,-4 0-7-16,1 0 3 15,-1 0 4-15,-4 9 6 0,4 4-3 16,0 5-15-16,1 1-5 16,7 2-5-16,-3 4 4 15,11 0 0-15,-3 3-1 0,3-1 2 16,5-2 0-16,0 2 0 15,8-5 0-15,0 3-2 16,0-4 2-16,0-2 0 31,12 2 5-31,13-2 6 0,-4 0-9 16,8-7 1-16,0-3-2 16,7 0 2-16,-3-3 0 15,12-2 3-15,0-4-4 16,8 0 1-16,1 0-2 15,-1 0 0-15,-4-7-2 16,-3-8 2-16,-6-3 0 0,2-7 3 16,-13-3-2-16,-5-3 3 15,-15-3 12-15,-9-6 31 16,0-3-22-16,-46 0 9 16,-16 3-29-16,-20 6-6 15,-16 9-21-15,49 25-102 0,7 0-220 16</inkml:trace>
  <inkml:trace contextRef="#ctx0" brushRef="#br0" timeOffset="45600.67">3756 6442 81 0,'0'0'245'0,"0"0"-207"15,0 0-30-15,0 0 14 16,0 0 21 0,0 0-21-16,0 0-13 15,0 0-2-15,0 0 8 16,0 0 15-16,0 0 4 15,0 0-9-15,0 0-5 16,0 0-2-16,0 0-3 16,0 0-15-16,0 12 34 15,0 7-15-15,4 3-11 0,-4-1 9 16,0 4-5-16,4-1-2 16,-4-2-4-16,0 0-1 0,0-4-3 15,0-6 1 1,0-5 0-16,0-4 2 15,0-3-5-15,0 0 3 16,0 0-3-16,4 0-46 0,-4 0-109 0,0 0-90 16</inkml:trace>
  <inkml:trace contextRef="#ctx0" brushRef="#br0" timeOffset="45934.06">3644 6563 253 0,'0'0'291'16,"0"0"-248"-16,0 0-39 15,0 0 24-15,0 0-5 0,0 0-7 16,46 0 8-16,-13 0 11 16,4 0-19-16,-5 0-9 15,5 0-3-15,-4 0 0 32,0 0-3-32,-4-4 2 0,-5 4-3 15,-3 0-4-15,-5 0-64 16,-16 0-87-16,0 0-137 15</inkml:trace>
  <inkml:trace contextRef="#ctx0" brushRef="#br0" timeOffset="47275.31">3990 6547 198 0,'0'0'87'16,"0"0"-76"-16,0 0 52 15,0 0 32-15,0 0-21 16,0 0-47-16,-13 0-12 16,13 0 25-16,0 0 16 0,0 0-5 15,0 0-1-15,0 0-10 16,8 0-24-16,9 0-7 15,4 0 34-15,3 0-2 16,8 0-7-16,10 0-18 0,-1 0-11 16,0 0 0-1,4 0-1-15,0 0-3 0,9 0 0 16,7 0-1 0,1 0 0-16,7 0 2 15,2 0-2 1,2 0 0-16,14 0 0 0,-1 0 0 15,8 0 0-15,1 0-2 16,-9 0-7-16,0-3-1 16,-16 3 9-16,-4 0-3 15,-5 0 4-15,-7 0-1 0,-5 0 2 16,-4 0-1-16,4 0 0 16,1-3 0-16,3 0 2 15,0 0 0-15,0 0-2 16,5-1 1-16,0 4-1 15,-6 0 0-15,6 0 0 16,-8 0 0 0,-6 0 0-16,2 0-2 15,-5 0 2-15,-5 0 0 16,-3 0 0-16,5 0-1 16,-5 0 1-16,-1 0 0 15,5-3 0-15,0-3 1 16,-4 3 0-16,8 0-1 0,-4 3 0 15,4-3 0-15,-4 3 0 16,4-3 0-16,-8 3 0 0,0 0 0 16,0 0 1-16,-1 0-2 15,1 0 2-15,0 0-2 16,0 0 0-16,-4-3 1 16,3 3 2-16,1 0-2 15,9 0 0-15,-1 0 0 0,3 0 1 16,6 0-1-16,0 0 0 15,2 0 0-15,2 0 0 16,-1 0 1-16,0 0-1 16,1 0 8-16,-5 0-6 15,0 3 1-15,-3-3-3 16,-2 0 0 0,6 0 0-16,0 0 1 15,-6 0-1-15,-3 0 2 0,1 0-2 16,-13 0 0-16,0 0 0 15,-2 0 0-15,-10 0 1 16,4 0-1-16,-5 0-1 16,-3 0 1-16,3 0 1 15,-3 0-1-15,7 0 0 0,-4 0 0 16,4 0-1-16,1 0 0 16,0 0 1-16,4 0 0 15,3 0 2-15,0 0-3 16,1 0 1-16,4-6 0 15,0 2 0-15,1 2 0 16,2 2 0 0,1-3 0-16,-4 3 0 15,0-4 3-15,-9 1-3 16,5 0 3-16,-13 3-2 0,-3-3 0 16,-1 0-2-1,-4 0 2-15,5 3-1 0,3-3 1 16,1 3-1-16,-2 0 2 15,-2-3-2-15,-1 3 2 16,-8 0-2-16,0 0 0 0,-4 0 2 16,0 0 8-16,0 0-3 15,0 0-7-15,-12-3-33 16,0 3-114-16,-1-3-109 16,6 3-85-16</inkml:trace>
  <inkml:trace contextRef="#ctx0" brushRef="#br0" timeOffset="47842.2">8579 6343 413 0,'0'0'85'16,"0"0"-73"-16,0 0 56 31,0 0 7-31,0 0-21 0,0 0-5 0,0 0 8 31,0-5-7-31,0 5 12 16,0 0-3-16,0 0-19 0,0 0-19 15,0 0-8-15,0 0-8 16,0 0-1-16,0 0 0 0,8 0-3 16,4 5 9-1,5 5-4-15,-1-1-3 0,1 0 0 16,-1 1-2-1,5-1-1-15,-4 3 0 0,-5-5 0 0,-5-2 1 16,6 2 0-16,-5-7-1 16,-4 6 1-16,0-6-1 15,-4 3 2-15,0-3-2 16,0 0 0-16,0 0 1 16,0 0-1-16,0 0 0 15,4 0-9 1,0 0-20-16,1 0-13 15,7 3-6-15,-4-3-13 16,5 0-29-16,-1 0-13 16,-12 0-39-16,0 0-67 0</inkml:trace>
  <inkml:trace contextRef="#ctx0" brushRef="#br0" timeOffset="48225.77">8764 6445 272 0,'0'0'169'0,"0"0"-109"16,0 0-42-16,0 0 59 16,0 0-24-16,0 0-32 0,-25 12-16 15,12-2 22-15,-2-1 16 16,-6 7-1-16,5-4-13 16,-5 0 1-16,9 0-17 0,-1 1-11 15,9-7 3 1,0 3-5-16,0 0-16 0,4-6-39 15,0 4-18-15,0-4 8 16,0 0-26-16,0 3-17 0,0-6-34 16</inkml:trace>
  <inkml:trace contextRef="#ctx0" brushRef="#br0" timeOffset="48841.99">8978 6430 320 0,'0'0'157'16,"0"0"-135"-16,0 0 8 0,0 0 71 15,0 0-46-15,0 0-13 16,-5 0 1-16,5 0-10 16,0 0-4-16,0 0-13 15,0 0 2-15,0 0-5 16,0 0-8-16,0 0 9 15,0 0-9-15,5 0 3 0,11 0 12 16,1 0-11 0,10 0 5-16,2 0-9 15,-4 0-2-15,0 0 2 16,-8 0-5-16,-1 0 1 16,-12 0 0-16,-4 0-1 15,0 0 0-15,0 0-7 16,0 0 0-16,0 0-18 15,0 0-24-15,0 0-21 0,0 0-13 16,0 0-116-16,0 0-88 16</inkml:trace>
  <inkml:trace contextRef="#ctx0" brushRef="#br0" timeOffset="49611.06">9261 6347 287 0,'0'0'11'16,"0"0"16"-16,0 0 45 16,0 0 40-16,0 0-93 15,0 0 16-15,-50-28 25 0,29 25-6 16,1 3-24-16,0 0-9 16,-9 0 15-16,4 0-1 15,-4 0-5-15,-8 0-8 16,9 0-4-16,-5 0 9 15,8 0-14-15,1 0-1 0,-1 3-8 16,4 6 0-16,10 1 5 31,-6-1-9-31,9 0-4 0,0 3-3 0,-1 4 2 32,5-4 3-32,4 1 2 15,-4-1 2-15,0 3 1 16,4-2 2-16,-4-1-10 0,4 0 6 15,0-3-1-15,0 1 3 16,0 2-2-16,0-3-1 16,16 3 1-16,5 4 1 15,0-4 6-15,3 3-5 0,-4-2-2 16,5-1-1 0,0-6-2-16,4 1 2 0,3-7 2 15,1 3-1-15,4-3 1 0,-4 0-2 16,-4 0 0-1,-1 0 3-15,-3 0-2 0,-5 0 0 16,-3 0 1-16,4-3-2 16,-5-10 9-16,1-5 5 15,2-1 2 1,-2-2 8-16,4-1-6 16,-5 4 0-16,5-4-8 15,-9 3 5-15,-4 4 9 16,-8 3 16-16,0-6 1 15,0 2-9-15,-16-3-32 16,-21 1-9-16,-13-4-21 16,-15 10-47-16,36 9-90 0,0 0-173 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6:41:42.37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4071 10351 71 0,'0'0'265'16,"0"0"-208"-16,0 0-51 15,0 0 51-15,0 0 9 0,0 0-37 32,0 0-9-32,4 3 14 15,5-3 18-15,-1 0-3 0,4 0-4 16,1 0 12-16,3 0-4 15,-3 0-12-15,3 0-16 16,1 0-7-16,3 0 8 16,-4 0-12-16,5 0-1 15,-1 0 3-15,-3 3-15 0,3 3 1 16,1 3 1-16,0 1-1 16,-1 2 0-16,4 0-2 15,5 4 0-15,8 2 2 16,9 1-2-16,7 5 0 15,4-2 0-15,4 6 1 16,1-4 2 0,-4 4-3-16,-1-3 0 15,1 0-2-15,-1-4 2 0,1 1 0 16,0-4 0-16,3 4 5 16,5-7-5-16,-1 1 0 15,1-1 0-15,3-3 0 16,-3 6 0-1,0-5 0-15,-9 2 0 0,1 1 3 16,-9 3-4-16,0-4 1 0,1 3 0 16,-5 1 0-16,4 2 0 15,-8-2 0-15,12-1 2 16,-7 4-1-16,3-4-1 16,-4 1 0-16,4-1 0 31,-3 1 0-31,-6 0-1 0,1-4 1 15,1 3 1-15,-5-5 0 16,-1 2-2-16,1 3 0 16,1-5 1-16,-1 2 0 15,-5-3-3-15,1 4 3 16,-4-4 1-16,4 1 0 0,-4 2-1 0,3-3 0 16,5 1 0-1,0-1 0-15,1 1 0 16,-2-1 0-16,1-3 2 15,4 3 0-15,-8 1-3 0,4-4 1 16,-4 3 0 0,-4 0-1-16,-5 1-1 0,1 2 2 15,-9-3 0-15,4 1 4 0,1-1-7 16,4-2 3-16,-5 2 0 16,9 7 1-16,-1-7-1 15,1 3 0-15,0 1-1 16,-4-4 5-16,4 3-5 15,-8-5 1-15,6 2 0 16,-6-3-1 0,4 3 1-16,4 1 0 15,0-1 0-15,3-3 4 0,5 3-4 16,0 1 0-16,-8-4 0 16,-1 4-2-16,1-7 2 15,-4 3 0-15,-9 0-1 16,1-2 6-16,0-5-7 0,-1 5 2 15,-4-1 0 1,4 0-2-16,-8-3 2 0,9 3 0 16,3-3 0-16,-3 4 4 15,8 2-5-15,-5 0 1 16,5 0 0-16,-1 0-1 16,1-2-1-16,-4 5 2 15,-1-3 0 1,-3 0 2-16,-1 1-6 15,1-1 6-15,7 0-2 16,-4 4 0-16,-3-4 0 16,-1-3 0-16,-3 0-3 15,-5-3 8-15,0 0-9 0,-4 0 4 16,1 0 0 0,-5-3-1-16,4 4 3 0,-4-1-2 15,4-3 1-15,-4 0 1 16,0 0-2-16,0 0 2 0,0 0-2 31,0 0 2-31,0 0-1 0,0 0-2 0,0 0 1 16,0 0-14-16,0 0-32 0,-13 0-93 31,1 0-72-15,8 0-167-16</inkml:trace>
  <inkml:trace contextRef="#ctx0" brushRef="#br0" timeOffset="6801.31">8243 11975 103 0,'0'0'114'15,"0"0"-99"-15,0 0-11 16,0 0 31-16,0 0 10 16,0 0-10-16,0 0-20 0,0 0 10 15,0 0-11-15,0-36-7 16,0 36-1-16,0-4-6 15,4 4-3-15,-4 0 1 16,0 0 0-16,4 0-11 31,0 0 0-31,0 0-18 0,-4 0 6 16,4 0-3-16,-4 0-11 16,0 0 13-16,0 0 1 0,0 0 11 15,0 0 5-15,0 0-14 16,0 0-126-16</inkml:trace>
  <inkml:trace contextRef="#ctx0" brushRef="#br0" timeOffset="16075.49">8201 11916 69 0,'0'0'102'0,"0"0"-63"16,0 0 2-16,0 0 19 0,0 0-29 15,0 0-17-15,0 0 7 16,0 0-1-16,0-2-4 16,0-1 7-16,0 0-6 15,0-1 2-15,0 4-10 0,0-3 20 16,0 3 0-16,0 0-4 16,0 0-8-16,0 0-2 15,0 0-10-15,0 0 1 16,0 0-6-16,0-3 10 15,0 3 10-15,0 0 4 16,0 0 13 0,0 0 3-16,0 0-6 15,0 0-2-15,0 0-22 16,0 0 0-16,0 0-10 16,0 0 0-16,4 0 0 0,-4 0 0 15,0 0 1-15,0 0-3 16,5 0 2-16,-1 0 0 15,4 0 1-15,0 0 2 0,-4 3-3 16,5 4 4 0,-5-1-3-16,8 3-2 0,1-3 2 15,-5 4-1-15,7-2 1 16,-2-1 0-16,3 2-1 16,5-3 3-16,0 3-2 15,-1 0 4 1,1 1-5-16,7 2 0 15,-3-3 0-15,4 4-2 16,-5-1 2-16,1-2 0 16,0-1 2-16,-1 0-3 15,-4-3 3-15,5 6-2 16,-4-5 0-16,4 2-2 16,-5 0 2-16,1-6 1 0,3 3 1 15,5 0-2-15,-4 1 3 16,4-4-3-16,-9-1 0 15,4 2 0-15,-7 2 0 16,-1-3 0-16,1 0 1 16,3 4-2-16,1-7 1 0,0 5 0 15,-1-1 2-15,0-1-2 0,-8-3 0 16,1 0-2 0,-9 3 5-16,0-3-5 0,0 3 2 15,0-3 0-15,0 0 2 16,5 0-2-16,3 0 0 15,-4 0-2-15,5 3 8 16,3 0-6 0,5 0 0-16,-6 0 0 15,2-3-1-15,0 0 1 16,-5 3 0-16,0-3 1 16,-8 0-1-16,1 0 0 15,-5 0 1-15,4 0-1 16,0 0 0-16,4 0 0 15,5 0 0-15,3 0 3 0,5 0-1 16,-2 3-2-16,-2-3-1 0,-1 4 1 16,-3-4 1-16,-5 0-1 15,-4 0 0-15,0 0 0 16,-4 0 0 0,0 0 1-16,0 0-1 0,0 0 0 15,0 0 2 1,0 0-2-16,0 0 0 15,0 0 0-15,5 0 1 16,-5 3-2-16,4-3 1 16,0 3 0-16,0-3-1 15,0 0 0-15,4 0 1 16,-8 0 0-16,4 0 2 16,-4 0-3-16,0 0 1 0,0 0 0 15,0 0 0-15,5 0 0 16,-1 0 0-16,-4 2 1 15,0-2 1-15,0 4-1 0,0-4-1 16,0 0 0 0,0 0 2-16,0 0-1 15,4 0 6 1,-4 0 12-16,0 0-3 16,0 0 6-16,0 0-8 0,0 0 4 15,0 0-1-15,4 0-12 16,-4 0-2-16,0 0 2 15,0 0-3-15,0 0-1 16,0 0-1-16,0 0 0 16,0 0-1-16,0 0 0 0,0 0 1 15,0 0 0-15,0 0 2 16,0 0-3-16,0 0 1 16,0 0-1-16,0 0 0 15,0 0-19-15,0 0-57 16,0 3-48-16,0 0-78 15,-4 0 84-15,-4-3-93 0</inkml:trace>
  <inkml:trace contextRef="#ctx0" brushRef="#br0" timeOffset="17488.24">9228 12212 314 0,'0'0'114'16,"0"0"-89"-16,0 0 16 16,0 0 24-16,0 0-38 15,0 0-23-15,0 0 9 16,16 16 3-16,1-16-1 0,-1 7 0 31,5-5-6-31,-1 4-4 16,4-2 3-16,1 2-4 15,-4 0-2-15,-1 0-1 0,5-3 3 16,-1 3-3-16,5 0 1 16,0-3-1-16,0 1 3 15,4-1-2-15,-1 3 5 16,5-3-4-16,-4 0 2 0,-4 0 3 15,-4 0-6-15,-5-3-1 16,0 3 3-16,-3 0-2 16,-5-3 1-16,-8 0-3 15,1 0 1 1,-5 0 3-16,0 0 1 16,0 0 24-16,0 0-4 0,0 0-15 0,0 0-5 31,4 0-5-31,0 0 1 0,-4 0-2 0,4 0 1 15,-4 4 0-15,0-4 2 32,0 0-2-32,0 0 0 15,0 0 0-15,0 0 0 0,0 0 0 16,0 0 0-16,0 0 0 16,0 0 1-16,0 0 0 15,0 0-2-15,0 0 1 0,0 0 0 16,0 0 2-16,0 0-2 15,0 0 0-15,0 0 0 16,0 0 2-16,0 0-4 16,0 0 0-16,0 0-14 0,0 0-21 15,0 0-8-15,0 0 17 16,0 0 10-16,0 0-3 31,0 0 4-31,0 0 2 0,0 0 14 16,0 0-7-16,0 0-6 15,-4 0-42-15,-9 0-19 16,1 0-12-16,0 0 14 16,3 0 32-16,1 0-25 0,8 0 56 15,-4 0 10-15,4 0 3 16,0 0 19-16,0 0 9 16,0 0 21-16,0 0-11 0,-8 0-5 15,-1 0-23-15,-2-4 32 16,-5-2-12-16,-1 0 34 15,0 0 13-15,5 0-36 32,4 6-14-32,-5-3-7 0,9 3-8 0,-4 0 0 15,8 0-1-15,0 0-1 16,0 0-6-16,0 0-5 16,0 0-2-16,0 0 0 15,0 0-3 1,4 0 3-16,8 0-5 0,13 0 5 15,4 0 28-15,12 0-18 16,4 3-7-16,9 3 6 16,-2 0 12-16,10 0-9 15,-4 0 0-15,-1 3 3 16,-15-2-7-16,-18-4-2 16,-11 0-4-16,-13-3-1 0,0 0 9 15,0 0-1-15,0 0 1 16,0 0-10-16,0 0-1 15,0 0-10-15,0 0-50 0,-17 0-57 32,1 0-38-32,3 0-158 15</inkml:trace>
  <inkml:trace contextRef="#ctx0" brushRef="#br0" timeOffset="18888.32">9392 12262 124 0,'0'0'89'0,"0"0"-89"16,0 0-15-16,0 0-183 0</inkml:trace>
  <inkml:trace contextRef="#ctx0" brushRef="#br0" timeOffset="78439.45">8201 11916 47 0,'0'0'77'15,"0"0"-77"-15,0 0-59 0,0 0 38 16,0 0 11-1,0 0-21-15</inkml:trace>
  <inkml:trace contextRef="#ctx0" brushRef="#br0" timeOffset="104722.57">3094 10154 244 0,'0'0'84'15,"0"0"-65"-15,0 0-14 16,0 0 59-16,0 0-11 16,0 0 8-16,0 0-2 15,-8-75 10-15,8 75-35 16,0-3 10-16,0 3 4 0,0 0-4 16,0 0-4-16,0 0 8 15,0 0-3-15,0 0-19 16,0 0-26-16,0 0-2 15,0 0-2-15,0 3 4 0,0 10 4 16,0 2-3-16,0 7 4 31,13 3-2-31,-5 2-3 16,4 4 3-16,1 3-2 0,-1 0-1 16,-4 0 2-1,5-4-2-15,-9-2 3 0,4-3-3 16,-4-3 1-16,0-10-1 15,1-3 2-15,-5 1-2 16,4-7 2-16,-4-3 0 0,0 0 2 16,3 0 2-16,-3 0 7 15,0 0 5-15,4 0-2 16,-4 0-3-16,4 0 2 16,4 0 4-16,1-16 0 15,3-9-6-15,0-2 0 16,1-10 1-16,3-3-12 0,5-10 0 0,-4-2 2 15,-5-7-3 1,0 7 1-16,-7 9-2 16,-2 6 1-16,1 12-1 15,-4 7 0-15,4 6 0 0,-4 5 0 16,0 7-2-16,0 0 0 16,0 0-14-1,0 0-31-15,0 0 23 16,0 12 1-16,0 7-8 15,0 0-35 1,0 2-85-16,0-14-38 0,0 1-98 16</inkml:trace>
  <inkml:trace contextRef="#ctx0" brushRef="#br0" timeOffset="105124.25">3554 10172 482 0,'0'0'45'0,"0"0"-43"0,0 0 79 15,0 0 13-15,0 0-35 16,0 0-14-16,5-65 2 0,-5 65-20 16,-13 0-25-16,-8 12 14 15,-7 13-15-15,-5 12 0 16,0 0 0-16,4 3 11 16,9 3-7-16,7-5-5 15,9-5 0-15,4-2-5 16,0-9 2-16,4-7-8 0,21-2-6 15,0-7 2-15,4-6-5 16,0 0 7-16,-1 0-27 16,1 0-59-16,-25-4-114 0,-4-1-160 15</inkml:trace>
  <inkml:trace contextRef="#ctx0" brushRef="#br0" timeOffset="105462.57">3464 10369 641 0,'0'0'28'16,"0"0"-27"-16,0 0-1 0,0 0 25 15,0 0-4-15,0 0-3 16,21-21-3-16,-14 17-6 0,2 4-6 16,-1 0 7-16,0 0-7 15,-4 0-1-15,0 0-1 16,1 0-1-16,-5 7 0 15,0 2 13-15,0 6-3 16,0 4 1-16,0-1 4 16,0-2-3-1,0 2-6-15,0 1 1 16,0-7-6-16,4 4-1 16,-4 2 7-16,0-5-6 0,0 2 1 15,0-6 2-15,0 0-4 16,0-2-15-1,0-7-78-15,4 0-37 16,0 0-47-16,-4 0-104 0</inkml:trace>
  <inkml:trace contextRef="#ctx0" brushRef="#br0" timeOffset="105864.27">3669 10190 277 0,'0'0'111'0,"0"0"-84"16,0 0-1-16,0 0 26 0,0 0-10 15,0 0-13-15,4-12 18 16,-4 12 5-16,0 0 17 15,0 0-6-15,0 0-33 16,0 0-15-16,0 0 1 0,0 0-16 16,0 0 0-16,0 16 1 15,0 8 8-15,0 4 3 16,4 6 4-16,1 6-1 0,-1-6 2 16,0 3-10-16,0-9 5 15,0-1-6-15,0-8-1 16,-4-10 2-16,0-3-5 15,4-6-1-15,-4 0 5 16,4 0-3-16,-4 0-3 16,5 0-88-1,-5-3-78-15</inkml:trace>
  <inkml:trace contextRef="#ctx0" brushRef="#br0" timeOffset="160259.6">8205 11963 227 0</inkml:trace>
  <inkml:trace contextRef="#ctx0" brushRef="#br0" timeOffset="161063.91">8205 11963 227 0,'54'-47'25'0,"-62"47"-24"0,4 0 26 0,4 0 52 0,-8 0-49 0,8-2-20 15,-5 2-7-15,1 0 11 32,4 0 9-32,-4 0-9 15,0 0 7-15,0 0 17 0,4 0-5 16,-4 0-6-16,4 0-6 16,-4 0 7-16,4 0-5 15,0 0-9-15,0 0-7 16,0 0 0-16,-5 0-4 15,1 0 3-15,0 0 0 0,4 0 3 0,-4 0-5 32,0 6-1-32,4-3-1 0,-4 3 3 0,-5 0-2 31,9 3 2-31,-4-2-5 16,4 2 7-16,0-3-3 15,0 3-2-15,0-6 3 0,0 4 1 0,0-1-5 0,0 0 0 16,0 0 0-16,0-3 0 15,9 0 3-15,-1-3-2 32,0 3-1-32,0 0 2 15,-3-3-3-15,3 0 2 16,-4 0 2-16,4 0-3 0,-4 0 1 16,5 0-1-16,-1 0 1 15,-4 0 2-15,0 0-3 16,0 0 0-16,5 0 2 15,-5 0-1-15,-4 0-1 16,4-3 0-16,-4-3-1 0,4-3 1 16,-1 6-1-16,-3-4 2 15,0-2 3-15,0 3-5 0,0-6 0 16,0 3 0 0,0-3-7-16,0-1-7 0,0 3 7 15,0 5-18-15,0-2 24 16,0 1 1-16,0 6 12 15,0-6 2-15,0 6-7 16,0-3 3 0,0 3-6-16,-3-3 3 15,-1 0 11-15,0 3 0 0,4-3-18 16,-4 0 0 0,-1 3-1-16,1 0-2 0,-4 0 3 15,4 0 3-15,-4 0 1 16,4 0-4-16,4 0 2 15,-5 0-2-15,1 0 1 16,4 0 1-16,0 0-2 16,0 0 3-16,0 0-3 15,0 0 0-15,0 0 0 16,0 0 0-16,0 0-5 0,0 0-13 16,-4 0-18-16,4 0 1 15,-4 0 5 1,4 0 2-1,0 0-58-15,-4 0-73 16,4 0-16-16</inkml:trace>
  <inkml:trace contextRef="#ctx0" brushRef="#br0" timeOffset="164658.13">8587 11898 147 0,'0'0'98'15,"0"0"-10"-15,0 0 7 0,0 0-15 16,0 0-36-16,0 0-10 16,0 0-7-16,0 0-14 15,0 0 7-15,0 0 10 16,0 0-9-16,0 0-6 16,0 0 0-16,0 0-4 0,0 0-4 15,0 0-5 1,4 0-1-16,8 0 2 15,1 0 1-15,3 0 0 16,9 0-3-16,4 0 0 16,7 0 1-16,10-3 0 15,7 0 0-15,4 0-1 16,5 3 1-16,0-3-2 16,3 0 0-16,-3 3 2 15,-1 0-1-15,1 0-1 16,-1 0 0-16,1 0 0 0,-12 0 0 15,-1 0 0-15,-8 0-1 16,-4 0 2-16,-8-3-1 16,-1 0 0-16,-7 3 0 0,-5 0 0 15,-8 0 0-15,1 0 3 16,-5-4 10-16,0 4 20 16,0 0-6-1,-4 0-6-15,0 0-7 16,0-2-10-16,0 2 1 15,0 0-2-15,0 0-1 16,0 0-2-16,0 0 1 16,0 0 0-16,0 0-1 15,0 0 0-15,0 0-7 0,0 0-27 16,0 0-26-16,0 0-9 16,0 0-30-16,0-7-56 15,0 7-102-15</inkml:trace>
  <inkml:trace contextRef="#ctx0" brushRef="#br0" timeOffset="165165.44">9577 11800 436 0,'0'0'176'0,"0"0"-162"16,0 0-12-16,0 0 25 0,0 0 1 16,0 0-15-16,0 0 0 31,0 0 8-31,0 0 1 16,0 0-6-16,12 6 3 15,0-3 2-15,4 3 3 0,5 0-4 16,4 1-8-16,-5-2-8 15,5-1 3-15,-8 2-6 16,-5 0 1-16,0-3-1 0,-8-3-1 16,-4 3 0-16,0 0-5 15,0-3-1-15,0 6 6 16,-4-2 0-16,-12 1 5 16,-5 2 23-16,9-1-20 15,-9-3 7-15,9 0 2 16,-5 3-12-1,5-3 0-15,-5 4-2 16,5-1-2-16,-5 0-1 16,-2-3 0-16,6 0-16 15,-3 0-8-15,12 0-1 16,-5-3-16-16,9 3 4 16,0-3-30-16,0 0-40 0,0 0-104 15,0 0-74-15</inkml:trace>
  <inkml:trace contextRef="#ctx0" brushRef="#br0" timeOffset="165981.43">10081 11830 246 0,'0'0'107'0,"0"0"-98"16,0 0-8-16,0 0 53 16,0 0-2-16,0 0-11 0,38-18 27 15,-38 15 14-15,0 3-23 16,0 0-10-16,0 0-4 16,0 0-3-16,0 0-17 15,0-3-23-15,-9 3-2 31,-3-3-8-31,-1 3 3 0,-3-3 1 16,4 3 4-16,-1 0 2 16,1 0-1-16,5 0-1 15,2 0-4-15,-3 0 4 16,4 3 0-16,0 6 1 16,0 7 8-16,0-4-3 15,4 0-3-15,0 4 6 16,0 2-6-16,0-3 2 0,0 0 0 0,8 4-1 15,4-7 3-15,-3-2-2 16,6-4-2-16,2-3 4 16,3 0-6-16,1-3 3 15,0 0-1-15,3 0-2 16,1 0 2-16,-1-6-3 16,1-3 0-1,4-6 0-15,0-1-5 16,-5-3 4-1,-4-2 1-15,-3 2-12 0,-5-2 11 16,-4 2 1-16,1-5 2 16,-9 5 10-16,0 0 6 15,0 4 25-15,0 0-7 0,-13 2-22 16,-3 4-7-16,-4 3-2 16,-9 0-5-16,-4 3-15 0,-4 0-7 15,0 3 3 1,4 0-19-16,5 0-2 15,-1 0 5-15,4 0-23 16,4 0-2-16,9 0-11 0,0 0-51 16,12 0-40-16,0 0-2 0</inkml:trace>
  <inkml:trace contextRef="#ctx0" brushRef="#br0" timeOffset="166581.76">10164 11593 364 0,'0'0'55'0,"0"0"-49"0,0 0 0 15,0 0 72 1,0 0-55-16,0 0-14 0,0-3 4 16,0 0 2-1,0 3-6-15,0 0 28 16,0 0 17-16,0 0-11 15,0 0-11-15,0 0-10 16,0 0-14 0,0 0-1-16,0 0 13 0,0 12-5 15,0 1 11-15,0 5-12 16,0 3 0-16,0 1-1 0,0 6 0 16,0 3 9-16,0-1 3 15,0 5 11-15,0-2-7 16,0 5-3-16,0-2-8 15,0 1-7-15,0 4-4 16,0-1-1-16,4 0 0 16,0-6-5-16,-1-4 1 0,2-5 1 15,-1-7-3-15,-4-5 3 16,4-4-3-16,-4-3 1 16,4-3 0-16,-4-3-1 15,0 0 0-15,0 0-15 16,4 0-13-16,-4 0-20 15,0-6-114 1,0-3-206-16</inkml:trace>
  <inkml:trace contextRef="#ctx0" brushRef="#br0" timeOffset="167402.84">10554 11944 366 0,'0'0'138'15,"0"0"-117"-15,0 0-7 16,0 0 57-16,0 0 5 16,0 0-6-1,0 0-35-15,4 0 6 0,-4 0-32 16,-17 0 8 0,1 0-15-16,-9 0 5 15,0 0 5-15,5 0 16 16,-4 0 4-16,3 0-6 15,4 7-9-15,5-1-3 16,8-6-6-16,0 6-6 0,4-6-2 0,0 3-6 16,0-3 6-16,0 3 3 15,0 0 0-15,0 0-3 16,0 4 0-16,4-4-2 16,8 3-1-16,5-6-1 15,4 6 3-15,12 0-10 16,3 0-14-16,5 0-8 0,5-3-25 15,-6 7 14-15,-3-7 13 16,-12 6 20-16,-4 0 7 16,-17-3 0-16,-4 1 0 31,0 2-8-31,-4 0 12 0,-21 0 31 16,-8-2 17-16,-8 2-12 15,4 0 0-15,0-6 1 0,4 3-2 16,8 0-17-1,1-2-13-15,0-1-1 0,-1 2-4 16,4-5 3-16,9 0 2 16,-1 0-5-16,13 0 0 15,0 0-57-15,0-2-91 16,0-11-5-16,0 4-21 0,4 6-40 16</inkml:trace>
  <inkml:trace contextRef="#ctx0" brushRef="#br0" timeOffset="167928.04">10874 11951 147 0,'0'0'139'0,"0"0"-111"16,0 0 5-16,0 0 82 16,0 0 7-16,0 0-41 15,0-7-30-15,0 4-4 31,0 3-13-31,0 0 3 0,0 0-4 16,0 0-2-16,0 0-5 16,0 0-3-16,0 0 7 15,0 0-9-15,0 0-1 16,0 0-3-16,0 0-2 16,0 0 1-16,0 0-7 0,0 0-3 15,0 0-5-15,4 10 3 16,-4 5 6-16,4 6 2 0,-4-2-1 15,4 3-3-15,1-1-2 16,-5-2-1-16,0 2 4 16,0-5-3-16,0-1 0 15,0-6-3-15,0-2 0 16,0-2-2 0,0-1-1-16,0-1-6 15,0-3-43-15,0 0-56 0,0 0-94 16,0 0-132-16</inkml:trace>
  <inkml:trace contextRef="#ctx0" brushRef="#br0" timeOffset="175603.7">5378 17216 161 0,'0'0'175'15,"0"0"-175"-15,0 0-43 16,0 0 43-16,0 0 69 0,0 0-19 16,0 0-19-16,0 0 27 15,0 0 10-15,-5-22-9 16,5 22-30-16,0 0-12 16,0-3-7-16,0 3-1 15,0 0 0-15,0 0 9 16,0 0-1-1,0 0-1-15,0 0-4 16,0 0-3-16,0 0-4 0,0 0 0 16,0 0-1-16,0 0-3 15,0 0-1-15,0 0 1 16,0 0-1-16,0 9 9 16,0 0-1-16,0 10 4 15,0-4 9-15,0 4-2 0,0-1-3 16,0 4 4-1,0-1-2-15,0 1-5 0,0-6 9 16,0-1 3-16,0-3-10 16,0 1 2-16,0-1-4 15,0-3-7-15,0 0 4 32,0-3-1-32,0-2-5 0,0-4-2 15,0 0 1-15,0 0-1 16,0 0 2-16,0 0-4 15,0 0-7-15,0 0-29 0,0 0-31 16,0 0-17-16,0 0-2 16,0 0-32-16,0 0-170 15</inkml:trace>
  <inkml:trace contextRef="#ctx0" brushRef="#br0" timeOffset="176605.56">5020 17777 52 0,'0'0'273'0,"0"0"-263"15,0 0 3 1,0 0 18-16,0 0 73 16,0 0-27-16,0 0-49 15,8-93 16-15,-8 87 31 0,0 0-11 0,0 3-3 16,4 0-3-16,-4 3-18 16,0 0-18-16,0 0-9 15,0 0 3-15,5 0-6 16,-5 0 3-16,0 0-8 15,0 0 3-15,0 0-6 32,0 3-1-32,8 12 23 0,4 7-8 15,-4 6-10-15,5-1 1 16,-2-2-2-16,-2 6-3 16,7-7-2-16,-8 4 1 15,5-6 1-15,-1 2-1 16,-4-2-1-16,5 0 2 15,-5-4-1-15,0-5-1 0,-4-5-15 16,1-1 11-16,-5-7 4 16,4 0 4-16,-4 0-3 15,0 0-1-15,0 0 6 16,0 0 1-16,0 0 10 16,4-7-6-16,-4-14-6 15,4-4-4-15,4 1 3 0,1-7-4 0,-1-3 1 31,3-9 0-31,-3-4-1 0,5 4 0 16,-1-3 0-16,1 6 0 0,-1 9-7 31,-4 6 1-31,-4 10 1 16,1 6 5-16,-5 6 0 16,0 0-1-16,0 3-1 0,0 0-5 15,0 0-6-15,0 0-17 16,0 0 0-16,0 0-16 15,0 0-15-15,0 0 5 16,0 6-45-16,0 6-74 16,0-9-42-16,0 1-99 15</inkml:trace>
  <inkml:trace contextRef="#ctx0" brushRef="#br0" timeOffset="191523.63">5557 17783 244 0,'0'0'320'0,"0"0"-300"16,0 0-2-16,0 0-11 16,0 0 80-16,0 0-23 15,0 0-51-15,5-10-2 0,-10 10 3 16,-7 0 18-16,0 0 4 16,-4 0-7-16,0 0-15 15,-9 10 10-15,0 2 15 16,0 4-22-16,5-1-9 0,-1 3-1 15,5 1-3-15,0 2 2 16,8 4-3-16,-5-3-2 16,9-1 0-16,0 1-1 15,4-1 0-15,0-2 2 16,0 0-1 0,0-1-2-16,8-6 2 15,9 1 0-15,7-7 1 16,0 0 0-16,5-6-2 15,8 0 0-15,1 0-1 16,-6-6 0-16,-3-3-21 16,-9 2-1-16,-3 4-5 15,-9 3 6-15,-8-3-17 0,0 3-12 0,0 0-15 16,0 0-17 0,0 0-69-16,-4 0-19 15</inkml:trace>
  <inkml:trace contextRef="#ctx0" brushRef="#br0" timeOffset="191977.31">5418 18017 378 0,'0'0'161'0,"0"0"-161"16,0 0 0-16,0 0 46 31,0 0-6-31,0 0-28 0,-8-12-12 0,8 12 3 31,0 0 19-31,0 0 23 0,4 0 6 16,8 0-4-16,1 0-15 16,3 0-9-16,1 0-8 15,-1 0-5-15,-3 0-7 16,-1 0 0-16,-4 0-1 16,0 0-1-16,-8 0 1 15,0 0-2-15,0 0 5 0,0 0 3 0,0 0-5 16,0 0 3-1,0 3 2-15,0 3 20 16,0 3-20-16,0 3-6 0,0 7 7 16,0 3 4-16,0-1-7 15,0 1-3-15,0-1 0 16,0 1-2 0,0-7 4-16,0 4-5 15,4-7-1-15,-4 4 1 16,4-7 0-1,0 0-2-15,-4-3-31 0,4-3-26 16,4 1-28-16,-4-4-25 16,-4 0-107-16,0 0-21 15</inkml:trace>
  <inkml:trace contextRef="#ctx0" brushRef="#br0" timeOffset="192844.3">5640 17857 188 0,'0'0'36'16,"0"0"-34"-16,0 0 11 15,0 0 50-15,0 0-19 0,0 0-26 16,0-59 24-16,0 56 62 16,0 3-8-16,0 0-29 15,0 0-26-15,0 0-7 16,0 0-5-16,0 0-7 16,0 0-7-16,0 0-3 15,0 0-5-15,0 0-2 0,0 0 1 16,0 0 4-16,0 0-3 15,0 0-5-15,0 0 1 0,0 0-1 16,4 0 3-16,-4 0 2 16,4 0-7-16,-4 0 3 15,5 0-3-15,-5 0 1 32,0 0-3-32,0 0-16 0,0 0-14 15,0 0 9-15,4 0-22 16,-4 0-23-16,0-3-4 15,0 3 9-15,0 0 21 0,4 0 16 16,-4 0 15-16,0-3 11 16,0 0 2-16,0 3 9 15,0 0 10-15,4 0 17 16,-4 0 0-16,0 0-14 16,0 0-7-16,0 0-8 15,0 0-5-15,0 0 3 16,0 0 11-16,0 0 0 15,0 0 15-15,0 0 9 0,0 0-14 16,0 0-12 0,0 0-9-1,0 0 2-15,0 0 13 16,0 0 9-16,0 0-23 0,0 9 5 16,0 0 6-16,0 7-9 15,0-1 8-15,3 7-7 16,1 2 1-16,4 4-2 15,-3 6 7-15,-1 3 2 0,-4 0-8 16,4 3 9-16,-4-6-8 16,0-6-1-16,0-7-4 15,0-5 1-15,0-10-4 16,0-3-1-16,4-3-3 16,-4 0 3-16,0 0 5 15,4 0-7 1,-4 0-1-16,0-3-10 15,0-6-15-15,0-4-55 0,0 4-86 16,0 6-130-16</inkml:trace>
  <inkml:trace contextRef="#ctx0" brushRef="#br0" timeOffset="195570.21">5307 16430 2 0,'0'0'218'0,"0"0"-192"15,0 0-23-15,0 0-2 16,0 0-1-16,0 0 9 16,0 0-1-16,9 0-5 0,-9-4 0 15,0 4-1-15,0 0-2 16,0 0-18-16,0 0-69 15</inkml:trace>
  <inkml:trace contextRef="#ctx0" brushRef="#br0" timeOffset="196362.68">5307 16430 15 0,'9'-4'104'0,"-9"4"-70"16,0 0 17-16,0 0-21 15,0 0-26-15,0 0-3 0,0 0 0 16,0 0 3-1,0 0 7-15,0 0 8 16,0 0 9-16,0 0 8 16,0 0 1-16,0 0-7 0,0 0 2 15,0 0-15 1,0 0-1-16,0-3-6 0,0 0-2 16,0 1-2-16,0 2 2 15,0 0 6-15,0 0 1 16,4 0-14-16,0 0 0 15,0 0 8-15,0 0 36 16,0 5-1-16,0 8-6 16,-4 2-12-16,0 0-12 15,0-2 5-15,0-1 2 16,0 1 13-16,0-4 0 16,0-3-7-1,-12 0-1-15,0 0 8 0,-5-6 6 16,5 3-17-1,-1-3-11-15,9 0 0 0,-4 0-12 16,4-9 1 0,0-6 1-16,-1-4-1 0,1 4-1 15,4-4-18-15,0 4 9 0,0-1 5 16,0 4-2-16,0 3-8 31,0-1 0-31,4 5 5 0,9-2-5 0,-5 1 4 16,5 6 7-16,-1 0-3 15,0 0-15-15,1 0-5 16,-5 0-16-16,0 6 11 16,1 4 30-1,-1 2 1-15,-4 6 8 16,-4-2-7-16,0-4 2 16,0 7 9-16,0-7 7 15,0-3-3-15,0 4-5 16,0-7-2-16,0-3 6 0,0 3 4 15,-4-3 1-15,-4 0 2 16,-5-3 0-16,5 0-5 16,0 0-6-1,-5 0 0-15,5 0-4 0,0 0-7 0,-1-12-10 16,5 0 10-16,4 2 0 16,-4 1-2-16,4 6-13 0,0 3 2 15,0 0 1-15,0-3-8 31,0 3 7-31,0 0 11 16,0 0-8-16,4 0-14 16,-4 0-38-16,0 0 4 15,0 0-8-15,0 0-135 0</inkml:trace>
  <inkml:trace contextRef="#ctx0" brushRef="#br0" timeOffset="199470.98">4129 17247 60 0,'0'0'229'15,"0"0"-194"-15,0 0-31 16,0 0 19-16,0 0 23 16,0 0-7-16,0 0 0 15,0-4 0-15,0 4 3 0,0-3 8 0,0 3-2 16,0 0-7 0,0-3-3-16,0 0 12 0,0 3-4 15,0-3-12-15,0 0-13 16,0-3-9-16,0 3-8 15,0-7 8-15,0 1-9 16,4-3 1 0,4-7 4-16,-3 4-5 15,7-3 5-15,0-4 0 16,1 3 1-16,-1 1 0 16,5-4-9-16,2-2 1 15,2 2 3-15,0 0-2 16,-1-2-4-16,5 5 2 15,-4 1 0-15,0 0 2 0,2 5-1 16,2-2 1-16,-4-1-1 16,8 1 0-16,-4-1-1 15,-5 4 0-15,0 0 0 16,1-4 1-16,-9 4 1 0,4 0 0 16,-7 2 0-1,-1 1-1-15,4 0-2 0,-3-1 1 16,-1-2 0-16,4-3 1 15,5-1-1-15,-6 1 0 0,6 0 0 16,3 2 0-16,-7 1 1 16,-1 6-1-16,1-3 0 15,-5 3-1-15,-4 6-3 16,4-10 4 0,1 7 1-16,-1-3 2 15,0 0-2-15,5 0-1 16,-2-1-1-16,1-2 0 15,5 6 1-15,-5-6 0 16,5 0 3-16,3-1-1 16,-3 4-2-16,0-3 0 15,-1 3 3-15,-5-3-2 0,2 2-1 16,-1 1 0-16,5 0 2 16,-9 0-1-16,4 0-1 15,1-1 0-15,-1 7 0 16,-3-3 1-16,7-3-2 0,-8 3 2 15,9-3 0-15,-6 3 0 16,2-3-1 0,-1 3 2-1,0 0-2-15,1-4 0 0,-5 4-1 16,0 3 2-16,-3-3 2 16,-1 1-3-16,0 2 0 15,-4 0 0-15,4-4 2 16,-4 4-2-16,4-3 3 15,-4 3-1-15,8 0 0 0,-8 0 1 16,4 0-5-16,1 0 2 16,-5-3 0-16,8 0 0 15,-4 0 0-15,0 0 1 16,4 3 2-16,-3-4-3 16,3-1 0-16,3 1 3 0,2 1-3 15,-1 0 8-15,0 0-3 16,1 0-1-16,-1 3 8 15,-8-3-5-15,5 3-3 16,-9 0 2 0,0 0 3-16,0 0 12 0,0 0 1 15,0 0-2-15,0 0-1 16,0 0-9 0,0 0-2-16,0 0-8 0,0 0-1 15,0 0-10-15,0 0-15 16,0 0 2-16,0 0-7 15,0 0-27-15,0 0 13 16,0 0 19-16,-9 0 17 16,9 0 6-16,-4 0 4 15,4 0-1-15,0 0 4 0,0 0-3 16,0 3 7-16,0-3-6 16,0 0 2-16,0 0-2 15,0 0-1-15,0 0 7 16,0 0 3-16,0 0-8 15,0 0 6-15,0 0-6 0,0 0-2 16,0 0 2 0,0 0-2-1,0 0 2-15,0 0 0 16,0 0 0-16,0 0-1 16,0 0-2-16,0 0 1 0,0 0-2 15,0 0 1-15,0 0 0 16,0 0 1-16,0 0 2 15,0 0-1-15,0 0 2 0,0 0 0 16,0 0 2 0,0 0-4-16,0 0-1 0,0 0 1 15,0 0 0-15,0 0 2 16,0 0 11-16,0 0 4 16,0 0-3-16,0 0-5 15,0 0-5-15,0 0-1 0,0 0-4 16,0 0 4-16,0 0-2 15,0 0 0-15,0 0 6 16,0 0-5-16,-4 0-4 16,4 0 0-16,0 0 3 15,0 0-3-15,0 0 1 0,0 0 0 16,0 3 1 0,-8 0 0-16,0 0-1 15,-1 0 3-15,-3 4 3 16,-1-1 5-1,5-3-9-15,-3 0 2 0,3 0-5 16,-1 0 1-16,1-3-1 16,4 3 0-16,-4-3 2 15,-5 6-1-15,1 0 0 16,-5 1 1-16,1 2-2 0,-1-6 0 16,-3 3 0-16,4 0-1 15,-1 0 0-15,1-3 1 16,4 4 2-16,-1-1-2 15,-3 3-5-15,3 0 3 16,1-2 2 0,-5 2 0-16,1 0 0 15,0 0 0-15,0-3-1 0,3 4-1 16,1-4-1-16,-1 3 3 16,-3 1-2-16,8 2 1 15,-9-3 2-15,5 3-1 16,-1-5 0-16,1-1-1 0,-4 3 1 15,0-3-1-15,3 4 2 16,-3-5 0-16,8-2-1 16,-1 4 0-16,1-4-3 15,0 3 3-15,-5 0-1 16,1 3-3-16,0 0 4 16,-5-2 2-16,6 2-2 15,-2-3-2 1,5 3 1-16,0-2 0 15,0-1-1-15,-1 3 1 16,-3 0 1-16,4 0 1 16,-1-2-1-16,-7 2 0 15,3-3 0-15,-3 7 1 16,-1-8-1-16,2 5-1 16,2-1 1-16,-3 0 3 0,-1 4-3 15,5-7 0-15,0 3 0 0,3-3 3 16,-3 0-3-16,4 1-2 15,-1 2 2-15,-3-3 2 16,8 3-2-16,-3 1 1 16,-6 2-2-16,5 0 2 15,-5 0 0-15,-3 1 0 0,-1-4 0 16,5 3 7-16,4-2-4 16,-1-1-1-16,1 0 0 15,4-3-3-15,-8 3 0 16,3 1-1-16,1-1 1 15,0 3 2-15,1 1 0 16,-2-1-3 0,5-3 3-16,-8 4-2 15,4-1 2-15,3 3-1 16,-3-3-1-16,0 1 1 16,4-1-1-16,0-5 2 15,-1 1-2-15,1 5 2 0,0-3 0 16,0 2-2-16,0 0 2 15,-4-3 4-15,4 3-4 16,-1-5 3-16,5-1 0 0,0-6 0 16,-4 3-5-16,4 0 0 15,-4-3 0-15,4 0 2 16,0 0-2-16,0 3 2 16,0-3-2-16,0 0-2 15,0 3 0 1,0-3-4-16,0 3 4 15,-4 0 0-15,4 0-3 16,0 1-7-16,0-4-31 16,0 0-58-16,0 0-176 15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6:47:04.6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3756 4852 53 0,'0'0'89'0,"0"0"-84"15,0 0-5-15,0 0 0 16,0 0 13-16,0 0 16 16,0 0-6-16,0 0-6 15,0-3-5-15,0 3-2 16,0 0 4-16,0 0 6 15,0 0-2 1,0 0 0-16,0 0-5 16,0 0-5-16,0 0-1 15,0 0 6-15,0 0 11 16,0 0-1-16,0 0-14 16,0-4 2-16,0-5-2 15,0 3-6-15,0 0 6 0,0-7-9 16,0 7 4-16,0-3-4 15,0 3 4-15,0-3 3 16,0 2 42-16,0-1-21 0,0 1-21 16,0 1 8-16,0 3 16 15,0 0-3-15,0-1-7 16,0 4 4-16,0 0-1 31,0 0-4-31,0 0-4 0,0 0-12 16,0 0-4-16,0 0-3 15,0 0 3-15,0 10 2 16,0 8 0-16,0 7-1 16,0 3 2-16,0 6-1 15,0 0 3-15,0 3 15 16,0-6-2-16,0-4-14 0,0 1-3 16,0-7 2-16,0 1-1 15,0-3-1-15,0-7 1 16,0 0-1-16,0-6 1 15,0-3 3-15,0-3-4 16,0 0 1-16,0 0 4 0,0 0-2 16,0 0 0-16,0 0-4 0,0-6-79 15,0-3-198-15</inkml:trace>
  <inkml:trace contextRef="#ctx0" brushRef="#br0" timeOffset="369.11">3521 4944 376 0,'0'0'46'0,"0"0"-42"0,0 0-1 15,0 0 36-15,0 0 31 0,0 0-11 16,25 6-23-16,8-6 11 16,0 0 16-16,8-6 0 15,4-3-3 1,9-3-13-16,-10 2-21 0,2 1-8 16,-13 3-12-1,-8 3-4-15,-9 0-2 16,-8 3-3-16,-8 0-8 15,0 0 1-15,0 0-16 16,0 0-24-16,0 0-35 16,0 0-54-16,0 0-33 15,-4 0-15-15</inkml:trace>
  <inkml:trace contextRef="#ctx0" brushRef="#br0" timeOffset="1318.08">3777 5542 412 0,'0'0'51'0,"0"0"-43"0,0 0 49 15,0 0 7-15,0 0 25 16,0 0-34 0,-13-43-8-16,13 43-10 15,0 0-19-15,0 0-10 0,-4 0-3 16,4 0-5-16,0 0 0 0,0 18 3 15,0 7 8-15,0 6 1 16,0 0-6-16,0 0 3 16,0 5-3-16,0-1-4 15,0-5 1-15,0-2-3 16,0 0 2-16,0-10-1 16,0 1-1-16,4-4 0 15,-4-9-6 1,4 0-54-16,-4 1-71 15,0-7-51-15,0 0-47 16</inkml:trace>
  <inkml:trace contextRef="#ctx0" brushRef="#br0" timeOffset="1571.34">3616 5684 706 0,'0'0'113'15,"0"0"-104"-15,0 0-5 16,0 0 9-16,0 0-13 16,0 0-16-1,13-13 16-15,23 13 10 16,9 0 2-16,1 0-5 16,3-5-5-16,0-2 3 15,-8-2-4-15,0 6-1 16,-21 0-6-16,1 3-137 15,-21 0-86-15,0 0-238 16</inkml:trace>
  <inkml:trace contextRef="#ctx0" brushRef="#br0" timeOffset="2141.9">3772 6184 469 0,'0'0'49'0,"0"0"-49"15,0 0 11-15,0 0 33 32,0 0 4-32,0 0-27 15,-4-35 5-15,4 35-9 0,0 0-4 16,0 0-8-16,0 3-1 16,0 22-4-16,0 6 30 15,0 3-5-15,0 0-10 16,0 3-8-16,0 0-6 15,0-3 9-15,0-4-6 0,0-5-3 16,0-10 3-16,0-2-2 16,0-7-2-16,0-3 0 15,0 0-1-15,0-3-57 0,0 0-102 16,0 0-46-16</inkml:trace>
  <inkml:trace contextRef="#ctx0" brushRef="#br0" timeOffset="2359.16">3636 6386 374 0,'0'0'252'15,"0"0"-190"-15,0 0-54 16,0 0 27-16,0 0 2 16,0 0-15-16,-11-8 1 15,30 8 29-15,10 0-20 0,13 0-5 16,3-7-12-1,8-8-4-15,1-7 3 0,-5 1-9 0,0-4-5 16,-16 4-17-16,-29 11-205 16,-4 1-178-16</inkml:trace>
  <inkml:trace contextRef="#ctx0" brushRef="#br0" timeOffset="4500.42">3936 4923 48 0,'0'0'160'0,"0"0"-127"15,0 0-25-15,0 0 71 0,0 0 11 16,0 0-11-16,0 0-32 16,-8 0-14-16,8 0-7 0,0 0 3 15,0 0 10-15,0 0-7 16,0 0-5-16,0 0-6 31,0 0-6-31,0 0-6 0,0 0-7 0,12 0 9 16,4 0 4-16,9 0-4 31,4 0 5-31,8 0 1 16,0 0-7-16,0-3-7 0,8-7-2 15,-3 1 2-15,6 0-1 16,6 2-2-16,-1-2 1 15,0 3 0-15,5 0-1 16,-5 0 0-16,5 0-4 0,4-1 4 16,-5 1 1-16,1 0 1 15,7-3-2-15,-7 3 0 16,3-1-1-16,-8 7 1 0,5-2-2 16,-9 2 0-16,-4 0 3 31,-3-4-1-31,-2 4 0 15,1-6-3-15,-4 6-2 16,-3-3-1-16,-1-3 2 0,-5 6-12 16,0-3 16-16,1 0 0 15,9 3-2-15,-6-3-12 16,1 0 10-16,0 3-5 16,0-4-11-16,3 1 14 0,1-2-9 15,0-2 1-15,1 4-1 16,-2-3 0-16,-3 3 13 15,0-3 2-15,4 3 0 16,0-4 2-16,0 4 1 16,0 3 4-16,0 0-7 15,0 0 0-15,-1 0 0 0,6 0 0 16,-1 0 1-16,-1-3 0 16,-2 3-1-16,-5-3 2 15,4 3-4-15,-5-3 4 16,-3 3-2-16,4-3 1 0,-4 0-1 15,0 3 1-15,3-3 0 32,-3 0 0-32,4 0 1 15,-4 3-2-15,0 0 0 16,-14 0-2-16,-2 0 1 0,-5 0-7 16,-8 0-60-16,0 0-16 15,0 0-8-15,0 0 44 16,0 0 48-16,0 0 0 15,4 0 9-15,0 0 5 0,9-4-13 16,-1 2 14-16,5 2 28 16,3-7-14-16,9 4-4 15,-1 0-4-15,5-3 4 16,8 0 0-16,1 0-2 16,6-1-10-16,6 4-1 0,0 1 7 31,-1 2-8-31,9-4 8 15,-10 4-2-15,2 0-5 16,-4 0-2-16,-2 0-7 16,-2 0-1-16,-9 0-2 15,0 0 0-15,3 0 2 0,-6 0-1 16,7 0-1-16,-4 0 2 16,-5 0 0-16,9 0-2 0,1 0 1 15,-6 0 0 1,1 0-1-16,0 0-1 0,-4 0 1 15,1 0 1-15,-7 0-1 16,7 0 0-16,-6 0 0 16,6 0 1-16,-2 0 1 15,1 0-1-15,0 0 5 0,4 0 8 16,-1 0 2-16,1 0-13 16,5 0-1-16,-1 0 1 31,3 0-1-31,10-6 1 0,0 3-2 15,3-6 3-15,-3 6 3 16,-5 3 0-16,0-3-3 16,-4 3-1-16,-3 0-2 0,-2 0 0 15,-3 0-1 1,0 0 3-16,-4 0-3 16,-1 0 1-16,6 0-1 15,-5 0 1-15,-4 0 0 0,3 0-1 16,1 0 0-16,0 0 2 15,4 0-2-15,-1 0 0 0,-3 0 0 16,0 0 0 0,0 0 0-16,-4 0 0 0,-5 0 0 15,5 0 1-15,0 0 0 16,0 0-1-16,-4 0 0 16,3 0 1-16,-4-3-1 15,-3 3 0 1,0 0 0-16,-1 0 0 15,-3 0-1-15,0 0 2 0,-1 0-1 16,0 0 2 0,4 0-2-16,1 0-1 15,0 0 1-15,-1 0 4 16,1 0 0-16,0 0 1 0,-6 0-4 16,2 0 1-16,-5 0 2 15,0 0 3-15,-3 0-3 0,-1 0 3 16,0 0-4-1,-8 0-1-15,0 0-1 0,0 0-1 16,0 0 0 0,0 0-7-16,-4 0-108 0,-12 0-38 15,-9 0-172-15</inkml:trace>
  <inkml:trace contextRef="#ctx0" brushRef="#br0" timeOffset="4863.99">9552 4549 303 0,'0'0'229'15,"0"0"-166"-15,0 0-35 16,0 0 82-16,0 0 7 16,0 0-32-16,0 0-35 15,13-12-22-15,-13 12-22 16,0 0-6-16,0 0-11 15,0 0-1-15,12 0 7 0,8 9 1 16,9 4 4-16,-1 2 0 0,10 4 9 16,-5-7-7-16,-9 3-4 15,0 7 0-15,-7-7-1 16,-5 1 0-16,-8 2-6 16,-4 1-8-16,0 2 13 15,-8-5 4 1,-29 3 1-16,-7-7-1 15,-6-6 4-15,0 0 18 16,10-3-20-16,7-3 6 16,16 0-8-16,5 0-35 15,12 0-150-15,0-3-306 16</inkml:trace>
  <inkml:trace contextRef="#ctx0" brushRef="#br0" timeOffset="7197.53">3858 5659 318 0,'0'0'89'15,"0"0"-77"-15,0 0-5 16,0 0 55-16,0 0-12 15,0 0-24-15,0 0-12 16,-16-3 10-16,16 0 6 16,0 3 14-1,0 0 5-15,0 0-8 16,0 0-19-16,0 0-21 0,8 0 7 16,13 0 14-16,3 0-7 0,9 0-3 15,-5 0-9-15,10 0-2 16,-5 0-1-16,0 0 2 15,3 3-3-15,5 7 4 16,13-5-3-16,-1 2 1 16,13-4-1-16,3 0-3 15,6-3 2-15,-2 0-7 16,10 0 8-16,-6 0 1 16,10 0-1-16,-5 0 0 15,0-9 0-15,-4 2 2 0,-5-2-2 16,-2-3-3-16,-1 9 3 15,-9-6 0-15,5 5 3 16,-5-2-3-16,1 0 4 16,-1 0-4-1,-7 0 1-15,-1 3-2 16,0 3 2-16,-7 0-1 16,3-4 3-16,-8 2-2 15,0 2-1-15,4 0 0 0,-8 0 0 16,-4 0 0-16,0 0 2 15,-4 0-2-15,0 0 0 16,3 0 0-16,9 0 0 16,-8-3-1-16,8 0 1 15,-4-7 0-15,0 1 0 0,4 6 1 16,0-3-1-16,-4-1 1 16,0 4-1-16,4 1 0 15,4-2 0-15,-4 1 0 16,4-3-1-16,1 6 1 15,-2-6 0-15,-6 6 0 16,3 0 0-16,-9 0 0 16,1 0 1-1,4 0-2-15,-4 0 2 0,0 0-1 16,-1 0 0 0,6 0 0-16,-1 0 1 15,0 0-1-15,3 0 0 16,2 0-1-16,-1 0 4 0,3 0-5 15,6 0 2-15,-4 0-1 16,2 0 1-16,6 0 4 0,-5-4-4 16,0 2 1-16,5 2 0 15,-5-3 0-15,4 0 0 16,5 3 0-16,0 0-1 16,3-4 0-16,1 4 0 15,-5-3 1-15,1 3 1 16,-6-3-2-16,2 0-1 0,-4 3 1 15,2 0 3-15,2-6 1 16,0 3 4-16,-1 0 0 0,9 0-5 16,-5 3 0-1,0-3-2-15,1-1 1 16,-1-1 2-16,5 1-4 16,-5 1 8-1,1 0-1-15,-4 3-4 0,-6 0 1 16,2 0 3-16,-1 0-5 15,-4-3 1-15,4 3-3 16,-7-3 3 0,2-3-3-16,-3 3 0 0,-3 0 2 15,-5 0-2-15,-1 3 0 16,1-7 3-16,-4 5-3 0,0 2 1 16,4-4-1-16,-9 1 2 15,5 3-2 1,-1 0 0-1,-7-3 2-15,4 3-1 0,-4 0-1 16,-2 0 3 0,2 0 0-16,-5 0 9 0,1 0-5 15,-13 0-6-15,0 0 4 16,-4 0-5-16,0 0-3 16,0 0 0-16,0 0 2 15,0 0-4-15,0 0-22 0,0 0-39 16,-8 0-32-1,0 0-113-15,-1 0-123 16</inkml:trace>
  <inkml:trace contextRef="#ctx0" brushRef="#br0" timeOffset="7513.92">9531 5317 634 0,'0'0'87'16,"0"0"-84"-1,0 0 28-15,0 0 79 16,0 0-54-16,0 0-38 16,0 0-18-16,-16-37-14 15,16 37 14-15,12 19 1 16,9 2 0-16,4 1 4 16,3-1-5-16,5 1 3 15,-4-1-1-15,4 1 0 0,-8 0 1 16,-9 2-3-16,-4-2-6 15,-8-1 2-15,-4 1-5 16,0-1 3-16,-24-2 6 0,-13-3 1 16,-13-1 1-16,0-2-2 15,6-8-2 1,7-2-9-16,29-3-68 0,8 0-120 0</inkml:trace>
  <inkml:trace contextRef="#ctx0" brushRef="#br0" timeOffset="10375.39">3916 6374 240 0,'0'0'164'15,"0"0"-125"-15,0 0-26 16,0 0 64-16,0 0-37 16,0 0-15-16,0 0-6 0,0 0-2 15,8 0 12-15,4 0 0 16,0 0 4-16,9 0-1 16,4-3-10-16,4-3-4 15,4 0-8-15,7 0-8 0,5 0 3 16,13 0-5-1,-5 3 1-15,9-1 0 0,-1 4 0 16,1-3 1-16,0 0-2 16,-5-3 0-16,5 0-2 15,-1 3 2-15,9-3 0 0,-1-1 0 16,6 1 0-16,2 0 0 16,2 0 0-16,-2 3 0 15,2 0-1 1,-10-1-2-1,6 2-4-15,-10-5 2 0,1 4 0 16,-1-6 5-16,-3 3-1 16,3-7 2-16,-3 4-1 15,4-3 1-15,-5 3-1 16,1 3 0-16,-1 2 0 0,1 1 2 16,-4-2-4-16,3 1 4 15,1-5-2-15,-5 6 0 16,1 0-1-16,-5-1 1 15,-4-1-1-15,-7 5 1 16,-1 0 0 0,-5-4 0-16,5 4 0 15,-3-3 0-15,3 3 0 16,-5-6 0-16,6 6 1 0,-1-3-1 16,-1 0 2-1,6 0-2-15,-1 0 3 16,0 0-3-16,4 0 1 15,1-4 1-15,2 5-2 0,2-1 1 16,0-1 1-16,-1 1 2 16,5 0 4-16,-9 3-1 0,-4-3 2 15,0 0-4-15,-4 0-3 16,-4 0 1-16,-4 3 0 16,0 0-3-16,0 0 2 15,0 0 1-15,-1 0-2 16,5 0 0-16,0 0 2 15,-4 0-1-15,4 0-1 0,-8 0-1 16,4 0 1-16,-4 0 1 16,-5 0-2-16,-4 0 1 15,5 0-1-15,0 0 1 16,-5 0-1-16,5 0 0 31,-8 0 1-31,6 0-1 16,2 0 0-16,-4 0 0 0,8 0 0 0,-4 0 0 15,-1 0 1-15,4 0-1 16,-3 0 0 0,4 0 2-16,4 0 0 15,4 0 8-15,0 0 1 0,8 0-4 16,1 0-2-16,-2 0-3 16,10 0 3-16,-5 0 5 0,0 0 0 15,5 0-4-15,-5 0 0 16,0 0 12-16,0 3-3 15,1 0-5-15,-6 3 4 0,6-3-9 16,-9 4-4 0,-4-4 0-16,0 2-1 0,-4-1 0 31,0-1 3-31,0-3-2 16,-5 3-1-16,-3-3 0 15,0 3 1-15,-5-3-1 0,1 0 0 16,0 0 2-16,-6 0-2 15,2 0 1-15,-1 0-1 16,1 0 1 0,-5 0-1-16,5 0 0 0,-5 0 1 0,5 0-1 15,-5 0 1 1,3 0 0-16,-2 0-1 0,3 0 0 16,1 0 0-1,-5 0 0-15,1 0 0 0,-5 0 2 16,-4 0-3-16,0 0 1 15,-4 0-3-15,0 0-2 0,0 0-62 16,0 0-49-16,0 0 14 16,-8 0-76-16,0-3 3 15,4 3 56-15,4-3-68 16</inkml:trace>
  <inkml:trace contextRef="#ctx0" brushRef="#br0" timeOffset="10729.59">9646 6091 153 0,'0'0'78'0,"0"0"-75"15,0 0 2-15,0 0 1 16,0 0 4-16,0 0 34 0,-77-49 38 16,60 39 7-1,5 10-7-15,-5 0 4 16,9-3-13-16,0 3-6 16,8 0-17-16,0 0 0 0,0 0-21 0,0 0-12 15,0 0-7-15,0 0-10 16,0 0-14-16,0 0 14 15,0 0 0 1,4 3 0-16,8 10-1 0,5-1 1 16,-5-3 10-16,9 7-5 15,-9-1-2 1,0-3-1-16,-4 0-1 16,0 1-2-16,-4 2-2 15,0-3-2-15,-4-2-4 16,0 3 3-16,0 2-7 0,-24-3 9 15,0 0 3 1,-9 1-3-16,4-7-11 16,0 0-42-16,4-3-36 0,17-3-158 15</inkml:trace>
  <inkml:trace contextRef="#ctx0" brushRef="#br0" timeOffset="11865">9819 4645 330 0,'0'0'181'0,"0"0"-146"16,0 0-20-16,0 0 31 0,0 0-13 16,0 0 0-16,0 0 1 15,-8 6 8-15,8-6-8 16,0 0 6-16,0 0-4 15,0 0-15-15,0 0-17 0,20 0 6 16,5 0 0 0,7 0 5-16,9 0-9 0,1 0 1 15,-1-3 0-15,-1 0-3 16,-7 0 0-16,-12 3 1 0,-4-3-5 31,-13 0 2-31,-4 0-2 16,0 3 13-16,0 0 20 15,0 0-23-15,0 0-10 16,0 0-7-16,0 0-57 16,-4 0-96-16,0 0-60 0,-5 0-140 15</inkml:trace>
  <inkml:trace contextRef="#ctx0" brushRef="#br0" timeOffset="12598.56">10152 4466 538 0,'0'0'82'15,"0"0"-72"-15,0 0 11 16,0 0 25-16,0 0-29 15,0 0-3-15,-91-61 15 16,62 55-22-16,-7-1 0 16,-2 7 5-16,-3 0 9 0,-3 0-9 31,-2 0-5-31,1 0-3 0,-4 7 3 0,8 8-2 31,-1 1 2-31,9 5-4 16,8 1-2-16,2 2 1 15,6 4 1-15,9-4-2 0,4 7 0 16,4 6 1-16,0-3-2 16,0 6 1-16,0-6 0 0,20 0-1 15,-3 3 1-15,11-9 0 0,5-3-1 16,4-4-1-16,5-6 1 16,2-2 0-16,6-7 20 15,7-6-12-15,0 0 1 16,5 0-2-16,-5-6-2 15,-3-16-3-15,4-5 1 16,-6-4 1-16,-6-6 1 31,-13-3 5-31,-12-6 22 0,-10-1 25 16,-11-2-3 0,0 3-9-16,0 6-18 0,-11 5 1 15,-10 8 7-15,-4 2-13 16,0 13-22-16,1 3-3 0,-9 9-31 15,-8 0-84 1,-4 0-93-16,28 12-27 16,1-3-392-16</inkml:trace>
  <inkml:trace contextRef="#ctx0" brushRef="#br0" timeOffset="13523.01">9852 5357 302 0,'0'0'14'0,"0"0"-8"15,0 0 6-15,0 0 41 16,0 0 15-16,0 0 4 15,0 0-8-15,-13 18-23 16,13-18 0-16,0 0-7 16,0 0-19-1,0 0-12-15,0 7-3 16,-4-4 1-16,0 0 5 16,0 0-1-16,4 0-2 15,0-3-1-15,0 0-2 16,0 0 2-16,0 0 0 15,0 0 0-15,0 0 1 16,0 0 2-16,0 0 0 0,0 0 17 16,0 0 16-16,0 0-1 15,0 0 0-15,0 0-22 16,0 0-4-16,8 0-7 0,13 0 11 16,4 0 5-16,7 0-7 15,-3 0-8-15,8 0-2 31,-4 0-1-31,-5 0 2 16,5-3 1-16,-12 0-3 0,-5 3-1 16,-7 0-1-16,-9 0-1 15,0 0-1-15,0 0-5 16,0 0-42-16,0 0-40 16,-9 0-115-16,-7 0-189 15</inkml:trace>
  <inkml:trace contextRef="#ctx0" brushRef="#br0" timeOffset="14123.05">10065 5225 83 0,'0'0'436'0,"0"0"-367"15,0 0-56-15,0 0 78 16,0 0-6-16,0 0-28 0,-25-105-12 15,10 95-14-15,-6 4-26 16,-8 3 2-16,-8 0 5 16,-9 3-8-1,6 0 0 1,-10 0-1-16,5 3 7 0,5 10-3 16,2 2-7-16,9 4 0 15,5-4 6-15,7 10-5 16,9 3 2-16,4 8 0 15,4 8 3-15,0-5-1 16,0 1-5-16,0 1 0 0,0-1 8 16,16-3-8-16,5-9-2 15,-5 3 2-15,9-10 2 16,8 4-2-16,-1-4 0 16,14-5 1-16,-1-4 3 15,8-3 2-15,1-6 1 16,-5-3-5-1,4 0-1-15,-12 0 3 16,1-9-1-16,-9-6-2 16,-1-7 5-16,-7-6-3 15,-5-3 3-15,-7-2 7 0,-9-7 28 16,-4 2 6-16,0-2-3 16,0 3-11-16,0 6-17 15,-4 0 4-15,-9 7-17 16,-7-4-3-16,-5 7-2 0,-7 6-2 15,3 5-21-15,-4 7-49 16,0 3-30-16,-3 0-50 16,27 0-93-16,1 3-115 15</inkml:trace>
  <inkml:trace contextRef="#ctx0" brushRef="#br0" timeOffset="14986">9675 5949 11 0,'0'0'378'16,"0"0"-325"-16,0 0-38 15,0 0 86-15,0 0-7 16,0 0-46-16,-25 0-23 15,25 0 1-15,0 0 21 16,0 0 12-16,0 0-25 0,4 0-27 16,13 0 2-16,12 0 14 15,4 0 3-15,3 0-15 16,6 0-5-16,-1 0 1 16,-5 3-6-16,1 0 0 0,-8 0-1 15,-8-3 0-15,-9 3 2 16,-8-3-2-1,1 0-1 1,-5 0 0-16,0 0 1 0,4 0-20 16,-4 0-83-16,0 0-89 15,0 0-117-15</inkml:trace>
  <inkml:trace contextRef="#ctx0" brushRef="#br0" timeOffset="15486.94">10057 5850 607 0,'0'0'27'0,"0"0"-24"16,0 0 50-16,0 0 22 0,0 0-36 0,0 0-23 16,0 0-9-1,-123-52 6-15,73 52-5 16,1 0 8-16,-9 3-5 15,6 9 5-15,2-3 8 0,1 4 3 16,15 2-11-16,2 1-3 16,8 2-9-1,7 4 0-15,9 8 1 16,4 5-1-16,4 1-4 16,0 2 3-16,0 2-3 15,12-7 0-15,9-2-3 16,12-3 2-16,3-6 2 15,18-4 7-15,8-8-6 0,11-8 2 16,6-2 3-16,2 0-6 16,1-15-1-16,-8-10 3 15,-8-5-3-15,-21-8-23 0,-20-1 23 16,-21-1 9-16,-4-4 32 16,-17 4 27-16,-28 13-13 15,-4 2-31-15,-4 12-6 31,-1 8-17-31,1 5-1 0,4 0-20 16,-1 3-72-16,14 18-69 16,-1 7-30-1,32-16-99-15,5 0 16 16</inkml:trace>
  <inkml:trace contextRef="#ctx0" brushRef="#br0" timeOffset="16274.44">9696 6473 263 0,'0'0'146'16,"0"0"-109"-16,0 0-22 16,0 0 61-1,0 0-17-15,0 0-7 0,-8 3 0 16,8-3 1-16,0 0-3 16,0 0-8-1,16 0 6-15,9 0 15 16,7 0-28-16,9 0-14 15,5 0-10-15,-6 0-7 0,6 0-1 16,-13 0-3 0,-9 0 2-16,-7 0-1 0,-9 0-1 15,-8 0-2-15,0 0-7 16,0 0-71-16,0 0-25 16,0 0-30-16,-8 0-196 0</inkml:trace>
  <inkml:trace contextRef="#ctx0" brushRef="#br0" timeOffset="16746.41">10036 6350 292 0,'0'0'159'15,"0"0"-83"-15,0 0 17 16,0 0 32-16,0 0-51 15,0 0-25-15,0 0-21 16,-107-50-11-16,74 50-11 0,-3 0 0 16,-5 13 8-16,-5 2 6 15,2 0-4-15,7 4-4 16,-1 5-4 0,10 4-6-16,7 7 3 0,5 1-5 15,0 1 1-15,12-3 3 0,4 3-3 16,0-3-1-16,0 0 0 15,20-3 0-15,8-10-1 16,5-5 1-16,9 0 0 16,3-16 13-16,8 0-6 0,5 0 7 15,7-10-2 1,-3-15-4 0,-5-6 1-16,-12-2-3 15,-12-4 1-15,-8-7 37 16,-8 4 3-16,-13 0-8 15,-4 7-10-15,0 5-1 0,0 6-18 16,-29 6-10-16,-13 8-5 16,-14 8-29-16,23 0-109 15,-1 0-189-15</inkml:trace>
  <inkml:trace contextRef="#ctx0" brushRef="#br1" timeOffset="62282.38">4052 9599 202 0,'0'0'73'0,"0"0"-57"15,0 0 30-15,0 0-9 16,0 0-24-16,0 0-7 16,0-6 12-16,0 6 14 15,0 0 0-15,0 0 11 16,0 0-3-16,0 0 1 0,0 0-3 16,0 0-14-16,0 0-3 15,0 0-8-15,0 0-5 0,0 0-1 16,0 0-5-16,0 0 2 15,0 0-2-15,0 0 4 16,8 0 28 0,7 0 29-16,10 0-11 0,0 9-8 0,4 0-27 15,0 4 7-15,0 2-14 16,7 0 0-16,5 0 4 16,1 10-12-16,6 0 2 15,6 6 7-15,8 2-8 31,3 5 9-31,5 2-10 0,0-3-1 16,-4 0 3-16,-5-3-4 16,1 3 0-16,3 0 1 15,-3-4 0-15,4-2 1 16,-5 0-2-16,-3 0 0 16,3-3 0-16,1 3 0 15,3-3 0-15,1 2 3 0,0 4-1 16,4-3 1-16,0 3-3 0,-1-7 1 15,-3 1 1 1,-5 3-2-16,-3-3 0 0,-5-3 1 16,-8 2 1-1,1-2-2-15,-5-4 0 0,-1 4 0 16,2 0 0-16,7-4 0 31,-4 4 0-31,0-3-2 0,5 2 5 16,-10 1-5-16,-3-7 2 15,1 4 0-15,-5-4-2 16,-5-2 2-16,1-1 0 0,-1 1 0 16,1-1 3-1,9 1-3-15,-6-1 0 16,5 0 0-16,0 4-1 0,4-4 1 16,4 4 0-16,0-1 2 0,5-2 0 15,-6 2-4-15,6-2 3 16,-5-1-1-16,0-3 0 15,-8 4-2-15,4-4 2 16,-7-3 2-16,-2 4 0 31,-3-1-2-31,-1-3 0 0,-3 0 0 16,0 1 0-16,-1 2-1 16,5 0 1-16,4 1 0 15,-4 2 2-15,0 1-3 0,3-1 3 16,1 1-2-16,0-1 0 15,0 0-1-15,-4 0 1 16,3 1 2-16,-3-4 1 16,0 3-2-16,-4 1-1 15,-1-1 0-15,0-2-1 16,1-1 1-16,-4-2 0 0,4 2 2 16,-9-3-1-16,1-6 0 15,-5 3-1-15,0-3-1 16,0 4 0-16,4-1 1 15,1 0 0-15,-5-3 3 0,1 0-3 32,-9-3-1-32,4 6-1 15,-4-3 2-15,0 1 1 16,5-2-1-16,-5 5 0 16,4-4-2-16,4 3 4 0,5 3-3 15,-2-3 1-15,2 4 0 16,-1-4 0-16,1 3-1 15,0 0 1-15,-13-3 0 0,4 1 3 16,0-1-4-16,-4-3 1 16,1-3 0-16,-5 0 0 15,4 0 0-15,-4 0 0 16,0 6 1-16,4-3 1 16,0-3-2-16,4 3 0 15,-8-3 0-15,4 0-1 16,-4 0 4-16,0 0-3 0,0 3 11 15,0-3-6-15,0 0-2 16,0 0-3-16,0 0 0 16,0 0-2-1,0 0 2 1,0 0-2-16,0 0-1 0,0 0-27 16,0 0-54-16,0 0-177 15</inkml:trace>
  <inkml:trace contextRef="#ctx0" brushRef="#br1" timeOffset="73098.67">8287 11565 183 0,'0'0'64'15,"0"0"-37"-15,0 0 17 16,0 0 14-16,0 0-3 16,0 0-20-16,0-6-6 0,0 6 1 15,0 0 1-15,0 0-1 0,0 0-2 16,0 0-4-16,0 0 13 16,8 0 22-16,1 3-12 15,3 7-20 1,-4-1-15-16,9 0 4 0,-5 0 7 15,5 0-15-15,-1 1 11 16,1 2-4 0,8 4-6-16,-2-1-4 15,6-3 6-15,0 7-8 16,0-4-1-16,4-3 1 16,-5 7 4-16,5-7-5 15,0 7 7-15,5-4-8 16,-6-2-1-16,-3 2 3 15,4 3-2-15,0-8-1 0,-4 5 7 16,3 1-7-16,-3-4 3 16,-5 0 1-16,5 1-3 15,-4-5 1-15,-5 2-2 16,0 3 0-16,5-5 0 16,0 2 3-16,-4-1-1 15,8 0 0-15,-1 3-2 0,1-2 1 0,-5-4-1 16,-3 6 0-16,-4-9 0 15,3 7 4-15,-7-4-5 16,-1-3 2-16,-1 3-1 16,-2-3 0-16,3 0-1 15,0 3 1-15,1-3 1 32,3 1 1-32,-3 2-2 0,-5-3 0 15,4 3 0-15,-7 0-1 16,-1-6-1-16,0 6 2 15,0-6-1-15,4 4 4 16,-8-4-3-16,4 3 0 16,1-3 0-16,-1 2 0 0,-1 2 0 15,9-1 0-15,-4 3-1 16,5 0 2-16,-1 0 0 0,1-3 0 16,3 4-1-1,-3-1 0-15,-1-4-1 0,0 2 1 16,1-4 1-16,-5 0 1 15,0 3-2-15,0-3 0 32,-4 3 0-32,4 0-1 0,0-3 1 15,1 3 0-15,3-3 1 16,0 7 2-16,1-5-3 0,-5 1 0 16,4 1 0-1,-7-4-2-15,3 3 2 0,0-3 0 16,-4 3-1-16,9 0 4 15,-9 0-5-15,4 0 2 16,-1 3 0-16,2-6-1 0,3 3 1 16,-8-3 0-16,0 3 0 15,4 1 4-15,-3-4-7 16,7 3 3-16,-8 0 0 16,9-3-1-16,-5 6 1 15,0-3 0 1,4 0 0-16,-3 0 1 15,-1 0-1-15,-4 0 0 16,0 1-1-16,5-2 0 16,-5-2 1-16,0 3 0 15,-1 0 1-15,5-3 0 16,-4 4-2-16,5-1 0 16,-5-3 1-16,-4 0 1 0,8 0-1 15,0 3 0-15,-4 0-1 16,5-3 2-16,-5 0 0 0,-4 3-1 15,0-3 0 1,0 0 0-16,0 0 0 0,0 0 0 16,0 0-2-16,8 0 8 31,-4 3-7-31,0-3 1 16,5 0-1-16,-1 3-2 0,0 0 3 15,0 0 0-15,1 0 3 16,3-3-3-16,-4 4 1 15,-3-4-1-15,2 0-1 16,-3 0-2-16,0 0 4 16,0 2-1-16,0-2 0 0,-4 0 3 15,0 0-3-15,0 0 0 16,0 0 0-16,0 0 0 16,0 0 0-1,0 0 0-15,0 0 1 0,0 0 1 0,0 0-3 16,0 0 1-16,0 0 0 31,0 0-1-31,0 0 0 0,0 0 1 16,0 0 1-16,0 0 1 15,4 0-3-15,-4 0 1 16,0 0 0 0,5 0-1-16,-5 0 1 0,0 0 0 15,0 0 0-15,0 0 3 16,0 0-5-16,4 0 2 0,-4 0-1 15,0 0 0-15,0 0-2 16,4 0 3-16,0 3 4 16,0-3-2-16,0 0-3 0,0 0 1 15,5 0 0-15,-5 4-1 16,0-1 1-16,8-3 0 16,-8 3-1-16,5-3 3 15,-5 3-2-15,4-3 0 0,-4 0 0 16,0 0 0-1,0 0 0-15,-4 0 0 16,0 0 0-16,5 0 5 16,-1 0-8-16,4 0 3 0,-4 0 0 31,0 0-1-31,-1 0 1 0,6 0 0 16,3 0 0-16,0 0 3 15,1 0-4-15,-9 0 2 16,0 0-1-16,0 0 0 15,-4 0 0-15,0 0 1 16,0 0 10-16,0 0-4 16,0 0 1-16,0 0-8 0,0 0 6 15,0 0-3-15,0 0 3 16,0 0-4-16,0 0 4 16,0 0-6-16,0 0 0 15,0 3 0-15,0-3 3 0,0 0 0 16,0 3-3-16,0-3-4 31,0 0 2-31,0 3-58 16,-12-3-103-16,4 0-103 0</inkml:trace>
  <inkml:trace contextRef="#ctx0" brushRef="#br1" timeOffset="84506.07">2730 9371 238 0,'0'0'86'0,"0"0"-74"16,0 0 0-16,0 0 19 15,0 0-18-15,0 0 1 16,0 0 7-16,-5-47-3 15,5 41 28-15,0 0 23 16,0-3-19-16,0 3-15 16,0-3 10-16,0 2-17 15,0 1-12-15,0 0 1 0,0 3 0 32,0 3 0-32,0 0 17 15,0 0-5-15,0-3 1 16,0 3-11-16,0 0-9 0,0 0-2 15,0 0-8 1,0 0-1-16,0 0-1 0,0 0-6 16,0 0 8-16,17 0 0 15,0 6 0-15,-2 6 0 16,2 4 0-16,-1 2 3 0,5 4 1 16,-1-1-3-16,-3 7 2 15,8 6-3-15,-9-3 0 16,4 3 0-16,-12-4 0 15,5-5 0-15,-5-3 3 16,0-4-1 0,0-2 1-16,-8-7-3 0,9-3 2 0,-9-3 7 31,0 0-6-31,4-3 5 0,-4 0 6 16,0 0 2-16,0 0 6 15,0 0 10-15,4 0-2 0,0-9-4 16,0-10-3-1,9-12-16-15,-1-2-2 16,0-7 1-16,5-1 3 16,-1-4-7-16,0-5 0 0,-4 1 3 15,1-1-4-15,-9 4 0 16,0 3 0-16,-4 15 1 0,0 3 0 16,0 16 2-1,0 3-3-15,0 6 1 16,0 0-2-16,0 0-5 0,0 0-10 15,0 0-35-15,0 0-12 32,0 0 8-32,4 6-5 0,-4 7-54 15,4-1-44 1,-4-9-83-16</inkml:trace>
  <inkml:trace contextRef="#ctx0" brushRef="#br1" timeOffset="84986.1">3342 9389 335 0,'0'0'104'0,"0"0"-101"0,0 0 32 15,0 0 98 1,0 0-67-16,0 0 1 0,0 0-33 15,-5-37 6-15,-7 37-12 16,4 0-14-16,-13 0-10 16,4 3-3-16,-7 13-1 0,-1 5 2 15,-4 10-2-15,9 6 1 16,0 3-1-16,3 3 1 16,13 0-2-16,4-5 0 15,0-8-1-15,0-8-4 16,21-10-3-16,3-3 7 15,8-9 2 1,-3 0-9-16,4 0-1 16,1 0-21-16,-14 0-53 15,-16 0-104-15,-4-3-99 16</inkml:trace>
  <inkml:trace contextRef="#ctx0" brushRef="#br1" timeOffset="85317.96">3251 9583 589 0,'0'0'35'0,"0"0"-33"0,0 0 14 16,0 0 29-16,0 0 2 16,0 0-19-16,33-61-10 15,-17 61-6 1,-8 0-6-16,5 0-1 0,-5 0-3 16,0 0 1-16,-3 0-1 15,-2 3-2-15,-3 3 7 16,0 6 9-16,0 7 3 15,0 2-4-15,0 4-2 16,0 3-3-16,4-7-5 16,-4 4-3-16,4-3 0 15,0 2-1 1,0-2 1-16,0-4 0 16,-4-5-2-16,4-4 0 15,-4 0-1-15,5-9-7 16,-1 0-58-16,0 0-67 15,-4 0-112-15</inkml:trace>
  <inkml:trace contextRef="#ctx0" brushRef="#br1" timeOffset="86087.73">3477 9444 122 0,'0'0'462'16,"0"0"-414"-16,0 0-38 15,0 0 78 1,0 0-4-16,0 0-32 16,0 0-20-16,-4 0-17 15,4 0-13-15,0 0-2 16,8-5 2-16,12-2-2 15,9-2 0-15,-5 3 0 0,5 0-3 16,-4 6 3 0,-4 0-4-16,-6 0-6 0,-6 0 8 15,-1 12-11-15,-8 9 6 16,0 7 7-16,0 3 4 16,-21 3 0-16,2 0-3 15,-6 0 0-15,0-3 4 0,4-10-3 16,5-2 4-16,7-10 10 15,9-3-1 1,0-6-7-16,0 0-4 16,0 0-3-16,5 0 19 15,19 0 4-15,5 0 2 16,4 0-1-16,4 0-3 16,4 0-10-16,-4 0-3 15,-4-3-4-15,-9 3-1 16,-12-3-4-16,-7 3 0 0,-5 0-7 15,0 0-55-15,0 0-59 16,0 0-307-16</inkml:trace>
  <inkml:trace contextRef="#ctx0" brushRef="#br1" timeOffset="102066.59">11322 11300 335 0,'0'0'130'0,"0"0"-102"0,0 0-13 31,0 0 53-31,0 0-27 16,0 0-21-16,-58-12 1 15,33 12-18-15,-8 19 1 0,1-4 1 16,-5 6 7-16,-1 7 13 16,9-3-13-16,2 5-7 15,14 1-5-15,13-3-3 16,0 0 3-16,0-4 4 16,24-8-4-16,5-1 6 15,8-8-6-15,4-7 13 0,0 0-7 16,0 0 3-16,0-22 12 15,-3-3-6-15,-6-2-9 16,-16-1 5-16,-8-6-7 16,-8 3 17-16,0-3 0 15,-24 7 1-15,-4 2 3 0,3 3-10 32,8 10-15-32,1 3-2 0,3 6-2 15,5 3-82-15,0 0-56 16,8 0-114-1,0 0-93-15</inkml:trace>
  <inkml:trace contextRef="#ctx0" brushRef="#br1" timeOffset="102166.84">11322 11300 416 0</inkml:trace>
  <inkml:trace contextRef="#ctx0" brushRef="#br1" timeOffset="102375.26">11322 11300 416 0,'-116'-104'123'0,"116"100"-103"0,0 4 21 0,0 0 39 0,0 0-44 16,0 0-33 0,0 0-3-16,-4 16-1 15,0 15 1-15,4 6 27 0,-5 3-13 16,5 6-1-16,0 6 4 16,0 1 1-16,0 8-9 15,13-5 7 1,-1-4-10-16,5-2-1 0,-5-14-2 15,1-8 0-15,-9-6 0 0,0-4-1 16,-4-8-1-16,4-4 3 0,-4-3-4 16,0 3-9-16,0-3-78 15,0-3-89 1,0 0-126-16</inkml:trace>
  <inkml:trace contextRef="#ctx0" brushRef="#br1" timeOffset="102953.6">11621 11513 320 0,'0'0'121'0,"0"0"-63"16,0 0 14-16,0 0 2 15,0 0-22-15,0 0-32 16,0 0-15-16,-99-28-5 15,70 28 3-15,1 9 15 16,-5 10-3 0,8-7 12-16,1 4-4 15,7-1-8-15,9-6-15 16,8 7-1-16,0-4-8 16,0 0 9-16,8-5 3 15,17-1 5-15,8 0-5 0,8-6-3 16,0 6-12-16,-4-3 3 15,-8 3 3-15,-9 3 1 16,-11-2 0-16,-9 2-4 0,0 0-4 16,0 4 6-1,-17-1 7-15,-8 0 13 0,1 0 6 16,-1-2-5-16,0-1-5 16,-3 0-2-16,-1-2-4 15,8-4-1-15,1-1 3 0,3-2-5 16,5 0 0-16,8 0-67 15,4 0-59-15,0-5-235 16</inkml:trace>
  <inkml:trace contextRef="#ctx0" brushRef="#br1" timeOffset="103421.89">11682 11488 515 0,'0'0'97'0,"0"0"-61"16,0 0-1-16,0 0 60 15,0 0-59-15,0 0-30 16,0 0-2-16,54-46-4 0,-33 43 2 16,3 3-2-16,-4 0 1 15,-3 0-1-15,-5 0 3 16,1 12-3-16,-13 10-7 15,0 9 5-15,0 2-2 16,-13 5 4 0,-8-1 10-16,5-10-10 15,-1-2 5-15,6-10 21 16,7-2-18-16,4-1-1 16,0-6-6-16,0 1 3 15,0-7-1-15,4 0 8 16,12 0 0-16,4 0 8 0,9 0-12 15,0-7 1-15,4-2-7 16,-5 0 1-16,-3 3-1 16,-9-1-1-16,-7 7-4 0,-9 0 2 15,0 0-18 1,0 0-7-16,0 0-12 0,0 0-59 16,0 0 23-16,0 0-76 15,0 0-26-15</inkml:trace>
  <inkml:trace contextRef="#ctx0" brushRef="#br1" timeOffset="107842.72">8324 11479 196 0,'0'0'86'0,"0"0"-78"16,0 0-7-16,0 0 16 15,0 0 21-15,0 0-10 16,-25-6-15-1,17 6 3-15,-3 0-7 16,-2 0 14-16,-3 0 49 0,4 0-28 16,-1 0-12-16,5 3-5 15,0 6-16-15,-9-2-6 16,9 2 0 0,-1 3-3-16,1 0 2 0,0 4-1 15,0-1 0-15,4 4-2 0,-1-4-1 16,5 0-1-16,0 4-4 15,0-4-3-15,0-3 8 16,0 1 1-16,0-4 1 16,13 0-1-16,3-2-1 15,-3-4 0-15,7 3 9 16,-3-6-8-16,8 0 6 0,-5 0-1 16,0 0-5-16,1 0 0 15,-1-9 0-15,-7-1 0 16,-1 1 3-16,-3-3-4 0,-9 2 2 15,4-5 4-15,-4 3-2 16,0-6 7-16,0 2 2 31,0 1 0-31,-4 2 13 16,-9 1-11-16,5 2-3 0,-9-2 6 16,9 6-11-16,-4 0-7 0,-1 6-4 15,9-3-6-15,-7 3 5 16,7 0 4-16,-5 0-43 15,5 3-52-15,4 0-91 16,0 0-6-16</inkml:trace>
  <inkml:trace contextRef="#ctx0" brushRef="#br1" timeOffset="111269.93">8776 11535 162 0,'0'0'93'16,"0"0"-77"-16,0 0 12 0,0 0 29 16,0 0-27-16,0 0-5 15,-4-38-25-15,4 33 0 16,-4 1 14-16,0 1-12 16,-1 0 1-16,1 0 13 15,0 3 15 1,0 0-5-16,0 0-1 15,4-3-10-15,0 3 1 16,-4-3-12-16,4 3 1 16,-4 0-3-16,4 0 0 15,0 0 3-15,0 0 2 16,0 0 6-16,0 0-9 16,0 0-3-16,0 0 6 0,0 0-2 0,0 0 0 15,0 0-1 1,0 0-2-16,0 0 2 0,0 0-1 15,0 0-1-15,0 0 2 16,0 0 13-16,0 0 4 16,0-3-17-16,0 0 0 15,4 0 14-15,8-4-15 0,5 1-2 16,3-6 2-16,9 6-2 16,0-6-1-16,3 2 0 15,14-2 3-15,-1-1-3 31,8 5 1-31,1 1 6 16,-1-2 0-16,8 6-7 16,-3-6 0-16,3 2 3 0,-3 1-3 15,0 3 0-15,-5 3 0 16,0 0 1-16,-3 0-1 16,-1 0 1-16,4 0-1 15,4 0 0-15,1 0 0 0,4 0 0 16,-1 0 0-1,1 0 0-15,-9 0-1 0,5 0 1 0,-9 0 0 16,0 0-1 0,-4 0 2-16,-7 0 0 0,-1 0-1 15,-1 0 0-15,-3 0-2 16,13 0 4-16,-2 0-2 16,14 0 3-16,4-6 6 15,7 0 7 1,6 0 3-16,-2 0 10 15,-7 3 16-15,-9-1-21 16,-16 4-10-16,-12 0-14 16,-12 0 1-16,-9 0 1 0,-8 0-2 15,0 0 0 1,0 0-3-16,0 0 6 16,4 0-3-16,0 0 0 0,5 0 4 15,2 0-4-15,5 0 0 16,5 0 1-16,-8 0 1 0,3 0-1 15,-8 4-1-15,-4-4 0 16,1 0 0-16,-5 0-1 16,0 3-13-1,0-3-5 1,0 0-1-16,0 0-52 0,0 0-18 16,0 0-39-16,0 0-74 15</inkml:trace>
  <inkml:trace contextRef="#ctx0" brushRef="#br1" timeOffset="113864.27">10812 11267 165 0,'0'0'79'0,"0"0"-63"15,0 0-11-15,0 0 37 16,0 0 0-16,0 0-9 15,0 0 14-15,0-19 9 0,0 19-10 16,0 0-11-16,0 0-19 16,0 0-7-16,0 0 6 15,0 0-9-15,0 0 9 16,0 0 2-16,0 0-10 16,0-3-1-16,0 3 3 15,0-3 8-15,0 3-12 16,0 0 8-1,0-3 4-15,0 0 16 16,0 3 0-16,0 0 2 16,0 0-13-16,0 0 1 15,0 0 0-15,0 0 1 16,0 0-4-16,0 0-11 16,0 0-3-16,0 0 4 15,0 0-9-15,0 0-1 0,0 0 2 16,4 0 0-16,13 0 16 15,-1 0 2-15,9 0-14 0,0 0 8 16,3 0-13-16,5 0 1 16,0 3 0-1,0 6-2-15,-5-3 3 16,-3 0-2-16,-5 1 1 0,-7-5-2 0,-5 1-2 16,-4-3 2-16,-4 0 5 15,0 0-3-15,0 0 7 16,0 0-7-16,0 0-2 15,0 0-31 1,0 0-69-16,0 0-44 0,0 0 5 31,0 0-164-31</inkml:trace>
  <inkml:trace contextRef="#ctx0" brushRef="#br1" timeOffset="115186.11">11075 11316 317 0,'0'0'31'16,"0"0"-27"-16,0 0 4 15,0 0 36-15,0 0-12 0,0 0-22 16,0 0 15-16,0-9 7 16,0 9 4-16,0 0 2 15,0 0-9-15,0 0 7 16,0 0-2-16,0 0-18 15,0 0-3-15,0 0-5 0,0 0-5 16,0 0 2-16,0 0-4 31,0 0 17-31,0 0 16 16,0 0-13-16,-13 0 13 16,-11 0-15-16,4 3-16 15,-1 6 11-15,0-3-10 0,-3 3-1 16,-1 4 4-16,-3 2-5 15,-1 1 7-15,0 2-8 0,0-3 0 16,4 0 11-16,5-2-9 16,4-1-1-16,8-9-2 15,8 0-6-15,0-3 4 16,0 0-5-16,0 0 7 0,0 0 0 31,0 0 0-31,8 0-8 0,8 0-14 0,0 0-64 16,-12 0-67-16,0 0-125 15</inkml:trace>
  <inkml:trace contextRef="#ctx0" brushRef="#br1" timeOffset="124306.8">6748 16041 135 0</inkml:trace>
  <inkml:trace contextRef="#ctx0" brushRef="#br1" timeOffset="124739.6">6748 16041 135 0,'62'-61'297'0,"-62"57"-297"0,0 4-27 0,0 0 27 0,0 0 72 16,-4 0-28-16,0 0-20 15,-4 0-22-15,-1 0 6 16,1 0 5-16,-4 0 6 16,3 0 14-16,-3 0 5 0,0 0-13 15,3 0-2-15,1 0-7 31,4 4-5-31,0 2 3 16,0-3-11-16,4 3 4 16,-4-3-7-16,4 3 5 0,0 1-9 15,0-2 5 1,0 2-2-16,0-1 0 0,0 0-3 16,0 3 3-16,0 1 1 15,0-5 3-15,4 2-2 16,4-4-1-16,4 3-6 15,1-6-2-15,-1 0 6 16,-4 0 0-16,1 0 1 16,-1 0 2-16,-4 0 1 0,0 0 9 15,0 0 9-15,-4 0 6 0,0-3-8 16,4-3-3-16,-4 6 0 16,0 0 4-1,0-3 9-15,0 3-3 16,0 0-15-16,0 0-5 0,0 0-1 15,0 0-4 1,0 0 0-16,0 0-14 16,0 0-38-16,0 0-58 15,0 0-93-15,0 0-227 16</inkml:trace>
  <inkml:trace contextRef="#ctx0" brushRef="#br1" timeOffset="131515.34">6502 17721 528 0,'0'0'87'0,"0"0"-82"16,0 0 17-16,0 0 70 16,0 0-20-16,0 0-19 15,-4-15-14-15,4 15-7 16,0 0 4-16,0 0 13 15,0 0-7 1,0 0-19-16,0 0-20 16,0 6-2-16,0 6 7 15,0 6 15-15,0 5-5 16,12 7-12-16,1 1-2 16,-1 6 12-16,8-3-9 15,-4 6 1-15,1-6-8 16,-1 0 2-16,-3-9 2 0,-9-13-4 0,0-3 1 15,0-9 0-15,-4 3 0 16,4-3-1 0,-4 0-1-16,0 0-33 15,0 0-34-15,0 0-68 0,0 0-103 16,0 0-125-16</inkml:trace>
  <inkml:trace contextRef="#ctx0" brushRef="#br1" timeOffset="133081.81">6477 17755 286 0,'0'0'149'0,"0"0"-140"0,0 0-1 16,0 0 70-16,0 0-6 15,0 0-8-15,0 0-9 16,-4-13 2-16,4 13 7 16,0 0-6-16,-4 0-16 0,4 0-3 15,0 0-16-15,0 0-5 16,0 0-7-16,0 0-7 31,0 0 3-31,0 0 3 0,0 0 1 16,0 0-10-16,0 0-1 15,0 7 0 1,0 14 2-16,4 1 2 16,13 9 3-16,-5-3-2 0,9 2-5 15,-2 4 4-15,-2 0-4 16,4-6 0-16,-1 3 2 0,-7-4-1 15,-1-11-1-15,-8-4-2 16,0 1 2-16,-4-13 3 16,5 3-2-16,-5 0-1 15,0-3 3-15,4 0-1 16,-4 0-2-16,0 0 5 16,0 0-4-1,0 0 1-15,0 0 1 16,0 0-1-16,0 0-1 15,0 0-1-15,0 0 1 16,0 0-1-16,0 0 0 0,0 0 0 16,0 0 1-16,0 0 0 15,0 0-1 1,0 0 0-16,0 0 2 0,0 0-2 0,0 0 0 16,0 0 6-16,4 0-3 15,-4 0 2-15,0 0-2 16,0 0-2-16,0 0 1 15,0 0-2-15,0 0 0 16,0 0 3-16,0 0-1 16,0 0 3-16,4-9-1 0,0-4 2 15,0 1-5-15,0-1-1 16,5 4 0-16,-5 3 0 16,-4 0 0-16,4 3 2 15,-4 3-2-15,0 0 0 16,0-6 2-16,0-4-2 0,4-2 0 15,3-6-1 1,6-10 1-16,-1 0-4 16,5-15-1-1,3-3-1-15,-3-4-2 16,3 1-3-16,5 0 8 16,-5 12 3-16,5 9 0 0,-13 9 0 15,-8 14 0-15,0 1 1 16,-4 4 9-16,0 0 16 0,0 0-7 15,0 0-10-15,0 0-6 16,0 0 0-16,0 0 0 16,0 0-3-16,0 0 0 15,0 0-1-15,0 0-4 16,0 0-4-16,0 0-11 16,0 0-8-1,0 0-5-15,0 13 17 16,-4-4-36-16,0 0-37 0,0 0-35 15,0 4-21-15,4-10-96 16</inkml:trace>
  <inkml:trace contextRef="#ctx0" brushRef="#br1" timeOffset="133699.34">6998 17838 489 0,'0'0'223'16,"0"0"-213"-16,0 0-2 16,0 0 33-16,0 0 49 15,0 0-81-15,0 0-3 32,-65-6-3-32,44 9 14 15,1 13 28-15,3 2-9 0,1 1-12 16,-1 5-5-16,9 1-9 15,-3 3-10-15,11 2-1 16,0-2 1-16,0 0 0 0,0 3-1 16,8-9 1-16,7-1 0 15,6-2 0-15,4-4-2 16,-5-6-2-16,5-6-5 16,-4-3 4-16,-1 0-8 0,0 0-9 15,-3-9-40-15,-5-6-60 16,-12-4-15-16,0 13-66 15,0-3-110-15</inkml:trace>
  <inkml:trace contextRef="#ctx0" brushRef="#br1" timeOffset="134039.2">6970 18005 343 0,'0'0'298'0,"0"0"-263"16,0 0-31-16,0 0 13 15,0 0 32-15,0 0-11 16,0 0-17-16,-4-7-16 0,4 7-1 16,0 0 21-16,0 0 23 15,0 0-15-15,4 4-20 16,4 5 7 0,0 3-5-16,0 3-2 0,-4 4 0 0,5 6 8 15,-1-3-13-15,-4 5-2 16,0-2 10-16,-4-1-14 15,0-5 4-15,0 2 2 0,0-2-3 32,0-3-1-32,0-4 1 15,0-3-4-15,0-6-1 0,0-3-1 16,0 0-9-16,0 0-45 16,0 0-30-16,0 0-67 15,0 0-120-15,0 0-207 16</inkml:trace>
  <inkml:trace contextRef="#ctx0" brushRef="#br1" timeOffset="134804.53">7102 17922 416 0,'0'0'68'0,"0"0"-49"16,0 0-19-16,0 0 118 0,0 0-33 16,0 0-49-1,-5-38-15-15,10 33 5 16,7-8 1-1,-1 7-3-15,6 0-5 0,-5 3-8 16,-3 3-7-16,3 0-3 16,-4 0-1-16,1 0-9 15,-5 6 6-15,0 9 3 16,0 7 7-16,0-4-5 16,4 1 10-16,-4 2-9 15,1-2 1-15,-5 5-4 0,0-2 0 16,0 3 4-16,0-7-3 15,-17 4 2-15,1-4 27 16,-5-2-13-16,4-1 13 16,5-6-9-16,4-5 2 15,3 1-15-15,5-5 3 0,0 0-11 32,0 0-4-32,0 0-3 15,0 0 7-15,0 0 0 16,13 0 6-16,8 0-2 0,3 0 2 0,9-9 3 15,-4 0 3-15,3 0-3 16,-7 3 1-16,0 6-3 16,-13-7-3-1,-3 7-2-15,-5 0 3 0,-4 0-1 16,0 0-1-16,0 0 1 16,0 0-4-16,0 0-1 15,0 0-45-15,0-5-99 16,0 1-96-16,0-2-179 15</inkml:trace>
  <inkml:trace contextRef="#ctx0" brushRef="#br1" timeOffset="136026.34">6773 17262 164 0,'0'0'346'16,"0"0"-305"-16,0 0-23 0,0 0-16 15,0 0 42-15,0 0-32 16,0 0-8-16,0-3-1 16,0 3 3-16,0 0 36 15,0 0 11-15,0 0-1 16,0 0-24 0,0 0-17-16,0 0-4 15,0 0-4-15,0 0-5 16,0 0 2-16,0 0 0 15,0 0 0-15,0 0-8 16,0 12-5-16,0 16 13 16,0 0 23-16,0-1-8 15,0-2 4-15,0 0-4 0,0-4-1 16,0-9-8-16,0-2-4 16,0-7 2-16,0 0-3 15,0-3 3-15,0 0 1 16,0 0 0-16,0 0 8 0,0 0 4 15,0-9-2-15,0-10-14 16,0-8-1-16,0-1 0 16,0 0 0-16,0-6-13 0,0-3 1 15,0 0 0 1,0 3-4-16,0 0-6 0,0 6 0 16,0 13 14-16,0 9 0 15,0 6 8-15,0 0 5 16,0 0-5-1,-4 24-8-15,0 14 8 16,4-1 12-16,0-4 3 16,0 1-10-16,0-6 0 15,0-3-2-15,0-3-3 16,8-10-27-16,-4-12-99 16,-4 0-232-16</inkml:trace>
  <inkml:trace contextRef="#ctx0" brushRef="#br1" timeOffset="138517.6">5245 16476 427 0,'0'0'110'0,"0"0"-104"16,0 0 11-16,0 0 12 15,0 0-15-15,0 0-8 0,0-10-1 16,0 10-2 0,0 0 27-16,0 0 7 0,0 0-15 15,0 0-3-15,0 0-17 16,0 0 3-16,0 0-4 0,0 0 1 15,0 0 0-15,0-3 16 32,9 3 15-32,-1-6-1 0,8 3-2 15,-7-3-15-15,7 0-7 0,-3-3-2 16,3 2 6-16,1 1-7 16,-5-3-5-16,8 0 6 15,-4 0 3-15,1-1 5 16,8-2-9-16,-5 3 0 15,5-1 2-15,-4-2-4 16,-2 3-2-16,-2-3-1 16,4 2 2-1,-1 1 0-15,1 0-2 0,-5-1 1 16,1 1 2-16,4 3-1 16,-6 0-1-16,6 0 1 15,-5 0 0-15,5-1 3 0,0 4-3 16,-1-3-1-16,1-3 1 15,-4 0-2-15,-2 3 0 16,2-1 3-16,-5 1-3 16,0 3 0-16,1 0 1 15,3 0 0-15,-3-3-1 16,3 0 0 0,5-3 0-16,-9 5 0 15,8-2 1-15,1 3-1 0,-9-3 0 16,9 0 0-1,-9 0 0-15,1 2 0 16,-5 1 0-16,0 1 0 16,0-1 1-16,-3 3-1 0,3 0 0 15,0 0 0 1,-1-4 0-16,6 1 0 16,-1 0 0-16,1 3-1 15,-1-6 1-15,0 6-1 16,1 0 1-16,3 0 0 15,-3 0 1-15,3-6-1 0,1 3 0 16,-2 0-2-16,2-1 3 16,3 1-2-16,1 0 1 15,0 0 0-15,-5 3 0 0,-3-3 0 16,-5 0 0-16,4 3 1 16,-7-3-1-1,-5 0 0-15,3 3 0 16,1 0 0-16,0 0-3 0,0 0 3 15,4 0 0-15,1 0 1 0,-1 0-1 16,4 0 1-16,-3 0-1 16,-1 0 1-16,0 0-1 15,0 0 1-15,5-3-1 16,-1 0 0-16,5-1 2 16,-1 1-1-16,-4 1-1 0,-4-1 0 31,-4-1 3-31,0 4-3 15,-4 0 0-15,0 0 3 16,0 0 18-16,0 0 8 16,0 0-17-16,0 0-3 15,0 0-9-15,0 0 2 0,0 0-2 16,0 0 0-16,0 0 0 16,0-3 0-16,8 0 0 15,-3 3 0-15,7-3-1 0,0 0 1 16,5 3 0-16,-1-3-1 15,-7 0 0-15,-1 3 1 16,-8-3 0-16,0 3 0 16,0 0 2-16,4 0 1 15,-4 0 1 1,0 0 1-16,0 0-3 16,0 0-2-16,0 0 0 15,0 0 0-15,0 0 0 16,4 0-4-16,0 0 4 15,5 0 2-15,-1 0-1 16,-4 0-1-16,3 0-1 0,6 0 1 16,-5 0-2-16,0 0 6 15,-4 0-4-15,0 0 0 16,-4 0-1-16,0 0 0 0,0 0 1 16,5 0 0-16,-5 0 3 15,0 0 0-15,0 0-3 16,0 0 1-16,0 0 2 15,0 0-3 1,0 0 0-16,0 0 0 16,0 0 0-16,0 0-4 15,0 0 4-15,0 0-1 16,0 0 1-16,0 0-16 16,0 0-109-16,0 0-170 15</inkml:trace>
  <inkml:trace contextRef="#ctx0" brushRef="#br1" timeOffset="169818.31">4363 12145 7 0,'0'0'13'0,"0"0"-12"16,0 0 1 0,4-4-2-16,-4 4 4 0,4-2 0 0,0-1-1 15,4 3-3-15,-4-3 8 16,-4-1-5-16,0 4 14 16,0 0-8-16,0 0-9 15,0 0-14-15,0 0-7 0,0 0 12 31,0 0-3-31,0 0-3 16</inkml:trace>
  <inkml:trace contextRef="#ctx0" brushRef="#br1" timeOffset="170662.79">4363 12145 7 0,'0'0'32'0,"0"0"-31"15,0 0-1-15,0 0-40 16,0 0 40-16,0 0 66 16,0-4-66-16,0-1-17 15</inkml:trace>
  <inkml:trace contextRef="#ctx0" brushRef="#br1" timeOffset="171384.55">4396 12102 0 0,'0'0'14'15,"0"0"-12"-15,0 0-2 16,0 0-16-16</inkml:trace>
  <inkml:trace contextRef="#ctx0" brushRef="#br1" timeOffset="171421.81">4396 12102 19 0,'0'-6'23'0,"0"6"-23"16</inkml:trace>
  <inkml:trace contextRef="#ctx0" brushRef="#br1" timeOffset="174800.08">4367 12120 4 0,'-4'0'10'0,"4"0"-5"16,0 0-3-16,-3 0 5 15,3 0-7-15,-5 0-6 0,5 0-16 16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6:52:02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10562 4549 284 0,'0'0'44'16,"0"0"-42"-16,0 0 7 15,0 0 31-15,0 0-3 16,0 0-10-16,0 0 6 16,0 0 3-16,0 0 16 15,0 0-3-15,0 0-14 16,0 0-10-16,0 0 1 15,0 0-8-15,0 0 10 0,0 0 2 16,0 0 0-16,0 0-2 16,0 0-9-16,0 0-5 15,8 0 11-15,9 0 1 0,3 0-1 16,8 0-3 0,5 0-8-16,9 0-2 0,-1 0-3 15,4 0-4-15,-4 0-1 16,-4 0-4-16,-1-3 6 31,-11 3-5-31,-8-3 1 0,-13 3-1 16,0 0 0-16,-4 0 1 15,0 0 9-15,0 0-3 16,0 0 0-16,0 0-8 16,0 0-8-16,0 0-41 0,0 0-45 15,0 0-73-15,-4 0-85 16,0 0-52-16</inkml:trace>
  <inkml:trace contextRef="#ctx0" brushRef="#br0" timeOffset="586.02">10943 4346 471 0,'0'0'61'15,"0"0"-45"-15,0 0-2 0,0 0 40 16,0 0-19 0,0 0-20-16,-85-22 10 0,56 22-14 15,0 0 5-15,0 4 3 16,1 5 4-16,-5 3-11 15,4 0-9-15,4 4 3 0,-4 2-3 16,9 4 4-16,0 0 8 16,7 2-7-16,5 4-8 15,4-1 0-15,4 8 0 16,0 1 0-16,0 5 9 16,4-1 1-16,17 3 3 15,3-6-9-15,0-3 4 16,5-7-5-1,-4-5-3-15,4-6 6 16,0-7-4-16,-5-6 2 16,9-3 3-16,0 0-4 0,0 0 4 15,-1-16-3-15,5-5 1 16,-4-7 3-16,4-2-2 16,-8-5 6-16,3 2 9 15,-7-8-6-15,-8 4 2 0,-5 3 4 16,-8-3 3-16,-4 4 1 15,0 2 11-15,-8 9-7 16,-21 1 2-16,-12 5-31 16,-4 10 0-1,-13 6-9-15,2 0-34 0,-6 0-72 0,41 6-111 16,0 3-212-16</inkml:trace>
  <inkml:trace contextRef="#ctx0" brushRef="#br0" timeOffset="1404.8">10541 5157 221 0,'0'0'46'0,"0"0"-38"16,0 0 42 0,0 0 40-16,0 0-3 15,0 0-24-15,0 0-9 16,-4 0 3-16,4 0-1 0,0 0-11 16,0 0-13-16,0 0-7 15,13 0-3-15,3 0 4 16,9 0 4-16,3 0-6 15,9 0 5-15,-4 0-6 0,8 0-4 16,-4 0-1-16,0 0-7 16,-12 0-9-16,-5 0 7 15,-11 0-9-15,-1 0 2 16,-8 0-2-16,0 0 1 16,0 0-2-16,0 0 1 15,0 0-9 1,0 0-14-16,0 0-67 15,0 0-38-15,0 0-73 16,0 0-100-16</inkml:trace>
  <inkml:trace contextRef="#ctx0" brushRef="#br0" timeOffset="1936.38">10886 4996 60 0,'0'0'292'0,"0"0"-211"16,0 0-23-16,0 0 84 16,0 0-66-16,0 0-41 15,-49-43-30 1,16 43-5-16,-9 0 4 16,-2 0-1-16,-6 7-3 15,1 8 5-15,-4 1 13 16,8 2 0-16,-1-3-1 15,6 4 0-15,11-1-3 16,8 4 4-16,5-1-12 16,7 4-2-16,5 6-1 0,4 3 13 15,0 3-9-15,4 6 10 0,17-3-11 16,4 3 3 0,0 0-6-16,4-6-3 15,3-6 6-15,1-3-5 16,0-7 3-16,0-5-4 0,7-7 7 15,-3-6 0-15,9-3 0 0,2 0 3 16,2-9 3 0,0-13-7-16,-2-11 3 0,-6-2-3 15,-5-11 1-15,-4-3 5 16,-9-3 14-16,-4 2-2 16,-16 10 11-16,-4 6-13 15,0 7 11 1,0 5-9-16,-27 6-10 15,-7 4-14-15,-7 9-4 16,-8 3-26-16,-4 0-51 16,28 0-124-16,4 0-174 15</inkml:trace>
  <inkml:trace contextRef="#ctx0" brushRef="#br0" timeOffset="2759.09">10545 6017 260 0,'0'0'188'0,"0"0"-154"16,0 0-34-16,0 0 33 15,0 0 75-15,0 0-55 16,-62-6-23-16,62 6-4 16,0 0 12-16,0 0 5 15,0 0-4 1,0 0-14-16,0 0-8 16,0 0-9-16,5 0 4 0,11 0 10 15,13 0 19-15,8 0 2 16,20 0-4-16,1 0-13 15,0 0-19-15,-5 0-1 16,-16 0-4-16,-12 0-1 16,-5 0 1-16,-12 0-2 15,-3 0 2-15,-5 0-4 0,0 0 0 16,0 0-3 0,0 0 1-16,0 0-2 0,0 0-14 15,0 0-46 1,0 0-87-16,0 0-157 0</inkml:trace>
  <inkml:trace contextRef="#ctx0" brushRef="#br0" timeOffset="3291.28">10891 5856 423 0,'0'0'102'0,"0"0"-92"16,0 0-3-16,0 0 109 0,0 0-27 16,0 0-35-1,-104-34-43-15,60 34-2 0,-6 0-1 16,-4 3 6 0,6 10-6-16,-2 2 14 0,5 1 2 15,9-1 5-15,3 1-1 0,8 2-6 16,4 0-11-16,9 1 5 15,-1 6-11-15,9-1 10 16,4 4-14-16,0 3 6 16,0-3-7-16,0 6 1 15,17-3 3 1,7-3 1-16,5-4-2 16,4-3 0-16,0-2-1 15,8-4-1-15,0-8 1 16,4-1-1-16,4-6-1 15,5 0 1-15,-1-6-1 16,5-16 4-16,-1-6-2 16,-4-3-2-16,-11-2 8 0,-5-7 1 15,-12-7 20-15,-10 1 3 16,-11 0-15-16,-4 3 0 16,0 9 11-16,-12 3 6 15,-16 9-16-15,-5 7-11 0,-9 5-7 16,-3 10-3-16,-4 0-10 31,-4 0-25-31,32 3-95 0,4 7-281 16</inkml:trace>
  <inkml:trace contextRef="#ctx0" brushRef="#br0" timeOffset="3944.4">10525 6559 560 0,'0'0'115'15,"0"0"-100"-15,0 0 24 16,0 0 90-16,0 0-62 0,0 0-51 31,-9-6-16-31,22 6 0 0,12 0 4 16,4 0 26-16,11 0 17 15,1 0-17-15,5 0-7 16,-5 0-14-16,-1 0 3 16,-7 0-11-16,-12 0 2 15,-4 0-3-15,-9 0 0 16,-8 0-3-16,0 0-1 0,0 0-11 15,0 0 5-15,0 0-1 16,0 0-2-16,0 0-26 16,0 0-84-16,0 0-68 15,-4 0-160-15</inkml:trace>
  <inkml:trace contextRef="#ctx0" brushRef="#br0" timeOffset="4413.71">10858 6390 198 0,'0'0'266'16,"0"0"-209"-16,0 0-49 15,0 0 103 1,0 0-9-16,0 0-37 0,-111-68-30 16,74 68-9-16,-9 0-11 15,1 6-5-15,-4 13-1 16,4 2 10-16,3 1-1 15,6 2-7-15,7 4 2 16,9 3 0 0,7 3-9-16,9 3-1 0,4 0-1 0,0 3-1 31,12-3 9-31,13 0-7 16,4 0-1-16,7-3 2 15,6-10-2-15,3-2 1 0,0-10 0 0,8-5 1 16,1-7 2-1,3 0-5-15,1-7 7 16,0-20 15-16,-6-10-8 0,-10-3 3 16,-17-13-8-16,-13-5-2 15,-12-7 26-15,-4 0 23 16,-33 7 0-16,-9 8-18 16,-11 13-19-16,8 6-7 15,-1 16-8-15,6 3-5 0,6 12 0 16,5 0-37-16,4 3-77 15,29 9-128-15,0 0-324 16</inkml:trace>
  <inkml:trace contextRef="#ctx0" brushRef="#br0" timeOffset="7038.41">11132 4306 282 0,'0'0'69'15,"0"0"-59"-15,0 0 19 16,0 0 48-16,0 0-26 16,0 0-18-16,0 0-1 15,0 0-8-15,0 0 4 31,0 0-2-31,0 0 0 0,0 0-3 16,0 0 0-16,0 0 2 16,0 0-5-16,0 0-11 15,0 0 1-15,0 0-2 16,0 0 3-16,0 0 15 16,0 0-9-16,0 0 9 15,0 0-9-15,0 0-7 0,0 0-3 16,0 0-7-16,0 0 0 15,0 0 4-15,0 0-4 16,0 0 2-16,0 0-2 0,0 0 0 16,0 0-1-16,0 0-7 15,0 12 3-15,0 4 5 32,0 2 1-32,0 4 2 15,0-1-3-15,0 4 2 0,0 6-3 16,5-4 3-16,-5 4-2 15,4 0 1-15,0 0 1 16,0 3 0-16,-4-3-2 0,0 0 0 0,0 0 0 16,0-4 1-1,0 4-1-15,4 0 3 16,-4 0-3-16,0-4 4 16,4 1-2-16,0 3-1 15,-4 0 3-15,0-3-2 16,0 2 1-16,0 1-1 15,5-3 5-15,-5-3 2 16,0 2-4-16,0-2 0 0,0 3 3 16,0-4-2-16,0 4 3 15,0 0-2-15,0-1-5 16,0 1 3-16,0 0 0 0,4 6 0 16,-4-3 2-16,0 0-2 31,0 3-1-31,4-7 3 15,-4 1-1-15,4 0 0 16,-4-1-4-16,0 5-2 0,0-8 4 16,0 4-3-16,4-6 0 15,-4-1 2-15,0 3-2 16,0-2 2-16,0 3-1 16,0 3 0-16,0-1 4 15,0-5-6-15,0 3 3 0,0-4 2 16,0 1-4-16,0-1 4 15,0 4-3-15,0-3-2 16,0 2 3-16,0 4-2 16,0-6 3-16,0 2 1 15,0 1-5-15,0 2 7 16,0-2-3 0,0 0-2-16,0 0 3 0,0-4-4 15,0 1 2-15,0-1 5 16,0-2-8-1,0 5 3-15,0-2-2 16,0 3 1-16,0-1 3 0,0-5-5 16,0 2 2-16,0 1 0 15,0-1 1-15,0 4 0 0,0-3 1 16,-4-1-2-16,4 1-2 16,0-6 3-16,0 2 0 15,0-3 1-15,0 1-3 16,0-1 2-16,0-3-2 15,0 4 2-15,0-4 1 16,0 0-3-16,0 1 1 0,0-4 3 16,0 0-5-16,0 1 8 15,0-1-4-15,0 0-2 0,0 0 6 16,0-3-6-16,0 7 1 16,0-7 5-1,0 3-4-15,0-2 3 16,0-2-3-1,0 5 0-15,0-7 2 0,0 3-4 16,0 0 0-16,0 0 5 16,0-2-6-16,0-1 1 15,0-3-2-15,0 0 0 16,0 0 1-16,0 0 0 16,0 0-1-16,0 0 3 15,0 0-3-15,0 0-6 0,0 0-15 16,-4-19-24-16,-9-5-42 15,9 8-82-15,-4 1-246 16</inkml:trace>
  <inkml:trace contextRef="#ctx0" brushRef="#br0" timeOffset="53656.96">4064 8911 345 0,'0'0'126'0,"0"0"-103"16,0 0 3-16,0 0 19 31,0 0-19-31,0 0-5 16,0 6-3-16,0-6 18 15,0 0 14-15,0 0-21 0,0 4-15 16,0 1-12-16,4 2-1 16,12-1 8-16,0 6-6 15,13 1-2-15,0 2 8 16,8 3-8-16,4 4 6 0,4 3-7 16,5-1 6-16,6 7 11 15,19 3 0-15,2 3-4 16,10 3 3-16,3 0-12 15,-4 0 4-15,1 1-8 16,-1-1 1-16,0 0 0 0,0-4-1 16,-7 2 0-16,-6-8 2 15,-3-2-1-15,0 0 1 16,4 0-2-16,4 2 0 16,-4 1 2-16,3 3-1 15,-6 7-1-15,-6-2 4 0,1 8 0 16,-9-7-2-16,1 3-2 31,-1-6 1-31,0-3 1 0,5 3-2 16,-1-3 0-1,1 3 8-15,-1-1-7 0,-3 2 4 16,0-1-1-16,7 0 4 16,1 0 8-16,0 3-15 15,0-4 0-15,-5-1 4 16,-8-2-3-16,-3-5 1 0,-14-3-3 15,1 0 0-15,-3-4-3 0,-6-6 3 16,0 4 0 0,-3-3 4-16,0-1-3 15,0 1-1-15,0-4 0 16,-1 0 0-16,0 3-2 0,1-2 2 16,4-1 0-1,-4-3 1-15,4 4 2 16,-5-1-3-16,4-3 0 15,1 3 0-15,0 1 1 16,0-4-1-16,0 4 0 16,-1-1 2-16,5 0 1 15,-8-3-3-15,4 4 1 16,0-1-1-16,-1 1 1 0,-3 2-1 16,3-3 0-16,-11 1 3 15,0-5 0-15,-1 2-6 16,-4-1 4-16,4 0-1 15,5 1 0-15,-5 2-2 0,1-3 2 16,8 0 3 0,-9 4 3-1,9-4-5-15,-9 0 2 16,8 3-3-16,-3-2 7 0,4-1-7 16,-9 0 0-1,-3-2 4-15,-1-1-4 0,-4-6-1 16,-4 6 1-16,1-6 0 15,-1 0 1-15,-4 0-1 0,0 3 0 16,0-3 4-16,0 3 0 16,4-3 1-16,0 3-4 15,4 0 5-15,-5 4 3 16,6-5-8-16,-1 8 0 16,0-7 13-16,4 3-13 15,-3 0 11-15,-1 0 3 16,0-6-9-16,1 7 3 0,-1-2-8 0,8 2 2 31,1 2 11-15,4 0-13-16,-2 0 6 15,-6 0-7-15,-9-5 3 16,-4 2-4-16,0-6 3 0,0 0 1 16,0 0 31-16,0 0-8 15,0 0-11-15,0 0-14 16,0 0-1-16,0 0-5 0,0 0-65 15,-13 0-87 1,5 0-87-16,1 0-199 0</inkml:trace>
  <inkml:trace contextRef="#ctx0" brushRef="#br0" timeOffset="56521.74">11099 12512 213 0,'0'0'23'0,"0"0"-13"16,0 0-8 0,0 0 15-1,0 0-12-15,0 0-3 0,0 0-4 16,0 0 2-16,-16-83 0 16,8 70 1-16,8 4 0 15,-5 3 2-15,5-4-3 16,0 8-9-16,0-5-12 15,-4 7-37-15,4-3-118 0</inkml:trace>
  <inkml:trace contextRef="#ctx0" brushRef="#br0" timeOffset="56953.05">11108 12262 121 0,'0'0'51'0,"0"0"-37"16,0 0 27-16,0 0 42 15,0 0-57-15,0 0-14 16,4-3 14-16,-4 3 25 16,0 0-2-16,0 0-11 15,0 0-14 1,0 0-11-16,0 0-13 16,0 0-1-16,0 0 1 15,0 12 6-15,0 7 23 16,-13-1 0-16,5 7-12 15,-4 3 0-15,3 0-5 16,1-4-11-16,0 4 1 16,4-7 4-16,-3-2-3 0,2-7 0 15,5 3-3-15,-4-5 0 16,4-10-103-16,0 0-122 16</inkml:trace>
  <inkml:trace contextRef="#ctx0" brushRef="#br0" timeOffset="75793.81">8280 11214 121 0,'0'0'20'0,"0"0"1"16,0 0 40-16,0 0-21 15,0 0-24-15,0 0-12 16,24 0 0-16,-24 0 0 16,4 0 7-16,-4 0 9 15,0 0-7-15,0 0-12 16,0-3 3-16,0 3-4 0,0 0-1 0,0-3-9 16,0 3-3-16,0-3-19 15,0-1 14-15,0-1 6 16,0 1-8-1,0 1-4-15,0-3-7 0,0 3-101 16,0 3 85-16</inkml:trace>
  <inkml:trace contextRef="#ctx0" brushRef="#br0" timeOffset="95197.4">8374 11140 209 0,'0'0'91'16,"0"0"-65"-16,0 0 1 16,0 0 38-16,0 0-5 15,0 0-32-15,0 0-15 16,16 0 0-16,-16 0 4 15,0 0-3-15,5 0-7 16,3 0 7-16,4 0 5 16,-3 13-9-16,6-1-2 15,-3 3 4-15,5 1-8 0,-5 2 11 16,5 0-8-16,-5 4-1 16,1-4 1-16,-1-2-6 31,9 3 8-31,-5-1-5 0,4 4-3 15,9-7 5-15,-4 6-4 16,0 1 1-16,-1-4 0 16,1 1-1-16,3 3-2 15,1-1 2-15,0 1-2 16,-4 3 0-16,0-4 1 16,-2 1-1-16,-2-4 3 0,-5-3-1 15,5 4 0-15,-8-7-2 16,7 4 0-16,-3-4-3 15,3 0 4-15,4 1-1 16,5-1 5-16,-4 1-4 16,0-8 0-16,4 5 1 0,-1-4-1 15,1 0-1-15,-5 3 0 16,-3-2-1-16,-4 2 0 16,-1-6 1-16,1 3 2 15,2 0-2-15,-2-3 1 0,8 7 3 16,-5-7-4-16,5 6 0 15,0 0 3-15,3-3 1 16,1 7 0 0,-4-4-4-16,-1 0 0 15,-3 0 1-15,-4-2 2 16,-1-1-3-16,0 0 4 16,0 3-4-16,-3-3 7 15,-1 0-4-15,0 1-2 0,1-4 7 16,-1 6-8-16,5-3 4 15,3 4 5-15,1-5-2 16,-1 5 5-16,0-4-7 16,-3 0-2-16,-1-3 1 15,1 3-3-15,4 1 1 16,-5-2 0-16,5 5 1 16,3-4 6-16,-4 0-7 0,5 0-2 15,-4-3 1 1,-1 7-1-16,5-7 0 15,-5 3 4 1,1 0-4-16,-1-3 4 16,-3 0-4-16,3 1 2 0,1-2-2 15,0 1 0-15,3 1 0 16,0-1 0-16,5 0 0 16,0 0 4-16,0-3-1 0,-1 0 2 15,-3 3-4-15,0-3 2 16,-9 3-3-16,1-3 0 15,-9 3 0-15,9 0 0 16,-9 0 1 0,8 0 0-16,-3 1-2 15,2-1 3-15,2-1-2 0,3 2 1 16,1-4 0-16,4 3 2 16,-4 3-1-16,3-3-2 15,-8 3 0-15,0 0-1 16,1 1 1-16,0-1 2 15,-1-4-2-15,1 2 1 16,-5 2 0-16,5-3 0 0,-1 3 1 16,0-2 0-16,-4 1 0 15,5 2 4-15,-1-1-6 16,-4 0 0-16,5-3 0 0,-5 0 0 16,1 0 3-16,-1 4 0 15,-4-4-3-15,1 2 0 16,-2-1 5-16,1-1-5 15,-4 0 0 1,5 0 1-16,-5 0 5 16,4-3-5-16,0 3 1 15,-4 1 8-15,5-4-8 16,-1 0 5-16,-4 2-6 0,0-2 1 16,0 3-1-16,1 0 1 15,3 1-2-15,0-1 4 16,0-3-3-16,1 6 6 15,3-3-4-15,0 0-3 16,-4 0 4-16,0 0-2 0,0-3-2 16,0 3 6-16,1 0-5 15,-1-3 5 1,-4 0-4-16,0 4-1 0,0-4 5 16,1 0-4-1,-5 0 2-15,0 0 1 16,0 0 0-16,0 0 6 15,0 0-3-15,0 0-2 16,0 0 2-16,0 0-6 16,0 0-1-16,0 0 2 0,0 0-2 15,0 2 1-15,0-2-2 16,0 0 0-16,0 0-2 16,0 0 2-16,0 0 0 15,0 0 0-15,0 0 1 16,0 0-4-16,0 0-5 0,0 0-11 15,0 0 2-15,0 0-18 16,0 3 18-16,0 1 14 16,0-1-16-16,0 3-50 15,0-6-53 1,0 0-168-16</inkml:trace>
  <inkml:trace contextRef="#ctx0" brushRef="#br0" timeOffset="97570.09">8447 10952 257 0,'0'0'52'0,"0"0"16"0,0 0 9 15,0 0-14 1,0 0-19-16,0 0-22 0,0 0 6 16,21-6 10-16,-17 3 0 15,0-4-5-15,13 1-25 16,-1 0 6-1,9-3-11-15,12-3 0 16,12-1 0-16,13-2-1 16,7-3 3-16,18-4 5 15,11-3 2-15,-4 7 19 16,5-7-1-16,-9 4 4 16,-15 8 12-16,-14 1-23 15,-24 6-16-15,-21 2-2 0,-7 4-5 16,-9 0 0-16,0 0-2 15,0 0-4-15,0 0-4 16,0 0-9-16,0 7-28 16,-13 2-5-16,-7 6-85 15,3-8-57-15,1-5-145 16</inkml:trace>
  <inkml:trace contextRef="#ctx0" brushRef="#br0" timeOffset="98172.06">8551 10739 145 0,'0'0'17'0,"0"0"-16"16,0 0 23-16,0 0 40 0,0 0-35 16,0 0 11-16,0 0 13 15,0 53-7-15,0-44 44 0,-13 3-56 16,1 4-5-16,-13 5 14 15,-8 1 2-15,-4 2 10 16,1 4-36-16,3-3 3 16,4 0-1-16,8-7-18 15,8-3 6-15,9 1-9 16,4-7 2 0,0 1-8-16,0-8 5 15,4 1 1-15,21-3 7 16,17 0 8-16,7 0 2 0,4 0-13 15,1 0-2-15,-9 0 1 16,-9 0-3-16,-7 0-4 16,-29 0-96-16,0 0-167 15</inkml:trace>
  <inkml:trace contextRef="#ctx0" brushRef="#br0" timeOffset="99064.07">10081 10610 113 0,'0'0'153'0,"0"0"-116"16,0 0 2-16,0 0 39 16,0 0 5-16,0 0-37 15,13-25-25-15,-13 19-12 0,0 0 43 16,0 0-34-16,0 3 4 16,0 0 25-16,0-1-23 15,-4-2-16-15,-9 3-8 16,-3 0-5-16,-5 3 5 15,1 0 3-15,-9 0-2 16,0 0-2 0,-4 0 1-16,-4 16 0 15,5 2-2-15,-1 3 0 16,0 4 1-16,8 6-4 16,0 3 0-16,10 0 5 0,11 0-7 15,4 0 6-15,0-4-3 16,12-2 4-16,24-3 0 15,6-4 10-15,3-8-8 16,4-7 8-16,0-6-4 0,5 0 6 16,3 0 12-16,1-12-15 15,-5-7 2-15,0-3 6 16,-16-2-6-16,-8-4 19 0,-12 4-10 16,-14-4 7-16,-3 0 13 31,0-3-29-31,-24 3-9 15,-13 4 6-15,0 5-8 16,0 7 0-16,5 6 0 0,3 6-44 16,8 0-35-16,4 0-58 15,13 0-133-15</inkml:trace>
  <inkml:trace contextRef="#ctx0" brushRef="#br0" timeOffset="99513.36">10004 10332 65 0,'0'0'432'0,"0"0"-386"16,0 0-25-16,0 0 35 16,0 0-16-16,0 0-26 15,-17-18-4-15,13 18-6 16,0 0 15-16,-4 0-12 0,-5 21-5 16,-7 10 10-16,-1 9 0 15,-4 13 12-15,10 5 2 16,-2 7-23-16,9 9 11 15,0-6-6-15,3 2-4 0,5-4 6 16,0-8-8-16,0-9-1 16,0-9 4-16,0-9-2 15,0-12 2-15,-4-7-3 16,4-6-1-16,-4 1 8 16,4-7-8-16,-4 0 2 15,0 0-3 1,-8 0-36-16,7 0-119 0,1-7-358 15</inkml:trace>
  <inkml:trace contextRef="#ctx0" brushRef="#br0" timeOffset="100213.33">10648 10817 349 0,'0'0'92'16,"0"0"-57"-16,0 0 26 15,0 0 2-15,0 0-29 0,0 0-20 16,0 0-9-16,-74-7-3 16,50 7 13-16,-5 0 2 15,8 0 6-15,4 3 0 16,1 3-15-16,9 0 1 16,7-2-9-16,0 2-1 15,0-3-2 1,0 3 3-16,23 0 13 15,6-3-5-15,9 1 3 16,-5-1-8-16,-5 2 1 16,-4 2 0-16,-7-1-4 15,-5 0 0-15,-8 0-1 16,-4 4-9-16,0-1-5 16,0-3 12-16,-4 3 2 0,-21-3 1 0,-7 0 6 15,-5 1 2 1,-4-7 15-16,-9 0-5 15,-7 0-6-15,4 0 8 16,3 0-18-16,14 0 8 0,15 0-3 16,5 0-7-16,12 0 1 15,4-3-1 1,0-4-108-16,8 4-130 16,8-3-111-1</inkml:trace>
  <inkml:trace contextRef="#ctx0" brushRef="#br0" timeOffset="100644.69">10841 10724 321 0,'0'0'47'0,"0"0"-15"15,0 0 86 1,0 0-54-16,0 0-61 15,0 0 3-15,4 0-2 16,21 0 4-16,4 0 7 16,7 0 1-16,-3 0-1 15,4 0 20-15,1 0-13 16,-6 0-13-16,-8 0 2 16,-7-3-8-16,-9 3 0 0,-4 0 0 15,-4 0-2-15,0 0-1 16,0 0-14-16,0 0-154 15,0 0-83-15</inkml:trace>
  <inkml:trace contextRef="#ctx0" brushRef="#br0" timeOffset="100982.62">10927 10822 477 0,'0'0'93'0,"0"0"-30"0,0 0 82 16,0 0-67-16,0 0-37 0,0 0-6 15,-8 7-12-15,8-7 0 16,0 0-18-16,0 0-5 16,0 0 0-16,8 0-2 15,12 0 2-15,14 0 7 16,3 0-4-16,-1 0 0 15,1-4-2-15,-4 1 0 0,-8 3-1 16,-8 0 0-16,-9 0 0 16,0 0 3-16,-8 0 0 15,0 0-6-15,0 0-9 16,0 0-36-16,0 0-54 16,0 0-57-16,0 0-134 15</inkml:trace>
  <inkml:trace contextRef="#ctx0" brushRef="#br0" timeOffset="101514.48">11601 10607 342 0,'0'0'64'0,"0"0"-28"15,0 0 60-15,0 0-52 16,0 0-23-16,0 0-14 0,0 0 2 15,-91-19 2-15,55 19-8 16,2 6-2-16,1 7 7 16,4 8-4-16,5 1 4 15,4 3-5-15,8-1-2 0,12 1-1 16,0-3-2-16,0-4 2 16,0 0 5-16,4 1-5 15,24-3 8 1,5-8-3-16,4 2-3 0,8-10 11 15,4 0 1-15,-4 0 1 0,-3 0 14 16,-6-10-12-16,-7-5 25 16,-13-9-3-16,-3 2-6 15,-13 0 3-15,0-2-20 16,0-1-6-16,-25 3-10 16,-4 4-2-16,-7 5 0 15,3 8-36 1,0 1-64-16,20 4-87 15,5 0-172-15</inkml:trace>
  <inkml:trace contextRef="#ctx0" brushRef="#br0" timeOffset="101900.96">11469 10354 426 0,'0'0'123'0,"0"0"-83"0,0 0 2 15,0 0-20 1,0 0-21-16,0 0-1 16,-4-6 0-16,4 21 3 15,0 10 20-15,0 12 2 16,0 3 3-16,0 12 7 15,0 4-22-15,0-1 5 0,0 4-10 16,0-7 5 0,0-5-9-16,0-8-3 0,-8-7 4 15,4-8-3-15,0-2 0 16,0-10 21-16,4-3-20 16,-5-3 2-16,5 0-3 0,0 1 0 15,-4-1-2-15,4 3-19 16,0-3-57-16,0 4-20 15,0-10-75 1,0 0-135 0</inkml:trace>
  <inkml:trace contextRef="#ctx0" brushRef="#br0" timeOffset="102548.19">11896 10647 346 0,'0'0'3'0,"0"0"-3"16,0 0-17-16,0 0-17 16,0 0-191-16</inkml:trace>
  <inkml:trace contextRef="#ctx0" brushRef="#br0" timeOffset="102919.8">11896 10647 101 0</inkml:trace>
  <inkml:trace contextRef="#ctx0" brushRef="#br0" timeOffset="103220.09">11896 10647 101 0,'-131'46'176'0,"135"-46"-144"0,-4 0-24 0,0 0 50 0,0 0 19 0,0 0-10 16,0 0-17-16,0 0 10 15,0 0-16 1,0 0-17-16,0 0-12 0,0 0-13 15,0 0 1-15,0 3-3 16,0 6 5-16,0 4 0 16,0-1 2-16,0 7 0 15,0 5 0-15,0 1-1 16,0 2-1-16,0-2 12 16,0 0-15-1,0-4 5-15,0-2 0 16,0-4 4-16,0-2-3 15,0-7-6-15,0 0-2 16,0-3 11-16,0 0-10 0,0-3-1 16,0 0 4-16,0 0 2 15,0 0-6-15,0 0-28 16,0 0-36-16,0 0-39 16,0 0-235-16</inkml:trace>
  <inkml:trace contextRef="#ctx0" brushRef="#br0" timeOffset="103620.66">11732 10702 141 0,'0'0'96'0,"0"0"-62"16,0 0 27-16,0 0 74 16,0 0-42-16,0 0-34 15,-4-18-17-15,4 18 6 16,0-4 16-16,0 2-20 0,8-1-18 16,13-1-23-1,-2 1-1-15,6 0-3 0,8 0 2 16,0-3-1-16,9 3 13 15,-6-3-9-15,-7 6 1 0,-9-3 2 16,-3 3-5-16,-5 0-1 16,-3 0-1-16,-1-4 0 15,0 1 4-15,-8 3-4 16,4-2 0-16,-4-2-3 31,0 4-59-31,0 0-67 0,-12 0-65 16,0 0-69-16</inkml:trace>
  <inkml:trace contextRef="#ctx0" brushRef="#br0" timeOffset="104009.23">11761 10789 158 0,'0'0'124'16,"0"0"-80"-16,0 0 14 15,0 0 91-15,0 0-63 0,0 0-43 16,0 0-20 0,-8 15 22-16,8-15-3 0,0 0-9 15,0 0-5-15,20 0-6 16,8 0 9-16,9 0-6 31,13-3-9-31,3-4 3 0,0-1-2 16,-3 1-8-16,-10 1 7 15,-11 3-16-15,-12-3 6 0,-13 0-5 16,-4 3 0-16,0-1 4 16,0 2-5-16,-4 2-20 15,-21 0-71-15,9 0-136 16,-5 0-202-16</inkml:trace>
  <inkml:trace contextRef="#ctx0" brushRef="#br0" timeOffset="106765.24">2574 8542 213 0,'0'0'203'0,"0"0"-200"16,0 0-3-16,0 0 25 15,0 0 41-15,0 0-2 16,16-109-37-16,-16 100 14 16,0 3 27-16,0 0-19 15,0 3 21-15,0-3-17 0,0-1-31 16,0 1-12-16,0 0-5 16,0 3 8-16,4 0 0 15,-4 3-5-15,0-3 1 0,4 0-7 16,-4 3-1-1,0 0 5-15,0 0-5 0,0 0-1 32,9 0 0-32,-1 0-5 15,-1 12-1-15,10 10 1 0,-5 3 5 16,5 8-1-16,-5 4-1 16,5 7 2-16,-1 1 0 15,1-1 1-15,3-1-1 16,-8-6 3-16,0 0-2 15,-4-6 3-15,5-6-3 0,-9-7-1 16,4-3 4-16,-4-8 0 16,-4-4-4-16,4-3 0 15,-4 0 0-15,0 0 6 16,9 0 1-16,-5 0 9 16,4-16 17-16,4-8 2 15,1-7-19-15,3-6-10 0,1-16 2 16,-5-2 5-16,8-13-13 15,-3-6 1-15,7 0 5 16,1 6-6-16,-4 7 3 0,4 14-3 16,-10 16-1-16,-2 10-1 15,-1 9-1-15,-4 2 3 16,-4 7 1 0,0 0 0-1,-4 3-2-15,0 0-3 0,0 0-14 16,0 13-59-16,0 8-65 15,0-11-100-15,-4-5-77 16</inkml:trace>
  <inkml:trace contextRef="#ctx0" brushRef="#br0" timeOffset="107381.86">3152 8436 403 0,'0'0'66'16,"0"0"-37"-16,0 0 12 15,0 0 51-15,0 0-80 16,0 0-8-16,0 0 2 16,-99-18-4-16,75 43 6 15,-5 6 3-15,9 6 6 16,-5-1 8-16,4 7-10 15,13 7-3-15,0-7-12 16,8 0 5-16,0-2-5 16,0-8 1-16,8-5 2 15,4-9 2-15,9-4-2 0,0-9 1 16,-5-3-1-16,13-3 9 16,-12 0 2-16,2 0-14 15,-2-9-59-15,-17-3-80 16,0 2-121-16</inkml:trace>
  <inkml:trace contextRef="#ctx0" brushRef="#br0" timeOffset="107737.43">3050 8683 382 0,'0'0'45'15,"0"0"-27"-15,0 0 27 16,0 0 22-16,0 0-13 15,0 0-6-15,53-25-18 0,-41 25 8 16,1 0-13-16,-1 0-5 16,-4 0-3-16,-4 0-7 15,0 3-2-15,-4 4-8 16,0-1 0-16,0 3 0 16,0 9 0-16,0 1 17 0,0 3 21 31,0 6 4-31,-4 2-13 15,0 4-12-15,0-6-9 16,4 6 2-16,-4-6-10 16,4-3 3-16,0-1 7 0,-4-5-8 15,4-4 2-15,-4-3-4 16,4 1-18-16,0-7-57 16,0-3-49-16,0-3-58 0,0 0-95 15</inkml:trace>
  <inkml:trace contextRef="#ctx0" brushRef="#br0" timeOffset="108355.01">3275 8640 241 0,'0'0'0'0,"0"0"-17"0,0 0 17 15,0 0 22-15,0 0-6 16,0 0 7-16,0 0 19 16,70-77 23-16,-70 77-1 15,0-3 1-15,0 3 13 16,0 0 5-16,0 0-1 16,0-3 4-16,4 3-35 15,-4 0-20-15,4-3-23 16,8 0-8-16,1 3 0 15,-1-4-6-15,0 4 4 0,1 0-4 32,-1 0 5-32,-8 0 1 15,5 0-8-15,-9 16-6 0,8-1 10 16,-8 4-9 0,4-3 13-16,-4 2-2 15,0 0 2-15,0 4 0 16,-4-4 0-16,-17 1 1 0,1-4 2 0,-5-2 0 15,8-1-1-15,5-6 10 16,12-6 1-16,0 0-7 16,0 0 2-16,0 0-8 15,0 0-6-15,16 0-11 16,9 0 17-16,4 0 3 0,4 0-1 16,-4 6-4-1,-5 10 1-15,-3 2-3 0,-13 4 1 16,-4 5-8-16,-4-2 0 15,0 3 7-15,-12-3-8 16,-17-4 12-16,1-2 6 16,-9-7 5-16,3-6 25 15,1 0-29 1,6-6-1-16,-11 0-6 16,26 0-42-16,-1-9-197 15</inkml:trace>
  <inkml:trace contextRef="#ctx0" brushRef="#br0" timeOffset="109123.31">2035 8782 185 0,'0'0'212'16,"0"0"-108"-16,0 0-94 16,0 0 69-16,0 0-43 15,0 0-36-15,17-12 3 16,12 9 9-16,8-1 16 15,8 4-1-15,0-3-12 0,0 3-2 16,1-3-3-16,-10 3-4 16,-3 0 7-16,-4 0-11 15,-9 0 1-15,-15 0 1 0,-5 0-3 32,0 0-2-32,0 0-9 0,0 0-50 0,-9 0-67 31,-3-3-193-31</inkml:trace>
  <inkml:trace contextRef="#ctx0" brushRef="#br0" timeOffset="109508.53">2191 8597 327 0,'0'0'90'16,"0"0"-88"-16,0 0-1 15,0 0 141-15,0 0-87 16,0 0-37-16,-15-22 9 16,2 22-4-16,-3 0-11 15,-5 15 4 1,-8 4-11-16,0 3 5 16,4 0 3-16,-3-1 10 15,8 1 7-15,-1 2-18 16,13 1-1-16,4-7 4 0,4 7-10 15,0-3 2-15,0-4-7 16,4 1 0-16,17-4 0 16,7 1 7-16,9-4-7 15,4 0 6-15,4-6 1 0,8 3-7 16,-3-5 0-16,-1 1 0 16,-8-1 15-16,-4-4-13 15,-8 3-4-15,-13-3-30 16,-16 0-126-16,0 0-188 15</inkml:trace>
  <inkml:trace contextRef="#ctx0" brushRef="#br0" timeOffset="110372.83">730 8665 136 0,'0'0'189'0,"0"0"-142"15,0 0-25-15,0 0 83 16,0 0-8-16,0 0-30 16,0 0-27-16,-16-65-13 15,16 65-23-15,0 0-2 16,4 3-1-16,16 25-1 0,5 6 16 15,4 6-8-15,0 9-2 16,4-3 5-16,3 4-10 0,-7-10 5 16,-4-4-6-1,-5-11 2-15,-3-9 0 16,-5-4-2-16,-8-12 3 16,-4 3-2-16,0-3 4 0,5 0 34 0,-1-15 51 15,7-22 11-15,-3-7-63 16,5-8-37-16,-1 0 14 15,0-1-2-15,1 1-6 16,-5 3-6-16,0 11-1 16,1 14 0-16,-5 9 1 15,-4 6-1 1,4 9-1-16,-4 0-19 16,4 0-65-16,0 12-115 15,-4 3 27-15,0 4-115 16</inkml:trace>
  <inkml:trace contextRef="#ctx0" brushRef="#br0" timeOffset="110628.21">1227 8902 448 0,'0'0'245'0,"0"0"-212"0,0 0-27 16,0 0 33-1,0 0-39-15,0 0-14 16,8 92 5-16,-8-58 9 16,0 1 14-16,0-5 0 0,0-5 17 15,0-4-19 1,0-2-6-16,0-3-5 0,0-8 6 16,0 2-7-16,0-4-14 15,0-6-64-15,0 0-136 16,-8 0-97-16</inkml:trace>
  <inkml:trace contextRef="#ctx0" brushRef="#br0" timeOffset="110828.58">1034 8982 660 0,'0'0'141'15,"0"0"-135"-15,0 0-6 31,0 0 9-31,0 0-9 0,147-43 1 16,-97 43-1-16,-5 0 0 0,-4 0-2 0,-16 0-19 16,-13 0-73-16,-4 0-44 31,-8 0-38-31,0 0-64 0</inkml:trace>
  <inkml:trace contextRef="#ctx0" brushRef="#br0" timeOffset="111045.59">1350 8926 303 0,'0'0'91'15,"0"0"-54"-15,0 0 48 16,0 0-29-16,0 0-33 16,0 0-14-16,0-9-8 0,0 9 4 31,8 13-3-31,0 14 7 0,1 4 8 16,3 6 16-16,0 1 1 15,-3-5-18-15,3-5-6 16,-4-1-4-16,5-4-2 15,-9-5 3-15,0-3-4 16,0-5-3-16,-4 2 5 0,0-3-5 16,0-6-59-16,0-3-173 15</inkml:trace>
  <inkml:trace contextRef="#ctx0" brushRef="#br0" timeOffset="111363.34">1593 8834 621 0,'0'0'0'0,"0"0"7"0,0 0-6 16,0 0 46-1,0 0-33 1,0 0-14-16,0 0 1 0,0 28 9 15,7 6 32-15,5 3-11 16,1-3-10-16,-5 6-10 16,4-3 13-16,1-3-2 0,-5-4-16 15,-4-5-3-15,-4-3-2 16,0-3 4-16,0-7-5 16,0-3-33-16,0-6-33 15,-4-3-156-15,-4 0-120 16</inkml:trace>
  <inkml:trace contextRef="#ctx0" brushRef="#br0" timeOffset="111562.95">1456 9121 806 0,'0'0'49'16,"0"0"-46"-16,0 0 18 15,0 0 9-15,0 0-29 16,152-46 2-16,-98 39-1 16,-4 4-2-16,-42 3-55 0,-8 0-220 15</inkml:trace>
  <inkml:trace contextRef="#ctx0" brushRef="#br0" timeOffset="120194.14">6986 16066 0 0,'0'0'0'0,"0"0"25"15,0 0 29-15,0 0 50 16,0 0-60-16,0 0-33 16,0 0 23-16,0 0 2 15,-65-12-21-15,65 12-10 0,0 0 4 16,0 0-3-16,0 0 2 16,0 0 3-16,0 0-5 15,0 0 7-15,0 0 5 16,0 0-6-16,0 0-4 15,-4 0-8-15,-1 0 5 0,1 0-5 16,0 0-11-16,0 0 0 16,-4 0-7-16,4 0-23 15,0 0-66-15</inkml:trace>
  <inkml:trace contextRef="#ctx0" brushRef="#br0" timeOffset="121749.85">8579 17080 213 0,'0'0'15'16,"0"0"-14"-16,0 0 21 15,0 0 11-15,0 0-9 16,0 0-8-16,0 0-5 0,-41 0 8 16,37 0 45-16,0 0-37 15,4 0-8-15,0 0-7 16,0 0-7 0,0 0-5-16,0 0 7 15,0 0 3-15,0 0 15 16,0 0-3-16,0 0 15 15,0 0 16-15,0 0 1 16,0 0-6-16,0 0 4 16,0 0-4-16,0 0-12 15,0 0-5-15,0 0-20 0,0 0-6 16,0 0-5-16,0 0-6 16,0 0-5-16,0 0-7 15,0 22 12-15,0 2 6 0,0 10 4 16,0 0 4-1,0 0-6-15,0 3 1 16,0-3-3-16,0-3 1 0,0-3 4 0,0-7-4 31,-4-2 0-31,4-4 5 0,0-6-6 0,-4-2 0 16,4-5-5-16,-4 4-53 16,-5-2-58-16,5-4-33 15,0 0-69-15</inkml:trace>
  <inkml:trace contextRef="#ctx0" brushRef="#br0" timeOffset="122384.61">8222 17558 577 0,'0'0'107'16,"0"0"-77"-16,0 0 69 16,0 0-24-16,0 0-29 15,0 0-24-15,-4-16-21 0,4 16-1 16,0 0-5-16,0 0-16 31,0 13-6-31,0 11 27 16,0 10 5-16,4 3 2 15,8 3 3-15,5 0-2 16,-1-3-7-16,-3 0 2 0,6-3 3 16,-2-3-6-16,-9-12 3 15,5-7 0-15,-9-9 1 16,0 0 0-16,-4-3 4 15,4 0 9-15,0-3 25 0,0-28 50 16,1-3-72-16,-1-9 5 16,0 0-20-16,0 0 2 15,0 3-4-15,8 9 1 16,-7 6 1-16,-1 7-5 16,0 6-3-16,0 5-5 0,-4 4-37 31,4 3-64-31,4 0-135 15,-8 0-52-15,5 3-4 16</inkml:trace>
  <inkml:trace contextRef="#ctx0" brushRef="#br0" timeOffset="122817.65">8620 17761 146 0,'0'0'451'0,"0"0"-329"15,0 0-117-15,0 0 55 0,0 0-14 32,0 0-33-32,0 0-13 0,-37-19-12 15,17 19 3-15,-1 16 6 16,5 9 3-16,-5 3 0 16,9 2-9-16,3 8 0 15,9-2 4-15,0 1 5 16,0 1 5-16,17-8-2 15,0-5 0-15,3-10-2 0,5-9-1 16,-1-6-7-16,5 0-4 16,-17-3-75-16,-8-9-119 15</inkml:trace>
  <inkml:trace contextRef="#ctx0" brushRef="#br0" timeOffset="123071.55">8587 17931 188 0,'0'0'297'15,"0"0"-267"-15,0 0-21 16,0 0 105-16,0 0-52 16,0 0-17-16,78-12-11 0,-69 21 6 15,-5 15-29-15,-4 7-9 16,4 9 5-16,-4 6 8 15,0 1-13-15,0-1 5 16,0-9-1-16,4-6-5 16,0-6-1-16,0-4-70 15,0-21-53-15,1 0-509 0</inkml:trace>
  <inkml:trace contextRef="#ctx0" brushRef="#br0" timeOffset="123922.33">8735 17795 302 0,'0'0'65'0,"0"0"-20"0,0 0 89 16,0 0-27-16,0 0-32 15,0 0-28-15,0-12-7 16,0 12 12-16,0-3-12 15,0 0-20-15,12-1-16 0,9-2-8 16,3 4 1-16,1-2 0 16,-4 4 3-16,-4 0-6 0,-6 0-4 15,1 4-4 1,-3 14 2-16,-9 3 6 0,0 1-3 16,0 9 9-16,-9-7 5 15,-10 1 4-15,-6-3 14 16,4-7-10-1,13-6-9-15,0-6-1 16,8-3-3-16,0 0-4 16,0 0-18-16,24 0-24 15,10 0 24-15,-2 0 7 16,1 0 10-16,-9 7 4 16,-3 2-5-16,-13 6 6 15,-3 4-1-15,-5-1-3 16,0 7 4-16,-17-4 51 0,-20 1 10 15,-13-4-28-15,-3 1-26 16,-9-3-7-16,33-16-127 16,2 0-249-16</inkml:trace>
  <inkml:trace contextRef="#ctx0" brushRef="#br0" timeOffset="126202.99">6740 16041 390 0,'0'0'51'16,"0"0"-34"-16,0 0 57 16,0 0-19-1,0 0-29-15,0 0-14 16,0 0 6-16,0-18 4 0,0 15 22 15,0-1 5-15,4 1-11 16,4-3-1-16,-4 3-21 16,5-3-10-16,-1 0 0 15,4 3-5-15,-3-3 2 0,7-1-3 16,1 1 0-16,-2-3-1 16,6 3 1-16,4-4 0 15,-1 1 4-15,5 3-3 16,0-3 2-16,3 3-2 15,1-4-1-15,5 1 1 16,-5 0-1-16,-5 3 0 16,1 0 4-16,-9 0-4 0,1-1 3 15,-5 7-3-15,9-6 2 16,-4 0-1-16,-1 3-1 16,4-6 0-16,-3 5 3 15,0-1-2-15,4-2 1 0,-5 1-2 16,0 0 0-1,5 3 0 1,-5 0 0-16,1-3 0 16,4 2 1-16,-5-2 1 0,-3 0 2 15,7 0-4-15,1 3 1 16,-5-3 1-16,1 2-2 16,-9-1 0-16,5 2 5 15,-1-1-3-15,-3-2 1 16,-2 3-3-16,6 0 0 0,-9 0 0 15,0 3 0-15,5-3 0 16,-5 0 0-16,8 0 3 31,-3 0-4-31,3-1 1 0,1 4 0 16,-1-2-1-16,4-1 1 16,1-1 0-16,-1 1 1 15,5 3-1-15,-8-6 1 0,8 6-1 16,-5-6 0-16,4 3-1 15,-3 0 1-15,-1 3 0 16,-3-6-3-16,4 6 6 16,-1-4-2-16,1 1-1 15,-1 1 0-15,0-2-2 16,1 4 2-16,0 0 0 0,-1-3-1 31,-3 3 4-31,3 0-3 0,-7-3 0 16,2 0 0-16,6 3-1 15,-9 0 1-15,1 0 0 16,-5 0-1-16,5 0 4 16,-5 0-3-16,4 0 0 15,1 0 0-15,-5 0-2 16,4 0 2-16,-3 0 0 16,2 0 2-16,1 0 0 0,-3 0-2 15,7 0 1-15,-8 0-1 16,5 0 5-16,-9 0-5 15,0 0 11-15,-4 0 10 16,0 0-3-16,0 0 6 0,0-3-7 16,0 3-3-16,0 0-2 15,0 0-8-15,0 0-1 16,0 0 0-16,0 0-2 16,0 0 0-16,0 0-1 15,0 0 0-15,0 0 0 16,0 0 0-1,0 0 0-15,0 0 3 16,0 0 0-16,0 0-4 16,8-3 1-16,5 0-1 15,-1 3-1-15,1-3-3 16,-5 3 5-16,0 0-1 16,-4-3 4-16,-4 3-4 0,4 0 1 15,-4 0 0-15,0 0-1 0,0 0 1 16,0 0 0-16,0 0 1 15,0 0 1-15,0-3-1 16,0 3-1-16,0 0 0 16,0 0-2-16,0 0 1 15,0 0 1-15,0 0 3 16,0 0-1-16,0 0-3 0,0 0 1 16,0 0-20-16,0 0 19 31,0 0 0-31,0 0 1 15,0 0 0-15,0 0-8 16,0 0-17-16,-4 0-34 0,-4 0-34 16,0 0 24-16,-13 0 4 15,17 6-86-15,-4-6-56 16</inkml:trace>
  <inkml:trace contextRef="#ctx0" brushRef="#br0" timeOffset="129537.1">8563 15662 161 0,'0'0'71'0,"0"0"-66"16,0 0-5-1,0 0 23-15,0 0 2 0,0 0-11 32,0 0 5-32,24 0 13 0,-16-3-3 15,0 0 8-15,5-3-17 16,-5 3-4-16,0-4 9 15,5 4-12-15,-1-3-1 16,1 3-7-16,3 0-5 16,1-3 2-16,-1 3-2 15,0 0 0-15,0-1 6 0,1 4-5 16,-1-2 3-16,5-1-4 16,-5 3 1-16,1-4-2 15,0 1 1-15,2 3 0 16,2-3 2-16,-1 0 0 15,9 0-1-15,-4 0 2 16,4 0 5 0,-5 0 16-16,5 0-15 15,-4 0-6-15,-1-1 1 16,-3 4-2-16,4 0-2 0,-5-3 0 16,4 0 0-16,-3 3 1 15,0 0-1-15,-9 0 0 16,1 0 2-16,-9-2-1 15,0 2 0-15,4 0-1 0,0 0 0 16,5 0-1-16,-2-4 1 16,2 4 0-16,3 0 3 15,1-3-3-15,3 0 4 16,1 3-2-16,0 0 0 16,-1 0 1-16,-7 0-3 15,-2 0 0-15,1 0 4 0,-3 0-4 16,-1 0 2-16,0 0-2 15,5 0 1-15,-5 0 3 16,8 0-2-16,-3 0-2 16,-1 0 4-16,1 0-3 15,-5 0-1-15,4 0 0 0,-4 0 0 32,0 0-1-32,8 0 1 15,-7 0 0-15,3 0 0 16,0-3 2-16,5 3-2 0,0 0 0 15,3-3 0-15,5 3 0 16,-5 0-1-16,0-3 1 16,-3 3 1-16,-9 0 1 15,5-4-2-15,3 4 0 0,5 0-1 16,-9-2-1-16,9 2 2 16,-6-3 0-16,10-1 1 15,-4 4 1-15,-1 0-2 16,1 0 0-16,-4 0 0 15,3 0-1-15,-4 0 0 16,-4 0 1 0,5 0 1-16,-1 0 1 15,-3 0-2-15,7 0 0 0,1-6 1 16,0 6-3-16,-2 0 1 16,2 0 1-16,0 0 2 15,4-3 0-15,-5 3-2 16,-3 0 0-16,8-3 1 15,-6 3-3-15,2 0 3 0,4 0-1 16,-1 0 11-16,5 0-9 16,-4-3 2-16,-5 3-4 15,9 0 0-15,-4 0 2 16,-1 0-2-16,1 0 0 16,-4-3 2-16,-1 3-1 15,-4 0-1 1,5 0 0-16,-5-3 2 15,1 0-1-15,-1 3-1 16,5 0 0-16,-4-3 1 16,-5 3 1-16,3 0-2 15,6 0 0-15,-4 0 0 0,7-4-2 16,-3 4 2-16,4-3 0 16,-4 3 5-16,-2 0-5 15,-6-2 0-15,3 2 0 0,-3 0 0 16,-1 0 0-16,-4 0-3 15,-4-3 3-15,5 3 4 16,3 0-3-16,0 0-1 16,9 0 0-16,-1-4 0 15,5 1-1-15,-1 0 1 0,1 0 0 16,0 3 1-16,-4-3 0 16,-1 3-2-16,-4 0 1 15,0-3 0-15,1 3 0 16,8 0-1-16,-5 0 1 15,9 0 1-15,-1 0 0 16,5 0-1 0,0-3 0-16,0 0 1 15,-4 0-2-15,-1 3 0 0,-3 0 1 16,-4-7 2-16,-1 4-2 16,1 3 2-16,0-2-2 15,3 2 0-15,0 0 8 16,5-7 0-16,0 7-3 15,8-6 6-15,0 3-9 16,-4 0 0-16,4 0 1 0,-8 0-3 16,4 0 3-16,-9 0-2 15,1-1 0-15,3 4 8 16,-3-3-6-16,0 3 2 16,3 0 1-16,1-3-3 15,0 3 2 1,0 0-5-16,8-3 0 15,-5 0 5-15,5 3-4 16,-4-3 5-16,0 0 1 16,4 3 9-16,0 0 4 15,0 0-9-15,8-3 3 0,4 0 4 16,1 0-6-16,-5-1 5 16,0 4-1-16,0-2 1 0,1-1 2 31,-2-1-11-31,-3 1-4 0,1-3 8 15,-9 3-11 1,-1-3 1-16,-3 3-2 0,4 0 1 16,-4 3 0-16,3 0-1 15,-3-3 0-15,-4 3 2 16,8 0 0-16,-9 0-2 16,9 0 0-16,-5 0 0 0,1 0-1 15,4 0 0-15,-4 0 1 16,8 0 0-16,-4 0 1 15,0 0-1-15,0 0 0 16,3 0 0-16,-7 0 0 16,0 0 0-16,4 0 0 15,0 0 7-15,-5 0-5 16,-3 0-1-16,-1 0-1 0,-3 0 1 16,-4 0-2-16,-1 0 1 15,-3 0 0-15,-1 0 2 0,-4 0-1 16,-1 0-1 15,6 0 0-31,-5 0 0 0,0 0 0 16,9 0 0-16,-9 0 0 15,9 0 1-15,-5 0 1 16,-4 0-2-16,1 0 2 0,-5 0 2 16,0 0 8-16,-4 0-12 15,0 0 2-15,0 0 4 16,0 0-6-16,0 0-12 15,-8 0-37-15,-5 3-49 16,-3-3-63-16</inkml:trace>
  <inkml:trace contextRef="#ctx0" brushRef="#br0" timeOffset="156559.91">3998 8517 409 0,'0'0'175'16,"0"0"-158"-16,0 0-13 31,0 0-2-31,0 0 57 16,0 0-24-16,115 0-3 0,-91 3 11 16,-3 6-3-16,4 4-6 15,-5-4-9-15,0 3-14 16,-3 7-1-16,3-4-5 15,9 3 7-15,-4 4-8 16,8 2 1-16,3 1 2 0,6 3-2 16,3 6-3-16,8 0 10 15,9 3-5-15,7 6 12 16,1-3-3-16,8 3 1 16,5 4 2-16,2-1-19 15,6-3 4-15,-9-3 6 16,5 0-9-1,-6-3 6-15,-3 0-7 16,-4-3 0-16,-4-3 2 16,-8 0-2-16,0-1 0 15,-14-2 2-15,6 0 1 0,-13-1-3 16,-4-2 1-16,-4 0-1 16,0-1 0-16,4-2 0 15,-1 3 0-15,1-1 5 16,9-2-4-16,-5 9 8 0,-1-9-5 15,-2 8-3-15,-5-8 0 16,4 5 0-16,-5 8-1 16,1-8 2-16,4 7 1 15,-4 0-4-15,-1-6 1 16,6 0 0-16,-5-1 0 0,0-2 0 31,-1 2 0-31,-3 4 3 16,8-3-3-16,-8-3 8 15,4-3-7-15,-5-1-1 16,5-2 3-16,-8 5-3 16,-1-8 0-16,-7-1 0 0,0-3 4 15,-6-2-4-15,1-1 0 16,-3 0 0-16,3 0 0 16,-4 1-1-16,5 2 1 15,3 0 4-15,-3 0-4 0,7 4 0 16,1-1 2-16,-1 1-2 15,0 5 0-15,5 1 4 16,0-4-4-16,0 4 3 16,4-3-3-16,-2 2 3 15,7 1-3-15,-1-1 0 0,0-5 2 16,0 2-2-16,-5-2 1 16,-3 2 4-16,8-3 0 15,-9 1 8 1,5-1-8-16,-1-2-3 15,-3 2 5-15,4 4-6 16,0-4 0-16,4 0 13 16,-1 1-14-16,5 2 9 15,-8-2-5-15,4 2-4 16,-1 0 8-16,-3-2-6 16,4-1 0-16,-4 4 2 15,-4-3-2-15,3-1 0 0,-7 0-2 16,3 0 0-16,1 1-2 15,-8-7 2-15,3 4 0 16,5-1 2-16,-1 4 0 0,1-4 0 16,4 6-2-16,-4-2 0 15,-1-4 0-15,4 3-1 16,-7-2 1-16,-5-1 1 16,1-3 3-16,-5 0-5 0,-7-2 1 31,-1-7 0-31,-4 3-3 15,0-3 3-15,0 0 0 16,0 0 0-16,0 0 4 16,4 0-4-16,-4 0 0 15,0 0 0-15,0 0-3 0,0 0 3 16,0 0 0-16,0 0-2 16,0 0 8-16,4 0-7 15,-4 6 1-15,8 0 0 16,-4-6-1-16,1 6 1 15,-1-3 0-15,0-3 1 16,0 3 2-16,-4-3-5 0,0 0 2 16,0 0 0-16,0 0 2 15,0 0-2-15,0 0 0 16,0 0 7-16,0 0-2 16,0 0 5-16,0 0-10 15,0 0 1-15,0 0-3 0,0 0 2 16,0 0 0-1,0 0 1 1,0 0 1-16,0 0-4 0,0 0-10 16,0 0-70-16,-4 0-86 15,-4 0-300-15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6:57:12.58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8259 4192 73 0,'0'0'3'16,"0"0"-2"-16,0 0 87 16,0 0-37-16,0 0-21 15,0 0-19-15,21 0-9 16,-17 0 12-16,-1 0-2 15,-3 0-11-15,4 0 0 16,0 0-1-16,-4 0-60 0</inkml:trace>
  <inkml:trace contextRef="#ctx0" brushRef="#br0" timeOffset="262.86">8259 4192 116 0</inkml:trace>
  <inkml:trace contextRef="#ctx0" brushRef="#br0" timeOffset="5145.26">8259 4192 116 0,'86'71'99'0,"-90"-71"-76"0,4 0 12 0,0 0 6 0,0 0 8 16,0 0 0-16,0 0-5 0,0 0-10 15,0 0 8-15,0 0 18 16,0 0-11-16,0 0-19 15,0 0-2-15,0 0 1 16,0 0-8-16,0 0 1 31,0 0-8-31,0 0 6 0,0 0-2 16,0 0-9-16,0 0-2 16,0 0-5-16,0 0-1 15,0 0-1-15,0 0-2 16,0 0-1-16,0 0-3 0,0 0-2 15,0 6 8 1,0 9 2-16,0 4 0 0,0 2-2 16,0 1 1-16,0 6-1 15,0 3 0-15,4-4 0 0,0 4 0 16,9 0 0-16,-1-3 0 16,-4-4 0-16,0 4 0 15,-3-3 0-15,3 6 1 16,0-6 0-1,0-1-2 1,-3-3 1-16,-1-2 0 0,-4 0 1 16,0-1-1-16,3-6 0 15,-3 1 2-15,0-1-2 16,0-6 1-16,0 4-1 16,0-5 0-16,0 2 0 15,0-4-1-15,0 3 1 0,0-6 1 16,0 0-1-16,0 0 1 15,0 0 2-15,0 0 0 16,0 0 4-16,0 0-5 16,0 0 4-1,0 0-6-15,0-12-30 0,0-7 12 16,0 1 17-16,0-7 0 0,-3-3 0 16,-6-2-14-16,-3-4 7 15,0 0 2-15,-1 0-5 16,5 3 11-16,0-3-1 0,-5 6-1 15,9 0 2-15,0 4 2 16,0 3 1-16,4 2 4 16,0 0 0-1,0 4 3 1,0 2-8-16,0 4 1 0,0 3-1 16,0 3-1-16,0 0 0 15,0 3 8-15,0 0-8 16,0 0 4-16,-4 0-4 15,4 0 0-15,0 0 2 0,0 0-2 16,0 0-1-16,0 0 4 16,0 0-4-16,0 0-2 15,0 0-7-15,-4 0-4 16,4 18 13-16,-9 7 3 16,9 9-2-16,-4 3-1 0,4 3 1 15,0 6-1 1,0 4 1-16,0-1-1 15,0 0 1-15,0 1 1 16,0-4-2-16,8 0 3 16,1-3-3-16,-5-6 3 15,0 0-3-15,-4-9 0 16,0 0 2-16,0-3 0 16,0-10-1-16,0-3-1 15,0-9 2-15,0 3-3 0,0-6 2 16,0 0-1-16,0 0 3 15,0 0 0-15,0 0 7 16,0 0 19-16,0-6-1 0,0-16-22 16,0-2-5-1,0-13 0-15,0-3-2 16,0-6-2 0,0-4-2-16,0-5-14 0,0-4 1 15,0 1 0 1,-4-1 17-16,0 4-15 0,0 5 8 15,-5 7 8-15,5 6 1 16,0 10 3-16,4 2 4 16,-8 10 3-1,8 2-9-15,0 4 1 0,0 6-1 0,0 0-2 16,-4 3 1-16,4 0-1 16,-5 0-2-16,5 0-1 15,0 0-5-15,-4 0 7 16,4 0-8-16,0 12-3 15,-4 13 12-15,4 12 0 16,0 0 2-16,0 9-2 0,0 0 0 16,0 6 0-16,0 4 1 15,0 2 0-15,0 8-1 16,8-5 0-16,1 1 4 0,-1-10-3 16,0-2-1-1,1-14 0-15,-1-2 2 0,-4-6-2 31,0-10 1-31,0-5 0 16,0-7-1-16,1-3 1 0,-1-3-1 16,-4 0 0-16,4 0 4 15,-4 0 14-15,0 0 32 16,0-6 6-16,0-16-43 16,0-9-12-16,0-8 0 15,0-1 0-15,0-7 1 0,-4-8-1 16,-5 2-2-16,1-5-2 15,4 5-3-15,-4 1-4 16,4-1-3-16,-5 4 0 16,-3 0 6-16,-1 2 4 15,9 4 3-15,-4 3-4 16,1 7 7 0,3 8-3-16,-5 3 1 15,5 10-1-15,0 5 4 16,0 2 1-16,0 5-1 15,4 0-2-15,0 0-2 0,0 0-4 16,0 0-5 0,0 0-7-16,0 5 4 0,0 17 12 15,0 12 0-15,0 3 1 16,0 7 1-16,0 4-3 16,0 5 1-16,0 9 0 0,4 2 1 15,4 10 0-15,5 0-1 16,-2 3 1-16,-3-3 1 0,5 1-1 15,3-2-1 1,1-8 0 0,-5 0 1-16,1-3 0 15,-5-4-1-15,0-6 3 16,-4-5-2-16,-4-14 0 16,4-5-1-16,-4-13 0 15,0-5 4-15,0-4-4 16,0-6 0-16,0 0 5 0,0 0 2 0,0 0 29 15,0-12 6 1,0-16-41-16,0-12 5 0,-4-6-6 16,-4-7-3-1,4-9-6-15,-4-5-19 0,4 5 15 16,4-3-5-16,-9 7 4 16,5 6 4-16,4 5-2 15,-4 10 12 1,0 10 5-16,0 5-4 0,0 7 0 15,-1 12 2-15,5-1 2 16,-4 4-3-16,4 0-2 16,0 0-7-16,0 0-4 15,0 25 11-15,0 6 0 16,0 6-1-16,0 9 1 16,0 1 0-16,0 5 0 0,4 6 0 15,9 1 3-15,-5 5-2 16,0 1-1-16,1 3 0 15,-1-6 0-15,-4 0 3 16,0-7-2-16,0-6-1 16,0-3 0-16,-4 1 2 0,0-13 0 15,0-4-2-15,0-8 0 16,0-13 2-16,0 0-1 16,0-9-1-16,0 0 3 15,0 0 1-15,0 0 8 0,0-9 24 16,0-18-34-1,0-10 0-15,-8-6-1 16,0-10-1 0,0-5-6-16,-1-4-5 0,1-6-12 15,4 3 15-15,0 0 6 16,0 7 0-16,4 9-1 16,-4 9 3-16,4 6 0 15,-5 12 0-15,1 7 0 16,4 5 0-16,-4 7 0 15,4 0-1-15,0 3-4 0,-4 0-2 16,4 3-3-16,0 28 3 16,-4 9 7-16,4 13 0 15,0 8 0-15,0 7 1 16,0 6-1-16,0 3 2 16,0 0-1-16,0-6-1 0,0-3 2 31,0-6-1-31,4-7-1 15,0-5 4-15,-4-17-4 16,0-8 1-16,0-10 2 16,0-8-3-16,0-7 2 15,4 0 1-15,-4 0 14 0,0 0 37 16,0-28-13-16,0-12-37 16,0-10-3-16,0-2 0 0,-4-7-1 15,0-2-16-15,0-4 4 16,0 3-4-16,0-2 12 15,-1 2 2-15,1 4-6 16,4 5-3-16,-4 10 11 16,0 6-3-16,1 16 2 15,-1 2 0 1,4 10 2-16,0 9-2 16,0 0 0-16,-4 0-15 15,4 0-2-15,0 21 7 16,0 19 11-16,0 19 1 15,0 6-1-15,0 3 1 16,0 5-1-16,0 5 3 0,11-4-2 16,-3-7-1-16,1-5 2 15,3-7-1-15,-4-5 0 16,5-14-1-16,-9-5 2 16,0-9-1-16,0-13 0 0,-4-5-1 15,0-4 0-15,0 0 6 16,0 0 3-16,0-4 43 15,0-23-18-15,0-13-30 0,0-13-1 16,-4-3-3 0,-4-2-4-16,-1 3-9 0,1 5 5 15,4 14 7-15,0 5 1 16,0 12-2-16,4 10 2 16,-4 5-1-16,4 4-2 15,0 0 0 1,0 4-24-16,0 27 19 15,0 12 6-15,0 12 3 16,4 7-1-16,8 5 1 16,1 7 0-16,-5-6 0 15,0 3 0-15,-4-6-1 16,5 0 3-16,-5-7-3 0,-4-5 1 16,4-4 0-16,-4-9-1 15,0-9 3-15,0-6-2 16,0-10-1-16,0-9 5 15,0-3-5-15,0-3 3 0,0 0 2 16,0 0 11-16,0-15 34 16,0-16-42-16,-8-15-4 31,-1-4-8-31,1-5-2 0,0-4-4 16,4 4-2-16,-5 6-4 15,1 9 14-15,4 12 0 16,0 9 2-16,0 13 1 15,4 3 0-15,0 3-2 16,-5 0-2-16,5 0-4 16,0 15-9-16,0 23 12 0,0 8 4 15,0 9 2-15,0 4-1 16,9 2-1-16,-1-5 1 16,-4-4-1-16,0-2 2 15,-4-10-2-15,0-6 0 16,0-1 2-16,0-14-1 0,0-3 1 15,0-11-2-15,0-1 1 16,0-4 3-16,0 0-1 16,0 0 22-16,0-22 35 15,0-15-59-15,-4-9 1 0,-4-7-2 16,0 1 0-16,-1 3 0 16,5 6-10-16,4 5 4 31,-4 11 4-31,4 11 4 0,0 7-1 15,0 6-1-15,0 3-3 16,0 0 2-16,0 3-12 16,0 28-5-16,0 15 18 15,8 0 0-15,5 7 1 16,-1-4 0-16,-4-2-1 16,1-4 1-16,-9-3-1 0,4-12 0 15,-4-10 0-15,0-9 1 16,0-6 2-16,0-3-2 15,0 0 2-15,0 0 9 16,0 0 5-16,0-28 1 16,-13-5-18-16,1-11-1 15,0 5-1 1,3 1-4-16,5 11 0 16,0 11 5-16,4 10-2 15,0 6 3-15,0 0 0 16,0 12-17-16,0 25 8 0,0 9 9 15,0 4 0-15,4-4 1 16,4-6-1-16,-3-12 0 16,-1-3 2-16,0-7-2 15,0-5 1-15,-4-8-1 0,0-1 0 16,0-4 3-16,0 0-2 16,0 0 13-16,0-7 21 15,0-17-31-15,0-4-4 16,-4-6-1-16,-4 6 0 15,3 10 0-15,1 6-5 0,4 12 6 16,0 0 0-16,0 0-4 16,0 21-14-16,0 22 13 15,0 4 5-15,0 2-1 16,9 1 3-16,-1-11-2 16,0-5 0-16,-4-9 0 15,-4-9 0 1,4-11 1-16,-4-5-1 15,0 0 4-15,0 0-1 16,0 0 10-16,0-27 6 16,0-4-19-16,-8-6-3 0,4 9 2 15,-4 7 2-15,4 8-2 16,4 10 2-16,-5 3-1 16,5 0 0-16,0 0 0 15,0 9-12-15,0 13 3 0,0 12 9 16,0-3 1-16,0-3-1 15,0-4 0-15,0-2 3 16,0-7-3-16,0 0 3 16,0-5-3-16,0-4 0 15,0-3 3 1,0-3-1-16,0 0-1 16,0 0 5-16,0-9-1 15,0-16-5-15,0-5-20 16,0 5 20-16,0 0 0 15,-4 9-5-15,4 7 5 16,-4 9 2-16,4 0-1 16,0 0-1-16,0 0-7 0,0 0-6 15,0 16 10-15,0 2 1 16,0-5 2-16,0-4-1 16,0-6 4-16,0-3-1 0,0 0-2 15,0 0-4 1,0 0-1-16,0 0-23 0,0 0-20 15,0 0-42-15,0-6-44 16,0-3 49-16,0 9 36 0,0 0 21 16,0 0 8-16,0 0-13 15,0 0 33-15,0 6 10 16,0 6 6-16,0-6 2 16,0 1 2-16,0-7 1 15,0 2-1 1,0-2-1-16,0 0 7 15,0 0 3-15,0 0 4 16,0 0 5-16,0 0-11 16,0 0-13-16,0 0-3 15,0 0-7-15,0 0 1 16,0 0-5-16,0 0-4 16,0 0-10-16,0-2-2 0,0-14 12 15,0 1-8-15,0-4 12 16,0 3 0-16,0-5 0 15,0 2 1-15,0 1-1 0,0 3 0 16,0-1 5-16,0-2-5 16,0-1 0-16,0-2-30 15,0-10-8 1,0-3-16 0,0-9-10-16,0-7 17 0,-11 1 36 15,-2-4 11-15,1 10 0 16,0 3 11-16,-1 9 9 15,1 1 1-15,-5 2-5 0,1 0 7 16,3 3-13-16,-3-2-5 16,3 2-1-16,2 1 5 15,-5 2 8-15,7 1 6 16,-3-1 12-16,8 4-26 16,-5 2 0-16,5 1 1 15,-4-4-9-15,4 7 4 16,0 3-5-16,4-4-6 15,0 7-34-15,0-3-26 0,0 2-25 16,0-1-40-16,0 4-25 16,0 1-37-16</inkml:trace>
  <inkml:trace contextRef="#ctx0" brushRef="#br0" timeOffset="6787.91">8251 4207 227 0,'0'0'46'0,"0"0"-42"16,0 0-1-1,0 0 21 1,0 0 6-16,0 0-26 16,0 0-4-16,0 0 2 15,0-6 10-15,0 6 2 16,0 0 1-16,0 0-5 16,0 0-1-16,0 0 1 15,0 0-8-15,0 0 1 16,0 0-1-16,0 12 7 0,0 10 9 15,0 12-9 1,0 3-4-16,0 3 11 0,0 3-2 0,0-6-9 31,0 0-2-31,0-6-2 0,4-28-1 16,-4-3-185-16</inkml:trace>
  <inkml:trace contextRef="#ctx0" brushRef="#br0" timeOffset="13185.55">9034 7216 0 0,'0'0'363'16,"0"0"-314"-16,0 0-45 0,0 0 9 15,0 0 40-15,0 0-4 16,0 0-14-16,0 0 1 16,0-12-5-16,0 8 8 15,0 4-4-15,0-3-12 16,0 3-8-16,0 0 4 0,0 0-3 16,0 0 8-16,0 0-14 15,0 0-2-15,0 0 3 16,0 0-8-16,0 0 4 15,0 0-2-15,0 0-5 16,0 0 3-16,0 0-3 16,4 0 1-1,5 0 3-15,-1 3-3 16,4 13-1-16,-3-1 3 0,3 10-3 16,-4 2 3-16,1 1-3 15,-1 6 0-15,-4 0 1 16,0 0 1-16,-4 0 2 15,0 0-1-15,0-3-1 0,0-4 9 16,0-5-7-16,-8-6-2 16,4-4 21-16,0-6-9 15,-1-3-5-15,5 0 4 16,0-3-4-16,0 0 6 16,0 0 10-16,0 0 6 0,0 0-3 15,0 0 7-15,0-18-14 31,0-16-16-31,0-7-3 16,13-2-2-16,-1-6 0 16,1 3 0-16,3-3 4 0,4 2-4 15,-4 4 0-15,-3 3 0 16,-1 6 0-16,1 4 2 16,-5 5-1-16,4 7-1 15,-8 11 1-15,1 4-1 0,-5 3 1 16,0 0-1-16,0 0 0 15,0 0-6-15,0 15-4 16,0 13 10-16,-5 12 5 16,1-2-4-16,-4 2 2 15,4-1-2-15,4 1 0 16,0 7 3 0,0-7-4-16,0 3 0 15,0-6 4-15,0-3-3 16,4-3 0-16,8-10 3 15,-3-5-4-15,-5-7-3 16,8-3 3-16,-3-3 0 0,-1-3 1 16,3 0-1-16,2 0 0 15,3 0-21-15,1-6-56 16,3-10-69-16,-16 4-72 16,1 6-183-16</inkml:trace>
  <inkml:trace contextRef="#ctx0" brushRef="#br0" timeOffset="13470.01">9396 7373 569 0,'0'0'126'0,"0"0"-99"15,0 0 3-15,0 0 87 16,0 0-41-16,0 0-40 16,0 0-36-16,0-12-1 15,0 40 1-15,0 8 4 16,0 7 6-1,0 1 0-15,4 2 4 16,0 0 0-16,9 4-7 16,-9-10-1-16,8-1-5 15,-8-8 1-15,1-12 0 16,-1-3-1-16,-1-13 0 0,-3-3 1 16,0 0-1-16,0 0-2 15,0-3-19-15,0-22-71 16,0 7-143-16,0-5-79 15</inkml:trace>
  <inkml:trace contextRef="#ctx0" brushRef="#br0" timeOffset="13786.69">9396 7321 593 0,'0'0'160'16,"0"0"-109"-16,0 0-3 15,0 0 88-15,0 0-67 16,0 0-69-16,-21-34-16 16,38 34 1-16,12 0 14 15,7 0 1-15,5 9 0 0,-3 16 1 16,-5-4 6-16,-10 4-7 16,-6 3 0-16,-9-7 0 15,-8 4-3-15,0-3 3 16,-12 2 0-16,-20-5 9 0,-10-4 6 15,5-5-13-15,4-2 3 16,9-8-5-16,8 0-7 0,8 0-100 16,8 0-63-1,0 0-88-15,8-3-102 0</inkml:trace>
  <inkml:trace contextRef="#ctx0" brushRef="#br0" timeOffset="25140.19">8333 7413 37 0,'0'0'258'16,"0"0"-258"0,0 0 6-16,0 0 47 15,0 0 45-15,0 0-28 16,0 0-41-16,-17 0-15 16,17 0 12-16,0 0 16 15,-4 0 7-15,0 0-9 0,4 0-10 16,0 0-6-1,0 0 0-15,0 0-9 0,0 0 0 16,0 0-2-16,0 0-1 16,0 0-7-16,0 0-5 15,0 0-3-15,8 0 1 0,4 0 4 16,9 0 6-16,4 0 8 16,8 0 2-16,3 0 0 15,14 3-11-15,4-3-5 16,2 0 5-16,2 0-4 15,0 4-1 1,-9-2 3-16,-8-2-4 16,-12 3-1-16,-8-3 0 15,-10 4 1-15,-7-4 6 0,0 0-7 16,0 0 2 0,1 0 2-16,-1 0-2 15,0 0 13-15,4 0-14 16,-4 0-1-16,0-4 0 0,0 4-1 15,1 0-2-15,-5 0-13 0,0 0-19 16,0 0-47-16,0 0-69 16,0 0-70-16,0 0-137 15</inkml:trace>
  <inkml:trace contextRef="#ctx0" brushRef="#br0" timeOffset="25940.4">8505 7281 369 0,'0'0'129'0,"0"0"-113"15,0 0 2-15,0 0 25 16,0 0-4-16,0 0-20 0,0-3-9 16,0 3 24-16,-16 9 2 15,-9 6 1-15,-4 1 4 16,5 2-13-16,-5 4-8 16,-4 5-2-16,4 1-2 15,0 0-2-15,1-1 10 0,8-2-14 16,-1-3-2-16,9-6-8 15,3-4-4-15,9-6 2 16,0-3-3-16,0-3-9 16,0 0 9-16,0 0 5 15,0 3 7-15,17-3 2 16,-1 3-1 0,9 0 3-16,3-3-3 15,-3 3-2-15,8 3-1 0,-4 3-4 16,0 1 1-16,-1-4-2 0,-3 3 0 15,-5-3 0-15,-7 1 0 32,-5-4 2-32,-4 0-5 15,0-3 3-15,0 0-1 0,-4 3-68 0,9 0-55 16,-5-3-56-16,-4 0-92 16</inkml:trace>
  <inkml:trace contextRef="#ctx0" brushRef="#br0" timeOffset="29869.02">9835 7401 153 0,'0'0'207'0,"0"0"-171"15,0 0-35-15,0 0 50 16,0 0 9-16,0 0-26 16,0 0-5-16,-8-12-1 0,8 12 6 15,0 0 6-15,0 0 7 16,0 0 3-16,0 0-16 31,8 0-15-31,13 0 1 16,7 0 24-16,13 0 4 0,1 0-30 0,11 0-8 0,8 0 4 15,5-7-9-15,12 1 7 16,9 0 0 0,11 0-1-16,4-6-1 15,1 2-8-15,-4 4-1 16,-5 0 5-16,-7 6-5 16,-14-3 1-16,-15 3-2 15,-14 0 1-15,-19 0-1 16,-12 0-1-16,-13 0 1 15,0 0 5-15,0 0 3 0,0 0 23 16,0 0-17-16,0 0-2 16,0 0-5-16,0 0-5 15,0 0-1-15,0 0-2 16,0 0-22-16,0 0-14 16,0 0-8-16,0 0-10 0,0 0-27 31,0 0-3-31,0 0 25 15,0 0-10-15,0 0-66 16,0 0-114-16</inkml:trace>
  <inkml:trace contextRef="#ctx0" brushRef="#br0" timeOffset="30754.32">10787 7262 548 0,'0'0'128'0,"0"0"-113"16,0 0 78-16,0 0 52 0,0 0-69 15,0 0-35-15,-8-12-13 16,8 12-11-16,0 0 1 15,0 0 4-15,0 0 6 0,0 0-1 16,0 0-10-16,0 0 1 16,0 0-5-16,0 0-8 15,0 0-1-15,0 0-4 16,4 0-3-16,4 0 1 16,13 0 1-16,4 0 1 15,4 6 3 1,4 0-1-16,3 3-2 15,1 3-1-15,0 1 1 16,4-1 0-16,-8 1 0 16,-4-1-1-16,-4-3-1 15,-9 1 1-15,-8-1 0 16,1-6 0-16,-9-3-4 0,0 0 4 16,0 0 1-16,0 0 0 0,0 0 5 15,0 0-4 1,0 0 2-16,0 0-3 15,0 0 4-15,0 0-4 0,0 0 0 16,0 0-1-16,0 0-2 16,0 3 1-16,0-3 2 15,0 3-2 1,0-3 1-16,0 0-1 16,0 0 1-16,0 0-6 15,0 0 3-15,0 3-2 16,0 3-2-16,-17 7 3 15,-4-1 5-15,-16 13 15 16,-15-1-15-16,2 4 2 16,-8-1 3-16,1-4-2 0,12-5 8 15,8-6 3-15,12-3-6 16,16-5-3-16,5-4-5 16,4 0-1-16,0 0-6 15,0 0-18-15,0 0 5 16,4 0-29-16,13 0-5 0,-5 0-6 15,9-4-52-15,-17 4-96 0,0-3-150 16</inkml:trace>
  <inkml:trace contextRef="#ctx0" brushRef="#br0" timeOffset="31339.46">11116 7195 38 0,'0'0'196'15,"0"0"-160"-15,0 0 12 16,0 0 43-16,0 0 19 16,0 0-13-16,0 0-29 15,4-10-25-15,-4 10-5 16,0 0 0-16,0 0-9 16,0 0-5-16,0 0-11 15,0 0 6-15,0 0 11 16,0 0 10-16,0 0 3 15,0 0-7-15,0 0-19 0,0 0-17 16,0 0-4-16,4 12-15 0,0 13 19 16,5 9 2-16,-1 6 1 15,4 6 2 1,5 7-5-16,-1 2 4 16,-4 1-3-16,4-7-1 0,-3-3-38 15,-9-37-71 1,-4-5-150-16</inkml:trace>
  <inkml:trace contextRef="#ctx0" brushRef="#br0" timeOffset="34908.21">4056 3489 150 0,'0'0'24'0,"0"0"-24"16,0 0 3-16,0 0 33 15,0 0 0-15,0 0-19 16,0 0-7-16,0 0-3 0,-4 0 1 16,4 0 50-16,0 0-28 15,0 0-4-15,0 0 5 16,0 0 5-16,0 0 6 15,0 0-14-15,0 0-11 16,0 0 2-16,0 0-6 0,0 0 10 31,0 0 4-31,0 0 0 16,0 0 9-16,0 0-5 0,0 0 6 16,0 0-15-1,0 0-6-15,0 0-9 0,0 0 5 16,0 0-9-16,0 0 2 15,0 0-5-15,0 0-1 16,0 6-10 0,0 19 11-16,0 12 4 0,0 9 14 15,0 10-8-15,0 2 8 16,0 1-6-16,0-7-6 16,0-6-1-16,0-8 0 15,0-11-5-15,0-5 1 16,0-10 2-16,0-3-1 15,0-6 2-15,0-3-4 0,0 0 0 16,0 0-13-16,0 0-21 16,0 0-15-16,0 0-92 15,-5-9-271-15</inkml:trace>
  <inkml:trace contextRef="#ctx0" brushRef="#br0" timeOffset="35262.6">3817 3834 621 0,'0'0'44'0,"0"0"-39"16,0 0-1-1,0 0 37-15,0 0-34 16,0 0-7-16,16-12 0 16,5 9 21-16,12 0 43 15,4-3 7-15,8-6-25 0,4 5-11 0,8-5-4 32,1 3-13-32,-4 2-3 15,-5 1-2-15,-8 0-13 0,-12 3 2 0,-9 3-1 16,-11 0 0-16,-9 0-2 15,0 0-10-15,0 0-7 32,-21 0-40-32,-12 6-83 0,16 3-67 15</inkml:trace>
  <inkml:trace contextRef="#ctx0" brushRef="#br0" timeOffset="36131.21">4999 3437 603 0,'0'0'83'0,"0"0"-78"15,0 0-3-15,0 0 1 16,0 0-2-16,0 0-1 0,0 0 0 16,46 43 3-16,-30-3 38 15,1 9-6-15,-2 3 4 16,6 7-18-16,0 0-6 15,-5-4-11 1,1-11 0-16,-5-8 4 16,1-14-7-16,-9-4 6 0,0-15-2 15,0 4 9-15,-4-7 1 16,0 0 9-16,0 0-1 16,0 0 20-16,0-3 8 15,4-16 11-15,4-12 22 16,-3-12-32-16,6-6-43 15,1-10-7-15,5-2 1 16,4 5-1-16,3 4-1 16,-3 6-1-16,0 12 0 15,-5 12 0-15,-3 7 1 16,-6 5 0-16,-3 5-1 0,0 1 4 16,-4 4-4-16,0 0 0 15,0 0-3-15,0 0 3 0,0 0-3 16,0 0-14-16,0 4-15 15,0 17-60-15,0-9-84 16,-8 0-202-16</inkml:trace>
  <inkml:trace contextRef="#ctx0" brushRef="#br0" timeOffset="36681.71">5557 3782 200 0,'0'0'124'16,"0"0"-108"-16,0 0-13 15,0 0 33-15,0 0-16 16,0 0 11-16,9-12 23 0,-9 12 16 15,0 0 8-15,0 0 2 16,0 0-7-16,0 0-10 16,0 0-15-16,0 0-11 0,0 0-16 31,-4 0 1-31,-5 0-10 16,-11 12-12-16,-4 4 0 15,-5 8 11-15,-4 1-9 16,12 2 1-16,1 1-3 0,3 0-5 15,9 3 1-15,5-10-1 16,3-2 1-16,0-4 0 16,7-6-9-16,14-6 13 15,3 1 2-15,5-4 5 16,4 0 1-16,-1 0 0 16,-3-19-5-16,-4 1 0 0,0-7 2 15,-13-3-2-15,-8 0 8 16,-4-5 20-16,0 2-20 15,0 3 33-15,-24 6-7 16,3 10-1-16,-8 0-34 16,8 12-2-16,-2 0-6 0,-6 0-21 15,4 12-84 1,17 3-174 0,8-5-224-16</inkml:trace>
  <inkml:trace contextRef="#ctx0" brushRef="#br0" timeOffset="37082.51">5861 3785 474 0,'0'0'121'0,"0"0"-110"15,0 0 34 1,0 0 70-16,0 0-37 16,0 0-41-16,4-12-16 15,-4 12-21-15,0 0-1 0,0 18-18 16,-8 7-13-16,-8 9 32 0,-1 0 25 15,-3-1-13 1,4-2 0-16,-5-3-7 16,1-3 10-16,3-7 6 0,5-2-9 15,-1-7-6-15,9-6-1 16,4 0-5-16,0-3-54 16,0 0-56-16,0 0-15 0,0 0-4 15,0-12-123-15</inkml:trace>
  <inkml:trace contextRef="#ctx0" brushRef="#br0" timeOffset="37346.1">5653 3887 284 0,'0'0'157'0,"0"0"-79"15,0 0-34 1,0 0 68-16,0 0-20 16,0 0-23-16,-17-77-7 0,17 77 0 15,0 0-32 1,0 0-1-16,0 0-9 15,21 6-11-15,2 12 0 16,11 4-6-16,-1 6 2 0,4-3 3 16,-1-1-6-16,1 0-2 0,-8-5 3 15,-4-3-3-15,-9-4 2 16,1-3-2-16,-5-6-1 16,-8 4-11-16,4-2-37 15,-8-5-73-15,0 0-92 16,0 0-246-16</inkml:trace>
  <inkml:trace contextRef="#ctx0" brushRef="#br0" timeOffset="40026.67">4552 3748 454 0,'0'0'100'15,"0"0"-85"-15,0 0 23 0,0 0 40 16,0 0-36-16,0 0-17 16,0 0 1-1,0-16 0-15,0 16-4 16,0 0 4-16,0 0-3 0,0 0-15 15,8 0-1-15,9 0-5 16,7 0 7-16,5 0 1 0,8 0 1 16,4 0 2-16,4 0-5 15,8 0-4-15,1 0 4 16,-5 0-5-16,-4 0 1 31,-8 0-4-31,-8 0 1 16,-4 0-1-16,-9 0 0 0,-7 0 0 15,-5 0 0-15,-4 0-37 16,0 0-27-16,-4 0-23 16,-9 0-65-16,-7 0-358 0</inkml:trace>
  <inkml:trace contextRef="#ctx0" brushRef="#br0" timeOffset="40479.94">4733 3563 387 0,'0'0'148'0,"0"0"-127"0,0 0-16 16,0 0 49 0,0 0-14-16,0 0-12 0,0 0-4 15,-140 80 19-15,107-52-1 16,-4 3 5-16,5-1-8 16,-1-5-13-16,4 0-4 0,16-13-10 15,5-3 6 1,8-2-18-16,0-1-2 15,0 0-16-15,13 0 18 0,15 4 4 16,6-1 8-16,2 0-4 0,5 3-2 16,-4-2-1-16,0 2-3 15,-13 0 0-15,1-2-2 16,-8-5 0 0,-9 5 0-16,0-4 1 0,0-3-1 15,-3 3 0-15,3-6-85 16,-8 0-118-1,0 0-137-15</inkml:trace>
  <inkml:trace contextRef="#ctx0" brushRef="#br0" timeOffset="41613.78">6055 3684 373 0,'0'0'121'0,"0"0"-121"16,0 0 0-16,0 0 50 15,0 0-9-15,0 0-13 32,-9 5-10-32,9-5 18 15,0 0 18-15,0 0 5 0,0 0-16 16,13 0-16-16,7 0-16 15,12 0-4-15,14-5 4 16,8-2-7 0,7 1 4-16,5 0-6 0,3 0 1 0,5 3 0 15,8-1 1-15,5 4 5 16,-1 0-6-16,5 0-1 16,-6 0 2-16,-3 0-3 0,-7 0-1 15,-2 0 3-15,-7 0-3 16,-1-6 0-16,-7 3 1 15,-8-3 4-15,-6 0-6 16,-3 3 1 0,-3 0 0-1,-5-1 3-15,-5-1-3 16,1 5 1-16,0-7-1 16,-5 1 1-16,5 6-1 0,-8-6 0 15,3 3 0 1,-4 0 0-16,5 3 0 0,-4-3 0 15,-5 3 1-15,1 0 2 16,-5-3-6-16,1 3 3 0,-9 0 0 16,-1 0-1-16,-3 0 1 15,0 0 0-15,0 0 1 16,0 0 2-16,0 0-3 16,0 0-1-16,-3 0-33 15,-1 0-29-15,-9 0 18 0,5 0-22 16,-4 0-1-16,3 0-38 15,1 0-94-15</inkml:trace>
  <inkml:trace contextRef="#ctx0" brushRef="#br0" timeOffset="42021.68">7479 3492 684 0,'0'0'160'0,"0"0"-127"16,0 0-20-16,0 0 62 16,0 0-75-16,0 0-3 15,0 0-15-15,33 6 15 16,-4 7 6-16,3 2 8 15,5-3-8-15,0 1 3 32,-4 5-2-32,-1-2-1 0,-3 2-2 15,0-3 2-15,-12 1-1 16,-5-1-4-16,-8 4 2 0,-4-3-2 16,0 2-2-16,0 0 1 15,-4 4-4-15,-21-1 6 16,-8 4 1-16,-4-6 0 15,5-4 11-15,3-3-11 16,9 1-12 0,7-10-76-16,13-3-62 0,0 0-213 0</inkml:trace>
  <inkml:trace contextRef="#ctx0" brushRef="#br0" timeOffset="42505.81">8008 3440 238 0,'0'0'54'0,"0"0"-51"15,0 0 24-15,0 0 95 16,0 0 34-16,0 0-53 0,0 0-30 15,0-16-26 1,0 16-18-16,0 0-9 0,0 0-7 16,0 0-10-16,0 10 1 15,0 11 0-15,0 13 1 0,8 3 6 16,5 10 1-16,-5 5-10 16,9 7 1-16,-5 5-1 15,4-2-2-15,1-4 3 16,-9-9-3-16,1-2 1 15,-5-13 0-15,-4-7-1 0,0-8-58 16,0-19-158-16,0 0-250 16</inkml:trace>
  <inkml:trace contextRef="#ctx0" brushRef="#br0" timeOffset="44070.62">9326 3427 337 0,'0'0'122'0,"0"0"-120"16,0 0 2-16,0 0 7 16,0 0 1-16,0 0 3 15,0 0 0-15,-4 0 1 16,4 0 21-16,0 0 15 16,0 0-17-16,0 0-12 0,0 0-1 15,0 0-11-15,-4 0 4 16,-1 0-2-16,-3 0-3 0,-3 4 0 15,-10 2 4 1,-4 6-6-16,-12-3 0 16,4 7 7-16,-3-1 7 15,3 3-3-15,4 4 2 16,4 0-2-16,4 0-14 16,13 5-3-16,8-2-2 15,0 2-9-15,0-2 9 16,17-6-2-16,12-4 5 15,4-6 0-15,8-6-3 16,-1-3 4-16,6 0 11 16,-1 0-7-16,-4-12-2 0,-4-10 4 15,-8-2-6-15,-9-4 2 16,-7-6-2-16,-9-3 3 16,-4-3 21-16,0 3-11 15,0-3-4-15,0 3-1 0,0 3-3 16,-8 6 6-16,-9 10-15 31,1 6 2-31,-5 5 6 16,-4 7-5-16,-4 0 19 15,-3 0-22-15,3 0-6 0,8 16-58 16,1-1-62-16,16-6-60 16,4-9-127-16,0 0 25 15</inkml:trace>
  <inkml:trace contextRef="#ctx0" brushRef="#br0" timeOffset="44409.14">9252 3239 531 0,'0'0'142'16,"0"0"-112"-16,0 0 91 15,0 0-13-15,0 0-69 16,0 0-39-16,0 0-17 15,0 13-11-15,0 21 14 16,0 9 14-16,0 6 12 0,0 10-3 16,0 2-6-16,0 10 5 31,0 9-2-31,0-6 2 16,0-3-7-16,0-9 7 15,5-19-8-15,-1-9 0 0,-4-10 4 16,4-11-4-16,0-7-4 15,0-2 4-15,4-4 0 16,-3 0-5-16,-1-4-112 16,0-11-82-16,-4-4-257 0</inkml:trace>
  <inkml:trace contextRef="#ctx0" brushRef="#br0" timeOffset="44911.66">9725 3591 391 0,'0'0'209'0,"0"0"-148"15,0 0-29-15,0 0 46 16,0 0-56-16,0 0 1 16,-75 18-11-1,51-2 12-15,7 2 11 16,5-2-16-16,7-4-4 15,5 1-15-15,0-1-5 16,0 0-4-16,5 3 9 0,19-2 8 16,5-1-8-16,9-3 2 15,-1 1 0-15,-1-1-2 16,-3 3-5-16,-8-6-6 16,-9 3-4-16,-3 4 10 0,-13-7-3 15,0 0 0-15,-9 4-9 16,-28-1 1-16,-16 0 16 15,-13 0 56 1,4-3-20-16,6-3-24 0,10-3-12 16,5 0-12-16,28 0-98 0,9 0-196 15</inkml:trace>
  <inkml:trace contextRef="#ctx0" brushRef="#br0" timeOffset="45618.61">8345 3668 262 0,'0'0'98'15,"0"0"-81"-15,0 0 44 16,0 0 26-16,0 0-29 0,0 0-18 16,-21 0-4-16,21 0-13 15,0 0-20-15,0 0 14 16,13 0-5-16,7 0-7 15,13-9 41-15,5 2 14 16,14-2-21-16,2 3-16 0,7 0-7 16,1 0 10-16,0-1 0 15,-5 5-9-15,-12 2-5 16,-11 0-4-16,-15 0-5 16,-15 0-3-16,0 0 1 15,-4 0-2-15,0 0-10 16,-12 0-16-16,-12 0-75 15,-5 0-69-15,13 0-122 16</inkml:trace>
  <inkml:trace contextRef="#ctx0" brushRef="#br0" timeOffset="46020.89">8547 3507 310 0,'0'0'185'16,"0"0"-171"0,0 0-14-16,0 0 87 15,0 0-30-15,0 0-22 16,-9-9 2-16,-7 9-37 15,-9 13-11-15,-8 5 11 16,0 4 32-16,-3-4 2 16,7 4 2-16,8 0 0 15,9-7 3-15,-1 6-26 0,13-5-10 0,0-4-3 32,0 7-12-32,4-4 5 15,21-3 7-15,8 1 7 0,9-4-1 16,6-6 16-16,6 0-5 15,-5-3 0-15,0 0-13 0,-3 6-4 16,-9 0-27-16,-37-6-160 0,0 0-128 16</inkml:trace>
  <inkml:trace contextRef="#ctx0" brushRef="#br0" timeOffset="46822.44">10016 3523 492 0,'0'0'90'0,"0"0"-88"15,0 0 25 1,0 0 60-16,0 0-21 0,0 0-18 31,-4 0-11-31,4 0-27 16,0 0-8-16,0 0 3 15,4 0-4-15,16 0 2 0,9 0 11 16,8 0 1-16,8 0-1 16,16 0 0-16,10 0-12 15,2 0 3-15,6 0 1 16,-6 0-3-16,-7 0-1 16,-5 0-1-16,-15 0-1 15,-5 0 1-15,-16 0-1 0,-13 0 0 16,-5 0 0-16,-7 0 3 15,0 0 0-15,0 0 0 16,0 0 5-16,0 0-3 16,0 0-1-16,0 0-4 0,9 0-23 15,3 0-49-15,1 0-56 16,-1 0 21 0,-8 0-6-1,-4 0-17-15,0 0-111 0</inkml:trace>
  <inkml:trace contextRef="#ctx0" brushRef="#br0" timeOffset="47307.15">10541 3520 518 0,'0'0'85'0,"0"0"-77"16,0 0 35 0,0 0-16-16,0 0-21 0,0 0 9 15,0 0-4-15,136 0-6 16,-95 0 1-16,3 0-3 16,2 0 5-16,-5 0 14 15,1 0 8-15,-14 0-11 0,-8 0-5 16,-12 0-10-16,-3 0 0 15,-5 0-2-15,0 0 4 16,0 0 3-16,0 0 6 0,0 0-15 16,-9 0-15-16,-3 0-59 15,0 0-1 1,7 0-70 0,-3 0-70-16</inkml:trace>
  <inkml:trace contextRef="#ctx0" brushRef="#br0" timeOffset="47707.18">10718 3409 681 0,'0'0'80'16,"0"0"-62"0,0 0 35-16,0 0 77 15,0 0-58-15,0 0-22 16,-17-9-15-16,17 9-34 16,0 0-1-16,0 0-7 15,5 0 0-15,7 0-7 16,13 12 11-16,3 0 6 15,1 10-6-15,4-1-4 0,-8 4 2 16,-1 0 4-16,-11-4-25 16,-6-2-7-16,-7-1 15 15,0 1 16-15,-16 3-9 16,-21-4-4-16,-12 0-13 0,-4-2-36 16,28-16-122-1,9 0-167-15</inkml:trace>
  <inkml:trace contextRef="#ctx0" brushRef="#br1" timeOffset="61724.96">18292 1834 641 0,'0'0'70'0,"0"0"-68"16,0 0 1-16,0 0 52 15,0 0 59-15,0 0-52 0,4-28-38 16,-4 28-4-16,0 0 8 15,0 0 2-15,0 0-7 32,0 0-11-32,0 0-8 15,0 22-4-15,0 21-22 16,-4 16 16-16,-8 12 6 16,-1 5 22-16,1 2-14 0,3-7-5 15,-3-13-1 1,4-15-2-16,0-9 1 0,3-15 7 15,5-10-8-15,0-6 1 16,0-3 6-16,0 0-7 16,0 0 5-16,0-3 9 0,0-28 21 15,0-15 27-15,9-16-39 16,7-15-23-16,-3-7 2 16,3-2-1-16,1 9-1 15,-5 13 0-15,0 17-4 0,-7 13 4 16,-2 16-4-16,-3 6 4 15,0 9 5-15,0-1-4 16,0 4 0-16,0 0-1 16,0 0 0-16,4 0-6 15,4 7-10-15,0 18-7 16,9 14 10 0,4 10 4-16,-1 7 9 15,5 6 3-15,0 9-1 16,-1-4 0-16,0-2-1 15,-7-6-1-15,8-7 0 16,-5-12 1-16,-3 0 0 16,-5-12-1-16,1-9-2 0,-2-4-7 15,-7-9 3-15,5-6 1 0,-9 3-22 16,0-3-22 0,0 0-31-16,0 0-18 0,-5-9-6 15,-10-3-119-15,-2-1-370 16</inkml:trace>
  <inkml:trace contextRef="#ctx0" brushRef="#br1" timeOffset="61942.97">18213 2271 843 0,'0'0'100'0,"0"0"-97"15,0 0 19-15,0 0 42 16,0 0-8-16,0 0-36 15,103-70-2-15,-50 57-17 0,9 1 2 16,-1 3 2-16,1-1-5 0,-5 4 4 16,-7 3-4-1,-9 0-22-15,-8 3-48 16,-9 0-71-16,-3 0-33 16,-9-3-30-16,-12 0-15 0</inkml:trace>
  <inkml:trace contextRef="#ctx0" brushRef="#br1" timeOffset="62189.64">18879 2084 397 0,'0'0'161'16,"0"0"-65"-16,0 0 27 15,0 0 17-15,0 0-60 16,0 0-52 0,8 71-28-16,-8-10 0 15,0 13 15-15,0 6 5 16,0-3-6-16,0 3-12 15,0-12 5-15,0-6-5 16,0-10-1-16,0-21 0 16,0-3 0-16,0-19-1 15,0-3-8-15,0-6-58 0,0-6-52 16,0-12-49-16,0-10 24 16</inkml:trace>
  <inkml:trace contextRef="#ctx0" brushRef="#br1" timeOffset="62474.09">18850 2099 724 0,'0'0'197'0,"0"0"-164"16,0 0-11-16,0 0 38 16,0 0-51-16,0 0-9 15,0 0-9-15,164 0 7 16,-98 31-1-16,-4-1 2 15,-14-2 1-15,-15-3-2 0,-16 0-6 16,-17-4-5-16,0 7 0 16,-42-1-26-16,-19 8 39 15,-13-8 24 1,-4 1-5-16,4-12-5 16,17-4-13-16,8-6 9 15,20-3-10-15,16-3-57 0,13 0-39 0,0 0-83 16,29-12-154-16</inkml:trace>
  <inkml:trace contextRef="#ctx0" brushRef="#br1" timeOffset="62739.7">19367 2059 762 0,'0'0'86'0,"0"0"-51"16,0 0 46-1,0 0 13-15,0 0-39 0,0 0-55 16,21 77-37-16,-21-3 37 16,0 6 1-16,8-6 5 15,-4 0-2-15,4-6-4 0,0-7 3 16,1-11-3-16,-1-13-1 16,-4-13-8-16,0-8-13 15,0-7-21-15,1-9-34 16,-5 0-90-16,0-9-67 15,0-16-41-15</inkml:trace>
  <inkml:trace contextRef="#ctx0" brushRef="#br1" timeOffset="63006.77">19433 2037 717 0,'0'0'275'0,"0"0"-244"0,0 0-31 15,0 0 0-15,0 0 0 0,0 0-10 16,111 7-1-16,-74 36 3 16,-8 3 8-16,-14-3-4 15,-6-3-26-15,-9-6-19 16,-9 0 30-16,-27-6 11 16,-14-4 8-16,-7-5 23 15,8-7 6-15,-1-6-7 0,17-6-7 16,14 0-9-16,15 0-3 15,4-21-3-15,15-7-107 0,10 13-130 16,4-1-41 15</inkml:trace>
  <inkml:trace contextRef="#ctx0" brushRef="#br1" timeOffset="63291.36">19753 1821 696 0,'0'0'137'0,"0"0"-124"16,0 0 61-16,0 0 30 0,0 0-30 15,0 0-74-15,-12 25-13 0,12 40-20 16,0 15 33-16,0 6 9 16,4-3-6-16,0-2-3 15,0-20 1-15,1-11 4 16,-5-13-3-16,0-16-1 15,0-11-1-15,0-7 0 16,0-3-10 0,4 0-70-16,-4-31-30 15,0 9 31-15,0-6-318 16</inkml:trace>
  <inkml:trace contextRef="#ctx0" brushRef="#br1" timeOffset="63661.66">19819 2053 707 0,'0'0'257'16,"0"0"-246"-16,0 0-11 0,0 0 0 16,0 0 1-16,0 0 29 15,94 129-16-15,-57-98-10 16,-8 0-1-16,0-9 5 16,-5-1-7-16,1-9 2 15,-1-2-3 1,-3-10-2-16,-5 0-4 15,-3 0-26-15,-9-19-9 16,-4-12-2-16,0-6 21 16,0 0 13-16,0 0 9 15,0 6 6-15,0 13 27 16,-8 6 15-16,3 12 29 0,5 0 4 16,-8 0-3-16,0 37-78 15,-9 24-32-15,-3 25 32 16,0 16 1-16,-5 3 0 0,-4-6-1 15,4-13-3-15,-3-15-1 16,11-16-2-16,5-21 3 16,12-12-1-16,0-19-38 15,16-3-79-15,5-13-81 16,-1-14-59-16</inkml:trace>
  <inkml:trace contextRef="#ctx0" brushRef="#br1" timeOffset="64048.66">20410 2044 560 0,'0'0'107'0,"0"0"-90"16,0 0 30-16,0 0 113 16,0 0-38-16,0 0-56 15,-17-43-49 1,17 73-17-16,0 16-32 15,0 10 28-15,0 6 4 16,0-7 5-16,0-9-5 16,0-6-7-16,0-15-17 0,0-6-2 15,0-10-26 1,0-9-43-16,0 0-69 0,0-13-162 16</inkml:trace>
  <inkml:trace contextRef="#ctx0" brushRef="#br1" timeOffset="64180.71">20345 1846 968 0,'0'0'0'15,"0"0"-28"1,0 0-237-16,0 0 171 16,0 0-118-16</inkml:trace>
  <inkml:trace contextRef="#ctx0" brushRef="#br1" timeOffset="64950.03">20603 2034 210 0,'0'0'387'16,"0"0"-317"-16,0 0-8 0,0 0 105 15,0 0-108-15,29 108-35 0,-25-65 34 16,3 3-43-16,2-8-6 16,-1-14-7-16,0-8 2 15,0-13 0-15,-3-3-1 16,-1 0 0-16,8-7 6 15,0-29 3-15,9-14 52 16,0-9-45-16,-5-2-11 0,1 6-5 16,-10 12-1-1,-3 18-2-15,0 15 3 0,1 10 5 16,-5 0 19-16,4 0-21 16,4 37-6-16,4 13-41 31,13 2 41-31,8 0 2 0,9-11-2 15,2-13 0-15,6-16-1 16,3-6 2-16,8-6-1 16,1-3 5-16,3-25-5 15,-7-12 6-15,-9-6 1 16,-12-4-7-16,-8 1 0 16,-17 6 0-16,-7 9 1 0,-5 9 1 15,0 10 3-15,-21 12 33 16,-12 3-26-16,-12 12-12 15,-4 31-16-15,-5 16 15 0,10-4 1 16,15-2 0 0,16-13-6-16,9-22-18 0,4-8 4 31,0-10 11-31,21 0-4 16,16-7 13-16,7-24 5 0,2 1 7 15,-9-1-12-15,-13 9-2 16,-8 16 2-16,-11 6-1 15,-5 0 1-15,0 28-3 0,0 28-3 16,0 27 6 0,4 18 16-16,0 26-9 0,8 5-2 15,5-5-4-15,-5-17-1 16,1-20-137-16,-13-22 137 16,0-19 25-16,-25-18-18 15,-12-12 24 1,-12-19 25-16,-5 0-8 0,0-32-9 0,2-23-15 15,6-16-9-15,9-21 6 16,21-22 3-16,16-7-12 31,0 5-11-31,45 17-1 16,21 21-1-16,12 14 1 16,9 12-7-16,7 11-21 15,-5 17-32-15,-60 24-72 0,-12 0-205 16</inkml:trace>
  <inkml:trace contextRef="#ctx0" brushRef="#br1" timeOffset="65469.48">22442 1599 782 0,'0'0'154'0,"0"0"-136"0,0 0-11 15,0 0 73-15,0 0-21 16,0 0-54-16,-21 4-5 15,21 48-32 1,0 13 26-16,0 12 6 16,0 12 9-16,0 1-8 15,4-1 1-15,9-3 1 16,-5-21-1-16,0-19-1 16,0-15 0-16,-4-15-1 15,1-16-26-15,3 0-61 0,-4-10-104 16,0-18-47-16</inkml:trace>
  <inkml:trace contextRef="#ctx0" brushRef="#br1" timeOffset="65801.64">22770 1710 258 0,'0'0'546'15,"0"0"-457"-15,0 0-73 16,0 0 32-16,0 0 0 15,0 0-47-15,0 0 20 16,-102 50-21-16,52-13 9 16,9-3 3-16,8-6 10 15,13-1-4-15,8-2 8 0,12-1-22 16,0 1-1-16,0-3 3 16,8 2-6-16,20 4 11 15,9-3 0-15,9 0-3 0,11-4 1 16,9-2-1-1,-4-4-5-15,-1 1 1 0,1-4-3 16,-22-6 0-16,-7 0-1 16,-16-3 0-16,-5-3-2 0,-12 0-89 15,0 0-87-15,0 0-103 16,-8 0-292-16</inkml:trace>
  <inkml:trace contextRef="#ctx0" brushRef="#br1" timeOffset="66386.56">23357 1670 305 0,'0'0'118'16,"0"0"-92"-16,0 0-5 16,0 0 10-16,0 0-8 0,0 0 7 15,-57-36 17-15,57 36-30 16,0 0 8-16,0 0-9 16,0 0-16-16,0 0 4 15,0 0-2-15,0 0 32 16,0 0 40-16,0 0 16 15,0 0-7-15,0 0-21 16,0 0-11-16,0 0-7 16,0 0-17-16,0 0-9 15,0 0-13-15,0 0-3 16,8 18-2-16,12 13 0 0,-3 15 7 16,8 6-3-16,4 10 2 15,-10 9-5-15,10 3-1 16,-4-3 4-16,0-13-3 0,-4-8-1 15,-9-19 0-15,0-13 0 16,-7-12 0-16,-2-6 4 16,-3 0 0-16,8 0 14 15,0-24 25-15,5-23 22 16,3-17-10-16,9-4-42 0,-4 0-3 16,-1-3-7-16,9 12-3 15,-5 14 2-15,-7 7-2 16,-5 13-6-16,-4 7-7 15,-8 9-26 1,0 6-32-16,0 3-129 16,0 0-377-16</inkml:trace>
  <inkml:trace contextRef="#ctx0" brushRef="#br1" timeOffset="66786.11">24014 1587 834 0,'0'0'160'0,"0"0"-97"16,0 0 9-16,0 0 15 15,0 0-44-15,0 0-40 16,0 0-3-16,20 56-21 0,-11 2 12 16,-5 13 9-1,0 3 4-15,0 12-2 16,-4-2 0-1,0-1-2-15,0-12-6 0,4-15 3 16,4-16-5-16,-3-16 8 16,-1-5-2-16,4-16 0 15,-4-3 2-15,0 0 0 16,5 0 3-16,11-16 11 0,4-9 2 16,5 4-1-16,4 2-7 15,8 4-7-15,4 0-1 16,13 5 0-16,0 1 0 15,3 9-1-15,-12-3 0 16,-8 3 1-16,-13 0-1 16,-15 0-66-16,-13 0-156 0,0 0-386 15</inkml:trace>
  <inkml:trace contextRef="#ctx0" brushRef="#br1" timeOffset="67737.95">24950 1655 505 0,'0'0'14'16,"0"0"-14"-16,0 0 0 15,0 0 25-15,0 0-25 16,0 0 11-16,0 0-11 16,-16 96 1-16,45-96 13 15,4 0-3-15,-1 0 22 16,-3-10-1-16,-9-11 4 0,-7 2 16 16,-9 1 34-16,-4 2-10 0,0 10-29 15,-8 0-16-15,-17 6-31 16,-8 0-1-16,1 12-97 15,15 1-82-15,1 2-131 16</inkml:trace>
  <inkml:trace contextRef="#ctx0" brushRef="#br1" timeOffset="68108.25">25065 2259 618 0,'0'0'226'0,"0"0"-190"16,0 0-15-16,0 0 50 16,0 0-47-16,0 0-24 0,0 50 0 15,0-41 0-15,0-3 3 16,0 0 0-16,0-6 1 15,0 0 2-15,0 0 5 0,0 0 19 16,8 0-5-16,0-16-5 16,5-8 16-16,-5-7-1 15,-8-2-19-15,0-2-8 16,0 4 1-16,-29 4-9 16,0 8-5-1,-8 10 4-15,1 6-11 16,-10 3-46-16,26 0-156 15,7 0-331-15</inkml:trace>
  <inkml:trace contextRef="#ctx0" brushRef="#br1" timeOffset="69862.35">18078 3005 617 0,'0'0'125'0,"0"0"-88"16,0 0 20-16,0 0 36 15,0 0-34-15,0 0-48 16,0 0-11-16,0 0 0 0,12 0 6 31,5 0 22-31,4 0 1 16,12 0 5-16,11 0-14 16,6 0 1-16,11 0-4 0,13-3 0 15,12 0-4-15,21-6-3 16,12 0 1-16,13-4-4 15,15 1 0-15,14 0-4 16,7-1-3-16,12 4 0 0,-3-3 2 16,-1 2-2-16,5-2 1 15,3 6 1-15,9-3-1 16,1-1 2-16,2 1-3 16,2-3 0-16,-5-3 0 15,-1 2 0-15,-3 4-1 16,-8 0 1-16,-12 0 1 0,-1-1 0 15,-9 4-1-15,1-1 5 16,1 2-5-16,-5-2 0 16,-4-2-5-16,-5 3 5 0,-3-3-1 15,-9 2 1 1,-7-2-2-16,-9 3 2 0,-8 0 0 31,-9 3 3-31,-3 0-2 0,0-3-1 0,-1 3 4 16,0-1 4-16,-7 1-3 31,-9 0-4-31,0-3 0 0,-12 3 0 0,-8 0-1 31,-14 0 0-31,-15 0 1 0,-12 3 7 16,-13-3 10-16,-8 3-8 16,0 0-1-16,0 0 0 15,0-3-7-15,-16 0-2 0,-21 0-38 16,-4 3-53-1,-17 0-82-15,34 0-63 0,-10 0-218 16</inkml:trace>
  <inkml:trace contextRef="#ctx0" brushRef="#br1" timeOffset="71329.31">19408 3637 502 0,'0'0'109'0,"0"0"-75"0,0 0 5 16,0 0 56-1,4-105-19-15,-4 93-35 0,9-1 2 16,-9 8 10-16,0 1-14 15,0 4-8-15,0 0-8 16,0 0-4-16,0 0-9 0,0 0-6 0,4 0-4 16,4 7-10-16,9 20-8 15,7 19 17-15,4 13 1 16,9 6 7 0,1 9 0-1,-1 3-4-15,3-3 0 0,-7-6-2 0,0-10 0 16,-8-12 1-16,-12-11 0 15,-2-17-2-15,-3-9 0 16,-8-9 1-16,4 0 0 16,-4 0 3-16,9-22 16 15,3-21 25 1,0-9 6 0,5-12-38-16,-1-7 7 0,1-10-7 15,4-5-3-15,3 3-2 16,4 12-6-16,-7 21 1 0,0 17-2 15,-5 8 6-15,-3 7-2 16,-1 5-1-16,-4 1-1 16,1 6-3-16,-5 2-6 15,-4 4 6-15,0 0-17 0,0 0-16 16,0 10-48-16,0 15-49 16,0-13-95-16,-9 0-111 15</inkml:trace>
  <inkml:trace contextRef="#ctx0" brushRef="#br1" timeOffset="71797.56">20345 3868 651 0,'0'0'66'16,"0"0"-61"-16,0 0 54 16,0 0 74-16,0 0-89 15,0 0-36-15,0 0-8 16,-83 10 0-16,46 17 5 16,1 4-3-16,11 9 6 0,12 7 2 15,5-2-6-15,8 5-2 16,0-7-3-16,29-9 2 15,11-9 0-15,2-10 1 16,3-2-2-16,5-13 0 0,-6 0-2 16,-7 0 1-1,-8-4-83 1,-29-8-101-16,0 0-177 16</inkml:trace>
  <inkml:trace contextRef="#ctx0" brushRef="#br1" timeOffset="72152.58">20414 4016 347 0,'0'0'250'0,"0"0"-240"16,0 0-6-16,0 0 94 16,0 0-52-16,0 0-37 15,106-24-3-15,-97 24-1 16,-1 0 9-16,-8 0 3 15,4 0 19-15,0 0-9 0,-4 0 6 16,0 0-3-16,0 3-7 16,4 6-9-16,0 6-4 15,1 13 5-15,-1 0-5 16,4 12 5-16,-8 0-4 0,0 6-1 16,0-3-4-1,4 1-4 1,-4-4 1-16,0-9 1 15,0-4-4-15,0-11-2 16,0-7-14-16,4-9-18 0,-4 0-70 16,0 0-119-16,4-6-333 15</inkml:trace>
  <inkml:trace contextRef="#ctx0" brushRef="#br1" timeOffset="72859.63">20566 3816 154 0,'0'0'371'0,"0"0"-338"0,0 0-30 15,0 0 89 1,0 0-32-16,0 0-32 0,-123 0-7 16,94 22 21-16,-8 11-3 15,12 5-21-15,1 8-17 16,8 0-1-16,16-31-80 15,0-6-183-15</inkml:trace>
  <inkml:trace contextRef="#ctx0" brushRef="#br1" timeOffset="73860.16">20414 3803 157 0,'0'0'216'15,"0"0"-167"-15,0 0-31 16,0 0 65-16,0 0-4 0,-136 28-24 16,108-12-16-16,-1 2 13 15,5 1 0-15,7-1-8 16,9-3-30-16,4 4-14 0,4-19-54 15,0 0-223-15</inkml:trace>
  <inkml:trace contextRef="#ctx0" brushRef="#br1" timeOffset="74561.86">21215 3763 727 0,'0'0'34'16,"0"0"-32"-16,0 0 50 16,0 0-2-1,0 0-47-15,0 0-3 0,73-6 0 16,-31 6 11-16,6-6-3 16,10 3-5-16,4-9 3 15,3 6 1-15,-7-1 35 16,-5 4 12-16,-16 3-7 0,-20 0-21 15,-5 0-18-15,-8 0-4 16,-4 0-3-16,0 0-1 16,0 0-2-16,-16 3-46 15,-9 10-55-15,-8-1-29 16,17-9-109-16,4 0-255 16</inkml:trace>
  <inkml:trace contextRef="#ctx0" brushRef="#br1" timeOffset="74805.61">21428 3957 630 0,'0'0'70'0,"0"0"-69"16,0 0 45-16,0 0 58 16,0 0-86-1,0 0 11-15,114 10 30 0,-60-10-8 16,4-12-19-16,3 2 10 15,-7 1 9-15,-10 3-2 0,-15 3-12 16,-12 0-24 0,-9 3-12-16,-4 0-1 0,-4 0-4 15,0 0-44-15,-16 0-112 32,-1 0-116-32,1 0-367 15</inkml:trace>
  <inkml:trace contextRef="#ctx0" brushRef="#br1" timeOffset="76730.08">22647 3396 466 0,'0'0'188'0,"0"0"-179"16,0 0-2-16,0 0 30 15,0 0 13-15,0 0-33 16,0-12-11-16,0 12-3 0,0 0 12 15,0 0 15-15,0 0-7 16,0 0-12-16,0 0-11 16,0 10 0-16,0 11 28 15,5 7 9-15,3 9-14 0,4 3-9 16,4 15-9-16,0 7 3 16,9 0-2-16,0-1 1 15,4-5 0-15,0-7-6 16,-1-5 2-16,-4-14-1 15,-3-5-2-15,-9-9 2 16,-7-8-2 0,-1-8 1-16,0 0 7 15,0 0 7-15,-4 0 54 16,0 0 17-16,4-21-20 16,0-19-39-16,9-9-13 15,-1-13 1-15,8-18-4 16,5-13-9-16,3-2-1 0,1-1-1 15,0 19 1-15,-4 15 0 16,-5 19-1-16,-4 19 0 16,-12 8 0-16,1 13 1 0,-5 3-2 15,0 0 1-15,0 0-6 16,0 0-18-16,0 0-33 16,0 19-30-16,0 8 46 15,-5-14-110 1,1-1-207-16</inkml:trace>
  <inkml:trace contextRef="#ctx0" brushRef="#br1" timeOffset="77125.83">23357 3723 8 0,'0'0'722'0,"0"0"-722"0,0 0 26 15,0 0 0-15,0 0 31 16,0 0-52-16,-16 71-5 16,-9-18 22-16,0 2-4 0,5 7-15 15,4-7-2-15,16-8 3 31,0-7-4-31,0-19 0 0,16-9 6 16,17-8 10 0,8-4-1-16,5-4 2 0,2-29 0 15,-7-7-1-15,-12-7 11 16,-12 1 29-16,-17 0-10 16,0 3 7-16,-17 6-29 15,-20 6-9-15,0 13-15 16,-7 8-4-16,-6 10-12 15,9 0-62-15,24 10-120 0,9 8-215 16</inkml:trace>
  <inkml:trace contextRef="#ctx0" brushRef="#br1" timeOffset="77425.69">24063 3736 522 0,'0'0'434'16,"0"0"-434"-16,0 0 0 16,0 0 49-16,0 0 18 0,0 0-67 15,0 0-27-15,-12-28-9 16,-9 68 36-16,-12 10 8 15,-7 2-4-15,-1 7 3 0,3-13-7 16,1 0 2 0,5-6 6-16,3-13-8 15,8 1-1-15,9-9-78 0,12-19-161 16,0 0-238-16</inkml:trace>
  <inkml:trace contextRef="#ctx0" brushRef="#br1" timeOffset="77641.38">23697 3739 1155 0,'0'0'17'0,"0"0"-17"16,0 0-36-16,0 0 36 15,0 0 1-15,161 95 2 16,-87-51-3-16,-1 2 3 15,-6-6-3-15,-11-3-14 0,-18-3-79 16,-38-28-116-16,0-6-112 16</inkml:trace>
  <inkml:trace contextRef="#ctx0" brushRef="#br1" timeOffset="79017.57">24996 3736 576 0,'0'0'186'0,"0"0"-161"15,0 0 3-15,0 0 113 16,0 0-68-16,0 0-65 15,0 0-4-15,-9 3-4 16,9-3 0-16,13 0 4 16,11-3-1-16,17-6 4 15,8-4-3 1,12 1-4-16,10-1 3 16,2 1-1-16,2 3 7 15,-10 0-8-15,-7 6 1 16,-9 3-1-16,-21-4 1 0,-7 4-2 15,-13 0 0-15,-4 0-2 16,-4 0 0-16,0 0-40 16,-21 0-54-16,5 0-199 15</inkml:trace>
  <inkml:trace contextRef="#ctx0" brushRef="#br1" timeOffset="79403.92">25258 3406 66 0,'0'0'592'16,"0"0"-574"-16,0 0-3 0,0 0 35 0,0 0 47 15,0 0-38 1,-21-40-26-16,21 40-15 16,0 15-12-16,0 16 41 0,0 15 9 15,9 16-21-15,-5 9-24 16,8 6-6-16,1 3-2 16,-5-6-1-1,-1-6 0-15,-3-10-1 16,5-14 1-16,-5-13-2 15,0-13-2-15,0-6 1 16,-4-9-28-16,0-3-13 16,0 0-36-16,0 0-90 15,0-3-166-15</inkml:trace>
  <inkml:trace contextRef="#ctx0" brushRef="#br1" timeOffset="80091.2">26535 3412 630 0,'0'0'42'16,"0"0"-21"-16,0 0-10 31,0 0 109-31,0 0-54 16,0 0-53-16,0 0 8 0,-21-31-18 15,-4 31 16-15,-8 0-6 16,-11 0 1-16,-6 3-13 15,-4 16 14-15,2 5 5 16,2 7 7-16,9 13-6 0,13 5-21 16,7 3-6-16,13-3 4 15,8-5-1-15,4-10-12 16,29-13 11-16,7-2 1 0,14-10 3 16,4-9 0-16,11 0 5 15,1-3-2-15,4-22 0 16,-8-3-2-1,-9-6 1-15,-20-6 3 0,-16-6 4 16,-17 0 6-16,-4 6 27 16,-4 0-10-1,-29 6 0-15,-9 10-32 16,-2 8 0-16,-6 9-13 16,9 5-23-16,1 2-44 15,6 0-81-15,30 0-109 16,4 0-98-16</inkml:trace>
  <inkml:trace contextRef="#ctx0" brushRef="#br1" timeOffset="80424.25">26456 3123 633 0,'0'0'182'0,"0"0"-170"0,0 0 45 15,0 0 105-15,0 0-117 0,0 0-33 16,-15-31-12-16,15 31-9 16,0 0 0-16,0 21 9 15,0 16 19 1,-5 12 7-16,1 16-11 0,0 9-4 16,0 12 4-1,4 13-15-15,0 3 0 16,0-4 4-16,0-11-2 15,0-19 0-15,4-7-1 16,4-12 0-16,-3-9-1 16,3-15-2-16,-4-10-2 15,-1-8-22-15,-3-7-29 16,0 0-42-16,0 0-135 0,0 0-148 16</inkml:trace>
  <inkml:trace contextRef="#ctx0" brushRef="#br1" timeOffset="81048.39">27007 3684 598 0,'0'0'59'16,"0"0"-55"-16,0 0 90 16,0 0 16-16,0 0-79 0,0 0-25 15,-17-7-4 1,-7 7-1-16,-9 7 1 16,-5 5 17-1,-2 3 5-15,3 6 6 16,8-5 20-16,4 3-13 0,9-4-26 15,12-3-11-15,4-3-2 16,0 4-9-16,4-7 11 16,20 3 8-16,14 1-2 15,7-1 0-15,-5 0-6 16,2 6 0-16,-5 1-6 0,-8-1 6 16,-9 7-2-16,-8-1 1 15,-8-2-7-15,-4 2-2 16,0-2 1-16,-16-3 9 15,-21-4 3-15,-12 0 7 16,-12-9 9-16,-5-3-3 16,8 0-12-1,1-22-4-15,7-5-7 16,42 11-74-16,8 1-200 0</inkml:trace>
  <inkml:trace contextRef="#ctx0" brushRef="#br1" timeOffset="85121.22">19342 5554 657 0,'0'0'0'16,"0"0"-432"-16</inkml:trace>
  <inkml:trace contextRef="#ctx0" brushRef="#br1" timeOffset="96547.27">20841 5406 206 0,'0'0'118'0,"0"0"-93"16,0 0-20-16,0 0 109 0,0 0-57 15,0 0-20 1,0-15 13-16,0 12-14 0,0 3-24 0,0 0-7 16,0 0-5-16,-4 0-27 15,-1 0-94-15,1 0-109 16</inkml:trace>
  <inkml:trace contextRef="#ctx0" brushRef="#br1" timeOffset="103134.15">17606 6772 182 0,'0'0'105'16,"0"0"-89"-16,0 0-16 15,0 0 0 1,0 0 0-16,0 0-12 16,0 0-51-16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04:45.73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3665 7521 69 0,'0'0'203'0,"0"0"-175"16,0 0-21-16,0 0 3 15,0 0 16 1,0-105 19-16,0 93-15 15,0-3-6-15,-4 2-3 16,4-2 9-16,0 6-3 16,-4 2-15-16,4 1 1 15,0 3 0-15,0-3-7 0,-4 3-5 16,4 0 3-16,0 0-3 16,0-4 4-16,0 1 4 15,0 3 18-15,-5 0 14 0,5 0 3 16,-4 0 2-1,4 3-9-15,0 0-3 16,0 0-14-16,0 0-8 16,0 0-9-16,0 0-3 0,0 0-7 15,0 6 7-15,0 16 6 0,0 6 10 16,0 15-10-16,17 6 0 16,-5 7-1-16,9 5 2 15,-5 1 1-15,5 0-1 16,0-4-2-16,-5-9 1 31,-4-2-5-31,0-14 5 16,-8-11 11-16,0-3 9 0,5-13-18 15,-9-3 6-15,0 0 14 16,4-3-2-16,-4 0 2 16,0 0 1-16,4 0 8 15,-4 0-7-15,4-25 6 0,-4-5-13 16,4-13-14-16,0-13 0 15,0-3-4-15,5-12-4 16,-5-3 1-16,4-6-1 0,5 3 0 16,-5 16-1-16,4 8 0 15,1 13 0-15,-9 9 4 32,4 10-3-32,-4 8 7 0,-4 4-2 0,0 9 2 15,0 0-8 1,0 0-3-16,0 0-1 15,0 0-18-15,0 0-12 16,0 9-23-16,0 13 13 16,0 3-51-16,0-13-173 15,0 0-351-15</inkml:trace>
  <inkml:trace contextRef="#ctx0" brushRef="#br0" timeOffset="4057.18">15804 12148 241 0,'0'0'459'0,"0"0"-459"0,0 0-9 16,0 0 9-16,0 0 70 15,0 0-14-15,0 0-28 16,53-77-15-16,-41 68 7 16,-3 9 1-16,3-4 2 15,-4 4-14-15,0 0-1 0,-3 0-5 16,3 0-2-16,4 13 11 15,1 12-5-15,-5 2 4 16,4 7-8-16,-3 0 2 16,-1 3-5-16,-4-3 5 15,-4 3-4-15,0 0 3 16,0-9-3 0,0 2 5-16,0-11-6 0,-12-3 5 15,3-1-2-15,1-9 1 16,4 0 3-16,4-6-4 15,0 0-2 1,0 0 5-16,0 0-6 0,0 0 8 16,0-3 6-16,0-21-3 15,21-7-11-15,-2-6 0 0,6-6 0 16,4-1 0-16,-4-2-2 16,-5 3 2-16,-3 6-3 15,0 9 1-15,-9 10 1 16,-5-1 1-16,-3 7 0 15,0 3 2-15,0 2-1 16,0 7-2-16,0 0 0 0,0 0 1 16,0 0 0-16,0 0-3 0,0 0-4 15,-3 3 4-15,-10 16 1 16,1 6 2 0,0 6 1-16,-1 0-1 15,5 5 5-15,4 7 3 0,4 1-6 31,0 5 9-31,0-3 5 0,4-3-6 16,17-6-3-16,-1-6-3 16,8-9 1-16,1-4-5 15,4-8 4-15,0-7 3 16,0-3-7-16,-9 0 0 16,1 0-9-16,-9 0-45 15,-11 0-71-15,-5 0-119 0,0 0-396 16</inkml:trace>
  <inkml:trace contextRef="#ctx0" brushRef="#br0" timeOffset="6067.1">3813 13606 203 0,'0'0'107'16,"0"0"-107"-16,0 0-58 0,0 0 44 15,0 0 14-15,0 0 0 16,0 0-62-16</inkml:trace>
  <inkml:trace contextRef="#ctx0" brushRef="#br0" timeOffset="6653.17">3813 13606 317 0,'4'24'179'0,"0"-24"-163"0,-4-3-9 15,0-3 17-15,0 3 45 16,0 0-23-16,0 0-4 15,0 0 1-15,0 3-9 16,0 0-3-16,0 0-1 16,-21 0-30-16,-7 6 2 0,-5 16-3 15,-4 6 2-15,0 3-1 16,5 2 1-16,3 7 2 0,4 3 1 16,9-3 0-16,7 1-2 15,9-8-2-15,0-2-4 16,0-3 2-16,25-6-1 15,8-7 3 1,8-5 10-16,0-5-2 16,4-5 3-16,0 0-3 15,-4-12-4 1,5-16 11-16,-13-8 0 0,-1-2-11 0,-12-8 9 16,-11-3 4-16,-9 3 0 15,0 0 21-15,-13 8-8 16,-11 8 0-16,-4 5-3 15,-1 9-5 1,4 10-1-16,-4 6-10 16,0 0-11-16,1 0-22 15,-1 19-31-15,8 2-51 16,1 1-32-16,16-16-91 16,4-3-67-16</inkml:trace>
  <inkml:trace contextRef="#ctx0" brushRef="#br0" timeOffset="7016.76">3648 13443 286 0,'0'0'36'0,"0"0"-34"16,0 0 80-16,0 0 15 15,0 0 1-15,0 0-23 16,0 0-46-16,-4-74-22 15,4 74-4-15,0 18 0 16,0 22 52-16,0 9 4 16,0 13-30-16,0 6 4 0,0 12 23 0,17 10-1 15,4-1-14 1,3 0-22-16,-3-11-6 16,4-11-2-16,-9-11-4 15,0-13 7-15,-8-15 9 0,-4-10-13 16,0-5-4-16,-4-13-3 15,0 0 0 1,0 0 2-16,0 0-3 16,0 0-2-1,0 0-12-15,0-10-84 0,0 1-113 16,0 3-60-16</inkml:trace>
  <inkml:trace contextRef="#ctx0" brushRef="#br0" timeOffset="7636.36">4199 13785 558 0,'0'0'86'16,"0"0"-86"-16,0 0 0 0,0 0 45 31,0 0 2-31,0 0-34 0,-74 9-11 0,53 9 22 16,1 1 15-16,4 2 17 16,4 1-20-16,3-3-24 15,5-1-8-15,4-6-4 16,0 4-3-16,0-4-3 15,13-2 6 1,15-5 1-16,1 2 7 0,4 2-8 16,4 0-2-16,-5-3 2 15,-3 4-8-15,-4 2 2 16,-5-3-5-16,-7 0-8 16,-1 4 15-16,-12-4 2 15,0 4 2-15,-16 5 14 16,-22 0 9-16,-10 4 7 0,-10-1-12 31,-4-5 19-31,5-7 2 0,7-3-25 0,17 1-6 16,17-7-8-16,8 0-4 31,8 0-101-31,0 0-260 16</inkml:trace>
  <inkml:trace contextRef="#ctx0" brushRef="#br0" timeOffset="13208.37">15779 17055 4 0,'0'0'284'0,"0"0"-252"15,0 0-29-15,0 0 7 0,0 0 43 16,0 0-23-16,0 0-20 16,0 0-9-16,-8-12 3 15,8 12 3-15,0 0 1 0,0 0-4 16,0 0-3-16,0 0-1 16,0 0 0-16,0 0-3 15,0 0-5-15,0 0 0 16,0 0 8-16,0 0 0 15,0 0 6-15,0 0 9 0,0 0 15 32,0 0 9-32,-4 0-1 15,4 0-7-15,-4-3-15 16,4 3 22-16,0-3-2 16,0-3-2-16,-4 6 21 15,4-4-5-15,-4-1-14 0,4 5-4 16,0-7-6-16,-5 7 0 15,5 0 8-15,0-3-9 16,0 3 0-16,0 0-3 16,0 0-6-16,0 0-6 15,0 0-5-15,0 0-5 0,0 0 2 16,0 0-2-16,0 0-7 16,0 3-1-16,0 19 8 15,0 3 3 1,0 8-2-16,9 8-1 15,3 4 2-15,9 2 0 16,-1-1 1-16,1 0-3 16,-5-3 0-16,4 0 1 15,1-2-1-15,-9-7 0 0,5-7 1 16,-5-5 0-16,-3-7-1 16,-1-5 0-16,-8-1 1 15,0-9-2-15,0 0 3 0,4 0-2 16,-4 0 9-16,0 0 4 15,0 0 5 1,0 0 7-16,4-6 5 16,4-16-6-16,-3-15-20 0,3-6 7 0,3-9 4 15,-7-7-8-15,5-12 2 16,-1-3-4-16,-4 0-4 16,0 3 3-16,-4 13-3 15,0 8 5-15,0 11 4 16,0 4-8-16,0 14 13 15,4 6-11 1,-4 5-2-16,0 7 4 16,0 3-6-16,0 0 0 15,0 0-1-15,0 0 0 16,0 0-2-16,0 0-10 16,0 0-20-16,0 0-26 15,0 0-15-15,0 19 21 16,0 2-78-16,8 4-27 0,-8-16-40 15,5 1-110-15</inkml:trace>
  <inkml:trace contextRef="#ctx0" brushRef="#br0" timeOffset="13724.34">16448 17333 474 0,'0'0'115'0,"0"0"-99"0,0 0 80 0,0 0 18 15,0 0-34-15,0 0-22 16,0-31-23-16,-8 31 4 16,-8 0-16-16,-4 0-20 0,-9 0 1 15,-9 12-4-15,1 13 3 31,-7 6 12-31,7 5 7 16,4-1-12-16,8 1 1 0,16-1-5 16,9-5-3-16,0-5-3 15,5-4 1-15,28-5-1 16,8-1 8-16,8-8-5 16,0-4 1-16,5-3-4 15,-13 0-6-15,-5 0-14 16,-11 0-31-16,-12 0-46 0,-9 0-36 15,-4 0-35-15,0-3-54 16,-17 0-55-16</inkml:trace>
  <inkml:trace contextRef="#ctx0" brushRef="#br0" timeOffset="14177.31">16362 17595 227 0,'0'0'166'16,"0"0"-53"-16,0 0-7 0,0 0-1 31,0 0-1-31,0 0-77 16,0 0-5-16,-62-62-7 15,71 56 6-15,3 3 13 16,0-4-11-16,1 2-6 0,-1 1-5 16,1-2 1-16,-1 3-10 15,-4 3-1-15,5 0-4 16,-1-3 3-16,-8 3-1 0,3 0 5 16,2 0-5-16,-9 0 0 15,0 0 0-15,0 0 0 16,0 0 4-16,0 0-2 15,0 0 0-15,0 0-1 16,0 0 1-16,0 0 3 16,0 0-4-16,0 0 4 0,0 9 6 15,0 7-3-15,0 2-3 16,0 7 14-16,4 3-6 16,-4 3 4-16,0 0 2 15,4 2-6-15,-4 1-2 16,4 0-5-16,4-3-5 0,-4 0 9 31,1-4-6-31,3-8 0 16,-8-3-2-16,4-7 0 15,-4-6 2-15,8-3-4 16,-8 0 0-16,0 0 3 0,0 0-3 16,0 0-32-16,0 0-65 0,0-7-217 15</inkml:trace>
  <inkml:trace contextRef="#ctx0" brushRef="#br1" timeOffset="20563.71">14799 10857 64 0,'0'0'26'0,"0"0"-26"0,0 0 0 16,0 0 13-1,0 0 24 1,0 0-37-16,0 0-36 15,-13 0 4-15,9 0 32 16,-4-7 89-16,4 4-13 0,-9 0-38 16,9 0 13-16,-4 0-6 15,4 0-26-15,-5-7-9 16,1 10-6-16,4-3-3 16,-4 3 9-16,8 0 31 0,-4 0-9 15,4-3 16 1,0 3-10-16,0 0-10 15,0 0-9-15,-5 0-8 16,5 0-8-16,0 0 1 16,0-2-4-16,0 2 3 15,0 0-1-15,0 0 9 16,0 0 4-16,0 0 4 16,0 0 6-16,0 0-5 15,0 0 8-15,0 0 3 16,0 0-15-16,0 0 7 15,0-4 7-15,0 4-5 16,0 0 3-16,0-3-16 0,0 3-4 16,0-6 2-16,0 6-10 15,0-6 9-15,9 2 2 16,3 2-7-16,9-4 2 0,4 2-3 16,-1 1-3-16,5 0 3 15,-5 3 1-15,5 0-8 16,-8 0 2-16,-5 0-2 0,1 6-2 15,-9 6 6-15,-4 4 4 16,-4 9 1-16,0-3-4 16,0 2 2-16,0 4 0 15,-16 3-2-15,-5 0 2 16,-8-1 0-16,-4 1 0 16,-3 0 6-16,-6 3-3 15,5-10-1 1,0 4-2-16,9-9 1 0,3-4 2 15,5-2 0 1,3-8-1-16,13-1 2 16,0-1-7-16,4-3-2 15,0 3-1-15,0-3 0 0,0 0-1 16,8 0 4-16,13 0 10 16,4 0 1-16,-1 0-3 0,8 0 2 15,6 0 7-15,7 0-2 16,-5 0 7-16,6-3 4 31,-9-7-7-31,-4 8 4 16,-12-2-17-16,-6 4-1 15,-11 0-5-15,-4 0-2 0,0 0 2 16,0 0 4-16,0 0-4 16,0 0-13-16,0 0-37 15,0 0-35-15,0 0-60 16,0 0-126-16,0 0-371 0</inkml:trace>
  <inkml:trace contextRef="#ctx0" brushRef="#br1" timeOffset="21102.14">15274 10773 245 0,'0'0'347'0,"0"0"-329"15,0 0 1-15,0 0-19 16,0 0 54-16,0 0-21 15,0 0-12-15,-86 25 7 16,57-1 7-16,-12 7 7 16,9 3-3-16,-5 6 2 0,8 0-4 15,8-3-1-15,13 1-11 16,8-5-17-16,0-2-3 16,4-3 0-16,21-9-5 0,12-4 0 31,8-9 1-31,-4-6-2 15,8 0 1-15,-3 0 0 16,-6-21 0-16,1-7 8 16,1-3-8-16,-9-6 4 0,-5 0-2 15,-8 0 4-15,-7 9 0 16,-9-3 5-16,-4 10 8 16,0 5 10-16,0 4 1 15,-17-1-1-15,-7 11-29 16,-8-1-21-16,-6 3-51 15,5 0-52-15,17 0-80 0,3 0-119 16</inkml:trace>
  <inkml:trace contextRef="#ctx0" brushRef="#br1" timeOffset="21480.72">15217 10564 597 0,'0'0'110'0,"0"0"-105"0,0 0 12 15,0 0 88-15,0 0-59 16,0 0-12-16,-16-50 7 16,16 50-9-16,-5 0-1 0,5 0-18 15,-4 25 1-15,4 12 42 16,0 9-27-16,0 10-3 15,0 5-11-15,0 4 3 16,0 9-1-16,0 0-7 16,9 3-1-16,3-3 0 15,-4-6-9-15,5-10 0 16,-5-11 3-16,-4-7 0 16,0-16-1-16,0-2-2 15,-4-13 0-15,0-6 0 16,4-3-11-1,-4 0-21-15,0 0-32 16,4-3-38-16,-4-9-100 0,0 0-159 16</inkml:trace>
  <inkml:trace contextRef="#ctx0" brushRef="#br1" timeOffset="21918.28">15488 11094 240 0,'0'0'167'0,"0"0"-157"16,0 0-2-16,0 0 109 15,0 0-5-15,0 0-35 16,0 0-11-16,0-12 10 16,0 12-26-1,0 0-2-15,0 0-14 16,0 15-15-16,0 6 13 0,0 4-7 16,0 6-15-16,0 0 0 15,0 0-8-15,12 0 0 16,-8-4 0-16,9-2 0 0,-5-4-1 15,-4-6 0-15,5-5-2 16,-5-4 2-16,-4-3-2 16,0-3-2-16,0 0 1 15,4 0-12-15,-4 0-27 16,4 0-37-16,-1 0-37 16,1-15-46-1,0 3-107-15,-4 2-82 16</inkml:trace>
  <inkml:trace contextRef="#ctx0" brushRef="#br1" timeOffset="22149.84">15546 11090 511 0,'0'0'204'0,"0"0"-176"16,0 0-27-1,0 0 107-15,0 0-20 16,0 0-60-16,-21-39-28 0,38 32 0 15,11 5 0-15,5-2 6 16,0 1-6-16,4-3 0 16,-5 3-1-16,-7 3 1 0,-5 0-27 15,-7 0-53-15,-5 0-41 16,-8 0-81-16,0 0-120 16</inkml:trace>
  <inkml:trace contextRef="#ctx0" brushRef="#br1" timeOffset="22383.55">15574 11236 761 0,'0'0'86'0,"0"0"-86"15,0 0 0-15,0 0 72 16,0 0-16-16,0 0-27 0,45 6 2 0,-12-16-7 15,0 1-8-15,-1 9-14 16,-3-3-2 0,0 0-7-16,0 0-63 0,-12 3-86 15,-13 0-88-15,-4 0-122 16</inkml:trace>
  <inkml:trace contextRef="#ctx0" brushRef="#br1" timeOffset="24312.92">14507 15462 537 0,'0'0'60'0,"0"0"-56"16,0 0 24-16,0 0 79 0,0 0-10 15,0 0-56-15,0 0-2 16,-21-19-13-16,21 19 1 16,0-6-1-16,17 0 1 0,8 0-15 15,7-4 3-15,9 4-9 16,0 6 0-16,-3 0-6 0,-6 0-1 16,-3 3-8-1,0 25 8-15,-9 6 1 16,-7 6 0-16,-5 0 0 15,-4 0-3-15,-4 3-2 0,0 0 3 32,-12 1 2-32,-17-1 6 0,-4 0-5 15,-5-3 4 1,2-6-4-16,11-6 6 16,5-7 8-16,3-5-6 15,13-4-7-15,4-6 3 16,0-3-5-16,0 0-1 0,0 0 1 0,21-3 6 15,16 0 9-15,3 0 4 16,14 0-1-16,0 0 2 16,-6-3-9-16,-2-6-10 15,-5 6-1-15,-9 0-7 16,-3 3 0-16,-4 0-54 31,-8 0-59-31,-5 0-79 0,-12 0-114 16,0 0-118-16</inkml:trace>
  <inkml:trace contextRef="#ctx0" brushRef="#br1" timeOffset="24776.88">15303 15548 499 0,'0'0'164'16,"0"0"-155"-16,0 0-1 15,0 0 39 1,0 0 2-16,0 0-21 16,0 0-16-16,-98 37 5 15,65 0 16-15,0 9 4 16,1 1-6-16,3 1-9 15,8 2-11-15,9-7 2 0,12-6 2 16,0-6-8-16,0-6-7 16,24-10 2-16,9-3 2 15,4-5 8-15,8-7-4 0,5 0 1 16,-2-16-1 0,2-8-2-16,-5-10 5 0,-4 0 3 15,-12-7-1-15,-13 1 3 16,-8 4 13-16,-8 2-13 15,0 3 0-15,-20 6-1 16,-18 10-11-16,-10 6-4 0,-10 9-6 16,-3 0-17-16,7 0-45 15,5 9-55-15,40 0-75 16,9-6-262-16</inkml:trace>
  <inkml:trace contextRef="#ctx0" brushRef="#br1" timeOffset="25130.31">15278 15323 476 0,'0'0'161'0,"0"0"-146"15,0 0 11-15,0 0 84 0,0 0-29 16,0 0-40-1,-65-65-30-15,61 65-10 0,4 25 8 16,-4 9 48-16,4 12-23 16,-4 10 1-16,4 8-12 15,0 10-11-15,0 3 12 16,0 7-12 0,4-1-1-16,8 0-8 15,1-9 2-15,-1-6-4 16,-4-7 1-16,0-14-2 15,0-11 3-15,-8-11-3 0,4-12 0 16,0-7 0-16,0-3-28 16,0-3-35-16,-4 0-98 15,0 0-78-15,0-3-174 0</inkml:trace>
  <inkml:trace contextRef="#ctx0" brushRef="#br1" timeOffset="25546.17">15574 15992 287 0,'0'0'247'0,"0"0"-140"16,0 0-31-1,0 0 51-15,0 0-50 16,0 0-35-16,4-3-28 16,-4 21-12-16,0 4 34 0,-8 12-5 15,-1-3-14-15,9 2-3 0,0 1-4 16,0-3 5-16,0-3-9 15,0-7-5 1,0-2 2-16,0-10-3 0,9-2 1 16,-5-4-2-16,-4-3-3 31,4 0-33-31,-4 0-62 16,4 0-65-16,0-13-54 0,-4-2-264 15</inkml:trace>
  <inkml:trace contextRef="#ctx0" brushRef="#br1" timeOffset="25762.08">15542 15961 703 0,'0'0'165'16,"0"0"-140"-16,0 0 12 0,0 0 71 16,0 0-54-1,0 0-34-15,28-61-19 16,9 48 0-16,12 1 0 15,-4 6 1-15,-4 2-4 0,-8 4 2 16,-8 0-29 0,-13 0-82-16,-7 0-70 15,-5 10-59 1,0-4-89-16</inkml:trace>
  <inkml:trace contextRef="#ctx0" brushRef="#br1" timeOffset="25962.22">15542 16081 524 0,'0'0'190'16,"0"0"-190"-16,0 0 1 16,0 0 39-16,0 0 77 15,0 0-18-15,0 0-53 16,-25 25-29-16,54-25 12 0,7-3 25 16,14-6-24-1,3-1-21-15,0 1-7 0,-12 6-2 16,-3 3-37-16,-18 0-85 0,-20 0-178 15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06:31.41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12348 10711 266 0,'0'0'66'0,"0"0"-66"0,0 0 13 31,0 0 62-31,0 0 34 15,0 0-34-15,4-40-24 0,-4 31-3 16,0 3-3-16,0-3-12 16,0 2 1-16,0 2 7 15,0-2-10-15,0-2-20 0,0 0 12 16,0 3-9 0,0-6-6-16,0 5-4 0,0-2-3 31,0 0 7-31,0 3-8 15,0-1 4-15,0 4 1 0,0-3-1 16,0 6 0-16,0 0-4 16,0 0 0-16,0 0 11 15,0 0-3-15,0 0-8 16,0 0 14-16,0 16-13 16,0 8 11-16,0 13-11 15,0 0 4-15,0 9-1 16,0 7-3-16,0-4 1 0,3-6-2 15,1 0 1-15,5-9-1 16,-9-6 1-16,0-7 0 16,0-8 2-16,0-1-3 15,0-9 6-15,0-3-6 0,0 0-10 16,0 0-23-16,0 0-36 16,0-9-86-16,-9-10-92 15,5 10 38-15,-3 3-112 16</inkml:trace>
  <inkml:trace contextRef="#ctx0" brushRef="#br0" timeOffset="269.39">12208 10860 441 0,'0'0'100'0,"0"0"-96"16,0 0 13-16,0 0 102 16,0 0-16-16,0 0-47 15,0 0-36-15,-24-22-20 16,24 22 5-1,0 0 5-15,20-3-1 16,4-3 22-16,9-1-10 16,4 2-10-16,5-8-2 0,2 3-2 15,-3-2-4 1,-3 6-1-16,-5-3-2 0,-14 6-5 16,-2 3-20-16,-13 0-32 15,-4 0-43-15,0 0-38 0,0 0-54 16,0 0 16-16</inkml:trace>
  <inkml:trace contextRef="#ctx0" brushRef="#br0" timeOffset="745.16">12659 10548 611 0,'0'0'99'15,"0"0"-99"-15,0 0 0 16,0 0 61-16,0 0 4 16,0 0-58-16,-20-9-7 15,4 27-2-15,-9 7 2 16,-4 9 7-16,0 6 19 15,0 6 1 1,14 3-12-16,2 1-6 16,9-7-5-16,4-6-4 0,0-9-6 15,28-7-1-15,9-8 5 16,9-13 2-16,8 0 5 16,2-19-1-16,2-18-3 15,-5-6-1-15,-12-3-6 16,-16-6 6-16,-12 5 4 0,-13 1 8 15,-5 6-2-15,-24 9 20 16,-12 6-2-16,-3 13-10 16,-6 6-6-16,5 6-12 15,4 0-37-15,4 0-45 16,16 0-41-16,9 9-60 0,12-6-69 31,0-3-103-31</inkml:trace>
  <inkml:trace contextRef="#ctx0" brushRef="#br0" timeOffset="1029.77">12598 10348 356 0,'0'0'178'0,"0"0"-122"16,0 0-35 0,0 0 104-16,0 0-21 0,0 0-65 15,-25-28-24-15,21 65-12 16,4 12 5-16,0 10 4 15,0 2 4-15,0 10-4 16,13 0 12-16,3 3-13 16,1-6-2-16,-1 0 0 15,0-10-9-15,-4-11-6 16,-4-10 3-16,1-13 3 16,-5-5-1-16,-4-7-2 15,4 0-23-15,-4-9-46 16,0-3-66-16,0 0-150 15</inkml:trace>
  <inkml:trace contextRef="#ctx0" brushRef="#br0" timeOffset="1345.58">12852 10804 815 0,'0'0'0'16,"0"0"-58"-16,0 0 58 16,0 0 79-16,0 0-65 15,0 0-5-15,0 21-7 16,0 16 28-16,0 6-7 16,0 4-3-1,0-4 0-15,0 0 5 16,4-6-17-16,1-6 0 0,-1-3-2 15,-4-13-5-15,4-3-1 16,-4-5 0-16,4-7-3 16,-4 0-33-16,0 0-44 15,0-7-10-15,0-5-84 16,0-7-103-16</inkml:trace>
  <inkml:trace contextRef="#ctx0" brushRef="#br0" timeOffset="1510.24">12836 10869 572 0,'0'0'133'0,"0"0"-126"16,0 0 0-1,0 0 58-15,0 0-12 16,0 0-32-16,45-75-13 16,-16 67-2-16,-1 8-2 15,-7 0-4-15,-5 0-51 16,-16 0-98-16,0 0-142 15</inkml:trace>
  <inkml:trace contextRef="#ctx0" brushRef="#br0" timeOffset="1693.82">12836 10869 764 0,'-33'157'172'0,"33"-157"-172"0,0 0-82 16,4 0 82-16,21 0 79 0,12-12-38 15,4-7-35-15,8 0-6 16,-4 4-78 0,-32 15-151-16,-5-3-224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07:35.43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17824 5825 276 0,'0'0'195'16,"0"0"-131"-16,0 0-31 15,0 0 62-15,0 0-31 16,0 0-24-16,0 0-3 16,0 0 14-16,0 0 0 15,0 0 8-15,0 0-20 16,4-5-17-16,-4 5 1 15,0 0-9 1,0 0 5-16,0 0-5 0,0 0-5 16,0 0 1-16,0 0-4 15,0 0-4-15,0 0 0 16,0 0-2 0,0 0-2-16,0 0 1 0,4 12-2 15,0 12 3-15,9 16 0 16,3 4 2-16,4 8-1 0,5 7-1 15,-1 3 0 1,5 5 4-16,0-5-4 0,-4-1-2 16,-5-2 2-16,-4-10 1 15,-3-6 2-15,-1-12-2 16,-4-9-1-16,1-7 0 16,-5-9 2-16,-4-2-2 0,0-4 2 15,0 0 0-15,0 0 7 16,0 0 6-16,0 0 24 15,0 0 16-15,0-10-20 0,0-17-22 16,4-11-4-16,0-10 1 16,8-14-9-1,5-9-1 1,-1-6 0-16,0-6 4 0,5-1-2 16,-5 10-4-16,-3 12 2 15,-5 13 0-15,0 12 6 16,-4 13-2-16,0 5 0 15,0 10 0-15,-4 3-2 16,0 3 3-16,0 3-5 16,0 0-3-16,0 0 0 0,0 0-3 15,0 0-1-15,0 0-1 16,0 0-8-16,0 0-1 16,0 0-9-16,0 3-20 15,0 15-36-15,0 4-75 16,-12-10-122-16,4 1-187 0</inkml:trace>
  <inkml:trace contextRef="#ctx0" brushRef="#br0" timeOffset="433.91">18611 6227 549 0,'0'0'186'0,"0"0"-186"15,0 0 0 1,0 0 41-16,0 0 19 16,0 0-53-16,-48-31-4 15,15 31-5-15,-5 24 4 0,-6 13-2 16,-1 6 8 0,3 4-3-16,9 2 8 0,9-3-7 15,12 0 1-15,8-9 1 0,4-9-5 16,0-6-3-1,28-4 6-15,9-5 1 16,8-10 5-16,9-3-9 16,-1 0-3-16,1 0-11 0,-13 0-97 15,-37-6-129-15</inkml:trace>
  <inkml:trace contextRef="#ctx0" brushRef="#br0" timeOffset="782.14">18440 6467 631 0,'0'0'213'0,"0"0"-213"15,0 0-11-15,0 0 11 16,0 0 9-16,0 0-5 16,143-77-4-16,-106 77 0 15,-13-4-1-15,-7 4-5 16,-9 0 4-16,-4 0-1 0,-4 0-7 15,0 4 10-15,0 8 25 16,0 10-7-16,0 3-3 16,0 2-4-16,-8 4-3 15,8-3-2-15,-4 5 0 16,4-2-3-16,0 6-2 16,0 1 1-1,0 1 2-15,0-2-2 16,0-3-1-16,0-6-1 15,0-6 4-15,-4-4-4 16,4-6-1-16,0-8-63 16,0-4-152-16,0 0-207 0</inkml:trace>
  <inkml:trace contextRef="#ctx0" brushRef="#br0" timeOffset="20812.53">19104 6152 298 0,'0'0'73'0,"0"0"-68"16,0 0-4-16,0 0 59 0,0 0-1 15,0 0-30-15,0 0-13 16,0 0 15-16,0 0 28 16,0 0 7-16,0 0-2 15,0 0 3-15,-41 7-8 16,41-7-5-16,0 0-10 16,0 0-9-1,0 0-8-15,0 0-12 0,0 0-1 16,0 0-14-16,0 0-3 15,0 0 3-15,12 0 2 16,13 0 9-16,8 0-9 0,0 0-1 16,8 0 3-1,4 0-4-15,1 0 0 16,-10 0 0-16,5 0 0 0,-12 0 0 16,0 0 1-16,-8 0-1 15,-13 0 0-15,0 0-1 16,-4 0 1-16,-4 0-2 15,0 0-1-15,0 0-2 16,0 0-7-16,0 0-37 16,0 0-36-1,0 2-54-15,0-2-125 16,-8 4-250-16</inkml:trace>
  <inkml:trace contextRef="#ctx0" brushRef="#br0" timeOffset="21182.58">19023 6386 129 0,'0'0'431'0,"0"0"-423"16,0 0-2-1,0 0-6-15,0 0 46 16,0 0-28-16,23 4-9 16,2-4 13-16,8 0-2 0,0-6 20 15,0 0-1-15,0-1 1 16,4-2-5-16,-4 3 1 16,0 3-19-16,-5 0-12 15,-8 3 1-15,-7 0-4 16,-5 0-1-16,-8 0 1 15,0 0 1-15,0 0 3 0,0 0-6 16,0 0-5 0,0 0-11-16,0 0-77 0,0 0-66 15,0 0-79-15,0 0-51 16</inkml:trace>
  <inkml:trace contextRef="#ctx0" brushRef="#br0" timeOffset="22031.52">19745 6017 92 0,'0'0'557'16,"0"0"-506"-16,0 0-47 15,0 0 37-15,0 0 70 16,0 0-61-16,0 0-36 0,-4-28-8 15,4 28-6 1,0 0 0-16,0 0 0 0,0 3 1 0,0 19 6 16,4 11 6-16,13 8 9 15,2 5-10-15,6 4-5 16,0 2 2-16,0-6-5 16,-5 0-3-16,1-6 2 15,-5 1 0-15,-4-11-2 16,-4-8 0-16,1-10 1 15,-9-3 0-15,8-6-2 0,-8-3 0 32,0 0 11-32,0 0 4 15,4 0 10-15,-4 0 16 0,4 0 5 16,4-18-4 0,5-16-8-16,3-9-31 0,9-6 7 15,-4-10-6 1,3-6-3-16,9-9 2 15,-9 3-3-15,5 3 0 16,0 0 2-16,-1 10-2 16,-7 2 2-16,0 7 1 0,-5 9 7 0,1 6-10 0,-9 13 3 15,0 9 3 1,-8 8-6-16,0 4 3 16,0 0-3-16,0 0-8 15,0 0-5-15,0 9-8 0,0 16 1 16,0 6-17-16,-4 0-37 15,4 3-74 1,0-25-93-16,-4 0-166 16</inkml:trace>
  <inkml:trace contextRef="#ctx0" brushRef="#br0" timeOffset="22502.48">20418 6251 615 0,'0'0'73'0,"0"0"-70"16,0 0 3-16,0 0 77 0,0 0-22 16,0 0-45-16,0-31-16 15,0 31-13-15,-4 0 6 16,-9 9 7-16,9 13 6 0,0 15 17 15,4-3-9-15,0 6 0 16,0-3-12-16,0 0 4 16,0-6-5-16,0-6 2 15,8-7-3-15,-3-3 1 32,-1-5 1-32,-4-4-2 15,4-6-2-15,-4 0 1 0,0 0-31 16,0 0-22-16,0 0-49 15,0-6-282-15</inkml:trace>
  <inkml:trace contextRef="#ctx0" brushRef="#br0" timeOffset="22703.67">20151 6300 789 0,'0'0'63'0,"0"0"-58"16,0 0 37-16,0 0 16 0,0 0-46 15,0 0-12-15,65-43 0 16,-11 37 3-16,0 0-1 16,-1 3-1-16,-8 0-1 15,-4 0-1-15,-12 3-9 16,-13 0-91-16,-16 0-85 16,0 0-123-1</inkml:trace>
  <inkml:trace contextRef="#ctx0" brushRef="#br0" timeOffset="23136.53">20639 6236 641 0,'0'0'156'0,"0"0"-156"15,0 0-35-15,0 0 35 16,0 0 4-16,0 0 14 15,42 111-3-15,-30-80-2 16,-4 5-5-16,0 2 1 16,-3-5-2-1,3-2 13-15,-8-9-17 16,4-4 11-16,-4-6-4 0,0-8 1 16,0-1-1-1,0-3 6-15,4 0 21 16,0-10 61-16,5-17-18 15,-1-10-78-15,8-3 3 0,-3 3-2 16,2 3-2-16,2 12-1 0,-9 10-1 16,-4 9 0-16,-4 3 1 15,0 0-5-15,8 0-10 16,5 25 2 0,8-1 13-16,7 4 5 0,1-4-5 15,-1-5 1-15,5-10 0 16,5-3-1-16,7-6-18 0,-34 0-170 15,6-15-282-15</inkml:trace>
  <inkml:trace contextRef="#ctx0" brushRef="#br0" timeOffset="24870.51">21855 6063 380 0,'0'0'122'0,"0"0"-122"15,0 0 0-15,0 0 52 0,0 0-22 16,0 0-18-16,-5-6-7 16,5 6 4-1,0 0 14-15,0 0 15 16,0 0-4 0,0 0-18-16,0 0-9 15,0 0-7-15,0 3 1 0,0 19 10 16,0 5-2-16,0 7 0 15,0 3-2-15,0 6-2 16,0-3-1-16,0-6 4 0,0-6-2 16,0-6-1-16,0-13 1 15,0-3 4-15,0-6-4 16,0 0 12-16,9 0 22 16,3 0-14-16,5-19 22 15,8-8-6-15,3-4-22 16,-8 3-12-1,1 7-6-15,-5 5-2 0,-3 4-1 16,-9 6 0-16,0 6-2 16,-4 0-7-1,0 0-10-15,0 0-4 0,4 0 18 16,4 9 6-16,-3 3 2 16,3-6-2-16,4-6 1 15,-4 0 1-15,5 0 4 0,-1 0 6 16,-5 0 8-16,6-15 3 15,-9-3 4-15,0-10 9 16,-4 0-11-16,0-3-11 16,0 0-9-16,-16-2-3 15,-4-1-2-15,-5 0-2 16,-4 6-4-16,4-3 3 0,-4 9-15 16,2 4 1-16,10 6-19 0,-4 6-69 15,21 6-89 1,0 0-296-16</inkml:trace>
  <inkml:trace contextRef="#ctx0" brushRef="#br0" timeOffset="25510.45">22117 5625 740 0,'0'0'0'0,"0"0"-70"0,0 0 70 31,0 0 32-31,0 0-32 0,0 0-14 16,58 37 14-16,-29 7 4 0,-4 2 19 16,-1 12-5-1,-4 1-3-15,-3 6 12 16,-5-1-10-16,5-5-3 15,-13-10-4-15,0-12-6 16,4-9 10-16,-4-10 2 0,-4-8 7 16,0-7-1-1,0-3 2-15,0 0 30 0,9-6 33 16,-5-16-12-16,4-9-51 16,4-3-23-16,-3 7 3 15,2 2-4-15,-3 10 0 0,-4 5-1 16,-4 10-2-16,0 0-2 15,0 0-5-15,0 19-24 16,9 12 34-16,3 0 4 16,5-7-4-16,3-5 1 15,1-7-1-15,4-9 0 16,3-3 0 0,5 0 2-16,8-10 2 15,5-20 1-15,2-10-3 16,-6 3-2-16,-5-3-1 15,-4 3-19-15,-18 3-2 16,-6 6-1-16,-9 9-5 16,0 11 3-16,-13 8-5 0,-15 0 26 15,-9 8 2-15,0 27-5 16,0 5 3-16,17 6-5 0,8-6-35 16,12-3-16-1,0-6-8-15,4-10 23 0,24-6 0 16,1-8 18-16,12-7-23 15,-24 0-85-15,-1-9-46 16</inkml:trace>
  <inkml:trace contextRef="#ctx0" brushRef="#br0" timeOffset="25844.19">22960 5977 519 0,'0'0'293'0,"0"0"-293"15,0 0 2-15,0 0-2 16,0 0 32-1,-5 117-16-15,5-90-2 16,0-5 0-16,0-9-7 16,5-8 6-16,2-5 8 15,5 0 3-15,1 0 28 16,7-15 13-16,1-10-39 0,0-8-17 16,-1 2-3-16,-3 6-6 15,-1 10 2-15,-13 5-2 0,2 10 0 16,-5 0 1-16,0 7-1 15,0 24 0 1,0 12 5-16,0 6 5 0,0-6-4 31,4-3-5-31,12-9-1 16,5-6 0-16,4-10 0 0,-1-9-2 16,10-6-27-16,-26 0-134 15,3-9-377-15</inkml:trace>
  <inkml:trace contextRef="#ctx0" brushRef="#br0" timeOffset="26433.06">24026 5856 102 0,'0'0'471'0,"0"0"-435"15,0 0-24-15,0 0 174 16,0 0-58-16,0 0-81 16,0 0-35-16,-21-46 8 15,-23 46-16-15,-6 10-1 16,-3 14 0-16,-4 10-1 0,3 3 3 16,9 9-3-16,4 4-2 15,12-4 0-15,13-6-1 16,16 0-3-16,0-6-7 0,8-6 8 15,21-7-5-15,15-9 8 16,6-5 2-16,12-7 9 16,3 0-4-16,1-10 4 15,4-14-3-15,-17-10-5 16,-7-6 3 0,-18-3 3-16,-20-3-1 15,-8-4 5-15,0 4 5 0,-44 6-9 16,-6 9 4-16,-12 9 6 15,5 10 5-15,7 6-24 16,9 6-7-16,5 0-55 16,15 0-86-16,21 3-147 15,0 3-111-15</inkml:trace>
  <inkml:trace contextRef="#ctx0" brushRef="#br0" timeOffset="26715.74">23887 5560 371 0,'0'0'255'0,"0"0"-170"15,0 0-7-15,0 0 66 16,0 0-59-16,0 0-70 16,-33-76-15-16,33 97-28 15,0 16 28-15,0 16 1 16,4 11 7-16,8 16 2 15,0 13 9-15,-3 6-5 0,3-1-6 16,-4 4 0-16,-3-13-6 0,7-9 0 16,-4-12 0-16,-8-9-2 15,4-13 1-15,-4-12-1 16,0-9-48-16,0-16 47 16,0-9-103-16,0-3-429 15</inkml:trace>
  <inkml:trace contextRef="#ctx0" brushRef="#br0" timeOffset="27364.54">24536 6189 746 0,'0'0'70'0,"0"0"-50"15,0 0 80-15,0 0-30 16,0 0-63-16,0 0 0 15,-144 10 18-15,99 5-5 0,3 3 2 16,10-2-14-16,16-4-3 16,7 4-5-16,9-7-13 15,0 3-6-15,0 1-5 16,25 2 24-16,7-2-7 16,10 2-10-16,-1-3 0 15,-5 4 12 1,-3 2-1-16,-8-3-6 0,-17 1 11 15,-4 3-5-15,-4-4 6 0,-4 0 5 16,-29-2 21 0,-7-1 17-16,-6-3-8 15,-3-6-23-15,3-3 1 16,10 0-12-16,3 0-1 16,12-15-34-16,13-7-73 0,8-3-52 15,0 16-23-15,4 0-119 16</inkml:trace>
  <inkml:trace contextRef="#ctx0" brushRef="#br0" timeOffset="27649.16">24872 5934 412 0,'0'0'286'16,"0"0"-231"-16,0 0-20 15,0 0 102-15,0 0-72 0,0 0-25 16,49-16-25-16,-20 13-2 16,12 0-8-16,0-3 0 15,8 6-3-15,-3 0-4 16,-10 0-3-16,-7 0-63 15,-4 0-103-15,-25 0-46 0,0 0-188 16</inkml:trace>
  <inkml:trace contextRef="#ctx0" brushRef="#br0" timeOffset="27817.81">24852 6057 711 0,'0'0'104'15,"0"0"-104"-15,0 0 0 16,0 0 79-16,0 0-32 16,0 0-7-16,0 0-8 15,167-3-24-15,-105-6-8 0,-8 6-12 16,-38 3-167-16,-12 0-226 16</inkml:trace>
  <inkml:trace contextRef="#ctx0" brushRef="#br0" timeOffset="28434.16">25729 5746 494 0,'0'0'165'0,"0"0"-131"16,0 0 25-16,-114-40 136 15,114 36-86-15,0 1-67 0,0-3-42 16,20 0 0-16,9 0 2 16,21 0 0-16,-1 2-1 15,4 4-2-15,-3 0 1 16,-6 0-1-16,-2 0-2 16,-5 19-1-16,-12 6-3 15,-10 2 0 1,-11 4-5-16,-4 9 12 15,-8 0 2-15,-32 10 0 16,-14-4 1-16,-15-6-3 16,3 0 1-16,4-6 3 15,9-12 3-15,16-1 7 16,16-9-1-16,13-5 1 16,8-7-14-16,0 0-4 0,37 0 4 15,25 0 27-15,24 0-2 16,16-9-12-16,1-4-8 15,-4 4-5-15,-14 0 0 16,-14 6 0-16,-14-4-4 0,-24 4-46 16,-33 0-177-16,0 3-322 31</inkml:trace>
  <inkml:trace contextRef="#ctx0" brushRef="#br0" timeOffset="31446.42">26789 5644 558 0,'0'0'44'0,"0"0"-40"0,0 0-4 16,0 0 13-16,0 0-5 15,0 0-3-15,-123 15-5 16,98 10 10-16,-4 2 16 16,1 8 21-16,-1 5-9 15,9 6-10-15,-1 0 5 0,13 3-4 16,8-2-16-1,0-7-10 1,20-7-2-16,18-5 0 16,6-12 8-16,1-7 0 0,13-9 6 15,-1 0 0-15,1-6 3 16,-4-19-13-16,-14-9-2 16,-11-3 0-16,-12-9 14 15,-17 0 1-15,0-7 16 0,0 4 21 16,-29-3-21-16,-4 11-9 15,-8 8-16-15,0 8 8 16,4 16-12-16,4 9-5 16,5 0-36-16,7 3-121 15,13 9-91-15,8 0-214 16</inkml:trace>
  <inkml:trace contextRef="#ctx0" brushRef="#br0" timeOffset="31793.74">26843 5441 612 0,'-25'-59'121'0,"12"28"-97"0,9 12-11 16,4 7 65-16,0 6-2 15,0 6-33-15,0 0-43 16,0 0-2-16,0 0-8 15,-4 13 10-15,4 23 9 16,0 17 50-16,0 15-31 0,0 8-2 16,0 11 1-16,0 8-19 15,4 1 6-15,13 2-11 16,-5-11 2-16,1-13-2 16,-1-12 2-16,-4-13-5 15,-4-12 1-15,1-12-1 16,-5-10 3-16,0-6-3 0,4-9-2 15,-4 0-5-15,0 0-44 32,0 0-58-32,0 0-89 15,0 0-197-15</inkml:trace>
  <inkml:trace contextRef="#ctx0" brushRef="#br0" timeOffset="32193.22">27195 5949 309 0,'0'0'356'16,"0"0"-324"-16,0 0-22 16,0 0 70-1,0 0-12-15,0 0-56 16,0 0-12-16,-12 15 0 16,4 19 27-16,8 6-8 15,0 4 2-15,0 2-10 16,0 0 5-16,0-6-2 15,0-6-13-15,0-6 0 0,0-10 1 16,0-9-2-16,5-2 0 0,-5-7-7 16,3 0-51-16,-3 0-59 15,0-16-23 1,0-2-517-16</inkml:trace>
  <inkml:trace contextRef="#ctx0" brushRef="#br0" timeOffset="32377.93">27138 5906 933 0,'0'0'59'15,"0"0"-56"-15,0 0 26 16,0 0 13-16,0 0-25 16,0 0-10-16,123-53-4 15,-86 53-3-15,-9 0-2 0,-7 0-17 16,-17 0-119-16,-4 3-137 15,0 7-68-15</inkml:trace>
  <inkml:trace contextRef="#ctx0" brushRef="#br0" timeOffset="32562.43">27109 6057 450 0,'0'0'197'0,"0"0"-176"16,0 0-19-1,0 0 58-15,0 0-6 16,0 0 3-16,9 31 26 0,32-31 12 15,-1 0-41-15,6-6-29 16,3-1-13-16,-8 1-12 16,-8 6 0-1,-17 0-50-15,-16 0-196 16,0 0-196-16</inkml:trace>
  <inkml:trace contextRef="#ctx0" brushRef="#br0" timeOffset="36825.55">26999 6519 3 0,'0'0'67'15,"0"0"-54"-15,0 0-9 16,0 0 23-16,0 0 4 0,0 0-16 15,0 0-11-15,0 0-2 16,-4 3 9-16,4-3 6 16,0 0-8-16,0 0 0 15,0 0-4-15,0 3 4 0,-5-3 1 16,1 0-6-16,0 3 9 16,0-3-6-16,-4 0-4 15,4 4-2-15,-1-1 0 0,1-3 3 16,4 0-4-16,-4 3 0 31,0 0-3-31,0 0 6 0,-4 0-3 16,4-3 0-1,-5 6-3-15,5-6 3 16,0 3-11-16,-4 4-32 16,8-7-32-16,0 0-34 0</inkml:trace>
  <inkml:trace contextRef="#ctx0" brushRef="#br0" timeOffset="46374.88">18320 7512 387 0,'0'0'57'15,"0"0"-39"1,0 0 39-16,0 0 34 0,0 0-35 15,0 0-26-15,0 0 0 16,0 0-20-16,0 0 1 16,0 0 16-16,-40-65-23 15,27 62 2-15,-3 3 3 16,-1 0-7-16,-8 0 3 16,0 12-5-16,-2 13 1 0,-2 9 4 15,0 6 15-15,4 6 17 16,8-2-14-16,9-1-16 15,8-10 2-15,0-5-7 16,0 0-1-16,21-9 4 0,-1-7-2 16,5 0 0-1,0-9 5-15,3-3-2 0,1 0 0 32,-4 0-2-32,8 0-4 0,-8-9-8 15,-1-6-42-15,0-4-49 16,-20 10-58-16,-4-1-161 15</inkml:trace>
  <inkml:trace contextRef="#ctx0" brushRef="#br0" timeOffset="46895.06">18459 7308 678 0,'0'0'0'0,"0"0"0"16,0 0 0-16,0 0 62 16,0 0-29-16,0 0-29 15,0-92-2-15,0 92-2 16,0 0-5-16,0 3 1 16,-7 21 4-16,3 20 54 0,0 11 2 31,0 10-33-31,4 6-19 15,0-3 6-15,0-7-4 0,0-5-3 16,0-13 1 0,4-16-3-16,-4-4 5 0,4-15-2 15,-4-4 5-15,4-4 7 16,0 0 9-16,4 0 6 16,8-28 4-16,1-6-15 0,7-12-13 15,1 0-7-15,-4 2 0 16,4 13-5-16,-13 4-11 15,-1 11 15-15,-6 10-5 16,-5 6 1-16,0 0-9 16,0 25-38-16,0 18 52 15,4 6 11 1,0-2-10-16,8-4 2 16,5-9-3-16,3-7-1 15,-3-11 1-15,8-7-20 16,-5-6-54-16,0-3 11 15,9 0-76-15,-25-6-112 0,0-6-201 16</inkml:trace>
  <inkml:trace contextRef="#ctx0" brushRef="#br0" timeOffset="47297.15">18879 7531 83 0,'0'0'521'15,"0"0"-518"-15,0 0 16 16,0 0-19-16,4-109 60 15,-4 109-19-15,0 0-25 0,0 0-16 16,-16 7 0-16,-9 20 15 16,4 10-2-16,-8 9 0 15,9-2-2-15,7 2 0 16,9-6 4-16,4-3-6 16,0-10-6-16,0-8-3 15,8-7 0 1,9-8-2-16,-5-4-12 0,5 0 14 15,3 0 15 1,1-22-1-16,0-6-14 16,-1-5-5-16,-4 2-22 15,-8 6 0-15,-4 13 18 0,-4 9 9 16,0 3 0 0,0 0-18-16,0 9-18 0,0 15 36 0,0 4 12 15,0-3-12-15,0-10-6 16,4-5 0-16,13-7-5 15,0-3-15-15,7 0 16 16,1-7 8-16,4-17-64 16,-22 8-90-16,2 1-33 15</inkml:trace>
  <inkml:trace contextRef="#ctx0" brushRef="#br0" timeOffset="47677.38">19146 7481 416 0,'0'0'120'0,"0"0"-98"0,0 0-22 16,16 108 31-16,-3-74 37 0,-5-3-34 15,3-4-24 1,-2-8 2-16,-5-4 4 0,0-9 16 16,-4-6 12-16,0 0-21 15,8 0 17-15,-4 0 26 16,9-24 31-16,-5-7-84 15,4-6-13 1,5-3 1-16,-5 6 0 16,1 10 1-16,-9 8-1 15,0 9-1-15,0 7-2 16,-4 0-5-16,4 0-15 16,4 13-5-16,1 18 27 15,2 6 7-15,6-3-1 0,-1-3-6 16,1-10 1-16,-5 1 0 15,-4-7-1-15,1-2 0 16,-5-5 0-16,0-1 3 16,0-7-6-16,-4 3-32 0,0-3-149 15,0 0-196-15</inkml:trace>
  <inkml:trace contextRef="#ctx0" brushRef="#br0" timeOffset="48560.93">19548 7521 322 0,'0'0'262'16,"0"0"-235"-16,0 0-23 15,0 0 77-15,0 0-16 16,0 0-31-16,12-34-34 15,-12 34 0-15,0 9-22 16,0 19 22-16,4 6 53 0,0 6-7 16,1 3-34-16,-1-6-5 15,0-3-7-15,0-6 4 16,0-10 3-16,0-8-4 16,-4-10 11-16,4 0-2 0,0 0 10 15,5 0 13-15,-1-19 13 16,3-9-5-16,6-15-35 31,-1 3-8-31,5 0-2 16,-8 9 1-16,-1 10-5 15,-8 14 2-15,-4 7-5 0,0 0-12 16,0 13-37-16,0 21 41 16,0 6 17-16,4 0 0 15,4-6 0-15,9-6-4 16,0-10-3-16,2-6-4 0,2-9 2 15,4-3-6-15,8 0 15 16,4-28 0-16,-1-5-6 16,-3-4-25-16,-8-3-7 15,-8 0 14-15,-5 3 14 16,-12 3-1-16,0 6 11 0,0 9 6 16,-4 14 24-16,-17 5 37 15,-4 0-34 1,-8 24-26-16,5 13 7 15,-1 12 0-15,17-2-13 16,4-4 4-16,8-3-5 16,0-9-1-16,12-6 1 15,13-7 0-15,-1-9-2 16,9-9 2-16,4 0 8 16,4 0-5-16,-4-25-3 15,4-5-61-15,-8-10-53 0,-8-3 4 16,-13-7-6-16,-8-6 8 15,-4-8 28-15,0-1 29 16,0-3-49-16,0 16 100 16,-12 12 34-16,4 18 229 0,-1 10-96 15,1 12 25-15,8 0-79 16,0 0-103-16,0 6-10 16,0 34-20-16,0 19 20 15,0 9 6-15,0 3-2 16,0 0-3-16,0-7-1 0,8-5 2 15,1-10 1 1,-1-12 0 0,-4-6-3-16,0-10-1 15,4-9-17-15,-8-12-105 16,0 0-303-16</inkml:trace>
  <inkml:trace contextRef="#ctx0" brushRef="#br0" timeOffset="49163.45">20972 7450 417 0,'0'0'157'16,"0"0"-157"-16,0 0 5 0,0 0-5 15,0 0 10-15,0 0-9 16,0 0 27-16,-33 37 11 16,33-3 0-1,0 12-10-15,0 4-4 0,0-1-7 16,8 0-14-16,5-6-4 0,-5-5 4 15,-4-11-4-15,4-5-1 16,-8-13-13-16,0-3-9 16,0-6-30-16,0 0-105 15</inkml:trace>
  <inkml:trace contextRef="#ctx0" brushRef="#br0" timeOffset="49301.92">20894 7308 861 0,'0'0'0'0,"0"0"-365"0,0 0 240 15,0 0 24 1</inkml:trace>
  <inkml:trace contextRef="#ctx0" brushRef="#br0" timeOffset="49783.57">21359 7460 411 0,'0'0'182'15,"0"0"-138"1,0 0 4-16,0 0 62 16,0 0-58-16,0 0-42 15,-34 30-10-15,-11-17 0 0,-1 5 3 16,2 0 5-16,3 1 22 16,12-3 9-16,12-1-26 15,9-3-13-15,8 1-2 16,0-1-15-16,17-3 12 0,16 3-4 15,12 1-24-15,8-1 12 16,-8 4 9-16,-3 2 1 16,-18-3 7-16,-12-3-2 15,-12 1 0-15,0-7 6 16,0 0 7-16,-36-3 50 16,-14 0-3-1,-4-3-17-15,-7 0 29 16,8 0-7-16,12-6-19 15,16-9-36-15,9 3-4 16,16-1-32-16,0 1-112 0,16 6-93 16,13 3-181-16</inkml:trace>
  <inkml:trace contextRef="#ctx0" brushRef="#br0" timeOffset="50627.23">22023 7302 881 0,'0'0'108'0,"0"0"-108"0,0 0-91 31,0 0 76-31,0 0-76 0,0 0-302 16</inkml:trace>
  <inkml:trace contextRef="#ctx0" brushRef="#br1" timeOffset="63665.75">22105 7435 623 0,'0'0'73'0,"0"0"-67"16,0 0 2-16,0 0 90 0,0 0-28 15,0 0-36-15,0-19-17 16,0 19-10-16,0 0 13 16,0 0 24-16,0 0-17 15,0 0-10-15,0 0-4 16,0 0-10-16,0 0-3 0,0 0-17 31,0 9-17-31,0 10 34 16,0 9 0-16,0 0 18 15,0 3-13-15,0 2 0 16,0 1 10-16,4-3-11 0,4 3 5 16,9-3 1-16,-5-7-9 15,0-5 2-15,5-7 4 16,-5-9-7-16,5-3 6 0,8 0-3 16,3 0 8-16,5 0-2 15,0-12-8-15,-8-3 3 16,-5-1-4-16,-7-3-33 15,-10 1-52-15,-3 0-80 16,0 9-65-16,0-1-296 16</inkml:trace>
  <inkml:trace contextRef="#ctx0" brushRef="#br1" timeOffset="64081.93">22048 7170 314 0,'0'0'272'0,"0"0"-235"15,0 0-21-15,0 0 92 16,0 0-44-16,0 0-58 0,-37-10-4 15,28 32 0-15,-3 0 7 16,4 5 3-16,4-2-2 16,-1-3 4-16,5-4-4 15,0-3-1-15,0-5-1 16,13-7-1-16,3-3 2 16,5 0-3-1,0-3 13-15,-1-22 7 16,1-3-9-16,-10-2-4 15,-2 2-5-15,-9 0-7 16,0 10 7-16,-4 8 5 16,-20 1-11-16,-1 9-2 15,-4 0-19-15,-8 9-20 0,8 19-55 16,1 6-50-16,24-19-75 16,0 4-240-16</inkml:trace>
  <inkml:trace contextRef="#ctx0" brushRef="#br1" timeOffset="64598">22384 7460 668 0,'0'0'51'15,"0"0"-48"1,0 0 33-16,0 0 17 16,0 0-53-16,0 0-8 15,8 58 4-15,-4-27 8 16,0 9 16-16,-4 0 16 16,4-3-29-16,-4-3-4 15,0-3-3-15,0-10 6 0,0-5 3 16,0-10 12-16,0-3-6 0,0-3 4 15,0 0 10 1,0 0 52-16,0-9-1 16,0-16-56-16,0-6-18 0,0-3 0 15,5 3-1-15,3 4-5 16,0 5 0-16,0 7-4 16,5 2 2-1,-1 10-2-15,1-3 1 16,-1 6-5-16,5 0 0 15,3 3 0-15,8 16 3 16,1 2 5-16,0-2-2 16,-4 5 2-16,0-2-2 15,-13-1 0-15,-1-2 2 16,-11 0-37-16,5-4-80 0,-5 0-116 16,0-15-7-16,0 0-46 0</inkml:trace>
  <inkml:trace contextRef="#ctx0" brushRef="#br1" timeOffset="64974.18">22758 7567 574 0,'0'0'125'0,"0"0"-103"16,0 0 73-16,0 0 12 0,0 0-66 15,0 0-27-15,12-71-14 16,-12 71-5-16,0 0-1 15,5 0 1 1,3 7-17-16,4 17 18 16,5 10 4-16,2 3 7 15,2 0-5-15,0 0 4 16,3-3-2-16,-3-12-3 16,-8-4-1-16,-1-8 1 15,-8-8-1-15,0-2 8 16,0 0 2-16,1 0 28 0,2-12 37 15,1-16-10 1,4-9-40-16,1-6-6 16,3 0-8-16,-3-3-5 15,-1 12-6-15,-4 6 0 16,-3 13-4-16,-5 8-1 16,0 7-12-16,0 0-43 0,0 3-91 15,0 29-193-15,-5-14 114 16</inkml:trace>
  <inkml:trace contextRef="#ctx0" brushRef="#br1" timeOffset="65289.35">23083 7650 325 0,'0'0'92'15,"0"0"-41"-15,0 0 107 16,0 0-28-16,0 0-48 0,0 0-21 16,110-33-19-16,-102 14-18 15,1 4-9-15,-5-1-8 16,-4 4 7-16,0 0 23 15,0 8-8-15,0-2-3 16,0 6-4-16,-9 0-22 16,-15 0 15-1,-1 10-20-15,-4 17 5 16,5 7 0-16,8 0-3 16,7 3-3-16,9-6 5 0,0-9-2 15,5-1-5-15,15-6 8 16,8-5-8-16,1-4 0 31,8-6-2-31,0 0-49 0,4-12-64 0,-4-16-35 16,-29 13-43-16,-4-4-119 15</inkml:trace>
  <inkml:trace contextRef="#ctx0" brushRef="#br1" timeOffset="65627.14">23395 7508 351 0,'0'0'694'0,"0"0"-633"31,0 0-61-31,0 0-15 0,0 0-4 16,0 0 19-16,40 71 1 16,-28-36 1-16,1-2 0 15,-1 1-2-15,1-3 0 16,-9-10-2-16,-4-5-6 0,0-4 5 16,0-9-4-16,0 1-3 15,0-4 4-15,-4 0 6 16,-13-10 26-16,0-15-1 0,5-5 1 15,4-4 7-15,8 0-18 16,0 0-5-16,0 10-1 16,4-1-1-16,17 4-7 15,-1 5-1-15,9-3-1 16,4 4-8 0,3-1 2-16,2 1-37 15,-5 6-40-15,-8-7-51 16,-5-2-31-16,-4-7 23 0,-16 13-69 15,0 3-118-15</inkml:trace>
  <inkml:trace contextRef="#ctx0" brushRef="#br1" timeOffset="65825.67">23657 7167 343 0,'0'0'551'0,"0"0"-478"16,0 0-62-16,0 0-11 16,0 0 5-16,0 0-5 15,-16 116 18 1,16-50-1-16,4 1-11 0,8 1-2 15,5-3-4-15,-1-13 3 32,0-6-2-32,0-5 1 15,-3-14-2-15,-1-11-4 0,-4-7-147 16,-8-9 120-16,0 0-240 16</inkml:trace>
  <inkml:trace contextRef="#ctx0" brushRef="#br1" timeOffset="66195.62">23632 7527 632 0,'0'0'397'16,"0"0"-386"-16,0 0-3 15,0 0 28-15,0 0-36 16,0 0-3-16,46-15 3 16,-2 15 0-16,6 0 1 15,4 0 6-15,-2-4-7 0,-2-1-4 0,-13-8-62 16,-5 4 4-1,-11-7 7-15,-9 1 14 16,-8 3 28-16,-4-1 13 16,0 4 20-16,0 3-6 0,-16 3 26 15,-5 3-1-15,2 0-38 16,-2 0 5 0,0 15-6-16,1 13 5 15,7 9 0-15,1-3-5 16,12 3 0-16,0-6 6 15,0 0-3-15,12-10 12 16,17-2-9-16,8-10-1 16,12-3 4-16,5-6-7 0,11 0-2 15,9 0-28-15,0-15-110 16,-4-7-67-16,-50 7-98 16</inkml:trace>
  <inkml:trace contextRef="#ctx0" brushRef="#br1" timeOffset="66595.03">24642 7342 675 0,'0'0'186'0,"0"0"-183"0,0 0 9 15,0 0 81-15,-131-15-80 16,85 52-10 0,9 6-3-16,9 0-7 15,12 3 7-15,7-9 0 0,9-6-5 16,0-12 0-16,0-7 5 15,17-9 4-15,11-3-4 0,9 0 16 16,9-21-1-16,-1-17-4 16,-5-5-3-16,-11-9-2 15,-8-10-6-15,-4 1-24 16,-9-7-13-16,-8 0-23 16,0 16 21-16,0 12 39 15,-17 12 42-15,5 16 45 0,-1 8-31 16,13 4-12-16,-4 0-26 15,4 35-18-15,0 14 0 16,0 15 1-16,0 10 2 16,17 4 2-16,-1-5-4 15,5-5 1-15,-9-9 0 16,1-10-1 0,-5-9-1-16,-8-37-90 0,0-3-177 15</inkml:trace>
  <inkml:trace contextRef="#ctx0" brushRef="#br1" timeOffset="67564.92">22171 8057 425 0,'0'0'175'0,"0"0"-175"0,0 0 0 16,0 0 78-16,0 0-15 16,0 0-49-16,-79 0-4 15,79 0 14-15,0 0 21 16,0 0-5-16,0 0-11 15,0 0-6-15,0 0-20 16,0 0 0 0,17 0 5-16,16 0 16 15,17 0 26-15,15-6 0 16,22-3-18-16,15 0-2 16,21-7-11-16,16 4-7 0,17 0 1 15,21 0-6 1,0 2-1-16,4 4-5 15,-14 0 1-15,-7 0 1 0,-12 3-1 16,-8-1-2-16,-13-2 2 16,-7-3-2-16,-22 0 3 15,-12 0-3-15,-28 2 0 0,-17 4-1 16,-25 0 2-16,-12 0-1 16,0 0 52-16,0 3-9 15,-4-3-19-15,0 3-18 0,0 0-5 16,0 0 0-16,4 0-1 15,-4 0-11-15,0 0-12 16,0 0-29-16,0 0-39 31,0 0-23-31,-12 0-48 16,4 0-76-16</inkml:trace>
  <inkml:trace contextRef="#ctx0" brushRef="#br0" timeOffset="75400.1">25652 7105 517 0,'0'0'29'16,"0"0"-12"-16,0 0-17 15,0 0 68 1,0 0-43-16,0 0-24 16,0 0 0-16,-12-16 2 15,12 16-1-15,0 0 8 16,0 0 14-16,0 0 12 16,-5 0 9-16,5 0-16 15,0 0-12-15,0 0-9 16,0 0-2-16,0 0-3 0,0 0-2 15,0 0 2-15,0 0 11 16,0 0 4-16,0 0 2 16,0 0-2-1,0 0-4-15,-4 0-14 0,4 0 0 0,0 0-9 16,-4 25 2-16,4 9 7 16,0 15 5-16,0 16 1 15,0 9 4 1,0 6-8-16,0 4 5 0,8-1-3 15,5 0-1-15,3-9-1 16,1 0-2-16,-5-6 1 16,-8-7-1-16,-4-2-3 15,0-7-4-15,-4-6 5 16,-25-8 2-16,-4-5 0 0,4-8 16 16,1-10 6-16,8-2 3 15,3-10-9-15,9-3-7 16,0 0-9-16,4 0-23 15,-1-12-124-15,1-4-179 16</inkml:trace>
  <inkml:trace contextRef="#ctx0" brushRef="#br0" timeOffset="75616.66">25475 7804 573 0,'0'0'361'16,"0"0"-361"-16,0 0 4 16,0 0-4-16,0 0 0 15,123-79-4-15,-44 60 3 16,-2 3-5-16,-6 1 6 16,-10 9-1-16,-16 0-50 15,-12 0-72-15,-4-1-3 16,-29 4-64-16,0 3-38 0</inkml:trace>
  <inkml:trace contextRef="#ctx0" brushRef="#br0" timeOffset="76351.39">26037 7515 574 0,'0'0'92'0,"0"0"-92"16,0 0-13-16,0 0 13 16,0 0 3-16,0 0-1 15,83 40 5-15,-58-6 5 0,-5 6-8 16,-4-3 4-16,-3 0-8 16,-9-7 3-16,-4-5 3 15,0-12 23-15,0-4 12 16,0-9 1-16,0 0 13 0,0 0-4 15,0 0 25-15,0-19 21 16,0-11-88-16,0-11-6 16,0-4 7-16,0-2-7 0,0 1-1 31,4 2 0-15,16 11-2-16,-3 5-5 0,12 6-40 15,0 13-45-15,-1 3-22 16,-3 6-30-16,-5 0 0 15,-3 0-41-15,-1 6 43 16,-7 0 106-16,-1-6 34 0,-4 0 22 16,-4 0 38-16,0 0 37 15,0 0 27-15,0 0-18 16,0 0-15-16,0 13-11 16,0 8-54-16,-12 13-18 15,-5 12 9-15,5 1-5 0,8-1-3 16,4-3 2-16,0-9-4 0,0-7-5 15,12-8-2-15,13-10 2 16,0-9 8-16,7 0-5 16,1 0 17-16,0-21-11 15,-4-10-1-15,-9-3 6 16,-4-3 5-16,-16 0 10 31,0 6 3-31,0 0-15 0,-24 7 3 16,-13 9-5-16,4 5-17 15,0 10 0-15,1 0-4 16,7 3 0-16,8 19-47 16,9 2-69-16,8-2-36 15,0-4-27-15,29-2 10 16,11-10 101-16,6-6-6 0,3 0 23 16,-8 0 37-16,-29-6 0 15,-4-6-89-15</inkml:trace>
  <inkml:trace contextRef="#ctx0" brushRef="#br0" timeOffset="76819.92">26699 7518 194 0,'0'0'177'0,"0"0"-5"16,0 0-47-16,0 0-111 16,0 0 18-1,0 0-20-15,16 89 36 16,-11-49-37 0,3-6-1-16,0-9-1 15,-4-10 7-15,-4-5 23 0,4-10 3 16,-4 0 11-16,0 0 30 15,0 0 6-15,4-25-7 16,4-9-60-16,0-6-20 0,9 0-1 16,-1 3-1-16,-3 9-2 15,3 9 2-15,-8 11 0 16,-8 4-4-16,0 4-2 16,4 0-10-16,1 25-20 15,3 12 36-15,0 6 1 16,0-3-1-16,1-3 5 0,-1-6-5 15,-1-12 2-15,-3-7-1 0,0-9-1 16,1-3 8-16,-5 0-5 16,0 0 11-16,8-18 22 15,0-13-11 1,5-9-21-16,3-7-4 0,1 1 0 16,3 3 0-1,-3 12-2-15,-9 9-4 16,0 17 6-16,-4 5-2 15,-4 8-17 1,5 36-11-16,2 11 30 0,5 7 5 16,1-1-5-16,3-8 2 15,1-10-2-15,-1-6-2 16,-7-12-57-16,-9-25-100 0,0 0-380 16</inkml:trace>
  <inkml:trace contextRef="#ctx0" brushRef="#br1" timeOffset="86023.8">27942 7127 446 0,'0'0'73'16,"0"0"-50"-16,0 0 45 0,0 0-11 15,0 0-5 1,0 0-18-16,-16-65-21 16,16 59 15-16,0-1 23 15,0 7-12-15,0-3 17 0,0 0-20 16,0 0-16-16,0 0 12 15,0 3-7-15,0 0-14 0,0 0-8 16,0 0-3-16,0 0-1 16,0 0 0-16,0 0-2 15,0 0-15-15,0 16 18 16,0 8 3-16,0 16 2 16,0 13-3-16,0 8 0 0,16 10 0 31,5 3 10-31,-4 0-11 15,3 3 1-15,1-3 0 16,-9-9-2-16,-8-3 3 16,1-7-1-16,-1-6-1 0,-4-9 9 15,0-9 1-15,0-6-7 16,0-13 0-16,0-2-3 16,4-7 3-16,-4-3-1 0,7 0 5 15,-3 0 2-15,-4 0-10 16,4-16-3-16,0-8-66 15,5-1-72-15,-9 12-117 16,0 1-254-16</inkml:trace>
  <inkml:trace contextRef="#ctx0" brushRef="#br1" timeOffset="86506.93">28017 7361 341 0,'0'0'210'0,"0"0"-151"15,0 0-36-15,0 0 71 16,0 0-29-16,0 0-41 0,0 0-16 15,-13-16-8-15,13 13 4 16,21-3 2-16,7 0-2 16,9 0-2-16,4 6 12 15,1-3-5-15,-2 3 1 16,1 0-7-16,-16 0 2 16,-4 9-5-16,-13 10-12 15,-8 8 4 1,0 1 8-16,0 6 54 15,-20 0-35-15,-9-3 4 0,-5-3 3 16,2-7 10 0,-9-3-16-16,0 1-4 15,-1-7 3-15,-2 1-5 16,11-13-1-16,4 0-3 0,12 0 7 16,5 0 7-16,4 0-20 0,4-4-4 15,-1 1-7-15,5-3-45 16,0 6-59-1,0 0-102-15,0-3-193 0</inkml:trace>
  <inkml:trace contextRef="#ctx0" brushRef="#br1" timeOffset="87044.71">28587 7401 253 0,'0'0'292'0,"0"0"-227"0,0 0-40 16,0 0 103-16,0 0-36 16,0 0-47-16,-4 0-16 15,4 0 9 1,0 0 3-16,0 0-10 15,0 0-24-15,0 0-7 16,17-3 0-16,23-6 13 16,18-7-8-16,12-3 5 15,-1 1-4-15,10 3 5 16,-2-4 0-16,-10 7-5 16,-15 5 1-16,-10 2-6 0,-18 1 0 15,-11 1 1-15,-9 3-2 0,-4 0 0 16,0 0 1-16,0 0-1 15,0 0-3-15,0 0-36 16,0 0-57 0,0 0-57-16,0 0-27 0,0 0-119 15</inkml:trace>
  <inkml:trace contextRef="#ctx0" brushRef="#br1" timeOffset="87391.87">28960 7185 334 0,'0'0'458'0,"0"0"-377"0,0 0-34 15,0 0 84-15,0 0-76 16,0 0-48-16,-24-21-7 16,24 21-8-16,12 3 8 15,9 9 8-15,16 0-4 16,0 1 4-16,12 2 1 15,-4-3-6-15,-4 4-1 0,-7-1-2 16,-11 1 0-16,-14-4-1 0,-5-3-2 16,-4 0-2-16,0-3-4 15,-9 7 9-15,-23 9 22 16,-13 2 1 0,-5 1-13-16,6-1-1 0,3-2-7 15,7-3-1 1,18-4 0-16,3-6-2 15,9-3-67-15,4-3-96 16,0-3-89-16,9 0-114 16</inkml:trace>
  <inkml:trace contextRef="#ctx0" brushRef="#br1" timeOffset="88009.97">29647 7164 744 0,'0'0'77'0,"0"0"-71"16,0 0 29-16,0 0 53 16,0 0-72-16,0 0-16 0,0-22-26 15,0 34 8-15,0 19 18 16,0 6 19-16,0 9-5 16,0-3-8-16,0 7 5 15,0-10-9-15,4-3-2 16,-1-10 4-16,1-11-4 15,-4-4 0-15,0-9 2 0,0 1-1 16,4-4 23 0,-4 0 51-1,0-7 6-15,0-23-21 16,0-11-58-16,4-5 1 16,9-6 4-16,-1 6-7 0,9-1 2 15,4 11-2-15,-1 8-4 16,1 6 3-16,-5 13-1 15,-4 6-3-15,9 3 5 16,-4 0-5-16,12 6-1 0,0 19 1 16,3 8 5-16,1 8 0 15,-4 2 0 1,-4 6 0-16,-1-3 0 0,-11-2 3 16,-1-8-1-16,-3-8-2 0,-9-6 0 15,0-4-3-15,-4-3-42 16,0-5-82-16,0-10-234 15</inkml:trace>
  <inkml:trace contextRef="#ctx0" brushRef="#br2" timeOffset="100547.64">18563 8890 682 0,'0'0'175'0,"0"0"-175"0,0 0 0 16,0 0 3-16,0 0 37 16,0 0-40-16,0 0-12 15,0 0-1-15,-25-28 13 0,25 28 2 16,0 0 0-16,0 0-2 15,0 0 1-15,0 0-1 16,0 0 2-16,4 6 1 16,4 7-1-16,5 8 1 15,-1 7-1-15,1 6 4 16,-1 9 1-16,-1 9 2 16,6 7 0-16,4 2 6 0,-5 4 6 15,5-9-7-15,-1-4-9 16,1-5 5-16,-9-7-9 15,0-13 11-15,0-5-8 16,1-10 28-16,-5-6-3 0,-4-6-17 16,0 0 1-16,-4 0 18 31,0 0 14-31,4 0-6 16,0-3 6-16,5-25-7 0,-1-12-24 0,9-19-5 15,-5-11-8-15,4-14 9 16,-3-11-5-16,3 6-5 15,0 0 0-15,0 14 2 16,9 23-1-16,-8 12 2 16,-5 12-1-16,-4 10 2 15,1 8-3-15,-9 7 1 16,0 3-2-16,4 0-3 16,-4 0 2-16,0 0-7 15,0 0-16-15,0 0-7 16,0 9-23-16,0 10 9 15,0 0-44 1,0 8-61-16,0 4-43 16,0-19-87-16,0-2-102 15</inkml:trace>
  <inkml:trace contextRef="#ctx0" brushRef="#br2" timeOffset="100897.88">19298 9155 277 0,'0'0'361'16,"0"0"-287"-16,0 0-46 0,0 0 131 15,0 0-51-15,0 0-55 16,4 0-53-16,-4 12-10 15,0 19 10-15,0 6 27 16,0 6-12-16,4-3-9 16,0 0 8-16,0 1 2 15,4-5-4 1,-3-2-11-16,-1-3 4 16,-1-6 0-16,5-4-4 15,-4-9 1-15,0-2-2 16,-4-4 0-16,0-6 0 15,4 0 0-15,-4 0-10 16,0 0-45-16,0 0-122 0,0-3-273 16</inkml:trace>
  <inkml:trace contextRef="#ctx0" brushRef="#br2" timeOffset="101161.12">19084 9235 937 0,'0'0'160'0,"0"0"-160"16,0 0 4-16,0 0 33 15,0 0-37-15,0 0-2 16,0 0 2-16,49-28 8 16,12 19-2-16,1-7 6 15,9 1-2-15,-2-1-8 16,-15 8-1-16,-14-2-2 0,-11 7-3 15,-13 0-15-15,-3 3-50 16,-13 0-56-16,0 0-38 16,-9 0-35-16</inkml:trace>
  <inkml:trace contextRef="#ctx0" brushRef="#br2" timeOffset="101629.81">19597 9383 233 0,'0'0'411'0,"0"0"-404"15,0 0 16-15,0 0 4 16,0 0 63-16,0 0-44 15,28-19-3-15,-28 19 20 16,0 0-15-16,0 7-42 16,0 23-3-16,9 8 11 0,-5 8-4 15,4-6-5-15,-4-7-5 16,-4-8 0-16,4-6 4 16,-4-10-4-16,4-9 0 15,0 0 6-15,5 0 13 16,-1-12 23-16,4-22 0 0,9-13-29 15,-4 4-4 1,7 0-4 0,0 12-5-16,-7 13-2 15,-1 11 0-15,-3 7 1 0,-5 4-8 16,8 27 9-16,1 15 4 16,0 3 11-16,3 1-11 15,0-7 1-15,-4-9-5 16,1-10-2-16,-1-12-38 0,-11-12-106 15,-1 0-128-15</inkml:trace>
  <inkml:trace contextRef="#ctx0" brushRef="#br2" timeOffset="102113.83">20562 9247 668 0,'0'0'248'16,"0"0"-213"-16,0 0 14 0,0 0 66 15,0 0-67-15,0 0-32 16,-13 0-13-16,13 0-3 16,0 0-3-16,0 0 3 15,21-3 4-15,8-3 9 16,15 0 10-16,18-7-9 15,13-2-8 1,2 3 1-16,-3-1-6 16,-8 8-2-16,-21 5 1 15,-16-4-2-15,-17 4 1 16,-8 0-6-16,-4 0-6 16,0 0 6-16,0 0-11 15,0 0-7-15,-16 16-68 0,4-10-162 16,-5 0-183-16</inkml:trace>
  <inkml:trace contextRef="#ctx0" brushRef="#br2" timeOffset="102377.01">20755 9383 578 0,'0'0'204'16,"0"0"-190"-16,0 0-10 0,0 0 133 15,0 0-79-15,0 0-56 16,-29 16 2-16,37-16-4 15,21 0 35-15,12 0 7 16,12-16-16-16,5 4-4 16,7-4-1-16,-3 4-8 15,-13 6-4-15,-12 0-9 16,-12 6-3 0,-13 0 1-16,-8 0-16 15,-4 0-44-15,0 0 0 16,-4 0-20-16,-8 0-51 15,-5 0-139-15</inkml:trace>
  <inkml:trace contextRef="#ctx0" brushRef="#br2" timeOffset="103674.74">22089 9158 446 0,'0'0'125'0,"0"0"-111"0,0 0 73 16,-20-105 34-16,20 84-34 0,0 2-35 15,0 0 0-15,0 7 3 16,0 3-8-16,0 3-10 16,0 3-14-16,0 0-13 15,0 3-4-15,0 0-4 16,0 0-2-16,0 0-6 0,0 0-8 16,0 6-10-1,0 19 20-15,4 15 4 0,15 9 8 16,10 3 5-16,4 7-7 15,-4-1-4-15,4-2-1 16,-1-10 5-16,-7 1-5 16,0-11 0-1,-8-8-1-15,-1-6 0 16,-3-4-2-16,-5-8 5 16,0-8-1-16,-8 1 0 15,4-3 2-15,0 0 17 16,-4 0 26-16,0 0-20 15,4-15-1-15,5-13-3 0,-2-8-5 0,5-14-9 16,5-2-2 0,-5-13 1-16,5-9-6 0,3-6 1 15,-3 3-3 1,8 6 1-16,-4 12 1 0,-2 16 7 16,2 9-1-1,-5 13-6-15,-3 8 0 0,-9 7-1 16,-4 6-1-1,0 0-4-15,0 0 0 16,0 0-34-16,0 0-21 16,0 9-50-16,0 16-34 0,0-13-167 15,0-2-169 1</inkml:trace>
  <inkml:trace contextRef="#ctx0" brushRef="#br2" timeOffset="104073.17">22864 9179 437 0,'0'0'193'15,"0"0"-146"-15,0 0 33 0,0 0 43 16,0 0-103-16,0 0-5 15,-24 93-5-15,0-53 10 16,3 6 2-16,5-5-1 0,7-5-13 16,9-5-4-1,0-6-4-15,0-10 5 0,25-3-5 16,3-8 0-16,9-4 7 16,0 0 10-16,13-19 16 15,-10-9-8-15,-2-8-3 16,-18-4 8-16,-11-1 13 0,-9-5 10 15,0 6-17 1,-34 3-8-16,-3 9-8 0,-3 7-12 16,-1 9-8-16,3 8-9 15,5 4-34-15,5 0-66 16,28 6-105-16,0 7-231 0</inkml:trace>
  <inkml:trace contextRef="#ctx0" brushRef="#br2" timeOffset="104426.84">23522 9078 812 0,'0'0'75'0,"0"0"-51"15,0 0 95 1,0 0-79-16,0 0-40 16,0 0 0-1,0 0 9-15,-50 114-5 16,25-65 5-16,5 3 0 0,-5-2-8 15,9-7 4-15,4-6-4 16,0-13 1-16,7-8-2 16,-3-4-7-16,8-12-62 0,0 0-151 15,0 0-84-15,0-12-91 16</inkml:trace>
  <inkml:trace contextRef="#ctx0" brushRef="#br2" timeOffset="104626.57">23291 9133 760 0,'0'0'177'0,"0"0"-109"0,0 0 14 16,0 0-53-16,0 0-29 15,0 0 0-15,29 46 21 16,13-6-5-16,6 1 3 16,10-1-10-16,-4-3-3 0,-10-6-4 15,-7-7-2 1,-12-2-62-16,-25-22-171 15,0 0-403 1</inkml:trace>
  <inkml:trace contextRef="#ctx0" brushRef="#br2" timeOffset="106261.31">24736 8933 559 0,'0'0'216'16,"0"0"-216"-16,0 0 0 16,0 0 77-16,0 0-22 15,0 0-49-15,0 0-6 16,0-19-3-16,0 19 2 15,0 0-2-15,0 0 3 0,0 16-7 16,0 21 7-16,0 15 26 16,0 10 1-1,0 3-18-15,0-4 1 0,0-5-9 16,0-7 3-16,0-9-3 16,4-6 2-16,-4-9-3 15,0-10 4-15,4-6-4 0,-4-5 0 16,5-4-83-16,-5 0-129 15,0 0-179-15</inkml:trace>
  <inkml:trace contextRef="#ctx0" brushRef="#br2" timeOffset="106462.04">24413 9321 967 0,'0'0'60'15,"0"0"-60"-15,0 0 52 16,0 0 16-16,0 0-68 0,0 0-4 16,44-37 4-16,26 19 2 15,8-1 0-15,9 7-1 16,-14-1-1-16,-7 4-91 16,-53 9-169-16,-13 0-183 0</inkml:trace>
  <inkml:trace contextRef="#ctx0" brushRef="#br2" timeOffset="107084.3">25508 8997 658 0,'0'0'74'15,"0"0"-65"-15,0 0 65 16,0 0-7-16,136-111-44 16,-70 87-10-16,7 2 23 0,2 7 8 15,-10 6-7 1,-7 6-23-16,-14 3-14 15,-11 0-10-15,-16 27 2 16,-9 14-9-16,-8 4 17 16,-12 14 1-16,-38 6-1 15,-11 3-10-15,-13 0 10 16,-8-10 2-16,7-5 11 16,19-10 11-16,18-12 20 15,22-13-28-15,12-3-10 16,4-2-6-16,4-7 1 0,33-3 0 15,21-3 14-15,7 0 5 0,5-3-3 16,-5-12-9 0,-7 2-7-16,-9 4-1 15,-12-1-2-15,-12 8-4 16,-9-1-47-16,-7 0-83 0,-9-1-74 16,0 1-153-16</inkml:trace>
  <inkml:trace contextRef="#ctx0" brushRef="#br2" timeOffset="107503.74">26464 8942 573 0,'0'0'187'15,"0"0"-187"1,0 0 4-16,0 0 106 0,0 0-67 15,0 0-43-15,13-18 1 0,-22 48-1 16,-6 10 30 0,-2 7-6-16,9 2-15 15,8-3-5-15,0-3-4 0,4-5 0 16,20-11 0-16,9-5-9 16,8-10 9-16,5-6 1 15,-2-6-1-15,10 0 12 16,12-27-5-16,-9-8 1 15,1-1-6-15,-14-11 18 16,-15 1 9-16,-12-3-1 16,-17-1 22-16,-8 5 8 0,-34 4-26 31,-23 14-1-31,-13 8-15 16,0 13-9-16,4 6-1 15,13 0-6-15,15 9-17 0,21 16-69 16,17 6-77-16,8-19-195 15</inkml:trace>
  <inkml:trace contextRef="#ctx0" brushRef="#br2" timeOffset="107822.67">26666 8529 710 0,'0'0'66'0,"0"0"-58"16,0 0 145-16,0 0-43 15,0 0-72-15,0 0-17 16,-21-98-20-16,21 119 10 16,0 28-2-16,0 13 31 15,13 18-10-15,-1 9-15 0,0 10-4 16,9 6-9-16,-4 0 3 15,-1 0-3-15,0-13 1 16,0-12 0-16,-3-12-3 16,-1-15 0-16,-8-14-2 0,0-11 2 15,-4-9 0-15,4-10-20 16,-4-3-56-16,0-6-128 16,0 0-215-16</inkml:trace>
  <inkml:trace contextRef="#ctx0" brushRef="#br2" timeOffset="108201.7">27183 9151 705 0,'0'0'211'0,"0"0"-197"15,0 0 0 1,0 0 81-16,0 0-95 16,0 0 0-16,-16 35 0 0,12 1 0 15,4 8 2-15,0 2 2 16,0 0-5-16,0 0 1 15,0-6 0 1,0-6 1-16,0-6-1 16,4-9 1-16,0-13-2 15,0-3 1-15,1-3-35 16,-2 0-117-16,1-3-37 16,-4-13-147-16</inkml:trace>
  <inkml:trace contextRef="#ctx0" brushRef="#br2" timeOffset="108386.56">27167 9139 756 0,'0'0'238'0,"0"0"-227"0,0 0 42 0,0 0 19 16,0 0-56-16,0 0-15 0,40-49-1 16,-2 40 4-16,7 6-4 15,0 0-1 1,-12 3-28-16,-29 0-157 15,-4 0-187-15</inkml:trace>
  <inkml:trace contextRef="#ctx0" brushRef="#br2" timeOffset="108570.66">27191 9303 877 0,'0'0'140'0,"0"0"-140"15,0 0 23-15,0 0 46 16,0 0-65-16,0 0 7 16,41 18 15-16,1-24-13 0,3-3-9 15,8 0-4-15,-12 2-27 16,-33 5-266-16,-3 2-261 16</inkml:trace>
  <inkml:trace contextRef="#ctx0" brushRef="#br2" timeOffset="111053.78">20784 11232 275 0,'0'0'192'15,"0"0"-143"-15,0 0-48 0,0 0 53 16,0 0-4-16,0 0 0 16,0 0-1-16,0 0 6 15,0 0 6-15,0 0 20 0,0 0-12 16,0 0-16-16,0 0-27 15,0 0-4-15,0 0 6 16,0 0 2-16,0 0-3 16,0 0-12-16,7 0-6 15,30 4 15-15,9-4-6 16,19 0-7 0,13 0 3-16,12 0-9 15,1 0-4-15,-13 0-1 16,-16 0-2-16,-18 0 2 15,-19 0-7-15,-8 0-3 16,-17 0 2-16,0 0-5 0,0 0-1 16,0 0-10-16,0 0-57 15,0 0-133-15,-9 0-161 16</inkml:trace>
  <inkml:trace contextRef="#ctx0" brushRef="#br2" timeOffset="111453.59">21071 11439 391 0,'0'0'251'0,"0"0"-251"0,0 0-26 15,0 0 26-15,0 0 16 16,0 0-1-16,0 0 8 16,-16 22 27-16,16-19-6 15,8-3 35-15,7 3-16 16,14-3-14-16,4 0-18 0,13 0-2 16,2 0-15-16,10 0-7 15,-8-10 4-15,-1 7-4 16,-16 0-4-16,-9 3-3 0,-7 0 3 15,-13 0 0 1,0 0-2-16,-4 0 0 0,0 0 8 16,0 0-7-16,0 0-2 15,0 0-76-15,0 0-132 16,0 0-211 0</inkml:trace>
  <inkml:trace contextRef="#ctx0" brushRef="#br2" timeOffset="114684.89">23168 10499 459 0,'0'0'142'15,"0"0"-140"-15,0 0 37 16,0 0 67-16,0 0-32 0,0 0-31 16,0 0-29-16,-29-59-8 15,13 59 1 1,-8 0 8-16,-1 6 32 0,0 7-13 15,-12 5-10-15,0 10-7 0,1 3 0 16,-1 9-10-16,-1 9 5 16,9 4 3-16,6 8-6 15,6 4-6 1,9-7-2-16,8-2 0 0,0-10-1 16,16-9-1-1,21-12-1-15,8-7-1 16,1-8-3-16,10-10 6 15,2 0 4-15,4-19 5 16,3-15 6-16,-3-6-12 16,-5-3 0-16,-11-3 2 15,-13-4 3-15,-8-2 3 16,-18 0 5-16,-3-4 13 0,-4 4 8 16,-7 3-9-16,-30 5-9 15,-5 10 11-15,1 13-9 16,-4 5-19-16,4 16-2 0,0 0-14 15,-1 0-9-15,2 22-38 16,7 9-39-16,4 6-76 31,25-19-161-31,4-3-73 16</inkml:trace>
  <inkml:trace contextRef="#ctx0" brushRef="#br2" timeOffset="114985.11">23066 10835 797 0,'0'0'57'0,"0"0"-39"16,0 0-18-16,0 0 26 15,0 0-18-15,0 0 37 16,49 70-1-16,-16-39-17 0,4 7-6 15,8-1-9-15,-4 6-5 16,0-3 5-16,-8 0-11 16,0 0 2-16,-9-6-3 0,-8-6 0 15,-3-4 2-15,-5-8-2 16,-4-7-1-16,0-6-45 31,-4-3-131-31,0 0-86 16,0 0-184-16</inkml:trace>
  <inkml:trace contextRef="#ctx0" brushRef="#br2" timeOffset="115633.58">23784 10995 579 0,'0'0'112'15,"0"0"-110"-15,0 0 52 0,0 0 51 16,0 0-76-16,0 0-13 15,0 0-6-15,-74-49-7 16,38 49 1-16,3 0 7 16,-5 15-1-16,5 7-1 0,1 9 5 15,-1-1-3-15,13 11-6 16,7-5 0-16,9-2-5 16,4-6 0-16,0-3-1 15,21-13-4-15,-1-9 0 16,5-3 5-16,-1 0 0 0,5 0-2 15,0-18-2 1,0-13-8-16,-4-3-7 16,-9-12-14-16,-5-6 0 15,-2-7-9-15,-5-9-22 16,-4-6-23-16,0 6 0 16,0 10 63-16,-8 14 24 15,-4 20 70-15,0 8 43 16,4 10 2-16,-1 6-17 15,5 0-45-15,4 0-53 16,-4 28-5-16,4 15 5 0,0 12 1 16,0 11-1-16,0-2 0 15,0 1 0-15,17-4 0 16,-1-5 1-16,-5-10-1 16,6-6 0-16,-5-6 0 0,5-9-7 15,-5-10-41-15,1-9-74 16,-9-6-50-16,-4 0-115 15</inkml:trace>
  <inkml:trace contextRef="#ctx0" brushRef="#br2" timeOffset="116189.65">23932 11128 830 0,'0'0'204'0,"0"0"-204"0,0 0-30 16,0 0 30-16,0 0 25 15,107-105-22-15,-87 80-3 0,-3 1 3 16,-9-4 5 0,-8 0 5-16,0 3 4 0,-12 7 2 15,-13 3 15-15,-4 12-14 16,-4 3-19-16,1 0-1 0,-5 18-1 31,-1 16-4-31,5 12 3 16,5 3 0-16,16 1 2 15,12-1-2-15,0-9-2 16,0-9 0-16,21-9-1 16,7-10 1-16,0-9 3 0,10-3-8 15,3 0-13-15,-1-25-2 16,-2-8-38-16,-5-5-60 15,-9-5 11-15,-7-3 53 0,-17 3 35 16,0 6 23-16,0 9 6 16,0 13 64-16,0 8 52 15,0 7 19-15,0 0-47 16,0 0-59-16,0 13-35 0,0 24-6 31,0 12 6-31,0 13 4 16,0-1-4-16,15 7 0 15,2-3 0-15,0-9 0 0,-1-4-22 16,-4-18 22-16,1-6-2 16,-1-10 2-16,-8-12-32 15,1-6-69-15,-5 0-104 16,0 0-44-16,0-19-292 16</inkml:trace>
  <inkml:trace contextRef="#ctx0" brushRef="#br2" timeOffset="116410.17">24128 10903 958 0,'0'0'103'0,"0"0"-94"15,0 0 19-15,0 0-22 0,0 0-5 16,0 0 0-16,161-34-1 16,-95 55-3-16,-8 4 0 15,-18 6-7-15,-23 3 0 31,-17 0 6-31,-13-4 4 0,-35 8 16 16,-10-11-16-16,-8-2-28 16,0-10-139-16,42-15-119 15</inkml:trace>
  <inkml:trace contextRef="#ctx0" brushRef="#br2" timeOffset="117560.64">22512 11501 547 0,'0'0'257'16,"0"0"-234"0,0 0-21-16,0 0 111 0,0 0-6 15,0 0-81-15,0 0-25 16,-37 0 1-16,37 0 7 15,0 0 2-15,0 0-4 16,4 0-3-16,17-7 22 0,11 1 14 16,17-3-14-16,13-3-2 15,16-1-7-15,13 1-5 16,15 3-3-16,1 2-8 16,3 2 0-16,2-2 1 15,3 7-2-15,-1 0 0 16,-3-3-4-16,-1 0-4 15,6-3 7-15,7-6-6 16,8-4 5-16,5 1 1 16,12-4 1-16,-5 1-1 15,1 3 1-15,-4 2-2 16,-17 7 1 0,-24-3-1-16,-26 6 2 0,-23 3 1 15,-26 0 2-15,-16 0-2 0,-8 0-1 16,0-4 1-1,0 4 28 1,0-5-29-16,-20 1-1 0,4 4-26 16,-13 0-25-16,4 0-61 15,-4 0-86-15,17 0-124 16</inkml:trace>
  <inkml:trace contextRef="#ctx0" brushRef="#br2" timeOffset="118511.23">23570 11778 229 0,'0'0'348'0,"0"0"-293"16,0 0-55-16,0 0 78 16,0 0 32-16,0 0-23 15,0 0-4-15,4-108 4 16,-4 99-9 0,0-1-19-16,0 5-20 15,0-2-34-15,-16 7-3 16,-12 0-2-16,-9 0-7 15,-9 31 7-15,-6 3 0 16,-2 12 3-16,13 1-3 0,3 5 0 16,19 3-1-16,10-2 1 15,9-1-2-15,0-8 1 16,28-11-8-16,10-5-9 16,3-16-9-16,4-5 23 0,0-7-6 15,-8 0 4-15,4-7 2 16,-8-14-3-16,-13 2 0 15,-8-2-4-15,-3 11 11 16,-9 1 3 0,0 6 3-16,0 3 28 15,0 0-5-15,-4 3-23 16,-9 22-6-16,5 0 0 16,0-1-1-16,8-3 1 15,0-2-2-15,0-10-2 16,12-2 4-16,9-7 0 0,8 0 0 15,4-12 8-15,12-16-1 16,-9-6-7-16,-3-3 0 0,-12 6-8 16,-13 6 8-16,-8 3 3 15,0 4 4 1,-16 12 12-16,-21 0 6 16,-1 6-9-16,2 0-11 0,7 0-5 15,9 6-1-15,3 3-6 0,17 1-62 16,0-1-122-16,0-6-204 15</inkml:trace>
  <inkml:trace contextRef="#ctx0" brushRef="#br2" timeOffset="118795.49">24117 11828 644 0,'0'0'59'16,"0"0"-44"-16,0 0-15 15,0 0 113-15,0 0-54 0,0 0 6 16,0 0 18-16,20-25-55 0,-44 59-12 16,-17 9-9-16,-1 0 1 15,5 0-1-15,1-6-5 16,11-9-2-16,9-4 0 15,7-8-1-15,9-10-32 32,0-6-85-32,0 0-59 0,0-12 21 15,0-7-56-15,0 1-151 16</inkml:trace>
  <inkml:trace contextRef="#ctx0" brushRef="#br2" timeOffset="118965.13">23907 11833 329 0,'0'0'323'16,"0"0"-181"-16,0 0 1 15,0 0 7-15,0 0-84 0,0 0-66 16,-8-9 0-16,37 46 18 16,8 0-5-16,8 4-3 15,0-2-1-15,1-5-9 16,-6-3-5-16,-11-9-64 16,-29-19-160-16,0-3-213 15</inkml:trace>
  <inkml:trace contextRef="#ctx0" brushRef="#br2" timeOffset="120283.77">25718 10893 728 0,'0'0'4'15,"0"0"-4"-15,0 0 0 0,0 0 95 16,0 0-83-16,0 0-12 16,0 0-14-16,-4-15 10 15,4 15 4-15,0 25 0 0,-8 8 21 32,4 14 10-32,-1 12 19 15,5-1-37-15,0 3-5 16,0-8-4-16,0-4-1 0,0-12 0 15,0-3-3-15,0-13-1 0,0-5-28 16,0-7-87 0,0-9-141-16</inkml:trace>
  <inkml:trace contextRef="#ctx0" brushRef="#br2" timeOffset="120531.36">25517 11254 825 0,'0'0'220'0,"0"0"-184"0,0 0 25 15,0 0 38-15,0 0-65 16,0 0-34-16,-21-31 0 16,50 22-10-16,16-4 10 15,16-2 0-15,10 0 0 16,-2 5-43-16,-7 2-56 15,-9 4-98-15,-45 4-105 16,-4 0-299-16</inkml:trace>
  <inkml:trace contextRef="#ctx0" brushRef="#br2" timeOffset="121170.49">26612 10884 773 0,'0'0'114'0,"0"0"-106"16,0 0 22-16,0 0 26 16,0 0-45-16,0 0-9 0,120-92 1 15,-67 82-2-15,5 4 7 16,-6 6 1-16,-10 0-9 31,-13 3-3-31,-5 22-1 16,-19 3 4-16,-5 9-2 0,0 6 4 15,-34 6-2-15,-15 7 2 16,-16-4 1-16,-6 4-2 16,2-7 5-1,11-6 3-15,13-6 28 0,21-12 0 0,16-4-22 16,8-5-15-16,0-4-1 16,12 0 1-16,20-5 0 15,5-1 8-15,13-6 4 16,3 0-4-16,5 0 0 15,0-6-3-15,-6-7-4 16,2 1-1-16,-9 0-37 16,-40 5-108-16,2 1-155 0</inkml:trace>
  <inkml:trace contextRef="#ctx0" brushRef="#br2" timeOffset="121550.06">27347 10921 741 0,'0'0'250'0,"0"0"-244"16,0 0-4-16,0 0 25 16,-131 86-16-16,118-39-9 15,1 2-2-15,12 1 0 16,0-11-3-16,4-2 2 0,21-12-4 31,4-7-1-31,8-8 6 16,3-10 2-16,10 0 8 0,12-10 8 15,7-20-11 1,6-11 2-16,-14-5-6 16,-12 0 10-16,-20 0 20 15,-25 0-1-15,-4 3 26 0,-37-1-8 16,-25 14-11-16,-20 8-22 0,-3 13-5 15,2 9-12-15,18 0 0 16,15 0-12-16,21 15-48 16,13 4-103-16,16-7-195 15</inkml:trace>
  <inkml:trace contextRef="#ctx0" brushRef="#br2" timeOffset="121821.56">27446 10594 242 0,'0'0'816'15,"0"0"-813"1,0 0-1-16,0 0 43 16,0 0-45-16,0 0 0 0,-41 41 0 15,49 26 1-15,9 17 2 16,3 11-2-16,-3 13-1 15,3 6 0-15,4-3 2 16,-3-3-4-16,4-13 2 16,0-8 0-16,-5-13 0 0,-4-16-6 15,-4-5-36-15,-4-20-98 16,-3-33-90-16,-1 0-204 16</inkml:trace>
  <inkml:trace contextRef="#ctx0" brushRef="#br2" timeOffset="122124.61">27906 11430 838 0,'0'0'32'0,"0"0"-29"15,0 0-3-15,0 0 0 16,0 0 1-16,0 0 3 16,7 111 0-16,2-71-3 15,-1-3 2-15,-4-4 1 16,4-5-4-16,-4-3 1 16,-4-10 3-1,5-8-4-15,-1-7-40 16,-4 0-117-16,0-7-14 15,0-14-209-15</inkml:trace>
  <inkml:trace contextRef="#ctx0" brushRef="#br2" timeOffset="122277.21">27848 11337 689 0,'0'0'199'0,"0"0"-131"16,0 0 14-16,0 0-18 15,0 0-50-15,0 0-9 16,0 0-4-16,107-83-2 15,-70 83-2-15,-4 0-30 16,-29 0-191-16,-4 0-263 16</inkml:trace>
  <inkml:trace contextRef="#ctx0" brushRef="#br2" timeOffset="122443.11">27898 11467 752 0,'0'0'129'0,"0"0"-128"31,0 0-1-31,0 0 90 16,0 0-35-16,0 0-9 15,110 6-36-15,-61-18-10 0,-3 2-7 16,-34 10-78-16,-8 0-211 16</inkml:trace>
  <inkml:trace contextRef="#ctx0" brushRef="#br2" timeOffset="131826.81">21013 13899 320 0,'0'0'107'16,"0"0"-83"-16,0 0 35 15,0 0 24-15,0 0-28 16,0 0-21-16,-16 0 8 0,16 0 29 16,-4 0-5-16,4 0 9 0,-4 0-13 15,4 0-24-15,-5 0-10 16,5 0-14-16,0 0-4 16,0 0 9-1,0 0-2-15,0 0 8 0,0 0 1 31,0 0-8-31,0 0 1 0,0 0-9 16,0 0 20-16,0 0-22 16,0 0-8-16,13 0-10 0,12 0 10 15,8 0 3-15,11 0 7 16,2 0-5-16,-5 0-4 16,3 3 1-16,-6 3-2 15,-5 0 0-15,-9 1-1 16,1-5 1-16,-5-2 0 15,-8 0-11 1,1 0 2-16,-5 0-7 0,-4 0-12 0,0 0-3 31,0 0-9-31,1 0-24 16,-1 0-39-16,-4 0-92 16,0 0-67-16,0 3 36 15</inkml:trace>
  <inkml:trace contextRef="#ctx0" brushRef="#br2" timeOffset="132188.34">21215 14216 95 0,'0'0'264'0,"0"0"-237"15,0 0-11-15,0 0 90 16,0 0 19-16,0 0-53 0,0 0-13 16,-29 34 20-16,29-34-3 15,0 0-19-15,0 0-33 16,16 0-4-16,12 0 24 0,18 0 0 16,12-3-15-16,7-12-10 15,5 2-3-15,-5 4-6 31,-15 0-8-31,-17 9-2 16,-17 0-1-16,-7 0-39 0,-9 0-12 16,0 0-64-16,0 3 33 15,0-3-26-15,0 3-162 16</inkml:trace>
  <inkml:trace contextRef="#ctx0" brushRef="#br2" timeOffset="133996.73">22893 13409 442 0,'0'0'80'15,"0"0"-68"-15,0 0 107 16,0 0 10-16,0 0-56 15,0 0-13-15,0 0-24 0,-24-19 0 16,24 13 3-16,0-3-16 16,4-4-13-16,8-2-8 15,17-3 4-15,4-4-3 16,16-3-2-16,9 4 0 16,3 2-1-16,-8 7-2 15,-7 6 2 1,-13 6-2-16,-9 0-11 15,-16 0-16-15,-8 9 0 16,0 16 1-16,0 6 28 16,-4 5 7-16,-28 11-2 15,-14 8 4-15,-8 7-8 16,-11 3 6-16,-1-4-2 16,-3 4 5-16,11-4 14 0,8-8-2 0,14-4-4 15,16-9-1 1,11-12-14-16,9-6 3 15,0-7-6-15,25-9 0 0,15-6 5 16,10 0 0-16,12 0 1 16,7-3 0-16,2-12 5 15,-6-4-5 1,-3 4-6-16,-14 3 1 16,-6 2-2-16,-18 1-18 15,-11 3-63-15,-1 3-84 16,-12 3-82-16,0 0-77 15</inkml:trace>
  <inkml:trace contextRef="#ctx0" brushRef="#br2" timeOffset="134398.07">23653 13289 638 0,'0'0'236'0,"0"0"-222"16,0 0 0-16,0 0 57 15,0 0-34-15,0 0-28 16,-41-59-9-16,20 71-5 0,-4 22 5 15,-11 6 5-15,-1 13 5 16,-5 5 9-16,9 7 8 16,14 0-9-16,11-1-10 15,8-8 2-15,0-10-6 0,23-3 7 16,10-9-6 0,9-6-1-16,-1-9 5 0,-1-7-6 15,2-9-2-15,-9-3-1 16,0 0-2-16,-14 0-66 0,-19-12-94 15,0 2-153-15</inkml:trace>
  <inkml:trace contextRef="#ctx0" brushRef="#br2" timeOffset="134583.2">23418 13732 442 0,'0'0'459'15,"0"0"-443"-15,0 0-13 16,0 0 71-16,0 0-60 16,0 0-8-16,0 0 1 0,95-55-6 15,-54 46 6-15,-4-4-7 16,0 1-3-16,5 3-18 16,-38 5-139-16,4 4-160 15</inkml:trace>
  <inkml:trace contextRef="#ctx0" brushRef="#br2" timeOffset="135085.31">23928 13680 248 0,'0'0'213'0,"0"0"-141"16,0 0 24-16,0 0 82 0,0 0-33 15,0 0-67-15,-8-6-52 16,-13 6-16-16,-20 6-2 15,4 10-7-15,9 2 1 0,-1 4 7 16,8-4-6-16,13 0 2 16,8-2-5-16,0-4-12 31,0-5 12-31,24 2 0 16,18-3 2-16,-2 0-2 15,6 3 0-15,-1 4-10 0,-16-1-5 16,-8 3 9-16,-18 1-7 15,-3-4-7-15,0 6 20 16,-36-2 0-16,-14 2 43 16,-8-2-14-16,5-4-5 0,12-6-9 15,12-6-8-15,13 0-7 16,16-3-29-16,0-19-111 16,0 10-76-16,16-3-259 15</inkml:trace>
  <inkml:trace contextRef="#ctx0" brushRef="#br2" timeOffset="135693.46">24269 13313 66 0,'0'0'280'16,"0"0"-201"-16,0 0 3 0,0 0 30 16,0 0-40-1,0 0-34-15,0 0 10 16,0-31 21-16,0 31 9 15,0 0-8-15,0 0-20 16,-4 0-38-16,0 0-6 16,-5 16-2-16,1 15 0 0,0 15 4 0,4 3 3 31,-4 7-2-31,8 5-2 0,0 4-2 0,0-6-1 16,0-1-1-16,0-5-2 15,0-10-1-15,0-3-2 16,4-16 2-16,0-8-10 0,0-10 8 31,4-3-22-31,-8-3-9 16,0 0-17-16,0-9-18 0,0-16-140 15,0 10-90-15,0-1-118 16</inkml:trace>
  <inkml:trace contextRef="#ctx0" brushRef="#br2" timeOffset="135946.6">24166 13452 372 0,'0'0'238'0,"0"0"-185"16,0 0-13-16,-4-114 51 0,16 108-27 15,9-1-6 1,-1 7-12-16,13 0-3 0,4 9 9 16,0 19-21-16,12 6-3 15,0 6-21-15,1 4-6 16,-1-4 3-16,0-3-3 0,-4-7-1 15,-8-8 2-15,-8-1-2 16,-8-5-6-16,-10-7-13 16,-6-3-14-16,-1-2-31 15,-4-4-21-15,0 0-32 16,0 0-50-16,0 0-193 0</inkml:trace>
  <inkml:trace contextRef="#ctx0" brushRef="#br2" timeOffset="136249.71">24659 13165 568 0,'0'0'168'0,"0"0"-77"16,0 0 33-1,0 0 5-15,0 0-62 16,0 0-49-16,-4-61-18 0,4 70 0 15,0 22 2-15,0 12 14 16,0 12-5-16,0 10 1 16,0 3-2-16,12 6-6 15,-4-7-3-15,5-1 0 0,-5-8 1 16,4-15-2-16,-9-6-6 16,2-9-33-16,-1-10-26 15,4-5-112 1,-8-13-57-16,0 0-207 15</inkml:trace>
  <inkml:trace contextRef="#ctx0" brushRef="#br2" timeOffset="136799.65">24958 13489 659 0,'0'0'119'16,"0"0"-69"-16,0 0 73 0,0 0-52 16,0 0-59-16,0 0-12 15,-4 40 11-15,-8 0-7 16,4 3 5-16,3 0 1 15,1 0-5-15,4-5 1 16,0-2-5-16,0-11 0 16,0-10 0-1,0-2 0-15,0-13-1 0,0 0 10 16,0 0-5-16,4 0 7 16,9-22 6-16,-5-12-13 15,9-3 0-15,-5-6-5 16,0-3 0-16,-3-3 3 15,-6 2-2-15,1 7 0 16,-4 9 0-16,0 16 1 0,0 9 34 31,0 3 6-31,0 3-8 0,0 0-34 0,4 12-10 0,4 16 7 16,5 6 3 0,-1 9 1-16,5 3 3 0,3 7-3 15,1-1 0 1,4 0-1-1,-5 1-1-15,4-10-70 16,-7-6 64-16,-13-9-52 0,4-13-36 16,-8-9-3-16,0-6-82 15,0 0-134-15</inkml:trace>
  <inkml:trace contextRef="#ctx0" brushRef="#br2" timeOffset="136985.79">24901 13726 840 0,'0'0'148'16,"0"0"-132"-16,0 0 54 15,0 0-8-15,0 0-61 0,0 0 6 16,0 0 3 0,95-34 1-16,-43 28-3 15,-2-6-8-15,-1 6-27 16,-41 3-132-16,-8 3-271 0</inkml:trace>
  <inkml:trace contextRef="#ctx0" brushRef="#br2" timeOffset="164796.19">25463 13310 249 0,'-4'0'233'0,"0"0"-213"15,-1 0-2-15,5 0 93 16,0-3-31-16,0-6-16 16,0 5-23-16,0-1 3 15,0-2 14-15,0 1-20 0,0 0-16 16,0 0-4-16,0-3 5 15,13-4-17-15,3 1-4 16,13 0 1-16,0 2 1 0,8-2-1 16,-5 6 3-1,6 0-5-15,-9 6-1 0,-5 0-1 16,-7 0-3-16,-5 0 2 31,0 0-2-31,-4 9-8 0,-4 6-12 16,-4 4 5-16,0 2 12 15,0 10-4-15,-12 6 11 16,-12 4 4-16,-13-2 8 16,4 5-12-16,-9-4 0 15,6-4 8-15,-1 2-5 0,4-10 20 16,8-7 1-16,9-6-2 16,3-3-4-16,9-2-12 15,1-1-6-15,3-3-2 16,0 0 2-16,0 1 1 15,0-1-1-15,0 0 7 16,11-3-6-16,2 0-1 0,7 0 9 16,9 0-1-16,4-3 9 15,16 0 5-15,-4 0 0 16,13 0 0-16,-5-6-9 0,-12-3-8 16,-8 6-3-16,-12 3-1 15,-13-3 0-15,-8 3-1 31,0 0-13-31,0 0-10 16,0 0-16-16,0 0-32 0,0 0-88 16,0 0-135-16,0 0-253 15</inkml:trace>
  <inkml:trace contextRef="#ctx0" brushRef="#br2" timeOffset="165754.24">26518 13184 340 0,'0'0'225'0,"0"0"-225"15,0 0 0-15,0 0 121 32,0 0-52-32,0 0-50 0,0 0-13 15,-41-50 29-15,17 50-22 16,-9 0 21-16,-13 16-19 15,1 5 3-15,0 10 12 16,0 6 1-16,4 6 7 16,8 7-23-16,9-7-7 15,7-3-8-15,9-6 0 0,8-7-2 16,0-5 2-16,4-6-2 16,21-4 4-16,7-6 4 15,9-6-2-15,5 0 4 16,7 0-1-16,4-6 0 15,1-13 1-15,-5-2-4 16,-8-4 0 0,-7 0 3-16,-14-2 2 0,-8-4 10 15,-12 3 4 1,-4 7 1-16,0-1-13 16,-20 1 12-16,-8 2-23 15,-10 7-5-15,1 3-10 0,1 5-55 16,3 4-61-16,20 0-90 15,1 0-134-15</inkml:trace>
  <inkml:trace contextRef="#ctx0" brushRef="#br2" timeOffset="166118.81">26362 12857 276 0,'0'0'506'0,"0"0"-457"16,0 0-43-16,0 0 35 15,0 0-29-15,0 0-8 16,4 40-4 0,-4 3 23-16,4 7 25 0,0 11-17 15,-4 7-4-15,5 9-6 16,-1 3-9-16,0-3-4 15,4 0 4 1,-4-6-5-16,4-6-3 0,5-10 0 16,-5-5 0-16,0-13 3 15,1-6-5-15,-1-16-1 0,-8-3 0 16,3-6 1-16,-3-6-2 16,4 4-40-16,0-4-77 15,0 0-70-15,-4 0-25 16,9 0-43-16</inkml:trace>
  <inkml:trace contextRef="#ctx0" brushRef="#br2" timeOffset="166419.1">26641 13569 297 0,'0'0'210'15,"0"0"-210"-15,0 0 5 0,0 0 81 16,0 0-24-16,0 0-21 16,17 108-7-16,-13-65 19 15,0 3-13-15,4-5-10 16,0-8-7-16,1-2-11 16,-5-9 7-16,4-4 4 15,-4-8-13 1,0-8-1-16,0 1-6 15,-4-3 5-15,0 0-8 16,0-3-34-16,5-21-33 16,-5-7-107-16,0-6 7 15,0 22-54-15</inkml:trace>
  <inkml:trace contextRef="#ctx0" brushRef="#br2" timeOffset="166619.72">26715 13621 389 0,'0'0'295'0,"0"0"-248"15,0 0 10-15,0 0 94 0,0 0-92 16,0 0-39-16,-4-18-10 16,4 15 1-16,0 3-6 15,21-3-5-15,-5 0 3 16,8-4-3-16,1 7 0 0,-4 0-4 16,-5 0-61-16,1 0-72 15,-5 0-35-15,-12 0-58 16,0 0 25-16</inkml:trace>
  <inkml:trace contextRef="#ctx0" brushRef="#br2" timeOffset="166842.03">26715 13621 390 0,'-78'99'212'15,"78"-96"-200"-15,0-3-9 16,0 0 29-16,0 0 16 15,0 0 26-15,16 0 18 0,5 0-19 16,12 0-34-16,0-3-18 16,3-9-11-16,10 5-4 15,-5 2-5-15,-9 1 1 0,-7-2-2 16,-17 6-39-16,-8 0-176 16,0 0-219-16</inkml:trace>
  <inkml:trace contextRef="#ctx0" brushRef="#br2" timeOffset="167593">25989 12959 629 0,'0'0'33'0,"0"0"-23"16,0 0 71-16,0 0-40 15,0 0-41-15,0 0 0 16,-21 9 0-16,17 13 38 16,0 11 7-16,-4 8-12 0,8 14 2 15,0 16-11-15,0 12 15 16,0 6-19-16,0-2-4 15,16-1-2-15,1-12-4 16,-5-6 4-16,5-13-13 0,-2-11 2 16,-7-11 3-16,-3-14-6 31,-1-7 4-31,-4-9-4 16,4-3 0-16,-4 0-30 15,0 0-129-15,0 0-83 0,0-15-254 16</inkml:trace>
  <inkml:trace contextRef="#ctx0" brushRef="#br2" timeOffset="168279.76">26990 12953 333 0,'0'0'186'0,"0"0"-181"15,0 0 1-15,0 0 90 16,0 0-51-1,0 0-43-15,0 0 1 0,13-10-2 16,-9 10 23-16,4 0 26 16,-4 16 18-16,5 8-25 0,-2 16 14 15,5 13-10-15,-3 15 0 0,3 12-17 16,0 3-13 0,-3 0-3-16,-1 0-3 15,-4-9-8-15,0-12 1 16,0-3-2-16,0-13 1 0,1-12-3 31,-1-6-21-31,-4-28-143 16,0 0-228-16</inkml:trace>
  <inkml:trace contextRef="#ctx0" brushRef="#br2" timeOffset="179207.2">26181 8504 244 0,'0'0'0'16,"0"0"-6"-16,0 0-5 15,0 0 11-15,0 0 46 16,0 0-8-16,0 0-22 16,-8-55 19-1,8 52 33-15,0 0 18 16,0 0-23-16,0-1-14 16,0 4-26-16,0 0 1 15,0 0 14-15,0 0-3 0,-4 0 14 16,0 16-16-16,0 8 5 15,4 7-5-15,0 7 2 16,0 5-9-16,0 12-4 16,20 7-3-16,5 12-5 0,8 15-12 15,0 16 4-15,0 12-5 16,-5 6-1-16,-7-5 0 16,-5-10 2-16,-7-13-2 15,-9-12 3-15,0-9-2 16,0-12 0-1,0-10 0-15,-5-12 2 16,-3-12-3-16,0-12 1 16,8-7-1-16,0-9 0 15,0 0-69-15,0-9-6 16,4-10-105-16,8-2-186 16</inkml:trace>
  <inkml:trace contextRef="#ctx0" brushRef="#br2" timeOffset="180171.83">27696 8258 354 0,'0'0'176'0,"0"0"-94"15,0 0-35-15,0 0 25 16,0 0-19-16,0 0-32 16,0-19-10-16,4 19 2 15,1 7-1-15,-1 20 50 16,4 25 11-16,4 16-24 15,1 19-11-15,-1 8-13 0,4 4-12 16,0 3-1-16,-3 0-11 16,3-1 3-16,-3-2-1 15,-1-10-2-15,0-9 3 0,-7-12-4 16,3-9 10-16,-8-10-2 16,4-12-1-16,0-15-5 15,0-7 2 1,0-9 0-1,-4-3-1-15,0-3-3 0,0 0-3 16,0 0-35-16,0 0-23 16,0-3-67-16,4-9-195 15</inkml:trace>
  <inkml:trace contextRef="#ctx0" brushRef="#br2" timeOffset="184182.72">27155 10539 260 0,'0'0'80'0,"0"0"-72"16,0 0 2-16,0 0 28 0,0 0 12 15,0 0-22-15,8 0 25 16,-8 6-7-16,0 3-3 15,0 1-3-15,0-1 8 16,0 0-7-16,0-3-12 0,0 0-8 16,0-3-5-16,0 0-8 15,0-3 1-15,0 0-3 16,0 0 4-16,0 0 2 16,0 0 4-16,0 0-9 15,0 0 4 1,0 0-6-16,0 0 0 15,0 0-5-15,0 0-18 16,0-3-24-16,0-6-7 16,0 0-7-16,0 3 12 15,0 0 24-15,0 3 15 16,0 0 4-16,0 3 2 16,0-4 0-16,0 4 6 0,0-3 9 15,0 3-8-15,0 0-2 16,0 0 14-16,0 0 4 15,0 0 3-15,0 0-7 0,0 0-8 16,0 0 2-16,0 0 9 16,0 0 7-16,0 0-2 15,0 0-5 1,0 0-23-16,0 0-1 16,0 0-6-16,0 10 7 15,0 5 3-15,0 3 8 16,0 13-3-16,0 9 3 15,0 7 2-15,0 8 9 16,0 10-13-16,0 3-7 16,12 5 0-16,-7 11 0 0,-2 5 2 15,-3-2-3-15,4 2 0 16,0 0 5-16,0-2-6 16,4-7 0-16,-4 3 1 15,5-12 1-15,-1-9 0 0,0-13-1 16,1-12 2-16,-5-16-1 15,0-9-2-15,0-5 0 0,-4-7 3 16,0 0 2-16,0 0-5 16,0-9-22-1,0-7-99-15,0 1-169 0</inkml:trace>
  <inkml:trace contextRef="#ctx0" brushRef="#br2" timeOffset="185221.8">28329 10533 232 0,'0'0'144'31,"0"0"-139"-31,0 0 5 16,0 0 61-16,0 0-14 15,0 0-24-15,0 0-7 0,0-7 9 16,0 7 0-16,0 0-11 15,0 0-9-15,0 13 41 16,0 5-33-16,0 4 1 16,0 15 18-16,0 9 0 0,12 13 4 15,0 9-11-15,-4 8-7 16,4 8-2-16,-3-1-8 16,3 0-1-16,-8-2-11 15,9-5 6-15,-1-8-1 16,0-6-6-16,1-10 4 15,-5-9-3 1,-4-5-2-16,-4-14 3 16,0-2-3-16,0-13 6 15,0-3-6-15,0-3-3 16,0-3 1-16,0 0 4 16,0 0-6-16,4 0-40 15,0-18-53-15,-4 2-168 0,0 1-460 16</inkml:trace>
  <inkml:trace contextRef="#ctx0" brushRef="#br2" timeOffset="187174">22196 13825 653 0,'0'0'0'0,"0"0"-26"16,0 0 26-16,0 0 29 15,0 0 20-15,0 0-17 16,-4-18-23-16,4 18 25 16,0 0 13-16,0 0-14 0,0 0-16 15,0 0-7-15,0 0-1 16,0 0 6-16,8 5 8 15,4 17 2-15,5 15-7 16,7 6 4-16,0 9-9 16,9 10 3-16,-8 3-7 0,4 0-2 31,-1-4-5-31,-7-8-1 16,-5-7 1-16,1-6 1 0,-9-12-3 15,0-6 1-15,-4-14 0 16,-4-1 1-16,0-4 0 15,0-3 1-15,0 0-3 16,0 0-30-16,0-18-35 0,0-13-109 16,0 12-83-1,0 4-33-15</inkml:trace>
  <inkml:trace contextRef="#ctx0" brushRef="#br2" timeOffset="187708.25">22442 12851 285 0,'0'0'69'0,"0"0"-60"15,0 0-8-15,0 0 39 0,0 0 18 16,0 0-6-16,0 0-10 16,-13-47 18-1,13 47-16-15,0 0-23 16,0 0-7-16,0 0 3 0,0 0 11 0,0 7 8 16,0 2-11-16,0 6 6 15,0 7 9-15,0 5-14 16,0 1-2-16,4 10-14 15,-4-8-4-15,5 13 0 16,-5 7 2-16,4 8 1 16,-4 29 10-1,4 11-7-15,0 16 14 16,4 10-14-16,0-1 1 16,1-6-3-16,-1-9-7 15,-4-16-3-15,4-14 5 16,-3-17-3-16,-5-8-2 15,4-20 0-15,0-11 2 0,-4-6-2 16,0-14 0-16,0-2-1 16,4 0-4-16,-4 0-22 15,0 0-19-15,0-12-37 0,0-9-48 16,0-1-8-16,0 9-106 16,-4 1-130-16</inkml:trace>
  <inkml:trace contextRef="#ctx0" brushRef="#br2" timeOffset="188932.1">22377 12950 274 0,'0'0'73'0,"0"0"-51"15,0 0-12-15,0 0 36 16,0 0-1 0,0 0-23-16,0 0-11 15,-21 0 38-15,17 0 26 16,4 0-3-16,0 0-11 0,0 0-9 16,0 0-4-1,0 0-11-15,0 0-15 0,0 0-11 16,0 0-11-1,0 0-1 1,0 0 1-16,0 0 0 16,0-4-4-16,0 4-1 0,8 0 5 15,16-3 18-15,13 0 16 16,13-6-15-16,11-3-3 0,13 2-2 16,16-8 6-1,13 2-8-15,4-2-4 0,7 0 4 16,5-1 0-16,0 3-3 15,-7 1-3-15,3 3-3 16,-17 3 0-16,1-1-2 16,-9 4 0-16,-4-3-1 15,0-1 3-15,-4 2-1 16,-3-5-2-16,-2 1 0 0,2-1-3 16,-2-2 3-16,5 2 0 15,5 1 1-15,-1 6-1 16,0 0 0-16,0 3 0 0,-7 0 0 15,-6 0 0 1,-3 3 0-16,-9-3 0 0,1-1 0 16,-1-1 1-1,1-2-1-15,-1 4 2 16,5-3-2-16,1 3-1 16,-2 0 1-16,-3-3 1 15,3-1 0-15,1 7 0 16,-1-6-1-16,1 0 0 15,-1 0 1-15,2-3-2 16,-10 0-1-16,4-1 2 0,-7 4 0 16,3-3 1-16,1-1-4 15,8 2 3-15,-5 1-1 16,5-2 2-16,-5 0-2 16,-3 3 4-16,-1-3-1 15,-12 5-2-15,1 1 0 16,-5 3-2-16,-9 0 2 15,1-3 0 1,-4 3 0-16,4 0 0 16,-5 0 2-16,-3-3 8 15,8 3 0-15,-4-3-6 0,0 0-1 16,-4-1 3-16,-6 4-2 16,-2-2-3-16,-1 2 7 15,-11 0-6-15,-1 0 1 0,-4 0 5 16,0 0 3-16,0 0 19 15,0 0-14-15,0 0-7 16,0 0-8-16,0 0 0 16,0 0-2-16,0 0-41 15,0 0-105-15,-9 0-215 16</inkml:trace>
  <inkml:trace contextRef="#ctx0" brushRef="#br2" timeOffset="190587.59">22092 14589 463 0,'0'0'116'15,"0"0"-116"-15,0 0 0 16,0 0 73-16,0 0-4 0,0 0-41 16,0 0-14-1,-11 4 14-15,11-4 14 16,0 0 16-16,0 0-5 16,0 0-23-16,0 0-12 0,0 0-5 15,4 0-4-15,20 0 21 0,9 0-6 16,12-4-9-16,12-5 6 15,5 0-3-15,9-4-5 16,6 4 5-16,17-3-9 16,10-3 7-16,14 2-14 15,9-2 3-15,9-1-5 16,8 1 3 0,12-1-2-16,0-2 4 15,8 5-4-15,4-2 1 16,0 3-1-16,0 0-1 15,-3-1 0-15,-5-2-2 0,-8 3 2 16,0-4 0 0,-9 4 0-16,1-4-1 15,-8 4 0-15,-9 3 2 0,-8 3 1 16,0-1-1-16,-4 1 3 0,0 0 3 16,0-3-1-16,-5 3-2 15,-6-7-3-15,2-2 0 16,5 2 2-16,-1 1-1 0,-2-3 2 31,-10 6-1-31,0 2 3 16,-11 4 4-16,-14 1-6 15,-7 2-1-15,-17-4 5 16,-12 4-7-16,-4 0 4 16,-8-3-4-16,0 0 5 15,-9 3 0-15,0-3-3 16,0 0 6-16,-3-4-1 15,-1 7 9-15,-3-2-2 0,-5 2-7 16,0 0-6-16,-4 0 1 16,0 0-1-16,0 0 1 15,0 0 0-15,0 0-2 0,0 0-2 16,0 0 1-16,0 0-9 16,0 0-5-16,4 0-4 15,4 0 4-15,-4 0 5 16,5 0-16-16,-1 0 1 0,-4 0-13 15,0 0-9-15,0 0-7 16,-4 0-7-16,4 2 17 16,-4-2 18-16,5 0 24 15,-1 0 0-15,-4 0 1 16,0 0 5 0,0 0-1-16,0 0 2 15,0 0-1-15,0 0-4 16,0 0-1-16,0 0-18 0,0 0-42 15,0 7-8 1,0-7 28-16,0 0 34 16,0 3 6-16,0-3 0 0,0 0 0 0,0 0 1 15,4 3-1-15,0 0-32 16,-4 0-81-16,0-3-138 16</inkml:trace>
  <inkml:trace contextRef="#ctx0" brushRef="#br2" timeOffset="191710.34">23899 14734 618 0,'0'0'156'0,"0"0"-154"16,0 0 12-1,0 0 130-15,0 0-78 16,0 0-22-16,0 0-11 16,4-27 4-16,-8 27-31 15,-13 0-4-15,-11 15 4 16,-5 10-6-16,-4 15 13 16,4 12-5-16,0 16-1 15,8 0 0-15,14 2-7 16,11-2-1-16,0-3 1 0,0-10 1 15,24-11-1-15,5-8-2 16,12-17-7-16,0-7 3 16,8-12-5-16,1 0 11 15,3-12-20-15,-4-16 12 16,-4-6 2-16,-12-6-7 0,-8 4 9 16,-13 1-1-16,-8 14 4 15,-4 9 1-15,0 2 5 16,0 10 37-16,-20 0-3 15,-1 19-32-15,-3 18-5 0,7 6 1 16,9 0-3-16,4-6-2 16,4-6-2-16,0-6 3 31,12-13-2-31,9-12 3 0,4 0 0 16,7-6 10-16,1-28-5 15,0-3 0-15,-8-6 0 16,-17 0-4-16,-8 9 12 15,0 3-5-15,0 9 0 16,-17 13 18-16,-12 0 14 16,-4 9-33-16,1 0-7 0,3 0-9 15,4 15 8-15,13 10-60 16,12-1-71-16,0-14-204 16,0-4-337-16</inkml:trace>
  <inkml:trace contextRef="#ctx0" brushRef="#br2" timeOffset="191961.44">24638 15021 717 0,'0'0'343'16,"0"0"-343"-16,0 0 4 15,0 0 35 1,0 0 22-16,0 0-61 15,4 3-29-15,-25 46 29 16,-12 7 7-16,1 2-2 16,-5-2-4-16,4-13-2 15,8-3-2-15,0-6-30 16,9-15-57-16,5-7-90 16,11-12-110-16,0 0-216 0</inkml:trace>
  <inkml:trace contextRef="#ctx0" brushRef="#br2" timeOffset="192146.06">24351 15126 652 0,'0'0'369'0,"0"0"-330"15,0 0-24-15,0 0 25 16,0 0-3 0,0 0 10-16,156 68-14 15,-91-29-22-15,-7 1-4 16,-9-2-7-16,-12-5-8 0,-13-5-89 15,-24-21-116-15,0-7-320 16</inkml:trace>
  <inkml:trace contextRef="#ctx0" brushRef="#br2" timeOffset="193353.78">28131 13637 812 0,'0'0'0'0,"0"0"-7"16,0 0 7-16,0 0 97 15,0 0-82-15,0 0-15 16,5-16-5-16,-5 16 4 15,0 0 1-15,4 0 5 0,-4 28 4 16,4 15 40-16,-4 6 7 16,8 10-32-16,0 6-15 15,5-4-4-15,-1 1-1 16,1-9-3-16,-6-7-1 0,-7-13-44 16,0-5-21-1,0-6-42-15,0-22-50 0,0 0-112 16</inkml:trace>
  <inkml:trace contextRef="#ctx0" brushRef="#br2" timeOffset="193534.74">27975 13964 760 0,'0'0'315'0,"0"0"-315"16,0 0-23-16,0 0 20 15,0 0 0-15,0 0 3 16,103-34-1-16,-33 21 1 16,3 1-71-16,-48 6-77 15,-4 3-172-15</inkml:trace>
  <inkml:trace contextRef="#ctx0" brushRef="#br2" timeOffset="194048.73">28813 13745 1074 0,'0'0'19'0,"0"0"-19"15,0 0 0-15,0 0 12 16,0 0-12-16,0 0-18 0,103-105-12 16,-59 95 17-16,6 1 4 15,-9 0 8-15,-5 6 1 16,-7 0-4-16,-16 3 3 16,-5 0-1-16,-8 0-18 15,0 12-46-15,0 19 58 0,-29 9 8 16,-11 10 13-16,-6 8-6 15,-7 0-4-15,0 1 1 0,3-7 12 16,5-5 21 0,12-7-2-16,13-12-20 0,16-4-15 15,4-11-6-15,0-1 5 16,12-9 1-16,20-3 2 31,10 0 4-31,3 0 4 0,12 0-3 16,5-15-4-16,-8-1 0 15,3 4 3-15,-4-1-3 16,-16 8-3-16,-4 5-12 16,-21-7-120-16,-12 7-89 15,0 0-186-15</inkml:trace>
  <inkml:trace contextRef="#ctx0" brushRef="#br2" timeOffset="194571.08">29786 13211 612 0,'0'0'183'0,"0"0"-171"0,0 0 10 0,0 0 93 15,0 0-72 1,0 0-39-16,0 0-4 16,-20 68 30-16,32 3 1 15,0 6-12-15,0 12-7 0,-4 4 1 32,4 6-6-32,1 5 6 15,-5-2-8-15,4 0 0 16,1-13 0-16,3-12-1 0,-3-12-2 15,-1-12-2 1,-8-16 0-16,0-13 2 0,-4-5-2 16,0-10-36-16,0-3-15 15,0-3-43-15,5-3-107 16,-5 0-88-16</inkml:trace>
  <inkml:trace contextRef="#ctx0" brushRef="#br2" timeOffset="195004.91">30230 13590 869 0,'0'0'88'0,"0"0"-69"0,0 0 1 15,0 0 4 1,0 0 1-16,0 0-25 0,-38 124 9 0,18-62 3 16,3 2-12-16,13-5 0 15,4-4-1-15,0-12 2 16,8-6-1-16,17-9 0 16,8-13-1-16,3-11 1 15,2-4 2 1,3 0 2-16,4-22-3 15,0-15 2-15,-4-6 0 16,-8-3 1-16,-8-10 5 16,-18 1 7-16,-7 5 8 15,0 1-4-15,0 18-12 16,-28 10 38-16,-9 8 7 0,-12 13-53 16,-12 0-4-16,3 0 3 15,-4 16-24-15,13 2-61 0,12 1-49 16,37-13-135-1,0-3-308-15</inkml:trace>
  <inkml:trace contextRef="#ctx0" brushRef="#br2" timeOffset="195289.71">30282 13224 1045 0,'0'0'44'15,"0"0"-44"-15,0 0-10 16,0 0-1-16,0 0 11 0,0 0 6 16,21 178-2-1,-13-91 3 1,5 8 10-16,-5 7-5 16,-4 3 1-16,-4 3-10 15,0-6 1-15,0-7-2 0,4-9 10 16,0-15-8-16,5-12-4 15,-1-19 3-15,0-6-3 16,-4-16-20-16,0-18-90 0,-1-3-235 16</inkml:trace>
  <inkml:trace contextRef="#ctx0" brushRef="#br2" timeOffset="195606.42">30652 14028 816 0,'0'0'142'0,"0"0"-142"0,0 0-22 15,0 0 22-15,0 0 16 16,17 123-13-16,-14-73 1 16,5 6-4-16,-4-11 3 15,0 2-1-15,1-13 2 16,-1-6-3 0,-4-10-1-16,0-8 0 15,4-10-36 1,-4 0-141-16,0-10-96 0</inkml:trace>
  <inkml:trace contextRef="#ctx0" brushRef="#br2" timeOffset="195790.37">30644 13985 259 0,'0'0'790'0,"0"0"-773"16,0 0-17-16,0 0 0 15,0 0 2-15,0 0 3 0,156-55-4 16,-116 51-1-16,-11 4-46 0,-29 0-227 16,0 0-250-1</inkml:trace>
  <inkml:trace contextRef="#ctx0" brushRef="#br2" timeOffset="195974.59">30619 14151 824 0,'0'0'115'0,"0"0"-115"0,0 0-5 16,0 0 5-16,0 0 10 15,0 0 36-15,69 19-29 16,-31-22-9-16,7-6 1 16,-4 2-9-16,0-1-1 15,-33 4-110-15,0 1-236 0</inkml:trace>
  <inkml:trace contextRef="#ctx0" brushRef="#br2" timeOffset="196739.05">31177 13144 585 0,'0'0'162'0,"0"0"-156"15,0 0-6-15,0 0 79 16,0 0-45-16,0 0-25 16,0 0 4-16,-12-16-6 15,12 16 8-15,0 0 13 0,0 0-1 16,0 0 2-16,0 0 0 15,0 0-6-15,0 0-19 16,0 0-4-16,0 0-6 16,0 12 6-16,0 16 23 0,8 6 1 15,5 10-8-15,3 11 3 32,-3 13-11-32,3 9-3 15,4 12-2-15,0 10-1 0,-3 3 0 16,4 5 1-16,3-2 2 15,-7-6 0 1,4-13 3-16,-5-6 2 16,-4-15-4-16,-4-16 0 0,-4-8 17 15,4-14-10-15,-4-6-3 0,0-11-2 16,-4-7 2-16,0-3-6 16,0 0 1-16,0 0-5 15,0 0-8-15,0-15-81 16,0-4-245-16</inkml:trace>
  <inkml:trace contextRef="#ctx0" brushRef="#br2" timeOffset="209260.24">18436 13692 262 0,'0'0'125'15,"0"0"-112"-15,0 0-12 16,0 0 3-16,0 0 3 16,0 0 3-16,0 0 4 15,0 0 8-15,8 0 16 16,-4 0 21 0,-4 0 10-16,0 0-5 15,0 0-15-15,0-3-1 16,0 3 4-16,0 0-6 15,0 0 1-15,4 0-8 16,-4 0-12-16,0 0 1 0,0 0 0 16,0 0-14-1,0 0-4-15,0 0-7 0,4 7 0 16,-4 14 3-16,3 7 6 0,6 12 1 16,3 6-6-1,0 9-1-15,5 10-1 0,8 6-2 16,-5 3 2-16,9 0 2 15,-1-3 0 1,1-10-6 0,4-8 1-16,-8-10 0 0,0-9 2 15,-4-9-4-15,-10-13 0 16,-3-6 2-16,-4-6-2 16,-4 0 10-16,0 0 7 15,5-6 36-15,-1-19-3 16,4-18-36-16,0-6-12 15,5-13 10-15,-1-12-3 0,0-9-4 16,1-9-5-16,3 8 1 16,1 7 2-16,-1 16-1 15,4 8 7-15,-3 10 6 16,3 6-11-16,1 6-2 0,-5 10-2 16,5 2-3-16,-8 10-13 15,-5 9-17-15,-4 0-18 16,0 0-83-16,-4 9-171 0,0 6-293 15</inkml:trace>
  <inkml:trace contextRef="#ctx0" brushRef="#br2" timeOffset="209577.73">19150 14191 597 0,'0'0'0'0,"0"0"-120"15,0 0 120-15,0 0 75 16,0 121 7-16,0-81-27 0,0 3 7 16,0-3 0-1,0 0-9-15,4 0 0 16,4-3-5-16,0-3-11 0,-8-9-13 15,5-7-6-15,-5-6-10 16,4-5-7 0,-4-7 4-16,4 0-5 15,-4 0-15-15,0 0-58 16,0-7-27 0,0-5-133-16,0-3-175 0</inkml:trace>
  <inkml:trace contextRef="#ctx0" brushRef="#br2" timeOffset="209778.09">18990 14269 825 0,'0'0'256'0,"0"0"-256"16,0 0-30-16,0 0 30 0,0 0 40 16,0 0 16-16,73-59-29 31,-28 50-19-31,9-1-4 0,7 1-4 15,1 3-32-15,-1 3-104 16,-44 3-179-16,-5 0-226 16</inkml:trace>
  <inkml:trace contextRef="#ctx0" brushRef="#br2" timeOffset="210212.15">19400 14349 930 0,'0'0'73'0,"0"0"-73"16,0 0-123-16,0 0 123 15,0 0 12-15,37 129 12 0,-29-89 10 16,1-3-8-16,-5-3-19 16,-4-6 17-16,4-9 21 15,-4-7-14-15,0-6-6 16,4-3-18-16,0-3 2 0,0 0 8 15,4 0 34 1,4-28 19 0,5-6-53-16,7-15-15 0,9 0 0 15,0 6-1-15,0 12-1 16,-5 6 0-16,-7 16 0 16,-4 3 1-16,-5 6-1 15,-4 0 0-15,1 21-2 16,3 10 2-16,0 3 13 15,1 0-6-15,2-3-6 0,2-7 6 16,4-8-7-16,-1-7 3 16,9-9-2-16,16 0-1 15,8-15-29-15,9-28-56 16,-33 15-156-16,-13 3-410 16</inkml:trace>
  <inkml:trace contextRef="#ctx0" brushRef="#br2" timeOffset="-207930.82">18694 15030 379 0,'0'0'235'0,"0"0"-235"16,0 0-175-1,0 0 175-15,0 0 99 0,0 0-62 16,0 0-37-16,0 0-1 31,0 0 1-31,0 0 1 16,0-3 2-16,0 6-2 0,0 0 1 15,0-3 3-15,0 0-4 16,0 3 9-16,0-3 0 16,0 0-3-16,0 0-6 0,0 0 0 15,0 0 2-15,0 3 5 0,0-3-3 16,0 0 6-1,0 6 3-15,0 4 6 16,0 5 2-16,-4 7 0 16,-4 9 6-16,-5 3 13 0,1 9-5 15,-5 3 12-15,9 0-20 16,-4 0 0-16,3-2 22 16,5-7-23-1,4-10-20-15,0-8 0 16,0-7-7-1,0-9 6-15,17-3 0 0,-1 0-6 16,9 0 2-16,4-18-2 16,0-1-10-16,-4-5-17 15,-10 8-51-15,2-3-67 16,-17 17-21-16,0-1-91 16</inkml:trace>
  <inkml:trace contextRef="#ctx0" brushRef="#br2" timeOffset="-207698.23">18682 14743 729 0,'0'0'196'0,"0"0"-196"0,0 0-438 15,0 0 438-15,0 0 104 16,0 0-104-16,0-31-16 16,0 31-70-16,0 10 21 15,0-7 7-15,4 0-157 0</inkml:trace>
  <inkml:trace contextRef="#ctx0" brushRef="#br2" timeOffset="-206827.6">18985 15209 182 0,'0'0'83'15,"0"0"-70"1,0 0-8-16,0 0 71 15,0 0 2 1,0 0-22-16,0 0-6 0,38 12 17 16,-38-12-7-16,0 0-5 15,0 0-5-15,0 0-21 16,0 4-17-16,0 1-12 16,-4 11 1-16,-13 6 2 0,-4 8 4 15,-8 7 11-15,9 0 4 16,-1 3-2-16,13-2-17 15,4-8-3-15,4-8 0 0,0-13 0 16,0-3 1-16,0-6 5 16,12 0 2-16,9 0 7 31,4-24-5-31,8-14-5 0,4-5-3 16,-1-3-2-16,-3 0-3 15,-12-4-2-15,-9-8 2 16,-4 0 3-16,-8-1-5 0,0 7 5 15,0 14 3 1,0 14-3-16,0 18 23 0,0 6 28 16,0 0 15-16,0 0-65 15,0 0-1-15,-4 25-10 16,-8 11 10-16,4 4 3 16,-5 3-3-16,5 4 2 15,8-4-2-15,0-3-2 16,0-6 0-16,4-4 2 15,13-5 0-15,7-6 0 0,-3-1-1 16,4-5 1-16,3-4 1 16,1-9 0-16,-4 0 1 15,3 0 3-15,1 0-1 0,-5-6-2 16,5-13-2-16,0-5-2 16,-8-1 2-16,-1-6 0 31,-7 4 0-31,-5-1 0 0,-8 3 3 15,0-3 0 1,0 10-1-16,0 2 0 0,-12 10 3 16,-5 3 5-16,5 3-2 15,-5 0 2-15,1 16-10 16,-1 17 0-16,-4 2 1 16,5 5 1-16,9-1-2 0,7-2 0 15,0-9-5-15,0-3 4 16,7-10-1-16,14-9 2 15,3-6-2-15,18 0-1 16,3-9-40-16,16-22-33 16,5 0-81-16,-41 13-39 15,-5 3-150 1</inkml:trace>
  <inkml:trace contextRef="#ctx0" brushRef="#br2" timeOffset="-206278.32">19773 15095 745 0,'0'0'356'0,"0"0"-356"0,0 0-119 16,0 0 119-16,0 0 55 15,-119 89-12-15,90-48-34 16,10 2-4-16,2-7-4 16,9-8 1-16,4-6-2 15,4-10-1-15,0-6 1 16,0-3-1-16,0-3-6 15,12 0-6-15,17-27-11 0,3-4 8 0,5-6-15 16,0 3-27-16,-8 6-12 16,-9 16 31-16,-12 6 29 15,-8 6 10-15,0 0 18 16,0 30-18-16,0 5 92 16,0-2-50-16,0 1-24 15,0-3-10-15,0-10-7 16,0-2 2-16,4-13 0 15,5-6-1-15,3 0-1 16,5-18 27 0,7-16-24-16,1-12-4 0,0-7-15 15,-9-5-17 1,-4-1-39-16,-4-12-13 0,1 6 12 16,-5 13 8-16,0 18 28 0,-4 19 36 15,0 15 78 1,0 0 62-16,0 21-77 15,-17 23-25-15,1 14 14 16,4 7-25-16,4 2-22 16,0 4 16-16,8-3-8 15,0-6-4 1,0-10-3-16,0-2-2 0,0-7-2 16,0-15-2-16,4-28-22 15,-4 0-232-15</inkml:trace>
  <inkml:trace contextRef="#ctx0" brushRef="#br2" timeOffset="-205083.09">20012 14820 372 0,'0'0'50'0,"0"0"-43"0,0 0 68 16,0 0-22-16,0 0-23 16,0 0 2-16,0 0 14 15,25-27 10-15,-5 27-4 16,8 0 6-16,1 9-11 15,8 16-9-15,5 6-13 16,-10 15-2-16,5 9-7 16,-4 13-5-16,-12 0-1 0,-9 6 4 0,-12-3-4 15,0-7 14-15,-29 1-8 16,-12-3-11-16,-13-3 9 16,-7-4-14-16,-5-9-7 15,-7-6 7-15,-2-9-21 16,-2-3-79-16,6-10-48 31,10-6-9-31,49-12-49 0,0 0-45 16</inkml:trace>
  <inkml:trace contextRef="#ctx0" brushRef="#br2" timeOffset="-204501.75">18452 15012 332 0,'0'0'116'16,"0"0"-116"-1,0 0 0 1,0 0 80-16,0 0 12 0,0 0-29 16,0-16-3-1,0 16-18-15,-4 0-20 0,0 0-14 16,-9 19-2-16,-3 5 28 15,-9 13-21-15,-8 10-5 16,0 14 14-16,5 7 4 0,-1 18 1 16,8 10-18-16,5-1 10 15,12-8-19-15,4-13 7 16,4-13-9-16,25-18 4 16,8-8-1-16,3-17 6 15,10-9-5-15,12-9-2 0,-42 0-114 16,4-18-133-16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25T10:14:15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4489 4492 566 0,'31'-123'0'0,"-31"123"-137"16</inkml:trace>
  <inkml:trace contextRef="#ctx0" brushRef="#br0" timeOffset="893.4">4997 4488 322 0,'0'0'45'0,"0"0"-41"16,0 0 19-16,0 0 75 15,0 0-66-15,0 0-4 16,83 4 11-16,-61-4 11 16,-5 0-6-16,-5 0-33 15,-8 0-9-15,-4 7 16 16,0 18-15-16,0 5 12 0,-22 6 8 15,-7 4-1 1,-2-6 22-16,8-6-11 0,8-6-7 16,9-10-3-1,6-4-23-15,0-2 2 0,0-6-4 16,6 0 6-16,25 0 2 16,9 0 10-16,12-6-15 15,1-10 3-15,0 0-4 16,-37 10-159-16,-5 2-176 15</inkml:trace>
  <inkml:trace contextRef="#ctx0" brushRef="#br0" timeOffset="4020.8">10264 4339 906 0,'0'0'0'0,"0"0"-468"15</inkml:trace>
  <inkml:trace contextRef="#ctx0" brushRef="#br0" timeOffset="142604.01">8288 6615 237 0,'0'0'90'0,"0"0"-87"0,0 0-1 16,0 0 9-16,0 0 13 15,0 0-4-15,0 0 13 16,0 0-15-16,0 96-3 16,0-76-3-16,0 1 10 15,0 6 3-15,0 4-4 16,0 2-13-16,0 0 19 16,0-3 4-16,0-4-3 15,0-6 0-15,0-2-10 16,0-4-1-16,0-4-9 15,0-6-4-15,0-2 12 0,0-2-9 16,0 0 8 0,0 0 10-16,0 0 0 0,0 0 26 15,0-2 6-15,4-20-20 16,-2-8-17-16,0-2-19 16,4-2-1-16,-4 6 3 15,0 4 1-15,-2 10 1 16,0 6-5-16,0 5 9 15,0 3 38-15,0 0-26 16,0 0-21-16,0 0-10 16,0 12-4-16,0 11 8 15,0 3 9-15,0-4-3 0,-2-8 0 16,0-14-151 0,-4 0-361-16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6:10:09.49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4187 4155 443 0,'0'0'106'0,"0"0"-96"15,0 0-8-15,0 0 27 16,0 0 39-16,0 0-29 0,0 0-19 16,-4-114 7-16,4 101-8 15,0 1 148-15,0 3-157 16,0 3-10-16,0 0 6 15,0 3 14-15,0-1 9 0,0 4-4 16,0-3-14-16,0 3-5 16,0 0 6-16,0 0-8 15,0 0-4-15,0 0-2 16,0 0-5-16,0 0 2 16,0 16-6-16,0 15 11 15,0 12 7-15,0 16-6 0,0 2 0 16,0 10 7-16,0 9-4 15,0 0 0-15,0 16 0 32,4 2 0-32,4 13-1 0,-4 3-1 15,0 4-2 1,1 8 4-16,-5-3-2 0,4 0 0 16,-4-5 2-16,0-7-3 15,0-7 12-15,0-2-7 0,0-9 4 16,0-10 0-16,0-6-3 15,0-9 7-15,0-7-5 16,0-2 7-16,0-10 1 0,0 1-14 16,3-10 5-1,5 0 4-15,-4-6-7 0,5-6 2 16,-5-7-5-16,0-6 0 16,0-8 2-16,0-1-4 15,-4-3 0-15,4-3 2 16,-4 0-1-16,0 0 1 15,0 0-2-15,0 0-1 16,0-3-10 0,0-22-32-16,0-12-52 15,0 12-83-15,0 1-158 16</inkml:trace>
  <inkml:trace contextRef="#ctx0" brushRef="#br0" timeOffset="1433.58">4121 3998 497 0,'0'0'26'0,"0"0"-20"16,0 0 38-16,0 0 65 0,0 0-23 16,0 0-32-1,-17-25-32-15,17 22 0 0,0 3 4 16,0 0 0-16,0-3 11 16,0 0-11-16,0-4-3 15,17-2-6-15,3 3-3 0,9-6 8 16,9-1-4-16,10 5-3 15,10-5 1-15,7 7-4 16,14 0-2-16,2 0 1 16,6 6-8-16,-1-4 0 15,8 4-2-15,9 0-1 16,4 0 0 0,8 0 0-16,-5 0 0 15,2 0 0-15,-2 0 0 16,1 0 3-16,4 4-3 0,0-1 0 15,4 3 5 1,4-3-3-16,13 0 8 16,-1 0-6-16,9 3 0 15,-5-3-4-15,-7 4 0 0,-5-2 0 16,-8 2 2-16,-8-1-1 0,-8 0-1 16,-9-3 2-16,-3 0-2 15,-14 3 1-15,2-6 1 16,-10 4-2-1,5-1 3-15,4-1-2 0,9 2 6 16,3-4-6 0,8 0 0-16,-3 0 2 15,-5 0-3-15,4 0 0 16,-3 0 1-16,3 0 0 16,-4 0 0-16,-3 0-1 15,-6 0 0-15,6 0 2 16,-14 0-2-16,6 3 0 15,-10-3 3-15,1 0-3 0,-4 0 3 16,-4 0 0-16,3 0-3 16,-3 0 4-16,3 0-4 15,1 0 3-15,0 0 1 16,3 0-3-16,6 3 1 16,-6-3-2-16,1 0 1 0,0 0-3 31,0 0 4-31,-5 0-3 15,5 0 2-15,4 0-1 16,4 0 0-16,-4-6 0 16,0 0 1-16,-1-1 0 15,-7 4-1-15,0 0 1 0,-4 3 1 16,-6 0-2-16,-2-3 2 16,-4 3-1-16,-2 0 0 0,-6 0 1 15,-1 0 0 1,0 0 0-16,-9 0 1 15,-7 0-1-15,0 0 1 0,-13 0-2 16,-3 0 0-16,-9 0 2 16,0 0-3-16,0 0 0 15,0 0 2-15,0 0-1 0,0 0-1 16,0 0 0-16,0 0-3 16,0 0 0-16,0 0-28 15,0 0-53-15,0 6-148 16,0-3-47-16,0 1-290 15</inkml:trace>
  <inkml:trace contextRef="#ctx0" brushRef="#br0" timeOffset="1819.03">11350 4010 107 0,'0'0'0'0,"0"0"3"15,0 0 9-15,0 0-9 16,0 0-3-16,0 0-8 15,0 0-75-15</inkml:trace>
  <inkml:trace contextRef="#ctx0" brushRef="#br0" timeOffset="2235.59">11350 4010 25 0,'-160'-40'20'0,"152"34"0"0,0-3 25 16,0 2 1-16,3 4 17 16,1 0 11-16,4-3 7 31,0 3 7-31,0 0 11 15,0 3-6-15,0-3-16 16,0 3-13-16,0 0-12 0,0 0-14 16,0-3-13-16,0 3-15 15,0 0-10-15,9-7 0 16,15 4 21-16,17 3-14 0,0-5 3 16,17 5-2-1,3 0-3-15,5 0 8 0,12 0-2 16,-4 0 3-1,-1 0 9-15,-2 0-14 0,-10 0-1 0,-8 0-8 16,-7 0 2-16,-10 0-2 16,-3 0 1-16,-8 0-1 15,-13-4 0-15,1 1-2 16,-9 0 1-16,-4 0 1 16,4 3-11-16,-4 0-29 15,0-3-16 1,4 3-37-16,0 0-51 15,0 0 27-15,8 0-6 16,4 0 32-16,-3 0 4 16,3 0 4-16,-12 0-8 15</inkml:trace>
  <inkml:trace contextRef="#ctx0" brushRef="#br0" timeOffset="2705.81">12171 3859 153 0,'0'0'113'0,"0"0"-51"0,0 0 69 16,0 0 0-16,0 0-40 15,0 0 9 1,8-28-15-16,-8 25 2 0,0 3-17 16,0 0-27-16,0 0-3 31,0 0-23-31,0 0-12 0,0 0-2 16,0 0-3-16,0 0-9 15,0 0-1-15,0 13-7 16,0 14 17-16,0 14 0 15,0 7 9-15,0 11 2 16,0 15-6-16,0 10 2 16,0 8-6-16,0 1-1 0,5 5 6 15,3 1-5-15,0 2-1 16,0-2 3-16,0-3-3 16,4 2 0-16,0 1 1 15,1 6 0-15,-1 2 2 16,-3 5-2-16,-1-8 1 0,-8-2-1 15,0-10 2-15,0-5-3 0,0-4 0 16,0-12 2-16,0 0 4 16,0-9 2-16,0-4 0 31,0-5-3-31,0-7-4 16,0-9 0-16,0-6 1 15,0-7-2-15,0-2 0 16,0-7-3-16,0 1 0 0,0-10-25 15,0 3-32-15,0-9-89 16,0 0-280-16</inkml:trace>
  <inkml:trace contextRef="#ctx0" brushRef="#br0" timeOffset="4164.96">4154 6482 462 0,'0'0'47'15,"0"0"-46"-15,0 0 1 16,0 0 17-16,0 0 2 15,0 0-21-15,0 0-3 16,-8-6 3-16,8 6 2 0,0 12 6 16,0 13 17-16,0 6 14 15,0 6-6-15,0 3 1 16,0 3-6-16,8 3-3 16,4 1-6-16,-8-4 0 0,5 3-2 15,-9-9-4 1,4-3-5-16,0 0 13 0,0-7-15 31,0-5 2-31,-4-7-2 16,4-5-4-16,-4-4 0 15,0-6-2-15,0 0 0 0,0 0-3 16,0 0-36-16,4 0-54 16,-4 0-23-16,0 0-128 15,0-6-125-15</inkml:trace>
  <inkml:trace contextRef="#ctx0" brushRef="#br0" timeOffset="5813.99">4068 6982 391 0,'0'0'153'0,"0"0"-146"16,0 0-2-16,0 0 115 16,0 0-12-16,0 0-31 15,0 0-25-15,-12 0-10 0,12 0 0 16,0 0 0-16,0-4-7 15,0 4-7-15,0-6-12 16,0 4-1-16,4-5-4 16,11 7 0-16,14-3 1 0,4 0 0 15,9 3 0-15,10 0 2 16,6 0-12-16,8 0 14 16,8 0-14-16,0 6 4 15,4-3-6-15,8 3 1 31,4-6 1-31,9 0 0 16,11 0-1-16,6 0 0 0,-1 0 0 16,4 0-1-16,-1 0 2 15,1 0-1-15,-7 0 0 16,-6 0 0-16,-7 0-1 0,-1 0 3 16,5 0 0-1,-9 0-2-15,0 0-1 0,1 0-1 16,-5 0-2-16,5-2 3 15,-1-2 0-15,0 1-1 16,2 0 2-16,-2-3-1 0,-4 6 1 16,5-7 1-16,-5 7-1 15,-5 0 0-15,-6 0 0 16,2 0-1-16,-6 4 3 16,-2-1-6-1,6 6 6-15,-14 0-3 16,9-3 4-16,4-2-4 15,-4-1 2-15,4 0-4 16,0-3 2-16,-4 3 0 0,4-3 0 16,4 0-1-1,4 0 0-15,1 0 1 0,2 0 0 16,-6 0 4-16,-5 0-3 16,-4 0 2-16,-1 0 0 15,-6 0-1-15,2 0 2 16,1 0-2-16,-1 0 0 0,-2 0 3 15,-2 0-3 1,-7 0 1-16,-1-3 0 0,-4 3 3 16,1-3-4-16,-1 0 2 0,4-1-3 15,1 1 8-15,3 0-7 32,-3 1-2-32,-1-2 1 15,1 4 1-15,0 0 4 16,-5 0-5-16,4 0 0 0,-3 0 1 0,7 0 0 31,1 0-1-31,-5 0 2 0,5-3-2 16,-1 3 2-16,-3 0-3 15,0-3 1-15,-1 3 3 16,0 0-4-16,-3 0 2 16,3 0 0-16,-3 0-2 15,-1 0 1-15,0 0-1 16,-3 0 3-16,-2 0-2 0,6 0 0 15,-4 0 0-15,3-3 0 16,0-3 0-16,1 0 2 16,3 3 0-16,1 0-3 0,-1-1 3 15,-4 1-3-15,1-3-1 16,3 3 1-16,-7 3 0 16,-1-9 0-1,-4 9-2 1,-4-6 2-16,-4 2 0 0,3-1 1 15,-6 1-1-15,-1 1 0 16,4-3 1-16,-9 0-2 16,1 3 1-16,-5 0 0 15,1 0 1-15,-8-4-1 16,3 7 0-16,-3-3 1 0,-5 1-1 16,0 2 1-16,-4 0-1 15,0-7 0-15,1 7 0 16,-1 0 1-16,0 0-2 15,0-3 1-15,1 3 0 16,-5 0 0-16,0 0 1 16,0 0-1-16,0 0 0 0,-4 0-1 0,4 0 1 15,-4 0 0-15,4 0 0 16,1 0 1 0,-1 0-1-16,0 0 0 0,4 0-1 15,-4 0 2-15,-4 0-1 31,4 0 1-31,-4 0 1 16,5 0-2-16,-5 0 0 0,0-3 0 16,0 3 3-16,0 0-3 15,0 0 2-15,0 0 1 16,0 0-2-16,0 0 4 16,0 0-4-16,0-3 0 15,4 0 5-15,-4-3-2 16,4-4 5-16,0-2-2 0,0 0 5 15,-1-4 5-15,-3-8-4 16,4-4-4-16,0-9 4 16,1 0-11-16,-5-12 5 15,0-7-4-15,0-12 0 16,0-8-2-16,0-8-1 16,0 1-5-1,0 9 4-15,-13 6-41 0,-6 13-89 16,6 48-76-16,-3 1-645 15</inkml:trace>
  <inkml:trace contextRef="#ctx0" brushRef="#br0" timeOffset="7566.98">7964 4121 260 0,'0'0'130'0,"0"0"-79"16,0 0-23-16,0 0 80 15,0 0-18-15,0 0-30 16,0 0-14-16,-5-9-8 15,5 9-12-15,0 0 3 16,0 0 0-16,0 0 0 16,0 0-5-1,0 0-13-15,0 0-5 16,0 0-6-16,-8 9 3 16,4 19-3-16,0 9 13 15,0 6-8-15,4 6 14 0,0 13-11 16,0 9 2-1,0 9-1-15,0 6 3 0,0 1 0 16,0 8-3-16,0 1 0 16,0 9-3-16,0 2-2 0,0 7-1 15,0 7-2-15,0-7 1 16,0-1 2-16,0-7-4 16,0-5 2-16,0-2 4 15,0-10-4-15,-4-6 5 16,4-5 3-1,0-7-3-15,0-7 1 16,-4 1-1-16,-1-7 3 16,-3-5 2-16,4-4-4 15,0-6 2-15,0-3 2 16,4-3-3-16,0-3 0 16,0-6-7-16,0 3 2 15,0-3 7-15,0-1-6 0,0-5-1 16,0 3-1-16,4-1 1 15,0-2-2-15,0 0 0 16,-4-4-2-16,4-5 5 0,0-1-5 16,-4-3 2-16,9 3 0 15,-9-5-2-15,4-2 5 16,0 2-5-16,-4-4 1 16,0 0-1-16,0-3 2 0,0 0-1 15,0 0-1-15,4 0 1 31,-4 0 0-31,0 0-1 0,0 0 0 0,0 0 2 16,0 0-1-16,0 0 0 16,0 0 0-1,0 0-1-15,0 0 0 16,0 0-6-16,0 0-8 16,0 0 4-16,0 0-7 15,0 0-10-15,0 0-17 16,0 0-60-16,0 0-149 15,0 0-188-15</inkml:trace>
  <inkml:trace contextRef="#ctx0" brushRef="#br0" timeOffset="8835.4">5274 6196 549 0,'0'0'108'0,"0"0"-105"16,0 0 5-16,0 0 95 15,0 0-60-15,0 0-40 0,0 0-3 16,-20-19-5-16,20 26 5 16,0 23 9-16,0 7 16 31,0 3-1-31,-5 0-6 0,5 0-2 15,0-9 6-15,0-3 6 16,0-6-16-16,0-10 1 16,0-6-5-16,0-6 10 15,0 0-3-15,0 0 10 16,0 0 23-16,0-13-10 16,0-17 7-16,9-11-29 0,3-4-12 15,-4-2 2-15,5 1 4 0,-1 0-8 16,1 0 0-16,-5 6-2 15,0 6 1 1,5 12-1-16,-9 7 0 16,0 12-3-16,-4-1 3 0,0 4-4 15,0 0-2-15,4 0-14 16,8 28 3 0,0 12 17-16,8 15 6 15,5 4-5-15,-4 3 2 0,8-6-3 16,-9-8 3-16,-3-4-3 15,-1-17 1-15,-8-8-1 16,0-10-1 0,-4-6 1-16,0-3 3 0,-4 0 3 15,4-6 8-15,-4-19 3 16,9-11-10-16,-5-7-3 16,8-7-4-16,-3 1 1 15,-1-1-1-15,0 7 2 16,-4 6-2-16,0 16 2 15,0 6-1-15,-4 8-1 0,0 7 0 16,0 0-8-16,9 3-3 16,-5 31-3-16,8 12 14 0,5 7 6 15,-2 5-2 1,2-8 0-16,-5-1-4 16,5-6 0-16,-9-6 2 15,0-6-2 1,-4-6-1-16,1-7-30 15,-5-6-46-15,4-5-84 0,-4-7-119 16,0 0-152-16</inkml:trace>
  <inkml:trace contextRef="#ctx0" brushRef="#br0" timeOffset="9195.78">6026 6152 292 0,'0'0'99'0,"0"0"-83"15,0 0 1-15,0 0 133 0,0 0-48 16,0 0-51-16,0 0 0 31,8-31-10-31,-8 31-11 0,0 0 7 16,0 0-7-1,0 0-11-15,0 13-11 16,0 14 49-16,-4 14 6 16,0 2-29-16,-5 6-3 0,9 4-10 15,0-4-9-15,0-3 3 16,0-6-12-16,0 0 0 16,0-9 0-16,0-12-3 0,0-7 1 15,0-3-1-15,9-3-13 16,-1-2-65-1,0-4-82-15,-4 0-205 0</inkml:trace>
  <inkml:trace contextRef="#ctx0" brushRef="#br0" timeOffset="10585.05">9773 6374 463 0,'0'0'317'0,"0"0"-288"16,0 0-27-16,0 0 39 16,0 0 30-16,0 0-27 0,0-33-28 15,0 33-8-15,0 0-1 16,0 0-7-16,0 12 10 15,0 13 27-15,0 11-11 16,0 7-5-16,0 1-9 16,0-1-4-16,4-6-4 15,1-3-3-15,-1-6 2 0,0-10-1 0,-4-5-1 16,4-5 1-16,-4-8-1 16,4 0 14-1,-4 0 13-15,4-5 16 0,-4-20-3 31,4-6-38-31,1-9 5 16,3-3-6-16,0-3-1 16,0-1-1-16,1 4 2 0,-1 9 0 15,-4 7-2-15,0 8 0 16,0 7 2-16,0 9-5 16,-4-1 3-16,0 4-1 15,0 0 1-15,0 0-5 16,0 0 3-16,5 0-11 15,3 7 4-15,-1 14 7 0,10 7 3 0,-1 3-1 16,-3 3 6 0,3-1-6-16,-4-2 1 0,5-3-1 15,-9 0 1 1,-4-7-1-16,5 1 0 0,-5-3 0 16,4-4 0-1,-8-2 2-15,4-1-2 16,0-3 0-16,1-6 2 15,-1 0-2-15,-1-3 0 16,-3 0-2-16,8 0 2 16,0-9 3-16,9-16 11 15,3-9-9-15,1-6-2 16,0-6 1-16,4 3-4 16,-5-4 0-16,-4 4 2 0,0 3-1 15,-3 9-1-15,-9 7 2 16,0 8-1-16,0 10-1 15,-4 0-1-15,0 6 1 16,0 0 0-16,0 0-7 0,0 0 2 16,0 12-14-1,0 16 16 1,8 9 3-16,-3 6 5 0,-1 0 2 16,4 0-3-1,-4-5-1-15,0-5-4 0,0-2 1 16,0-6 0-16,-4-3-22 15,5-10-52-15,-1-3-42 16,4-6-156-16,-4-3-22 16,0 0-196-16</inkml:trace>
  <inkml:trace contextRef="#ctx0" brushRef="#br0" timeOffset="11189.72">10578 6288 87 0,'0'0'656'0,"0"0"-595"15,0 0-43-15,0 0 110 16,0 0-35-16,0 0-43 16,0 0-22-16,5-43-10 0,-5 43-11 15,4 0-6-15,4 0 4 16,0 0-2-16,4 0-1 15,4 0 4-15,5 0-4 16,-5 0 5-16,5 0-6 16,0 3-1-16,-9 12 1 15,5 1-1-15,-9 5-9 16,-4 7 9-16,-4 0-1 0,0 6 2 31,-4 0 11-31,-21-1-1 16,-4 2 0-16,0-2-1 0,0-5 2 15,-3 0 2 1,7-3 3-16,5-4 0 0,3-2-6 16,9-10-1-16,8-3-4 15,0 0-4-15,0-6 0 16,0 0-2-16,0 0-2 0,0 0 2 16,12 0 7-16,13 0-5 15,16 0 7-15,4 0-3 16,9 0-1-16,7-3-1 15,1-3-3-15,4 0 4 16,-1 3-5-16,-7 0 5 16,-10 0 9-16,-14-1-7 0,-10 4 4 15,-15 0 1-15,-9 0-9 16,0 0 5-16,0 0-3 16,0 0-5-16,0 0 0 15,0 0-15-15,0 0-40 0,-17 0-35 16,5 0-107-16,-1 4-372 31</inkml:trace>
  <inkml:trace contextRef="#ctx0" brushRef="#br0" timeOffset="15448.33">4125 8418 135 0,'0'0'167'16,"0"0"-143"-16,0 0-15 15,0 0 24-15,0 0 27 16,0 0 3-16,0 0-5 0,4-22-17 15,-4 19-3 1,0 3-5-16,4-3 1 0,-4 3-4 0,0 0-5 16,0-6-4-16,0 6 0 15,0-6-3-15,0 6 0 16,0 0-8-16,0 0-3 16,0 0 2-16,0 0-5 15,0 0 0-15,0 0 3 16,0 0-2-1,0 0 0-15,0 10-2 16,4 14 1-16,-4 7 4 16,4 9-3-16,1 6 0 15,-1 3 0-15,0 7-2 16,-4 9 7-16,4-1-7 16,0 13 2-16,-4 4-4 0,0 5 1 15,0 3 0-15,0-3-2 16,0-2 0-16,0-1 4 15,4-6-4-15,-4 3 0 16,4-3 2-16,-4 4-1 0,5-8 0 16,-1 4 1-16,0-2-1 15,0-8 8-15,-4 4-3 32,4 6-4-32,0-3 2 0,-4 4 5 15,4-5-6-15,-4-2 4 16,0 0-6-16,0 0 7 15,4-3-4-15,-4 0 1 16,0-4-1-16,5-5 5 16,-5 0 0-16,0-4-2 15,0-6-6-15,0 4 16 0,0-4-2 16,0 0-2-16,0-3-5 16,0-2-5-16,0-7 12 15,0-3-2-15,-5-3-11 16,1-4 6-16,4-2-7 15,-4-1 5-15,4 1-3 0,0-3 2 32,0 2 5-32,0-5-4 15,0 2-3-15,0 1 1 0,0-1 0 0,0-2-1 16,0 3-2-16,0-7 1 0,0 7 2 16,0-4 1-16,0-3-1 15,0 1 4-15,0-7-7 31,0-3 2-31,0 1-2 0,0-4-1 16,0 0 2-16,0 0-2 16,0-3 0-16,0 3 4 15,0-3-4-15,0 0 5 16,0 0-1-16,0 0-2 16,0 0-2-16,0 0-20 15,0-9-20-15,0-7-5 0,0 1-31 16,0-4-62-16,0 13-58 15,0 3-135-15</inkml:trace>
  <inkml:trace contextRef="#ctx0" brushRef="#br0" timeOffset="17322.73">3673 11461 384 0,'0'0'200'0,"0"0"-186"16,0 0-8-16,0 0 91 0,0 0-16 15,0 0-34-15,0 0-30 0,-8 0-6 16,8 0 4-16,0 0 1 16,12 0 15-1,5 0 10-15,4 0-7 0,8 0-6 16,-1 0-1-16,13 0-8 16,0 0 5-16,5 0-15 15,6 0 4-15,6-4-5 0,7-2 4 16,14 0-4-16,7 0-5 15,13 0 3-15,7-4 1 16,-3 4-6-16,3 0 0 16,6 3-1-16,-6 0 2 15,5 0-3-15,-1 3 1 16,-6 0 0 0,-6 0 0-16,-4 0 2 15,1 0-1-15,-5 0-1 0,-3 0 0 16,-1 6-1-16,-5-3 2 15,6-3-1-15,-1 3 3 16,5-3 1 0,-1 0-4-16,0 0 0 15,-4 0-4-15,0 0 3 0,-3 0 1 0,7-3 0 16,-4-6 1-16,0 9-1 16,0-3-1-16,-3 3 1 15,-6 0 0-15,2 0 0 16,-6 0 0-16,2 0 0 15,-6 0 1-15,1 0 2 16,0 0-4 0,-4 0 1-16,-1 0 0 15,1 0 4-15,-1 0-4 16,5 0 0-16,4 0 1 0,-4 0-1 16,-5 0 0-1,1 0 0-15,-5 0-2 0,-3 0 1 16,-4-3 0-16,3 0 1 15,5 0 0-15,-4-4 2 16,7 4-3-16,1-3 1 16,-1 3 0-16,1-3 0 0,-1 3 1 15,-3 0-1-15,-1 3 1 16,-3 0 0-16,-4 0-2 16,-6 0 0-16,6 0 1 15,-8 0 1 1,-2 0-1-16,6 0 0 15,-5 0 0-15,4 0 2 16,5 0-2-16,-9 0 0 16,4 0 1-16,0 0-2 15,-3 0 2-15,2 0-1 16,6 0 2-16,0 0-2 16,-2 0 0-16,2 0 0 0,-1 0-2 15,-3 0 1-15,-1 0 1 16,4-4 0-16,-4 2-1 15,5-4 1-15,3 2-1 16,1 1 1-16,-4-3 0 0,7 3 0 16,-8-3 0-16,0 3 0 15,1 0 0-15,0 3 2 0,-10-3-2 16,6-1 0 0,-5 2 0-16,0-1-1 0,0-4 1 15,1 7 0-15,-2-3 2 16,1 3-1-16,1-3-2 15,-1 3 1-15,0 0 0 16,0 0 2 0,-3 0-2-16,-6 0 1 15,5-3-1-15,1 3 0 16,-5 0 1-16,7 0 0 16,-2 0-1-16,3 0 0 15,4 0-1-15,-4 0 1 16,1 0 0-16,-6 0-1 15,1 0-1-15,-4 0 4 0,1 0-4 0,-2 0 3 16,-3 0-2 0,4 0 2-16,-4 0-4 15,3 0 5-15,-3-3-3 16,5 0 1-16,-1 0 0 0,3 0 0 16,-3 0 0-16,1-1 0 15,-1 4 0 1,-9-3 2-16,-4 3-2 15,-3-2 0 1,-4 2 1-16,-1 0-2 0,1 0 2 16,3 0 0-16,1 0-1 15,-1 0 0-15,5 0 0 16,-5 0 1-16,1 0-1 16,0 0 0-16,-1 0 1 0,-3 0-1 15,-2 0 8-15,6 0-8 16,0 0 6-16,-9 0-3 15,5 0 0-15,-1 0 0 16,1 0-3-16,3 2 5 16,0-2 4-16,9 3-8 0,-4 1 3 15,4-1-4-15,-9 0 1 0,1 0 1 16,-6 0-2-16,2 0 0 16,-9 0 5-1,-4-3-4-15,1 0 4 16,-5 0-4-16,0 3 2 0,0-3 6 15,0 0-8-15,0 0 2 16,4 0 0 0,0 0-2-16,0 0 0 15,0 0 1-15,-4 0-2 16,4 0 1-16,-4 3-1 16,0-3 0-16,0 0 2 15,0 0-2-15,0 0-1 16,0 0-6-16,0 0-26 15,0 0-31-15,0 0-92 0,0 0-166 16</inkml:trace>
  <inkml:trace contextRef="#ctx0" brushRef="#br0" timeOffset="18110.37">12553 10974 725 0,'0'0'121'0,"0"0"-116"16,0 0 104-16,0 0 15 0,0 0-63 15,0 0-31-15,0 0-8 16,-50-25-4-16,50 25-12 15,0 0 0-15,0 0 5 16,0 0-6-16,0 0 2 0,8 0 1 16,9 3 3-16,-1 6-1 31,5 4-5-31,4 2 1 16,4 0 1-16,-4 4-5 0,2 0 1 15,7-1-3 1,-6 0 0-16,-3 1 1 0,4 2-1 15,-5-2 0-15,-3-1 0 16,-1 1 3-16,-3-4-6 16,-9-3 4-16,0 4-1 0,-3-4 0 15,-1 1 1-15,0-4-1 16,-4 0 1-16,0-2 1 16,0-5-3-16,0 1 1 15,0 1 0-15,0-4 2 16,0 0-2-16,0 0 0 15,0 0 3-15,0 0-1 0,0 0-1 16,0 0-1-16,0 3 0 16,0-3 3-16,0 3-2 15,0-3 0-15,0 0 5 16,0 0-5-16,0 0 4 0,0 0-3 16,0 0 0-16,0 0 5 31,0 0-5-31,0 0 4 15,0 0 2-15,0 0-3 0,0 0 5 16,0 0-3 0,0 0 0-16,0 0 1 0,0 0-3 15,0 0 1-15,0 0 2 16,0 0-7-16,0 6 5 16,-29 0-4-16,-8 7 1 0,-8 2 0 15,-17 3-3-15,-12 4 0 16,-12-1-1-16,-4-2 2 15,7 0-3-15,10-4-3 16,11 0-20-16,21-5-27 16,4-4-40-16,37-6-87 15,0 0-534 1</inkml:trace>
  <inkml:trace contextRef="#ctx0" brushRef="#br0" timeOffset="19802.3">4060 8449 21 0,'0'0'579'0,"0"0"-544"15,0 0-25 1,0 0 65-16,0 0-8 15,0 0-33-15,4-34-15 16,0 31-8-16,-1-3-3 0,-3-4-4 0,4 4-2 16,0-6 2-16,-4 6-3 15,5-1 1-15,-5 5 6 16,4-4 3-16,-4-4 10 16,4 4 0-16,0 3 1 15,-4 0 10-15,0 3-13 16,0-3 3-16,0 3 0 0,0-3-5 15,0 3 0-15,0 0-9 16,0 0-4-16,0 0 16 16,0 3-12-16,-12 25-8 15,-4 8 11-15,-13 11-9 32,0-1 3-32,4 0-3 15,5-6 5-15,-1 0 3 0,5-12-5 16,4-10 2-16,8-8 0 15,0-1-7-15,4-9 2 0,0 0-2 16,0 0 0-16,0 0-3 16,0-9 3-1,16-16 4-15,8-6 7 0,5-9-9 16,-4 0 3-16,0 0-5 0,4 6 0 16,-10 6 0-16,2 10 0 15,-9 12 0-15,-3 0-2 16,-5 6 2-16,0 0-2 15,4 0-4-15,5 0 1 16,11 15 5-16,1 13 6 31,3 0 10-31,1 2-2 0,4 1-10 16,0-3-1-16,4-6-3 0,-9-4-1 16,1-3-3-16,-4-2-46 15,-25-13-138-15,0 0-475 16</inkml:trace>
  <inkml:trace contextRef="#ctx0" brushRef="#br1" timeOffset="25708.28">2705 8357 71 0,'0'0'416'16,"0"0"-395"-16,0 0-13 15,0 0 69 1,0 0-12-16,0 0-35 0,0 0-13 16,-17-32 12-16,17 32-2 15,0-3-10-15,0 3 1 16,9 0-8-16,-5 0-1 15,0-2-2-15,-4 2 0 16,0 0 8-16,0-3-5 16,0 3 5-16,0 0 9 0,0 0-11 15,0 0 8 1,0-4-9-16,0 4 2 16,-8 0 1-16,-13 0-15 15,-8 0 0-15,-3 4 0 16,-14 17 4-16,-3 6-7 0,-1 11 3 15,2 8 0-15,2 3 0 16,9 7-6-16,13-1 6 16,12 4-3-16,8-4 2 15,4-8-3-15,0-7-6 16,24-10-1-16,8-8 7 16,14-10-3-16,8-12 7 15,7 0 10-15,13-9-6 16,4-22 2-16,-4-9 2 0,-5-3-6 15,-7-7 4-15,-13-5-5 16,-16-3 7-16,-12-4 19 16,-13 0 16-16,-8 7 8 15,-4-1-14-15,-29 7 2 0,-8 9-10 16,-4 6-6-16,-5 10-5 31,9 14-6-31,-4 4-12 16,4 6-2-16,8 0-12 0,0 6-67 15,5 16-65-15,24-10-130 16,4-9-152-16</inkml:trace>
  <inkml:trace contextRef="#ctx0" brushRef="#br1" timeOffset="26058.1">2730 7761 714 0,'0'0'67'0,"0"0"-67"0,0 0 10 31,0 0 8-15,0 0-18-16,0 0-6 15,-25 38 6-15,25 17 11 0,0 13 15 16,0 15 11-16,0 16-5 15,0 5-11-15,0 13 0 16,0 10-1-16,0-4-6 16,0-12 4-16,0-15-14 15,0-16 3-15,0-16 9 0,0-11-14 16,4-16 3-16,-4-12 7 16,0-13-11-16,0-9-1 15,0 0-2-15,4-3-28 16,-4 0-125-16,0-12-367 0</inkml:trace>
  <inkml:trace contextRef="#ctx0" brushRef="#br1" timeOffset="26839.43">3140 8095 424 0,'0'0'35'0,"0"0"-31"16,0 0-4-16,0 0 25 15,0 0 83-15,0 0-43 16,0 0-23-16,-62 144 11 0,37-79 8 16,1 15-8-16,-5 7-14 15,9 5-14-15,7-9-12 16,9-12 0-16,4-12-6 16,0-16 6-16,13-6-12 0,11-12-2 15,5-7 2-15,3-12 2 16,6-3 10-16,-1-3-6 15,0 0-7-15,-29-6-71 16,1-10-286-16</inkml:trace>
  <inkml:trace contextRef="#ctx0" brushRef="#br1" timeOffset="27316.83">3284 8378 584 0,'0'0'107'0,"0"0"-107"31,0 0-7-31,0 0 6 0,0 0 1 0,0 0 0 16,98-25-1-16,-73 53-4 16,-5 6 0-16,-11 3-8 15,-9 0 13-15,0-3 11 16,0-3 48-1,-9-3-6-15,-16-7 11 0,9-3-20 16,4-8-2-16,3-7-2 16,9-3-18-16,0 0 2 15,0 0-1-15,0-6-7 16,0-22 17-16,13-9-29 0,3-3-2 31,5-3 4-31,0 3-4 16,-1 3-1-16,-3 9-1 15,-5 10 1-15,-5 5 0 0,-2 7-1 16,-5 6-2 0,0 0 2-16,0 6-19 15,0 22-13-15,4 15 32 0,0 6 8 16,4 1 2-16,4-7-9 16,1-3-1-16,3-12 0 0,-3-7-3 15,3-6-2-15,-3-5-16 16,-5-7-67-1,-8-3-89-15,0 0-159 0</inkml:trace>
  <inkml:trace contextRef="#ctx0" brushRef="#br1" timeOffset="27572.16">3608 8051 663 0,'0'0'78'15,"0"0"-54"-15,0 0 63 16,0 0-60 0,0 0-27-16,0 0-18 15,36 46 18-15,2 1 13 0,-1 8-13 16,4 10 7-16,-9 0-7 16,-7 6 0-16,-13-4-1 15,-12-5 2-15,0-6 3 16,-24-10-4-16,-25-6-4 15,16-31-113-15,0-9-298 0</inkml:trace>
  <inkml:trace contextRef="#ctx0" brushRef="#br1" timeOffset="29577.92">13246 11085 482 0,'0'0'55'0,"0"0"-54"15,0 0 50-15,0 0 9 16,0 0-41-16,0 0-11 0,0 0-3 15,17-28 10-15,-9 25 2 16,-4 3 2 0,4-3 11-16,-8-1-4 0,4 1-13 15,-4 3 7-15,0 0-2 16,0 0-5-16,0-2-6 16,5 2 0-16,-1 0 0 15,-4 0-7-15,8-4 1 16,-4 1 5-16,0 3-1 0,5-6 0 15,-5 6 6 1,4-3-3-16,0 0 4 16,0 3-10-1,1 0-2-15,3-3 3 16,0 3 0-16,4 0-3 0,1 0 0 16,3 0 1-16,1 0-4 15,4 9 2-15,-5 9-2 16,0 10 3-16,-3 6-5 0,-5 3 3 15,-4 6-1-15,-4 0-1 16,1 7 4-16,-5-7 0 16,0 3-7-16,-9-6 7 15,-16 0 3-15,-2-6 5 16,-7-6-1-16,1-6 7 16,4-10 9-16,9 0 14 0,7-9-4 15,9-3-4-15,4 0-12 0,0 0-8 16,0-6 2-1,29-18 4-15,8-11-11 16,5-1-4-16,6 1 2 31,-2-1-2-31,-5-4 1 0,0-3-1 16,0-4 2-16,-4-5-1 0,-8 5 1 16,-4 7-2-16,-6 13 0 15,-10 2 5 1,-9 13-4-16,4-1 9 0,-4 11 7 15,0 2 2-15,0 0-10 16,0 0-8-16,-9 0-1 16,-6 27 11-16,-14 19-10 0,8 7 8 15,9 5-5-15,12-2-3 16,0-4 1-16,21-6-2 16,16-9 0-16,7-9 4 15,10-9-4-15,4-13-6 16,-38-6-64-16,-4 0-382 15</inkml:trace>
  <inkml:trace contextRef="#ctx0" brushRef="#br1" timeOffset="30999.02">7935 7283 63 0,'0'0'39'0,"0"0"-22"15,0 0-3-15,0 0-3 16,0 0-4-16,0 0-2 31,0 0-5-31,-4 13-4 0,4-13-34 16</inkml:trace>
  <inkml:trace contextRef="#ctx0" brushRef="#br1" timeOffset="31200.22">7935 7283 53 0,'-4'142'29'0,"-1"-120"-12"16,5-6 25-1,0 2-16-15,0 1-4 0,0-1-3 16,0 3-13-16,0-2-3 15,0 2-3-15,0-17-8 0,0-1-73 16</inkml:trace>
  <inkml:trace contextRef="#ctx0" brushRef="#br1" timeOffset="31448.15">7902 7863 305 0,'0'0'60'15,"0"0"-57"-15,0 0 4 16,0 0 10-16,0 0-3 0,0 0-2 16,-9 31-10-16,9-22 2 15,0 1-4-15,0 2-2 16,0 0-35-16,0-9-50 0,0 3-99 15</inkml:trace>
  <inkml:trace contextRef="#ctx0" brushRef="#br1" timeOffset="31584.66">7893 8135 160 0,'0'0'41'0,"0"0"-38"16,0 0 1-16,0 0-3 15,0 0-1-15,0 0-14 16,-4 98-181-16</inkml:trace>
  <inkml:trace contextRef="#ctx0" brushRef="#br1" timeOffset="31801.02">8012 8782 269 0,'0'0'0'16,"0"0"-8"-16,0 0-38 0,0 0 38 16,0 0 8-16,-8 104 0 15,8-82-4-15,4 3-13 16,-4-19-13-16,0-3-105 0</inkml:trace>
  <inkml:trace contextRef="#ctx0" brushRef="#br1" timeOffset="31969.68">8004 9281 181 0,'0'0'41'16,"0"0"-34"-16,0 0-7 15,-8 105 0-15,8-87-3 16,0 4-25-16,0-16-118 16</inkml:trace>
  <inkml:trace contextRef="#ctx0" brushRef="#br1" timeOffset="32032.36">7996 9624 39 0,'0'0'2'0,"0"0"-2"16</inkml:trace>
  <inkml:trace contextRef="#ctx0" brushRef="#br1" timeOffset="32185.93">8004 10043 35 0,'0'0'0'16,"0"0"-2"-1,0 0-31-15</inkml:trace>
  <inkml:trace contextRef="#ctx0" brushRef="#br1" timeOffset="32550.37">8082 10804 215 0,'0'0'24'0,"0"0"-24"0,0 120-3 16,0-89 2-16,0 3-1 15,5 0 2-15,-1 3-6 16,0-3-17-16,-4 0 23 15,0-4 5-15,0-2-3 32,0 0-1-32,0 0 13 0,0-10 4 15,0 4-9-15,0-4 0 16,0 1-1-16,0-4-1 16,0 4-7-16,0-1 0 0,0-3-4 15,0-15-36-15,0 0-167 16</inkml:trace>
  <inkml:trace contextRef="#ctx0" brushRef="#br1" timeOffset="38092.67">4506 8967 389 0,'0'0'96'15,"0"0"-67"-15,0 0 42 16,0 0 13-16,0 0-34 16,0 0-19-16,0 0 0 0,-3-18-4 15,3 18-2-15,0 0 6 16,0 0-2-1,0-4-4-15,0 4 0 0,0 0-10 0,0-3 2 16,0 3-8-16,0 0-4 16,0-3 7-16,12 3-7 15,0-6 4 1,5 3 4-16,-5-1-8 0,9-1 5 16,3 1-6-16,1 1 1 15,0-3 2-15,-1 6-3 0,1-3-1 31,4 0 5-31,-1 0-8 16,10 0 5-16,-2-3-1 16,5 6-4-16,5-7 5 15,-2 5-4-15,6-1-1 0,-1-1 4 0,0 4-4 16,-4-6 4 0,5 6-4-16,-6-3 0 15,-2 0 0-15,-5 3 0 0,-4 0 0 16,3 0 0-16,-7 0 4 15,0 0-4-15,4 0 0 16,0 0 0-16,-1 0 1 16,6 0-1-16,-1-3 0 15,0-3 1 1,-1 3 0-16,5 3 1 16,-7 0-2-16,3-3 0 15,-9 3-2-15,1-4 2 16,4 4 0-16,-9-3 1 0,5 1 0 15,-1 2-1-15,1 0 0 16,4 0 2-16,-4 0-4 16,0-4 2-16,3 1 0 15,1-3 0-15,0 3 2 16,-4 3-2-16,-1-3 0 16,5 3-1-16,-4 0-2 15,-4 0 3-15,0-3 0 16,-4 3 0-16,-2 0 1 0,2 0 0 15,4 0-1-15,-5 0 0 16,1 0-2-16,4 0 3 16,-6 0-1-16,2 0 0 0,4 0 1 15,4 0-1-15,0 0 0 16,0 0 0-16,-1 0 0 31,1 0 0-31,-5 0 0 16,1 0-1-16,0 0 2 0,0 0-1 15,-1 0 0-15,-4 0 2 16,5 0-3-16,-4 0 1 16,-1 3 0-16,-3 0 0 15,-1-3 2-15,4 3-2 16,1 0 0-16,-9-3 0 16,9 6-2-16,-5-2 3 0,1-2-1 15,-1 5 0-15,-3-7 0 16,-2 3 2-16,2 0-2 15,-5 3 0-15,0-3-2 16,0 3 2-16,5 0 0 16,-5 1 0-16,5 2 1 0,-1-3-2 15,4 0 1-15,1 6 0 0,0 0 3 16,-5 4-3 0,3-4 0-1,-2 7 3-15,-1-7-3 16,5 4 2-16,-9-4-2 15,9 0 0-15,-9 1 3 16,0 2-1-16,5-5-1 16,-5 2 2-16,0 0-2 0,4 0 2 15,-4 1-2-15,0-1 0 16,4 3 3-16,-3-3-4 16,7 1 2-16,-8 2 0 0,5-2-1 15,-5-1 0-15,-4-3-1 16,9 4 0-16,-9-1 4 15,4-3-3-15,-4 7-1 16,9-4 3-16,-9 1-2 0,4-1 3 16,-4 0-1-1,4 0-1-15,0 1 2 16,0 2-3-16,-4-3 2 16,8 7 1-16,-3-3-2 0,-1-1 1 15,0-3 0 1,-4 4-2-16,1-4 4 15,3 0-4-15,-4 0 0 16,0 4 3-16,4-4-3 16,-4 4 3-16,5-1-1 15,-5-3-2-15,0 1 3 16,4 2-4-16,-8-3 3 16,9 4 0-16,-5-1 0 0,0 1 1 15,4 2-3-15,-5-3 1 16,5 1 0-16,1-1-1 15,-5 1 0-15,0 3-1 0,0-11 3 16,-4 11-1-16,4-7-2 16,0-3 0-16,5 4 2 15,-5-4-2 1,0 4 0 0,4 2 0-16,-4-6 0 0,5 10 2 15,-1-7-2-15,-8 4 1 16,4-4-2-16,4 0 2 15,-4 0-1-15,1 0 0 16,-5 1 0-16,0-1 2 16,8 1-2-16,-4-1 0 0,4 4 1 15,-4-4-1-15,-4 4 0 16,4-1 0-16,1 0 1 16,-1 3 0-16,0-5-1 15,-1 5 0-15,1-2-1 0,0-1 2 16,4 4-1-1,-3-4 3-15,-1-3-3 16,0 7 0 0,0-4 0-16,4 4 0 15,1-1 3-15,-5-2 0 16,4-1-3-16,0-3 0 0,-4 4 0 16,5-1 2-16,-1 4-2 15,0-4 1-15,-4 4 0 16,0 2 2-16,1-2-3 0,3 2 0 15,-4-2 0-15,4-4 4 16,-4 7-4-16,1-3 1 16,2-4 2-16,-3 3-3 15,4 1 0-15,-4 0 1 16,0-4 0-16,5 3 3 16,-5-3-4-16,4 1 0 0,-4-1 2 0,0 4 1 15,5-4-3 16,-5-2 1-31,4 5-1 0,0-3 4 16,1 4-4-16,-1 0 0 16,4-4 1-16,-3 3 0 15,-1-2-1-15,4-1 1 16,-5 1 0-16,-2-1 1 0,3-3-1 16,0 1-1-16,0-1 2 15,5-3-1-15,-5 4-1 16,4-1 1-16,-3-3-1 15,-1 3 4-15,0 1-4 16,5-4 1-16,-5 0-1 0,0 1 2 16,0-4-2-16,1 3 0 15,-1 1 0-15,-1-5 0 16,-3 5 0-16,5-4 0 16,-5 0 2-16,8 3-1 15,-4 0-1-15,5-2 0 16,-9 2 1-16,8 0 1 0,-3 0-2 31,3-2 0-31,0-1 1 0,1 0 2 16,-1-3-5-16,-3 3 2 15,2 3 0-15,1 1 2 16,1-4-2-16,-1 0 0 16,5 0 2-16,-9 0-2 15,4-2 0-15,5 1-1 16,-5-5 1-16,5 7 2 0,3-1-2 15,-8-3 0-15,4 0 0 16,1-3 4-16,-1 6-5 16,1-3 1-16,0 0 0 15,-1 1 1-15,-4 2-1 16,1-3 0-16,2 0 2 16,2-3-2-16,-1 6 0 0,1-6 0 31,-1 3 1-31,5 0 2 15,0-3-3-15,-5 0 0 16,4 0 1-16,1 3-1 0,-1-3 0 16,1 4 0-1,-4-4 1-15,-1 2 2 0,1 1-3 16,3-3 0-16,-4 4 1 16,-4-4-1-16,5 0 0 15,-1 3 0-15,-3 0 1 0,3-3-1 16,-3 0 0-16,3 0 0 15,1 0 2-15,2 6-2 16,2-6 1-16,4 3-1 16,0-3 0-16,-5 0 1 0,1 0-1 15,0 0 0-15,-6 0 1 16,2 0 1-16,-1 0-2 16,1 0 0-16,3 0 0 15,-3 0-1-15,4 0 1 16,-1 0 0-16,0 0 2 15,1 0-1-15,-1 0-1 16,1 0 0 0,-5 0-1-16,1 0 1 15,4 0 0-15,-1 0 0 16,0 0 0-16,-3 0 2 0,3 0-3 16,1 0 1-1,0 0 0-15,3 0-1 0,1 0 1 16,-1 0 0-16,-3 0 1 15,3 0-1-15,1 0-1 16,4 0 0-16,-1 0 2 0,9 0-1 16,-4 0 0-16,0-3 0 15,5 3 1-15,-2 0 0 16,-3-6-1-16,8 6 0 16,-5-3 0-1,6 0 0-15,3-1 0 16,-3-1 1-16,2 1 3 15,1 1-3-15,1 3 0 16,-6-3-1-16,2 3 1 0,-9 0 1 16,4-3-2-1,-5 3 0-15,-3 0 3 16,-4 0-2-16,4 0-1 0,-9 0 0 16,5 0 0-16,-1 0 0 0,-3 0 0 15,-1 0 0-15,5 0 3 16,0 0-2-16,0-3 0 15,3 3-1-15,-4 0 0 16,5 0-1-16,0 0 1 16,-4 0 0-16,3 0 1 0,-3 0-1 15,-5-3 0-15,1 3 0 16,0 0 1-16,-5 0-2 16,9 0 1-16,-5 0 0 15,0 0 1-15,1 0 1 16,4 0-3-16,0 0 1 15,-1 0 0 1,4 0-1-16,1 0 0 16,4 0 1-16,-4 0 2 15,0 0-2-15,3 0 0 0,6 0 0 16,-5 0 0-16,0 0-1 16,3 0 1-1,-3 0 0-15,0-3-1 16,8 0 2-16,0-3-3 0,0 6 2 15,-4-7 0-15,5 1 0 0,2 6 0 16,1-3 0-16,9-3 0 16,-1 0 2-16,1-1-3 15,3 4 1-15,-4 1 0 16,-3-2 1-16,3-2-1 16,-8 3 0-1,1 0 2-15,-2 3 0 16,-3 0-2-16,-3 0 1 15,-5-3-1-15,-9 0 2 16,0 3-2-16,-7 0 0 16,-5 0 1-16,-8 0 1 0,0 0-1 15,-4 0 0 1,0 0-1-16,0 0 3 0,0 0-3 16,0 0 1-16,0 0-1 15,0 0 0-15,0 0 0 0,0 0-14 16,-20 0-46-16,-5 0-24 15,-20 0-102-15,21 0-142 16,-5 0-249-16</inkml:trace>
  <inkml:trace contextRef="#ctx0" brushRef="#br1" timeOffset="40532.5">5041 9047 177 0,'0'0'76'16,"0"0"-51"-16,0 0 12 15,0 0 6-15,0 0-25 16,0 0-5-16,0 0 1 16,0 0 1-16,4 0 6 0,-4 0 7 15,0 0 7-15,0 0-5 31,0 0-6-31,0 0 1 16,0 0-10-16,0 0 8 16,0 12 11-16,0 1-18 0,0 5 2 15,0 4 2-15,0 5-11 16,0 8 1-16,0 8 16 16,0 6-8-16,-4 3 6 15,0 6-9-15,-1 5 0 0,1 1-5 16,4 4-7-16,0 3 1 15,-4-1 2-15,4 1-4 16,-4 0 3-16,0-6-4 16,0 3 1-16,4 0 1 15,-9-4-3 1,9 4 5-16,-4-3 4 16,4 0-1-16,-4-3 7 15,4-4-7-15,-4 7 6 16,4 0 2-16,-4-4-14 15,0 4-2-15,0-3 13 16,0-4-5-16,-1-2-1 0,5-7-4 16,-4-6 8-16,4-3-1 15,-4-3-5-15,4-6 5 16,0-6 13-16,0-4-15 16,0 1 4-16,0-6-8 0,0-1 1 15,0-3 2-15,0 0-6 16,0-6 0-16,0 1 9 15,0-4-10-15,0 0 6 16,0 0-5-16,0 3 0 0,0-3-2 16,0 0 1-16,0 3 0 15,0-2 5-15,0 2-3 16,0 0-1-16,0-3-1 16,0-3 2-16,0 3-3 15,0-3 1-15,0 0-1 16,0 0 1-1,0 0 2-15,0 0-2 16,0 0-2-16,0 0 2 16,0 0-1-16,0 6-9 15,0 3 10-15,0-2 0 16,0-1 4-16,0-3-6 0,0-3 2 16,0 3 0-16,0-3-2 15,0 0 4-15,0 0-2 16,0 0 0-16,0 0-2 15,0 0 1-15,0 0-9 0,0 0 5 16,0 0 3-16,0 0-9 16,0 0-10-16,0 0-25 15,0-6-72-15,-4-9-55 16,0 5-89 0,-4 1-156-16</inkml:trace>
  <inkml:trace contextRef="#ctx0" brushRef="#br1" timeOffset="41079.6">4729 10943 419 0,'0'0'80'16,"0"0"-65"-16,0 0 44 15,0 0-5-15,0 0-44 16,0 0-10-16,0 0 48 0,-5 3-11 15,18 9-10-15,-1 1 15 16,1-1-9-16,7 3 10 16,-4 1-15-16,0-1-17 31,5 0 8-31,0 4-8 0,3 5-4 16,-3-2 4-16,4 3-4 15,-5 2-4-15,0-5 4 16,1 3-6-16,-9-7 5 0,1-2 0 15,-5-4-3-15,0-6 7 16,-4 1-4-16,-4-7 0 16,0 0 6-16,0 0-3 15,0 0 6-15,0 0 0 16,0 0 1-16,5 0 2 16,-5 0-5-16,0 0 1 15,0 0 3-15,0 0-9 0,0 0 6 16,0 0-10-16,0 0-1 15,0 0 6-15,0 0-9 16,0 0 2-16,0 0 4 16,0 0-6-16,0 0 0 0,0 0-1 31,4 0 1-31,-4 0-1 16,0 0 3-16,0 0-2 15,0 0 0-15,0 0-5 16,0 0-10-16,0 0-34 0,0 0-46 15,0 0-142-15,0 0-101 16,0-7-75-16</inkml:trace>
  <inkml:trace contextRef="#ctx0" brushRef="#br1" timeOffset="41464.21">5233 10924 114 0,'0'0'190'0,"0"0"-172"16,0 0-5 0,0 0 127-16,0 0-18 15,0 0-59-15,29-21-13 0,-29 21 0 16,0 0-11-16,0 0-4 15,0 0-2-15,-4 0 9 0,-13 18-7 16,-7 4-17 0,-5 6 10-16,-4 2 8 0,0 4-5 15,0 3-6-15,1-3-4 16,-1-3-8-16,4-7 6 16,17-5-10-16,-1-7-4 15,5-3-5-15,8-5 0 0,0-1-8 16,0-3-19-16,0 0-37 15,8 0-54-15,1 0-110 16,-1-7-146-16</inkml:trace>
  <inkml:trace contextRef="#ctx0" brushRef="#br1" timeOffset="42482.42">5057 9087 109 0,'0'0'192'0,"0"0"-169"16,0 0-15-16,0 0 40 15,0 0-10-15,0 0-16 16,-37 0 16-16,29 6 6 16,-1 4 13-16,-3-1-3 15,-9 3-4-15,1 3-5 16,-4 7 4-16,-5 3-4 0,-4 6-2 16,0 5-1-16,0-1-10 15,5 1-2-15,-1-2-13 16,12-9 6-16,1-4-12 15,8-8-4-15,3-4 0 16,5-6-7 0,0-3 0-16,0 0-7 15,0 0-14-15,0 0 21 16,21-12 13-16,12-13-2 16,4-9 3-16,-5 0-13 15,6 0 2-15,-14 4-2 16,-3 2 0-16,0 3 2 15,-5 7-3-15,-4 3 1 0,0 2 2 16,-8 7-3 0,5-3 1-16,3 6-1 0,-4-1-1 0,5 4 0 15,3 0-2-15,1 0-3 16,12 0 5-16,-1 12 2 16,9 7 0-16,4 3 0 31,5-1 2-31,-6 1-2 15,1-10 2-15,-4 1-3 0,-8-1 1 16,-9-6-1-16,-8 0-3 16,-12-6-156-16,0 0-325 15</inkml:trace>
  <inkml:trace contextRef="#ctx0" brushRef="#br1" timeOffset="52545.43">5501 10175 25 0,'0'0'72'16,"0"0"-65"-16,0 0 8 16,0 0 38-1,0 0-17-15,0 0-31 16,0 0 11-16,-5 0 9 16,10-3 6-16,3-3 5 0,-4 0-14 15,7 3-3-15,-2 0-9 16,-1-4-4-1,0 7-2-15,0-6 14 16,1 6 7-16,-5-3 0 0,0 0 13 0,4 3-1 16,-8-3-6-16,4 0-21 15,-4 0-4-15,5 3-3 16,-5 0-3 0,0 0 2-16,0-3 0 0,0-1 21 15,4 4 20-15,-4 0-4 16,4-5-7-16,-4 5-2 0,4-4-6 31,0-2 0-31,-4 3-4 0,4 0 8 16,-4 0 10-16,0 3-14 15,0-3 2-15,0 0-9 16,0 0-2-16,0 0 10 16,0 3-2-16,0-4-6 15,-8 1-17-15,-9 3 0 16,1 0 0-16,-9 0 7 15,1 0-2-15,-5 0 0 0,-4 0-3 16,0 16-2-16,-4-1 7 16,5 10-4-16,3 3 0 15,4 6 5-15,5 5-8 16,7 2 0-16,5 5-2 0,8 0 1 16,0-2-1-16,0-1-1 15,21-6 3-15,3-1 0 16,9 2-3-16,5-10 3 15,-2-10 1-15,5-9 1 16,0-9 0-16,0 0 3 16,4 0-3-1,1-27 7-15,-2-1-6 16,-2-10 1-16,-9 2-3 16,-4-4 2-16,-9-4 2 0,-3 1-1 15,-10 0 2-15,-7-3 16 16,0 3 3-16,0-1 14 0,-16 7-12 31,0 6-1-31,-9 4-6 0,0 9-14 16,5 2-6-16,-5 10-3 15,0 0-10-15,5 6-2 0,4 0-37 16,-5 0-26-16,5 0-52 16,7 0-98-16,9 0-32 15,0 0 21-15</inkml:trace>
  <inkml:trace contextRef="#ctx0" brushRef="#br1" timeOffset="52963.85">5632 9778 336 0,'0'0'152'16,"0"0"-89"-16,0 0 18 15,0 0 14-15,0 0-32 16,0 0-25-16,0 0 12 0,4-84-15 15,-4 84-13-15,0 0-12 16,0 0-4-16,0 0-6 16,0 0-11-16,0 22 11 0,-4 12 13 15,-4 6-1 1,3 6 1-16,5 12-8 0,0 10 3 16,0 9 2-1,0 7-7-15,0-1 3 0,0-3 3 16,0-6-9-16,0 0 7 15,0-6-7-15,0-6 7 16,0-7-2-16,0-9 2 16,0-9 6-1,0-9 2-15,0-7-5 16,0-2 3-16,0-7-7 16,-4-5-4-16,4-4-1 15,0-1 0-15,0-2-2 0,0 0 1 16,0 4 0-16,0-4 0 15,0 0-20-15,0 0-125 16,0 0-115-16,0 0-299 16</inkml:trace>
  <inkml:trace contextRef="#ctx0" brushRef="#br1" timeOffset="53882.4">5776 10644 572 0,'0'0'143'0,"0"0"-134"0,0 0 16 16,0 0 54-16,0 0-49 15,0 0-24-15,8-7-4 32,-8 7-2-32,4 0 1 15,-4 16 2-15,4 2 18 0,0 10-11 16,-4 3 5-16,4 3-10 15,0-4-1-15,-4-2 4 16,5 0-7-16,-5-6 2 16,4-4 1-16,-4-8-3 15,3-7 5-15,-3-1 0 0,0-2 0 16,0 0 12-16,0 0 9 16,4 0 47-16,-4-9-4 15,4-12-34-15,-4-13-29 16,4 0-4-16,0-3 2 15,5-3-1-15,-5 0-3 16,0 3 0-16,0 0-1 0,4 6 1 16,1 10-2-16,-5 2 1 15,0 7-1-15,0 8 0 16,0 1-1-16,-4 3 1 0,0 0-2 16,0 0-7-16,4 19-5 15,5 9 2-15,7 6 13 31,-4 6 4-31,1 3-3 16,-5-9 6-16,0-3-7 0,4-4 1 0,-12-11 0 16,4-7-1-16,-4-6 0 15,0-3 1-15,4 0-1 16,-4 0 6-16,4 0 0 16,0 0 2-16,-4-6 9 15,4-16-6-15,5-9-9 16,-1-2 5-16,0-1-7 15,1-3 3-15,3 6-3 16,-4 3 0-16,-4 9 1 16,0 7-1-16,-4 9 0 15,0 3 1-15,0 0 0 16,0 0 4-16,0 0-5 16,0 0-11-16,5 3-3 15,-1 19 6-15,8 9 8 16,1 3 4-16,3 0-3 15,-9-1 0-15,6-2-1 16,-1-3 1-16,-4-4-2 16,-3-1-1-16,-1-5-12 15,0 0-43-15,-4-2-57 0,0-16-139 16,0 0-157-16</inkml:trace>
  <inkml:trace contextRef="#ctx0" brushRef="#br1" timeOffset="55054.24">6288 10730 375 0,'0'0'159'0,"0"0"-148"15,0 0 37-15,0 0 99 16,0 0-89-16,0 0-17 0,0 0 4 15,4-34 6-15,-4 28-24 16,0-4-7-16,0 1 4 16,0 6-4-16,0-3-7 15,0 3-3-15,0 0-8 0,0 3 2 16,0 0-4-16,0 0 0 16,4 0 0-16,-4 0 1 15,0 0 2-15,0 0-3 16,0 0 0-16,0 0-1 15,0 0 0-15,0 0 0 16,0 0-7 0,0 0-7-16,0 19 6 15,0 5 9-15,0 4 9 16,0-4-6-16,0 1-2 16,0-3 0-16,-4-3 1 0,0-11 1 15,0 2 1-15,4-7-2 16,0-3-1-16,0 0 4 15,0 0 1-15,0 0 5 16,0 0-2-16,0-13 35 16,0-8-35-16,0-7-5 0,0-2-1 15,4-1-3-15,4 0 1 16,-3 0-1-16,-1 6 1 16,4 4 0-16,-4 8 0 15,0 1-2-15,0 9 2 0,1 0-4 16,-5 3 4-16,0 0-1 31,0 0 0-31,0 0-9 0,0 0-8 0,0 6 0 16,0 16 14-16,0 9 3 31,0-1 1-31,0 1 2 16,0 3-3-16,4-6 0 0,0 0 3 15,0-4-3-15,-4 4 0 16,4-6-1-16,-4-1 2 15,0-2-1-15,0-4 0 0,0 0-3 16,0-2 2-16,0-1-4 16,0-3 1-16,-12 1-4 15,-1-4 1-15,-3 0 5 0,-1-3-5 16,1 3 6-16,-1-6 1 16,6 0 0-16,7 0 1 15,-1 0 8-15,5 0-1 16,0 0-1-16,0 0-4 15,0 0-3-15,0 0 3 16,0 0-2 0,16 0 2-16,5-6 6 15,8 0-9-15,4-1 4 16,0 2-4-16,-1-2-1 16,-3 4 1-16,0 0-28 15,-9 0-68-15,-16 3-126 16,1 0-129-16</inkml:trace>
  <inkml:trace contextRef="#ctx0" brushRef="#br1" timeOffset="55302.82">6588 10881 111 0,'0'0'321'0,"0"0"-271"15,0 0-14 1,0 0 137-16,0 0-66 15,0 0-59-15,0 0-26 16,16-19-21-16,-16 41 16 16,-12 3 3-16,-4 6-2 15,-1 3-4-15,0-7-8 16,2 1-4-16,3-3-2 16,-5-4 0-16,5-2-5 0,3-10-59 15,9-9-363-15,0 0 269 16</inkml:trace>
  <inkml:trace contextRef="#ctx0" brushRef="#br1" timeOffset="56387.16">6683 10592 239 0,'0'0'128'0,"0"0"-99"16,0 0 32-16,0 0 58 15,0 0-68 1,0 0-17-16,0 0 5 0,0 0-10 16,0 0-20-16,0 0-9 0,0 2 5 15,0 20-5-15,0 9 19 16,0 6-4-16,3-3-4 15,1 3 4-15,9 2-13 16,-9-8 1-16,0 1-2 16,4-11 5-16,-4-3-6 15,0-5 0-15,-4-7 4 0,0-3-2 16,0-3-1-16,0 0 13 16,5 0 8-16,-5 0 73 0,4-9 3 15,-4-10-68 1,4-9-26-16,-4-2 5 15,0-4-7-15,0 0 2 16,4 0-4-16,-4 3 0 16,4 7 2-1,-4 8-2-15,0 4 0 0,0 9 2 16,0 3-2-16,0 0-2 16,0 0-5-16,0 0-11 15,0 21-7 1,8 10 25-16,-3 3 1 0,7 0 4 15,0 0-3-15,-3-7-1 0,7-2-1 16,-8-3 1-16,1-10 0 16,-2-6-1-16,-7-3 0 15,4-3 0-15,0 0 3 16,-4 0-2-16,4 0 9 16,5-6-4-16,-5-16 5 15,4-5-4 1,4-7-7-16,-3-6 8 15,3-6-8-15,0-1 5 16,-3 1-5-16,-1 6 2 0,-4 12 0 16,0 10 0-16,0 5 12 15,-4 11 4-15,0 2 0 16,0 0-2 0,0 0-13-16,5 0-3 0,-5 2-24 15,8 26 14-15,0 12 10 0,0 3 8 16,0 7-7-16,0-4 1 15,4-3-1-15,-8-2-1 0,5-8 0 16,-5-5 0-16,0-3-5 16,-4-10-43-16,4-3-39 15,-4-6-82-15,0-6-82 16,0 0-104-16</inkml:trace>
  <inkml:trace contextRef="#ctx0" brushRef="#br1" timeOffset="57089.65">7056 10622 367 0,'0'0'189'0,"0"0"-162"0,0 0 32 15,0 0 132-15,0 0-124 16,0 0-45-16,-12-37-12 0,16 31-6 15,12 3-1-15,-3-6-3 16,3 9 4-16,1 0-2 16,-6 0-2-16,2 0 0 15,-1 6-1 1,-4 18-3-16,1 7 4 16,-1 6 6-16,-8 3 0 15,0 6-4-15,0-3 0 16,-4 4-1-16,-17-7-1 15,0-3 5-15,6-9-5 16,-2-10 0-16,9-6 10 16,8-5-8-16,0-4 2 0,0-3-4 15,0 0 0-15,0 0 5 16,17 0 24-16,10 0 12 16,7-10-7-16,7-2-19 15,0 3-8-15,-13-3-5 16,-3 5-1-16,-8 7-2 15,-9 0-12-15,-8 0-52 0,0 0-151 0,0 0-187 16</inkml:trace>
  <inkml:trace contextRef="#ctx0" brushRef="#br1" timeOffset="74887.58">5792 3431 174 0,'0'0'158'15,"0"0"-102"1,0 0-28-16,0 0 51 16,0 0-22-16,0 0-32 15,0 0 4-15,0 0-5 16,0 0-12-16,0 0 7 0,0 0 10 16,8-10 1-1,-8 10-9-15,0 0-11 16,0 0 1-16,0 0 5 0,0 0 9 15,0 0-2-15,0 0-5 0,0 0-4 16,0 0-2-16,0 0-2 16,0 0 1-16,0 0-2 15,0 0 0-15,0 0 3 16,0 0-6-16,0 0 1 31,0 0-7-31,0 0-4 0,0 16-6 16,-4 11 5-16,-16 7 5 15,-5 3 20-15,0 1-8 16,-4-2-2-16,8-8 1 16,6-3-3-16,-2-3 5 15,9-4-3-15,-4-3-7 16,3-2 3-16,5-7-2 0,0 0-2 16,4 0-2-16,-4 0 1 15,0-3 2-15,4-3-3 16,-4 0 0-16,4 0-1 15,0 0-2-15,0 3-1 0,0 0 3 16,0-3 1-16,0 7-3 16,-4-4-11-16,4 0-36 15,0-3-61-15,0 0-62 0,0 0-50 16,0 0-46 0</inkml:trace>
  <inkml:trace contextRef="#ctx0" brushRef="#br1" timeOffset="75305.88">5549 3594 197 0,'0'0'83'15,"0"0"-68"-15,0 0 13 16,0 0 80-16,0 0 13 0,0 0-50 0,0 0-33 15,-4-21-6 1,4 21-14-16,-4 0-10 16,0 0-2-16,0 5-6 15,-8 20 4-15,0 9 16 0,-1 6 20 16,-7 3-2-16,7 0-24 16,5-6-10-1,0-6 0-15,8-3 12 16,0-9-15-16,0-7 2 15,0-6 1-15,0-3-4 16,0 0-1-16,0-3-1 16,0 0 2-16,4 0 8 15,13 0 7-15,3 0 9 16,9-9 3-16,7-6-6 0,-7 5-14 16,4 1-4-16,-8 0-3 15,-4 6-4-15,-17-1-107 0,-4-1-214 16</inkml:trace>
  <inkml:trace contextRef="#ctx0" brushRef="#br1" timeOffset="75799.69">6009 3344 198 0,'0'0'296'0,"0"0"-241"15,0 0-41-15,0 0 62 16,0 0 5-16,0 0-25 0,-4-21-25 16,4 15-19-16,0-1-9 15,8 1-1 1,5 0 1-16,3-3-3 0,-3 0 0 16,3 2-4-16,-3-2-5 15,7 3-46-15,-8-6-113 16,-4 8-100-1</inkml:trace>
  <inkml:trace contextRef="#ctx0" brushRef="#br1" timeOffset="76078.57">6375 3082 468 0,'0'0'71'0,"0"0"-71"0,0 0 0 16,0 0 17-1,0 0-10-15,119-52-7 16,-90 46-8-1,-1-4-33-15,-20 8-69 16,-4-2-33-16</inkml:trace>
  <inkml:trace contextRef="#ctx0" brushRef="#br1" timeOffset="76280.14">6683 2903 364 0,'0'0'133'0,"0"0"-97"16,0 0-34-16,0 0 1 0,0 0-2 31,131-68-2-31,-99 60-1 16,6-2-17-16,-30 10-81 15,0-3-92-15</inkml:trace>
  <inkml:trace contextRef="#ctx0" brushRef="#br1" timeOffset="76464.48">7027 2789 469 0,'0'0'61'0,"0"0"-61"15,0 0-9-15,0 0 9 16,0 0-1-16,0 0-87 15,111-49-227-15</inkml:trace>
  <inkml:trace contextRef="#ctx0" brushRef="#br1" timeOffset="77612.05">7836 2370 375 0,'0'0'79'16,"0"0"-74"0,0 0 28-16,0 0 44 15,0 0-36-15,0 0-11 16,-45-12 2-16,28 12-13 15,1 0 4-15,-13 0 9 16,4 15-3-16,-3 4-3 16,-1-1-3-16,0 7 9 15,0 3-3-15,9 0-5 0,0 5-9 16,4 1-4-16,3 3-8 16,5 0-1-16,8 0-2 15,0 0 0-15,0-9-3 0,0 0 3 16,8-10 4-16,9-2-3 15,3-4 3-15,-4-6 3 16,5 0-6-16,3-6 5 16,5 0 2-16,4 0 4 0,8 0 3 15,0-9-5-15,0-13 7 16,5-3-9-16,-2-2 0 16,-2-4 5-16,-1-6-8 15,-9 0 5 1,-3 0-3-16,-12-9 5 15,-9 6 13-15,-8-3-5 16,0 3 1-16,0 3-3 16,0-7-11-16,-8 1 3 15,-13 0 3-15,-4 0-2 16,1 6-3-16,-1 9-5 0,-3 4-3 16,-1 8-1-1,0 4-5-15,1 6-1 0,3 0-3 16,0 6-28-16,4 0-21 15,9 0-19-15,0 2-40 16,8 5-25-16,-1-4-40 0,5-3-34 16,-4 0 94-16,4 0 11 15,0 0 47-15,0 0 65 16,0-12 112 0,0-4-34-1,0-2-15-15,0-1 5 0,0-2-13 16,0 2 19-16,0 3-4 15,0 1-22-15,0 3 24 16,0 3-5-16,0 6-13 16,0-1-7-16,0 4-10 15,0 0 3-15,0 0-9 0,0 0-21 16,0 0-10-16,0 16-10 16,0 15 6-16,-4 21 4 15,-4 19 7-15,0 9-1 16,-1 13 6-16,2 5-3 15,3 4 5-15,4 3-6 16,0-7-3-16,0-2 2 0,0-10-4 0,0-8 2 16,0-11 0-1,0-15-4-15,0-5 4 0,0-7-1 16,0-12-1 0,4-10 0-16,-4-2-3 0,0-10 2 15,0-3 1-15,0-3-3 16,0 0 1-1,0 0 1 1,0 0-1-16,0 0-1 0,0 0 0 16,0 0-41-16,0 0-141 15,0-12-249-15</inkml:trace>
  <inkml:trace contextRef="#ctx0" brushRef="#br1" timeOffset="78514.07">7922 2802 121 0,'0'0'103'0,"0"0"-64"0,0 0 14 16,0 0 36-16,0 0-13 15,0 0-3-15,0 0-16 16,0 0-12-16,0 0-6 0,0 0-14 16,0 0-8-16,0 0-1 15,0 0-13-15,0 0-3 16,0 15-7-16,0 10 7 16,0 3 7-16,0 2 1 15,0 1 0-15,0-3-3 16,0 0 0-1,0-10 0-15,0-2 2 0,4-10-6 16,-4 0 4 0,0-6 0-16,5 0 4 15,-5 0 3-15,4 0 3 0,0 0 32 16,4-12 42-16,4-16 1 16,5-6-62-16,-5 0-16 15,8 3-8-15,-12 0 2 0,9 3-1 16,-9 7-4-16,-4 3-1 15,0 11 1-15,1 1 0 16,-5 6-1-16,0 0-3 16,0 0 0-16,0 0-9 15,0 25-8-15,0 9 5 16,8 3 15 0,-4-3 10-16,8-6-9 15,-8-7-1-15,1-6 2 0,-1-5 1 16,0-10-5-16,-4 0 2 15,4 0 0-15,-4 0 6 16,4 0-4 0,4-3 8-16,1-19 6 15,3-6-10-15,4-3-4 0,-4-2 1 0,0 2-1 16,1 6-4 0,-5 3 4-16,0 10-2 15,-4 6 2-15,-4 6-1 16,0 0-2-16,0 0-1 15,0 3-9-15,0 22-6 16,0 5 7-16,0 4 10 16,0 0 1-16,0-6 3 15,0-3-8-15,5-7 4 16,-5 1-4-16,0-7-29 16,0-12-135-16,0 0-188 15</inkml:trace>
  <inkml:trace contextRef="#ctx0" brushRef="#br1" timeOffset="78870.89">8287 2777 23 0,'0'0'389'0,"0"0"-334"16,0 0-48-16,0 0 71 15,0 0 0-15,0 0-33 16,0 0-22-16,4 3-17 16,-4 25 2-16,0 3 8 15,0 5 21-15,0 5-9 16,0-1-13-16,0-3 2 15,4-3-10-15,0-6 0 0,-4-4-2 16,0-8-5 0,5-4 1-16,-1 0-1 0,0-8 0 15,0-4-29-15,-4 0-304 16</inkml:trace>
  <inkml:trace contextRef="#ctx0" brushRef="#br1" timeOffset="79115.78">8551 3042 659 0,'0'0'93'0,"0"0"-93"0,0 0-6 16,0 0 6-16,-9 102 11 15,-7-65-5-15,-1 3-3 0,-3-3-2 16,-5-9 4-16,8-4-5 16,1-9-2-16,9-5-16 15,7-10-173-15,0 0-149 0</inkml:trace>
  <inkml:trace contextRef="#ctx0" brushRef="#br1" timeOffset="79511.25">8607 2854 652 0,'0'0'161'16,"0"0"-129"0,0 0-29-16,0 0 8 15,0 0 7-15,0 0-17 16,112-34-1-16,-84 37 0 15,-3 16-4-15,-9 5 0 0,-7 4 3 16,-9 3-5-16,0 3 0 16,0 3-1-1,-13 0 1-15,-20-3 3 0,4-3 6 16,1-4-3-16,-1-5 14 0,13-3 6 31,3-10-1-31,9-3 3 16,4-6-4-16,0 0-9 15,0 0-8-15,4 0 4 0,17 0 2 0,12 0 11 32,12-6 0-32,0-3-14 0,1-1-4 0,-6 1-1 15,-11 3-40-15,-21 6-164 16,-8-3-257-16</inkml:trace>
  <inkml:trace contextRef="#ctx0" brushRef="#br1" timeOffset="81333.39">8390 2931 248 0,'0'0'86'0,"0"0"-67"15,0 0 29 1,0 0 63-16,0 0-33 0,0 0-31 16,0 3-11-16,0-3-7 0,0 0-1 15,0 0 9-15,0 0 2 16,0 0-12-16,0 0-4 16,0 0 3-16,0 0-10 15,0 0 2-15,0 0-5 16,0 0-3-16,0 0-2 15,0 0-7 1,0 3 1-16,0 1 0 16,0 1-2-16,0 2 0 15,0 2 4-15,0 3 6 0,0 1 8 16,0-1-3-16,-4 3-7 16,0 7 5-1,0 2-7-15,4 4 1 16,-4 0-5-16,4 0 3 0,-4-1 1 15,4 1-3-15,0-6 1 0,0-4-1 16,0-11-3-16,0-1 5 16,0-6-4-16,0 0 0 15,0 0 1-15,0 0 1 16,0 0 2-16,0 0 1 16,0 0 1-1,-4 0-4-15,4-19-3 16,0-2-128-16,-4 11-85 0,4 1-195 15</inkml:trace>
  <inkml:trace contextRef="#ctx0" brushRef="#br1" timeOffset="82215">8788 2475 352 0,'0'0'118'0,"0"0"-87"16,0 0 23-16,0 0 35 0,0 0-28 16,0 0-28-16,0 0-19 15,71-19-1-15,-48 19-6 16,6 0-1-16,4 0-6 0,1 0-2 15,-22 0-22-15,-4 0-300 16</inkml:trace>
  <inkml:trace contextRef="#ctx0" brushRef="#br1" timeOffset="82449.39">9442 2558 478 0,'0'0'213'0,"0"0"-200"16,0 0-12-16,0 0 12 15,0 0 2-15,127 12-12 16,-91 7-1-16,5-1-2 0,5 4 0 16,-5 3 0-16,-1-1-2 15,6 4 0-15,-9 0-47 16,-33-22-133-16,0 0-81 15</inkml:trace>
  <inkml:trace contextRef="#ctx0" brushRef="#br1" timeOffset="82650.75">10094 2990 199 0,'0'0'49'0,"0"0"-22"16,0 0 16-16,0 0-2 0,0 0-21 15,90 110-12-15,-78-91-8 16,0 3 0-16,1-4 1 16,-5-2-1-16,0-1 1 15,1 1-1-15,-1-1 1 0,0-3-1 16,0 7-1-16,-8-19-58 16,5 6-138-16</inkml:trace>
  <inkml:trace contextRef="#ctx0" brushRef="#br1" timeOffset="82819.98">10410 3520 254 0,'0'0'49'0,"0"0"-32"16,0 0 12-16,37 105 1 16,-29-81-18-16,1 4-9 0,2-3-3 15,-3 3-9-15,5-7-80 16,-13-18-29-16</inkml:trace>
  <inkml:trace contextRef="#ctx0" brushRef="#br1" timeOffset="83407.47">10270 3634 514 0,'0'0'79'0,"0"0"-45"15,0 0 88-15,0 0 8 16,0 0-55-16,0 0-25 0,0 0-17 0,-12-25-18 16,12 25-4-16,0 0-9 15,8 4-2-15,9 11 0 16,4 6 2 0,-2 4 2-16,10 3-3 0,0 0 1 31,0-1-1-31,4-2-1 15,-9 3 2-15,1-7-2 0,-9-5 0 16,-3-10 1-16,-9-3 0 16,0-3-1-16,0 0 1 15,-4 0 1-15,0 0 5 0,4 0 2 16,0 0 16 0,5-18 32-16,3-4-32 0,4-6-15 15,-3-6 4-15,7 0-2 16,-4-2-1-16,5-2-7 15,-5 8 6-15,1-1 0 16,-5 9-5-16,-4 10-1 0,-3-1-4 16,-5 13-1-16,0 0-5 15,0 0-24-15,0 0-66 32,0 0-96-32,-9 4-151 0,1-4-205 15</inkml:trace>
  <inkml:trace contextRef="#ctx0" brushRef="#br1" timeOffset="84794.73">10615 1874 728 0,'0'0'66'16,"0"0"-64"0,0 0 7-16,0 0 54 15,0 0-11-15,0 0-18 16,0 0 16-16,-136-93-32 16,59 93-14-16,-13 0-1 15,-18 22-3-15,-15 3 0 16,-12 6-1-16,0 2-3 15,3 5 3-15,13-2-4 0,16 4 5 16,21-6 1-16,20-3-1 0,14-9-1 16,19-4 0-1,16-5-1-15,5-4-5 16,8 0-12-16,0-3-25 0,4-6-56 16,9 0-67-16,3 0-186 15</inkml:trace>
  <inkml:trace contextRef="#ctx0" brushRef="#br1" timeOffset="85111.34">9442 1834 471 0,'0'0'191'0,"0"0"-153"16,0 0-36-16,0 0 37 15,0 0 5-15,0 0-12 0,-144 126-1 16,103-80 8 0,7-6-10-16,10-6 3 15,7-3-4-15,9-12-7 0,8-4-4 0,0-3-3 16,0 1-9 0,16-10-2-16,13 3-3 0,13-6 16 15,10 0 2-15,15 0-11 16,-5-3-1-16,3 0-5 15,-7 0 0-15,-6 3-1 16,-2 0-32 0,-42 0-199-16,-4 0-228 15</inkml:trace>
  <inkml:trace contextRef="#ctx0" brushRef="#br1" timeOffset="85982.4">11186 1674 564 0,'0'0'92'31,"0"0"-71"-31,0 0 12 0,0 0 44 0,0 0-15 16,0 0 21-1,0 0-51-15,-82-47-25 16,40 54 1-16,-11 17 3 15,0 13 16-15,3 3-8 0,2 13-6 16,10 5 0 0,9 4-12-16,9 0-2 0,20-1 1 15,0-8-4 1,8-7 4-16,21-12 0 0,8-10 1 16,13-14-2-16,2-4 1 15,6-6-2-15,3 0-9 16,-7-9-25-16,-8-16-19 15,-6-6 12-15,-11 0-9 0,-13-3 4 16,-3 0 33-16,-9 7 15 0,-4 8 12 16,0 7 20-1,0 8 32-15,0 4-11 16,-4 0-23-16,-9 7-8 16,-3 27-10-16,3 6-11 0,5-3-2 15,8 0-2 1,0-13 2-16,0-8 1 15,13-4 1 1,3-9 1-16,9-3 2 16,4 0 2-16,11-9 4 0,-3-15 6 15,-4-11-6-15,-4 2-2 16,-12-1-4-16,-5 6 5 16,-12 0-5-16,0 9 8 0,-8 7-7 15,-21 9-3-15,-12 3-2 16,-5 0-4-16,-2 25 3 15,-2 9 0-15,13 3-28 16,9-3-73-16,16-7-78 16,12-17-136-16,0-10-30 15</inkml:trace>
  <inkml:trace contextRef="#ctx0" brushRef="#br1" timeOffset="86462.23">11629 1982 671 0,'0'0'62'15,"0"0"-57"-15,0 0-5 16,0 0-16-16,0 0 16 16,0 0 4-16,12 123-2 15,-12-95 4-15,0-10-5 16,0-9 0-16,4-2 4 15,-4-4 4-15,4-3 12 0,0 0 2 16,9 0 7-16,-1-19 43 16,5-12 60-16,3-2-103 15,1-1-19-15,-4 0-9 16,-1 6 2-16,-4 10-3 0,-4 8-1 16,-4 7 3-16,-4 3-3 31,0 0-2-31,0 6-2 15,0 19-23-15,0 15 8 0,8-3 19 16,5 0 7 0,3-9-4-16,1-4 3 0,3-8-5 15,1-4 3-15,0-9-1 16,-2-3 2-16,-2 0-2 16,8-6-3-16,-5-21-16 0,1-8-89 15,0-8-90-15,-9-3-68 16,5-7 56-16,-17 29-19 15</inkml:trace>
  <inkml:trace contextRef="#ctx0" brushRef="#br1" timeOffset="86662.51">12061 1513 477 0,'0'0'215'0,"0"0"-103"0,0 0-9 15,0 0-80-15,0 0-23 16,0 0-14-16,-5 130 14 15,5-53 5-15,8-3-1 16,12 0-3-16,5 3 0 16,-4-9 2-16,4-10-3 15,-5-9 2-15,-7-14-4 0,-5-17 2 16,-4-6-4 0,0-9-41-16,-4-3-115 0,0-9-208 15</inkml:trace>
  <inkml:trace contextRef="#ctx0" brushRef="#br1" timeOffset="87220.3">12040 1868 730 0,'0'0'108'0,"0"0"-69"0,0 0 21 16,0 0-7 0,0 0-39-16,0 0-5 15,148-28-8-15,-96 25 4 16,6 0-2-16,-1-3-3 0,-3-1 0 15,-4-2 2-15,-6 0-2 16,-11 0 0-16,-12-1-1 16,-13 4-7-16,-4 4-3 15,-4-2 4-15,0 4 6 16,0 0-6-16,-4 0-7 16,-17 0 14-16,-8 0 1 0,-3 22 4 31,-9 5 9-31,8 4-10 15,0 6 4-15,9-3 4 16,3-3-7-16,13-3-1 16,0-4-4-16,8-5 1 15,0-10-1-15,0 1 0 0,16-10 4 16,5 0 3-16,11 0 4 16,-3-10 1-16,4-15 0 15,0-2-5-15,-9 2-4 0,-3 3-3 16,-9 7 0-1,-4 6-4-15,-4 3-2 0,-4 6 6 16,0 0 1-16,0 0-1 16,0 18-15-16,0 10 3 15,0-1 12-15,0 4 7 0,9-6-6 16,3 0 0-16,5-13 3 16,3-3-3-16,1-5 0 15,3-4 2-15,5 0-3 16,-4 0-3-16,-1-19-121 15,1-6-100 1,-17 13-64-16,-3-3 21 16</inkml:trace>
  <inkml:trace contextRef="#ctx0" brushRef="#br1" timeOffset="87489.2">12852 1784 276 0,'0'0'128'0,"0"0"-23"15,0 0 28-15,0 0-28 0,0 0 0 16,0 0-10-16,0 0-76 15,-24 28-7-15,15 9-7 16,5 3-5-16,4-3 0 0,0 3 0 16,4-9 5-1,9-6-4-15,7-7 0 0,1-9-1 16,4-5 4-16,4-4-1 31,-1 0 9-31,1-13-3 0,0-18-9 16,-1-8 0-16,-3-8-54 15,-9-2-9-15,0-10-33 16,-12-3 8-16,5-8-39 16,-9 2-74-16,0 3 35 15</inkml:trace>
  <inkml:trace contextRef="#ctx0" brushRef="#br1" timeOffset="87644.32">13098 1455 259 0,'0'0'311'0,"0"0"-84"16,0 0-83-16,0 0-81 0,0 0-62 15,-44 166 8 1,44-89-2-16,0 3-7 15,4 1 3-15,17-5 1 16,-6-2 5-16,2-12-9 16,-9-13 0-16,0-12 0 0,-4-15-7 15,-4-13-40-15,0-9-112 16,0-3-158-16</inkml:trace>
  <inkml:trace contextRef="#ctx0" brushRef="#br1" timeOffset="87820.21">13013 1862 601 0,'0'0'150'15,"0"0"-101"-15,0 0-21 0,0 0 30 16,0 0-11-16,164-99 1 16,-107 89-16-16,5 5-18 15,-9-2-6-15,-4 7-7 16,-12 0-1-16,-20-3-15 0,-17 3-241 15</inkml:trace>
  <inkml:trace contextRef="#ctx0" brushRef="#br1" timeOffset="88552.39">13941 1566 367 0,'0'0'145'0,"0"0"-95"16,0 0 0-16,0 0 74 16,0 0-3-16,0 0-32 15,-9-68-27-15,9 68-20 16,0 0-26-16,0 0-15 16,0 0-1-1,0 9-10-15,0 22-10 16,0 12 20-16,0 6 1 15,0 7 0-15,0-1 6 16,9 7-6-16,-1-3 0 16,7-4 1-16,-6-6 1 15,3-6-3-15,1-6 1 0,-5-9 0 16,0-9-1-16,-4-10 1 0,0-6-2 16,0-3 1-1,-4 0-112-15,0-6-139 16,0-13-189-16</inkml:trace>
  <inkml:trace contextRef="#ctx0" brushRef="#br1" timeOffset="88837.28">13928 1513 569 0,'0'0'128'0,"0"0"-46"15,0 0-16-15,0 0-20 16,0 0-12-16,0 0-14 15,103-71-17 1,-74 90-3-16,-1 8-1 16,-4 1-3-16,-11 3 4 0,-9 0 1 15,-4-6-1 1,0 2-6-16,-25-2-7 0,-11 0 4 16,-18-10 9-16,-4 3 15 15,-3-5-10-15,3-4-5 16,18-3-17-16,3 4-44 0,12-4-100 15,25-6-68-15,0 0-108 16</inkml:trace>
  <inkml:trace contextRef="#ctx0" brushRef="#br1" timeOffset="89190.92">14211 1763 674 0,'0'0'141'16,"0"0"-101"-16,0 0-40 16,0 0-12-16,-4 117 12 0,-12-77 39 15,12 6-21-15,4-3-7 16,0-6-10-16,0-6 3 16,4-15-1-16,16-4-1 0,1-9 1 15,3-3 9-15,5 0 6 16,0-15 12-1,0-19-2-15,0-6 8 16,-13-3-13-16,-13-1-5 0,-3 4-11 16,0 7-5-16,-7 2-2 0,-22 9-1 15,0 7-2 1,-8 8-3-16,-4 7 6 0,4 0-5 16,-4 4-4-16,16 17-46 15,9-2-87-15,16-10-108 16,0-6-57-16</inkml:trace>
  <inkml:trace contextRef="#ctx0" brushRef="#br1" timeOffset="89439.46">14420 1523 504 0,'0'0'138'15,"0"0"-38"-15,0 0 62 0,0 0-68 16,0 0-94-16,0 0-20 16,0 0 20-16,62 151 1 15,-41-84 3-15,-5-5 2 16,0-3-4-16,-4-1-2 16,-3-5 4-1,-5-4-3-15,-4-12-1 16,0-9-1-16,-4-10-64 15,-9-18-163-15,2 0-158 16</inkml:trace>
  <inkml:trace contextRef="#ctx0" brushRef="#br1" timeOffset="90333.31">14404 1899 349 0,'0'0'342'15,"0"0"-219"-15,0 0-73 0,0 0 12 16,0 0-22-1,0 0-8-15,152-40-6 0,-103 36-1 16,1 1-8-16,-6-6 1 16,-2-3 0-1,-9-4-8 1,-8 1-5-16,-9-1 1 0,-5 4-3 16,-11-3 2-16,0 2-1 15,0 7-4-15,-7 0-10 16,-13 6-11-16,-5 0 15 15,-4 0 6-15,0 25 5 16,0 2-5-16,5 4-6 0,12 3 4 16,8-6-10-16,4-3 1 15,0-7 5-15,12-6 6 0,5-5 1 16,2-4 3-16,10-3-4 16,0 0 10-16,4-16 1 15,0-8-6-15,-1-1-1 31,-3 0-4-31,-4 4-14 0,0 2 0 16,-13 4-2-16,-4 9 12 16,-3 3 4-16,-1 3 3 15,-4 0 3-15,0 0-6 0,0 18-4 16,0 13-21-16,0 0 25 16,0 3 11-16,0-10-8 15,0-2 7-15,8-10-7 16,-1-6-3-16,1-2 7 15,-8-4 14-15,13 0 5 16,3-7 12-16,5-14 12 16,8-1-14-16,-8-3-26 15,4 4-9-15,-6 9 1 0,-6 2-2 16,-1 4-2-16,-8 6 0 16,-4 0-3-16,0 0-9 0,0 22-8 15,4 2 19 1,9 4 3-16,3-9 4 0,-3-1-3 15,7-9 0-15,-3-2 2 16,7-7 1-16,0 0 2 31,9 0 1-31,1-22-5 0,-1-9 8 16,-6-9-10-16,2 0 0 16,-12-6-13-16,4-4-24 15,-13-2-29-15,-8-3-26 16,0 8-51-16,0 7 64 15,-17 13 30-15,1 11 49 16,-5 13 116-16,5 3-3 0,-4 6-54 16,-1 28-51-16,5 18-6 15,3 7-2-15,13 6 0 16,0 6-2-16,13-3-1 16,16-1 6-16,-10-2-3 15,2-10 4-15,4-5 1 0,-9-13-5 31,-3-13-1-31,-1-11-56 16,-12-13-111-16,0 0-146 0</inkml:trace>
  <inkml:trace contextRef="#ctx0" brushRef="#br1" timeOffset="90744.75">15336 1828 774 0,'0'0'212'16,"0"0"-128"-1,0 0-72-15,0 0 6 16,0 0-15-16,115-52 2 16,-66 52-5-16,8 0-2 15,-3 0 1-15,4 0-9 16,-10 0-5-16,-2 0-27 16,-13 0-29-16,-12 0-27 15,-9 0 28-15,-8 0 70 0,-4-10 8 16,0 1 31-16,0-4 6 15,-4 7 7-15,-8 0-6 0,-1 3-2 16,-3 3-14 0,3 0-9-16,1 0-3 0,-1 0-12 15,1 12-6 1,4 13-3-16,-1 0 1 16,9-1 2-16,0 1 2 0,0-3-2 0,0-1 4 15,0-5-1-15,9-1 6 16,3 1-9-16,5-7 6 31,-1 0-2-31,9-3 3 0,-8-3-7 0,3 0 8 16,0-3-8-16,-12 0-20 15,-4 0-130-15,-4 0-334 16</inkml:trace>
  <inkml:trace contextRef="#ctx0" brushRef="#br1" timeOffset="90929.67">15734 1353 933 0,'0'0'63'0,"0"0"-63"15,0 0-17-15,0 0-64 0,0 0-61 16,0 0-140-16</inkml:trace>
  <inkml:trace contextRef="#ctx0" brushRef="#br1" timeOffset="91417.11">16013 1667 269 0,'0'0'374'0,"0"0"-322"16,0 0-33-16,0 0 23 15,0 0 12-15,0 0-24 16,0 0-23-16,-61 56-3 0,24-16 0 16,0 3-1-16,16-3-3 15,5-12 1-15,12 0-2 16,4-13 1-16,0-2-7 15,0-8 14-15,16-5-5 16,9 0 14-16,12 0 15 0,0-9-8 31,3-9-15-31,-3-4-4 16,-3 4-3-16,-6 5-1 16,-11 7 4-16,-5 3-4 15,-7 3 1-15,-5 0-1 16,0 0-1-16,4 22-8 0,3 9 9 15,5 2 5-15,5 1 9 16,8-6 0-16,-5-6 2 16,1-4 1-16,4-15-7 0,7-3 6 15,1 0 0 1,4-18-3-16,0-23-6 0,-8 2-7 16,3-11-36-16,-32 25-152 15,0 7-169-15</inkml:trace>
  <inkml:trace contextRef="#ctx0" brushRef="#br1" timeOffset="91580.17">16383 1430 350 0,'0'0'647'0,"0"0"-540"15,0 0-82-15,0 0-24 16,0 0 5 0,-111 117 1-16,111-37 11 15,0 1-13-15,0-1 1 16,16-6-1-16,5 3-4 15,-5-15-2-15,5-10-12 16,-17-46-108-16,0-6-256 16</inkml:trace>
  <inkml:trace contextRef="#ctx0" brushRef="#br1" timeOffset="91701.8">16460 2031 1146 0,'0'0'88'0,"0"0"-88"15,0 0-172-15,0 0-557 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6:12:39.76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3825 13668 185 0,'0'0'98'0,"0"0"-83"16,0 0-13-16,0 0 16 0,0 0 13 31,0 0-5-31,0 0-2 16,4 0 1-16,-4 0-3 0,0 0-2 0,0 0 8 31,0 0 7-31,0 0-17 0,0 0-13 0,0 0-2 0,0 0-3 31,0 0 0-31,0 0-1 0,0 0-2 16,0 0-18-16,0 0-17 15,0 0 2-15,0 0-4 16,0 0-14-16,0 0-10 16,0 0-31-16,0 0-74 15</inkml:trace>
  <inkml:trace contextRef="#ctx0" brushRef="#br0" timeOffset="725.4">3784 13661 321 0,'0'0'92'16,"0"0"-92"-16,0 0 0 15,0 0 44-15,0 0 43 16,0 0-31-16,0 0-29 31,-7-3-9-31,7 3-1 0,0 0 1 16,0 0-3-16,0 0-8 0,-5 0-7 15,5 0 0-15,0 0-5 16,0 0-17-16,0 0-41 16,0 0-31-16,0 0-7 15,0 0-8-15,0 0-42 16</inkml:trace>
  <inkml:trace contextRef="#ctx0" brushRef="#br0" timeOffset="1457.78">3550 13665 366 0,'0'0'101'15,"0"0"-101"-15,0 0 0 0,0 0 39 16,0 0 43-16,0 0-35 15,0 3-20-15,0-3 7 16,0 0-5-16,0 0 2 16,0 0 4-16,0 0 1 15,0 0-6-15,0 0-17 0,0 0 0 16,4 0-2-16,5 0-5 16,-5 0 5-16,8 0-4 15,-4 0-1-15,1 0-1 16,3 0 0-16,-4 0-2 0,5 0 4 15,-2 0-3-15,2 0 2 16,-1 0-5-16,5 3 0 31,-1-3 1-31,5 0 1 0,4 0-1 16,3 0 0-16,5 0-1 16,4 0 0-16,0 0-1 15,0 0-4-15,-1 0-14 16,-3 0-11-16,5 0-18 15,-5 0-24-15,-5 0-27 16,1 0-83-16,-25 0 12 0,4 0-32 16</inkml:trace>
  <inkml:trace contextRef="#ctx0" brushRef="#br0" timeOffset="1789.77">4392 13683 378 0,'0'0'117'0,"0"0"-115"16,0 0 8-16,0 0 65 15,0 0 8-15,0 0-36 16,57 0-8-16,-36 0 2 16,0 0-16-16,3 0-13 15,0-3-5-15,5 3-5 16,4 0-2-16,-4-3-9 0,8 0-32 16,0 0-26-16,4 0-16 15,-4 3-33-15,-24-3-34 16,-2-1-47-16</inkml:trace>
  <inkml:trace contextRef="#ctx0" brushRef="#br0" timeOffset="2058.23">5230 13655 419 0,'0'0'178'16,"0"0"-178"-16,0 0 0 0,0 0 35 16,0 0 34-16,0 0-26 15,0 0-22-15,123-9 7 16,-95 9-12-16,-3 0-10 16,3-3-6-16,1 0 0 15,0 3-2-15,0 0-37 16,-1 0-33-1,-3 0-37-15,8-3-51 16,-29 3-4-16</inkml:trace>
  <inkml:trace contextRef="#ctx0" brushRef="#br0" timeOffset="2345.42">5932 13630 396 0,'0'0'69'0,"0"0"-66"15,0 0 16-15,0 0 94 16,0 0-55 0,0 0-34-16,135 0-19 15,-102 0 3-15,3 0-1 0,6 0-7 16,-1-3 0-16,-1-3-18 15,2 6-14-15,-5-3-24 16,0 0-10-16,3 3-11 16,-7-6-15-16,-20 6-15 15,-9-3-138-15</inkml:trace>
  <inkml:trace contextRef="#ctx0" brushRef="#br0" timeOffset="2561.73">6773 13597 478 0,'0'0'182'16,"0"0"-167"-16,0 0-15 15,0 0 67-15,115-7-29 16,-82 4-15-16,8-2-14 16,-1 1-1-16,6 1-5 15,-1-3-3-15,0 6-9 0,-4 0-39 31,0 0-42-31,-3 0-38 16,-6 0-13-16,-28-3-7 16</inkml:trace>
  <inkml:trace contextRef="#ctx0" brushRef="#br0" timeOffset="2763.34">7581 13559 495 0,'0'0'75'16,"0"0"-70"-16,0 0-3 16,0 0 55-16,0 0-37 15,123-5-19-15,-94 5-1 16,8-3-28 0,-4-1-65-16,9 4-54 15,-35 0 20-15,1-3-133 16</inkml:trace>
  <inkml:trace contextRef="#ctx0" brushRef="#br0" timeOffset="2963.54">8234 13535 207 0,'0'0'249'0,"0"0"-215"0,0 0-33 16,0 0 11-1,136-21 33-15,-103 21-45 0,-1-3-29 16,9-1-37 0,-4 4-11-16,1-6-13 15,-30 6-39-15</inkml:trace>
  <inkml:trace contextRef="#ctx0" brushRef="#br0" timeOffset="3147.71">8903 13495 371 0,'0'0'48'0,"0"0"-42"16,0 0 49-1,0 0 47-15,0 0-73 0,123 0-25 16,-90 0-1-16,4 0-3 16,-4 0-46-16,-20 0-89 0,-1 0-57 15</inkml:trace>
  <inkml:trace contextRef="#ctx0" brushRef="#br0" timeOffset="3333.37">9560 13507 606 0,'0'0'26'15,"0"0"-26"-15,0 0 0 16,123 0 7-16,-81 0-2 15,2 0-5-15,2 0-24 0,-1 0-54 16,0 0-60 0,-33 0-8-16</inkml:trace>
  <inkml:trace contextRef="#ctx0" brushRef="#br0" timeOffset="3481.05">10319 13507 44 0,'0'0'402'16,"0"0"-402"0,0 0-8-16,124 0 5 15,-92 0-2-15,-3 0-78 16,-21 0-55-16,1 0-71 16</inkml:trace>
  <inkml:trace contextRef="#ctx0" brushRef="#br0" timeOffset="3714.94">10906 13541 110 0,'0'0'441'0,"0"0"-395"0,0 0-40 31,132 10 6-31,-87-7 31 0,4-3-34 15,1 0-9-15,-1 0-30 16,0 3-60-16,-3 3-66 16,-35-6 13-16,2 0-70 15</inkml:trace>
  <inkml:trace contextRef="#ctx0" brushRef="#br0" timeOffset="3870.69">11711 13594 274 0,'0'0'124'0,"0"0"-100"0,0 0-19 15,140 3 69 1,-107-3-21-16,0 0-32 0,-1 0-20 16,5 0-1-16,5 0-35 15,-2 0-65-15,1 0 1 32,-33 0-7-32,1 0-114 0</inkml:trace>
  <inkml:trace contextRef="#ctx0" brushRef="#br0" timeOffset="4051.87">12425 13594 411 0,'0'0'167'0,"0"0"-157"16,0 0-8-16,119 0 5 16,-77 0 9-16,-1 0-10 15,3 0-6-15,2 0-32 16,4 0-74-16,-34 0-39 15,-9 0-27-15</inkml:trace>
  <inkml:trace contextRef="#ctx0" brushRef="#br0" timeOffset="4198.88">13181 13621 309 0,'0'0'227'31,"0"0"-227"-31,119 0-25 15,-70 0 25-15,-4 0 10 0,5 0-10 16,-1 0-73-16,-32 0-43 16,-6 0-128-16</inkml:trace>
  <inkml:trace contextRef="#ctx0" brushRef="#br0" timeOffset="4416.04">14133 13600 310 0,'0'0'78'16,"0"0"-78"-16,0 0-4 16,144-10 4-16,-111 10 0 15,4 0 0-15,-4 0-21 0,-1 0 4 16,-3 0-2-16,-25 0-41 15,0-3-74-15</inkml:trace>
  <inkml:trace contextRef="#ctx0" brushRef="#br0" timeOffset="4632.16">14585 13572 457 0,'0'0'217'0,"0"0"-217"16,0 0-5-16,0 0 4 15,0 0 1-15,123-31 6 0,-86 31-6 16,8 0 0-16,-4 0-40 16,0 0-85-16,0 0-4 15,1 0 47-15,-6 0 9 16,1 6 27-16,-4-2 23 16,-29-4-20-16</inkml:trace>
  <inkml:trace contextRef="#ctx0" brushRef="#br0" timeOffset="16554.75">3739 15400 7 0,'0'0'87'15,"0"0"-85"-15,0 0 2 16,0 0 36-16,0 0 22 16,0 0-31-16,0 0-16 0,0 0-6 15,0 0-1-15,-82 3 1 16,69 0 1-16,5 0-6 0,1 0 1 16,3 0-1-16,-5 1 0 31,9-4 3-31,0 0 2 15,0 3 3-15,0-3 0 16,0 0 7-16,0 3 10 0,0-3 14 16,0 0 8-16,0 0-11 15,0 0-8-15,0 0 1 16,0 0 13-16,0 0 9 0,0 0-3 16,0 0-5-16,0 0-5 15,0 0 2-15,0 0-6 16,0 0-2-16,0 0-6 0,0 0-9 15,0 0 4-15,0 0-5 16,0 0-5-16,0 0-1 16,0 0-1-16,0 0-1 15,0 0 2-15,0 0-3 16,0 0 0-16,0 0-5 16,0 0-5-1,0 0 2-15,0 0-2 16,9 0-1-16,-1 0 3 15,12 0 8-15,0 0-4 16,5 0-3-16,0-3-1 0,4 0 0 16,-1-1-3-16,1 1 0 15,0 3 1-15,0 0 1 16,-1-3-1-16,5 3-1 16,4-6 1-16,-4 6 2 15,-4-3-3-15,8 3 0 16,-1-3 0-16,-3 3 0 0,9 0 1 15,-2-3-1-15,5 3 0 16,5 0 1-16,0-3-1 16,2 3 0-1,6-7-1-15,-5 7 1 16,5 0 0-16,-5 0 0 16,-4 0 0-16,1 0-1 15,-5 0 1-15,-5 0-1 16,6 0 0-16,4 0 1 15,-6 0 0-15,1 0 0 16,1 0 0-16,-2 0 2 0,-2 0-2 16,-1-2 0-16,5-1-1 0,-10-1 1 15,5 1 1 1,0 3-1-16,-8-3 0 16,4 3 0-16,-4 0 0 15,0 0 0-15,0-3 0 0,-1 3 0 16,1-3 1-1,0 0-1-15,0 3 1 16,-1-3-1 0,-3 3 0-16,0 0 0 15,0-3 0-15,-4 3 0 16,0-3 3-16,-2 3-3 0,2-3-1 16,4 3-1-16,-8-4 3 15,8 1-1-15,-5 0 0 0,0 3 1 16,1-3 1-16,-4 3-2 15,-5 0 0-15,-3 0-4 16,-5 0 5-16,0 0-2 16,1-3 1-16,-5 3 0 0,8-6 2 15,-5 6-1-15,6-3-1 16,-1 3 3-16,5-3-3 16,7 0-1-16,1 3-1 0,-4-4 2 15,4 2 1-15,-1 2-1 16,0-3-1-1,5 3 1-15,-4-4 0 0,-8 4 0 16,-1 0-1 0,0-3 2-16,-8 0 0 15,4 3 1-15,-8 0-2 16,-4 0 0-16,5 0 0 16,-1 0 1-16,4 0 0 15,0-3 1-15,-4 0 1 16,5 3-3-1,-1 0 1-15,-4 0-1 0,0 0 1 16,-4-6-1-16,0 6 0 0,0 0 1 16,8 0 0-16,-3-3 2 15,7 3 0-15,-4 0-3 16,5 0 0-16,-1-3 0 16,4 0 0-16,0-1 0 0,1 4 3 15,-5-3-3 1,0 3 0-1,5 0 5-15,-5-5-3 16,1 5 3-16,-1 0-5 16,-8 0 3-16,5 0 0 0,-5 0-2 15,-4 0 1-15,4 0 2 16,-4 0-4-16,0 0 3 16,0 0 0-16,0 0-3 15,0 0 3-15,4 0 2 0,-4 0-2 16,0 0 3-16,0 0-6 15,0-4 5-15,0 4 1 16,0 0-3-16,0 0 6 16,0 0-4-16,0 0 0 15,0 0-1-15,0 0-2 16,0 0-2-16,0 0 1 0,0 0 0 16,0 0-2-16,0 0-1 15,0 0-3-15,0 0-15 16,0 0-27-16,-12 0-37 0,-1 0-126 15,5 0-414-15</inkml:trace>
  <inkml:trace contextRef="#ctx0" brushRef="#br0" timeOffset="19839.28">9363 16981 148 0,'0'0'263'16,"0"0"-236"-16,0 0-16 15,0 0-10-15,0 0 63 16,0 0-13-16,0 0-31 16,0 0 0-16,-29-12 12 15,25 9 0-15,-4 3-1 0,4 0-2 16,4 0-2 0,-5 0 2-16,5 0-1 15,0 0-2-15,-4 0 2 16,4-3-9-16,0 3 4 15,0 0-1-15,0 0-7 16,0 0 6-16,0 0 1 16,0 0-5-16,0 0-2 15,0 0-4-15,0 0 2 0,0 0-1 0,0 0 7 16,0 0-3-16,0 0-1 16,0 0 0-16,0 0-2 15,4 0-3-15,5 0 1 16,3 0 2-16,5 0 0 15,-1-3 1-15,9 3-5 32,4 0 1-32,-1-4 0 15,13 2-4-15,0-1-3 16,9-1 3-16,11 4-3 0,1-3-1 16,7 0 0-16,-3 3-1 15,-5 0 1-15,1 0-2 16,-8 0-1-16,-5 0 1 0,-4 0 0 15,1 0 0-15,-2 0 0 16,2 0 0-16,-1 0 0 16,0 0 1-16,-8 0-1 15,8-3 0-15,4 0-2 16,0 3 2-16,5 0 3 16,-1 0-3-16,1 0 0 0,-5-3-1 15,8 3 4-15,1 0-3 16,0 0 0-16,-5 0 0 15,0 0 0-15,4 0 1 16,-7-3-1-16,4 3 1 16,-6-3-1-16,2 0 0 0,-5 0 1 15,4-1 0 1,5-1-1 0,-5 2 0-16,8-1 2 0,-3-5-2 15,3 9 1 1,0-6-2-16,-3 3 1 0,-1 0-1 15,-8-3 0-15,1 6 1 16,-6-7 0-16,-3 7-1 16,1-6 1-16,3 3 0 0,-1 3 1 15,-3-6-2-15,1 3 1 16,3 0-1-16,-9-3 1 16,5 3-2-16,0-4 1 15,-3 4 0-15,2 3 1 16,-7-3 0-16,4 3 0 15,0 0 0 1,3-3 0-16,-3 0 0 16,4 3 1-16,0-3-1 15,-3 3 0-15,2-3-1 16,1 3 1-16,-4-3 0 16,4 3-1-16,-1 0 3 15,-3 0-1-15,5 0-1 0,-1-3 0 16,-5 0 0-16,5-1 0 15,-4 4 0-15,0-3 0 0,-5 3 1 16,1 0-1 0,0-2 0-16,-4 2 0 0,-4-4 0 15,-1 4 0-15,0 0 0 16,-4 0 1-16,5-3-1 16,-4 3 0-16,3-3 0 0,1 3 0 15,0 0 0-15,-2 0 0 16,2 0 0-16,0 0-1 15,-5 0 0-15,-3 0 1 32,3 0 0-32,-8 0-3 0,1 0 2 15,-1 0 1-15,0 0 0 16,-4 0 1-16,0 0-1 16,1 0 0-16,-5 0 0 0,0 0 2 15,4 0-3 1,-4 0 2-16,0 0 0 15,0 0 0-15,0 0 5 16,0 0 0-16,0 0 1 0,0 0-2 16,0 0-1-16,0 0-2 0,0 0 2 15,0 0 1-15,0 0-4 16,0 0 0 0,0 0 2-16,0 0-2 0,0 0 0 15,0 0-1-15,0 0 1 16,0 0-2-16,0 0-3 15,0 0-6 1,-13 0-24-16,-16 0-37 16,9 0-125-16,-1 0-500 15</inkml:trace>
  <inkml:trace contextRef="#ctx0" brushRef="#br0" timeOffset="25065.33">2155 13319 137 0,'0'0'192'16,"0"0"-176"-16,0 0-3 15,0 0 41-15,0 0 8 16,0 0-31-16,0 0 14 16,0 0 7-16,17-52-9 15,-17 49-1 1,4-3-5-16,-4 6 4 16,0-3-8-16,0 3 6 0,0 0-8 15,0 0-5-15,0 0-6 16,0 0-7-16,0 0 2 15,0 0 6-15,0 0-10 16,0 0-5-16,0 0-6 16,0 3-3-16,0 18 2 15,0 16 1-15,-4 4 4 0,-5 7-3 16,1 8 2-16,-4-1 4 16,7-2 1-16,1-1-8 15,4 1 8-15,0-7 0 16,0-9-6-16,0-6 1 15,0 0 2-15,17-13-3 0,-5-3 2 32,5-5 2-32,-2-10 4 0,10 0 8 0,8 0-2 15,13-12-4-15,-2-10-8 32,14-6-4-32,0 4-3 15,-5-4-15-15,-8 3-12 16,-4 3-19-16,-4-2-24 0,-13 2-44 15,-24 16-118-15,0 0-208 0</inkml:trace>
  <inkml:trace contextRef="#ctx0" brushRef="#br0" timeOffset="25334.23">2068 13264 247 0,'0'0'673'0,"0"0"-673"15,0 0 25-15,0 0-25 16,0 0 80-16,0 0-52 16,0-56-20-16,37 53 2 15,13 0-2-15,-1 3-3 16,0 0 3-16,-3-3-7 0,-14 3-1 15,1-3-2-15,-4 3-22 16,-13 0-24-16,-8 0-72 16,-8 0-64-16,0 6-158 15</inkml:trace>
  <inkml:trace contextRef="#ctx0" brushRef="#br0" timeOffset="25534.08">2072 13535 597 0,'0'0'104'0,"0"0"-104"15,0 0 0-15,0 0 84 16,152-6-19-16,-90-9-47 16,3-1-9-16,1 7-8 15,-5 0-1-15,-3 9-23 16,-49 0-92-16,-5 0-193 0</inkml:trace>
  <inkml:trace contextRef="#ctx0" brushRef="#br0" timeOffset="26150.95">2565 13529 418 0,'0'0'255'0,"0"0"-255"16,0 0 0-16,0 0 37 16,0 0 18-16,21 117-30 15,-17-83-7-15,0-3 5 0,0 3-10 16,1-10-1-16,-1 1-3 16,0-10-5-16,-4-2 0 15,0-7-4-15,4 0 2 16,-4-6 0-16,0 0-2 15,0 0 7-15,0 0 14 16,0-6-4-16,3-10-17 16,1-11-12-16,4-1 12 0,5 0 0 0,-5-9 1 15,9 3-1 1,-5 3 0-16,9 4 3 16,-5-1 4-16,5 10 1 0,-5-1 3 31,8 7 15-31,-3 3-5 15,-5 6-1-15,1-1-4 16,-1 4-15-16,-7 0-1 16,-1 0-7-16,0 0-12 0,-8 22 18 15,0 0 2-15,0 2 0 16,0 4-1-16,-20-4 5 16,-5 1 3-16,0 0-5 15,0-4 1-15,6-2 1 16,2-4-4-16,13-6 1 0,0 4-2 15,4-1 0-15,0 1 5 16,0 2 0-16,20-2 7 16,4-1 9-16,13-6 1 15,5 0-16-15,3-3 0 16,-4 0-5-16,0 0-1 16,-12-3-38-16,0 3-71 15,-29-3-105-15,0 0-303 16</inkml:trace>
  <inkml:trace contextRef="#ctx0" brushRef="#br0" timeOffset="26752.83">4264 13236 597 0,'0'0'0'0,"0"0"-31"16,0 0 31-16,0 0 109 16,0 0-52-16,0 0-45 15,9-12 12-15,-18 12-16 16,-11 18-6-16,-9 4 10 16,1 8 10-1,-5 8 25-15,-8 8-3 16,-1 0-2-16,6-3-3 15,-1-3-11-15,8-9-19 0,8-3-7 16,9-10 2-16,0-5-1 16,8-4-3-16,4-6 0 15,0-3-1-15,0 0-45 16,0 0-131-16,0 0-10 0,0 0-90 16</inkml:trace>
  <inkml:trace contextRef="#ctx0" brushRef="#br0" timeOffset="27052.81">3920 13332 431 0,'0'0'190'0,"0"0"-163"16,0 0 20-16,0 0 88 16,0 0-67-16,0 0-59 15,0 0 10-15,-53 80 7 16,36-37 3-16,5-3-6 15,3-6 2-15,9-6-14 0,0-3-1 16,0-10-1-16,0-3 8 16,0-3-4-16,17 0 4 15,8-9 1-15,4 0 3 0,11 0-4 16,1 0-9-16,9 0-6 16,-6 0-2-16,-2-2-10 15,-1-5-28-15,-12 1-82 16,-21 3-103-16,-8 0-231 0</inkml:trace>
  <inkml:trace contextRef="#ctx0" brushRef="#br0" timeOffset="35622.18">4470 13045 458 0,'0'0'66'15,"0"0"-61"-15,0 0 59 0,0 0 39 0,0 0-29 16,0 0-27-16,0 0-6 16,13-12-13-16,-13 12-2 15,0 0 1 1,0 0-8-16,0 0-3 16,0 9-2-16,0 18 19 15,4 13-11-15,0 7-11 0,0-1-4 16,4 0-7-1,-1-3 1-15,2-5 1 16,-1-10-2-16,4-10 1 16,-7-6 0-16,-1-9-1 0,0 0 5 0,4-3 1 15,0 0 21-15,5-15 9 16,7-16-26-16,-3-6 0 16,8-3-7-16,-1 0-2 15,-4 0-1-15,5-6 1 16,4 6-1-16,-8 0 1 15,-1 5 2 1,0 11-3-16,-8 9 0 16,-8 5 0-16,1 7 0 15,-1 0 0-15,-4 3-15 16,0 0-57-16,0 0-105 16,0 0-190-16</inkml:trace>
  <inkml:trace contextRef="#ctx0" brushRef="#br0" timeOffset="36142.55">5049 13171 215 0,'0'0'38'0,"0"0"-26"15,0 0 72-15,0 0 17 16,0 0 3-16,0 0-55 16,77-98 2-16,-77 89-5 15,0 2 10-15,-4 4-5 16,-20 3-12-16,0 0-31 0,-13 0 1 16,-9 15 4-16,1 10 12 15,0 6 19-15,4 0 7 16,8 9-24-16,8-6-13 15,9 3-6-15,8-6-4 16,8 0-2-16,0-13-1 0,0-6 1 16,0-6 2-16,20-6-3 15,13 0-2-15,8-3 1 16,9-21-1-16,-2-4-3 0,-6-3-10 16,-9 7-3-16,-8 5 3 15,-9 10 12-15,-13 6-1 16,1 3 3-16,-4 0 1 31,0 0 14-31,0 6 6 0,0 15-11 16,0-2-4-16,5 0-1 15,-1-7-5-15,8-3-22 16,5-3-22-16,3-3-56 16,-11-3-50-16,3 0-97 15</inkml:trace>
  <inkml:trace contextRef="#ctx0" brushRef="#br0" timeOffset="36445.87">5463 13079 298 0,'0'0'350'15,"0"0"-343"-15,0 0-3 16,0 0 114-16,0 0 3 15,0 0-82-15,0 0-38 0,-49-10 6 16,13 38 12-16,-6 6 17 16,1 3 0-16,4 3-1 15,9-2-17-15,11-2-15 16,5-5-2-16,8-3-1 0,4-7 0 16,0-2 0-16,25-4 0 15,11-6 0-15,13-5-6 16,5-4 4-16,3 0-9 15,1 0-20-15,-10 0-105 16,-35-7-76-16,-5 5-123 16</inkml:trace>
  <inkml:trace contextRef="#ctx0" brushRef="#br0" timeOffset="37200.1">5644 13187 283 0,'0'0'25'0,"0"0"-24"0,0 0 37 15,0 0 0-15,0 0-34 16,0 0-4-16,9-28 1 0,-9 28 0 31,0 0 2-31,0 0 10 16,0 0 2-16,0 0-11 15,0-3 18-15,0 0 23 16,0 0 9-16,0 3 1 0,0-3-11 16,0 0 10-16,0-1 1 15,0 1 1-15,0 3 0 16,0 0-1-16,0 0-9 15,0 0-11-15,0 0-15 16,0 0-9-16,0 0-5 0,0 0 4 16,0 0-2-16,0 10-3 15,0 11-5-15,0 10 4 16,-5 6 4-16,1 3-4 0,0 0-2 16,0 1-2-1,4-11 0-15,0-2 2 16,0-7-3-16,0-8 1 15,0-4 0-15,8-9 2 0,5 0 1 16,6 0-3-16,6-15 2 16,8-13-2-1,0-12-4-15,0-1-22 16,-5-2 13-16,-7 3-10 16,0 4-1-16,-5 5 19 15,-8 6 5-15,1 10 0 16,-9 5 0-16,0 7 19 15,0 3 24-15,0 0-5 16,0 0-15-16,0 0-23 0,0 6-1 16,0 16-1-16,0 9 2 0,-9 0 6 15,9 3 1 1,0 0 3-16,0-1-5 16,0-5-2-16,0-6-1 15,0-4-1-15,13-6 0 0,7-5-1 16,9-1-22-16,-1-6-28 0,10 0-77 31,-30 0-143-31,4 0-146 16</inkml:trace>
  <inkml:trace contextRef="#ctx0" brushRef="#br0" timeOffset="37799.1">6145 13113 464 0,'0'0'135'16,"0"0"-119"-16,0 0 17 0,0 0 76 15,0 0-23-15,0 0-5 16,0 0-45-16,-5-13-13 15,5 29-20-15,-8 8 23 32,4 7 11-32,-4 0-28 0,4 6-1 15,-1 0 2-15,1 0-4 16,4 0-4-16,0-9 2 16,0-4-4-16,0 1 1 15,0-9 0-15,0-4 1 16,13-6 1-16,-5 0-2 15,0-6-1-15,5 0 0 16,3 0-1-16,9-12 1 0,4-13-9 0,0-12-13 16,-1-6 1-1,1 0-13-15,0-6 6 16,-5 6 14-16,-7-1 12 16,0 13 1-16,-10 7 2 0,5 8-1 15,-12 7 30-15,0 6 21 16,0 3-1-1,0 0-8-15,0 0-35 16,0 0-7-16,0 6-14 16,0 19 14-16,0 9 8 15,0 3-3-15,-4-3-3 16,4 0-1-16,0-3 1 0,0-4-1 0,0-9-1 16,4-2 0-1,9-4-11-15,3-5-45 16,1-7-56-16,-9 0-133 15,0 0-339-15</inkml:trace>
  <inkml:trace contextRef="#ctx0" brushRef="#br0" timeOffset="38400.97">6584 13104 764 0,'0'0'6'0,"0"0"-4"16,0 0-2-16,0 0 11 15,0 0 19-15,0 0 18 0,0 0-9 16,0 111-26-16,0-71-4 0,0-4 6 16,4-5-5-16,0-3-1 15,-4-13-2-15,4-8 1 16,0-4-3-1,-4-3 6-15,4 0 16 0,1 0 25 16,7-13-22-16,0-15-24 16,9-12-6-16,4 1 0 15,-1 2-15-15,5 6-1 0,-5 12 7 16,-3 1 2-16,-9 12 6 16,1 2-6-16,-9 4-1 15,-4 0 8-15,0 19 14 31,0 12 17-31,0 3-13 0,0 0-13 16,0 2 0-16,0-11-2 16,0-6 12-16,0-4-2 15,0-6-7-15,0-9-1 16,0 0-1-16,0 0 3 16,8-3 22-16,12-24-16 15,1-7-13-15,8-6-3 0,-1 3-19 16,1 0-11-16,0 9-5 15,-5 3 20-15,-7 13 12 16,-5 9 2-16,-12 3 4 16,0 0 10-16,0 24 16 15,0 20 24-15,0 2-28 0,0 3-9 16,0 1-9 0,0-7-4-1,0-6 0-15,4-6-2 16,-4-28-81-16,4-3-166 0</inkml:trace>
  <inkml:trace contextRef="#ctx0" brushRef="#br0" timeOffset="39103.04">7417 12869 515 0,'0'0'139'15,"0"0"-117"-15,0 0 8 0,0 0 98 16,0 0-57 0,0 0-19-16,0-3-31 0,0 40 19 15,0 10-10-15,0 1-13 16,-4-1-8-16,1 5 2 15,-2 1-1-15,5-4-4 16,0-6-2-16,0-9-4 0,0-3-7 31,0-13-53-31,0-2-88 16,0-16-79-16,5 0-132 16</inkml:trace>
  <inkml:trace contextRef="#ctx0" brushRef="#br0" timeOffset="39804.39">7533 13338 506 0,'0'0'378'0,"0"0"-370"15,0 0 16-15,0 0-19 16,0 0 28-16,0 0-14 16,81-49-17-16,-52 24 0 15,-4 0-2-15,-4-3-3 0,-9 4-4 16,-5-1-2-16,2 7 6 15,-9 2 3-15,0 4 0 16,0 9-16-16,0 3 13 16,-16 0-6-16,-5 0 8 15,1 18 1-15,3 7 12 16,5 3 0 0,4-1-1-16,8 4-9 15,0-3 7-15,0-4-2 16,0-2 0-16,16-4-6 15,9-5 3-15,0-3-4 16,3-8 0-16,1-2-1 16,4 0-5-16,-4 0-18 15,-1-25-22-15,-8-2-20 0,5-4-17 16,-9-6 33-16,-3 6 11 0,-1 1 19 16,-8 11 18-16,-4 4 2 15,0 5 38-15,0 10 48 16,0 0 29-16,0 0-48 15,0 3-58-15,0 19-7 16,0 6 14 0,0 6 6-16,0 3-8 15,0-1-5-15,0-1-6 16,9-5 6-16,3-2-6 16,0-6 2-16,-3-10 7 15,-1-3 6-15,-4-9 5 16,4 0 8-16,4 0-1 15,4-9-1-15,13-16-17 0,-8-9-4 16,8-6-2-16,-8 0-6 16,2-3 3-16,-2 6-2 15,-9 10 0-15,1 8 2 16,-5 7-3-16,-4 5 3 0,-4 7-3 16,0 0-9-16,0 0-61 15,0 7-83-15,0 20 5 16,-4 7-24-16,4-21-84 0,0-1-23 15</inkml:trace>
  <inkml:trace contextRef="#ctx0" brushRef="#br0" timeOffset="40251.01">8239 13298 139 0,'0'0'188'15,"0"0"-52"-15,0 0 14 16,127-59 2 0,-98 28-59-16,-5 3-39 15,-4 4-13-15,-8 5 0 16,-12 4-15-16,0 6 6 15,0 5 10-15,-4 4 10 16,-12 0-23-16,0 0-27 16,-9 19 4-16,-3 6-6 15,3 6 4-15,4 3-2 0,4-1-2 16,17 2-1-16,0-5 1 16,0-8 3-16,13-7-2 0,16-6 0 15,12-9 1 1,8 0-2-16,13-15-2 0,0-19-12 15,-1-9-22-15,-12-6-26 32,-7-1 8-32,-14-5-32 15,-12 0-75-15,-3-1-14 0,-13-3-16 16,0 7 93-16,0 9 98 16,-17 12 52-16,0 15 177 15,2 10-52-15,3 6-7 16,-5 0-59-16,1 28-83 0,-5 18-5 15,0 13 19-15,9 8 5 16,3 11-21-16,9-4-17 16,0 3-3-16,0-10-6 15,13-4-2-15,-1-18-10 16,5-14-52-16,-13-31-119 16,-4 0-298-16</inkml:trace>
  <inkml:trace contextRef="#ctx0" brushRef="#br0" timeOffset="42108.94">4318 13760 579 0,'0'0'67'0,"0"0"-60"16,0 0 21-1,0 0 41-15,0 0-28 0,0 0-19 16,0 0 3-16,0-15-3 16,0 15 10-16,0 0 33 31,0 9-21-31,-4 16-11 0,-4 15 14 15,0 3-25-15,-1 6-4 16,5 4-3-16,0 2-4 16,-4 3 1-16,8 4-8 15,-4 3 6-15,-1 6-6 16,1-3 0-16,-4 9 2 16,0-6-4-16,-5-7 1 0,5 1-1 15,0-9-1-15,1-1 4 16,-2-6-5-16,1-2 0 15,0-7 2-15,4-6 3 16,0-6-4-16,4-4 4 0,-5-5-4 16,5-4 1-16,0-9-2 15,-4 3 1-15,4-3 1 16,0 1-2-16,0-4 0 0,0-3 0 16,0 0 1-1,0 0-2-15,-4 3-10 0,4 0-3 16,0 0 4-16,-4 0 2 15,4 0-6-15,0-3-2 16,0 0-21 0,0 0-6-16,0 0-11 15,0 0-18-15,0 0-47 16,0 0-45-16,0-9-109 16</inkml:trace>
  <inkml:trace contextRef="#ctx0" brushRef="#br0" timeOffset="42779.95">4056 14796 215 0,'0'0'278'0,"0"0"-278"15,0 0-62 1,0 0 62-1,0 0 43-15,0 0-39 0,-13-3-3 16,13 3 8 0,0 0 36-16,0 0 33 0,0 0 13 15,0 0 1-15,0 0-31 16,0 0-18-16,0 0 0 16,0 0-11-16,0 0-15 0,0 0-4 15,0 0 6-15,0 0 2 16,0 15 17-16,0 7 0 15,4 9-14-15,5 2-5 16,-1 5 1-16,-1 5-3 16,1-3 0-16,1 3-4 15,-1 0-9 1,4-9 1-16,-3-3 2 0,3-3-7 16,-8-7 4-16,4-6-2 15,-3-2-1 1,-1-13 1-16,0 0-1 15,-4 0 0-15,0 3 2 0,0-3-2 16,0 0 4-16,4 0 2 16,-4 0-1-16,0 0 0 15,0 0-6-15,0 0 4 0,0 0-2 16,0 0-1 0,0 0 6-16,0 0 2 0,0 0 7 15,8 0-3-15,1-6-4 16,-1-16-1-16,8-9-3 15,8-9-3-15,-3-6-2 0,8-3 1 16,0 2 0-16,-5 11 0 16,1 1-1-16,-9 14 0 15,-8 6-2-15,0 2 0 16,-4 4-7-16,-4 3-8 16,5-3-29-16,-5-1-37 15,0 10-135 1,0 0-353-16</inkml:trace>
  <inkml:trace contextRef="#ctx0" brushRef="#br0" timeOffset="43631.63">4298 13874 313 0,'0'0'135'16,"0"0"-111"-16,0 0 43 15,0 0 52-15,0 0-46 0,0 0-10 16,0 0-1-16,8-19-4 15,-8 19-16-15,0 0-1 16,0 0-7-16,0 0-2 0,0 0-13 16,-4 19-13-16,-13 9 3 15,-4 12 10-15,-7 3-2 16,4 0-3-16,-1 1-5 16,4-11 6-16,1-2-8 0,11-9-5 31,1-10 2-31,4-6-4 15,4-3 1-15,0-3 0 16,0 0-1-16,0 0 8 0,0-12-3 16,16-16-4-16,9-6-1 15,-4-3 0 1,4 1-9-16,-1-5 0 0,-8 4 0 16,1 4 9-16,-1 2-2 0,-3 6 2 15,-1 12-1-15,-4 8-2 16,0 5 3-1,-8 0 17-15,5 0-9 16,-1 12-7-16,8 12 4 0,12 14 15 16,5-5-9-16,8 1-7 0,4-3-2 15,-4-9 3-15,0-1-5 16,-8-8-2-16,-29-13-67 16,0 0-179-16</inkml:trace>
  <inkml:trace contextRef="#ctx0" brushRef="#br0" timeOffset="45467.42">1982 15477 159 0,'0'0'263'15,"0"0"-263"1,0 0 1-16,0 0 16 0,0 0 80 16,0 0-53-16,0 0-10 15,-12-65 17-15,12 62-5 16,0 3 1-16,0 0-2 16,0 0-6-16,0 0-5 15,0 0-12-15,0 0-3 16,0 22 7-16,-8 12-10 0,-1 15 22 15,1 6-19-15,0 1-11 16,-5 3 6-16,5-1 2 16,0 1-5-16,0-4 0 15,4-9-7-15,4-12-3 16,0-6-1-16,0-9-3 0,0-10 3 31,16-6 5-31,13-3-2 16,12 0 21-16,9 0-14 15,3-19-3-15,5 4-7 0,-6-3-12 16,-10-1-22-16,-13 4-87 16,-29 6-112-16,0 2-204 15</inkml:trace>
  <inkml:trace contextRef="#ctx0" brushRef="#br0" timeOffset="45709.03">1962 15440 691 0,'0'0'130'16,"0"0"-130"-16,0 0 0 15,0 0 26-15,0 0 20 0,147-43-35 16,-93 40-3-16,-5 3-3 15,-12 0-3-15,-16 0-4 16,-9 12-109-16,-12-3-140 0,0 1-62 16</inkml:trace>
  <inkml:trace contextRef="#ctx0" brushRef="#br0" timeOffset="45907.89">1868 15715 546 0,'0'0'219'0,"0"0"-219"16,0 0-39-16,0 0 39 16,0 0 69-16,0 0-43 15,4 24 27-15,36-24 3 16,10-3-22-16,3-9-10 16,8 3-14-16,-3-1-6 15,-1 1-4-15,-11 3-64 0,-34 6-149 16,-12 0-258-16</inkml:trace>
  <inkml:trace contextRef="#ctx0" brushRef="#br0" timeOffset="46194.13">2384 15690 559 0,'0'0'146'0,"0"0"-135"0,0 0 22 0,0 0 61 31,0 0-33-31,0 0-58 16,5 71 8-16,-5-34 8 15,0 3-16-15,0 0 4 0,0-3 14 16,0-3-5-16,0 0-11 16,0-10-4-16,0-5 0 15,0-10 4-15,0-3-4 0,0-6 0 16,0 0-2-16,0 0-61 15,8-15-50-15,-4 0-123 16,0-1-256-16</inkml:trace>
  <inkml:trace contextRef="#ctx0" brushRef="#br0" timeOffset="46432.1">2405 15619 759 0,'0'0'152'16,"0"0"-136"-16,0 0 1 16,0 0 20-16,0 0-22 15,0 0-7-15,50-12 2 16,-27 12 21-16,11 0-12 0,3 0-15 16,0 0 4-1,-5 0-7-15,-7 0-1 0,0 0-19 16,-17 0-17-16,0 0-52 15,-8 0-89-15,0 0-147 16</inkml:trace>
  <inkml:trace contextRef="#ctx0" brushRef="#br0" timeOffset="46745.68">2422 15831 238 0,'0'0'36'16,"0"0"-30"-16,0 0 14 0,0 0 57 16,0 0-12-16,0 0-6 15,0 0 10-15,-9 19 3 0,9-19-9 16,0 0 19 0,0 0-15-16,0 0-24 0,0 0-11 15,0 0-10-15,4 0-7 16,5 0-2-16,7 0-8 15,5 0 1-15,3-6-4 16,9 0 2 0,-8 2-1-16,-1-1-3 15,1 5-5-15,-4-4-43 16,-10 4-55-16,-2 0-29 16,-9 0-56-16,0 0-63 15</inkml:trace>
  <inkml:trace contextRef="#ctx0" brushRef="#br0" timeOffset="47646.54">2836 15702 633 0,'0'0'0'16,"0"0"-3"-16,0 0 3 15,0 0 29-15,0 0 27 16,0 0-1-16,-16 71-27 16,11-43-16-16,1 0 2 15,0-1 12-15,0-8-3 0,4-10-13 16,0-3-8-16,0-6 4 0,0 0-5 15,0 0 10 1,0-3 12-16,0-15-16 0,8-13-7 31,5 0-16-31,3-3 3 0,1 3-15 0,-5 9 0 32,-4 4 27-32,-3 9 1 0,-5 6 2 15,0 3 45-15,0 0 15 16,0 0-29-16,0 12-16 15,0 13-17-15,0 6 14 16,0 9-10-16,0-4-1 16,0 2 1-16,0-1-4 15,0-6-12-15,0-1-9 0,0-5-8 16,0-7-39-16,0-2-41 16,-9-4-37-16,1-12-87 15,0 0-59-15</inkml:trace>
  <inkml:trace contextRef="#ctx0" brushRef="#br0" timeOffset="47813.6">2659 16066 495 0,'0'0'264'15,"0"0"-244"-15,0 0-19 0,0 0 41 16,0 0-8-16,0 0 15 16,66 3 8-16,-17-3-14 15,5-3-29 1,0-4-11-16,2-1 0 0,-2 1-3 15,0 4-62-15,-47 3-191 0,1 0-306 16</inkml:trace>
  <inkml:trace contextRef="#ctx0" brushRef="#br0" timeOffset="49837.73">13846 16686 305 0,'0'0'131'16,"0"0"-117"-16,0 0 10 0,0 0 85 16,0 0-57-1,0 0-34-15,0 0-9 16,0-16 4-16,0 16 1 16,0 0 9-16,0 0 0 0,0 0 6 15,0 0-9-15,0-3 8 16,0 3 2-16,0 0-18 15,0-3-9-15,0 3 3 0,0 0-6 16,0 0-1-16,0 0-1 16,0 0 2-16,0 0 15 15,0 0-12 1,0 0 0 0,0 12 2-16,0 10-1 0,0 2 1 15,-9 7-5-15,5 6 1 16,-4 6 1-16,0 4 0 15,-1 5 3-15,2 3 0 16,3 1-4-16,-4-4 1 0,8 1 0 16,0-7 0-16,0-9-2 15,0-9 1-15,0-4-1 16,0-8 1-16,12-7 0 16,8 3 5-16,5-9 1 15,12 1-1 1,8-4 7-16,4 0-10 0,5 0-2 0,3-7 2 31,-4-5-3-31,-7 3-6 16,-9-3-30-16,-9-1-31 15,-28 7-58-15,0 0-174 16</inkml:trace>
  <inkml:trace contextRef="#ctx0" brushRef="#br0" timeOffset="50107.12">13768 16784 607 0,'0'0'61'0,"0"0"-61"16,0 0 0-16,0 0 13 15,0 0-2-15,152-28-8 16,-112 28-3-16,-7 0 1 16,-12 0-1-16,-9 0-38 15,-12 13-128-15,0-10-48 16</inkml:trace>
  <inkml:trace contextRef="#ctx0" brushRef="#br0" timeOffset="50308.6">13698 16969 514 0,'0'0'158'16,"0"0"-143"-16,0 0-12 0,0 0 28 0,0 0 53 15,0 0-44-15,-21 53 5 16,58-53-9-16,9 0-17 16,2 0-12-16,10 0-7 15,8 0-29-15,-9 0-46 16,1 0-41-16,-45 0-48 15,-1 0-118 1</inkml:trace>
  <inkml:trace contextRef="#ctx0" brushRef="#br0" timeOffset="50525.1">14272 17022 677 0,'0'0'113'0,"0"0"-111"0,0 0 2 0,0 0 62 15,0 0-16-15,-4 138-24 16,0-98-17-16,4 7 1 16,0-7-5-16,0-7-4 15,0-2 1-15,0-9 0 16,0-10-1-16,0-6-2 16,0-3-11-16,0-3-81 0,0 0-58 31,0 0-63-31,-4-15-144 15</inkml:trace>
  <inkml:trace contextRef="#ctx0" brushRef="#br0" timeOffset="50794.42">14183 17136 293 0,'0'0'252'0,"0"0"-214"31,-13-105-35-31,13 92 102 16,0 1-18-16,13 3-39 15,7 3-25-15,1 2 9 0,7-2-1 16,1 0-12-16,4 3 0 15,4 0 3-15,0-3-12 16,-5 6 0-16,-7 0-5 16,-4 0-3-16,-13 0-1 0,0 0-1 15,-8 0-1-15,0 0-2 16,0 0-18-16,0 0-23 16,0 0 4-16,0 0-14 15,0 0-31-15,-4 0-5 16,-4 0-128-16</inkml:trace>
  <inkml:trace contextRef="#ctx0" brushRef="#br0" timeOffset="51044.44">14203 17179 457 0,'0'0'167'0,"0"0"-150"16,0 0-12-16,0 0 76 16,0 0 7-16,0 0-37 15,-8 18-13-15,33-15 6 16,3-3-14-16,9 0-8 0,4 0-14 31,1 0-2-31,-2 0-3 16,-11 0-3-16,-4 0-35 15,-25 0-101-15,0 0-153 16</inkml:trace>
  <inkml:trace contextRef="#ctx0" brushRef="#br0" timeOffset="51476.9">14524 17080 544 0,'0'0'0'15,"0"0"27"-15,0 0-7 16,139-49 108-16,-99 49-54 16,2 0-12-16,-1 0-5 15,-12 3-21-15,-5 12-10 16,-8 4-14-16,-12 2-2 15,-4 4 9-15,0 6 20 0,-8 3-21 16,-28 6-10-16,-5-7 2 16,-5 2-2-16,9-11 17 15,9-2-1-15,12-10-10 16,7-3-4-16,5-5-10 0,4-1-2 16,0-1-2-16,0 2 4 15,29-4 9-15,7 0-4 16,18 0-1-16,8 0-4 0,-1 0 0 15,1 0-2-15,-5 0-24 16,-3 0-38-16,-42 0-75 16,-8 0-257-16</inkml:trace>
  <inkml:trace contextRef="#ctx0" brushRef="#br0" timeOffset="60485.17">10127 13621 229 0,'0'0'212'0,"0"0"-209"16,0 0 14-16,0 0-17 31,0 0 23-31,0 0 2 16,0 0-1-16,0 0-1 0,0 0-4 15,8-18-3-15,-4 15 7 16,-4 3 16 0,0 0-8-16,0 0-1 15,0 0 2-15,0 0-12 0,0 0-4 16,0 0-11-16,0 0-4 0,0 0 1 16,0 0-1-16,0 0-1 15,0 0 13-15,0 0 15 16,0 0-5-16,0 0-9 15,0 0-7-15,0 0-3 16,0 0-3-16,0 0 0 16,0 0 8-16,0 0-3 0,0 0 4 15,0 0-1-15,0 0-3 16,0 0-2-16,0 0 3 16,0 0 3-16,0 0 10 15,0 0-12-15,0 0-7 0,0 6 5 16,0-3-1-1,0 6 4 1,0 0-6-16,0 4 0 16,0 2 5-16,0 1 3 15,0-1 0-15,0 7-7 0,0 2-2 16,0 4 2-16,0 6-1 16,0 6 1-16,4 6-4 15,0 4 2-15,1 8 1 16,-1 4 3-16,-4 6-1 0,4 5-1 15,-4-2 5-15,0 7-7 16,0-2 0-16,0-5 1 16,0 4 0-16,0-8-2 15,4 1-2-15,-4 9 2 16,0-3 0-16,0 3-1 16,4-2 4-1,-4-8-1-15,0 1 6 16,0-6-9-16,0-7 11 15,0 1 13-15,0-1-10 16,0-3-12-16,0-2 6 16,0 2-4-16,0 0 6 0,0-2 0 15,0-1-4 1,4-2 0-16,-1-7-6 0,-3-1 4 16,0 1 1-16,0-2-3 15,0-1 2-15,0-6-4 0,0 2 10 16,0-5-6-16,0 0-3 15,0 2 4-15,0-8-2 16,0 3 0-16,0-4 1 16,0-2-3-1,0 0 0-15,0-4 1 16,0 0-1-16,-3 4 2 16,-1-1 0-16,0-2 1 15,4 2 4-15,-4 4-6 16,0-4-1-16,0 4 5 15,-1 2-2-15,1-2-3 0,0 9 3 16,0-10 3-16,0-2-2 16,0-1-5-16,0-8 2 15,4-4-1-15,-4 3 0 16,4-6-1-16,0 3 0 16,0-2 0-16,0 1 0 0,-5 2 0 15,5 2 0-15,-4 6-1 16,4 1 3-16,0 3-1 0,0-7-1 15,0-6 1 1,0 0 0-16,0-3 0 0,0 0-1 16,0-3 1-16,0 0-1 15,0 0-6-15,0 0-19 16,0 0-7-16,-4 0-8 16,4 0-1-1,-4 0-14-15,4 0 31 16,-4 0 6-16,0 0 9 15,0 0 7-15,-1 3 2 0,1 10 0 16,0-7 5-16,4 3-2 16,-4 3 9-16,0 4-5 15,0 2 9-15,-4-2 10 16,3-1-3-16,1 1-10 16,0-4 0-16,0-3 6 15,4 0-2-15,0 1-10 16,-4-4-2-16,4 3-4 15,0 0 0-15,-4 3-1 0,1 4 1 16,-1-4 0-16,-1 3 2 31,1 1-2-31,4-7-2 0,-4 1 0 16,4-1 1-16,0-6 0 16,0 0 0-16,0 3 0 15,-4-6 2-15,4 3-1 16,0-3-1-16,0 0-2 15,0 0 2-15,-4 0 0 16,4 0 0-16,-4 0-5 0,4 0-10 16,0 0-17-16,0 0-16 15,0 0-33-15,-4 0-37 16,-1 0-65-16,-3-3-227 16</inkml:trace>
  <inkml:trace contextRef="#ctx0" brushRef="#br0" timeOffset="61001.67">9717 16673 755 0,'0'0'100'16,"0"0"-100"-1,0 0 0-15,0 0 40 0,0 0 20 16,0 0-13-16,0 0-18 16,-9-15-1-16,9 15-6 15,0 0 0-15,13 18 6 16,-1 4-4-16,-1-1-6 0,10 4-6 16,-4-3-7-16,-1 5 5 0,9-2-6 15,-4 0-1 1,-1 0-1-16,0-4 1 15,-4-2-1-15,-3-4 2 16,-1-3-4-16,-3-6 4 0,-5 0-4 31,4-6 1-31,-4 0 1 0,0 0 3 16,0 4 3 0,0-4 4-16,9 0 0 0,-1 0 2 15,13 0-2-15,3-10-4 16,13-11 1-16,5-4-7 15,19-9-1-15,5-3 1 16,4 0-1-16,-8 0-1 0,-13 6 0 16,-8 7-11-16,-20 5-3 15,-13 1-21-15,-8 5-29 16,-4 1-49-16,-4 12-179 16,-17 0-207-16</inkml:trace>
  <inkml:trace contextRef="#ctx0" brushRef="#br0" timeOffset="62281.58">10135 13686 309 0,'0'0'95'15,"0"0"-69"-15,0 0 21 0,0 0 3 16,0 0-3-16,0 0-5 16,4-3-10-16,-4 3-8 15,0 0-4-15,0 0 4 0,0 0 24 16,0 0-6-16,0 0-14 15,0 0-6-15,0 0-6 16,0 0 18-16,0 0 1 16,0 0-22-16,0 3-13 15,-16 19 9-15,-1 11 5 0,-8 11 15 32,-4 5-6-32,6 3-2 0,2 4-11 0,-4-7 1 15,9-6-2-15,3-12-6 16,1-9 0-1,12-13 4 1,0-6-7-16,0-3 0 0,0 0 4 16,0 0 7-16,0-3-3 15,16-21-3-15,5-11-2 16,0-5 0-16,-1 0-2 16,0 6 0-16,1 1-1 15,-1 2 4-15,-7 6-4 0,3 3 0 0,1 7-2 31,-5 6 2-31,5 6 2 16,-1 0 12-16,4 3 12 16,5 0-15-16,8 0-8 15,12 0 0-15,8 12-1 0,-3 6 1 16,3 1-3-16,-8 2-8 16,-16-2-38-16,-13 3-44 15,-16-16-162-15,0-3-333 0</inkml:trace>
  <inkml:trace contextRef="#ctx0" brushRef="#br1" timeOffset="70201.67">4987 14352 353 0,'0'0'195'0,"0"0"-195"0,0 0 0 15,0 0 72 1,0 0 18-16,0 0-39 0,0 0-18 16,0-15 2-16,0 15-1 15,0 0 2-15,0 0 10 16,0 0-17-16,0 0-11 16,-4 0-2-1,-13 0 0-15,-8 0-12 0,-7 12-2 16,-5 0-2-1,-4 10 1-15,-4-1 6 16,4 10 4-16,-4 9 10 0,3 3-8 16,10 4-5-16,7 5-4 15,1-3-2-15,15-3-2 16,9-2 0-16,0-10 0 16,4-4 1-16,21-5-1 0,12-9 7 15,4-7 2-15,8-6 13 16,13-3-12-16,4-6-5 15,4-16-4-15,3-15 6 16,-7 0-7-16,-9-3 1 16,-20 3 2-16,-8 3 5 0,-16 0 3 15,-9 3 8-15,-4 4 2 16,-4 2 0-16,-25 4-15 31,-8 8-5-31,4 1-1 16,-8 6-17-16,4 2-17 15,0 4-8-15,8 0-36 0,1 0-54 16,7 0-81-16,21 0-89 16,-4 0 24-16</inkml:trace>
  <inkml:trace contextRef="#ctx0" brushRef="#br1" timeOffset="70571.89">4868 14112 367 0,'0'0'126'0,"0"0"-98"16,0 0 38-16,0 0 90 16,0 0-26-16,0 0-40 15,0 0-21-15,0-87-36 16,0 87-33-16,0 12-5 16,0 23 5-1,0 11 16-15,0 12 1 16,0 10 7-16,4 6-1 15,0 12-3-15,5 1-8 16,-5-1 0-16,4-3-8 16,0-6 2-16,1-6-3 15,-5-6-1-15,4-9 7 16,-4-10-2-16,0-16-2 0,0-8 1 0,-4-10-3 16,3-6-2-1,-3-6-1-15,0 0-1 16,5 0-2-16,-5 0-26 0,0 0-16 15,0 0-10-15,4-12-84 16,-4 3-138-16,0 0-107 16</inkml:trace>
  <inkml:trace contextRef="#ctx0" brushRef="#br1" timeOffset="71454.3">5254 14830 451 0,'0'0'56'0,"0"0"-48"16,0 0 86-16,0 0 11 16,0 0-47-1,0 0-23-15,-5-34 26 16,5 28 8-16,0 3-12 15,0 3-21-15,0-4 0 16,0 4 1-16,0 0-14 16,0 0-5-16,0 0-6 0,0 0-6 15,0 0-2-15,0 0 0 16,0 10 0-16,0 11 3 16,0 10 1-16,0 12-1 15,0-2-2-15,0 5-2 0,5-6-2 16,-1 0 3-16,-4-7-4 15,4-5 3-15,-4-6-3 16,4-10 0-16,0-3 5 16,-4-9-5-1,0 0 9-15,4 0 0 16,-4 0 3-16,9-5 10 16,-1-23-8-16,0-3-6 15,4-9-3-15,1 0-4 16,-5 0 1-16,5-1-2 15,-5 5 0-15,0 5 1 16,-4 9-1-16,0 7-1 0,0 12 1 0,-4-1 1 16,5 4-1-16,-5 0-6 15,0 0-9-15,0 25-4 16,3 9 19 0,9 3 2-16,5 0 1 0,-1 0-3 15,1-6 3-15,-1-3-3 16,1-4 1-1,-5-8-2-15,-4-10-1 16,1-3 2-16,-5-3 0 0,-4 0 2 16,4 0 0-16,0 0 7 15,3-25 3 1,2-8-4-16,-5-5-3 16,4-5-3-16,0-6 3 0,1 3-3 15,-5 2 0-15,-4 8-2 16,4 11 1-16,-4 13-2 0,0 5 0 15,0 7-20 1,0 0-19-16,0 0-78 16,0 4-240-16,-8 5-212 15</inkml:trace>
  <inkml:trace contextRef="#ctx0" brushRef="#br1" timeOffset="72241.45">5676 15067 121 0,'0'0'209'16,"0"0"-194"-16,0 0-13 0,0 0 57 15,0 0 43 16,0 0-19-31,0 0-15 0,4-9-7 16,-4 9 0-16,0 0-5 16,0 0-21-16,5 0-19 0,-5 0-4 15,0 0 7-15,0 0 4 16,0 0 11-16,0 0-11 16,0 0-8-16,0 3-4 15,0 9 4-15,0 10-2 16,0 2-6-16,0 4 0 0,0 3-1 15,0-3-3-15,0-4-2 16,0-2 4-16,0-4-4 0,-9-5-2 16,5-4-7-1,4-3-54-15,0-6-94 16,0 0-111-16,0 0-73 16</inkml:trace>
  <inkml:trace contextRef="#ctx0" brushRef="#br1" timeOffset="73045.73">5845 14845 436 0,'0'0'27'0,"0"0"-24"15,0 0 75-15,0 0 50 16,0 0-38-16,0 0-27 16,0-12-22-16,0 12-13 15,0 0 9-15,0 0 1 16,0 0-4 0,0 0-14-16,0 9-16 0,0 16 4 15,0 6 6 1,0 0-9-16,0-4-2 0,0 4-2 15,0-10 4-15,0 4-5 16,0-6 0-16,0-7 1 16,4-9 1-1,-4 0-2-15,0-3 7 0,0 0-4 0,4 0 3 16,-4 0 8-16,0 0 24 16,4-6-9-16,0-19-15 31,-4 1-9-31,9-7-3 0,-5 3-1 15,8-3-1-15,-8 0 0 16,5 7 1-16,-5 2-1 16,-4 13 0-16,4 6-2 15,-4 3 1-15,0 0 0 0,0 0-7 16,0 0-14-16,0 25 15 16,8 2 7-16,-4 4 2 15,4 3 0-15,-3-6-1 16,7-1-1-16,-8-2 1 15,4-10 0-15,-4-5 1 0,0-4-2 16,0-3 0 0,0-3 0-16,0 0 4 0,-4 0 0 15,4 0 1-15,4-22 4 16,5-8-6-16,-5-1 0 16,5-6-1-16,-1-3-1 0,0 0-1 15,1 0 0-15,-5 6 1 16,0 9-1-16,1 13 1 0,-9 8-1 15,4 4 1 1,-4 0 7-16,0 0 4 16,0 10-10-16,0 18-2 31,4 2 10-31,4 8-8 0,-1-5-1 16,-3 1-1-16,1 0-7 15,-1-6-21-15,4-3-22 16,-4-4-36-16,-4-18-122 15,0-3-120-15</inkml:trace>
  <inkml:trace contextRef="#ctx0" brushRef="#br1" timeOffset="73385.06">6317 14762 582 0,'0'0'32'0,"0"0"-17"0,0 0-10 16,0 0 85 0,0 0-7-16,0 0-16 15,13-22-16-15,-13 22 4 16,0 0 14-16,0 0-23 0,0 22-34 15,0 12 17-15,0 3-12 0,0 0-4 16,4 6 0-16,4-3-7 16,-4-3 3-16,4-3-7 15,-4-6 0-15,1-7 2 16,-1-8-4-16,-4-4-19 16,0-3-74-16,0-6-190 15,0 0-338 1</inkml:trace>
  <inkml:trace contextRef="#ctx0" brushRef="#br1" timeOffset="75994.03">10767 15921 334 0,'0'0'276'0,"0"0"-276"15,0 0 9-15,0 0 37 16,0 0 33-16,0 0-41 16,0 0-16-16,-24-31 11 31,20 31 5-31,0 0-8 0,-5 0-9 16,1 0-9-16,-4 0-5 0,-9 0 1 15,0 12-2-15,-4 7 14 16,-3 3-1-16,-5 5 8 15,5 7-15-15,-1 6-2 16,4 3-4-16,4 7-6 16,6-4 6-16,10-3-4 0,5 0 0 15,0-6-2-15,0-3 2 16,16-9-1-16,5-7 3 16,3-2 0-16,10-10-2 15,3-6 5-15,7 0-3 16,14 0 4-16,4-22-5 15,11-9 3 1,5-2-4-16,-4-1-2 16,0-3 0-16,-12 6 4 15,-17 0-4-15,-12 3 2 16,-13 4 2-16,-8 2 13 16,-12 4 11-16,0-1 3 0,-12 7 3 15,-20 0-10-15,-14-1-24 16,-7 4-5-16,-4-4 0 15,-1 8-16 1,4-5-31-16,10-2-32 0,7-1-44 0,8 1-38 16,4-3-16-16,5-4-21 31,12-6 99-31,4 1 33 16,4 12 21-16,0-1-51 0</inkml:trace>
  <inkml:trace contextRef="#ctx0" brushRef="#br1" timeOffset="76295.53">10812 15616 56 0,'0'0'114'16,"0"0"-67"-16,33-105 39 16,-29 92 60-16,-4 5-5 15,0 4-34-15,0 4 20 16,0-3-24-16,0 3-31 0,0 0-26 0,0 7-34 16,0 23-5-1,4 16 5-15,1 10 5 16,-5 15 8-16,0 6 2 15,0 9-12-15,0 7-6 16,0-1-5-16,0 1 0 0,0-13-3 16,0-13 2-16,8-8-3 15,-4-6 1-15,0-13 1 0,0-16-2 16,0-2 0-16,5-13-2 16,-5-3 2-16,0-3-24 15,-4-3-39-15,0 0-69 16,0 0-131-16,0 0-112 15</inkml:trace>
  <inkml:trace contextRef="#ctx0" brushRef="#br1" timeOffset="77177.25">11190 16300 307 0,'0'0'200'0,"0"0"-186"16,0 0-6-16,0 0 126 15,0 0-32-15,0 0-38 16,3-28-18-16,-3 25 5 31,0 3 2-31,0 0-5 0,0 0-10 16,0 0-5-16,0 0-16 16,0 0 4-16,0 0-5 15,0 0-3-15,0 10-6 16,0 14-7-16,0 10 10 15,0 6-3-15,0 6-6 16,0-3 3-16,0-3-4 0,0-2 3 16,5-10-2-16,-1-7 1 15,0-2-2-15,0-7 0 16,-4-12-8-16,4 0 8 16,-4 0 5-16,8 0-2 15,-3-16 5-15,3-15-3 0,8-2 0 16,1-1-4-16,-1-3-1 15,-3 9-1-15,3 9 1 16,-7 7-2-16,-5 6 1 0,-4 6-1 16,0 0-1-16,0 0-7 15,8 12 3-15,-5 13 7 16,10-4 3-16,-5 1-2 31,4-6 3-31,1-1 1 0,-1-9-5 16,5-3 8-16,-5-3-3 15,4 0-1-15,1-9 2 16,4-19-1-16,-6-2 4 16,-2-5 0-16,-9 2 4 15,-4-8-2-15,0 5 5 16,0-1-2-16,0 6-12 0,-13 6 4 16,5 7-2-16,-7 2-4 15,6 7-16-15,-7 6-34 16,7 3-41-16,5 0-211 15,0 0-313-15</inkml:trace>
  <inkml:trace contextRef="#ctx0" brushRef="#br1" timeOffset="78365.48">11649 16433 623 0,'0'0'20'0,"0"0"-14"15,0 0-6-15,0 0 37 0,0 0 1 16,0 0 18-16,0 0 12 16,9 40-30-16,-9-22 11 0,0 13 3 15,0 0-13 1,-5 6-15-16,-3-3-15 0,0-7-3 15,0 1-4-15,0-9-1 16,8-7 2-16,-4-6-3 16,4-6-5-16,0 0-60 0,0 0-99 15,0 0-35-15,4 0-27 16,0-9-161-16</inkml:trace>
  <inkml:trace contextRef="#ctx0" brushRef="#br1" timeOffset="79019.25">11776 16288 527 0,'0'0'49'16,"0"0"-48"-16,0 0 49 15,0 0 41-15,0 0-31 0,0 0-33 0,17-31 9 16,-13 59 56-1,4 6-41-15,1 2-22 0,-1 2-18 16,0-1 0 0,0-4-2-16,-3-8-1 0,3-3-2 15,-4-10 0-15,0-6 5 16,-4-3-4 0,4-3-1-16,-4 0 2 15,0 0 10-15,4-6 7 0,0-22-3 16,9-3-14-16,-1-2-5 15,5-5-3-15,-6 8 0 16,-3-1 0-16,1 3 0 16,3 10-5-16,-8 9 3 15,0 2 0-15,1 7 0 16,-5 0-3-16,0 0-11 16,0 28 16-16,0 3 7 15,4 9-2-15,0-3 1 16,4-3-4-16,-4-3-1 15,0-10 0-15,0-5 0 0,5-7-1 16,-5-6 1-16,0-3-2 0,0 0 0 16,0-6 1-1,5-19 3-15,7-5 3 0,4-8-6 16,0-2 3-16,-3 4-3 16,4-5 1-16,-5 11-1 31,-3 8 1-31,-9 13-1 15,0 5 7-15,-4 4 24 0,0 0 0 16,0 0-27-16,0 16 1 16,4 12-5-16,0 6 0 15,-4-1-8-15,4-2-32 16,0-3-25-16,-4 0-42 16,0-28-110-16,0 3-152 15</inkml:trace>
  <inkml:trace contextRef="#ctx0" brushRef="#br1" timeOffset="79636.25">12372 16303 110 0,'0'0'400'16,"0"0"-292"-16,0 0-96 15,0 0 93-15,0 0 23 0,0 0-59 16,0 0-17-1,0-15-16-15,0 12-7 16,0-1-5-16,0 2-3 0,4-1-9 16,4-1-12-16,0 4 0 0,5 0-2 15,-5 0 1-15,9 0 0 16,-5 0-1-16,5 0-2 16,-5 13 3-16,4 2 0 15,-7 13 0-15,-2 3-2 31,-7 3 3-31,0 9 2 0,0 6 0 16,-11-3-2-16,-14 0 2 16,0-5 0-16,4-14 2 15,1-5 9 1,7-7 1-16,9-9 4 0,4-3-15 16,0-3-1-16,0 0-2 15,0 0 6-15,21 0 3 0,12-5 3 16,16-11-6-16,0 4-4 15,5-3-2-15,0 2 0 16,-10-2 1-16,-3 2 0 0,-3 1-1 16,-11 3 0-1,-6 2-43-15,-13-2-48 16,-8-3-60 0,0 8-92-16,0-1-128 15</inkml:trace>
  <inkml:trace contextRef="#ctx0" brushRef="#br1" timeOffset="80354.57">12869 15073 336 0,'0'0'241'16,"0"0"-241"0,0 0 2-16,0 0 42 0,0 0 48 15,0 0-10-15,25-73-29 16,-25 73-7-1,0 0-16-15,0 0 6 0,0 0 3 0,0 0-39 32,-13 0 2-32,-20 27-2 0,-16 10 2 0,-12 12 10 15,-10 13 17-15,-6 9-1 16,-6 6-5-16,-3 3-2 16,1-9-14-1,6-12 3-15,22-16-6 0,12-15-3 16,20-10-2-16,12-9 0 15,9-3-24-15,4-6-56 16,0 0-56 0,0-6-57-16,0-16-42 15,9 4 0-15,-5 3 51 16</inkml:trace>
  <inkml:trace contextRef="#ctx0" brushRef="#br1" timeOffset="80603.87">12138 15415 138 0,'0'0'106'0,"0"0"-46"16,0-117 11-16,4 102 34 15,-4 5-1-15,0 10-17 0,0 0 7 0,0 0-16 32,0 25-57-32,-4 18 8 0,-17 10 21 15,1 5-9 1,-1-5-5-16,9-1-3 0,9-12-7 16,3-6-12-1,0-6 0-15,0-10-8 0,19-8 4 16,2-7 0-16,8-3 2 15,8 0 2-15,16 0-4 16,5-10-10-16,4-8-18 16,3 0-38-16,-3-4-87 15,-46 16-98-15,1-3-242 16</inkml:trace>
  <inkml:trace contextRef="#ctx0" brushRef="#br1" timeOffset="81313.55">13304 14867 629 0,'0'0'60'0,"0"0"-57"15,0 0 38 1,0 0 92-16,0 0-51 0,0 0-44 15,12-71-1-15,-12 71-21 0,0 0-2 16,0 31-14 0,0 18 4-16,0 9 9 0,-12 8-7 15,8-11-5-15,0-3 2 16,4-5-1-16,0-17-2 16,0-5 3-16,0-9-3 15,0-11 1 1,4-5 0-16,4 0 1 15,5 0 3-15,7-12 3 16,5-12-8-16,3-4 0 16,-3-3-13-16,4 3-17 15,-9 4 2-15,-3 11-3 16,-9 7 20-16,-4 6 7 16,-4 0-7-16,0 6 11 0,4 16 3 15,1 2 14-15,-1-2-3 0,7-10 3 16,-3-3 9-1,9-9-5 1,4 0 3-16,-1 0 3 0,5-12-10 16,4-16-2-16,-13-5 0 15,0-8-5-15,-8-4 16 16,-8-2 3-16,0 4-17 16,-4 0 10-16,-11 9-3 15,-6 9-7-15,0 7-11 16,5 5-1-16,-1 10-18 15,5 3-45-15,4 0-35 16,8 3-70-16,-5 10-175 16</inkml:trace>
  <inkml:trace contextRef="#ctx0" brushRef="#br1" timeOffset="82030.88">13949 14867 618 0,'0'0'175'16,"0"0"-119"0,0 0-19-16,0 0-31 15,0 0 34-15,24 114-25 16,-24-71-5-16,0 0-3 16,0-3-7-16,0-9 4 15,0-6-3-15,12-10 8 16,1-3 13-16,7-8-3 0,1-4 14 15,0 0-14-15,7-16-3 16,-12-12 5-16,-4-3 4 16,-3-2 8-16,-9-8-6 15,0 1-12-15,0 0 1 16,-25 0 8-16,-3 9-14 16,-1 13-10-16,0 3-2 0,0 15-11 15,0 0-39-15,1 0-2 16,-1 6-33-16,13 12-40 15,-1 1-41-15,13-4 38 0,4-2 27 16,0-4-21-16,8-6 34 16,21-3 32-16,9 0 48 15,2 0 10 1,5-3 0 0,1-13 7-16,-2 1 35 0,-2-1 40 15,-5 4 40-15,-4 3 3 16,-9 6-17-16,0 3 15 15,-3 0-35-15,0 18-23 0,4 13-20 16,-1 9-18-16,1 1-15 16,-5-2-8-16,-8 1-1 15,1 0 1-15,-9-12-3 16,-4-3-1-16,0-10 0 16,0-8 16-16,0-4 1 15,0-3 7-15,0 0 8 16,0 0 15-16,0-13-1 0,0-12-35 15,0-2 7-15,0-10 2 16,0-3-16-16,4 0-2 16,17-6-2-16,3-1 0 15,1 1-1-15,7 3-8 0,10 6-15 32,-5 9-28-32,0 3-35 15,-1 4-49-15,-7 6-130 16,-25 12-61-16,-4-1 73 0</inkml:trace>
  <inkml:trace contextRef="#ctx0" brushRef="#br1" timeOffset="82364.7">14778 14595 206 0,'0'0'152'16,"0"0"-51"-16,0 0-12 15,0 0-13-15,0 0 36 16,0 0 15-16,0 0-33 16,0-89-31-16,0 108-53 0,0 18 1 15,0 9 33-15,0 12-22 16,0 4-5-16,0 6-5 15,0-3-8-15,-4-1-3 16,0-14 0-16,-1-13 0 16,1-10 7-16,4-14 15 15,0-10 3-15,0-3-6 16,0 0 1-16,0 0 27 16,0-25-14-1,25-9-19-15,0-9-7 16,3-3-3-16,1 0-1 15,0 3-3-15,0 5-1 0,-9 14 0 16,-7 8-7-16,-2 7-23 16,-11 6-13-16,0 3-41 0,0 0-77 15,-11 22-93-15,-2-7-5 16,-3 0-247-16</inkml:trace>
  <inkml:trace contextRef="#ctx0" brushRef="#br1" timeOffset="82532.06">14855 14953 348 0,'0'0'265'31,"0"0"-176"-31,0 0 2 16,0 0 102-16,0 0-79 15,0 0-45-15,42 114-24 0,-13-95-18 16,4 2-10 0,7-9-11-16,-3 1-6 15,0-1-2-15,-3-9-48 16,-7 4-50-16,-22-7-116 0,-5 0-179 0</inkml:trace>
  <inkml:trace contextRef="#ctx0" brushRef="#br1" timeOffset="83968.59">15694 14734 597 0,'0'0'177'0,"0"0"-145"16,0 0 42-16,0 0 76 15,0 0-84-15,23-105-24 16,-23 102-18 0,4 0-3-16,-4 3-8 0,0 0 1 0,0 0 2 15,0 0-16-15,0 18-1 16,0 17 1-16,0 8 3 16,0 6 4-16,0 10-4 15,0 2-2-15,13 4-1 16,8-3 0-16,-1-1 1 15,5-2 2 1,-8-10-3-16,-5 0-5 16,-4-9-11-16,-8-5 9 15,0-8 5-15,0-5-5 16,-29-7 1-16,-12-3-20 16,-9-12-30-16,2 0 26 15,-6 0-22-15,13-9-32 0,9-15-48 16,7-4-46-16,0-3-42 15,13-3 112-15,7-6 89 16,5-3 19-16,0-6 13 0,9 2 7 16,16 4 4-16,12 9 36 15,-5 7 55-15,5 5-3 16,0 6-5-16,0 4 6 16,4 0-30-16,0 0-16 0,13-1-14 15,-1 1-18-15,4 3-5 16,-4 0-3-16,-3-1-18 15,-5 4-1-15,-8 0-7 16,-5 3 0-16,-11-3 3 16,-13-1-4-16,1 7 0 15,-9 0-1 1,0 0 1-16,0 0-7 16,0 13-12-16,-4 8 19 15,-13 13 3-15,5 7-1 16,-1-8 1-16,5 5 1 15,8-14-2-15,0-3 0 16,0-2 6-16,0-10-2 0,0-3 7 16,0 1-5-16,8-7 0 15,5 0 10-15,3 0-10 16,1-13 3-16,7-12-7 0,-3-5-2 16,0-4 0-16,0-6-1 15,-6 3-1-15,-3 6 1 16,1 9 1-16,-13 10 2 15,0 6-3 1,0 6 15-16,0 0-4 16,0 6-12-16,0 25-11 15,0 6 11-15,0 6 0 16,0-3 3-16,0-6-2 16,12-3 0-16,-4-3-1 15,1-13 0-15,3-3-1 16,-4-6 1-16,1 1-8 0,-1-7-15 15,0 0-11-15,5-13 6 0,-1-14-34 16,4-4-30 0,-4-3-24-16,4-6-14 15,-3 0 39-15,-1 0 51 16,-3 3 17-16,-1 12 23 0,0 6 18 16,0 7 29-1,-8 6 36-15,4 3 11 16,-4 3-15-16,0 0-17 0,0 6-23 15,0 19-5-15,5 12 8 16,-1 3-15-16,0 6-18 16,-4 3 1-16,4 1-3 15,0-7 0-15,0-6-3 16,0-10-4-16,-4-8 1 16,5-7-1-16,-1-12 0 15,-4 0 4-15,0 0 2 16,8-12 47-16,-1-19-31 0,10-3-20 15,-5-6 0-15,5 0-2 16,-5 7 1-16,0 2-2 31,1 15 2-31,-9 7 2 16,-4 6-3-16,0 3 6 0,0 0-6 16,4 21-8-16,4 7 8 15,5 3 0-15,-1 0 0 0,4-7-11 16,-4-5-6-16,9-1-5 15,-5-8-10-15,9-7-36 16,4-3-11-16,4 0-52 16,-5 0-93-16,-20-7-87 15,5-5-25-15</inkml:trace>
  <inkml:trace contextRef="#ctx0" brushRef="#br1" timeOffset="84405.23">17035 14888 356 0,'0'0'120'16,"0"0"-63"-16,0 0 44 0,0 0 25 15,0 0 8-15,0 0-61 16,0 0-72-16,-12-15 4 16,-16 55 1-16,-1 0-2 0,8 3 2 15,13 0 8-15,4-3-3 16,4-6-4-16,0-3 1 16,8-12-4-1,17-7 3 1,0-6 17-16,7-6 12 0,5 0-23 0,4-9-13 15,-4-19-4-15,0-12-8 16,-8-9-13-16,0-6 4 16,-13-11-11-16,1-7-20 15,-13-1 0-15,0 3-8 16,-4 15 37-16,0 16 23 16,0 15 36-1,-4 13 51-15,-5 12-15 16,1 0-17-16,-4 15-37 15,-1 26-11-15,-3 11 16 16,3 9-10-16,13 7-10 16,0-3 3-16,0 3-6 15,0-6 1-15,17-10 0 0,0-6 0 16,-5-15-1 0,-8-9-10-16,4-10-28 15,-4-6-39-15,-4-6-115 0,0 0-95 16,0-12-236-16</inkml:trace>
  <inkml:trace contextRef="#ctx0" brushRef="#br1" timeOffset="84686.25">17158 14993 462 0,'0'0'229'16,"0"0"-130"-16,0 0-4 15,-28-111 34-15,28 102-48 16,4 0-49-16,20-1-18 16,9 7-3-16,4-3 1 15,9-3-1-15,7 6 0 16,0-3-4-16,-3-1-2 0,-6 7 9 0,-11 0 9 31,-4 0 4-15,-12 0-9-16,-5 3-7 0,-3 19-2 15,-5 6-6-15,4 3-3 16,-8-1 3-16,3 1-3 16,-3-9-3-16,4-1-4 15,-4-8-3-15,4-4-9 0,-4-6-15 16,0-3-34-16,0 0-54 15,0 0-128 1,0-6-132-16</inkml:trace>
  <inkml:trace contextRef="#ctx0" brushRef="#br1" timeOffset="85526.57">17532 14617 570 0,'0'0'155'0,"0"0"-91"15,0 0 56-15,0 0 18 16,0 0-85-16,0 0-53 15,0 0-30-15,17-15-6 16,8 54-77-16,-6 5-121 0,10-1-44 31,-4-6 128-31,4-3 79 16,0-6 71-16,-13-7 2 16,4-5 36-16,-12-7 57 0,-4-6 8 15,-4 0 25-15,0 3-1 16,0 0 3-16,0 10-53 0,-20 11 1 15,-4 4 5 1,-5 4-22-16,4-2-15 0,5 4-14 16,7-3-24-16,9-3-8 15,4-9 2-15,0-7 10 16,0-3 9-16,21-9 2 0,12-3 12 16,4 0-14-16,7-12-9 31,6-16-6-31,-9 0 0 15,-4-8-4-15,-8-8-2 16,-5-2 0-16,-15 0-5 16,-9 6-11-16,0 6 8 15,-13 9 1-15,-12 13 7 16,-11 9-4-16,-1 3 4 16,-4 0-20-16,3 6-5 0,11 16-46 15,10 2-48-15,5-5-76 16,12-4 95-16,0-5 55 15,8-7 45 1,17-3 1-16,11 0 37 0,1 0 10 16,9-13 23-16,-6-12 2 15,1 1-7-15,-4 2-10 16,-8 10-4-16,-8 6 5 0,-14 3 1 0,-7 3-16 16,4 0-4-16,1 9-23 15,-5 28-13-15,4 9 8 16,4 4-8-16,0 2 2 15,5-6-4-15,-1-9 0 32,5-9 0-32,-1-13 1 15,-4-8 0-15,5-7 6 0,4 0-1 16,7-10 13-16,1-21-6 16,4-6-8-16,-4-6-2 15,-1 3-2-15,-8 6 0 0,1 7-1 16,-9 14 0-1,-8 7 0-15,0 6 12 0,-4 0-4 16,0 6-8-16,0 25-2 16,9 6 2-16,7 0 1 15,5-6-1-15,4-3-2 0,7-7-16 16,5-12-20-16,4-6-31 16,-24-3-36-16,-5 0-200 15</inkml:trace>
  <inkml:trace contextRef="#ctx0" brushRef="#br1" timeOffset="88657.65">7372 14664 389 0,'0'0'207'0,"0"0"-197"16,0 0 4-16,0 0 22 16,0 0 71-16,0 0-12 15,0 0-65-15,-8 2-5 0,8-2 8 16,0 0 13-16,0 0-3 16,0 0-7-16,0 0-12 15,0 0 3-15,4 0-16 0,13-12-1 16,8-3-5-16,2-1-5 15,11 1 2-15,-1 2-2 16,8-2 1-16,8 3 4 16,5-7 1-16,11 1 9 15,26 2-6-15,8-5 2 16,20 2 0 0,8 1-7-16,13 0-2 15,7 2 0-15,18 1-2 16,12 2 0-16,11 4 0 15,5 0 3-15,5 2-3 16,3 1 3-16,-8 0-2 16,1 0-1-16,-6 3 0 0,-7 3-1 15,-4-4 1-15,-13 2-1 0,0 2 1 16,-21 0 0 0,-11 0 1-16,-8 6 2 15,-13 6-2-15,-9 7-1 0,-8-1 0 16,-7 7 0-16,-9-4-2 15,-12 4 2-15,-1-3 0 16,-11 2 0 0,-5-5 0-16,-3-1-1 15,-9 1 1-15,4-7 0 16,-8 0 1-16,4-2 0 16,4-4 1-16,4 0-2 15,1 0 1-15,-5 0 1 16,-5-6-2-16,-7 4 1 15,-16-1-1-15,-9-3 1 0,-8 0 0 16,0 0-2-16,-20 0-13 0,-18-13-37 16,2 7-40-16,-9-3 11 15,8-1 28-15,8 1 34 16,1 6 15 0,11-6-3-16,5 6-18 0,8 0-22 15,-1-3-42-15,5 3-57 0,0 3-141 31</inkml:trace>
  <inkml:trace contextRef="#ctx0" brushRef="#br1" timeOffset="90154.66">7721 14380 413 0,'0'0'103'0,"0"0"-98"15,0 0-5-15,0 0 98 16,0 0-14-16,0 0-43 15,0 0-24-15,-13-16 3 0,13 16 30 16,0 0 14 0,0 0-12-16,0 0-5 0,-4 0-14 31,4 0-8-31,0 0 0 16,-3 0-14-16,3 0-4 0,-4 0-6 15,0 0 3 1,-9 0 3-16,1 6-1 0,-9 13-2 15,-3 6 8-15,-10 8 8 16,-6 7-4-16,-5 10-6 16,-1-1-4-16,1 1 5 0,9-4-5 15,2-6 5-15,14-3 0 16,12-3-10-16,3-9 2 16,5-1-3-16,0-2-1 15,5-7 1-15,23-6 7 0,6 4-3 16,10-7 2-16,14-3-3 15,4 0-2-15,11-3 1 16,6 0 3-16,7 0-3 16,8 0 3-16,-3 0-1 15,-22-9 5-15,-11 6-7 16,-29-4-2-16,-13 7-11 31,-16 0-16-31,0 0-72 0,0 0-121 16,-29 0-407-16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9T16:15:06.75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21965 6082 330 0,'0'0'24'16,"0"0"-22"-16,-40-118 20 15,32 90 3-15,8 4 54 16,-4 3 11-16,4 2-34 16,-5 0-24-1,5 10 3-15,-4 3 7 16,4 0-6-16,0 6 2 16,0-3-6-16,0 3 0 15,0 0-9-15,0 0-4 0,0 0-6 16,0 0-11-16,0 0-2 15,0 0-7-15,-4 0-2 16,4 0 3-16,-4 9 6 16,4 19 1-16,-4 15 8 0,0 6 4 15,4 13 8-15,0 6-16 16,0 9 0-16,0 6 3 16,0 7-1-16,4 2 3 15,4 3-10-15,5 1 6 16,3 5-1-1,-4 11-3-15,4 5-1 16,-12 3 4-16,8 4-5 16,-7-1 11-16,3 0-11 0,0 3 0 15,0 1 3-15,1-7 1 16,3-6-4-16,1 0 1 16,-1-6 0-1,0 3 1-15,1 0 0 0,-1 6 0 16,-1 9-2-16,6-2 0 15,-5 2 0-15,-3-3 2 16,-1 7-1-16,0-7-2 0,5 0 2 16,-5-5 2-16,4-11-3 15,-8-2-4-15,5-3 4 16,-1-6 0-16,-8-1 1 16,8 10 3-16,-8-7 8 0,0 4 0 15,0 3-6-15,4-3 0 16,1-1 2-16,-5-2-8 15,4-4 0-15,0-2 6 16,0-6-5-16,-4-4 1 31,7-3-1-31,-3-6 0 0,0-3 8 16,9 9-7-16,-5-3 2 16,0-3-4-16,1 6 1 0,-5 0-1 15,4 7 3-15,0 2-2 16,5-6-2-16,-1-9 1 15,-4-6 0-15,1-1 2 0,3 8 1 16,-4-1-3-16,1 0 0 16,-5-1 0-16,-4-2 6 15,0-3-3-15,0 3-3 16,0-3 2-16,3-3-2 16,1-1 3-16,4-5-2 15,-4-3 1-15,0-1-2 16,5 0 1-1,-1 7-1-15,-4-3 0 16,4-3 3-16,-3-1-3 16,-5 1 4-16,4-4-4 15,-4 6 2-15,8-2 0 16,0-4 0-16,0 7 6 0,1-7-7 16,-5 3 6-16,0-2 8 15,0 0-14-15,4 2 4 0,5-3-1 16,-5 1-4-1,5-1 2-15,-6 1 0 0,-3-7 5 16,4 0 3-16,-4 0-8 16,0-12 0-16,-4-6 10 15,5-3-8-15,-5-7-1 16,0-5 0 0,0-4-2-16,0 0-2 15,4-6 2-15,-4-3-1 0,4 0 0 16,-4 0-1-1,0 0-10-15,0 0-10 16,0 0-9-16,0 0-14 0,0 0-17 16,0-25-3-16,0-21 4 15,0-37-60-15,0 34-63 0,-4-17-192 16</inkml:trace>
  <inkml:trace contextRef="#ctx0" brushRef="#br0" timeOffset="4775.5">21913 5958 170 0,'0'0'170'0,"0"0"-121"15,0 0-19-15,0 0 45 16,0 0 4-16,0 0-9 16,0 0-14-1,0 0-2-15,0 0 3 16,0 0-25-16,0 0 7 15,0 0 3-15,0 0-14 16,0 0 10-16,-5 0-7 16,5 0-5-16,0 0-4 15,0 0-7-15,0 0-5 0,0 0 4 16,0 0-6-16,0 0 1 16,0 0-9-16,0 0 3 15,5 0-6-15,19-6 3 16,25-6 0-16,25-4 7 0,16-2-7 15,17 5 5-15,4 4-5 16,8 0-2 0,8 3 1-16,5 0-2 0,-1 3 3 0,-12-4 1 15,-8 7 2-15,-21-3-2 16,-21 3-1-16,-15-3 0 16,-17 0-1-16,-8 0 0 15,-9 0 1-15,-8 0 2 16,-3 3 0-16,-5 0-4 15,-4 0 1 1,4 0-12-16,-4 0 4 16,4 0-15-16,0 0 0 15,0 0-5-15,0-3-35 16,1 3-26-16,-1 0-54 16,0 0-46-16,-4 0-49 15,0 0-69-15</inkml:trace>
  <inkml:trace contextRef="#ctx0" brushRef="#br0" timeOffset="5477.44">23320 5900 154 0,'0'0'322'15,"0"0"-257"-15,0 0-64 16,0 0 60-16,0 0-9 16,0 0-35-16,0 0-12 15,21-4-2-15,0-1 7 16,3-2 0-16,4 1 5 0,5 3 1 15,9 0-2-15,-1-3-1 0,8-4 7 16,-4 4-3 0,5 3-7-16,-6 0-9 15,-7 0 1-15,-4 0-1 16,-4 3-1-16,-12 0 0 0,-6 0 2 16,-2 0-1-1,-9 0-1-15,0 0 0 16,0 0-1-16,0 0-16 15,0 0-26 1,0 0-8-16,0 0-21 0,0 0-38 16,0 0-56-16,0 0 59 15</inkml:trace>
  <inkml:trace contextRef="#ctx0" brushRef="#br0" timeOffset="11489.81">23603 6303 101 0,'0'0'24'15,"0"0"-24"-15</inkml:trace>
  <inkml:trace contextRef="#ctx0" brushRef="#br0" timeOffset="17217.49">23718 6026 38 0,'0'0'212'16,"0"0"-187"-16,0 0 12 15,0 0 77-15,0 0-32 16,0 0-30-16,-4-19-21 15,4 19-11-15,0-3-5 0,0 3-4 16,0-2 1-16,0-2 4 16,0 1-8-1,0 0 2-15,0 3 6 16,0-3-9-16,0-3-1 0,0 0-6 16,0 0 1-1,0-1-2-15,0 4 1 16,4 0 0-16,-4 0-2 15,4 0-2-15,0 3-35 16,1 0-78-16,-1 0-41 16,-4 0 8-16,0 0-25 15</inkml:trace>
  <inkml:trace contextRef="#ctx0" brushRef="#br0" timeOffset="20121.84">23821 6192 90 0,'0'0'26'0,"0"0"-25"16,0 0 5-16,0 0 53 16,0 0-15-1,0 0-28-15,0 0-12 16,0-31-3-16,-4 22 10 16,4 0 5-16,0 3-5 0,-4-3 14 15,0-1 2-15,4 1 5 16,-8 0-20-16,4 0 9 15,-5 3-4-15,5-1-8 16,0-2 11-16,4 6 12 0,0-3-11 31,-4-3-14-31,4 3-7 16,-4-1-1-16,-4 1 1 0,8 3 2 0,0-3 4 31,0 0 6-31,0 0 10 16,0-1-8-16,0 5-3 0,0-11 3 15,0 4 3-15,0-4-16 16,0 1 3-16,0 0-2 16,0 5-1-16,0-5 7 15,0 3 14-15,0 3 10 16,0 0 4-16,0 6 4 16,0 0-6-16,0 0-6 0,0 0-2 15,0-3 3-15,0-1-10 0,0 1-6 16,0 1-8-1,0 2 4-15,0 0 9 0,0 0-6 16,0 0-3-16,0 0 0 16,0 0-7-16,0 0 2 31,0 0 1-31,0 0-3 16,0 0 6-16,0 0-5 0,0 0-2 15,0 0-1-15,0 0-3 16,0 0-4-16,0 0-2 15,0 0 2-15,0 2 1 16,0 14 5-16,0 9 2 16,0 2 7-16,0 7-6 15,8 6-3-15,-4 7 2 0,0 2 0 16,0 4 5-16,5-1-6 16,3 12 4-16,-4-2-2 15,5 3-1-15,-2 3 2 0,1 0-3 16,-3 3 4-1,-1 8-3-15,0 5-1 0,-4-1 1 16,5 0 1 0,-1-3-1-16,0-6-1 15,-4 0 4-15,0 0-4 16,1 0 9-16,-1 3 4 16,8-3-10-16,-8 0 10 15,4-3-12-15,-3 0 10 16,3-3-6-16,-4-3-3 15,0 9 0-15,4-6 3 0,-3 5-2 16,2-5-1-16,1-3 0 16,4-6-1-16,-3-1-1 15,3 1 0-15,-4-4 6 0,1 3-6 16,-5 1 1-16,4 3-1 16,-4 2 2-16,0-5-2 15,5 3 0 1,-9 3 0-1,4-1 0-15,-4 4 0 0,0 3 2 16,0 0 3-16,0 0-4 16,0-3-1-16,0-7 3 15,0-2-2-15,4-7 4 16,0 1-4-16,0-1-1 0,0 0 4 16,-4 4-1-16,0-4 12 15,0 4-1-15,0 2-11 16,0-5-1-16,0-1 2 15,0 1-2-15,0 2 4 16,4 4-5-16,-4-1-1 16,0 1 3-16,0-1 1 15,0-5 8-15,0-1-3 0,5 4-7 0,-5-4 3 16,0 3-2-16,0 4-1 16,0 3 3-16,0 6 2 15,0 3-5 1,0-7-2-16,0 1 2 0,0-4 8 15,0-2-7-15,0 0 3 16,0 0-5 0,0 2 0-16,0-3-2 15,0 1-1-15,4 0 2 16,0-1 7-16,0 4-5 16,4 3 0-16,-4-4-2 0,-1 4 0 15,2-4 1 1,-1 1-1-16,0-3 0 15,0-3 5-15,0-4-5 0,0 0 2 16,5 1 0-16,-9-8-2 16,8 8 4-16,-8 0-4 0,4 2 0 15,0 4 0 1,-4 2 1-16,0-2 1 16,0-7 5-16,0 7-5 15,0-4 2 1,0 4-4-16,0-4 0 0,0 4-3 15,4-7 3-15,0 1 5 16,-4-7-5-16,0 4 0 16,0-2 3-16,4-4-3 0,-4-1-2 15,5-3 2-15,-5-6 0 16,4 6 3-16,-4-3-3 16,0 0 0-16,0 6-1 15,4 3 4-15,0 7-3 0,-4-4 0 16,4 3 2-16,-4 1 0 15,4-7-2-15,-4 4 1 16,4-1 1-16,1-3-2 16,-1-3 4-16,4 22-3 15,4 0-1 1,1 3 5-16,-5-7 5 16,3-18-9-16,-2-9 2 15,-5-6-2-15,0 0 1 16,0-7-1-16,4-2 0 15,-4-1-1-15,5-2 1 0,-5-4-1 16,0 0 0 0,0 4 0-16,0-4 0 0,0-3 1 15,-4 1-1-15,5-1 0 16,-5 0-1-16,4 3 1 0,-4 1 0 16,0-4-4-16,4 3 2 15,-4 0 1-15,0-5-7 16,4 2 6-16,-4 0-10 15,4-3 1 1,-4-6-2 0,0 4-17-16,0-4-28 0,0 0-41 15,0 0-65-15,0-10-53 16,-4-5-261-16</inkml:trace>
  <inkml:trace contextRef="#ctx0" brushRef="#br0" timeOffset="21728.72">22614 14404 174 0,'0'0'51'15,"0"0"-47"-15,0 0 16 16,0 0 46-16,0 0-6 0,0 0-18 16,0 0-2-1,0-9-14-15,0 9 13 0,0 0 13 16,0 0-6-16,0 9-4 15,0 16 5-15,0 9-3 16,0 3 7-16,-4 9-16 0,4 1-2 16,0 1-6-16,0 5 4 15,0-7-14-15,0-6-5 16,0-2-6-16,4-11 3 16,-4-5-3-16,9-4 4 15,-5-2 2-15,0-7-11 16,-4-6 2-1,4-3-3-15,-4 0 0 16,0 0-1-16,0 0-7 16,4 0-53-16,-4 0-71 15,4 0-12-15,-4-6-83 0,0 3-41 16</inkml:trace>
  <inkml:trace contextRef="#ctx0" brushRef="#br0" timeOffset="22411.47">22552 14873 284 0,'0'0'158'15,"0"0"-104"-15,0 0-19 0,0 0 57 16,0 0-14 0,0 0-20-16,-12 0-5 15,12 0-1-15,0 0-7 16,0 0 1-16,0 0-5 0,0 0-6 15,0 0-19-15,12 0 0 16,21-9 26-16,13-1-14 0,2-2-4 16,10 3-15-1,4 3 5-15,-1-3-11 0,5-1 0 16,4 4-2-16,4-3 3 16,-1-4-4-16,2 1 4 15,7-6-4-15,-8 2 0 16,8-2 1-1,-4 2 0-15,0 4 2 16,-4 6-3-16,-13 6 1 16,-7 0-2-16,-14 0 1 15,-3 0-4-15,-8 0 4 16,-4 0 0-16,0 0-1 16,0 0 2-16,-2 0 0 15,-6 0-1-15,0 0-1 0,-9 0 1 0,4 0 2 16,-4 0 0-16,-3-3-2 15,-1 0 0 1,0 3 0-16,0 0 0 16,-4 0 0-16,0 0 0 0,0 0 4 15,0 0-4-15,0 0-5 16,0 0-11-16,0 0-32 0,-12 0-35 16,-9 0-132-1,4 0-39-15,5 0-67 0</inkml:trace>
  <inkml:trace contextRef="#ctx0" brushRef="#br0" timeOffset="22928.31">23920 14676 29 0,'0'0'549'0,"0"0"-451"0,0 0-94 15,0 0 0-15,0 0 34 16,0 0 16-16,94-19-24 16,-53 16-2-16,5-3 5 15,-2-1 5-15,6 2-13 0,3 5 5 16,-4-3 2-16,-4 3-19 15,-3-4-3-15,-9 4-6 16,-14 0-2-16,-6-3 4 0,-5 3-1 16,-4-3 6-16,0 3 18 15,-4 0 7-15,0 0-9 32,5 0-19-32,-5 0-7 0,0 0 0 15,0 0-1-15,0 0-3 16,0 0-38-16,0 0-73 15,0 0-127-15,0-3-250 16</inkml:trace>
  <inkml:trace contextRef="#ctx0" brushRef="#br0" timeOffset="25539.69">21875 7287 382 0,'0'0'141'0,"0"0"-133"15,0 0-3-15,0 0 82 16,0 0-37-16,0 0-24 16,0 0-24-16,-8 6 2 0,8-6 19 15,0 0 0-15,0 0 14 16,0 0-6-16,0 0-13 0,0 0 3 15,0 0-10-15,0 0 3 16,12 0-1-16,9 0-12 16,8-3 3-16,3-6 6 15,14-1-8-15,3 4 3 16,8-6-2-16,13 2-1 16,0-2 0-16,8 0 0 31,8-3-2-31,5 2 3 0,15-6-1 15,5 4-1-15,8-3-1 16,-3 3 0-16,2-1 0 16,1 4 0-16,-8 5 0 15,-5 2 1-15,-2-2 0 16,-10 7-1-16,-4 0 0 16,-16 0 0-16,-1 0 0 0,-15 0 0 15,-12 0 0-15,-10 0-1 0,-11 0 3 16,-13 0-1-1,-4 0-1-15,-3 0 0 16,-5 0 5-16,0-3-4 16,0 3 8-16,0 0 19 0,0 0-9 15,0 0-5 1,0 0-14-16,0 0 0 16,0 0-11-16,0 0-93 15,-13 0-29-15,1 3-19 16,-1 0-143-16</inkml:trace>
  <inkml:trace contextRef="#ctx0" brushRef="#br0" timeOffset="26772.77">22187 8874 298 0,'0'0'129'16,"0"0"-112"-16,0 0 17 15,0 0 30-15,0 0-30 16,0 0-6-16,0 0 17 16,-8-12 6-16,4 12-16 0,4 0 6 15,0 0 25-15,0 0-24 16,0 0-23-16,0 0 0 15,0 0-4-15,0 0 0 16,0 0-6 0,0 0-3-1,0 0 6-15,0 0-7 0,0 0 0 16,0 0 0-16,12-3-5 16,17 3 20-16,16-6 10 15,9 3-18-15,8-4 8 0,7 2-15 16,14-5-1-1,11-2 1-15,16 3-3 0,5-10 2 16,8 7-4-16,5-4-1 16,-9 1 1-16,0 2 1 0,-9 4 0 15,-7 0 2-15,-21 6-1 16,-4 0 0-16,-16 3-2 16,-17 0 0-16,-4 0 0 15,-17-3 0-15,-7-1 0 16,-13 4 2-16,-4 0-1 15,0 0 8 1,0 0 3-16,0 0 1 16,0 0-13-16,0 0-15 15,-12 0-25-15,-1 0-46 16,-3 0-42-16,-1 0-29 16,9 0-55-16,-3 0-164 15</inkml:trace>
  <inkml:trace contextRef="#ctx0" brushRef="#br0" timeOffset="28068.91">22273 10607 349 0,'0'0'233'0,"0"0"-185"0,0 0-39 16,0 0 76-16,0 0-6 16,0 0-39-16,-8 0-7 0,8 0 10 15,0 0-8-15,0 0 8 16,0 0 4-16,0 0-9 16,0 0-10-16,0 0-10 15,16 0 2-15,13-3 12 16,9-9-13-1,14-1-6-15,6-2-6 16,16-1-4-16,8-3 2 16,8 7-1-16,9-6-4 15,0 5 1-15,-5-2 3 16,1-1-4-16,3 4 0 16,-4-3 1-16,-3 6 1 0,-5-4-2 15,-12 1 0-15,-9 3 2 16,-11 3-1-16,-10-1-1 0,-6 1 0 15,-14 3 0-15,-3 0-1 16,-13 3 0-16,5-3 1 16,-9 0 3-16,-4 3-3 15,0 0 0-15,0 0 0 16,0 0-2-16,0 0 0 0,0 0-11 31,0 0-1-31,0 0 2 16,4 0-16-16,-4 0-24 0,0 0-3 0,0 0-63 31,0 0-69-31,0 6-124 16</inkml:trace>
  <inkml:trace contextRef="#ctx0" brushRef="#br0" timeOffset="29514.95">22372 12077 298 0,'0'0'191'15,"0"0"-191"-15,0 0 5 0,0 0-5 16,0 0 51-16,0 0-11 16,0 0-7-16,16 0 11 15,-12 0-8-15,0 0 8 16,0 0 10-16,-4 0-4 15,9 0-13-15,-1 0-1 16,4 0 0 0,13-3 5-16,4 0-2 15,17-3-14-15,10-4 2 0,11-5-13 16,10 3 9-16,10-7-6 0,-6 4-2 16,9-1-1-16,-7 1-9 15,-1 6-1-15,-4-4 2 16,-4 7-5-16,-8-3 1 15,-5 9-1-15,-12 0-1 16,-11 0 0-16,-9 0-1 16,-10 0 1-16,-6 0 0 15,-5 0 1-15,0 0 0 0,-4 0-1 16,9 0 1-16,-1 0-2 16,9-3 1-16,4 0 0 15,7-1 2-15,-3-1-1 16,-1 5-1-16,-3 0 0 15,-8 0-3-15,-9 0-18 16,-4 0-31-16,-4 0-16 16,0 0-18-16,0 0 7 15,0 0 18-15,0 0 13 0,0 0 13 32,-8 0 13-32,4 0-62 0,-4 0-168 15</inkml:trace>
  <inkml:trace contextRef="#ctx0" brushRef="#br0" timeOffset="30787.35">22475 13498 356 0,'0'0'133'16,"0"0"-128"-16,0 0 12 15,0 0 61-15,0 0-34 16,0 0-24-16,0 0-6 16,-9 3 14-16,9-3 21 15,0 0 18-15,0 0 1 16,0 0-22-16,0 0-17 0,0 0-2 15,0 0-2-15,9 0 9 16,3 0-6-16,13 0-6 16,11-6-2-16,1-6-11 15,13-4 2-15,11-2 4 16,5-4-2-16,12 0 10 0,4 4-6 16,8-4-2-16,1 7-4 15,3-1-11-15,0 4 1 31,1 3 3-31,-9 3-4 16,0-3 2-16,-8 5-2 0,-8 4 0 16,-4-3 0-16,-8 1 1 15,-6 2-1-15,-2-3 0 16,-9 3 1-16,-4-4-3 0,-8 1-1 16,-5 0 3-16,-3 0-1 15,-13 0 0-15,1 3 0 16,-5 0-24-16,-4 0 25 15,0 0 4-15,0 0-4 16,0 0 0-16,0 0-2 16,0 0 2-16,0 0 0 0,0 0 0 15,0 0-20-15,0 0 1 16,0 0 6-16,0 0-23 16,0 0-51-16,0 0-91 15,0 0-65-15,-9 0-237 16</inkml:trace>
  <inkml:trace contextRef="#ctx0" brushRef="#br0" timeOffset="31778.12">23759 11975 280 0,'0'0'236'15,"0"0"-221"-15,0 0-5 0,0 0 21 16,0 0 6 0,0 0-26-16,25 0 0 0,4-9 12 15,3 3-6 1,5-3 3-16,1 2 23 0,3-2 6 16,-1 0-12-16,-2 3-2 0,3 0-11 15,-8 3-18-15,-5 0 0 16,-12 3-4-16,-7 0-1 15,-5 0 1-15,-4 0-1 16,0 0 2-16,0 0 1 16,0 0-2-1,0 0-2-15,0 0-3 16,0 0-14-16,0 0-39 16,0 0-54-16,0 0-54 15,0 0-110-15</inkml:trace>
  <inkml:trace contextRef="#ctx0" brushRef="#br0" timeOffset="32835.81">23751 10453 163 0,'0'0'85'0,"0"0"-46"16,0 0 16 15,0 0-5-31,0 0-23 0,0 0-9 16,-4-16 6-16,16 13 17 15,1 0-13-15,-5 0-3 16,5 0 1-1,3 3 8-15,5-3-8 0,3 0 9 16,4 3-14-16,10 0 8 16,3 0-9-16,3-4 7 15,-2 1 12-15,3 1-18 0,-9 2-5 16,-11 0-4-16,-4 0-11 16,-5-4-1-16,-7 4 5 0,-9 0-5 15,0 0 5 1,0 0-3-16,0 0 1 0,0 0-3 15,0 0-28-15,0 0-78 16,0 0-108 0,0 0-284-16</inkml:trace>
  <inkml:trace contextRef="#ctx0" brushRef="#br0" timeOffset="83638.95">24244 6113 174 0,'0'0'67'0,"0"0"-62"0,0 0-2 16,0 0 17-16,0 0-9 15,0 0-5-15,0 0-5 0,4 0-1 16,-4 0-8-16,0 0-32 16,0 0-100-16</inkml:trace>
  <inkml:trace contextRef="#ctx0" brushRef="#br0" timeOffset="84836.6">22302 6596 224 0,'0'0'27'15,"0"0"-27"-15,0 0 0 16,0 0-1-16,0 0 1 0,0 0-43 31,0 0-60-31,-4-6 94 16,4 6 8-16,0 0-18 15</inkml:trace>
  <inkml:trace contextRef="#ctx0" brushRef="#br0" timeOffset="86189.54">22286 6646 291 0,'0'0'57'0,"0"0"-28"16,0 0 18-16,0 0 53 15,0 0-47-15,0 0-24 16,0 0-12-16,-13-28 42 0,9 25 4 15,4 3-17-15,0 0-10 16,0 0-13-16,0 0-11 16,-4 0-12-16,4 0 0 0,0 0-11 15,0 3-13 1,0 18 24-16,0 7 0 0,0 3 2 16,0 6 2-16,0 0-3 15,0 0 2-15,4-3-3 0,0-3 0 16,0-6 2-16,0-10-2 15,-4-6 0-15,5-6 1 16,-5-3 0-16,0 0 0 16,0 0 3-16,4 0 4 31,-4 0 1-31,0 0 2 0,0 0 29 16,0-15 3-16,0-7-23 15,0-8-8-15,0-5 0 16,0-1-10-16,0-2 1 15,-9 5-2-15,5-2 1 16,0 8 2-16,0-1-2 16,4 4 3-16,0 2-3 0,0 4-1 0,0-1-1 15,0 7 0 1,0 2-1-16,0 4-1 16,0 3 1-16,0 3 0 0,0 0-10 15,0 0-4-15,8 6-21 16,5 22 34-16,-1 6 2 15,5 6 5 1,3 0-1-16,-3-6-3 16,-5 3 2-16,1-9-3 15,-6-10 0-15,1-3 1 16,-4-11 2-16,-4-1-3 16,4-3 1-16,-4 0 3 15,0 0-1-15,5 0 5 16,-1 0 4-16,0-7 2 0,0-11 10 15,8-10-20-15,1-2 0 16,-1-5-2-16,5-1-1 0,-1-4-1 16,1 2 0-16,4 5-1 15,-6-7 0 1,2 9 2-16,3 3-2 16,-7 9 3-16,-1 7-2 15,-8 9 0-15,-4 0-1 16,0 3-2-16,0 0-4 15,0 0-13-15,8 31-1 16,1 12 21-16,-1 9 7 0,4-2-4 16,1-1-1-16,-1-6-2 15,0 0 1-15,0-6 0 16,-4-9 2-16,-4-3-3 0,-4-10 0 16,4-6 0-1,-4-5 0-15,0-4 0 16,0 0-7-16,5 0-38 15,-5 0-51-15,0 0-54 0,0-4-270 16</inkml:trace>
  <inkml:trace contextRef="#ctx0" brushRef="#br0" timeOffset="86543.83">22926 6343 507 0,'0'0'102'16,"0"0"-84"-16,0 0-14 0,0 0 37 16,0 0-2-16,0 0-39 15,9-5 6 1,-1 41 39-16,-4 14 33 0,9 2-35 0,-2 7-13 15,5-1-1-15,-3 1-11 16,-1-1-5-16,1-5-9 16,-1-7-4-16,0-9 1 15,-7-9 2-15,-1-7-1 16,0-5-2-16,-4-4-3 16,0-6-97-1,0-6-212-15,0 0-256 16</inkml:trace>
  <inkml:trace contextRef="#ctx0" brushRef="#br0" timeOffset="97871.3">22323 7981 446 0,'0'0'82'0,"0"0"-82"0,0 0-20 15,0 0 20-15,0 0 14 16,0 0-13-16,-4 5 3 16,4-5 10-16,0 0 21 15,0 0 9-15,0 0-22 0,0 0-10 16,0 0-4-16,0 0 11 15,0-3 4-15,0 1-8 16,0 2 4-16,0 0 16 0,0 0-8 31,0 0 0-31,0-4-11 16,0 4 0-16,0 0 4 16,0 0-12-16,0 0 0 0,0 0 2 15,0 0-6-15,0 0-4 16,0 0-3-16,0 0-10 15,0 0 3-15,0 25 6 16,0 9 4-16,0 6 11 0,0 6-9 16,4 3 0-1,8-2-1-15,-3-1-1 16,3-6 1-16,0 0-1 16,-3-6 0-16,-2-6 2 0,-3-7-1 0,4-2-1 15,-8-13 0-15,0 3 0 16,4-6 2-16,-4-3-2 15,0 0 3-15,0 0 7 16,0 0-1-16,4 0 18 16,-4-3 19-16,0-18 2 15,0-10-30 1,0-13-15-16,0-1 2 16,0-5-2-16,0 1-1 15,0-1-1-15,0-2-1 16,0 0 1-16,0 6-1 15,0 6-1-15,0 9 1 16,0 6 0-16,0 10 1 16,0 2-2-16,0 4 1 0,0 9-3 15,9 0 0-15,-5 0-11 16,12 0-4-16,9 25 10 0,12 15 8 16,-3 6 0-16,6 6 1 15,-7-3 2-15,0-2-1 31,-4-4-2-31,-5-9 0 16,-4-9 2-16,-3-4-1 0,-9-9 0 16,0-2 0-16,-3-7-1 15,-1-3 5-15,0 0-4 16,0 0 6-16,0 0 6 16,-4-6 14-16,4-13 1 15,-4-5-23-15,4-11-4 16,1-5 1-16,3-9-1 0,-4-6-1 15,4-4 0-15,0-3 2 16,1 10-2-16,-5 12 1 16,-4 13 0-16,4 8 0 15,-4 10 0-15,0 9 0 16,0 0-1-16,3 0-8 0,5 21-12 16,5 29 17-16,7 11 3 15,1 13 7-15,-4 0-7 16,3 0 0-16,-3-9 2 0,-5-10 1 15,4-3-2-15,-12-12-1 32,0-5-1-32,0-11 0 15,-4 1-14-15,0-13-69 16,0-12-121-16,0 0-158 0</inkml:trace>
  <inkml:trace contextRef="#ctx0" brushRef="#br0" timeOffset="98287.4">23062 7915 733 0,'0'0'44'0,"0"0"-41"16,0 0 9-16,0 0 41 0,0 0-42 15,0 0-10 1,131-67 2-16,-85 64 4 16,-2 3-5-16,-7 0-2 15,0 12-1-15,-12 16-9 16,-8 12 9 0,-14 6 1-16,-3 12 4 0,-11 10 7 15,-27-6-3-15,-3 3-4 16,-5-16 6-16,10-2-1 0,11-17 22 15,9-15-6-15,12-2-11 16,4-7-14-16,0-2-19 16,25-4 19-16,23 0 20 15,10-19 0-15,8-3-6 16,-1 0-13-16,-7 7-1 16,-9 3-4-1,-12 9-92-15,-33 3-76 16,-4 0-179-16</inkml:trace>
  <inkml:trace contextRef="#ctx0" brushRef="#br0" timeOffset="98721.06">23004 9337 541 0,'0'0'321'0,"0"0"-298"16,0 0-12-16,0 0 50 0,0 0-19 15,0 0-42-15,4-13-14 16,0 13-51-16,-4 0-59 16,0 0-94-16,0 0-108 15</inkml:trace>
  <inkml:trace contextRef="#ctx0" brushRef="#br0" timeOffset="98905.77">23110 9858 839 0,'0'0'30'0,"0"0"-30"16,0 0-23-16,0 0 13 0,0 0-154 15,0 0-116-15,0 0 39 16</inkml:trace>
  <inkml:trace contextRef="#ctx0" brushRef="#br0" timeOffset="99098.45">23152 10107 635 0,'0'0'11'16,"0"0"4"-16,0 0 6 15,0 0 29 1,0 0-50-16,0 0-7 0,16 7-4 16,-12-4-34-16,-4-3-118 0,0 2-45 15</inkml:trace>
  <inkml:trace contextRef="#ctx0" brushRef="#br0" timeOffset="99273.96">23177 10351 593 0,'0'0'39'0,"0"0"-39"15,0 0-15-15,0 0 3 16,0 0-25-16,0 0-157 31,8 9 3-31</inkml:trace>
  <inkml:trace contextRef="#ctx0" brushRef="#br0" timeOffset="100039.68">23054 11035 668 0,'0'0'74'15,"0"0"-28"-15,0 0 80 0,0 0-35 16,0 0-51-16,0 0-28 16,-5-15-12-16,5 15 0 15,0 0-4-15,0 0-55 16,0 0-146-16,0 0-205 15</inkml:trace>
  <inkml:trace contextRef="#ctx0" brushRef="#br0" timeOffset="100224.48">23189 11368 149 0,'0'0'976'0,"0"0"-976"15,0 0 4-15,0 0-9 0,0 0 5 32,0 0-117-32,-17 10-40 0,30-10-21 0,-5 2-146 15</inkml:trace>
  <inkml:trace contextRef="#ctx0" brushRef="#br0" timeOffset="100424.9">23189 11368 695 0,'58'117'97'0,"-58"-117"-89"31,0 0 92-31,0 0-11 0,0 0-86 0,0 0-3 16,0 0-42-16,0 0-75 15,4 0-54-15,-4 0-30 16,4 3-79-16</inkml:trace>
  <inkml:trace contextRef="#ctx0" brushRef="#br0" timeOffset="101631.38">22544 12607 444 0,'0'0'253'0,"0"0"-230"16,0 0-9-16,0 0 85 16,0 0-30-16,0 0-42 15,0 0-20-15,-20-24 3 16,20 24 12-16,0 3-3 15,0 18-15-15,0 13 6 16,0 12-2-16,8 0 2 0,4 4-10 31,0-4 2-31,5-6 1 16,-5-9-3-16,1-6 0 0,-9-10 1 16,0-5-1-16,0-10 2 15,-4 0 1-15,0 0 24 16,0 0 41-16,0-10-13 15,0-18-25-15,0-12-23 16,0-6-5-16,-8-7 5 16,-5-5-6-16,9-3 2 15,-4 2 2-15,4 7-5 16,0 14 1-16,-4 11 8 0,8 11-5 16,0 14-2-16,0 2 1 15,0 0-3-15,0 0-10 16,0 24-8-16,24 16 18 0,5 12 6 15,4 7-6-15,4 0 2 16,-9-1-2-16,1-2-2 16,-8-10 2-16,-4-9-5 15,-5-16 0-15,-8-5 5 16,0-10 0 0,0-6-1-16,-4 0 1 15,5 0 0-15,-1-15 0 16,-4-20 4-16,0-10-1 15,4-17 2-15,0-3-5 16,-1-6 1-16,1 6 0 16,0 4-1-16,0 11 0 0,1 17 0 15,-1 14 0-15,-4 16 4 0,0 3-2 16,4 0-2-16,4 15-14 16,5 25 14-1,11 13 8-15,-3 8-7 16,4 7 1-16,-4-3 0 0,-2-6 0 15,2-4-2-15,-1-9 0 16,-7-6-2 0,-5-9-16-16,-4-15 16 15,0-1-6-15,-4-12-57 16,0-3-27-16,0 0-118 16,0 0-46-16</inkml:trace>
  <inkml:trace contextRef="#ctx0" brushRef="#br0" timeOffset="102169.24">23123 12863 499 0,'0'0'104'16,"0"0"-96"-16,0 0 70 16,0 0 34-16,0 0-50 15,0 0-10-15,4-43-12 32,-4 43-22-32,4 12-13 0,4 16 9 15,5 12 4-15,-5 3-1 16,0 0-12-16,1-6 0 15,-5-3-3-15,0-12-1 0,-4-4 4 16,0-11-5-16,4-7 1 16,-4 0 1-16,0 0 3 15,0 0 29-15,0-25-3 16,0-9-8-16,4-13-17 16,0 4-6-16,0 7 0 0,-4 5 1 15,0 9 3-15,4 13-1 16,-4 3-1-16,0 6 0 15,5 0-2 1,-1 0-10 0,4 9-9-16,9 19 19 0,2 9 8 15,2 3-1-15,4-3-4 16,-9-3-2-16,-3-1-1 16,-1-5-1-16,-4-6-13 15,1-7-58-15,-9-15-104 16,0 0-168-16</inkml:trace>
  <inkml:trace contextRef="#ctx0" brushRef="#br0" timeOffset="102387.14">23460 12934 956 0,'0'0'118'0,"0"0"-117"0,0 0 2 16,0 0 3-16,0 0-6 16,0 0-9-16,53-22 9 15,-28 19-1-15,-1 3-2 16,1-3-21-16,-9 0-61 16,-7 0-90-16,-9 3-138 0</inkml:trace>
  <inkml:trace contextRef="#ctx0" brushRef="#br0" timeOffset="102649.93">23674 12718 877 0,'0'0'112'15,"0"0"-106"-15,0 0-2 0,0 0 38 16,0 0-42-16,0 0-13 31,-21-3 13-31,21 34 8 0,17 9 20 16,-1 6-16-16,4 4-4 15,5 2-3 1,3 0-5-16,-3 1-1 0,0-10-12 16,-8-6-108-16,-13-34-91 15,-4-3-233-15</inkml:trace>
  <inkml:trace contextRef="#ctx0" brushRef="#br0" timeOffset="103791.13">22791 13985 711 0,'0'0'156'15,"0"0"-148"-15,0 0-2 16,0 0 46-16,0 0-40 16,0 0-12-16,0 0 0 0,0 25 3 31,12 15 18-31,5 3-12 15,-2 3 2-15,6-3-3 16,-13 1-2-16,1-11 1 16,-5-8-2-16,4-3-3 15,-8-10 9-15,4-9-5 0,-4-3 8 16,0 0 8-16,0 0 17 16,0-31 11-16,0-12-31 15,0-15-14-15,0-11-2 0,0-1-2 16,0 2 5-16,0 9-6 15,-4 16 2-15,4 15 4 16,-4 16-4-16,0 9 4 16,4 3 0-16,0 0-5 15,0 3-1-15,0 25-11 0,20 18 11 16,14 10 8-16,-5 6-8 16,-2-4 2-16,-2-5 1 15,-4-10-1-15,-5-7-1 16,-7-8-1-16,-1-19 1 15,-4-2-2-15,-4-7 1 16,0 0 0 0,0-9 3-16,4-29 1 0,0-11 3 15,1-16-5-15,-1-3-1 16,0-3 0-16,0 4-1 0,0 15 0 16,-4 17 2-16,0 17 1 15,0 12-3-15,0 6 7 16,0 0-4-16,11 24-3 15,2 19 0-15,7 13 8 16,1 6-1-16,4 2-7 16,0 1 2-16,0-3-2 15,-6-10-1-15,-2-11-17 16,-1-8-32-16,1-14-33 16,-5-7-60-16,-12-12-176 15,0 0-91 1</inkml:trace>
  <inkml:trace contextRef="#ctx0" brushRef="#br0" timeOffset="104247.99">23505 14072 440 0,'0'0'115'16,"0"0"-49"-16,0 0 60 16,0 0-9-16,0 0-52 15,0 0-32 1,0-4-18-16,0 29-6 16,0 15 7-16,0 6-11 15,8 4 5-15,1-1-3 16,3-9-6-16,-4-3 3 0,-3-12-4 15,-2-10 2-15,-3-9 0 16,0-6 1-16,0 0 1 16,0-6 38-16,0-31-14 15,8-12-18-15,0-10-8 0,0-5-1 16,5 11 2-16,-1 10-3 16,1 9 0-16,-1 15 0 15,0 10 1 1,5 9 7-16,0 0-7 15,10 31-1-15,7 18 28 0,7 7-8 0,-4 2-10 32,-1-2-9-32,-3-7-1 15,-8-8-3-15,0-11-56 0,-25-30-83 0,0 0-247 32</inkml:trace>
  <inkml:trace contextRef="#ctx0" brushRef="#br0" timeOffset="107095.67">24084 6300 241 0,'0'0'88'0,"0"0"-54"16,0 0-10-16,0 0 30 15,0 0-32-15,0 0-2 16,0 0 3-16,-8-3 25 16,8 0 0-16,0 3-7 15,0 0-4-15,0-3-3 0,0 3-3 16,0 0-5-16,0-3-14 15,0 3-8-15,0 0-1 16,0 0-1-16,0 0-2 16,0-6 1-16,0 3 0 0,4-4 3 15,4 5-3-15,5-5 0 32,3 1 2-32,0 0-3 15,8 3 0-15,9-3 2 16,5 3-2-16,7 0 0 15,0-4-1-15,0 7-2 0,1 0 0 16,-2 0-42-16,-27 0-94 16,-9 0-138-16</inkml:trace>
  <inkml:trace contextRef="#ctx0" brushRef="#br0" timeOffset="107346.97">24938 6328 531 0,'0'0'0'0,"0"0"-8"16,0 0 8-16,0 0 21 15,0 0-7 1,123 0 0-16,-98 0-4 15,-1 0 21-15,1 0 1 0,-5 0-16 0,5 6-14 16,-5 3-2-16,1 1-4 0,-17-7-51 16,0 3-158-1</inkml:trace>
  <inkml:trace contextRef="#ctx0" brushRef="#br0" timeOffset="107560.27">25431 6584 359 0,'0'0'8'0,"0"0"-6"16,0 0 4-16,0 0 8 0,0 0-7 15,0 0-5-15,131 43-2 16,-123-40-60-16,1 1-202 15</inkml:trace>
  <inkml:trace contextRef="#ctx0" brushRef="#br0" timeOffset="107761.43">25791 6849 32 0,'0'0'387'0,"0"0"-387"15,0 0-3-15,0 0 3 0,0 0 10 32,0 0-8-32,111 77-2 15,-86-52-16-15,0-1-95 16,-17-14 24-16,-4-4-8 16</inkml:trace>
  <inkml:trace contextRef="#ctx0" brushRef="#br0" timeOffset="107914.92">26231 7250 158 0,'0'0'65'0,"0"0"-35"15,0 0 34-15,0 0 8 16,123 71-63-16,-98-62-6 16,-1 10-1-16,1-4-2 15,0 6-26 1,-22-14-86-16</inkml:trace>
  <inkml:trace contextRef="#ctx0" brushRef="#br0" timeOffset="108061.78">26580 7703 219 0,'0'0'31'0,"0"0"-29"15,0 0 4 1,0 0-4-16,123 71-2 0,-111-65-18 15,-3 3-122 1</inkml:trace>
  <inkml:trace contextRef="#ctx0" brushRef="#br0" timeOffset="108230.5">26995 8338 64 0,'0'0'111'0,"44"111"-88"16,-19-71-19 0,4-3-4-16,0-3 0 15,-21-34-1-15,-4 0-47 16</inkml:trace>
  <inkml:trace contextRef="#ctx0" brushRef="#br0" timeOffset="109330.52">24014 6371 537 0,'0'0'73'16,"0"0"-66"-16,0 0 18 15,0 0 44-15,0 0-2 32,0 0-28-32,0 0-1 0,-13-21 18 15,13 21 2 1,-4 0-22-16,4 0-36 15,0 0-6-15,0 18-2 16,17 7 8-16,8 6 3 0,8 6-2 16,8-3 0-16,-1-1 1 0,6-5 4 15,-5-3-6 1,-1-3 2-16,-2-7 2 16,-9-3-2-16,-5-3-2 15,-7-2 1-15,-5-4 0 0,-8-3 4 16,1 0-4-16,-1 0 1 15,-4 0 4-15,0 0-6 0,0 0-46 16,0 0-109 0,0 0-181-16</inkml:trace>
  <inkml:trace contextRef="#ctx0" brushRef="#br0" timeOffset="109693.9">24051 6430 261 0,'0'0'254'16,"0"0"-194"-16,0 0-40 0,0 0 86 16,0 0-16-16,0 0-55 0,-78-74-17 15,78 59 31-15,0-7-3 16,0-3-13-1,0-6 8-15,0-5-27 0,16-2-6 16,13-8 4-16,12 0-3 16,13-6-5-16,7-4 0 15,5 3 10 1,-1 5-3-16,-3 10 4 16,-16 10-7-1,-23 16-6-15,-6 9-2 0,-13 3 0 16,-4 0-14-16,0 0-34 15,0 10-131-15,0 2-1 16,0 0-74-16</inkml:trace>
  <inkml:trace contextRef="#ctx0" brushRef="#br0" timeOffset="111137.67">24605 14139 589 0,'0'0'40'0,"0"0"-29"16,0 0 41-16,0 0 22 0,0 0-32 16,0 0-25-16,0 0 12 31,-4-15 17-31,4 15-10 15,0 0-9-15,0 0-13 16,0 0-8-16,0 0-3 16,8 0-1-16,13 0 2 0,-1-4-1 15,18-1-2-15,-2-5-1 16,5-2-20-16,9-6-88 0,-34 8-74 16,-3-2-138-16</inkml:trace>
  <inkml:trace contextRef="#ctx0" brushRef="#br0" timeOffset="111322.59">25114 13800 705 0,'0'0'92'0,"0"0"-89"15,0 0 23-15,0 0 40 16,0 0-40-16,115-92-14 16,-94 85-12-16,8 2-9 15,-5 1-71-15,0 1-14 16,1 0-47-16,-17 0-56 0,-3 0 36 31</inkml:trace>
  <inkml:trace contextRef="#ctx0" brushRef="#br0" timeOffset="111454.76">25570 13495 389 0,'0'0'64'0,"0"0"-64"15,0 0-35-15,0 0 3 16,0 0-230-16</inkml:trace>
  <inkml:trace contextRef="#ctx0" brushRef="#br0" timeOffset="111624.62">25858 13168 619 0,'0'0'21'0,"0"0"-21"16,0 0 0-16,0 0 2 15,0 0-2-15,127-95-53 0,-111 88-91 16,-3 5-21-16</inkml:trace>
  <inkml:trace contextRef="#ctx0" brushRef="#br0" timeOffset="111802.93">26358 12804 522 0,'0'0'30'0,"0"0"-26"15,0 0 2-15,0 0-6 16,123-104-14-16,-115 98-134 15,0-1-223-15</inkml:trace>
  <inkml:trace contextRef="#ctx0" brushRef="#br0" timeOffset="112010.2">26616 12435 385 0,'0'0'80'0,"0"0"-80"16,0 0 0-16,75-114 13 0,-46 86 15 15,3 0 9-15,9 0-10 16,-4 1-14-16,5-1-6 16,-10 0-6-16,1 3-1 15,-9-2-72-15,-24 21-60 16,0-4-105-16</inkml:trace>
  <inkml:trace contextRef="#ctx0" brushRef="#br0" timeOffset="112157.32">26920 11775 36 0,'0'0'293'15,"0"0"-288"-15,0 0-3 16,0 0 26-16,8-117 18 16,9 102-36-16,-5 2-10 0,-8 10-62 15,1 0-223-15</inkml:trace>
  <inkml:trace contextRef="#ctx0" brushRef="#br0" timeOffset="112326.61">26995 11485 480 0,'0'0'0'16,"0"0"-24"-16,0 0 24 15,0 0 10-15,0 0-10 16,0 0-21-16,56-92-52 0,-56 89-50 0</inkml:trace>
  <inkml:trace contextRef="#ctx0" brushRef="#br0" timeOffset="114014.72">24588 13763 367 0,'0'0'104'16,"0"0"-76"-16,0 0 21 15,0 0 26-15,0 0-37 0,0 0-13 16,9-9-2-16,-9 9 4 16,0 0 10-16,0 0 4 15,0 0 2-15,0 0-1 0,0 0-16 16,0 0-3-16,0 0-6 15,0 0-10-15,0 0-1 16,0 0-6-16,0 0 1 16,0 0-1-16,0 0 1 15,0 0-1-15,0 15 5 16,0 10-4-16,0 9 4 0,-4 12 3 16,-13 6-7-16,1 7 4 15,0-3-3-15,-5-1-2 16,9-3 0-16,-1-9 1 15,1-12 3-15,8-6-4 16,0-13 0-16,4-2 0 16,0-7 0-1,0 0 0-15,0-3 1 16,0 0 3-16,0 0 17 0,0 0 5 16,0 0-3-16,0 0 2 15,0 0-16-15,0 0 1 16,0 0-1-16,0 0-6 15,0 0 4-15,0 0-3 16,0 0-1-16,0 0 4 0,0 0-7 16,0 3-1-16,4 9 0 15,21 4 1-15,4 2 1 16,7 10 0-16,5-3-1 16,1-1 3-16,3 1-1 15,-5-7-2-15,-2-5 0 16,-1-1 0-1,-8-6 3-15,-6-3 1 16,-10 1 0-16,-5-2 8 16,-8-2-7-16,0 0 0 15,0 0 1-15,0 3 2 16,0-3-8-16,0 4-9 16,0-1-47-16,0-3-43 0,-12 3-370 15</inkml:trace>
  <inkml:trace contextRef="#ctx0" brushRef="#br1" timeOffset="140706.41">25972 9642 520 0,'0'0'97'0,"0"0"-91"15,0 0 22-15,0 0 63 0,0 0-46 16,0 0-19-16,-16-40 4 15,12 40 15-15,4-3-21 16,-4 0 19-16,-1 3 2 16,-7 0-24-16,-5 0-10 0,-3 0-2 15,-8 0-4-15,-5 6-3 16,-4 9 6-16,-9 7-6 16,2 3 1-16,-2-1 8 15,5 7 3-15,1 0-6 16,11 0 2-16,8-4-4 15,4 7-2-15,9 3-3 0,8 0 0 16,0 3-1-16,0 0 0 16,13-5 0-1,7-2 0-15,13-2 7 16,3-7-7-16,10-8 0 16,-5-1-2-16,4-5 5 0,4-10-5 0,5 0 4 31,3-13-1-31,9-24 8 15,7-6-4-15,-2-3-4 16,-6 0 2-16,-16 6-3 0,-20-1 2 16,-8 5-1-16,-21 2 3 15,0 3 8-15,-8 0-2 16,-29 6 30-16,-5 4-20 16,-2 2-6-16,-2 4-6 0,-3 6-8 15,8 3-5-15,4 3 0 16,4-1-42-16,0 4-22 15,8 0-64-15,21 0-188 16,-3 0-73-16</inkml:trace>
  <inkml:trace contextRef="#ctx0" brushRef="#br1" timeOffset="141127.54">25681 9337 245 0,'0'0'330'0,"0"0"-302"16,0 0 2-16,0 0 112 0,0 0-48 16,0 0-61-16,-37-37-16 15,37 37 11-15,0 0-1 16,0 6-7-16,0 21-12 15,0 14 65-15,0 14-15 0,0 13-28 16,16 9-11-16,1 13-1 16,3 11-9-16,5 4-2 15,-1 12-1-15,1-9-3 16,0 0-1-16,-1-10 3 16,-3-20-4-16,-4-11 5 15,-2-14-6-15,-11-13 3 16,5-12 2-1,-5-10-2-15,-4-6-1 16,0-9-1-16,0-3-1 16,0 0 1-16,0 0-1 15,0 0-16-15,0 0-35 16,0-3-53-16,0-6-178 0,0 0-203 16</inkml:trace>
  <inkml:trace contextRef="#ctx0" brushRef="#br1" timeOffset="143513.65">26260 10351 332 0,'0'0'150'0,"0"0"-137"16,0 0 36-16,0 0 46 0,0 0-44 31,0 0-10-31,0 0 12 16,4-31 29-16,-4 31-9 0,0 0-10 15,0 0-20-15,0 0-20 16,0 0-4-16,0 0-3 16,0 0-16-16,0 0-3 15,-8 0-7-15,-9 12 10 16,5 10 6-16,-9 3-1 0,9 6-3 15,7-1-1-15,1 1-1 16,4-3 0-16,0-1 2 16,0-2-2-16,13 0-1 15,-1-7-4-15,9-2-6 16,-1-4 7-16,-3-6-9 16,-5-3 0-1,5-3-11-15,-2 0-4 16,-2 0-1-16,7-6 2 15,-7-12-10-15,-1-4-2 16,1-2 3-16,-5-1 10 0,-4 0 18 16,0 4 7-16,0 5 1 15,-4 7 4-15,0 3 3 16,0 6 24-16,0 0 17 16,0 0-48-16,0 6 0 0,0 15 0 15,0 4 13-15,0 0-5 16,0 0-3-16,0-7-1 15,4-3-3 1,5-5 0-16,-5-4-1 0,4-6-2 16,0 0 2-1,9 0 6-15,-6-16 5 16,6-11 1-16,-1-4-6 16,-7 0-3-16,-5 0 7 15,-4 3 2-15,0 7 31 16,0 2-12-16,-17 10 19 15,-3 0-20-15,0 9-30 16,-1 0-8-16,1 0 3 0,-1 3-22 16,9 12-32-16,-1 4-58 0,13-1-29 15,0 1-26 1,0-10-63-16,0-6-22 0</inkml:trace>
  <inkml:trace contextRef="#ctx0" brushRef="#br1" timeOffset="144098.65">26600 10400 556 0,'0'0'57'0,"0"0"-56"0,0 0 27 31,0 0-27-31,0 0 30 16,0 0 23-16,33 105-38 15,-29-74-10-15,0 0 5 16,-4-6-7-16,0-10 14 16,0-6 10-16,0-6 7 15,0-3 1-15,0 0-7 16,0 0-8-16,4-9 14 0,4-13-6 0,1-9-23 16,-1 0-2-1,0 7-4-15,-4 2 0 16,5 10 0-16,-9 9 0 15,0 0-1-15,0 3 0 0,4 0-8 16,0 9-13-16,4 19 22 16,5 6 1-1,3 0 4-15,-4-7-2 16,4-5-3-16,-4-7-2 16,1-6-6-1,-9-5-13-15,0-4-25 0,0-7 27 16,0-26 15-16,1-7-61 15,-5-13-12-15,0 1 7 16,0-1 34-16,0-2 18 0,0 3 8 16,0 9 10-16,0 8 10 15,0 14 36-15,0 8 22 0,0 13 28 16,0 0-5 0,0 0-91-16,0 31-2 15,12 9 2-15,0 10 11 16,1 2-3-16,3-2-4 0,-3-1-4 0,2-9-1 15,-7-6-40-15,-3-10-43 16,-5-5 4-16,0-10-13 16,0-9-63-1,0 0-7-15</inkml:trace>
  <inkml:trace contextRef="#ctx0" brushRef="#br1" timeOffset="144554.47">26863 10477 314 0,'0'0'150'16,"0"0"-125"-16,0 0 0 0,0 0 76 15,0 0-49-15,0 0-21 16,65-49-12-16,-36 49-10 16,4 0-3-16,-4 0 2 15,-9 0-5-15,-3 0-1 16,-5 0 6-16,-4 0 2 16,0-13 0-16,-3-2-4 15,-5 0-4-15,0-1 7 0,0 7-7 16,0 6 7-16,0 3 35 15,-13 0-27-15,-3 9-11 16,-1 19-1 0,2 3 22-1,2 3 6-15,5-7-16 0,8 4-4 16,0-12-7-16,0-1-3 16,0-8-3-16,0-7 0 15,12-3-5-15,4 0 5 16,5-3 9-16,3-16 2 15,-3 0-11-15,-4-2-2 16,-1 9-38-16,-12 5 2 0,0 4 13 16,-4 3 15-16,0 0-6 15,0 3-20-15,4 16 23 16,1 0 13-16,7 2 0 16,5-5-8-16,-6-10-28 15,10-4-43-15,-5-2-23 0,1 0 40 31,-9-12-60-31,-8 0-75 16</inkml:trace>
  <inkml:trace contextRef="#ctx0" brushRef="#br1" timeOffset="144988.44">27294 10274 441 0,'0'0'287'0,"0"0"-280"16,0 0-5-16,-25 111 66 15,25-71-40-15,0-3-19 16,0-6-8-16,0-7 1 16,13-8 0-16,-9-4-2 15,4-9 0-15,-4-3-11 16,5 0-8-16,3-3 2 0,-8-21-2 31,8-11-15-31,-4-5-24 0,-4-6 6 0,4 0-29 0,1-9-8 16,-9-11 0-1,0 8 18-15,0 0-2 16,0 8-49-16,0 19 122 0,0 13 109 16,-5 12 82-1,-3 6 13-15,8 0-55 16,-4 0-64-16,0 27-85 16,4 20 46-16,0 14-23 15,0 4-3-15,0 6 6 16,12 3-12-16,13-6-4 15,4-7-10-15,0-5-31 16,-4-16 31-16,-10-6 0 0,-2-13-2 16,-9-5 0-16,0-10-78 15,-4-6-106-15,0 0-141 16</inkml:trace>
  <inkml:trace contextRef="#ctx0" brushRef="#br1" timeOffset="145157.91">27351 10450 804 0,'0'0'106'0,"0"0"-96"16,0 0 29-16,0 0-11 15,0 0-18-15,0 0-4 16,144-65-3-16,-90 52-3 16,-5 4-43-16,-41 6-208 15,-3 0-287-15</inkml:trace>
  <inkml:trace contextRef="#ctx0" brushRef="#br1" timeOffset="145689.87">27700 9824 356 0,'0'0'312'0,"0"0"-282"16,0 0-11-16,0 0 148 15,0 0-125-15,0 0-42 16,-37 0-10-16,37 0 10 16,13 0 2-16,7 0 17 15,9-6 2-15,7-4 0 0,10 1-2 16,8 0 1-16,-6 0 1 16,-2 2-9-16,-9 7-11 15,-8 0-1-15,-4 0-3 16,-18 0-23-16,5 0-47 0,-12 0-79 15,0 4-97-15</inkml:trace>
  <inkml:trace contextRef="#ctx0" brushRef="#br1" timeOffset="145974.76">27750 10015 707 0,'0'0'255'0,"0"0"-255"16,0 0-5-16,0 0 5 15,0 0 0-15,0 0 4 0,36 28 6 16,1-28 14-16,5 0-10 16,6 0 23-16,6-4-8 15,0-8-4-15,3-3-9 0,-8 3-6 16,-3 5-3-16,-14 1-6 15,-12 3-1-15,-3 0-18 16,-9 3-57-16,-4 0-126 16,-4 0-64-16,0 0-184 0</inkml:trace>
  <inkml:trace contextRef="#ctx0" brushRef="#br1" timeOffset="147424.87">28989 9444 438 0,'0'0'255'16,"0"0"-242"-16,0 0 29 15,0 0 86-15,0 0-71 16,0 0-27-16,0 0-12 16,-20-21-11-16,7 21 10 0,-12 0-10 15,2 3 33-15,-10 22-18 16,-9 9-5-16,1 12 3 15,-8 9-6-15,4 10 4 32,8 0-8-32,9 2-5 15,11-1-3-15,13-2 0 0,4-5-2 0,0-4-2 0,8-6 1 32,16-6-1-32,9-15 1 15,9-6 1-15,-5-6-3 16,3-16 3-16,1 0 1 0,5-4 3 15,-2-30 4-15,6-6-1 16,-5-6-5-16,-7-3 8 16,-6-1-7-16,-16 1 7 15,-16-3 5-15,0 5-4 0,-8-2 0 16,-17 6-9-16,-7 9-2 16,3 6 0-16,8 10-6 15,5 0-29-15,3 8-49 16,13 10-163-16,0 0-88 15</inkml:trace>
  <inkml:trace contextRef="#ctx0" brushRef="#br1" timeOffset="147846.72">28779 9065 426 0,'0'0'101'0,"0"0"-66"16,0 0 54-16,0 0 18 16,0 0-85-16,0 0-7 15,-23 68 42-15,23-3 6 0,0 6-9 16,0 12-4-16,0 9-10 15,0 10-13-15,16 12-1 32,-4 7 3-32,8 2-10 15,1 12 3-15,4-8-11 0,-5-7-6 0,1-9 0 32,-8-22-2-32,-5-18-1 0,-4-9-2 15,-4-16 9-15,0-12-6 16,0-9 4-16,0-16-7 15,0-6 1-15,0-3-1 0,0 0-20 16,0 0-12 0,0-9-59-16,-8-7-301 0</inkml:trace>
  <inkml:trace contextRef="#ctx0" brushRef="#br1" timeOffset="148696.37">29071 10372 285 0,'0'0'81'0,"0"0"-63"0,0 0 60 16,0 0 9-16,0 0-25 15,0 0 7-15,0-15 11 16,0 12 6-16,0 3-3 16,0 0-14-16,-3 0-15 0,3 0-14 15,0 0-20-15,0 0-10 16,0 0-10-16,0 15-24 15,0 16 24-15,0 9 12 16,0 6-9-16,0 7 2 16,0 0-5-16,11-1 2 15,-7-6 0-15,5-6-2 0,-5-12 6 16,-4-10-6-16,0-8 0 0,4-7 0 16,-4-3 2-16,4 0 7 15,0-7 8-15,0-26 12 16,5-14-17-1,-1-5-6-15,0 6-5 0,5 3 0 16,-5 8-1 0,0 11 0-16,-4 8 2 15,0 10-2-15,-4 6 0 16,0 0-2-16,0 0-19 16,9 16-5-16,-1 14 26 15,13 8 4-15,-6-5-4 16,2 1 1-16,-5-6-2 15,0-12 1-15,-3-7-3 0,-5-3 2 16,0-6-6-16,-4 0 7 16,0-12 13-16,0-19 6 0,0-12-8 15,0 0 11-15,0-1-13 16,-4 1 0 0,-9 3-3-16,1 6-2 15,4 6 3-15,4 7-6 16,4 9-1-1,0 2-1-15,-5 10-21 0,5 0-49 16,0 0-133-16,0 3-288 16</inkml:trace>
  <inkml:trace contextRef="#ctx0" brushRef="#br1" timeOffset="149183.74">29482 10659 511 0,'0'0'152'15,"0"0"-143"-15,0 0 43 0,0 0 64 16,0 0-84-16,0 0-23 0,0 0 0 16,-24 62 34-1,15-25 7-15,-3 6-36 16,-1 3-9-16,1-3 3 16,0-3-6-16,-1-6-2 0,5-9-58 31,0-3-67-31,8-22-50 0,0 0-157 15</inkml:trace>
  <inkml:trace contextRef="#ctx0" brushRef="#br1" timeOffset="149901.19">29638 10400 534 0,'0'0'94'0,"0"0"-85"31,0 0-8-31,0 0 90 16,0 0-53-16,0 0-38 0,20-3 14 15,-16 34 82-15,0 9-50 16,0 0-29-16,1-3-9 15,-1-3-2-15,0-6-1 16,-4-10-2-16,0-6-1 16,0-9-1-16,0-3 2 0,0 0 3 15,0 0 10-15,0-9 13 16,0-15 7-16,0-10-30 0,0 0-2 31,0-3 1-31,0 6-4 16,0 0 0-16,0 13 3 0,0 6 3 0,0 8 7 31,0 4-4-31,0 0-10 16,0 0-4-16,4 19-14 15,8 9 16-15,5 9 2 16,-1-1 6-16,-3 5-4 0,3-8 1 16,-3-8-3-1,-5-6 1-15,-4-7-1 0,0-9 0 16,0-3 0-16,-4 0 10 15,0 0-6-15,0 0 4 0,0-12 5 16,0-16 7-16,0-3-16 16,4-6-4-16,0-3 0 15,-4 0 2-15,0-3-2 16,4 9 0-16,0 6 1 16,-4 10-1-16,0 12 3 0,0 3-3 15,0 3 2-15,0 0-1 16,4 0-1-16,-4 9-13 15,8 22 13-15,1 9 0 16,3 6 15-16,5 3-10 16,-5-2-3-16,0-4 2 15,-3-3-4 1,-5-4 0-16,0-1-15 16,-4-8-32-16,0-2-73 15,0-25-110-15,0 0-132 16</inkml:trace>
  <inkml:trace contextRef="#ctx0" brushRef="#br1" timeOffset="150270.87">30069 10471 150 0,'0'0'333'15,"0"0"-333"1,0 0 0-16,0 0 36 16,0 0 29-16,0 0-19 15,0 0 14-15,24-52 32 16,-24 52 22-16,0 0-23 16,0 0-32-16,0 0-23 15,0 0-7-15,0 0 2 16,0 6-31-16,0 9 3 0,0 16 10 15,0 3 9-15,0 6-7 16,0 7-7-16,0-2-1 16,4-2-2-16,5 1-5 0,-5-7 0 15,0-6 0-15,4-13-28 16,-8-3-29-16,4-5-81 16,-4-10-165-16,0 0-175 15</inkml:trace>
  <inkml:trace contextRef="#ctx0" brushRef="#br1" timeOffset="151374.56">30159 9870 430 0,'0'0'147'0,"0"0"-114"16,0 0 13-16,0 0 107 15,0 0-75-15,0 0-46 16,-49-21 1-16,49 21 16 0,0 0-6 15,0 0-2-15,0 0 0 16,0 0-11-16,0 0-4 16,0 0-16-16,0 0-7 15,0-4-3-15,16 1-13 0,26 0 13 32,7-3 5-32,12-3 8 15,5-1-1-15,-5 1-2 16,-3 0-6-16,-8 3-1 15,-10-1-3-15,-15 5 0 0,-9 2 4 16,-7 0-4-16,-9 0 1 16,0 0-1-16,0 0 0 15,0 0-15-15,0 0-46 16,0 0-76-16,0 0-192 0,0 0-273 16</inkml:trace>
  <inkml:trace contextRef="#ctx0" brushRef="#br1" timeOffset="151890.57">31075 9602 578 0,'0'0'241'16,"0"0"-239"-16,0 0 56 16,0 0 89-16,0 0-96 15,0 0-35-15,0 0-14 16,-33-16-2-16,-17 41-2 0,-11 9 2 15,3 6 7-15,-3 12 1 16,16 4 12-16,4 2 1 16,16-5-21-16,12-1-3 15,13-8 2-15,0-8 0 16,9-5 1-16,16-6 0 0,12-10-1 31,4-8 1-31,4-7 3 16,17 0 1-16,-6-25 8 0,15-12-9 15,-5 0 1 1,-13-3-1-16,-12 0-2 16,-12-1 3-16,-21 1-4 15,-8-3-3-15,0 0-24 0,-12 3-81 16,-26-3-54-16,14 34-97 0,-5-3-143 16</inkml:trace>
  <inkml:trace contextRef="#ctx0" brushRef="#br1" timeOffset="152190.51">30959 9219 586 0,'0'0'109'0,"0"0"-77"15,0 0 58-15,0 0 4 16,0 0-86-16,0 0 20 15,4 112 46-15,5-44-37 16,-1 8 2-16,4 7-10 0,-8 16 5 16,5 6-4-16,-9 6-20 15,0 0-1-15,0 0-1 16,0-6-3-16,0-6-4 16,0-19-1-16,0-19-10 15,0-15 10-15,0-15 4 0,0-15-4 16,0-7-1-16,0-6-36 0,0-3-54 15,0 0-163 1,0-6-219-16</inkml:trace>
  <inkml:trace contextRef="#ctx0" brushRef="#br1" timeOffset="153250.75">31153 10296 51 0,'0'0'640'0,"0"0"-600"16,0 0-11-1,0 0 115-15,0 0-63 16,0 0-61-16,0 0-13 15,-13-50-1-15,13 50 8 16,0 0-7-16,0 0-7 16,0 6 4-16,0 19-4 15,0 9 25-15,13 3-1 16,-9 6-13-16,4 6-1 0,4-3-9 16,-3 1 3-16,-9-11-4 15,4-1 1-15,-4-14 0 16,4-9-1-16,-4-2 0 0,4-10 4 15,-4 0-3-15,4 0 11 16,0-3 3-16,5-25 14 31,-1-6-16-31,4-3-4 16,1 3-4-16,-6 0 0 0,5 10-5 16,-3 8 2-16,-9 4-1 15,4 9-1-15,-4 3 2 16,0 0-2-16,0 0-10 15,0 6-2-15,16 19 4 16,1 2 8-16,-5 4 3 0,9-6-2 16,-9-4 3-16,1-5-4 15,-5-10 1-15,-4-3 1 0,0-3 0 16,0 0-2-16,4 0 9 16,-4-18 3-16,4-13-1 15,-4-6 3-15,4-6-11 16,-8 2 4-1,0 4-5-15,0 4-1 0,0 5 2 16,0 10-2-16,-8 5-1 16,4 7-1-16,0 6-39 15,-4 0-60-15,0 0-293 16</inkml:trace>
  <inkml:trace contextRef="#ctx0" brushRef="#br1" timeOffset="153579.03">31617 10529 478 0,'0'0'242'0,"0"0"-148"15,0 0 10 1,0 0-2-16,0 0-93 16,0 0-4-16,0 75 9 15,-5-35-4-15,-7 0 2 0,-9 6-2 16,1-6-9-16,0 0-2 15,-1-3-43-15,17-31-114 16,0-2-123-16</inkml:trace>
  <inkml:trace contextRef="#ctx0" brushRef="#br1" timeOffset="154483">31826 10286 271 0,'0'0'330'16,"0"0"-303"-16,0 0-21 15,0 0 78-15,0 0-39 16,0 0-45-16,0 0 0 16,5 10 2-16,-2 20 61 0,1 7-18 15,0 6 7-15,-4-3-20 16,4 0-10-16,0-2-13 16,0-11 0-16,0-5-1 0,-4-7 2 15,0-6 5-15,5-9 2 16,-1 0-10-16,-4 0 12 15,0 0-2-15,4 0 14 16,-4-18 17-16,4-10-17 0,4-6-29 31,-4-6 2-31,1 0-3 0,3 0-1 0,-4 12 0 16,0 7 2-16,-4 15-2 16,4 6 0-16,-4 0-1 15,0 0-1-15,0 0-13 16,4 12-11-1,0 19 26-15,5 3 0 16,3 0 5-16,-4-1-4 16,-3-8-1-16,3-3 1 15,-4-10 0-15,0-6-1 0,0-3 0 16,-4-3 0 0,3 0 0-16,-3 0 2 0,0 0 0 15,0-12 9-15,4-13-4 16,1-6-4-16,3-2 0 15,0-8-3-15,0-2 0 0,1-6 0 16,-1-3 0-16,0 9 0 16,0 12 0-16,-8 15 0 15,5 7 0 1,-5 9 1 0,0 0-1-16,0 0 0 0,0 25-19 15,8 18 19-15,4 6 2 16,-3 9 4-16,3-2-5 15,0-3-1-15,-3-1 0 0,-1-9-3 16,-4-3-25-16,-4 0-55 16,0-3-53-16,0-34-179 15,0-3-79-15</inkml:trace>
  <inkml:trace contextRef="#ctx0" brushRef="#br1" timeOffset="155013.81">32266 10505 628 0,'0'0'179'16,"0"0"-176"-16,0 0 18 15,0 0 75-15,0 0-82 31,0 0-14-31,3-12-7 0,-3 24 7 16,4 9 33-16,-4 7 25 16,0 3-39-16,0 0-10 15,0 0 2-15,0 0 8 0,0 2-14 16,0-2 1-16,0-6 7 16,0-6-10-16,0-7 2 15,0-6-3-15,0-6-1 16,0 0 6-16,0 0 1 15,0 0 5-15,4-3 0 16,0-19 18-16,4-11-8 0,5-5-18 16,-5 5-5-1,9-5 3-15,-1 8-2 0,-3 8-1 32,3 4 0-32,-3 8 2 15,-5 4-1-15,0 0-1 16,0 6 0-16,0 0-2 0,0 0-2 15,4 0 2-15,1 12 2 16,7 13 2-16,5 0 5 0,0 5-7 16,-9 1 1-1,-3 0-1-15,-9 3 0 0,-4-3-1 16,0-1-28-16,0-23-53 16,0-4-239-16</inkml:trace>
  <inkml:trace contextRef="#ctx0" brushRef="#br1" timeOffset="156849.09">27738 12145 846 0,'0'0'70'0,"0"0"-66"16,0 0 72-16,0 0-13 15,0 0-63-15,0 0-13 16,0 0 3-16,-21 12 9 16,42-5 1-16,2-5 0 15,11-2 3-15,15 0 0 16,5 0 2-16,3 0-2 15,5 0-3-15,-14 0-10 0,-10 0-141 16,-34 0-56 0,-4 0-76-16</inkml:trace>
  <inkml:trace contextRef="#ctx0" brushRef="#br1" timeOffset="157049.81">27696 12465 677 0,'0'0'64'15,"0"0"-64"-15,0 0 0 0,0 0 16 16,0 0 10-16,0 0 3 0,165 38-9 16,-100-38-16-1,5 0-4-15,-5-10 0 16,-52 10-89-16,-5-3-245 15</inkml:trace>
  <inkml:trace contextRef="#ctx0" brushRef="#br1" timeOffset="157603.75">28924 12068 412 0,'0'0'237'0,"0"0"-217"15,0 0 55 1,0 0 86-16,0 0-106 15,0 0-24-15,-41-28-2 0,8 28 0 16,-13 6-2-16,-6 13-19 16,-10 12 10-1,-8 6-14-15,0 12 1 16,8 4 1-16,9 8-2 0,8 1 0 16,20-7-3-16,13-8-1 0,12-7-1 15,0-10-4-15,16-5 1 16,17-10 0-16,9-6-4 15,2-9 8-15,10 0 9 16,4 0-5-16,3-18 2 0,1-7-5 31,-6 1-1-31,-6-7 9 0,-9 0-7 0,-7-3 4 16,-14 0 1-16,-4 3 4 16,-8-2 14-16,-8-2-16 15,0 2-3-15,0-1 0 16,-17 6-5-16,2 4-2 15,7-1-1-15,-5 3-20 16,5 1-29 0,4 14-118-16,4 4-111 15</inkml:trace>
  <inkml:trace contextRef="#ctx0" brushRef="#br1" timeOffset="158021.51">28702 11732 415 0,'0'0'314'16,"0"0"-297"-16,0 0-2 15,0 0 92 1,0 0-58-16,0 0-29 15,-17-13-10-15,13 16 2 16,4 22 21-16,-4 9 6 16,0 9-9-16,4 6-5 0,0 10-5 15,0 6-3-15,0 9-5 16,0 12-7-16,0 13 5 16,0 6-7-16,8 6 5 15,5-4 2-15,-1-11-7 0,-4-10 0 16,1-8-2-16,-1-20 5 15,-4-5 4-15,0-20-8 16,0-5 0-16,-4-16 1 16,0-6-2-16,0-6 1 15,0 0-1-15,0 0-1 0,0 0-16 32,0-12-77-32,0-3-196 0,0-1-293 0</inkml:trace>
  <inkml:trace contextRef="#ctx0" brushRef="#br1" timeOffset="160483.17">28969 12798 481 0,'0'0'31'0,"0"0"-26"0,0 0 65 15,0 0-30-15,0 0-30 16,0 0-1-16,0 0-1 16,12-21 4-16,-12 17-1 15,4 4 15-15,-4-2 1 16,0-1-6-16,4 3-8 0,-4 0 1 15,0 0 2-15,4 0 0 16,-4 0-3-16,0 0-3 16,0 0 2-16,0 0 0 15,0 0 3-15,0 0-2 16,0 0-5-16,0 0 0 16,0 0-6-1,0 0 0-15,0 0 8 16,0 0-4-16,0 0 0 15,0 0-2-15,5 9-2 16,-1 12 10-16,4 7-2 0,4 9-2 16,-3 0 2-16,-1 6-5 15,4-6-2-15,-3 0-1 16,-5-3-1-16,0-12 2 16,-1-4 0-16,1-12 5 0,0 1 0 15,-4-4-2-15,0-3 2 16,4 0-3-16,-4 0 8 15,4 0 12-15,1-10 2 16,-1-18 13-16,12-5-30 16,-7-5-3-16,3-1-4 0,5-8-3 15,-9 4 0-15,8 0-3 16,-3 6 3-16,-5 6-1 16,9 6 1-16,-10 13-7 15,-3 3 7-15,0 9-5 0,-4 0-3 16,0 0-1-1,4 3-16-15,0 28 19 16,5 9 6-16,3 6 3 16,-4 6-1-1,9-2 0-15,-9-4-1 16,0-9 0-16,-4-9 0 0,1-9-1 16,-1-10 6-16,-4-6-3 15,0-3 8-15,4 0 4 16,0 0 3-16,4-15 5 15,1-17-3-15,3-4-14 0,-4-4-1 16,4 2-4-16,-4 2-1 16,0 5 0-16,-4 9 0 15,4 10 1-15,-8 9-1 16,0 3-2-16,0 0-2 16,5 0-16-1,-1 28 16-15,4 5 4 0,0 7 7 16,1 7-4-1,3-8-3-15,-4 2-1 0,-4-11-41 16,1-2-33 0,-5-21-104-16,0-7-172 0</inkml:trace>
  <inkml:trace contextRef="#ctx0" brushRef="#br1" timeOffset="161414.94">29580 12931 399 0,'0'0'53'0,"0"0"-15"15,0 0 55-15,0 0-31 16,0 0-29-16,0 0 26 0,0 0 19 15,-8-31-8 1,8 31-11-16,0 0-18 16,0 0-22-16,0 0-19 0,0 0 0 15,0 0-1-15,0 12 1 16,0 16 1-16,0 6 20 16,0 6-15-1,0-3 0-15,0 0-5 16,0-6 2-16,0-10 2 15,0-5-5-15,0-4 1 16,0-12-1-16,0 0 0 16,0 0 0-16,0 0 1 15,0-24-1-15,4-7 19 16,5-13-14-16,3 4-1 0,-4 1-3 0,1 2-1 16,3 9 1-1,-4 0-1-15,-4 13 1 16,1 5 4-16,-5 4 2 15,0 3 5-15,0 3-7 0,0 0-5 16,0 0-3 0,0 0-12-16,0 16 11 0,4 8 4 0,3 4 7 15,1 0-2 1,-4 3-3-16,0-4-1 0,1 1-1 16,-5 0 0-16,0-7 0 15,0 1 0-15,0-4-13 16,0-2-7-16,0-7-23 15,0 0-14 1,0 1 21-16,0-4-9 16,0 0 16-16,0 3 22 15,-9 0 7-15,-3-6 0 16,1 7 5-16,-2-4-3 16,5 0 14-16,-5-3 9 15,5 3-3-15,4-6 10 16,0 0-3-16,4 0-3 0,0 0-16 0,0 0-4 15,0 0-5 1,0 0-1-16,0 0-6 16,4 0 6-16,13 0 4 15,3 0 2-15,4 0-4 0,1 0 6 16,0 0-8 0,4-3-2-16,-5 0-154 15,-24 0-115-15</inkml:trace>
  <inkml:trace contextRef="#ctx0" brushRef="#br1" timeOffset="161764.2">29909 13005 676 0,'0'0'199'0,"0"0"-196"16,0 0 7-1,0 0-4-15,0 0-6 16,0 0-15-16,0 0 15 0,13 0 1 0,6 0 5 16,6 0 2-16,0 0 8 15,0 0-13-15,-9 0-3 16,5-7-90-16,-21 5-157 16,4-4-302-16</inkml:trace>
  <inkml:trace contextRef="#ctx0" brushRef="#br1" timeOffset="162448.76">30225 12832 640 0,'0'0'70'0,"0"0"-70"15,0 0 0-15,0 0 3 0,0 0 4 16,0 0-2-16,12 127 6 16,-12-93 13-16,0 2-12 15,0-8-2-15,0-3 1 16,0-10-1-16,0-8 12 0,0-4 4 16,0-3-10-16,0 0 4 15,4 0 15-15,0-7 32 16,0-14-34-16,0-10-24 15,0-3-2-15,-4-3-5 16,5-3 3-16,-1 0-3 16,0 3 0-1,0 3 4-15,0 6-6 16,0 16 0-16,0 6 4 16,-4 6 3-16,0 0-7 15,0 0-8-15,5 18 8 0,-1 13 0 16,0 6 19-1,4 9-15-15,0-5 0 0,1-8-4 16,-1-8 0-16,-4-7 2 16,0-11-1-16,-4-4-2 0,4-3 1 15,0 0-3-15,1 0 3 16,3-18 14-16,4-10 7 16,0-6-11-16,0-3-6 15,5-3-3-15,-9-1 2 16,4 1-3-16,1 4 2 0,-5 8-2 31,0 9 0-31,-8 16 2 16,0 3 7-16,0 0 17 0,0 3-26 15,8 25 7-15,-3 12-2 16,7 9 7-16,-4 0-10 16,5 4 1-16,-9-7-3 15,4 0-1-15,-8-11-34 16,0-8-36-16,0-2-28 15,0-25-96-15,0 0-195 16</inkml:trace>
  <inkml:trace contextRef="#ctx0" brushRef="#br1" timeOffset="163204.51">30738 12872 518 0,'0'0'50'0,"0"0"-16"15,0 0 120-15,0 0-74 16,0 0-66-16,0 0-1 16,0 0 14-1,0-12-12-15,0 31 5 16,0 8 32-16,0 4-3 15,0 3-47-15,0 0 4 16,0-6-6-16,0-4 0 16,0-5 4-16,0-7-2 15,0-6-2-15,4-3 5 16,-4-3-4-16,4 0 10 0,0 0 6 16,1 0 0-16,-1-21 28 15,4-10-19-15,0-3-21 16,1-6 3-16,7 0-7 0,-4 6 0 15,4 0-1-15,-4 10 0 16,1 11 5-16,-5 7-3 16,-4 6 3-1,0 0-5-15,5 0-9 16,-1 12 9-16,8 13 5 16,1 2 5-16,4 4 1 15,-2-3-10-15,-2 0 4 16,-5-6-5-16,-4-1 0 15,-8-2-2-15,0-1-27 16,0-3-44-16,-4-12-173 0,-8-3-471 16</inkml:trace>
  <inkml:trace contextRef="#ctx0" brushRef="#br1" timeOffset="164107.72">31025 12998 203 0,'0'0'67'15,"0"0"-21"-15,0 0 74 16,0 0-13 0,0 0-43-16,0 0 1 0,0 0-26 15,58 90-8-15,-54-65 10 16,-4-1-7-16,0-2-17 15,0-3-4 1,0-4 0-16,0-3-13 0,0 1 0 16,0-7-18-16,0-6-157 15,-4 0-388-15</inkml:trace>
  <inkml:trace contextRef="#ctx0" brushRef="#br1" timeOffset="164910.75">28165 13997 732 0,'0'0'119'0,"0"0"-116"16,0 0 77-16,0 0 63 16,0 0-100-16,0 0-37 15,-38 0 10-15,38 0-2 16,0 0 0-16,9-3-3 0,15 0 3 16,17-6 5-16,12 0 5 15,14 0-12-15,10-1-5 16,17 1-2-16,14-3 1 15,6 2 3-15,9 4-8 16,13 0 3 0,7 0-3-16,5 3-1 15,8-6 1-15,0-4-1 16,-4 4-2-16,-8-7 1 16,-5 8 1-16,-16-5 2 15,-20 4-2-15,-16 3 0 16,-26-1-1-16,-16 4 1 15,-16 1 0-15,-12 2 0 0,-5 0-1 16,-4 0 0-16,-8 0-9 16,0 0-2-16,0 0-1 15,0 0-24-15,-4 0-2 0,-33 0 7 16,-29 9-67-16,-16 3-127 16,37-6-55-16,-4-3-33 15</inkml:trace>
  <inkml:trace contextRef="#ctx0" brushRef="#br1" timeOffset="165299.59">29141 13914 591 0,'-201'9'5'16,"107"-6"39"-16,8-3-44 15,3 4 100-15,10-1-2 16,7 3-45 0,13 0-11-16,-1 3-6 15,17-2 2-15,8-2-6 16,12 2-11-16,6-4-5 15,7-3-6-15,4 3-3 16,0-3-7-16,0 0-3 16,0 6-6-16,24-3 9 15,17-3 0-15,21 0 27 0,11 0 2 16,18 0 0-16,16-3-6 16,12-9-3-16,20-4 1 15,13 4-9-15,8 0-3 0,9 2-2 16,-5 1-6-1,-8 0 3-15,-8 3 0 16,-12 0-1-16,-22 3 5 16,-24-1-8-1,-24 1 3-15,-25 3-3 0,-17 0 2 16,-15 0-2-16,-9 0 0 16,0 0 1-16,0 0-1 15,0 0-2-15,0 0-26 16,0 0-75-16,0 0-216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8:19:0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6179,'0'0'3025,"0"0"-2016,0 0-481,0 0 544,0 0 177,0 0-513,0 0-512,-7 27-160,7-27-64,0 0-32,0 0 32,0 5 32,0 11-32,0 6-1456,0 0-17,14-6 128,-14-5-1184,7-11-1088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8:27:0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12502,'0'0'0,"0"0"-3794,0 0 160,0 0 3634,0 0 929,0 0-929,0 0-304,-14 6-1393,14-6 464,7 0-63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26:21.30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7389 3166 379 0,'0'0'21'15,"0"0"-11"-15,0 0-9 16,0 0 58-16,0 0 6 16,0 0-34-16,0 0-15 0,0 0-14 15,4-13 0-15,-4 13 2 16,0 0 1-16,0 0-5 16,0 0-12-16,0 0-19 0,0 0-19 15,0 0-42-15,0 0-6 16,0 0-28-16</inkml:trace>
  <inkml:trace contextRef="#ctx0" brushRef="#br0" timeOffset="40513.36">3378 5678 388 0,'0'0'203'16,"0"0"-175"-16,0 0-26 0,0 0 20 15,0 0 77-15,0 0 13 16,0 0-41-16,-17 0-49 15,5 0 15-15,0 0-6 16,-4 0 14 0,-9 0-20-16,0 0-13 15,-12 0 11-15,-3 6-14 16,-14 9-1-16,0 10-4 16,-7 3 3-16,-1 9 2 15,1 6 7-15,-1 3-14 16,0 7 4-16,5 2-2 15,-1 10-3-15,10 5 0 0,-2 5 0 16,9 5-1-16,4 6 2 16,9 9-2-16,3 4 9 15,4 6-7-15,5 0-1 16,3 0-1-16,5-1 4 0,-4 5-2 16,-1-11 0-16,5 1-2 15,0-10 0-15,4 4 3 16,0-7-3-1,4-6 1-15,0-3 6 16,0-15 3-16,0-1-9 0,4-5 1 16,8 2 0-16,13-2-2 15,0-4 3-15,8-3-1 16,4-5 4 0,7 2-2-16,6-9 1 0,4-3 3 15,3 0 0-15,0-4-1 16,0 2-3-16,-3-5-4 15,4 1 0-15,3 3 1 0,-3 0 1 16,7-4-2-16,-7-2 1 16,3 0 0-16,-7-4 0 15,8-5-1-15,-10-4 0 0,-6-9 0 16,-1 0 0-16,-9-3 0 16,-7 0 1-16,-12 0-1 31,-1 0 1-31,-7 0 0 15,-5 0-1-15,0 0 1 16,0 0-1-16,-4 0 3 16,0 0 0-16,0 0 1 0,0 0-1 15,0 0-2-15,0 0 0 16,0 0 0-16,0 0-1 16,0 0 0-16,0 0-1 15,0 0 0-15,0 0-2 16,0 0-3-16,0 0 4 0,0 0-1 15,0 0 3-15,0 0 0 16,0 0-1-16,0 0 1 16,0 0-2-16,0 0 0 15,0 0 2-15,0 0 0 0,0 0 0 16,0 0 0-16,0 0 1 16,0 0-1-16,0 0-1 31,0 0 1-31,0 0 0 0,0 0 0 15,0 0 0-15,0 0 0 16,0 0 0-16,0 0 0 16,0 0 0-16,0 0-1 15,0 0 1-15,0 0-1 16,0 0-1-16,0 0 1 16,0 0-3-16,0 0 0 0,4 0 3 15,0 0-2-15,5 0 2 16,3 0 1-16,0 3 0 15,1-3 0-15,2 0 0 16,-2 4 0-16,-1-2 0 16,5-2 0-16,-13 0 0 0,4 0 1 15,-8 3-1-15,4 0 0 16,4 1 0-16,-3-1-1 16,3 0 1-16,4-3 0 15,1 6 0-15,-1-3 0 0,0-3 0 16,4 0 0-16,-4 0 0 15,1 0-1-15,-5 0 1 32,0 0-5-32,1 0 0 0,-5 0 2 15,-4 0-2-15,0 0 2 16,0 0-1-16,0 0 4 16,0 0 0-16,0 0-6 15,0 0-20-15,0 0-22 16,0 0-14-16,0 0-33 15,0 0-89-15,0-9-184 0</inkml:trace>
  <inkml:trace contextRef="#ctx0" brushRef="#br0" timeOffset="40900.17">3944 8449 665 0,'0'0'93'0,"0"0"-92"15,0 0 2-15,0 0 36 16,0 0 38-16,0 0-45 16,-115 62-19-16,95-28 3 0,-5 6 27 15,1 3 13-15,8 0-16 16,7-6-11-16,9-9-11 15,0-4-6-15,0-8-11 16,17-4 0-16,11-12 1 16,9 0 0-16,4-6 2 15,9-31-1 1,-6-12-3-16,-11-4-1 16,-16-2-2-16,-13 2 3 15,-4 10 4-15,-8 15 24 0,-29 13 32 16,-8 9-11-16,-4 6-30 15,3 0-19 1,13 18-31-16,29-5-106 16,4-4-463-16</inkml:trace>
  <inkml:trace contextRef="#ctx0" brushRef="#br0" timeOffset="47015.41">13723 7996 409 0,'0'0'85'16,"0"0"-75"-16,0 0 33 0,0 0 59 15,0 0-51-15,0 0-20 16,0 0-6-16,-9-10 3 16,9 10-1-16,0 0-1 15,0 0-5-15,0 0-12 0,0 0-1 16,0 0-6-16,0-3-2 16,0 3-11-16,0 0-19 15,0 0-11-15,0 0-25 16,4-2-54-16,1 2-88 15,-5 0-193-15</inkml:trace>
  <inkml:trace contextRef="#ctx0" brushRef="#br0" timeOffset="49270.34">14466 5456 424 0,'0'0'93'0,"0"0"-86"16,0 0 11-16,0 0 12 15,0 0 17-15,0 0-24 16,0 0-11-16,16-40-5 15,-12 37 22-15,-4 3 28 16,0 0 11 0,0 0 0-16,0 0 3 0,0-3-19 15,0 3-9 1,0 0-11-16,0 0-2 16,5-4-1-16,-5 4-7 15,0 0-1-15,0 0-2 0,0 0 0 16,0 0-7-16,4 0-3 15,0 0-4-15,4 0-3 0,9 0-1 16,6 0 1-16,15 0 2 16,7 0 0-1,1 0 0-15,6 0 1 0,6 4-4 16,-5 11-1-16,9 1 2 16,4 8-1-16,-1 7-2 15,5 0 1 1,-5 9 0-16,-2 0-1 15,-15 12 0-15,2 7-4 16,-9 9 0-16,-4 6 4 16,-9 9 0-16,5 0 0 15,-4 7 1-15,0 2 0 16,-4 10 0-16,-10-1 1 16,2 7-2-16,-1 7 1 0,-3 8 0 0,-5 0 0 15,0 0-26-15,-8 1 25 16,0-11 1-1,0 5-9-15,-8-8-2 16,-13-8 10-16,-7-3 0 0,0-10 1 16,-10-5 1-16,-3-11-1 15,0-7 3-15,-4-5-3 0,-8-8 6 16,-9-8-5-16,-8-4 3 16,-7-11-1-1,-10 1 4-15,1-6 6 0,-5 0 4 31,1-4-10-31,0 1-5 16,-5 3 3-16,1-1-2 0,3 1-2 16,10 2 2-16,3-2 2 15,8-3 2-15,1-1-3 16,2 4 0-16,5-3 1 0,1-4 4 16,4 1 2-1,8-4 0-15,-9-3 2 0,9-2-8 16,4-4 1-16,0 0 4 15,3-6-6-15,9 0-2 0,5 0 1 32,3 0 2-32,13 0 1 15,0 0 4-15,12-3 1 16,-4 0-7-16,4 0-4 0,0 3-1 16,0 0-10-1,0 0-1-15,0 0-22 0,0 0-22 16,0 0-17-16,0-7-49 15,4-5-78-15,0 9-65 16,4 0-59-16</inkml:trace>
  <inkml:trace contextRef="#ctx0" brushRef="#br0" timeOffset="49696.31">13501 8393 441 0,'0'0'190'0,"0"0"-125"16,0 0 24-16,0 0 50 15,0 0-54-15,0 0-45 16,0 0-21-16,-57 28 4 15,40 12 0-15,0 0 1 16,5 6-1-16,4 7-4 16,0-4-6-16,8 3-8 0,0-2 5 15,0-7-3-15,0-3-6 16,16-12 2-16,5-4-2 16,8-11 1-16,4-10 1 15,0-3 3-15,-1 0 3 16,1-34 1-16,-4-9-1 0,-8-12 5 15,-17-7 9-15,-4 7 1 16,-4 5-4-16,-38 7-10 16,-12 9-10-1,-15 9-21-15,-13 13-39 0,45 12-170 16,0 0-633-16</inkml:trace>
  <inkml:trace contextRef="#ctx0" brushRef="#br0" timeOffset="56229.38">4400 2595 223 0,'0'0'238'0,"0"0"-238"0,0 0 0 16,0 0 42-16,0-120 67 15,0 98-1-15,-4 4-32 16,-17 3-9-16,6-4-5 16,-6 3-12-16,-4 1-27 15,-4 3-23 1,-4-4 0-16,-4 10 0 16,1 3-10-16,-6 3 10 15,1 0 1-15,-3 25-1 16,-6 21 0-16,4 19 0 15,6 12 14-15,-1 9 1 16,16 3 1-16,17-2 0 16,8-13-16-16,0-10 1 0,25-11 0 15,12-13-1-15,7-12 1 0,10-10 7 16,8-15-1 0,3-3-7-16,5 0-35 0,-5-21-102 15,-40 6-113 1</inkml:trace>
  <inkml:trace contextRef="#ctx0" brushRef="#br0" timeOffset="56630.71">4622 2792 454 0,'0'0'174'0,"0"0"-169"15,0 0-1-15,0 0 69 16,0 0 0-16,0 0-51 16,0 0-10-16,-12 43-4 15,-1-3 12-15,5 1 0 16,8-4-5-16,0-9 0 16,0-7 3-16,0-2 7 15,0-13-16-15,21-6 8 0,-1 0-1 16,4 0 1-16,5-25-2 15,0-6 9-15,0-6-12 16,-13-3 0-16,-3 0 2 16,-13 6-9-16,0 3 3 15,0 6 17 1,-29 10-13-16,-12 12-12 16,-12 3-6-16,-9 10-2 15,-4 23-24-15,9 1-3 16,7 6-61-16,25-6-59 15,25-25-115-15,0-2-155 0</inkml:trace>
  <inkml:trace contextRef="#ctx0" brushRef="#br0" timeOffset="57147.93">4941 2805 414 0,'0'0'210'0,"0"0"-206"0,0 0-4 15,0 0 34-15,0 0 17 16,0 0-3-16,21-34-42 16,-17 52 0-16,0 20-5 15,9 5 42-15,-9 0-22 16,0 0-9-16,-4-9 2 0,0-10 25 15,0-5-2-15,0-10-3 16,0-9-7-16,0 0 0 16,0 0 18-16,4 0 16 15,0-28 9-15,9-12-58 0,-5-6-11 16,13-7-2-16,-5 5 1 16,1 10-19-16,-5 11 10 15,-5 8 5-15,2 13 1 16,-9 6 0-16,8 6-19 0,-4 34-15 15,4 12 25-15,5 7 12 16,3-7-1-16,5-2-5 31,0-13-5-31,-1-15 10 16,-3-7-5-16,2-12-4 0,-2-3 0 16,4 0 1-16,-5-31-14 15,1-9-29-15,-9-16-46 16,4-8-5-16,-3-10-13 15,-9 43-105-15,0-3 12 16</inkml:trace>
  <inkml:trace contextRef="#ctx0" brushRef="#br0" timeOffset="57301.57">5349 2472 625 0,'0'0'234'0,"0"0"-169"16,0 0-65-16,0 0 2 16,0 0 4-16,-13 169 1 15,13-89 6-15,13-5-12 0,7-5 2 16,0-8 0-16,-3-16-3 15,-5-12-4 1,0-9-22-16,-8-13-43 16,-4-9-23-16,0-3-79 15,0-6-125-15</inkml:trace>
  <inkml:trace contextRef="#ctx0" brushRef="#br0" timeOffset="57486.25">5249 2774 962 0,'0'0'1'16,"0"0"-1"-16,0 0 0 16,129 9 1-16,-56 0-1 15,5-2-3-15,0-7-35 16,-13 0-58 0,-3 0-24-16,-4-10-1 15,-50 1-49-15,-4-3-47 0</inkml:trace>
  <inkml:trace contextRef="#ctx0" brushRef="#br0" timeOffset="57823.43">5857 2669 581 0,'0'0'153'15,"0"0"-125"1,-143 80-20-16,94-21 37 0,3-7 4 0,18-2-14 16,15-10 10-16,9-9-22 15,4-10-11-15,0-6 6 16,12-8 9-16,17-7-6 15,13 0-9-15,-2-12 7 16,10-16-19-16,-13-10-8 16,-5-2-25-16,-16 7-3 0,1 2-16 15,-13 9 44-15,-4 13 8 16,0 9 39-16,0 0 19 16,-4 12-51-16,-13 25 12 15,5 9-11-15,8 1 6 0,4-4-14 16,0-12 0-16,16-6 0 31,9-10-5-31,8-15 3 16,0 0-7-16,8-7-21 15,4-20-54-15,-4-10-72 0,-3-6-95 16,-34 24-20-16</inkml:trace>
  <inkml:trace contextRef="#ctx0" brushRef="#br0" timeOffset="58036.01">6124 2716 347 0,'0'0'498'0,"0"0"-477"16,0 0-21-16,0 0 0 16,0 0 15-16,-102 138 7 15,93-98 12-15,5-6-19 16,4-3-11-16,0-3 6 0,0-16 8 31,4 1 4-31,25-11 4 16,8-2-17-16,16 0 5 15,13-15-14-15,-1-10-32 16,-7-3-82-16,-8-2-67 0,-42 17-45 16,-8 4-111-1</inkml:trace>
  <inkml:trace contextRef="#ctx0" brushRef="#br0" timeOffset="58308.21">6486 2358 599 0,'0'0'285'16,"0"0"-285"-16,0 0-41 0,0 0 41 31,0 0 34-31,0 0-29 0,0 0-5 0,-46 93 8 31,38-26 0-31,8 7-2 16,0 0-1-16,0 3 0 15,0-6-2-15,0-10-1 0,8-8 3 16,0-13-4-16,-8-9 0 16,5-16-1-16,-1-5-98 15,-4-10-111-15</inkml:trace>
  <inkml:trace contextRef="#ctx0" brushRef="#br0" timeOffset="58474.1">6178 2783 1117 0,'0'0'132'0,"0"0"-132"16,0 0-17-16,0 0 17 15,185-62 4-15,-83 47-4 16,13-6 0-16,-1 2-76 16,-72 16-125-1,-17 0-308-15</inkml:trace>
  <inkml:trace contextRef="#ctx0" brushRef="#br0" timeOffset="58874.77">7560 2496 874 0,'0'0'77'0,"0"0"-77"16,0 0-39-16,0 0 37 0,0 105 2 16,0-31 27-16,0 7-14 15,0-5-4-15,0-5-7 16,0-12 4-16,0-7 1 16,0-18-4-16,5-12-1 15,-5-10-2-15,0-12-11 16,0 0-81-16,0-12-87 0</inkml:trace>
  <inkml:trace contextRef="#ctx0" brushRef="#br0" timeOffset="59160.77">7446 2444 662 0,'0'0'202'0,"0"0"-169"16,0 0 13-1,0 0 8-15,0 0-41 16,0 0-6-16,172-92-5 15,-97 116-2-15,6 7 0 16,-3 3 0-16,-12 3-5 16,-29 0-46-16,-16 3-13 15,-21-6 20-15,-17 6 17 16,-45-3 27-16,-15 0 11 0,-18-6 24 16,5-6 11-16,0-10 5 15,20-12-10-15,8 0-27 0,26-3-14 31,15 0-17-31,21 0-125 16,0 0-15-16,16 0-159 16</inkml:trace>
  <inkml:trace contextRef="#ctx0" brushRef="#br0" timeOffset="59477.07">8136 2716 397 0,'0'0'39'15,"0"0"-29"-15,0 0 120 16,0 0 23-16,-20 111-50 0,-26-50-56 16,5 4-12-16,16-6-25 15,5-14-5-15,20-7-5 16,0-14 15-16,9-12 20 16,23-5 0-16,9-7-15 0,9-3-1 15,2-32-4 1,10-8 4-1,-16-6-3-15,-6-6-8 16,-19 5 3-16,-17-2 1 16,-4 9 5-16,-25 12 4 0,-24 10-6 15,-13 14-15-15,-7 7-4 16,7 7-16-16,4 24-31 16,22 9-60-16,32-19-123 15,4-6-266-15</inkml:trace>
  <inkml:trace contextRef="#ctx0" brushRef="#br0" timeOffset="59732.21">8653 2358 923 0,'0'0'182'0,"0"0"-162"16,0 0-20-16,0 0-2 15,0 0-23-15,0 0 25 0,-50 204 5 16,50-94-5-16,0-2-10 31,9-6-2-31,3-19 10 16,-12-12 2-16,0-12 0 0,0-19-1 0,0-6-30 16,0-34-111-1,-8 0-202-15</inkml:trace>
  <inkml:trace contextRef="#ctx0" brushRef="#br0" timeOffset="60161.71">8435 2882 737 0,'0'0'402'16,"0"0"-394"-16,0 0-5 16,0 0-3-16,0 0 20 15,148-62 0-15,-82 62-7 16,4-6-4-1,-1 0-5-15,-2 0-4 16,-15 0 0-16,-6-7-12 16,-9 4-46-16,-9-6-34 15,-12 5-65-15,-7 1-10 0,-9 3 55 16,0 3 84-16,0-3 28 16,-5 6 11-16,-3-4 30 15,4 2 21-15,0-1 23 16,0-4 8-16,0 4-20 15,-4 0-29-15,4 0-5 0,-8 3-17 16,-9 0-5-16,-4 0-2 16,-12 6-10-16,-4 13 3 15,1 15 11-15,2-1 10 16,9 7 2-16,9 1-22 0,16-4-8 16,4-6-1-16,0-7 7 15,24-8-1-15,22-7 12 16,12-9-7-16,11 0-1 15,5-9-10-15,0-10-4 16,-4-6-46-16,-59 16-137 16,-2-3-294-1</inkml:trace>
  <inkml:trace contextRef="#ctx0" brushRef="#br0" timeOffset="60897.11">9244 2762 584 0,'0'0'232'0,"0"0"-202"15,0 0-30-15,0 0-3 0,0 0-32 16,0 0 35 0,-41 111 14-16,28-53-9 15,5-2-1-15,0-10-3 0,4-12 0 0,4-13-1 16,0-11 9-16,0-10 26 15,0 0 41-15,0-19 9 16,12-21-19 0,13-12-60-16,4-7-1 0,-8 4-4 15,3 5-1-15,-7 14 2 16,-6 13-2-16,-2 15 0 0,-5 8 0 16,4 0-4-16,-4 31-8 15,4 17 12-15,5 11 16 16,7 3-13-16,-3-4 1 15,8-12-2-15,4-14-1 32,-6-14 1-32,6-12 3 0,-4-6 2 15,8-12-1-15,-4-28-5 16,-1-16-1-16,1-8-23 16,-12-10-39-16,-5-9-30 15,-8-7-47-15,-4 3 4 0,0 11-18 16,0 20 153-16,-21 29 127 15,5 14 149-15,-1 13-140 16,5 0-66-16,-5 31-57 0,2 37-7 16,3 18-2-16,3 16 0 15,9 3 1-15,0-10-5 32,17-12 0-32,7-15 1 15,-4-16-1-15,-3-14 3 0,-5-17-6 16,-8-12-28-16,0-9-38 15,-4 0-49-15,0-18-40 16,0-7-313-16</inkml:trace>
  <inkml:trace contextRef="#ctx0" brushRef="#br0" timeOffset="61168.8">9490 2913 286 0,'0'0'510'16,"0"0"-347"-16,0 0-116 15,0 0 35-15,0 0-72 0,0 0 10 16,62-90 5-16,3 81-7 15,10-3-6-15,6-1 8 0,6-2 1 16,-5 3 3-16,-12-1-14 16,-13 7-7-16,-16 6-2 15,-16 0-1-15,-13 13-4 32,-7 23-13-32,-5 14-14 0,0 2 27 15,-17 0-6-15,1-5-20 16,7-13 9-16,5-16 11 15,4-6 6-15,0-9-23 16,0-3-73-16,0-8-51 0,0-17-77 16,0 0-295-16</inkml:trace>
  <inkml:trace contextRef="#ctx0" brushRef="#br0" timeOffset="61269.01">10081 2398 901 0,'0'0'0'15,"0"0"-103"-15,0 0-301 16</inkml:trace>
  <inkml:trace contextRef="#ctx0" brushRef="#br0" timeOffset="61648.64">10652 2771 693 0,'0'0'165'0,"0"0"-133"16,0 0 97 0,0 0-11-16,0 0-77 0,0 0-41 0,-29-50-6 15,-32 91-2-15,-5 17-2 32,-12 1-10-32,8-1-1 0,13-8 18 15,16-16 3-15,16-13 0 0,13-8 1 0,12-11 3 16,0-2 4-1,12 0 20-15,33-18-5 0,21-19-8 32,-4-6-10-32,4 0-4 15,-9 9 1-15,-20 12-2 16,-8 10 9-16,-17 12 38 16,-4 0-6-16,-4 3-17 0,8 28-12 15,0 9 6-15,9 0-9 16,12-3-8-16,0-6-1 15,7-16-24-15,6-8-13 16,-34-7-36-16,1-4-190 16</inkml:trace>
  <inkml:trace contextRef="#ctx0" brushRef="#br0" timeOffset="61989.03">11054 2389 373 0,'0'0'265'0,"0"0"-97"16,-4-102-19-16,-3 93-38 15,2 9-31-15,-3 0-31 0,-13 21-49 16,-3 38-3-16,-5 27 3 16,0 13 2-16,12 15-1 15,6-3 1-15,11-9 7 0,0-13 15 16,0-15 9-16,0-19-21 16,0-12-8-1,0-15-4 1,3-28-63-16,-3 0-327 0</inkml:trace>
  <inkml:trace contextRef="#ctx0" brushRef="#br0" timeOffset="63376.59">6211 8360 245 0,'0'0'135'31,"0"0"-105"-31,0 0-26 15,0 0 73-15,0 0 31 0,0 0 12 16,0 0-26 0,52-50-2-16,-52 44-8 0,0 0-9 15,0-3-32-15,0 2-25 16,0-2-2 0,-4 6 0-16,-11 0 4 0,-14 3 6 0,-8 0-26 15,-13 12-2-15,-7 22-15 16,-5 10 17-16,5 11 5 15,-1 16-5-15,5 9 1 16,8 10 1-16,12-1 0 16,8-3-2-16,17-9 0 15,8-6 0 1,0-9 1-16,29-16-1 16,4-12-1-16,7-16-3 15,10-15 4-15,16-3 1 16,3-24 4-16,18-26 0 15,-5-14-4-15,-9-4 2 16,-15-6 0-16,-25-3 2 16,-20-9 1-16,-13-1 11 0,0 4 5 15,-25 12 1-15,-12 19-11 0,-5 18 1 16,-2 15-6 0,-10 13-7-16,4 6-13 0,2 3-24 15,2 19-53-15,38-7-103 16,4-3-249-1</inkml:trace>
  <inkml:trace contextRef="#ctx0" brushRef="#br0" timeOffset="63755.27">6001 8021 199 0,'0'0'500'15,"0"0"-404"-15,0 0-59 16,0 0 65-16,0 0 5 16,-13-62-42-16,13 62-36 15,0 18-28-15,0 22 10 16,0 19-2-16,13 12 20 16,-1 18-12-16,-8 19 1 0,1 19-1 15,-5 11 3-15,4 13 1 16,-4-3-10-16,0-9-11 15,0-12 4-15,0-23-4 0,-17-21 15 16,9-18-1-16,0-19-13 16,3-15 24-16,5-9-6 31,0-13-18-31,0-6-1 16,0-3-1-16,0 0-8 0,0 0-13 15,0-31-6-15,0-9-20 16,0 13-101-16,0 5-305 15</inkml:trace>
  <inkml:trace contextRef="#ctx0" brushRef="#br0" timeOffset="64278.55">6703 8979 471 0,'0'0'235'0,"0"0"-225"15,0 0-5-15,0 0 148 16,0 0-47-16,0 0-51 0,-74-43-30 16,25 58-25-1,-8 16 2 1,-1 6 2-16,4 9 13 0,10 4 12 16,15-1-1-16,16-3-16 15,13-3-12 1,0-12-3-16,33-3-5 0,20-12-32 15,9-11 27-15,7-5-16 16,2 0-44-16,-51 0-101 16,-7-12-136-16</inkml:trace>
  <inkml:trace contextRef="#ctx0" brushRef="#br0" timeOffset="64595.25">6547 9146 451 0,'0'0'562'16,"0"0"-562"-16,0 0-29 0,0 0 29 16,0 0 13-1,124-62-8-15,-80 59-2 0,-3 3-1 16,-12 0-2-16,-8 0 0 16,-4 12-2-16,-9 13 0 15,-5 0-1-15,-3 8 3 16,0 4 10-16,0 7 21 0,0-1-15 15,-7 3 2-15,-2-6-3 16,1 0-8-16,4 0 0 16,0-9-6-1,0-3 0-15,4-4 0 0,0-11 1 16,0-1-2-16,0-9-20 0,0-3-54 16,0 0-147-16,0 0-251 31</inkml:trace>
  <inkml:trace contextRef="#ctx0" brushRef="#br0" timeOffset="65012.6">7134 8794 789 0,'0'0'120'0,"0"0"-118"16,0 0 2-16,0 0 98 15,0 0-49 1,0 0-42-16,53 6-10 16,-7-6 5-16,7 0 1 15,13-6 1-15,-8 0-4 0,-2 6 1 16,-6-6 2-16,-17 6-2 16,-13 0-3-16,-12 0-2 15,-8 0 0-15,0 0 0 16,0 9-35-16,-12-6-95 15,-8 0-85-15</inkml:trace>
  <inkml:trace contextRef="#ctx0" brushRef="#br0" timeOffset="65482.85">8062 8476 699 0,'0'0'281'16,"0"0"-281"-16,0 0 7 0,0 0 65 15,0 0-2 1,0 0-68-16,-69-5 2 0,23 45-4 15,-8 12 4-15,2 13 9 16,2-4-3-16,17 10 1 16,0-6-7-16,16-7-4 15,17-2 1 1,0-7-2 0,13-9 0-16,20-5 0 0,8-17-1 15,9-12 2-15,2-6 2 16,10-3 0-16,4-31 1 0,-4-12 8 0,-6-4-7 15,-10-8 4 1,-17-7 6-16,-13-3 6 16,-16 1 15-16,0 5-5 15,-29 10-9-15,-20 12-2 16,-4 9-9-16,-13 18-10 16,-3 13-1-16,-2 0-16 15,10 0-47-15,45 13-114 0,4-4-520 16</inkml:trace>
  <inkml:trace contextRef="#ctx0" brushRef="#br0" timeOffset="65800.8">7910 8024 634 0,'0'0'527'0,"0"0"-527"0,0 0-34 16,0 0 34 0,0 0 22-16,0 0-22 15,0 49 0-15,16 13 2 16,5 11 17-16,-4 17 0 0,-5 21 4 16,0 15 0-16,-7 19-10 0,-5 13-1 15,0-8 6-15,0-5-10 16,-9-21-3-16,-3-23-2 15,-5-20-1-15,9-23 0 16,0-18-2-16,4-24 0 16,4-16-39-1,0-4-104-15,-4-27-527 16</inkml:trace>
  <inkml:trace contextRef="#ctx0" brushRef="#br0" timeOffset="69417.75">8583 9201 231 0,'0'0'80'0,"0"0"-46"0,0 0 20 15,0 0 41-15,0 0-34 16,0 0-21-16,0 0-1 0,4-6-8 31,-4 6-5-31,0 0 9 16,0 0 16-16,-16-3-13 0,-4 3-16 16,-1 0 5-1,-8 0-7-15,-4 0-11 16,-4 0 11-16,-4 15 2 0,0 4-3 15,0-1-5-15,9 1 7 16,3-1 4-16,4-2 4 16,17-1-4-16,4-3-15 15,4 4-9-15,0-4-1 16,4 4 0-16,25-4 5 16,8-3 5-16,16 1-3 0,4 2-4 15,0 0-1-15,1 0-2 16,-12 0-1-16,-14 1-1 15,-8-4-5-15,-11 0-2 16,-9 4-7-16,-4-4 5 0,0 6 4 16,-37 4 3-16,-12 3 4 31,-9-1 15-31,2-2 0 0,-2-4 22 16,8-2 3-16,10-1 5 15,3-6-14-15,12-3-18 16,8-3 1-16,9 0-5 15,4-6-9-15,4-22-35 16,0 13-117-16,0 2-278 0</inkml:trace>
  <inkml:trace contextRef="#ctx0" brushRef="#br1" timeOffset="84171.27">5361 9787 16 0,'0'0'105'0,"0"0"-82"0,0 0-21 31,0 0 16-31,0 0 9 16,0 0-21-16,0 0-6 15,0 0-11-15,0 0 11 0,0 0 0 0,0 0 0 16,0 0 0-16,0 0-23 16,0 0-54-16</inkml:trace>
  <inkml:trace contextRef="#ctx0" brushRef="#br1" timeOffset="85521.9">5332 9854 22 0,'0'0'28'0,"0"0"-16"16,0 0-12-16,0 0 57 15,0 0-26-15,0 0-10 0,0 0 3 16,25-36 3 0,-25 32-3-16,0-2 7 0,0 3-6 15,0 0-4-15,4 0-7 16,-4 0 9-16,0 3 11 15,0-3-5-15,0 3-8 16,0-3 9-16,0 0-7 16,0-1-14-16,0 4-7 0,0 0-2 15,0 0-4-15,0-2-5 16,0 2 4-16,0 0-7 16,0 0-51-16,0 0 50 15,0 0 3-15,0 0-15 16,0 0-33-1,0 0 2-15,0 0 9 0,0 0-35 16,-4 0-31 0</inkml:trace>
  <inkml:trace contextRef="#ctx0" brushRef="#br1" timeOffset="85709.13">5332 9854 292 0</inkml:trace>
  <inkml:trace contextRef="#ctx0" brushRef="#br1" timeOffset="87018.37">5332 9854 292 0,'4'-119'167'0,"-4"112"-103"0,0 7-36 0,0-3 31 0,0 0 3 16,0 3-7-16,0 0-16 0,0 0 2 16,0 0 13-16,0 0 12 15,0 0-10-15,0 0-13 0,0 0-16 16,0 0-12-16,0 0-9 16,0 0-5-16,0 0-2 15,0 0 1-15,4 0-2 16,1 6 2-16,-1 1 2 15,4 8 1-15,4 3 0 16,-3-3 0 0,2 10 2-16,1-3 0 15,1-1-1-15,3 1 2 16,-3-1-2-16,3 1 1 16,1-1 0-16,-5 4-2 15,5-3 0-15,-1-3-2 16,0 2 1-16,0-6 0 0,-3 1-2 15,-1-7 1-15,1 1 3 16,-5-5-3-16,4-1 2 0,-4-4-1 16,5 0 0-1,-5 0-2-15,5 0 1 0,2 0 0 16,2 0-1-16,3-13 9 16,1 4-1-16,0-9 3 15,3 2-7-15,1-3-1 0,3 1-1 16,1 0-1-16,4-1 0 15,0 1-1-15,-4 2 0 16,3 1 0-16,1 9-1 16,0 0 3-16,-8 3-3 15,0-1 2-15,-5 4-1 16,0 0 0 0,1 0-1-16,0 0 1 15,-1 4 0-15,-3 5 1 16,-1 0-1-16,1 3 1 15,7 4-1-15,-4 2 0 16,5-2 2-16,4 2-2 16,-8-5 2-16,4 2-1 15,-6 1-1-15,-2 2 0 0,-1-3 0 16,-3 0 1-16,-1 1-1 0,-4 6 0 16,1-4-1-16,-1 7 1 31,-4-4 0-31,-4 4 1 15,0-3 0-15,0-4 1 0,0-3-2 16,0-2 3-16,0-1-2 16,0-6 0-1,0 1 0-15,0-5 0 0,0 1 0 16,0-3 0-16,0 0 0 16,0 0 0-16,0 0 3 15,0 0 1-15,0 0-2 16,0 0-3-16,0 0-4 15,0-12 4-15,0 0 7 0,4-10-5 16,0 4-2-16,9-1 2 16,-5-2-1-16,7 2 0 15,2-2-1-15,4 2 1 16,3 1 1 0,5-4-1-16,0 4 0 0,8-1-1 0,-9 4 0 15,6-1 1 1,-1 4 1-16,-4-1 6 15,-2 5-4-15,-2 1 0 16,4 1-2-16,0 0-1 16,0 0-1-16,-1 0 1 15,1 2 0-15,4 1-1 16,0-3 1-16,3 6-1 0,-3-3-1 16,5 3 0-16,-1 0 2 15,3 0-1-15,1 0 1 16,1 0-1-16,-5 3 1 15,-1 10 0-15,1-4-1 16,-4 0 0-16,-4 4-1 0,-4-1 1 16,-1 0 0-1,-3 3 1-15,3-2-1 0,1-4 1 16,0 4-1-16,0-8 2 16,3-1-2-16,9-1 0 15,4-3 2-15,9 0-2 0,11-3 1 16,5-16 0-16,7-2 3 15,2-7-2-15,6 0 3 16,-6-3 3 0,-2 0 3-16,-7-2-5 15,-17-5 1-15,-12 2-2 16,-16 1 6-16,-9 11 9 16,-12 2 0-16,0 13 0 15,0-3-12-15,-4 6-8 16,-25 6-6-16,-16 0-41 15,20 0-79-15,-3 0-351 0</inkml:trace>
  <inkml:trace contextRef="#ctx0" brushRef="#br1" timeOffset="88249.67">3633 10647 448 0,'0'0'190'16,"0"0"-190"-16,0 0 0 16,0 0 44-16,0 0 37 0,0 0-48 15,0 0-20 1,3-34 34-16,-6 31 16 16,-5 3-27-16,-9-3-14 15,-4 3-3 1,-7 0-10-16,-1 0-6 0,-4 3-3 15,-4 12 6-15,0 4-3 16,0 5-3-16,0 1 3 16,5 3 1-16,-6 2 0 0,10 5 4 15,7 1-1 1,4-1-3-16,9-2-3 0,4 7 3 16,4 1 0-16,0-8 0 15,0 5-3-15,21-11 0 16,-1-2 0-16,9-10-1 15,4-3 2 1,0-3-2-16,4-9 0 16,0 0 2-16,8 0 1 15,0-9 0-15,4-12 0 16,1-7-3-16,-6 0 0 16,-2-2 0-16,-1-1-2 15,-8-3-12-15,-9-3-7 0,-12 0 12 16,1 0 3-16,-13 6 6 0,0 3 8 15,0 0-3-15,0 7 15 16,-9-4 5-16,-7 7 5 16,-8 2 5-16,-9 1-2 15,4 3-17-15,0 3-2 16,-4 5-2-16,5 1-12 16,-5 3-9-16,4 0-21 0,0 0-28 15,9 0-10-15,0 3-50 16,20 3-128-16,0-6-147 15</inkml:trace>
  <inkml:trace contextRef="#ctx0" brushRef="#br1" timeOffset="88667.1">3525 10332 631 0,'0'0'0'0,"0"0"-55"0,0 0 55 16,0 0 81-16,-24-104 4 0,24 101-45 15,-4 3-6-15,4 0 13 16,-5 0 24-16,5 0-7 16,0 6-48-16,-4 21-16 15,1 14 0-15,3 20 32 16,0 16 5-16,0 10-10 15,0 14-2 1,0 16-7-16,12 10 1 16,0-1-4-16,0-6-1 15,1-12-3-15,-1-12 0 0,-4-13-9 16,-3-18 4 0,-5-13 6-16,0-18 3 15,0-15-4-15,0-10 2 16,0-9-8-16,0 0-3 0,0 0-2 15,4 0-8-15,-4-22-17 16,0-9-32-16,0 0-52 0,0 19-136 16,0 0-279-16</inkml:trace>
  <inkml:trace contextRef="#ctx0" brushRef="#br1" timeOffset="89324.68">4203 11087 167 0,'0'0'550'0,"0"0"-550"15,0 0-8-15,0 0 8 0,0 0 76 16,0 0-33-16,0 0-37 0,-111-36 19 15,87 36 18-15,-1 12 0 16,-4 7-14-16,-4 2-6 16,4 10 12-16,-3 0-1 15,3 5-7-15,5 2-14 16,7-1-4-16,9 6 6 16,8-7-8-1,0-1 1-15,12-4-6 16,21-10 1-16,-4 1-3 15,3-7 2-15,1-6 1 16,0-3-2-16,0-6-1 16,4 0-5-16,-4 0-8 15,0-6-37-15,-4-9-72 0,-29 9-70 16,0 0-176-16</inkml:trace>
  <inkml:trace contextRef="#ctx0" brushRef="#br1" timeOffset="89660.93">4088 11312 658 0,'0'0'299'0,"0"0"-299"16,0 0-59-16,0 0 59 16,0 0 26-16,0 0-24 15,66-30-2-15,-41 30-3 16,-9 0 3-16,4 0-10 0,-8 0 6 15,-8 3-7 1,5 6 10-16,-9-3-2 0,0 6 4 16,0 4-1-16,0 9 4 0,0 2 20 15,-4 4-1-15,-1 3 10 16,1 0 7-16,4 0-11 16,0-3-6-16,0 0-15 15,0-7-6-15,0-2 2 16,0-7-3-1,0-5 0-15,0-1-1 16,0-6-41-16,0-3-62 16,0 0-79-16,0 0-156 15</inkml:trace>
  <inkml:trace contextRef="#ctx0" brushRef="#br1" timeOffset="90180.53">4597 11134 492 0,'0'0'138'15,"0"0"-124"-15,0 0 3 16,0 0 111-16,0 0-18 16,0 0-71-16,0 0-12 15,-87 21-1-15,51 1 19 0,3-1 1 16,4-2-12-16,4 0-14 0,13-1-12 16,8-3 1-16,4-2-9 15,0 2 0 1,21 0-5-16,12-2-1 0,4 2 6 15,0-2-1-15,3 5 0 16,2-3 0-16,-5 7-4 0,-8 3-2 16,-9-4 0-16,-12 4-2 15,-8-3 0-15,0-4 8 16,-21 0 1 0,-19 1 6-16,-14-3 23 0,-3-10-1 15,-5-3 0-15,13-3 11 16,4 0-10-1,16-22-22-15,13-5-7 16,16-1-31-16,0 0-56 16,45 0-27-16,-17 16-105 15,5 6-186-15</inkml:trace>
  <inkml:trace contextRef="#ctx0" brushRef="#br1" timeOffset="90631.85">5201 11042 906 0,'0'0'73'0,"0"0"-73"0,0 0 0 16,0 0 51-16,0 0-37 16,0 0-9-16,106-28 5 0,-56 28 12 15,-1 0-9-15,-12 0 7 16,0 0-13-16,-8 0-4 16,-9 0-3-16,-8 0 0 15,-8 6-11-15,-4 3-78 31,0-3-88-31,-4 1-102 0</inkml:trace>
  <inkml:trace contextRef="#ctx0" brushRef="#br1" timeOffset="90831.66">5278 11232 697 0,'0'0'288'0,"0"0"-288"0,0 0 12 16,0 0 6-16,0 0 33 15,0 0-14-15,91 4 4 16,-42-14-12-16,9-2-18 0,-5 6-8 16,-8-1-2-16,0 2-1 15,-7 5-28-15,-10 0-95 32,-28 0-150-32,0 0-127 15</inkml:trace>
  <inkml:trace contextRef="#ctx0" brushRef="#br1" timeOffset="91347.61">5948 10776 728 0,'0'0'246'0,"0"0"-246"16,0 0 0-16,0 0 31 0,0 0 35 16,0 0-44-16,-4-34-21 31,20 50 14-31,8 8 2 0,1 11 21 16,4 10-3-16,4 11-14 0,0 2-7 15,-1 8-2 1,-3-5-8-16,-4-3 4 15,4-11-7-15,-13-7 2 16,0-9-3-16,-4-10 0 16,-3-14 1-16,3-4 0 0,-8-3-1 15,4 0-2-15,1-19 2 16,3-18 12-16,5-12 19 16,-5-7-16-16,5-11-5 15,-1-8-6-15,8 4-3 0,5 4 2 16,4 8 3-16,0 10 6 15,-8 12 0-15,-1 9 10 16,-8 3 5-16,-3 10-10 16,-1 3-13-16,-8 5-4 15,4 7-2-15,-8 0-11 16,0 0-34 0,0 22-38-16,0-3-78 15,-8 2-290-15</inkml:trace>
  <inkml:trace contextRef="#ctx0" brushRef="#br1" timeOffset="91648.06">6633 11196 731 0,'0'0'261'0,"0"0"-261"15,0 0-46-15,0 0 46 16,0 0 72 0,29 123-41-16,-20-87-18 0,-1 2 9 15,-1-1 10-15,-3-6 12 16,-4 0-19-16,0-10-18 16,0-9-3-16,0-2-2 15,0-4-2-15,0-6 0 0,0 0-10 16,0 0-43-1,0-4-31-15,0-20-71 16,0 8-132-16,-7-2-93 16</inkml:trace>
  <inkml:trace contextRef="#ctx0" brushRef="#br1" timeOffset="91864.4">6588 11097 659 0,'0'0'177'0,"0"0"-166"0,0 0 9 15,0 0 116-15,0 0-80 16,127-68-38-16,-86 68-9 16,1 0 2-16,-9 0-5 15,-9 0-2-15,-8 0-4 16,-8 13-44 0,-3 2-40-16,-5 0-28 15,0-5-81-15,-9-5-152 16</inkml:trace>
  <inkml:trace contextRef="#ctx0" brushRef="#br1" timeOffset="92064.87">6592 11300 109 0,'0'0'673'0,"0"0"-592"0,0 0-74 16,0 0 92-1,0 0-32-15,0 0-60 16,0 0 4-16,66 19 22 15,-21-31-9-15,0-4-13 0,5 1-8 16,-6-1-1 0,-2 7-2-16,-14-3 0 15,-7 9-77-15,-21-1-140 16,0 4-198-16</inkml:trace>
  <inkml:trace contextRef="#ctx0" brushRef="#br1" timeOffset="92312.8">7002 11149 776 0,'0'0'262'0,"0"0"-262"16,0 0 8-16,0 0 14 16,0 0 3-16,0 0-10 15,17 120-10-15,-13-77-2 0,4 4 0 0,-4-4 0 16,-4-6-1-16,0-12-2 15,0-4-10-15,0-12-8 16,5-9-30-16,-5 0-79 16,0 0-73-16,0-6-92 15</inkml:trace>
  <inkml:trace contextRef="#ctx0" brushRef="#br1" timeOffset="93145.11">7007 11100 367 0,'0'0'83'0,"0"0"-72"0,0 0 79 16,0 0 25-16,0 0-64 0,0 0-30 16,0-18 17-16,0 18 14 15,0-7 16-15,0 1-2 16,4 0-19-16,12-3-11 16,1-1-16-16,3 4-7 31,5 0-4-31,4 3-4 15,-1 3 3-15,1 0-6 0,-4 0 5 16,4 22 2-16,-9-1-3 16,0 4 4-16,-8-1-2 15,-7 4-4-15,-1 0-1 16,-4-4 0-16,0 4-1 16,-17-3-1-16,-15-3 1 0,-5-1 1 15,-4-6-2-15,-1-2 3 16,10-7 0-16,3-6-1 15,13 0-1-15,3 0 1 16,9 0 1-16,4-3-4 16,0-6 3-16,4 0-7 15,25-4 1-15,0 4-2 0,7 3 3 32,2 0-1-32,7 6 3 0,-4 0 4 0,-4 0 1 15,4 12 1-15,-12 10-5 0,0 2 0 31,-9 4 1-31,-4 3-1 0,-12-3-1 0,-4-4-3 32,0 1 0-32,-15-1 3 0,-18-5-1 15,-13-7 3-15,-4-2-1 16,-6-10 3-16,-6 0-1 0,5 0-2 16,7-19 4-16,9-5-1 15,12-1-4-15,17-3-40 16,12 19-89-16,0 0-211 15</inkml:trace>
  <inkml:trace contextRef="#ctx0" brushRef="#br1" timeOffset="94348.34">7947 11100 644 0,'0'0'187'0,"0"0"-185"16,0 0 15-16,0 0 53 0,0 0 51 15,0 0-92-15,0 0-29 16,-16 3-13 0,49-3 13-16,11 0 4 0,10-3-1 15,8-10 0-15,15 8 7 16,-2-2-4-16,-2 1 0 0,2 6 3 15,-10 0-7-15,-12-3-2 16,-8 3 0-16,-8-3 1 16,-12 3-5-16,-13 0 2 15,-8 0-17-15,-4 0-28 16,0 0-23-16,0 0-5 16,0 0-33-1,-12-3-188-15</inkml:trace>
  <inkml:trace contextRef="#ctx0" brushRef="#br1" timeOffset="94895.88">8295 10896 387 0,'0'0'152'15,"0"0"-136"-15,0 0-13 16,0 0 84-16,0 0-5 16,0 0-10-16,0 0-10 0,0-12-8 15,0 12-22-15,0 0-7 16,0 0-7-16,0 0-5 15,0 12 1-15,-4 1-3 16,-15-1 0-16,-6 10-1 16,-8-1 0-16,-9 7-1 15,-6 3-4-15,-6 0 1 16,-8 2-1-16,9 1-1 0,0-6 10 16,7-3 6-1,22-3 3-15,8-4-6 0,8-3-4 16,8-2-11-16,0-1-2 15,8 1-1-15,21-4-2 0,11-3 3 16,14 0 2-16,3-3-1 31,9 0 6-31,-4-3-4 0,3 6-1 16,-7-3-2-16,-6 6 1 16,-14-2 0-16,-9 2-1 15,-13 0 0-15,-3-3 0 0,-5-2-4 16,-8-1-43-1,0 0-53-15,0-1-60 16,0-2-92-16,0 0-216 16</inkml:trace>
  <inkml:trace contextRef="#ctx0" brushRef="#br1" timeOffset="95439.85">8944 10607 634 0,'0'0'40'16,"0"0"-38"-16,0 0 37 0,0 0 111 0,0 0-99 15,0 0-51 1,-4 49 0-16,4 0 7 0,0 10 24 31,0 12 2-31,4-3-6 16,1 5-5-16,-1-5-1 16,4-3-4-16,-8-6-4 0,4-10-2 15,0-12-5-15,-4-9-4 0,4-10 1 16,1-8-2-16,-1-8-1 15,-4-2 0 1,8 0-6-16,-8 0-36 0,4 0-47 16,0-24-36-16,-4 12 1 15,0-4-129-15</inkml:trace>
  <inkml:trace contextRef="#ctx0" brushRef="#br1" timeOffset="95704.06">8957 10625 990 0,'0'0'65'16,"0"0"-65"-16,0 0 0 0,0 0 18 16,0 0-11-1,0 0-5-15,131-49-1 0,-85 40 0 16,-2-1 4-16,1 4 1 15,-3 0-3-15,-9 0-3 16,-5 3 0-16,-12 3-1 0,-7 0-39 31,-9 0-62-31,0 18-63 16,-17 4 35-16,-4-13-108 0</inkml:trace>
  <inkml:trace contextRef="#ctx0" brushRef="#br1" timeOffset="95908.69">8924 10961 688 0,'0'0'106'15,"0"0"-101"-15,0 0 33 16,0 0 6-16,0 0 7 16,0 0-16-16,94 15 39 0,-40-36-29 15,3-4-31-15,4 7-11 0,-11 2-1 16,-9 4-2-16,-13 6 0 15,-7 6-19 1,-13 0-108 0,-8 0-113-16,0 0-112 15</inkml:trace>
  <inkml:trace contextRef="#ctx0" brushRef="#br1" timeOffset="96336.62">9503 10462 333 0,'0'0'359'0,"0"0"-274"0,0 0-71 15,0 0 77-15,0 0 11 16,0 0-27 0,-9-37-47-16,9 67-28 0,0 14 0 15,0 18 25-15,0 5 2 16,9 10-13-16,-5 4-9 15,4 2-1-15,-4-3-1 0,0-9 1 16,0-9-2-16,0-16-1 16,1-6 1-16,-1-16-2 0,-4-8-2 15,4-4-7 1,0-12-41-16,-4 0-83 16,0 0-217-16</inkml:trace>
  <inkml:trace contextRef="#ctx0" brushRef="#br1" timeOffset="97021.93">9868 11023 621 0,'0'0'71'0,"0"0"-66"0,0 0 73 16,45-120 22-1,-45 95-62-15,0 4-19 0,-4 8 4 16,-21 4 3-16,-7 9-18 16,-9 0 2-16,-5 15-3 15,-2 16-5-15,-2 12 3 0,0 7 27 16,14-1 15-16,15 3-6 16,13-6-2-16,8-6-27 15,0-9-10-15,8-12 2 16,17-10-4-16,3-9 0 15,9 0-2-15,5-6-4 16,-5-22 1 0,3-3-5-16,-3-6-4 0,-12 4-15 15,-8 5-8 1,-5 6 7-16,-8 13 3 16,-4 9 18-16,0 0 9 15,0 9 7-15,0 22 13 16,0 12-5-16,0 3 16 15,0-5-14-15,4-11-11 0,12-5 2 0,-4-9-7 16,5-16-2-16,4 0 0 16,-1 0 1-1,1-31 5-15,8-13 2 0,-4-14-7 16,-6-7-14-16,-2-3-18 16,-1-9 6-16,-12-3-3 15,-4 0-14-15,0 6-2 0,0 19-34 16,0 20 41-16,-4 20 38 15,-4 9 100-15,0 6 32 16,8 0-29-16,0 28-44 16,0 18-58-16,0 19 0 15,0 11 0-15,0 5 1 16,8-1-2 0,4-6 2-16,1-6-1 0,-1-12-1 15,-3-13 0-15,-1-13 0 16,0-11-18-16,0-10-31 15,-8-9-38 1,0 0-144-16,0-6-264 0</inkml:trace>
  <inkml:trace contextRef="#ctx0" brushRef="#br1" timeOffset="97191.21">9938 11011 1027 0,'0'0'107'16,"0"0"-107"-16,0 0 0 15,0 0 23-15,114-81-8 16,-47 66-13 0,-6 3-2-16,-4-1-1 15,-15 7-71-15,-38 6-177 16,-4 0-343-16</inkml:trace>
  <inkml:trace contextRef="#ctx0" brushRef="#br1" timeOffset="98436.57">10336 10545 479 0,'0'0'106'0,"0"0"-100"0,0 0 30 15,0 0 97-15,0 0-30 16,0 0-42-16,-9-46-24 16,9 55-14-16,0 19-17 15,0 12 29-15,13 12 18 16,-1 13-24-16,9 6-14 0,-5 3-8 16,1 0-2-16,4-3-2 15,-13-10 0-15,4-8-2 16,-4-7 1-16,-8-18 0 15,0-10-1-15,0-11-1 16,5-5 2-16,-5-2-1 16,0 0 3-16,4-15-4 15,-4-19 2 1,0-9-7-16,3 0 6 16,9 0-1-16,1 6 0 15,7 9-7-15,1 6 3 16,4 10 0-16,0 6-4 15,-1 6 7-15,4 0-4 0,-3 0 0 16,4 9 1-16,0 16 4 16,-4 2 0-16,-1 1 5 0,-4 0 0 15,-11-3-2-15,-5 3 1 16,-4-4-3-16,-9 1 9 16,-27-4 1-16,-13-2 7 15,-18-10-4-15,-2-6-6 16,-1-3-6-16,5 0 0 0,11-12 6 0,17-13-6 15,16 4-1 1,10-4-1-16,11 4-47 16,4 2-54-16,16 13-143 15,0 6-138-15</inkml:trace>
  <inkml:trace contextRef="#ctx0" brushRef="#br1" timeOffset="99422.38">11043 10847 842 0,'0'0'52'0,"0"0"-39"15,0 0-13 1,0 0 90-16,0 0-57 0,-144-37-7 16,103 65-12-16,3 9 5 0,1 3 7 15,9 3 2-15,12 3-7 16,3-3-16-16,13-3-4 16,0-6 0-16,0-6-2 15,17-6-4-15,2-13 0 16,6-9 0-16,4 0-2 0,0 0 1 15,0-22 3-15,3-8-2 16,-3-1-6-16,-12-3-9 16,-1 6-8-16,-8 7 4 15,-3 8 10-15,-1 7 13 32,-4 6 1-32,0 0 30 0,0 16 8 15,0 15-33-15,0 5 8 16,4-2-8-16,4-3 1 15,0-13-6-15,-4-2 1 16,9-13-1-16,-9-3-3 16,8 0-10-16,4-22-20 15,5-15-4-15,-1-9-15 16,-7-6-48-16,3 3-15 0,-3 5 60 16,-1 7 21-16,-8 16 16 0,-4 11 18 15,0 10 38-15,0 0 105 16,0 0 55-1,0 31-116-15,0 12-51 16,0 4-12-16,0 5-3 16,0 0 7-1,0-5-12-15,0-13-4 0,0-10-5 16,0-8-1-16,0-16 1 16,0 0-4-16,0 0 2 15,13-28 0-15,7-12 5 16,0-10-5-16,-4-5-6 15,-3-4-1-15,-1 7-17 0,-4 9 14 16,1 19 4-16,-5 11 4 16,-4 10 2-16,0 3 21 15,0 3 36-15,0 28-26 0,0 12-25 16,8 6-3 0,5 1-1-16,7-7 0 15,-3-9-1-15,7-13-1 16,0-6-9-16,1-11-10 0,12-4-14 0,1 0-49 15,6-19-98-15,-36 1-142 16,5 3-220-16</inkml:trace>
  <inkml:trace contextRef="#ctx0" brushRef="#br1" timeOffset="99831.92">11695 10860 915 0,'0'0'102'16,"0"0"-100"-16,0 0 34 15,0 0 50-15,0 0-54 16,0 0-18-16,-86-43-2 0,45 70-9 16,-9 13-1-1,1 3-1-15,4 6 3 16,12 4-1-16,12-7 2 0,13-3-2 16,8-8-2-16,0-11 0 0,8-9-1 15,21-11-3-15,12-4 0 16,8-7-3-16,1-27 0 15,3-12-1-15,-8-9-9 16,-12-13-9-16,-12-9-4 31,-9-10 6-31,-12-8 7 16,0-1 2-16,0 10-14 0,0 18-30 16,-21 25 34-16,9 15 24 15,-5 22 86-15,5 6 18 16,0 6-10-16,0 41-48 15,4 24-40-15,4 15-6 16,4 9 7-16,0 1-6 0,8-4 2 16,8-9-3-16,-4-15-10 15,-4-12-8 1,1-16-10-16,-1-12-35 16,-4-28-88-16,-4 0-266 15</inkml:trace>
  <inkml:trace contextRef="#ctx0" brushRef="#br1" timeOffset="101081.35">12175 10579 720 0,'0'0'99'0,"0"0"-92"0,0 0 53 16,0 0 19-16,0 0-57 15,0 0-13 1,0 0-1-16,33-28 13 16,-29 28-10-16,4 0 4 15,-4 25-5-15,4 18 7 16,0 9 27-16,5 13-10 0,3-3-13 0,-3 0-10 16,3-10-5-16,-7-9-4 15,-1-9 2-15,-4-16-3 16,0-8 1-16,0-10-2 15,-4 0 0-15,9 0 0 16,-1-10 0-16,7-21 27 16,6-5-4-1,-4-11-19-15,-1 1-2 16,1-3 4-16,-9 2-5 0,4 4 1 16,1 10 0-16,-5 5-2 15,0 12 0-15,-8 4-1 16,4 6-22-16,-4 3-34 15,0 0-42-15,0 3 6 16,0 0-34-16,0 0 6 0,0 0 43 16,0-3 40-16,4 3 8 15,5-7 10-15,-5 7 20 16,-1 0 1-16,-3 0 12 16,0 0 9-16,0 28 32 15,0 12 63-15,0 13 18 16,-7 5-41-1,-2 4-34-15,5-4-20 16,4-2-5-16,0-13-10 16,0-15-11-16,0-9-3 15,4-10-3-15,16-9-4 0,5 0 3 16,8-28 1 0,8-12 10-16,-3-10-5 0,-11-5-10 15,-6-1-2-15,-13 4 2 16,-8 3 2-16,-4 8-3 0,-25 17 1 15,-11 8 1-15,-1 13 21 16,-5 3 7-16,9 0-21 16,5 10-11-16,11 11-28 15,9 7-22-15,4 6-45 16,8-6-95 0,0-22-107-16,0-3-82 15</inkml:trace>
  <inkml:trace contextRef="#ctx0" brushRef="#br1" timeOffset="101413.73">12746 10406 667 0,'0'0'78'0,"37"-107"-77"16,-33 88 127 0,-4 13-6-16,0 6-43 15,0 0-8-15,3 6-17 0,1 28-54 16,1 12 8-16,-5 19 11 15,4 0-1-15,0 12-10 16,-4 0-3-16,4 3-1 0,-4 0-2 16,4-6-2-16,0-9 1 15,0-13 0-15,5-12-1 16,3-12 0-16,0-16 0 16,5-9-3-16,8-3-4 31,4 0-4-31,3-24-29 0,5-13-11 15,0-6-26-15,-12-10-49 16,-4 1-79-16,-21 27 19 16,0 3-31-16</inkml:trace>
  <inkml:trace contextRef="#ctx0" brushRef="#br1" timeOffset="101831.72">13054 10388 349 0,'0'0'0'16,"0"0"17"-16,0 0-17 15,0 0 53-15,0 0-43 16,0 0 1 0,-13 0 57-16,13 0 10 15,0 0-9-15,0 0 22 0,0 0-1 16,0 0-1-16,0 0-17 15,0 0-19-15,0 0-29 16,-4 6-4-16,4 12-2 16,0 7-4-16,0 6 4 15,0 6-4-15,0 3 6 16,0 9-7-16,0 4 2 16,0 5-3-16,9-5 0 0,3-1-7 15,5-5 6-15,-2-11-10 16,2-5 2-16,3-9-2 15,5-10 0-15,-4-9 2 32,4-3-3-32,3 0 1 0,0 0-1 15,-7-25-32-15,-4-2-55 16,-17 14-79-16,0-5-201 16</inkml:trace>
  <inkml:trace contextRef="#ctx0" brushRef="#br1" timeOffset="102870.23">12975 10659 413 0,'0'0'522'0,"0"0"-489"15,0 0-22-15,0 0-11 0,0 0 54 16,136-3-32 0,-74 6-21-16,3-3 2 0,-3 0 3 15,0 0-4-15,-5-6 6 16,-4-12 21-16,-11-1 0 15,-14-3-17-15,-12 4-10 0,-16-1-2 16,0 7-9-16,0 6 7 16,-33 6 1-16,-11 0 1 15,-10 12 3-15,-3 16 11 32,-1 15 24-32,9 6 8 0,20 10-17 15,9-7-13-15,16-9-14 16,4-6-1-16,0-18-1 15,16-10 0-15,21-9 0 0,4 0-2 16,17-21-2 0,3-13-7-16,-7-7-11 15,-10-2-14-15,-7 7-16 0,-12 5 9 16,-4 12-6-16,-17 19-8 0,-4 0 43 16,0 13 14-1,0 20 23-15,-8 11 51 16,-1-5-7-16,9 2-24 15,0-11-12-15,0-11-22 0,17-10-5 32,12-9 0-32,7 0-4 15,5-31 4-15,5-9-4 16,-1-12-5-16,-13-7-27 0,-7 1-20 16,-4 2 28-16,-13 4 24 15,-4 12 1-15,-4 12 2 16,0 16 18-16,0 6 31 15,0 6 8-15,-4 0-2 0,-8 31-14 16,-1 12-35-16,-3 21-5 16,-1 14-4-16,5 11 1 15,3 9 0-15,9-5-1 16,0-4 0-16,0-3-12 16,21-8-85-16,-4-10 97 15,3-4 0-15,-3-5-15 0,-5-7 15 31,1-9-1-31,-9-12-2 0,-4-6-5 0,-4-10-5 16,-25-12-28-16,-13-3 19 31,-2 0 19-31,-10-21-5 0,5-10-10 16,8-6 18-16,4-3 38 16,12-6 3-16,13-4-3 15,12-8-15-15,0-7-2 16,37-6-5-16,20-3-11 0,17-6-5 15,8 0 1-15,5-10-2 16,3 4 1-16,-8 3 0 16,-8 12 0-16,-12 12-1 15,-18 19 1-15,-19 19 0 0,-12 9 1 16,-13 9 0-16,0 3 3 16,-29 3 19-16,-20 27-6 15,-9 16-17-15,-4 17 3 0,9 1-3 31,12 7 0-31,12-4 1 16,17-4-1-16,12-17-2 16,0-9 2-16,12-13 0 15,25-12-3-15,17-12 0 16,15 0 1-16,10-12 0 16,3-19-15-16,-12-6-21 15,-13-9-10-15,-20 0-33 16,-37 28-136-16,0 2-351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28:59.36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16448 2835 208 0,'0'0'108'16,"0"0"-85"-1,0 0-23-15,0 0 39 16,0 0 14-16,0 0 25 15,0 0-58-15,0 0 6 16,-16-92 11-16,16 83 6 16,0-4 11-16,0 1-11 15,0 0-5-15,-5 0-8 16,5-1-14-16,0 4 20 0,0-3 0 16,0 2-8-16,0 4 14 15,0 0-12-15,0 6 1 0,0 0-3 16,0 0-9-16,0 0 2 15,0 0-11-15,0 0 2 16,0 0-5-16,0 0-6 16,0 0-1-16,0 0-3 15,0 6-6-15,0 22-2 0,17 12 11 32,-1 6 2-32,5 10 4 0,0 9-3 0,4-1 0 15,-5 4 0-15,1 3-1 16,-1-3 2-16,0 0 0 31,1-4-3-31,4-5-1 0,-9-10 2 16,5-11 0-16,-9-8-2 15,0-8 4-15,-4-10 1 0,-4-3-4 16,-4-9 6 0,0 3 5-16,0-3-3 0,4 0 11 15,-4-3 13 1,4-25 10-16,1-12 12 0,3-18-22 15,0-16-27-15,0-12 8 0,5-13-10 16,-5 0-2-16,4 1-4 16,1 11 3-16,-1 16-1 15,1 13 0-15,3 9 2 16,-4 11-3-16,-4 8 1 16,0 11 0-1,0 13-3-15,-8 3 0 16,0 3 2-16,0 0-3 15,0 0-7-15,0 0-7 16,0 0-24-16,0 21-29 0,-4 14-54 16,-20-2-16-16,16-17-127 15,-4-7-236-15</inkml:trace>
  <inkml:trace contextRef="#ctx0" brushRef="#br0" timeOffset="467.12">17048 3119 364 0,'0'0'123'0,"0"0"-90"16,0 0 52-16,0 0 44 15,0 0-55-15,0 0-9 16,0 0-14-16,4 0-12 16,-4 0-16-16,0 0-22 0,0 9-1 15,0 22 0-15,0 9 9 31,0 7 4-31,0 8-10 16,0 4 3-16,0 0 2 16,0-1 2-16,0-6 1 0,0-8-8 15,0-4 0-15,0-13 2 16,0-11-5-16,0-7 4 16,0-9-3-16,0 0 2 15,0 0 1-15,0 0 3 0,0-9-2 16,-13-16-5-16,-7-3-146 0,11 16-73 15,-2-1-135 1</inkml:trace>
  <inkml:trace contextRef="#ctx0" brushRef="#br0" timeOffset="720.8">16797 3282 578 0,'0'0'121'16,"0"0"-93"-16,0 0-19 15,0 0 115-15,0 0-33 16,0 0-46-16,-24-36-22 16,24 36-13-16,0-4-2 15,20 1 4-15,13 1-10 0,12-8 13 16,13 4 3-16,8-3-1 16,-1-1-8-16,1 1-3 15,-13 3-6-15,-4 0 1 16,-11 0-1-16,-14 6-20 15,-8-4-50-15,-8 4-59 0,-8-2-82 16,0-1-152-16</inkml:trace>
  <inkml:trace contextRef="#ctx0" brushRef="#br0" timeOffset="1272.08">17372 3242 289 0,'0'0'179'16,"0"0"-102"-16,0 0-25 15,0 0 61-15,0 0-25 0,0 0-27 16,8 19-25-16,-4 2-36 0,1 14 0 15,-1 8 3-15,0 9 8 16,-4-2-3 0,8-1 1-16,-4-3-1 0,5-6-7 15,-1-9 0-15,-4-10-1 16,0-11 1 0,-4-7 0-16,4-3 11 15,-4 0 6-15,3 0 20 16,1-19 22-16,5-18 32 15,-1-12-30-15,4-3-55 16,1-1 1-16,3 4-8 16,5 9 2-16,-9 6-2 15,5 12 1-15,-9 10-1 0,-4 6-1 0,0 6 0 16,1 0-2 0,3 0-2-16,12 24-11 0,0 13 4 15,5 1 12-15,4 5 3 16,-4-7 1-16,-5 2-3 15,-4-8 1-15,-4-5 0 16,-8-7-2 0,5-5 0-16,-5-7-9 15,-4 0-15-15,0-6-8 16,0 0-37-16,0 0-73 16,0 0-31-16,-4-12-245 15</inkml:trace>
  <inkml:trace contextRef="#ctx0" brushRef="#br0" timeOffset="1610.82">17996 3073 481 0,'0'0'339'16,"0"0"-303"0,0 0-35-16,0 0 26 0,0 0 15 31,0 0-29-31,0 0-13 16,28-3-9-16,-7 3 9 0,0 0 7 15,12 0 3-15,0 0 1 16,0 0-4-16,-5 0-6 15,-3 6-1-15,-9 0-8 16,-8 7-63-16,-8 5-42 16,0-12-60-16,-8 0-76 15</inkml:trace>
  <inkml:trace contextRef="#ctx0" brushRef="#br0" timeOffset="1812.25">17963 3384 645 0,'0'0'103'0,"0"0"-100"32,0 0 9-32,0 0 116 0,0 0-27 15,156-3-65-15,-99-9-20 16,-3-1-8-16,-4 7-2 0,-10 4-6 16,-11 2-2-16,-9 0-64 15,-20 0-144-15,0 0-212 16</inkml:trace>
  <inkml:trace contextRef="#ctx0" brushRef="#br0" timeOffset="2834.19">18066 3141 91 0,'0'0'121'15,"0"0"-109"-15,0 0 21 16,0 0 70-16,0 0-10 15,0 0-7 1,-13-6-32-16,13 6 5 16,0 0-8-16,0 0-2 15,0 0-11-15,0 0 0 0,0 0 6 16,0 0 4 0,0 0-1-16,0 0-9 15,0 0-13-15,0 0-6 0,4-4-11 16,25 1-2-16,13-2 4 15,10-5 14-15,14 1 12 16,4 0-14-16,0 6-8 16,-4-1-8-16,-9 4-3 0,-12 0-3 15,-16 0 1-15,-16 0-1 16,-13 0-1-16,0 0-3 16,0 0 4-16,-4 0-5 15,-21 4 2-15,-4 4-8 16,-4 5-76-16,8-7-119 15,17-6-136 1</inkml:trace>
  <inkml:trace contextRef="#ctx0" brushRef="#br0" timeOffset="3601.76">19100 2863 449 0,'0'0'105'16,"0"0"-80"-16,0 0 50 16,-45-114 34-16,36 90-42 0,2-1-16 15,3 6-7-15,-4 7-2 16,8 6 4-16,-4 0-6 15,4 6-10-15,0 0-7 16,0-3-11-16,0 3-9 16,0 0-3-16,0 0-11 0,0 27-1 15,0 17-1-15,16 14 13 32,0 7 11-32,9 9-6 0,3-3-2 0,-3 0-3 15,4 0 2 1,-1-10 0-1,-7-8 2-15,4-10-4 16,-9-15 2-16,-3-7-2 0,-9-12 0 16,0-6 2-16,-4-3 0 15,0 0 10-15,4 0 21 16,0 0 13-16,4-21 8 0,1-10-1 16,7-12-25-16,-3-13-20 15,2-8-3-15,2-7 1 16,-1-6 3-16,1-3-8 0,-1 0 6 15,1 6-4-15,-1 9-1 16,-3 6 9-16,-1 13-5 16,-1 9 15-16,-6 12-2 15,-1 10-8-15,0 2-3 16,-4 8-7-16,0 5 0 31,0 0-1-31,0 0-9 0,0 0-14 16,0 0-29-16,0 15-23 15,0 10-37-15,0 11-16 16,0 2-89-16,0-23-23 0,0-3-56 16</inkml:trace>
  <inkml:trace contextRef="#ctx0" brushRef="#br0" timeOffset="3900.24">19646 2987 322 0,'0'0'313'0,"0"0"-242"16,0 0-62-16,0 0 69 0,0 0 4 15,0 0-57-15,4 105-18 32,-4-59 33-32,0 9-7 15,0 4-9-15,0-1-3 16,0-5-6-16,0-4 1 0,0-9-13 15,0-3-2-15,0-12-1 16,0-10 3-16,4-6-3 16,-4-9 0-16,0 0-4 15,0 0-8-15,0-15-70 16,-8-16 15-16,0 10-224 16,-5-1-47-16</inkml:trace>
  <inkml:trace contextRef="#ctx0" brushRef="#br0" timeOffset="4100.26">19577 3027 438 0,'0'0'209'0,"0"0"-170"0,0 0-26 15,0 0 84-15,0 0 22 16,0 0-57-16,85-71-40 16,-35 65-4-1,4 2 1-15,-1 4-3 16,-4 0-10-16,-4 0-4 15,-16 0-2-15,-5 0-4 16,-20 16-44-16,-4-4-129 16,0-2-127-16,-20-4-170 15</inkml:trace>
  <inkml:trace contextRef="#ctx0" brushRef="#br0" timeOffset="4322.32">19610 3239 652 0,'0'0'51'16,"0"0"-51"-16,0 0 0 16,0 0 76-16,0 0 29 0,0 0 7 0,106 16-51 31,-60-19-29-31,2-3-16 0,-6-1-7 16,-1 1-5-16,-9 3-4 0,-11 0-7 31,-5 3-105-31,-16 0-175 15,0 0-310-15</inkml:trace>
  <inkml:trace contextRef="#ctx0" brushRef="#br0" timeOffset="4686.35">20143 3119 805 0,'0'0'28'0,"0"0"-19"16,0 0 37-16,0 0 50 31,0 0-47-31,0 0-37 0,0-21-12 16,0 30-24-1,0 22 24-15,0 12 5 0,0 3 5 16,8 7-6-16,-4-1 5 16,5-6-6-16,3 0-3 15,1-6 0-15,-1-9-3 16,-1-6 3-16,-2-7-10 0,-5-11-3 16,4-7-16-16,0 0 1 15,-4-3-81-15,5-19-26 16,-9 4-63-16,0-1-70 15</inkml:trace>
  <inkml:trace contextRef="#ctx0" brushRef="#br0" timeOffset="5156.3">20233 3141 274 0,'0'0'220'16,"0"0"-54"-16,0 0-39 0,0 0 22 15,0 0-50-15,0 0-58 16,25-99-33-16,12 90-8 15,8 6 0-15,8 3 1 16,1 0 1-16,-5 0 0 0,-12 9-1 16,-12 12-1-16,-13 11-8 15,-12-1 0-15,-4 5 8 16,-38-2 5-16,-6 0 2 16,-10-3-1-16,8-9 5 15,10-4-7-15,15-12 3 16,13-3 3-16,12-3-3 0,0 0-7 31,0 0 0-31,0 0-6 0,29 0-14 0,15 0 20 16,6 0 5-16,4 0 2 0,-10 3-6 31,-3 16-1-31,-8 2-2 0,-8 4-4 0,-8 6 0 31,-17-3-1-31,0 2 6 16,0-2 1-16,-29 0 4 15,-12 0 0-15,-9-7 7 0,-3-5 0 16,-5-4 3-16,6-12-7 16,2 0-3-16,9 0 2 15,3-24-6-15,15-7-3 16,10-6-49-16,13 21-128 0,0-2-240 16</inkml:trace>
  <inkml:trace contextRef="#ctx0" brushRef="#br0" timeOffset="6710.42">21297 2796 605 0,'0'0'109'15,"0"0"-102"-15,0 0-4 0,0 0 49 16,0 0 11-16,0 0-44 16,4-34-19-16,-4 34 0 15,0 0 0-15,0 0 6 0,0 0 7 16,0 0-6-1,0 21-5-15,0 19 29 0,4 19-1 16,0 3-1-16,4 8-14 16,5 1-9-16,-5-3-3 15,0-3 7-15,0-6-8 16,1-11 1 0,-6-7-1-16,-3-11-1 15,0-7 0-15,0-11-1 16,0-6-1-16,0 0-32 15,0-6-104-15,0 0-85 16,0 0-122-16</inkml:trace>
  <inkml:trace contextRef="#ctx0" brushRef="#br0" timeOffset="6933.22">21099 3144 785 0,'0'0'182'15,"0"0"-168"-15,0 0-11 32,0 0 68-32,0 0-19 0,0 0-52 15,0 0-32-15,25-21 32 16,29 21 7-16,15 0 5 16,9 0-9-16,-4 0-3 15,-4 0-18-15,-9 0-84 16,-53 0-154-16,-8 0-398 15</inkml:trace>
  <inkml:trace contextRef="#ctx0" brushRef="#br0" timeOffset="8603.33">22400 2614 462 0,'0'0'93'0,"0"0"-86"0,0 0 74 16,0 0 22-16,0 0-81 16,0 0-2-16,0 0-11 15,50-37-6-15,-13 24 10 16,8 4-4-16,0-3-1 31,5 6 7-31,-2 6 2 16,-6-3 2-16,-1 3-14 0,-16 0-5 15,-9 15-6-15,-7 13 6 16,-9 12 1-16,0 12-1 16,-33 0-4-16,-13 10 1 15,-11 0-1-15,-5-1 4 0,8-5 3 16,2-6 5-1,14-10-2-15,10-13 16 0,11-6 1 16,13-5-1-16,4-9-16 16,0 1-5-16,0-4-1 0,16-4 1 15,13 0 19-15,9 0 13 16,2 0-9-16,5 0 0 16,9 0-13-1,3-4 3-15,-3-4-9 16,-5 4-4-16,-8 1-1 15,-8 0-22-15,-9 3-121 16,-24-3-46-16,0 3-299 16</inkml:trace>
  <inkml:trace contextRef="#ctx0" brushRef="#br0" timeOffset="9241.08">23345 2851 389 0,'0'0'306'16,"0"0"-295"-16,0 0-5 15,0 0 132-15,46-105-35 16,-46 84-50-16,-17 5-31 15,-8 4 0-15,-4 9-13 16,-12 3-7-16,-8 0-2 0,-9 6-1 16,-4 22 1-16,1 8 0 15,8 5 1-15,12 2 1 16,17 0 1-16,15-6-3 16,9-3-5-16,0-12-2 0,17-7 2 15,11-12 5-15,9-3 7 16,4 0 9-16,9-3-1 15,-2-25-11-15,-2-2-2 0,-9-5-2 16,-12 4 1-16,-5 7-1 16,-8 3 0-16,-8 11 1 15,-4 7 2-15,0 3 3 16,0 0 7-16,0 0-13 16,0 3-10-16,0 31-2 15,0 22 12 1,0 11 1-16,0 13 4 15,0 4-4-15,0-1-1 0,0-6 0 16,0-3 2-16,0-12-2 16,0-10 0-16,0-21-2 15,0-6 2-15,0-13 0 16,0-12 10-16,0 0 2 16,0 0 9-16,0-19 43 15,17-14-9-15,-1-17-41 16,9-9 0-1,-4-5-8-15,8-7-3 16,-1-3-3-16,-4 10 0 0,1 5-9 16,0 7-30-16,-9 8-79 15,-16 38-100 1,0 6-192-16</inkml:trace>
  <inkml:trace contextRef="#ctx0" brushRef="#br0" timeOffset="9910.94">23641 2620 726 0,'0'0'102'0,"0"0"-98"16,0 0 29-16,0 0 103 0,0 0-86 16,0 0-41-16,-13-37-9 15,13 49-14-15,-4 28 4 16,-8 10 10-16,3 11 4 15,1 1-1-15,4 3 0 0,4-4-2 16,0-8 0-16,0-13 0 16,0-7-2-16,0-14-1 15,0-10 2-15,0-5 0 16,4-4-9-16,0 0 1 16,0-10 8-16,5-27 6 0,-5-6-6 15,-4-9-3-15,0-10 2 16,4 1-5-16,-4-4-12 15,0 3 7-15,0 7 4 16,0 17 7-16,0 14 9 16,0 11 28-16,0 10 15 15,0 3-12 1,0 0-40-16,4 0 0 0,8 22-23 16,9 18 16-16,8 6 7 15,3 10 1-15,5 0 6 16,5-1-7-16,2-6 1 0,-3 1-1 15,5-10 0-15,-9-7-2 16,-9-5-1-16,-7-10-15 31,-5-5 3-31,-12-10-5 0,1 0-29 16,-1-3-51-16,-4 0-21 16,0 0 27-16,0-12-87 15,0-3-91-15</inkml:trace>
  <inkml:trace contextRef="#ctx0" brushRef="#br0" timeOffset="10197.59">23973 2401 779 0,'0'0'127'0,"0"0"-115"0,0 0 30 16,0 0 64-16,0 0-93 15,0 0-13-15,-16-16-19 16,16 60 19-16,0 18 12 16,8 5-2-16,-4 16-6 0,0 7 1 15,-4-1-3-15,0-12 1 16,0-6-3-16,0-18-4 16,5-7-1-1,-5-13-16-15,4-10-40 16,-1-11-65-16,1-12-129 15,-4 0-211-15</inkml:trace>
  <inkml:trace contextRef="#ctx0" brushRef="#br0" timeOffset="11197.07">24261 2814 429 0,'0'0'188'16,"0"0"-134"-16,0 0 25 15,0 0 61-15,0 0-74 16,0 0-44-16,0 0-22 0,0-31-1 16,0 31-3-16,-9 0 0 15,5 25 8-15,-8 2 0 16,4 11-3-16,-5 2 2 16,5-7-3-16,4 2 2 15,4-4-7-15,0-10 3 16,0-6 1-16,0-8 1 0,0-5-8 15,0 1 0-15,0-3 8 16,0 0 3-16,0 0 10 16,0 0 16-16,0 0-1 15,0 0-6-15,0 0-9 16,0 0-2-16,0 0-5 0,0 0-5 16,0 0 0-1,0 0-1 1,0 0 0-16,0 0-1 15,0 0 0-15,0 0 1 16,0 0 0-16,0 0 0 0,0 0-1 16,0 0-2-16,0 0 3 15,0 0 4-15,0 0-3 16,0 0 0-16,0 0-1 0,0 0 1 16,0 0-2-16,0 0 0 15,0 0 1-15,0 0 0 16,0 0-1-16,0 0 0 15,0 0 0-15,0 0-1 16,0 0 0-16,0 0 0 16,0 0-1-1,0 0 2-15,0 0-5 16,0 0 1-16,0 0-1 16,0 0 3-16,0 0 1 15,0 0 0-15,0 0-5 16,0 0 3-16,0 0 0 15,0 0 4-15,0 0-2 0,0 0-5 16,0 0-4-16,0 0 11 0,0 0-1 16,0 0-1-16,0 0 1 15,0 7-2 1,0-4-2-16,0 3 5 0,0 6 2 16,0-2 1-16,0 5-1 15,0 0 5-15,0 4-7 16,0 0 0-16,-4-1 4 0,4 0-3 15,-4-5 4-15,4-7-5 16,0 0 1-16,0-3-2 16,0-3 2-16,0 0-1 31,0 0 4-31,0 0 0 0,0 0 7 0,0 0-11 31,0-12-16-31,0-13-50 0,0-2 7 16,0-8-66-16,4 17-92 0,-4 3-38 15</inkml:trace>
  <inkml:trace contextRef="#ctx0" brushRef="#br0" timeOffset="11515.59">24232 2830 453 0,'0'0'62'0,"0"0"-60"0,0 0 85 16,0 0 22-16,0 0-55 15,0 0-25-15,0 0 12 16,16-53 8-16,-16 53 18 15,0 0-16-15,0 0-20 16,0 0-10-16,0 0-14 16,4 0-6-1,5 19 32-15,3 2-12 16,4 4 4-16,-4 6-5 16,9-1-11-16,-5 8 1 0,5 2-4 15,0-7-2 1,-5 5-3-16,5-5-1 15,-2-2 2-15,-2-3-2 16,4-6 0-16,-9-7 2 0,-4-9-2 0,1 0 0 16,-9 0-2-16,0-6-3 15,0 0-32-15,0 0-94 16,0 0-157-16,0 0-113 16</inkml:trace>
  <inkml:trace contextRef="#ctx0" brushRef="#br0" timeOffset="11730.51">24199 3082 707 0,'0'0'135'16,"0"0"-108"-16,0 0 13 0,0 0 86 15,0 0-93-15,0 0-27 16,25-30-2-16,8 20-4 15,7 4 0-15,-3 0-1 0,9 0 1 16,-9-1-65 0,-30 4-205-16,-7 3-337 0</inkml:trace>
  <inkml:trace contextRef="#ctx0" brushRef="#br0" timeOffset="12924.63">24613 2577 466 0,'0'0'159'0,"0"0"-125"16,0 0 3-16,0 0 103 16,0 0-54-16,0 0-39 0,-33-43-25 15,33 40-7 1,0 3 1-16,0-4-10 0,13-5 0 16,11 6-6-16,1-6 0 15,4 9-4 1,4-3 2-16,-1 3-1 15,-3 0 0-15,-4 0-4 16,-9 12-10-16,-3 7-4 16,-9 5 13-16,-4 13-2 0,0 3-12 15,-21 3 15 1,-16 4-5-16,-8-4 1 0,0-3 7 16,4-6 4-16,8-10 4 15,12-2 0-15,9-10 3 16,8-9-3-16,4 4-4 15,0-4-3-15,0-3-3 16,24 0 6-16,5 0 27 16,4 0-16-16,9 0 3 0,-2 0-5 15,-3 0-5-15,5-10 0 0,-1 4-4 16,-5 0 0 0,-3 3-1-16,-8-3-57 0,-21 6-139 15,-4 0-152 1</inkml:trace>
  <inkml:trace contextRef="#ctx0" brushRef="#br0" timeOffset="14851.58">25090 2290 321 0,'0'0'203'0,"0"0"-151"16,0 0-18-16,0 0 63 15,0 0-20-15,0 0-39 16,0 0-28-16,-13-49-10 16,13 49-5-16,0 0 5 15,-4 25 11 1,4 8 20-16,0 17-16 15,0 5-7-15,0 10-2 16,0 5-2-16,0 11 3 16,0 2-4-16,0-3-1 15,4-6-1-15,5-9-2 16,-1-6 3-16,4-10 1 16,-4-6-2-16,1-12-1 0,-1-4 3 0,-4-5-3 15,-4-9 0-15,4-8 2 31,-4-5-4-31,0 0-4 16,0 0-27-16,0 0-75 0,0 0-70 16,0 0-182-16</inkml:trace>
  <inkml:trace contextRef="#ctx0" brushRef="#br0" timeOffset="15304.13">25398 2546 459 0,'0'0'269'0,"0"0"-269"16,0 0 2-16,0 0 36 0,0 0 38 16,0 0-76-16,16-25 5 15,-20 59-5-15,-12 9 12 16,-1 7 2-16,0 5-12 31,1-2-2-31,4-4 2 0,7-6-2 16,5-9 0-16,0-3 0 15,0-7 0-15,17-5-4 16,8-10-1-16,4-6 5 16,8-3 10-16,-5 0-8 15,5-6 12-15,0-15-9 16,1-7-2-16,-6-6 4 0,-12-3 0 15,-3-6 12-15,-13-4 28 0,-4 1 2 16,0-3 5-16,-4 6-44 16,-17 9 14-16,-8 9-11 15,1 7-10-15,-13 12-3 16,4 6-11-16,-9 0-78 16,10 0-74-1,24 6-104-15,3 0-149 16</inkml:trace>
  <inkml:trace contextRef="#ctx0" brushRef="#br0" timeOffset="15591.91">25479 2296 506 0,'0'0'240'16,"0"0"-226"-16,0 0-9 0,0 0 86 15,0 0-31-15,0 0-60 16,0 13 0-16,0 36 0 31,0 16 20-31,0 6-12 16,0 9 2-16,0 3-6 0,0 0 4 16,0-3-2-16,0-9-6 15,9-9 3-15,-1-10-3 16,0-9 4-16,0-9-5 0,1-9 1 15,-1-9-60-15,-8-16-86 16,0 0-142-16</inkml:trace>
  <inkml:trace contextRef="#ctx0" brushRef="#br0" timeOffset="15893.12">25697 2827 376 0,'0'0'544'0,"0"0"-509"16,0 0-35-16,0 0-12 16,0 0 12-16,0 0 0 15,9 104 10-15,-5-58-10 0,0-2 0 16,0-1 2-16,4-9-1 15,-5-4 0-15,6-8-1 16,-1-6 0-16,-4-11-3 0,0-1-26 16,0-4-16-16,1 0-56 15,3-6-48-15,-8-10-108 16,0 1-102-16</inkml:trace>
  <inkml:trace contextRef="#ctx0" brushRef="#br0" timeOffset="16077.21">25726 2854 617 0,'0'0'160'16,"0"0"-131"-16,0 0 12 16,0 0 9-1,0 0-33-15,0 0-1 16,41-46-10-16,-17 46-2 16,5 0-4-16,-4 0-1 15,-12 0-20-15,-9 6-129 16,-4 3-226-16</inkml:trace>
  <inkml:trace contextRef="#ctx0" brushRef="#br0" timeOffset="16224.38">25673 3052 604 0,'0'0'230'0,"0"0"-230"16,0 0 20-16,0 0 57 0,0 0-39 31,0 0-29-31,85-19-6 0,-43 7-2 15,3 5-2-15,-9-2 0 16,-27 6-110 0,-5 0-270-16</inkml:trace>
  <inkml:trace contextRef="#ctx0" brushRef="#br0" timeOffset="16672.21">26042 2376 139 0,'0'0'43'0,"0"0"-40"16,4-110 70-16,0 94 8 15,0 7 3-15,-4 3 2 16,0 2 5-1,0 1-23-15,0 1-3 0,0-2-3 32,0 1-2-32,0 3-15 15,0 0-3-15,0 0 2 0,0 0-7 16,0 0-23-16,0 7-14 16,0 26 0-16,4 17 4 15,0 11 31-15,5 10-27 16,-5 9 21-16,8 6-15 15,-4 1-2-15,5 2-6 16,-1-6-4-16,5-5 0 0,-1-10 2 16,-4-10-2-16,-4-12-2 15,0-9 4-15,0-15-3 16,1-10 1-16,-9-6-2 16,0-6-6-16,0 0-72 15,0 0-177-15</inkml:trace>
  <inkml:trace contextRef="#ctx0" brushRef="#br0" timeOffset="18068.09">22007 3320 287 0,'0'0'103'0,"0"0"-89"0,0 0-7 16,0 0 105-16,0 0-20 15,0 0-35-15,0 0-22 16,-46-50 25 0,46 50-1-16,0 0-15 15,0 0-23-15,0 0-21 16,0 0-1-16,0 0-8 15,0 3 5-15,0 19 4 16,17 8 13-16,3 5-4 0,9 5-8 16,4 0 8-16,-1-3-8 15,10-3 1-15,-9 0-4 0,4-10 4 16,-4-2-2 0,-13-10 0-16,0-2-19 0,-11-7-26 15,-9-3-43-15,0 0-42 16,0 0-10-16,0 0-148 31</inkml:trace>
  <inkml:trace contextRef="#ctx0" brushRef="#br0" timeOffset="18536.99">22310 2111 568 0,'0'0'20'16,"0"0"-20"-16,0 0 0 16,0 0 13-16,0 0 16 31,0 0-28-31,-12-71-1 0,8 71-5 15,4 13 5-15,-4 21 30 0,4 18 26 16,0 13 7 0,0 15-18-16,0 0-16 15,0 12-13-15,0 16-7 16,0 3 1-16,0 13-2 0,0-4-2 16,-4-6 11-16,4-12-7 15,0-7 0-15,0-12-7 0,0-12-1 16,0-12 1-1,0-10-1-15,0-12-1 0,0-9 5 16,0-3-6-16,0-10 1 16,0 4 0-16,0-10-1 31,4-3 0-31,0 0-34 0,-4-6-22 16,8 0-43-16,-4 0-60 15,0 0-65-15</inkml:trace>
  <inkml:trace contextRef="#ctx0" brushRef="#br0" timeOffset="19537.68">22163 2210 288 0,'0'0'201'0,"0"0"-187"16,0 0-3-16,0 0 11 16,0 0 38-16,0 0-24 15,0 0-5 1,-9-15 16-16,9 15-11 16,0 0-6-16,0 0 2 15,0 0 9 1,0 0-6-16,0 0-6 0,0 0-4 15,0 0-15-15,9 0 5 16,15 0 20-16,14 0 0 16,10 0-8-16,10 0-13 0,15-4 3 15,6 4-4-15,11-6-7 16,16 6 2-16,6-3-7 16,15-3 2-16,0 0-2 15,9-9-1-15,-1-1 2 16,5-3-1-16,-5 4 0 15,0 3 1-15,5-4-2 0,-1 4 2 0,1 3 2 16,0-1-4-16,-5 4 0 16,-3-3 0-1,-5 3 0-15,0 0 1 16,-12 0-1-16,0-1 0 0,-4-2 2 31,-12 3-2-31,-9 3 1 16,-12-3 1-16,0 2-2 0,-8 4 1 15,-1 0-1-15,6 0 1 16,-2 0 1 0,6 0-2-16,-2 0 1 0,5 0 1 15,-4-5-1-15,4 5 2 16,-3-7-3-16,2 1 0 16,-11 0 3-16,0 3-3 0,-12 3 0 15,-9-6 10-15,-8 3-4 16,-8 3-1-16,-13 0 5 0,-3-3-1 15,-9 3 0 1,-8 0 4-16,0 0 0 16,0 0 2-16,0 0-11 15,0 0-4 1,0 0-1-16,0 0-56 0,-25 0-51 16,17 0-154-16,-9 0-121 15</inkml:trace>
  <inkml:trace contextRef="#ctx0" brushRef="#br0" timeOffset="21195.97">21941 3816 286 0,'0'0'328'0,"0"0"-235"0,0 0-84 15,0 0 58-15,0 0 9 16,0 0-28-16,-4-6-14 16,4 6-8-16,20-3 13 15,5-1 0 1,8 1-18-16,8 1 0 16,12-2-2-16,1-2-3 15,12 3 3-15,7 0-12 16,9-3 3-16,13 3-2 15,3 0-2-15,13-7-3 16,13 4-3-16,11-3 1 0,13 0-1 16,8 0 1-16,3-1 1 0,5 1 1 15,9 0-1 1,0 2 1-16,3-1-3 16,1 4 1-16,-5-2-1 0,-4 3-1 15,-8 0 1-15,-4 0 1 16,-12 0 0-16,-8 0 1 31,-9 3-2-31,-13-3 3 0,-2-4 1 16,-10 1-2-16,1 0 0 15,-4 0 10-15,-1 0-5 16,-12-3 3-16,1-1-2 16,-6 7-3-16,-6-6 3 15,-10 6-8-15,-16-3 4 16,-11 6 5-16,-19 0-6 0,-2-3 5 15,-13 3-1-15,0 0-3 0,0-4 4 16,-4 4-1-16,4 0 1 16,5 0 0-1,3 0-8-15,13-5 3 16,0 5-3-16,4 0 0 0,-6-4 2 16,2 4-2-16,-4 0 0 0,-5 0 3 31,5 0-3-31,-9 0 1 15,1 0-1-15,3-3 0 16,0 0 1-16,0 0-1 16,5 0 0-16,0 0 2 15,-5 3-1-15,1-3-1 16,-1 3 0-16,-3 0 0 0,6-3 0 16,2 0-1-16,8 3 1 15,0-3 3-15,0 3-3 16,-4-4 1-16,-10 4 0 15,-2 0-1-15,-9 0 2 0,0 0-2 16,-4 0 1-16,0 0 3 16,0 0-3-16,0 0 2 15,0 0-3-15,0 0-2 0,0 0 1 16,0 0-6-16,0 0 1 16,0 0 2-16,0 0-13 15,0 0-11-15,0 0-51 16,-8 0-157-16,-9 0-285 31</inkml:trace>
  <inkml:trace contextRef="#ctx0" brushRef="#br0" timeOffset="22146.84">24145 3988 844 0,'0'0'25'0,"0"0"-22"31,0 0-3-31,0 0 52 16,0 0-32-16,-127-33-20 0,91 48-2 15,-10 13 2-15,9 6 4 16,-8 12 12-16,4 10-4 16,12 11-5-16,4 4 3 15,13 0-7-15,8-6-2 16,4-10-1-16,4-12-7 0,29-9-4 31,4-12-5-31,16-10 3 16,1-12-85-16,4 0 94 0,-6-9 2 15,2-19-29-15,-14-6-16 16,-15-3 32-16,-12 3-8 16,-13 10 13-16,0 5 10 15,0 10 65-15,-17 6 53 0,5 3-57 16,0 0-21-16,0 6-6 15,4 22-17-15,4 0-5 16,4 6-4-16,0-1-1 16,12-8-3-16,12-10 0 15,1-5 8-15,8-10 5 16,4 0 2-16,7-16 1 0,6-18-11 16,-9 1-1-16,-12-8-6 15,-16 8 0-15,-9 8 0 16,-4 3-2-1,-4 10 6-15,-25 12-1 16,-17 0-5-16,-3 0-1 0,-8 24-8 16,-5 4-36-1,13 6-44-15,4-6-71 16,36-19-79-16,9-6-110 16</inkml:trace>
  <inkml:trace contextRef="#ctx0" brushRef="#br0" timeOffset="22379.83">24728 4263 855 0,'0'0'239'0,"0"0"-218"16,0 0-21-16,0 0 3 15,0 0 2-15,-17 105 9 16,-11-59-10-1,8 0-1-15,-5-9-2 16,4-9 0-16,9-7-1 16,0-8-17-16,7-7-32 15,1-6-69-15,-4 0-18 16,0-28-133-16,-4-6-66 16</inkml:trace>
  <inkml:trace contextRef="#ctx0" brushRef="#br0" timeOffset="22548.82">24515 4318 21 0,'0'0'228'0,"0"0"-114"16,0 0 54-1,0 0 23-15,0 0-35 16,0 0-49-16,0 0-63 0,-4-55-30 16,33 92 56-16,7 9-48 15,5-3-7-15,13 0-9 16,-5-5-6-16,-4-5 0 0,-4-8-3 16,-7-13-107-16,-34-12-153 15,0 0-419-15</inkml:trace>
  <inkml:trace contextRef="#ctx0" brushRef="#br0" timeOffset="24367.87">27507 3079 373 0,'0'0'227'0,"0"0"-188"0,0 0-13 16,0 0 25-16,0 0 3 15,0 0-2-15,0-12-10 16,0 12-3-16,0 0-9 0,0 0 1 16,0 0-10-16,0 0-12 15,-4 0-9-15,0 25 1 16,0 6-1-16,-4 15 7 16,3 6-6-16,1-3 1 15,4 4 0 1,0-4-2-16,0-6-2 15,0-6 0-15,0 0 2 16,4-15-1-16,5-4-43 16,-9-9-54-16,4-2-71 15,-4-7-43-15,0 0-23 16</inkml:trace>
  <inkml:trace contextRef="#ctx0" brushRef="#br0" timeOffset="24637.49">27307 3344 807 0,'0'0'131'16,"0"0"-119"0,0 0 34-16,0 0 35 15,0 0-81-15,0 0-22 16,19-31 22-16,27 25 9 15,8-3-5-15,19-3 0 16,5-1-4-16,0 4-1 16,-4 3-8-16,-13 0-4 15,-15 6-100-15,-46 0-120 0,0 0-107 16</inkml:trace>
  <inkml:trace contextRef="#ctx0" brushRef="#br0" timeOffset="25987.91">28517 2953 696 0,'0'0'92'16,"0"0"-89"-16,0 0 29 15,0 0 90-15,0 0-122 16,0 0 3-16,0 0-3 15,62-22 5-15,-21 16-3 16,-5 0-2 0,14 0 0-16,-13 6 0 0,-1 0-2 15,-2 0 0-15,-10 0-2 16,-7 0 3 0,-5 15-23-16,-12 13 6 15,0 6 16-15,-12 3 2 0,-21 9-1 16,-16 4-6-16,-9-2 7 15,-8-1 2-15,9-4 0 16,-1-9 4-16,17-9 11 16,17-7 17-16,12-6-11 0,8-2-23 15,4-4-2-15,0 0-12 16,21 0 14-16,15-6 9 16,5 0 5-16,13 0-5 15,3 0 3-15,5 0-10 0,-1 0 3 31,5-9 2-31,-4 0-5 16,-5 2-2-16,-12 4-1 16,-16 1-89-16,-29 2-125 0,0 0-188 0</inkml:trace>
  <inkml:trace contextRef="#ctx0" brushRef="#br0" timeOffset="27015.96">29310 2389 563 0,'0'0'156'16,"0"0"-156"-16,0 0 0 15,0 0 33-15,0 0-18 0,0 0-15 16,0 0-16-16,4 9 16 16,-4 37 5-16,0 16 21 15,4 18 1-15,-4 15-7 16,0 11-1-16,4 7-8 16,0-1-3-16,9-1-5 15,-1-7-3 1,4-11 0-16,-4-17-1 15,4-10 5-15,-3-11-4 16,-1-12 0-16,-3-9 1 0,-1-12-1 16,-4-10 0-1,-4-6-1-15,0-6-45 0,0 0-84 16,0-6-202-16</inkml:trace>
  <inkml:trace contextRef="#ctx0" brushRef="#br0" timeOffset="27448.2">29761 2842 416 0,'0'0'534'15,"0"0"-534"-15,0 0 5 16,0 0-5-16,0 0 16 15,0 0-10-15,21-31-6 16,-25 62 8-16,-13 15-8 0,-3 7 6 16,-1-1-2-16,4 7-1 15,5-4-3-15,12-3 0 16,0-5 0-16,0-14-4 0,17-2 1 16,12-12-8-1,4-10 11 1,11-9 2-16,10 0 11 0,4-6-2 15,-1-19-4-15,-8-9-2 16,-7-6-2-16,-15-3 11 16,-14-9 1-1,-5-4 33-15,-8-2-24 0,0 2 11 16,-29 3-2-16,-11 13-19 16,3 13 22-16,-9 8-13 15,2 19-23-15,-6 0-5 16,0 22-51-16,6 21-70 0,32-22-98 15,8 1-241-15</inkml:trace>
  <inkml:trace contextRef="#ctx0" brushRef="#br0" timeOffset="27795.9">29954 2429 323 0,'0'0'595'16,"0"0"-577"-16,0 0-15 31,0 0 8-31,0 0 14 0,0 0-14 16,0-47-11-1,0 75 1-15,0 18 8 0,0 22 24 16,0 15-12-16,0 19 11 15,0 3-6-15,0 9-14 16,0-3-8-16,0-3 0 16,0-6-4-16,4-13 0 0,4-15 1 15,0-19-1-15,1-8 0 16,-1-16-1-16,0-7-22 16,-4-11-43-16,-4-13-139 15,0 0-264-15</inkml:trace>
  <inkml:trace contextRef="#ctx0" brushRef="#br0" timeOffset="28095.93">30286 3156 778 0,'0'0'90'0,"0"0"-90"0,0 0-23 16,0 0 16-16,0 0 14 15,0 0 12-15,46 71 10 16,-38-18 4-16,0 2-5 16,-3 4-6-16,3-7-10 0,-4-6-5 15,4-3-4-15,-4-12-3 16,-1-12 0-16,2-4 0 15,-1-12-3-15,-4-3-61 16,0 0-74-16,0-18-192 16</inkml:trace>
  <inkml:trace contextRef="#ctx0" brushRef="#br0" timeOffset="28296.81">30336 3206 895 0,'0'0'57'16,"0"0"-52"-16,0 0 28 16,0 0-15-16,0 0-7 0,0 0-10 15,131-56 0 1,-89 53-2-16,-19 3-46 0,-18 0-143 16,-5 0-259-16</inkml:trace>
  <inkml:trace contextRef="#ctx0" brushRef="#br0" timeOffset="28448.37">30332 3366 591 0,'0'0'267'0,"0"0"-267"16,0 0 0-16,0 0 11 15,0 0 11-15,135-6-18 0,-89-4-4 16,-6 8-1-16,-32 2-21 0,-4 0-281 15</inkml:trace>
  <inkml:trace contextRef="#ctx0" brushRef="#br0" timeOffset="29520.6">30726 2413 436 0,'0'0'126'0,"0"0"-113"0,0 0 84 16,0 0-35-16,0 0-4 16,0 0-9-16,0 0-30 15,-9-37-4 1,9 34 12-16,0 3 9 16,0-3 14-16,0 3 2 15,0 0-12-15,0 0-12 16,0 0-12-16,0 0-1 15,0 0-1-15,0 0-9 16,0 0 2-16,0 0 4 16,0 0-5-16,0 0 2 0,0 0-3 15,0 0 0-15,0 0-2 0,0 0 0 16,0 0-2-16,0 0-1 16,0 0-5-16,0 10-4 15,0 17 7 1,0 17 2-16,0 8 8 0,5 15-5 15,3 14 1 1,4 5 0 0,1 12 0-16,-1 8-1 0,0-5-1 15,5 4-1-15,-9-3 0 16,4-1 0-16,-4-2 0 16,0-10 9-16,-4 1-10 15,0-13 6-15,-4-12 6 16,5-13-10-16,-5-12 7 0,4-12 0 15,0-13-4-15,0-6 5 16,-4-9 1-16,0 0 0 16,4 0-5-16,-4 0 3 15,4-5-4-15,0-17-5 0,-4-9-46 16,0 16-89-16,0 2-521 31</inkml:trace>
  <inkml:trace contextRef="#ctx0" brushRef="#br1" timeOffset="64044.82">15775 1748 151 0,'0'0'76'15,"0"0"-45"-15,0 0-18 16,0 0 41-16,0 0-15 16,0 0-18-16,-29-13-12 15,25 7 37-15,0 0-28 16,0-4 12-16,4 5-14 0,-4-2 3 16,4 1-1-16,0 0 16 0,0 0-6 31,0 0-13-31,0-4 2 15,0 4-7-15,0-3 3 16,0 0 7-16,0 3 0 16,0-1-14-16,0 4 5 15,0-3 15-15,0 0-7 16,0 3 3-16,0 0 11 0,0-3-10 16,0 6 11-16,0 0-4 15,0 0-5-15,0 0-1 16,0 0 3-16,0 0-5 15,0 0 8-15,0 0-5 16,0 0-8-16,0 0 3 16,0 0-4-16,0 0-4 0,0 0-4 15,0 0-7-15,0 0-1 16,0 0 0-16,0 0-6 16,0 0 2-16,0 6-9 15,0 15 13-15,0 10 6 16,0 3-5-16,0 3 2 0,0 7 1 31,0 8-3-31,0 6 4 0,0 7-4 16,4 9 3-1,-4 0 3-15,4 6-7 0,4-3 2 16,1 0-2 0,-1 3 0-16,0 3 4 0,0 7-1 15,5 5-2-15,-1 1 9 16,1-3-4-16,-1-4 6 0,-4-3-7 15,-1 0 0-15,6 1 3 16,-9-7-4-16,4 0 8 16,-4-3-2-16,1 0-8 15,-5 4 2-15,0 2 6 16,0-3-5-16,0-3 3 16,0-6-4-16,0-7-1 0,0-5 6 15,0 0-6-15,0-4-2 0,0-6 1 16,0-2 1-16,0-4 1 15,4-3-4-15,0 0 3 16,0 0 2-16,-4-3-4 16,0 0 6-16,0 3 0 31,4-3-2-31,0-3 1 0,0-6-4 16,0-4 0-16,-4-8 4 15,0-7-6-15,0-6 4 0,0-3-3 16,0 0 0-16,5 0 2 15,-5 0-2-15,0 0 3 16,4 0 4-16,-4 0-7 16,0 0-1-16,0-15-13 15,0-7-4-15,0-9-7 16,-9-6-11-16,-7-9-40 16,-1 25-166-16,9-1-463 15</inkml:trace>
  <inkml:trace contextRef="#ctx0" brushRef="#br1" timeOffset="67992.7">15557 1723 334 0,'0'0'189'15,"0"0"-131"-15,0 0-53 16,0 0 35-1,0 0 19-15,-4 0-10 16,4 0-9-16,0 0 5 16,0 0-7-16,0 0 2 15,0 0-1-15,0 0-3 0,0 0-9 16,0-3-5-16,0 3-11 16,4 0 1-16,21 0-9 15,8-3 3-15,13-4 7 16,10-2-2-16,10 6 10 15,12 0-7-15,5-3-3 16,7 0-1-16,9 6-6 16,3-3-3-16,0 3 2 0,-3 0-2 15,0 0 1-15,3 0-2 16,5 0 0-16,4 0 1 16,8 0 0-16,-4 0 0 15,4-13-1-15,4 7 0 16,4-12-1-1,4 5 2-15,1 1-1 16,-4-3 2-16,-10 2-1 16,1 1-1-16,-12 0 2 15,-8 2-2-15,-1 1 1 16,-8 0-1-16,5-1 0 16,-1 5-2-16,-8-2 7 15,-7 1-6-15,-6 0 1 0,-3 6 0 16,-5-3 0-16,6 3-1 0,-1 0 1 15,-1 0 0-15,6 0 1 16,2-3 0-16,1 0 2 16,0 0-2-16,4-1 0 15,0-1 0-15,4 2-1 0,-3-4 5 16,-1-2-5-16,3 3 5 31,2-4-3-31,-5 4-1 16,5 0 0-16,-6-3 0 15,2 3 3-15,-5-1-2 16,-4 2-2-16,-5-5-1 0,1 4 0 0,0 0 1 31,8 3 1-31,-4-3 0 0,8-1-1 16,-4 1 1-16,3 3 0 16,-2-3 0-16,3 0 4 15,-4 0-3-15,8 0 2 16,-7 6 0-16,2 0-4 0,-2-4 5 15,-6 4-4-15,5-3 1 16,0-3-1-16,4 6 1 0,9 0 2 16,-1 0-2-16,1-3 0 15,3 0 1-15,-8 0-2 16,5 0-1-16,-2 0 4 16,1 0-4-16,1-1 4 15,-1-1-2-15,1 1-2 16,-5-2 2-1,4 3-1-15,-3 0 0 16,3 0 0-16,-4 0 1 16,0 0-3-16,0 0 2 15,1 0-1-15,-1-1 4 16,9 4-4-16,3 0 0 16,0-3 4-16,9 3-1 15,-8 0-3-15,3 0 0 0,5 0 0 0,4 0 0 16,-9 0 1-1,9 0 1 1,-4 0 0-16,0 0-2 0,-1 0 6 16,-3 0-5-16,-5 0 0 15,1 0 2-15,-5 0 0 16,1 0 0-16,-1 3-2 16,5 1-1-16,-4-1 4 15,-10 3-4-15,5-3 0 16,-3 0 1-16,-1 0-1 15,8 0 0-15,-7 0 2 16,3 4-1-16,-3-4 1 16,-2-1-2-16,9 2 0 15,2-1 2-15,-7 0-1 0,7 0 0 0,-7-3 1 16,-3 6-1-16,5-3-1 16,-5 0 2-16,0 3-2 15,1-2 1-15,-6-1 0 16,-6-3-2-16,-2 3 1 15,1-3 0-15,0 0 1 16,9 3-1 0,-6 0-1-16,2-3 1 15,-6 0 0-15,1 0 2 16,-4 0-2-16,4 3 0 16,-5 0 1-16,2-3-1 15,-2 3 2-15,5 0-3 16,-5-3 3-16,6 3-2 15,2-3 1-15,-2 9-1 0,6-5 2 16,-6 2-1-16,-2 0 1 16,-2 0-2-16,-6-3-1 15,1 0 1-15,-5 4-1 0,9-7 1 16,-1 5 1 0,10-2 0-16,3-3 0 0,0 7 2 15,-4-7-3-15,-4 3 1 0,4 0 0 16,-4 0 0-16,-1 0 1 15,2 3-1-15,-2-3-1 16,-7 0 2-16,-5 4-2 16,-3-4 1-16,-13 0-1 15,-4 0 1-15,5-3-1 16,-9 0 0 0,7 3 0-16,-2 0 4 15,-9-3-2-15,0 6-2 16,-10-6 0-16,2 0 1 15,-4 0 0-15,-13 0 0 16,5 0 0-16,-9 0-1 16,4 0 2-16,-4 0-2 0,9 0 0 15,-9 0 2-15,0 0 0 16,4 0-2-16,0 0 1 16,-4 0 0-16,8 0-1 15,0 0 0-15,-3 0 0 0,3 0 1 16,0 0-2-16,1 0 1 15,-5 0 0-15,0 0-1 16,-4 0 2 0,1 0-1-16,-5 0 0 15,0 0 1-15,4 0-2 16,-4 0 1-16,0 0 0 16,0 0 0-16,4 0 0 15,0 0 0-15,8 0 0 16,-3 0 1-16,-1 0-2 15,-4 0 0-15,-4 0 1 0,0 0 3 16,0 0-3 0,0 0 1-16,0 0 0 15,0 0 0-15,0 0 1 16,0 0-1-16,0 0-1 0,0 0 2 16,0 0-1-1,0 0-1-15,0 0 0 16,0 0 0-16,0 0 0 15,0 0 0-15,0 0 0 0,0 0 3 0,0 0-3 16,0 0 0 0,0 0-1-16,0 0 2 15,0 0-2-15,0 0 1 16,0 0 0-16,0 0-1 16,0 0 3-16,0 0-3 0,0 0 1 15,0 0-3-15,0 0 3 16,0 0-2-16,0 0 0 0,0 0 1 15,0 0-2 1,0 0 3-16,0 0-1 0,0 0 0 16,0 0 1-16,0 0-2 15,0 0 2-15,0 0 1 16,0 0 0-16,0 0 0 16,0 0 0-16,0 0-1 15,0 0 3-15,0 0-3 16,0 0 2-16,0 0 0 0,0 0-1 15,0 0-1-15,0 0 0 16,0 0 0 0,0 0 1-1,0 0-1-15,0 0 0 0,0 0-1 16,4 0 1-16,4 0 0 16,4 0 0-16,4 0 2 15,5 0 0-15,-9 0-2 16,5 0 0-16,-1 0 0 15,1 0 0 1,8 0 0-16,-10 0 0 0,-2 0-3 16,-5 0 3-16,-8 0 0 15,0 0 1-15,0 0 0 16,0 0-1-16,0 0 0 16,0 0 1-16,0 0-1 15,0 0 0-15,4 0-1 16,-4 0 1-16,0 0 1 0,0 0-1 15,0 0-1-15,0 0 1 16,0 0-1-16,0 0 0 16,0 0 1-16,0 0 0 0,0 0 1 15,0 0 0 1,0 0-2-16,0 0 2 0,0 0-1 16,0 4 0-16,0-4-1 15,0 0 1-15,0 0-1 0,0 0 1 16,0 0-1-1,0 0 0-15,0 0-6 0,0 0-18 16,0 3-20-16,0-3-47 16,0 2-108-16,0-2-242 15</inkml:trace>
  <inkml:trace contextRef="#ctx0" brushRef="#br1" timeOffset="69744.17">15911 4589 317 0,'0'0'153'16,"0"0"-129"-16,0 0-14 0,0 0 16 16,0 0 49-16,0 0-9 15,0 0-12-15,0 0-2 0,12-9-10 16,-12 9-4-16,0 0-8 15,0 0-8-15,0 4-7 16,0 29-15-16,-4 20-5 16,-9 12 5-16,5 9 21 0,0-1-8 15,4-5-6-15,-4-6-7 16,8-7 5-16,-5-12-1 16,1-5-1-16,4-11 3 15,0-14-5-15,0-4 0 16,0-6 0-16,0-3-1 15,0 0 0 1,0 0-1-16,-4 0-10 16,4 0-83-16,-4 0-126 0,-4 0-169 15</inkml:trace>
  <inkml:trace contextRef="#ctx0" brushRef="#br1" timeOffset="71684.39">15857 5169 412 0,'0'0'232'16,"0"0"-232"-16,0 0 14 0,0 0-14 15,0 0 64-15,0 0-14 16,37-3-22-16,-4-3 17 15,4 3 5-15,8-4 15 16,4 5-7-16,9-5-21 16,-1 7-21-1,5-3-1-15,7 3 5 16,2 0-9-16,2 0-2 16,1 0 1-16,8 0-9 15,9 0 1-15,11 0-1 16,5 0-1-16,8 0 1 15,0 0-1-15,8 0 1 16,4 0-1-16,5-3 1 0,7-6-1 16,-3 0 1-16,-1-1-1 15,-4 4 2-15,-4-3-2 16,-3 3 4-16,-13 3-2 0,0-3-2 16,-5 6 1-16,-3-3-1 15,0-4 2-15,-5 4-2 31,1-3-3-31,-1 3 3 16,1-3 3-16,3 0-3 0,-3-1 1 16,-1 5-1-16,1-1 0 15,-13 3 4-15,-4 0 5 16,-3 0-4-16,-10 0-3 16,1 0-2-16,-5-4 3 15,1 1-3-15,8-3 0 0,0 3 1 16,4-3-1-16,13 0 0 15,-6-1 0-15,5 2 2 16,5-2-1-16,4 1-1 16,3-4 0-16,1 2-2 15,0 1 2-15,-1-2 0 16,-11 3 2-16,-1 3-2 0,-4 0 1 0,-8 3-1 16,-5 0 0-1,2 0 1-15,-10 0-1 16,-3 0 0-16,0-3 5 15,-5 3-5-15,9-4-1 0,-1 2 1 16,10-5 2-16,-2 7 0 16,1-3-2-1,4 3 0-15,-8 0-2 16,-1 0 4-16,6-3-5 16,-6 3 5-16,1 0-2 15,0-3 0-15,-4 0 0 16,3 0 0-16,5 0 7 15,-4 3-5-15,0 0 0 16,-1 0 2-16,6 0-2 0,-6 0 1 16,5 0-3-16,0 0 0 15,0 0 2-15,4 0-2 0,-4 0 0 16,4 0 1-16,4 0 0 16,4 3 2-16,-3 0-3 15,2-3 1-15,-6 3-2 31,-6-3 4-31,2 0-5 0,2 0 3 16,1 0-1-16,5 0 0 16,2 0 0-16,-2 0 0 15,11 0 3-15,-4 0-2 16,1 0 1-16,-1 0-2 16,1 0 0-16,-1 0-3 15,0 0 4-15,-4 0-1 0,4 0 3 16,9 0-1-16,0 0-1 15,3 0-1-15,0 0 0 16,-6 0-1-16,2 0-2 0,0-3 3 16,1 3 1-1,3-3-1-15,-3 3 0 0,4 0 0 32,3-3 2-32,5 3 0 15,4 0 0-15,4-6-2 16,9 6 7-16,-5 0-5 0,8-3 2 15,-4 3-3-15,-4 0 0 16,-4-7 3-16,-3 7-4 16,-1-2 0-16,-5-2 4 15,-3 1-3-15,-1 0 1 0,2-3 2 16,-2 0-4-16,-4 0 2 16,2 3-2-16,-10 3 1 15,-9-4 5-15,6 4-2 16,-1-3 5-16,1 3-5 15,3-3 4-15,-8 0 1 16,-3 3-9-16,-14-3 0 0,10 3 9 31,-6 0-7-31,6 0 8 0,-6 0-5 16,1 0-3-16,-4 0 0 16,-4 0 0-16,-1 0-2 15,-7 0 1-15,-6 0 1 16,2 0 1-16,-12 0-2 15,6 0 1-15,-2 0 3 16,-1 0-2-16,9 0 6 0,-6 0 0 16,2 0-1-16,-1 0 3 15,-4 0-11-15,1 0 4 16,6 0-1-16,2 0-2 0,8 0-1 16,-1 3 3-1,5 0-2-15,-1 3 3 0,-7-2-4 16,-4-1 1-16,-6 0 5 15,-6 0-4-15,-5-3 1 16,-8 3 1-16,-1-3 2 16,-3 3 4-16,-1-3-8 15,5 0 1-15,-4 3 6 16,3-3-8-16,-7 3-1 16,-1-3 8-1,-7 0-8-15,-5 0 4 16,0 0-3-16,-3 0 2 15,-1 0 2-15,0 0-4 0,-4 0 0 16,0 0 3 0,0 0-2-16,0 0 4 0,0 0-3 15,0 3 0-15,0 0 3 0,0-3-4 16,0 0-2-16,0 0 0 16,-8 0-37-16,-9 0-31 15,-8 0-39-15,-8-12-60 16,22 3-208-16,2-1-139 15</inkml:trace>
  <inkml:trace contextRef="#ctx0" brushRef="#br1" timeOffset="72186.35">32056 1821 188 0,'0'0'13'0,"0"0"-13"16,0 0-100-16,0 0-1 15</inkml:trace>
  <inkml:trace contextRef="#ctx0" brushRef="#br1" timeOffset="73191.09">31571 1495 247 0,'0'0'79'0,"0"0"-39"0,0 0 6 0,0 0 86 16,0 0-32-16,0 0-40 31,0-19-3-31,0 19 8 16,0 0-12-16,0 0 0 15,0 0-4-15,0 0-9 16,0 0-15-16,0 0-12 16,0 0-1-16,0 0 2 0,0 0-9 15,0 0 1-15,0 0 7 16,0 9-13-16,-4 19-4 15,4 15 2-15,-4 7 2 16,0 5 11-16,-9 7-2 0,6 3 7 16,-1 11-8-16,-5 11-7 15,9 2 15-15,-4 4 3 16,0-7-11-16,-5 0 1 16,9-2-6-16,-4-1-2 0,4-3 5 15,-4-3-4-15,3 0 3 16,1-6-2-16,4 0 0 15,-4-3 7-15,4-3-9 16,0 2 4 0,0-5-3-16,0-1-2 15,0-5 2-15,0-3 1 16,0-8 1-16,0 2-2 16,0 0-1-16,-4-8 4 15,4 1 5-15,-8 7-6 16,4-1 2-16,-1 6-5 15,-3-3 2-15,4-5 2 0,4 2-4 0,-4-3 0 16,4 3 4-16,0 0-3 16,0 1-2-16,0-1 0 15,0-3 0 1,0 0 1-16,0 0 0 0,0-2-1 16,0-1 3-16,0-3-2 15,0-1 3 1,4 5 3-16,4-4-6 15,-4 0 3-15,5 0-4 0,-5-4 0 16,-4-2 2-16,4 0-1 16,-4 3 0-16,0-3-1 15,0-3 0-15,0 3 0 16,0-4 1-16,0 4-1 16,0 3 4-16,0-3-4 15,0-4 0-15,0-2-1 16,0 0 1-16,0-7 0 15,0-5 0-15,0-1 0 0,0-6 0 16,0 1 1-16,0-4 1 16,0-3-2-16,0 0 0 31,0 0 1-31,0 0 0 16,0 0-1-16,0 0 6 0,0 0-3 15,0-7-3-15,0-17-30 16,0 8-51-16,0 1-228 15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35:15.61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1014 12919 219 0,'0'0'105'0,"0"0"-95"15,0 0-8-15,0 0 20 0,0 0 24 16,0 0 5-16,0-105 8 0,3 95-8 16,-3-2-17-1,0 6 9-15,0 0 5 16,0 3 15-16,0-1 17 16,0 4-19-16,0 0-21 0,0 0-11 15,0 0-11-15,0 0-7 16,0 0-11-16,0 0-12 0,0 19 3 15,-7 12 9 17,-1 12 10-32,-5 3 0 0,9 7-10 15,0-1 0-15,4 4 8 16,0-4-1-16,0-9-1 16,0 0-6-16,0-12 6 0,0-6-6 15,0-10 2-15,0-8 0 16,0-7-2-16,0 0-3 15,0 0 1-15,0 0-19 16,0 0-6-16,0 0-15 16,0 0-45-16,0-13-48 15,0 1-189-15</inkml:trace>
  <inkml:trace contextRef="#ctx0" brushRef="#br0" timeOffset="300.8">931 12718 725 0,'0'0'99'0,"0"0"-98"0,0 0 10 16,0 0 92 0,0 0-58-16,0 0-45 0,-25-46-7 15,38 46 3-15,16 0 3 16,4 0 2-16,7 0 0 15,-3 0 0-15,1 0 0 0,-5 0 1 16,-4 0-1-16,-6 0-1 16,-6 0 0-16,4 0-3 15,-5-6-9-15,1-1-29 16,3-2-13-16,-3 6-39 16,-9 3-11-16,-8 0-77 15,0 0-15 1,0 7-98-16</inkml:trace>
  <inkml:trace contextRef="#ctx0" brushRef="#br0" timeOffset="532.41">870 13104 525 0,'0'0'172'0,"0"0"-172"0,0 0-35 16,0 0 35-16,0 0 35 15,0 0 28-15,65 12-18 16,-27-21-26-16,-5 2-5 16,-5 1-11-16,-4 3-3 0,-7 3 0 15,-9 0-18-15,-4 0-48 16,-4 0-32-16,0 0-155 16,0 0-3-16</inkml:trace>
  <inkml:trace contextRef="#ctx0" brushRef="#br0" timeOffset="801.12">870 13452 529 0,'0'0'265'0,"0"0"-265"16,0 0-129-16,0 0 129 15,0 0 51-15,0 0-3 0,111 0-16 16,-58-19 3-16,4 1-18 16,-11 5-8-16,-2 4-7 15,-19 6 4-15,-4 3-6 16,-9 0 0-16,-8-3-1 16,-4 3-3-16,0 0-55 15,0 0-73 1,0 0-115-16,0 0-102 15</inkml:trace>
  <inkml:trace contextRef="#ctx0" brushRef="#br0" timeOffset="1301.08">1506 13079 810 0,'0'0'0'0,"0"0"-44"0,0 0 44 16,0 0 80-16,0 0-62 15,0 0-18-15,0 3-14 0,-17 40 14 16,-12 10 14-16,2 11-9 16,-2-2 1-16,0-4 7 15,0 1 1-15,4-16-14 16,9-12 0-16,0-10 0 15,12-17 0-15,0-4-8 16,4-9-71 0,0-31-77-16,-5-16-165 15,1-6 165-15,-4 7 146 16,0 3 10-16,0 5 60 16,-1 13 5-16,5 9 68 15,-4 13 0-15,8 6-11 16,0 6 24-16,0 0-31 15,0 0-109-15,0 6-6 0,0 19 0 0,25 12 8 16,4-3 12 0,7 6-13-16,1-6-2 15,0-10 0-15,-4 4-4 16,-8-9-2-16,-5-4-6 0,-4-9-43 16,-3-6-61-16,-13 0-91 15,0 0-116 1</inkml:trace>
  <inkml:trace contextRef="#ctx0" brushRef="#br0" timeOffset="2380.98">1712 13202 502 0,'0'0'140'16,"0"0"-140"-16,0 0 0 15,0 0 47-15,0 0 40 16,0 0-37-16,16-98-27 16,-16 98 13-16,0 0-18 15,-12 3-18-15,-13 24 0 0,-8 14 1 0,0 11-1 16,5 0 2 0,3-2-2-16,13-1 9 15,3-12-6-15,9-9-3 16,0-10-3-16,0-15-2 0,0-3 5 15,13 0 1-15,7-18 7 16,4-26 11 0,1-8-16-16,0 0-1 15,-9 5-2 1,-3 7-22-16,-9 19 22 0,0 9 5 16,-4 5-2-16,0 7 14 15,0 0 0-15,4 13-17 16,0 21 0-16,5 12 9 15,3 0-2-15,0-9-5 0,0-6 0 16,-4-16-1-16,-4-6 3 16,0-9 4-16,5 0-5 15,-1-21-2-15,4-16 30 16,9-13-9-16,-9 4-11 16,5 9-11-16,-9 4 1 15,-4 14-3 1,-4 16 2-16,4 3-2 0,1 0-12 15,-5 15-14-15,8 22 27 16,0 10 1 0,0 5 4-16,0-2-2 15,4-11 0-15,-8-8-1 0,4-18 11 16,-4-4-6-16,5-9-2 16,-1 0 0-16,4-28 7 0,5-15 14 15,4-6-20-15,-5 2-5 16,-3 13-1-16,-9 10-6 15,0 15 3-15,-4 9 4 16,4 0-3-16,-4 3-16 16,3 27-1-16,-3 11 20 15,8 8 21 1,-4 0-14-16,13-9 0 0,0-6 1 16,-1-12-2-16,1-10-6 15,-1-12 3-15,5 0-1 0,0-6 1 16,-2-25 3-16,2-12-6 15,-5-10-29-15,-3 4-56 16,-5 9-73 0,-4 6 2-16,-4 13 52 0,0 8-25 15,0 10 78-15,0 3-20 16,0 0 16-16,-4 13 55 16,-4 2 53-1,8-9-5-15,0 0-22 0,0-6-12 16,0 0 7-16,0 0 35 15,0 0 33-15,8-6-17 0,0-6-29 16,-4 3-21-16,1 2-3 0,-1 7 14 16,-4 0 33-1,0 0 3-15,0 25-52 16,0 18 27-16,0 15-2 16,4 17-22-1,8 11 11-15,5 1-31 16,7-1-18-16,-4-9 18 15,-3-15 13-15,-1-10-11 16,-3-15-2-16,-9-10 0 16,0-17 0-16,-4-10-9 0,0 0-65 15,0-19-66 1,0-12-175-16</inkml:trace>
  <inkml:trace contextRef="#ctx0" brushRef="#br0" timeOffset="2619.48">2224 13180 800 0,'0'0'135'0,"0"0"-135"16,0 0 0-16,0 0 30 15,115-76-11 1,-61 81-11-16,-1 17-8 16,-12 12-1-16,-12 3-1 15,-17-3-56-15,-12 6 31 16,-16 3 14-16,-37-5-3 15,-9-11 16-15,0-9-15 16,13-18 10-16,12 0-8 0,12-12-40 16,17-21-55-16,8-8-64 15,0 19-5-15,8 1 6 16</inkml:trace>
  <inkml:trace contextRef="#ctx0" brushRef="#br0" timeOffset="2820.01">2413 12915 113 0,'0'0'468'0,"50"-111"-383"0,-43 90-52 15,1 9 94-15,-8 12-5 0,0 0-40 32,0 0-46-32,0 30-36 15,9 26 0-15,3 21 29 16,9 12-14-16,4-3-11 16,-1 1-3-16,5-7-1 15,-1-9-19-15,-3-6-7 16,-4-10-10-16,-9-8-55 0,1-17-69 15,-13-30-58-15,0 0-147 16</inkml:trace>
  <inkml:trace contextRef="#ctx0" brushRef="#br0" timeOffset="3168.48">2766 13409 677 0,'0'0'296'0,"0"0"-296"0,0 0-114 16,0 0 114-16,0 0 80 16,0 0-30-16,62-71-15 15,-37 34-26 1,-1-3-6-16,-7-3-1 16,-9 3-2-16,-8 6-10 15,0-1-10-15,-20 17 17 16,-9 9-14-16,-13 9 12 15,-3 9 5-15,0 37 20 16,0 13 0-16,20 6-2 16,21 6 4-16,4-7-5 0,29-5-15 15,25-7-2-15,7-24-6 0,1-12 2 16,-1-16-5-16,-4 0-95 16,-36-16-122-16,-13-12-221 15</inkml:trace>
  <inkml:trace contextRef="#ctx0" brushRef="#br0" timeOffset="3338.44">3136 12998 946 0,'0'0'214'16,"0"0"-193"-16,0 0-14 0,0 0 10 15,0 0-17-15,0 0-47 16,8-15-169-16,-8 15-231 16</inkml:trace>
  <inkml:trace contextRef="#ctx0" brushRef="#br0" timeOffset="3492.3">3263 13316 1130 0,'0'0'52'15,"0"0"-52"-15,0 0 0 16,0 0-6-16,0 0 6 16,0 0-194-16,21 18-473 15</inkml:trace>
  <inkml:trace contextRef="#ctx0" brushRef="#br0" timeOffset="4230.84">1202 13850 229 0,'0'0'343'0,"0"0"-343"15,0 0 24-15,0 0-3 16,0 0 90-16,-115-16-47 16,107 16-43-1,0 0 10-15,4 0 18 0,-1 0-1 16,5 0-10-1,0 0-12-15,0 0-4 16,0 0 3-16,0 0-9 16,0 0-16-16,0 0-3 0,21 0 2 15,12 0 1-15,20 0 19 16,26 0 1-16,23-9-4 16,17-4-2-16,12-5-11 15,5 6 0-15,4-1-3 0,-5 4 0 16,-3-3 0-16,-5 9 1 15,-4-3 4-15,-4-1-4 16,-9 4 2-16,-11-3 1 0,-25 3-2 31,-12 3 8-31,-21-6 4 16,-13 6-4-16,-11-6 0 16,-1 6-2-16,-8 0-2 15,-4 0-3-15,1 0-2 0,-1-3 0 16,0 3-1-16,-4-7 0 15,0 5-1-15,0-2-41 16,0 4-66-16,-8 0-126 0,-13 0-306 16</inkml:trace>
  <inkml:trace contextRef="#ctx0" brushRef="#br0" timeOffset="9240.84">3948 12857 607 0,'0'0'17'0,"0"0"-12"16,0 0-5 0,0 0 45-16,0 0-4 15,0 0-30-15,0 0-6 16,0 0 11-16,-8-3 18 0,8 3 2 16,0 0-10-16,0 0-13 15,0 0 4-15,0 0-6 16,0 0-11-16,0 21-17 15,-4 13 17-15,4 16 36 0,0 5-10 16,0 4-20-16,0 5 1 16,4 1 3-16,8 3 1 15,1 0-8-15,-1-4 6 0,1-8-3 16,-5-13-1-16,0-9 4 16,-4-12-3-16,-4-13 1 15,0-3 2-15,0-6-7 16,0 0 10-16,0 0-12 15,0-15-1-15,0-13-62 16,0-12-70 0,-4 24-33-16,0-2-141 15</inkml:trace>
  <inkml:trace contextRef="#ctx0" brushRef="#br0" timeOffset="9526.82">3858 12946 766 0,'0'0'134'0,"0"0"-130"15,0 0 1-15,0 0 52 16,0 0-16-16,0 0-29 16,-12-43-12-16,37 43 0 15,4 0 6 1,11 0 0-16,1 0 6 15,5 0-1-15,-2 0-6 16,-2 0-4-16,-1 0 2 16,0-3-2-16,-9 0 0 15,-3-6-1-15,-4 0-9 0,-4 5-28 16,-5 1-32-16,-12 3-66 16,-4 0-71-16,0 0-104 15</inkml:trace>
  <inkml:trace contextRef="#ctx0" brushRef="#br0" timeOffset="9774.65">3940 13341 851 0,'0'0'18'0,"0"0"-18"0,0 0-2 31,0 0 2-31,0 0 15 15,0 0 22-15,45 9 20 16,-3-25-27-16,-5 1-2 16,-1 3-13-16,-3-1-14 0,0 1-1 15,-12 6 0-15,0 6-32 16,-6-6-74-16,-2 6-106 16,-13 0-59-16</inkml:trace>
  <inkml:trace contextRef="#ctx0" brushRef="#br0" timeOffset="10128.94">4466 13236 443 0,'0'0'271'15,"0"0"-224"-15,0 0-40 16,0 0 93-16,0 0-33 16,0 0-64-16,4 58 3 15,-29-5-2 1,5 0 9-16,7 2-2 15,1-3 2-15,8-5-13 16,4-7 0-16,0-16 0 16,0-12 1-16,12-5-1 15,9-7-4-15,8 0 4 16,4-16 7-16,-5-18-1 16,1-9-4-16,-13-3 0 0,-8-3 2 0,-8 5 3 31,0 8 16-31,-20 5-9 0,-13 15 23 0,-8 7-2 15,-4 9-15-15,-1 0-20 16,-2 9 0-16,11 16-32 16,12-3-77-16,21-13-114 15,4-3-185 1</inkml:trace>
  <inkml:trace contextRef="#ctx0" brushRef="#br0" timeOffset="10497.95">4630 13276 866 0,'0'0'147'15,"0"0"-147"-15,0 0-29 16,0 0 14-16,0 0-9 16,0 0 24-16,111 71 6 15,-66-31-5-15,-4 0 0 16,-4 4 0-16,-4-1-1 15,-16-3 1-15,-13-7-2 0,-4-2 2 0,0-3 10 16,-21-6 57-16,-12-7-19 16,0-6-5-16,0-9-8 15,5 0 13-15,-1-12-9 16,0-16-17-16,12-15-5 16,9 0-10-16,8-12-4 15,0 2-4 1,29 4 0-16,12 2-2 15,8 4 0-15,9 6 1 0,-4 13-7 16,-2 8-53-16,-6 16-99 16,-42 0-139-16,0 0-251 15</inkml:trace>
  <inkml:trace contextRef="#ctx0" brushRef="#br0" timeOffset="11153.15">5820 13221 443 0,'0'0'146'0,"0"0"-137"31,0 0 12-31,0 0 133 16,0 0-40-16,0 0-56 15,-7-102-2-15,-10 99-6 0,1 0-20 16,-1 3-18-16,-12 0-10 16,0 3-2-16,-8 25 0 15,5 6 2-15,-1 6 4 16,8 6 2-16,13 0-3 0,12 1-4 15,0-4 2-15,0-10-1 16,8-5-2-16,13-16-1 16,-1-9-2-16,9-3 3 15,-1-3 1-15,1-30-1 16,4-11-5-16,-8-2-8 16,-8 6 0-1,-5 9 4-15,-8 10 8 16,-4 14 1-16,0 7 12 0,0 0 43 15,0 7-38-15,0 24-4 16,0 5-3-16,8 8 3 16,8-8-10-16,9-11 0 15,-5 0-3-15,9-13 0 16,-4-12-4-16,0 0-60 0,-21-12-113 16,0-13-323-16</inkml:trace>
  <inkml:trace contextRef="#ctx0" brushRef="#br0" timeOffset="20115.73">6707 13088 305 0,'0'0'177'0,"0"0"-158"0,0 0-15 16,0 0 80-1,0 0 4-15,0 0-30 0,0 0-16 16,0-49 0-16,0 49-7 16,0 0-12-16,0 0-5 15,0 0-18-15,4 9 8 16,4 19 19-16,5 5 5 0,-1 8-14 16,0 5-12-16,1 0-5 15,-1 3 6-15,-4-2-6 31,5-7 0-31,-9-3 0 0,0-16 2 0,-4-5-2 32,0-7 1-32,0-9-1 0,0 3 4 15,0-3 8-15,0 0-1 16,0 0 22-16,0-15 0 16,0-7-26-16,0-15-6 15,0 4-1-15,0-8 0 16,0 4-1-16,8 0 0 0,1 3 0 15,2 4-1-15,1 5-1 16,1 9 2-16,-5 7-4 0,-4 6 4 16,0 3-4-1,1 0-3-15,3 0-2 0,8 0 2 16,9 25 7-16,4 5 1 16,-5 14 3-16,5-1-3 15,-9 3 6-15,1-2-6 16,-8-5-1-1,-5 1 0-15,0-9 2 16,-8-9-2-16,0-7-17 16,0-5-42-16,0-10-82 15,0 0-143-15,0 0-175 16</inkml:trace>
  <inkml:trace contextRef="#ctx0" brushRef="#br0" timeOffset="20371.99">7158 13291 637 0,'0'0'264'15,"0"0"-264"-15,0 0-58 16,0 0 58 0,0 0 5-16,0 0 3 15,0 0 3-15,75-9 3 16,-46 9-5-16,-1 0-5 15,-3-6 0-15,3 6-2 16,-11-6 3-16,4 3-5 16,-9-3-24-16,5 0-80 15,-17 2-46-15,0 1-103 0</inkml:trace>
  <inkml:trace contextRef="#ctx0" brushRef="#br0" timeOffset="20672.07">7516 13134 581 0,'0'0'225'0,"0"0"-225"0,0 0 0 16,0 0 34-16,0 0 38 15,0 0-60-15,0-18-12 16,0 30-11-1,4 16 11-15,4 12 27 16,5 6-10-16,-5 10-6 16,3 3-3-16,2 5-6 15,-1-2 3-15,1-1-5 16,-1-5-10-16,-4-16-7 0,-3-6 5 16,-1-12-8-1,-4-13-21-15,0-6-23 0,0-3-50 16,0 0-86-16</inkml:trace>
  <inkml:trace contextRef="#ctx0" brushRef="#br0" timeOffset="20972.71">7533 13156 581 0,'0'0'235'0,"0"0"-226"16,0 0-7-16,0 0-2 0,0 0 10 15,118-77-10 1,-68 77 2-16,3 0-2 16,-8 18-3-16,-12 7-1 15,-13 0 1-15,-12 3 3 0,-8-1 30 16,0 1-10-16,-32 0 10 16,-17-4 14-16,-5-2-13 15,5-7-7-15,8-9-17 16,4-6-5-16,16 0-2 0,4 0-70 31,17-9-79-31,0 3 4 0,0-3-149 16</inkml:trace>
  <inkml:trace contextRef="#ctx0" brushRef="#br0" timeOffset="21290.02">7964 13073 703 0,'0'0'178'0,"0"0"-172"16,0 0 16-16,0 0 46 16,0 0-48-16,0 0-17 15,-33 105-2-15,33-65-1 16,0-3-1-16,0-3 1 16,8-13-4-16,12-9 3 15,1-5 1-15,3-7 1 0,1 0 6 0,4-25-1 16,0-12 6-1,-5-6-3-15,-7 3-3 16,-13 0 2-16,-4 5-2 16,0 11 9-16,-33 8 3 0,-4 11 10 31,-5 5-16-31,2 0-12 16,3 0-28-16,4 21-77 0,29-9-90 15,4 0-186-15</inkml:trace>
  <inkml:trace contextRef="#ctx0" brushRef="#br0" timeOffset="21610.97">8176 12730 178 0,'0'0'670'0,"0"0"-670"16,0 0-56-16,0 0 56 15,0 0 42-15,0 0-8 32,-8-71-10-32,8 84-14 0,13 21 60 15,7 12-24-15,5 6-27 16,-4 10-10-16,-5 9 0 16,-3 3-4-16,-2 0 1 15,-3 0 0-15,1-9-4 16,-9-7-1-16,4-18 2 15,-4-9-2-15,0-15-1 0,0-13-13 16,4-3-58-16,-4-3-118 16,0-19-98-16</inkml:trace>
  <inkml:trace contextRef="#ctx0" brushRef="#br0" timeOffset="22024.91">8382 13091 868 0,'0'0'157'0,"0"0"-157"15,0 0-53-15,0 0 50 16,0 0 3-16,0 0 2 16,127 111 0-16,-94-83-3 0,0-3 1 15,-5-10-1-15,-3 4-2 16,-4-14-27-16,-5-5-24 15,1 0 35-15,-1-8-3 16,1-20-7-16,-10-6-10 0,-7 0 2 16,0-3 32-16,0 6 5 31,0 6 2-31,0 10 45 16,0 6 45-16,-3 5 7 0,-1 4-4 15,0 0-17 1,4 0-78-16,-8 35-5 15,-5 14 5-15,1 13 4 16,-5 17 0-16,1 5 0 0,-9 5-1 16,0-5-3-16,1-14 0 15,4-5-10-15,-5-19 10 16,8-9 0-16,17-37-132 16,-4 0-209-16</inkml:trace>
  <inkml:trace contextRef="#ctx0" brushRef="#br0" timeOffset="23811.94">9063 13079 400 0,'0'0'103'16,"0"0"-102"-16,0 0 7 15,0 0 71-15,0 0-38 16,0 0-8-16,54-40-7 0,-50 37 8 16,0 0 8-16,-4 3-9 15,0 0 6-15,0 0 0 16,0 0 10-16,0 0 1 15,0 0-5-15,0 0-11 16,-8 0-31-16,-21 0 4 0,-8 12-9 16,-3 12 4-16,-2-5 0 15,1 2 5 1,8-5-2 0,8-4 7-16,14-2-12 0,11-4-1 15,0-3-7-15,0-3-7 16,11 0-24-16,26 0-10 15,9 0 36-15,7 0-11 16,0 0-15-16,-7 0 1 16,-1 0 17-16,-5 0 10 0,-11 15 2 15,-8 4 5-15,-9 2-1 16,-7-2-10-16,-5-1 7 16,0 1 8-16,0 0 22 15,-25-1 19-15,-8-6 10 16,-9 1 1-16,6-4-26 15,-9-9-25-15,7 0-1 0,14-6-10 16,8-22-16-16,12-3-57 16,4 0-39-16,0 0 23 31,32 7-41-31,5 2 31 16,5 1-1-16,3 8 4 0,-13 1 106 15,-3 2 4-15,-8 5 61 16,-9 1 21-16,-8 4-4 15,0 0 38-15,-4 0 7 0,5 7-45 16,-1 14-29-16,0 7-11 16,4 0-17-16,0 6-11 15,1-4-11-15,-1-8 3 16,3-1-2-16,-7-14-4 16,-4 2-4-16,5-9-66 0,-5 0-46 15,0-13 4-15,0-8-258 16</inkml:trace>
  <inkml:trace contextRef="#ctx0" brushRef="#br0" timeOffset="23928.09">9190 12875 764 0,'0'0'100'0,"0"0"-100"16,0 0-50-1,0 0 25-15,0 0 1 16,0 0-112-16,25 25-127 15</inkml:trace>
  <inkml:trace contextRef="#ctx0" brushRef="#br0" timeOffset="24366.16">9392 12835 262 0,'0'0'457'0,"0"0"-373"15,0 0-73-15,0 0 1 16,0 0-12-16,0 0 0 15,0 0 17 1,54 161-10-16,-35-96 1 16,6-1-6-16,0-9 12 15,0 1-6-15,-5-10 2 16,-3-12-7-16,-2-3 0 16,2-13-3-16,0-11 4 15,-1-7-4-15,5-3-12 16,-1-32-11-16,9-5-25 0,-4-8-13 0,-9-5-12 15,4 4 21-15,-11 5 18 16,-1 13 34-16,0 13 22 16,-8 12 44-1,0 6 45-15,0 0 9 0,0 16-41 16,4 17-69-16,5 10 14 16,3 4-5-16,-4 5-13 0,9 1 4 15,-1-10-2-15,1-6-4 16,-10-13 0-16,1-12-4 15,1-8 0-15,-5-4-27 16,-4-13-44-16,0-24-22 16,0 12-180-16</inkml:trace>
  <inkml:trace contextRef="#ctx0" brushRef="#br0" timeOffset="24482.42">9638 12860 978 0,'0'0'0'0,"0"0"-37"16,0 0-107 0,0 0 59-16,0 0-343 0</inkml:trace>
  <inkml:trace contextRef="#ctx0" brushRef="#br0" timeOffset="25131.96">10172 13033 531 0,'0'0'23'0,"0"0"6"15,0 0-29-15,0 0 97 16,0 0-26-16,0 0 8 0,24-53 13 15,-24 53-22-15,-16 18-54 16,-12 13-3-16,-5 13-1 16,-1 2 1-16,10 3-4 0,7 4-4 15,9-7-5-15,8-3-1 16,0-9 1-16,4-13-3 16,25-11-4-16,8-10-24 0,9-6 18 31,6-31-14-31,6-13-13 15,-12-2-20-15,-10 0-24 16,-11 2 1-16,-13 7 67 0,-12 15 16 0,0 13 43 16,0 12 79-16,0 3 33 15,-8 0-55 1,-9 27-71-16,1 11-26 16,-1 8 2-16,10 0-3 15,7 0-2-15,0-9-1 16,0-12 1-16,7-10 1 15,10-12 0-15,-1-3 4 16,9-6 1-16,0-28 4 0,0-9-6 16,-9-3-2-16,-3 3-2 15,-13 2-1-15,0 8-1 16,0 11-2-16,-13 10 4 16,-16 12-1-16,0 0-2 0,-4 0-10 15,4 24 0-15,10 4 2 16,10 3-42-16,9 0-42 15,0-3-26 1,0-13-51-16,28-6-58 16,10-9 42-16,-22 0 108 15,1-12 6-15</inkml:trace>
  <inkml:trace contextRef="#ctx0" brushRef="#br0" timeOffset="25434.66">10635 13026 307 0,'0'0'509'0,"0"0"-393"15,0 0-111-15,0 0 23 0,-8 154 39 16,8-98-31-16,0-3-18 16,0-13-9-1,0-10-8-15,0-11 3 0,0-10-1 16,8-9 4-16,5-9 19 16,3-28 0-1,5-15-7-15,4-7-14 16,-9 0-5-16,1 7 2 15,-5 9-2-15,0 12 0 16,-8 19 1-16,-4 8 4 16,4 4 39-16,-4 10 1 15,8 24-38-15,0 9 7 16,9 6-8-16,4-6-1 0,-1-5-3 16,5-8-2-16,0-8-18 15,-10-10-22-15,6-12-47 0,-17 0-108 16,-4-12-304-1</inkml:trace>
  <inkml:trace contextRef="#ctx0" brushRef="#br0" timeOffset="26592.81">11855 13023 227 0,'0'0'34'16,"0"0"-33"-1,0 0 21-15,0 0 37 0,0 0-23 16,0 0 5-16,0 0 43 16,0-12-2-16,4 12-20 15,0-6-14 1,0-3 0-16,-4 3 8 0,0-7-18 15,0 1-2-15,0 0-14 0,0-4-2 16,-12 7-1-16,-9 3 12 16,-12 6-31-16,-7 0 2 15,-6 9-2-15,-7 19 3 16,-4 6 16-16,7-1 6 16,13-2 11-16,12 0-19 15,17-10-17-15,8-2-3 16,0-7 0-1,33-8 3-15,12-4 1 16,5 0-1-16,11-13 0 0,-3-11-20 16,-5-4-25-16,-8 0-8 15,-8 3 4-15,-8 7 33 16,-12 8 15-16,-10 5 1 16,-3 5 7-16,-4 0 55 15,0 0 44-15,0 21-72 0,0 10-12 16,0 15-6-16,0 7-4 15,17 5-5-15,8 16 3 16,8 9-8-16,8 13-2 16,-5-4-1-16,1-5-205 15,-8-13 206-15,-8-10 7 16,-9-11-7-16,-12-7-64 0,0-18 64 16,-8-13 52-16,-29-6-36 15,-9-9-9-15,-15 0 5 16,-1-21-11-16,-7-19 1 0,7-10 1 15,8-8-3 1,14-7 10-16,15-6 2 0,17 0-5 31,8 0 10-31,0 4 1 16,25 5-3-16,20 4-3 0,8 5 2 16,9 4 0-16,11 2-4 15,10 7-9-15,-5 9 0 16,0 1-1-16,-17 17-8 15,-15 4-69-15,-17 9-127 16,-29 0-92-16,0 0 6 0</inkml:trace>
  <inkml:trace contextRef="#ctx0" brushRef="#br0" timeOffset="27163.43">12311 13011 401 0,'0'0'180'0,"0"0"-159"16,0 0-20-16,0 0 15 15,0 0 16-15,0 0-9 16,0-77 28-1,-4 77 30-15,-17 16-33 16,-12 17-25-16,-4 7 1 16,0 6-4-16,4 4 19 15,9-1-3-15,11-6-18 0,13-12-13 16,0-3-5-16,0-16 0 16,13-5 3-16,16-7 9 15,12-10-6-15,7-23-6 16,2-11-6-16,-4-2-24 0,-14-1-22 15,-12 4 14-15,-7 6 14 16,-13 10 24-16,0 15 8 16,0 8 36-16,0 4 45 15,0 0-5-15,0 25-63 16,0 12-10-16,0 6 8 0,0-3 0 16,0-3-11-16,20-9-4 15,1-9 0-15,4-7 0 31,0-12 5-31,-6 0 5 16,10-9-6-16,0-31-8 16,-4-4-11-16,-4-11-18 15,-9-7-36-15,-4-5 10 0,-4-11-19 0,-4 7 19 16,0 3-27 0,0 22 42-16,0 18 40 15,-12 10 110-15,0 18-5 16,-1 0-9-16,5 0-59 0,0 37-22 15,8 13-3-15,0 14-7 16,0 10 0-16,12 0-3 0,13 3-2 31,-1-9 2-31,0-9-1 0,1-10-2 16,-8-12 1-16,-5-9-30 16,-4-10-31-16,-3-12-24 15,-5-6-116-15,0-6-128 16</inkml:trace>
  <inkml:trace contextRef="#ctx0" brushRef="#br0" timeOffset="27625.02">12565 13064 426 0,'0'0'545'0,"0"0"-531"16,0 0 11-1,0 0-18-15,0 0 66 0,0 0-40 0,119-56-20 16,-61 46-3-16,3 2-7 15,-8-2-2-15,-3 7-1 16,-14-3-15-16,-7 6-7 16,-8 0 7-16,-5-6 9 15,-7 6 5-15,-1-10 1 16,-4 1 2 0,4-6-1-16,1-4 1 15,-1-2-2-15,4-4 0 16,-8 7-1-1,1-4-1-15,-5 10-7 0,0 6 9 16,0 6 1-16,-29 0 1 16,-4 0-1-16,-5 18 0 15,-6 10 6-15,3 9 25 0,-1 3 7 16,13 6 0-16,9 0-15 16,20-3-14-16,0-5-9 15,20-11 3-15,34-2 0 16,8-16 20-16,16-9-3 15,20 0-10-15,5-9-7 16,-5-19-4-16,-8 0-14 0,-24 4-37 0,-66 12-108 16,0-1-251-1</inkml:trace>
  <inkml:trace contextRef="#ctx0" brushRef="#br0" timeOffset="32891.86">2208 14398 378 0,'0'0'0'15,"0"0"-30"-15,0 0 30 0,0 0 23 16,0 0 3-16,0 0-12 0,0 0 3 15,0 0 16-15,-9 13 8 16,9-13-18-16,0 0-14 16,0 0-7-16,0 0 17 15,0 0-13-15,0 0-2 16,0 0 0-16,0 0-1 16,0 0 2-16,0 0 9 0,0 0 5 15,0 0 4-15,0 0 12 16,0 0 7-16,0 0 1 0,0 0-11 15,0 0-5 1,0 0-7-16,0 0 5 16,0 0-3-16,0 15-22 15,-4 16 0 1,-4 15 9-16,4 16 4 16,4 2-2-16,0 1 6 15,0-3-5-15,8-10-1 0,9-15-9 16,3-9 1-16,-7-13-3 15,3-9-4-15,5-6 4 16,4 0 7-16,-1-21 9 16,0-16-7-16,-7-3-9 0,-5 0-29 15,-8 0 18-15,-4 6 8 16,0 6 3-16,0 3 5 16,0 13 2-16,0 12-1 15,-4 0 12-15,4 0-18 16,-4 19-15-16,4 11 8 15,0 11 4 1,0 2 4-16,4-3-4 16,13-7 6-16,8-8-2 15,-1-6-1-15,-3-13-1 0,-1-3 1 16,0-3 3 0,-7 0 7-16,3-22-1 0,-7-9 5 15,-5-12-2-15,0-3 5 16,-4-3-9-16,0 0-5 0,-8 2-2 15,-13 4 5-15,4 12-4 16,1 16 0-16,3 6-4 16,5 9-9-16,1 0-39 15,3 21-91-15,0-6-93 16,4 4-369-16</inkml:trace>
  <inkml:trace contextRef="#ctx0" brushRef="#br0" timeOffset="33123.71">2697 14562 920 0,'0'0'0'16,"0"0"-41"-16,0 0 18 15,0 0 23-15,0 147 9 0,12-91-6 16,9-7-2-1,-5-9 3-15,-3-9-3 0,-6-6-1 16,-3-10 4-16,-4-11-2 16,0-4-2-16,0 0-118 0,0-13-121 15</inkml:trace>
  <inkml:trace contextRef="#ctx0" brushRef="#br0" timeOffset="33255.06">2615 14330 956 0,'0'0'41'0,"0"0"-41"15,0 0-209-15,0 0 188 16,0 0 5-16,0 0-231 16</inkml:trace>
  <inkml:trace contextRef="#ctx0" brushRef="#br0" timeOffset="33492.51">2873 14324 956 0,'0'0'0'0,"0"0"-42"16,0 0 38-16,25 123 4 0,-9-48 9 31,8 1-6-31,-3-1-2 0,4-11 1 0,-9-8-1 15,5-13 2-15,-9-12-2 16,-3-10-1-16,2-8-64 16,-3-13-64-16,-8 0-61 31,0-7-1-31</inkml:trace>
  <inkml:trace contextRef="#ctx0" brushRef="#br0" timeOffset="33873.25">3246 14386 141 0,'0'0'836'16,"0"0"-787"-16,0 0-47 0,0 0-2 31,0 0 5-31,29 166 1 0,-20-95 2 16,7 0-3-16,-3-9-4 15,-1-16 1-15,0-15-1 16,-7-13-2-16,2-11 1 15,1-7-3-15,4 0 3 16,5-25 6-16,4-21-1 16,3-10-5-16,-7 1-3 15,-5 15-14-15,1 12 0 16,-9 15 17-16,0 13 0 16,0 0-1-16,3 31 8 15,6 16-1-15,3 2 16 16,5-6-5-16,0-6-10 0,3-12-7 15,-3-7 1-15,-4-15 2 16,-2-3-2-16,-2 0-1 0,-5-15-5 16,-8-16-48-16,0 9-115 15,0 4-176 1</inkml:trace>
  <inkml:trace contextRef="#ctx0" brushRef="#br0" timeOffset="34070.93">2971 14664 1046 0,'0'0'84'16,"0"0"-84"-16,0 0 6 15,0 0 2-15,0 0-2 16,0 0 0-16,119-50-1 16,-36 16 4-16,-1 3-5 15,-8 9-4-15,-13 7-51 16,-53 15-178-16,-4 0-161 15</inkml:trace>
  <inkml:trace contextRef="#ctx0" brushRef="#br0" timeOffset="35102.46">5024 14506 614 0,'0'0'164'16,"0"0"-164"-16,0 0 0 16,0 0 30-16,0 0 34 15,0 0-40-15,-12-59-20 0,-13 56-4 16,-12 3 2-16,-12 0-4 0,-9 19-14 16,-3 15 16-16,-5 15 9 15,12 3 36-15,10-2-6 0,19-4-19 16,17-6-20-16,8-9-2 15,16-13-6-15,22-8-7 16,6-10 7-16,14-6 5 16,3-34 3-16,9-13-11 31,-8-8-29-31,-17-4-46 16,-21-6-27-16,-24 0 50 15,0 0 47-15,-8 0 16 16,-21 13 13-16,1 11 28 0,4 19 38 0,7 16 111 0,5 12-82 31,7 0-19-31,5 0-89 16,0 28 0-16,0 21 0 0,5 13 1 15,15 5 1-15,9-1-2 16,-1-2 0-16,1-8 1 16,-4-13-1-16,-4-6 2 15,-5-19-2-15,1-6-1 0,-1-12-6 31,4 0 5-31,5-15-1 16,8-18-4-16,-4-5-10 16,-5 8-10-16,-11 5-2 0,-6 16 10 15,-7 9 8-15,0 0 7 16,0 18 0-16,0 22 4 16,0 9 34-16,-7 1-16 15,7-7-2-15,0-12-2 0,0-13-11 16,3-11-2-16,9-7 7 15,5 0 9-15,4-25-1 16,7-21 15-16,-7-10-18 0,-4-2-10 16,-13 2 2-16,-4 7 2 15,-4 15 0 1,-21 6-1-16,-12 19 8 0,-1 9-14 16,-6 3-7-16,-1 24 5 15,7 14 2-15,14-1-15 16,15 6-30-1,9 0-53-15,9-6-65 16,32-12-99-16,-16-28-70 16</inkml:trace>
  <inkml:trace contextRef="#ctx0" brushRef="#br0" timeOffset="35318.51">5484 14589 45 0,'0'0'0'0,"0"0"0"16,131-132 43-16,-110 98 43 15,-17 9 7-15,-4 10 52 16,0 12 76-16,0 3 3 15,-12 0-44-15,-5 18-111 16,9 28-64-16,-4 16-4 0,12 15 2 16,0 9-2-16,0 4-1 15,28-1 0-15,1-15-1 16,-1-9-17-16,-7-19 18 0,-4-15-2 16,-9-16-5-1,-4-15-49-15,-4 0-83 16,0-27-24-1,0-4-127-15</inkml:trace>
  <inkml:trace contextRef="#ctx0" brushRef="#br0" timeOffset="35565.15">5472 14577 293 0,'0'0'347'16,"-50"-108"-210"-16,50 96-38 16,0 6 32-16,0 2-83 0,12 1-46 15,22 3-2-15,11 0 0 16,4 0 0-16,8 7 5 15,-4 17-5-15,-3 1 1 16,-21 2-1-16,-13 4-2 16,-16-3-19-16,0 3 11 15,-25 0 10-15,-24-10 24 16,-8-2-5 0,-5-19-11-16,17 0-8 15,12 0-14-15,13-22-53 16,20-3-95-16,0-2-37 15,8 15-94-15</inkml:trace>
  <inkml:trace contextRef="#ctx0" brushRef="#br0" timeOffset="35880.78">5890 14333 458 0,'0'0'196'0,"0"0"-153"16,0 0 99-16,0 0 38 15,0 0-170-15,0 0 6 16,42 130-13-1,-42-68 1-15,4-4 0 0,8-12 0 16,-4-9 1-16,4-15-2 0,-8-10-3 16,0-5 2-16,-4-7-2 15,0-7-16-15,0-27 2 16,-12-15-96-16,-12-13-63 16,-5-6 41-16,4-8 16 15,-4-5 18-15,13 8-22 16,3 7 120-1,9 33 46-15,4 8 96 16,0 22-33-16,0 3-53 16,0 3-56-16,13 31-5 15,-1-12-91-15,0 5-140 0</inkml:trace>
  <inkml:trace contextRef="#ctx0" brushRef="#br0" timeOffset="36602.92">6145 14398 548 0,'0'0'176'0,"0"0"-152"0,0 0-16 15,0 0 62-15,123-12 7 16,-119 12-34-16,4 0 14 16,0 25-13-1,0 15-19-15,1 9-9 0,-1 0-12 16,0 0-1 0,1-11-1-16,-1-14-2 15,-4-11 0-15,0-13-2 16,4 0 2-16,5-16 2 15,-5-27 9-15,9-13-9 16,-6-5 0-16,-3-1-2 16,-4 10-6-16,0 9-3 15,-4 18 6-15,0 19 3 0,0 6 4 16,0 0-2-16,0 24-2 16,0 20-6-16,9 11 6 15,7 4 0-15,5-10 1 0,8-12-2 16,0-9 1-16,3-16 0 15,-3-12 0-15,4 0 3 16,4-22 5-16,-5-21 1 16,1-9-3-16,-12-4-6 0,-5-2-7 15,-16 5-8-15,0 10 4 16,0 12 8 0,-8 19 3-16,-13 12 33 15,-3 0 27-15,0 15-45 0,-1 23-10 16,4 11-5-1,13 6 0-15,8 4 1 16,0-10-1-16,0-6-6 16,25-15-28-16,0-9 16 15,3-16-5-15,1-3-6 16,4 0 14-16,8-3-49 16,-9-4-49-16,-3 7-18 15,-8 7 56-15,-13 32 61 0,-4 20 14 16,-4 9 44-16,0 12 3 15,-4 6-2-15,-21 1-8 16,-4-10-37-16,1-18 52 16,-5-22 27-16,8-19 32 15,1-18-55-15,-1 0-19 16,8-40 23 0,10-25-47-16,3-12-10 15,4-12-3-15,0 2 0 0,28-2 0 16,17 3 0-16,17 5-2 15,8 8-7-15,0 11-43 16,-46 53-111 0,-8 6-257-16</inkml:trace>
  <inkml:trace contextRef="#ctx0" brushRef="#br0" timeOffset="38675.96">7717 14358 191 0,'0'0'423'0,"0"0"-403"15,0 0-7-15,0 0 5 16,0 0 37-16,0 0-16 0,0 0-28 0,-20-34 18 16,8 34 6-16,-5 0 17 15,-4 0-16 1,-3 21-14-16,-10 14-10 0,-2 8 23 16,3 6-5-16,13 4-15 15,11-4-14-15,9-6-1 16,0-6-3-1,17-12-2-15,16-13-1 16,7-9-12-16,6-3 16 16,-1 0-3-16,0-18-7 15,0-10-17-15,-8-6-12 16,-4-6-2-16,-16 3 13 16,-14 3 24-16,-3 9 6 15,0 10 6-15,0 9 38 0,0 6 24 16,-3 0 7-16,-10 6-72 0,9 22-3 15,4 12-8-15,0 6 8 16,0-6-1 0,20-9 1-16,1-10-2 15,-1-8-1-15,-3-10 3 0,-1-3 2 16,-3 0 4 0,3-21 8-16,1-20 2 15,-5 1-7-15,-12-3-2 16,0 3 4-1,0 9 1-15,-8 9-3 0,-17 10-1 16,-4 12 7 0,-4 0-15-16,0 6-5 15,-3 25-8-15,7 3-4 0,12 0-6 0,13-3-19 16,4-7-49-16,0-11-87 16,25-13-35-16,8 0 155 15,12-31 58-15,4-9 1 16,5-6-1-16,-10 2-6 0,-6 8-12 15,-14 8 2-15,-11 9 16 32,-5 16 60-32,-8 3 47 15,0 3 17-15,0 31-59 0,0 19-23 16,0 8-12-16,-4 4-14 16,4-3-6-16,0-10 12 15,0-18-5-15,0-16 0 16,0-11 25-16,0-7-14 0,8 0-4 15,5-34 2-15,6-16 4 16,6-8-20-16,-8 2-7 16,-1 10-3-16,-3 12 0 0,-5 16 1 15,0 11-2-15,-4 7 1 16,-4 0-1-16,0 28-10 16,4 12 11-16,9 13 5 31,3-4-3-31,8-6-2 0,5-9-12 15,0-16-22-15,0-11 6 16,0-7 9-16,7-10-8 16,1-30-41-16,0-12-51 15,1-3-14-15,-14-4-19 16,-4 3 65-16,1 1 68 16,-9 12 1-16,-8 9 18 0,0 16 169 15,-4 11 11-15,0 7 38 16,0 0-96-16,-16 16-74 15,-9 21-29-15,1 18-14 16,4 10-1-16,3 3 2 16,9 3 5-16,8-9-2 0,0-19-9 31,4-10 1-31,21-14-1 16,3-10 2-16,17-9 0 15,9 0-2-15,-1-28-27 0,-29 7-82 16,-11-1-237-16</inkml:trace>
  <inkml:trace contextRef="#ctx0" brushRef="#br0" timeOffset="38997.14">9018 14629 637 0,'0'0'366'0,"0"0"-366"16,0 0 4 0,0 0 2-16,0 0 43 0,0 0-36 31,4 0-13-31,-4 0-2 0,0 0-6 15,0 0 1-15,0 0-24 16,-16-6-35-16,0 0 6 16,-1 3 13-16,1-3-18 15,12 6-101-15,4 0-141 16</inkml:trace>
  <inkml:trace contextRef="#ctx0" brushRef="#br0" timeOffset="39894.49">10123 14050 833 0,'0'0'0'0,"0"0"-43"16,0 0 43-16,0 0 47 15,0 0-33-15,0 0-14 0,0 0 0 16,-13 34 52-16,9 15 2 16,0 7-7-16,0 12-16 15,4-1-17-15,0-2-4 16,0-3-1-16,0-7-4 16,0-12-3-16,0-15 0 0,0-10-1 15,0-5 1-15,0-13-2 16,0 0-36-16,0-6-30 15,8-25 33-15,-8-6-61 16,0-10 26-16,0-1 7 16,0-2-12-16,0-2 30 15,0-1 43 1,0 7 7-16,0 6 34 16,0 6 32-16,0 9 21 15,0 4 2-15,0 8-19 16,0 7-19-16,0 6-26 15,0 0-8-15,8 0-14 0,5 0-9 16,12 19 17 0,11 8 6-16,13 14-2 0,5 5-17 15,-1 6-2-15,5-3 0 16,-5 4-2-16,0-7-1 0,-7-6-3 16,-9-6-13-16,-9-13 0 15,-12-5 7-15,-3-7 3 16,-9-6-10-16,-4-3-11 15,0 0-18 1,0 0-2-16,0-24-83 16,-4-10-70-16,-9-6-26 15,-3-6 67-15,4-7 43 16,0-12-36-16,4-6 138 16</inkml:trace>
  <inkml:trace contextRef="#ctx0" brushRef="#br0" timeOffset="40079.05">10578 14025 158 0,'0'0'90'16,"0"0"60"-16,0 0 57 0,0-108-60 0,0 105 7 15,0 3-37-15,0 0-59 16,0 0-38 0,0 12-8-16,0 28 9 15,0 13 21-15,0 15-16 0,0 3-16 16,5 9-3-16,7-6-3 16,4 3-2-16,0-9 2 15,-4-10-4-15,5-11-6 0,-9-20-11 16,-4-8-25-16,-4-19-54 15,0 0-215-15</inkml:trace>
  <inkml:trace contextRef="#ctx0" brushRef="#br0" timeOffset="40732.08">11091 14463 387 0,'0'0'334'16,"0"0"-333"-16,0 0 4 0,0 0 114 15,0 0 9-15,0 0-47 16,0 0-44-16,8-102 5 16,-8 90-27-16,-20 6 10 15,3 3-13-15,-19 3-12 16,-5 3-5-16,-5 22 5 0,2 8 6 15,2 10 6-15,13 4-2 16,13-1-10-16,8 0-1 16,8-6 1-16,0-6-1 15,12-12-2-15,5-10 1 16,7-9 0-16,1-3 1 16,7 0-2-16,-3-28 3 0,0-12-2 15,-4-9-9-15,-9-10-10 16,-7-5-2-16,-9-7 18 0,0-3 1 15,0-3-8 1,0 6 5-16,-13 15 6 0,1 19 1 16,4 19 35-16,-1 9 20 31,5 5 10-31,0 4-15 16,4 4-50-16,0 32-14 0,0 14 14 15,17 14 1-15,7 4-1 16,1 10 0-16,3-11-5 15,-7 4-38-15,4-9-54 16,-25-50-87-16,0-3-154 16</inkml:trace>
  <inkml:trace contextRef="#ctx0" brushRef="#br0" timeOffset="41250.33">11432 14580 604 0,'0'0'312'0,"0"0"-272"15,0 0-38-15,0 0 43 16,0 0 4-16,0 0-15 15,-20 59 3-15,-5-22-14 16,-8 3-3-16,-8 3 3 16,0-6-17-16,0 0-6 0,0-9-43 15,33-28-126-15,0 0-254 16</inkml:trace>
  <inkml:trace contextRef="#ctx0" brushRef="#br0" timeOffset="41682.8">11757 14377 607 0,'0'0'106'0,"0"0"-89"16,0 0 115-1,0 0-19-15,0 0-61 16,0 0-33-16,0-4-13 15,0 17 0-15,-4 12 13 16,4 11 1-16,0 4-10 0,0 0-3 16,0 7-5-1,0-4-1-15,0-3 1 0,0-6-2 16,0-13-3-16,8-5-20 16,-4-10-19-16,4-6-40 0,-5 0-87 15,-3 0 12-15,0-12-160 16</inkml:trace>
  <inkml:trace contextRef="#ctx0" brushRef="#br0" timeOffset="41968.56">11707 14284 635 0,'0'0'138'0,"0"0"-64"16,0 0 53-16,0 0-44 15,0 0-66-15,0 0-14 16,66-46 3-16,-21 49-4 15,0 13 0 1,5 5 0-16,-18 3-2 16,-3 1-3-16,-17 0-15 15,-12 0-1-15,0-1 17 16,-20-2-1-16,-18-1 6 0,-6-8-6 16,-2-1 3-1,5-9-10-15,5-3 2 0,11 0-8 16,13-3-62-16,12-12-54 15,0 2-29-15,8 1-72 0,8 6 80 16,1 3-40-16</inkml:trace>
  <inkml:trace contextRef="#ctx0" brushRef="#br0" timeOffset="42269.65">12044 14309 484 0,'0'0'175'15,"0"0"-77"-15,0 0 81 16,0 0-45-16,0 0-113 15,0 0-12-15,0 0 11 16,-87 130 2-16,71-97-11 16,12-8-9-16,4-7-2 15,0-6-2-15,8-12 2 16,17 0 2-16,8-2 2 0,0-26-2 0,3-12-1 31,-11-1 1-31,-5 2-2 0,-15-1 1 16,-5 3-1-1,0 9 1-15,-29 9-1 0,-3 10-2 16,-1 6-4 0,-1 3-11-16,6 0-27 0,7 16-74 15,8 5-54-15,13 1-10 16,0-13-44-16,0-6-173 16</inkml:trace>
  <inkml:trace contextRef="#ctx0" brushRef="#br0" timeOffset="42502.83">12253 14065 663 0,'0'0'311'0,"0"0"-266"16,0 0-43 0,0 0 63-16,0 0-39 0,0 0-11 15,-8 164-12-15,8-93 3 16,20-3-4-16,-7-7 1 0,-1-12-3 31,-4-9 0-31,-4-12-14 16,5-12-20-16,-5-10-37 15,-4-6-130-15,0 0-95 16,0-13-202-16</inkml:trace>
  <inkml:trace contextRef="#ctx0" brushRef="#br0" timeOffset="42976.12">12413 14312 644 0,'0'0'357'16,"0"0"-312"-16,0 0-42 15,0 0 18-15,0 0-1 0,54 127-15 16,-38-94-5-16,4-8-1 0,1-4-16 16,-5-12 3-1,5-9-15-15,0 0-15 0,-5-2-9 16,5-26-36-1,-5-6-34-15,-4 0-30 0,-8 0-40 16,0 9 60-16,-4 10 133 16,0 9 103-1,0 6 137-15,0 0-22 16,0 0-94-16,0 21-95 16,0 4-9-16,0-4-11 15,12 2-2-15,1-5-3 16,-1-9-2-16,1-9 2 15,-1 0-2-15,4 0-2 16,1-19-2-16,-5-8-15 0,-3-1 5 16,-5 0 12-16,-4 13 3 0,0 3 26 15,0 8 52-15,0 4 19 16,0 4-12 0,-21 32-56-16,-8 23-15 15,-12 12-1-15,-4 9 6 0,0 6-2 16,8-5-13-1,4 2-7-15,9-3-36 16,-1-9-38-16,21-55-93 16,4-14-281-16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36:27.30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2762 15690 680 0,'0'0'0'0,"0"0"-45"0,0 0 45 16,0 0 38-1,0 0 19-15,0 0-28 0,0 0-18 16,0-13-4-16,4 13 13 0,-4 0 11 16,0 0-1-16,0 0 6 15,0 0 1-15,0 0-2 16,0 0-6-16,0 0-5 15,0 0-7-15,0 0-14 16,0 0-3-16,0 0 0 16,0 3 0-16,0 10 4 0,0 2 2 15,8 4-1-15,-4 9-2 16,4 3-1-16,5 12-2 16,3 6 9-16,1 9-2 31,4 7 0-31,-5 0 0 0,1 3 2 15,-1-7 1-15,4 4 1 16,-8-9-5-16,5-4 3 16,-13-6 0-16,0-12 10 0,4-9-6 15,-8-7-1-15,4-12-2 16,1-2-5-16,-5-4-1 16,0 0 6-1,0 0-2-15,0 0 5 0,0 0-3 16,0 0-1-16,0 0 4 0,0 0-6 15,0 0-3-15,0 0 4 16,0 0-8-16,4 0-1 16,-4 0 0-16,0 0 2 15,0 0-2-15,0 0 0 16,0 0 1-16,0 0 1 16,0 0-1-1,0 0 0-15,0 0 2 16,0 0-1-16,0 0 0 15,0 0-1-15,0 0 1 0,0 0 1 16,0 0-2 0,0 0 5-16,0 0-5 0,0 0 0 15,0 0 4 1,0 0-2-16,0 0 1 0,0 0 4 16,0 0 6-16,0 0 7 0,0-7-10 15,0-14 2-15,4-7-8 16,4-18-4-16,0-6-1 15,13-10 1-15,-4-12 0 16,6-7 0-16,6-2-1 16,0 3 2-1,0 15-2-15,-8 13 0 16,-5 12 1-16,-7 12 2 16,-6 9 3-16,1 4 1 15,0 9 10-15,0 0-3 16,-4 0-5-16,0 3-2 15,0 0 3-15,0-1-3 16,0 4-4-16,0 0-4 0,0 0 2 16,0 0 0-16,0 0-1 15,0 0-4-15,0 0-15 0,0 0-1 16,0 0-7 0,0 0-5-16,0 0-9 0,0 10-19 15,0 8-38-15,-4 4-85 16,0-13-166-16,-3 0-241 15</inkml:trace>
  <inkml:trace contextRef="#ctx0" brushRef="#br0" timeOffset="379.63">3357 16245 832 0,'0'0'36'0,"0"0"-36"0,0 0 0 16,0 0 36-16,0 0-18 16,0 0-18-16,0 0-24 15,12 49 24-15,-12-15 11 0,0 6-1 16,0 3 4-1,0-3 20-15,0-6 4 0,0-6-16 16,0-10-4-16,0-2-15 31,0-7 2-31,0-3-2 16,0-3 0-16,0-3 1 0,0 0-4 16,0 0 3-16,0 0-3 15,0-3-44-15,0-22-14 16,-4-6-138-16,4 13-109 15,-8 0-99-15</inkml:trace>
  <inkml:trace contextRef="#ctx0" brushRef="#br0" timeOffset="637.79">3292 16220 602 0,'0'0'260'0,"0"0"-260"15,0 0 1-15,0 0 71 16,0 0-7-16,0 0-36 0,-17-28-29 0,17 28-2 15,13 0-1-15,12-3 3 16,4 3 0-16,3 0 0 16,1 0-1-1,4 0 1 1,-4 0 0-16,-1 0 1 16,-3 0-1-16,0 0 3 15,0-3-6-15,-17 3-9 0,-4 0-34 16,1 0-25-16,-9 0-49 0,0 0-39 15,0 0 68-15,-13 6-193 16</inkml:trace>
  <inkml:trace contextRef="#ctx0" brushRef="#br0" timeOffset="888.49">3296 16436 11 0,'0'0'614'0,"0"0"-573"0,0 0-38 15,0 0 11 1,0 0 77-16,0 0 7 0,-12 25-50 31,36-25-8-31,5 0-5 0,8-13-8 16,0 4-10-16,4-4-17 16,-1 1 4-16,-7 9-2 0,1-3-2 15,-14 6-12 1,-3 0-37-16,-9 0 3 15,-4 0-46-15,-4 0-50 16,0 0-121-16</inkml:trace>
  <inkml:trace contextRef="#ctx0" brushRef="#br0" timeOffset="1405.51">3833 16294 40 0,'0'0'561'16,"0"0"-561"-16,0 0-45 15,0 0 45-15,0 0 102 16,0 0 3-16,0-18-58 16,0 18-43-16,0 0-4 15,0 0-6-15,0 0-3 16,0 0 3-16,0 3 6 0,0 12 5 16,0 7 2-16,0 2 5 15,0 7 5-15,0 3 5 31,0 0-14-31,0 6 6 16,0-6 1-16,0-3-3 16,0-3-7-16,5-7-1 0,-5-6-1 15,0-3 4-15,0-5-4 16,0-4-1-16,0-3 5 0,0 0-4 16,0 0 4-1,4 0 1-15,-4 0-5 0,0 0-1 16,0 0-2-16,0 0-40 15,0 0-48-15,4 0-3 16,-4 0-94-16,0 0-181 0</inkml:trace>
  <inkml:trace contextRef="#ctx0" brushRef="#br0" timeOffset="2039.84">3850 16334 633 0,'0'0'89'0,"0"0"-89"16,0 0 0-16,0 0 59 15,0 0-14-15,0 0-45 0,0 0-16 16,17-55 12-16,7 48 4 15,5-2 1 1,3 3 1-16,1 0 2 0,-4 6 3 16,0 0-3-16,-4 0-4 15,-9 3 0-15,-4 15-8 16,-12 4-19 0,0 3 11-16,0 3 16 15,-12 5 8-15,-16-2-4 16,-10 3 4-16,-7-6 24 0,4 0 17 15,0-4-7 1,4-12-14-16,12-2-1 16,17-8-3-16,4-2-13 15,4 0-9-15,0 0 2 0,12-18-2 0,26 0-2 16,-1 2-4-16,7 4 0 16,-2 0 3-16,-5 9-2 15,-8 3 1 1,-6 0-1-16,-2 6-4 0,-8 12 7 15,-5 4 8-15,-4-1 2 16,-4 1-6-16,0 3 5 0,0-4 6 16,-17 1 10-16,-7-4 1 15,-4-2 10-15,3-4-8 32,-4-3-8-32,0 0-8 15,4-5-4-15,1-1 1 16,0-3-5-16,-1 0-2 0,-4-7-2 15,8-8-4-15,5-3-19 16,3 3-52-16,13-1-38 16,0 13-137-16,0-1-154 0</inkml:trace>
  <inkml:trace contextRef="#ctx0" brushRef="#br0" timeOffset="4563.7">1202 16087 282 0,'0'0'116'15,"0"0"-112"-15,0 0 4 16,0 0 110-16,0 0-27 0,0 0-39 16,0 0-11-16,4-12 9 15,-4 9 13 1,0 3-42-16,-8 0 2 16,-5 0 23-16,-3 0-45 0,0 0 3 0,-12 3-4 15,-6 16 0-15,5-4 22 16,1 3-6-16,-4 1-3 15,-2 3 1-15,6 2-8 16,-6 7 3-16,14 6-9 16,4 3-3-16,12 7-12 15,4 1 15 1,0 5 0-16,28-7 0 16,5-3-1-16,8-6 1 15,5-6 0-15,2-6 5 16,2-10-5-16,0-9-3 15,2-2 3-15,-2-4 1 16,3 0-1-16,1-25 10 0,-13-12-3 16,0-9 4-16,-13-13-1 15,-11-3 5-15,-13-5 1 0,-4-1 18 16,0 3 9-16,-33-3-13 16,-3 10 3-16,-2 5-6 15,1 19-4-15,0 10 11 16,9 11-7-16,-1 13-27 15,0 0-19-15,-8 4 2 0,4 23-39 16,1 7-31-16,3 0-97 16,21-22-117-16,8-5-124 15</inkml:trace>
  <inkml:trace contextRef="#ctx0" brushRef="#br0" timeOffset="4935.72">1165 15730 681 0,'0'0'67'0,"0"0"-64"16,0 0-3-16,-7-102 68 0,7 93 12 16,0 9-55-16,0 0-9 0,0 0-1 15,0 0-3-15,0 21-4 16,0 23 11-16,0 20-13 15,0 13 38-15,4 10-24 16,11 8-9-16,-2 7-7 16,3 12 1-16,-3 6-2 15,-5 3 0 1,0-5 4-16,-4-16-7 16,0-19 7-16,-4-22-6 15,5-21 12-15,-5-15 2 16,4-12-3-16,-4-10-1 0,0-3-3 15,0 0-1-15,0 0-7 16,4-3-18 0,0-16-17-16,4-6-111 0,-4 10-113 15,0 3-183-15</inkml:trace>
  <inkml:trace contextRef="#ctx0" brushRef="#br0" timeOffset="5400.37">1703 16568 376 0,'0'0'252'0,"0"0"-252"16,0 0 0-16,0 0 77 15,0 0-8-15,0 0-3 0,-24-31-31 31,7 31-17-31,-4 0 6 16,1 12 4-16,-17 16-10 16,4 13-4-16,-8 5 6 15,8 9 1-15,5 1-3 16,12-7-16-16,16-5-4 0,0-4 2 16,0-13-5-16,27-2 5 15,11-7-8-15,-5-12-56 16,12-6 40-16,-9 0-30 15,-7 0-62-15,-20-6-38 16,-9-6-168-16</inkml:trace>
  <inkml:trace contextRef="#ctx0" brushRef="#br0" timeOffset="5707.51">1531 16821 832 0,'0'0'65'0,"0"0"-65"16,0 0 0-16,0 0 1 15,0 0 15 1,0 0-11-16,114-49-3 16,-80 49 0-16,-14 0-2 15,1 0 0-15,-9 0-1 16,-3 0-2-16,-2 18-2 0,-3 4 5 31,-4 6 23-31,0 2-5 0,0-2 5 16,0 3-10-16,0 0 6 0,0-7-6 15,0-2-7-15,0-1-5 16,0-5 2-16,4-4-1 0,0-5 0 16,0-1-2-16,0 0-51 15,1-6-65 1,-1 0-36-16,-4 0-109 0</inkml:trace>
  <inkml:trace contextRef="#ctx0" brushRef="#br0" timeOffset="6055.12">1970 16682 609 0,'0'0'0'0,"0"0"8"0,0 0-8 15,0 0 109-15,0 0-8 16,0 0-31-16,8-89-25 15,-8 89-1-15,0 0-25 16,-12 19-10-16,-9 12 7 16,-8 5-9-16,4 11 1 0,6-1 2 15,6 3-3 1,9-2 5-16,4-7-12 0,0-7 0 16,9-5-1-16,15-6 0 15,4-4 1-15,5-12 7 16,0-6 0-16,0 0-2 31,-1 0-5-31,-3-12-7 0,-4-4-43 16,-21 7-124-16,-4 0-86 15</inkml:trace>
  <inkml:trace contextRef="#ctx0" brushRef="#br0" timeOffset="7794.03">2072 16593 496 0,'0'0'132'0,"0"0"-128"16,0 0 19-1,0 0 56-15,0 0-5 0,0 0-23 16,-4-16-20-16,4 16-3 0,-4 0 23 15,0 0 1-15,0 0-26 16,-5 0-7-16,-3 0-10 16,-3 0-8-16,-2 13 0 15,-4-4-1-15,5 4 3 16,-5-1-3-16,5 0 4 31,-1 3 0-31,5 1-4 0,3-4 0 16,2 0-3-16,3 1 2 15,4-4-3-15,-4 4 3 16,4-1 2-16,0 0-2 0,0 4 2 16,0-4 0-16,0 0-1 15,0-3 0-15,0 1-1 16,0-1 1-16,0-3 0 0,0-3 0 16,0 0 0-16,4 4 2 15,-4-1-1-15,4-4-1 16,-4 5 0-16,4-4 0 15,-4 0 0-15,3 0-4 16,2 0 2-16,-1 1 2 31,4-2 0-31,0 5 0 0,5-4 1 0,-1 0 0 16,0 0-1-16,1 0 0 16,-1 3-1-16,1 0 1 15,3 1 0-15,1-4 0 16,-6 6 0-16,1-3 2 0,5 3-4 15,-9-3 2-15,1 0 0 16,3 3 1-16,-8-2-1 16,4-1-2-16,-4 0 2 15,1 0 0-15,-5 0-1 16,4-2-2-16,0 5 2 16,-4-6 1-16,0 0 1 31,0-3 0-31,0 3 0 0,0 0-1 15,0 7-5-15,0-5 5 16,-8 8 7-16,-13 2-6 16,-8-2 3-16,-3 2 8 15,-5-3 6-15,0 1 8 0,-1-1 5 16,2-6-4-16,-1 4-10 16,12-8 12-1,4 1-18-15,9-3-2 0,8 0-8 0,4 0-2 16,0 0-8-1,0 0-15-15,0 0-3 0,0 0-55 16,0-3-61-16,0 1-162 16,4-5-280-16</inkml:trace>
  <inkml:trace contextRef="#ctx0" brushRef="#br0" timeOffset="8681.99">2076 16365 498 0,'0'0'0'0,"0"0"-35"16,0 0 35-16,0 0 134 16,0 0-61-16,0 0-18 15,0 0-5-15,-33-28 18 16,33 28 15-16,0 0-20 15,0 0-31-15,0 0-19 16,0 0-10-16,0 0 0 16,9 0 1-1,15 0 15-15,9 0 11 16,17 0-3-16,-1 0-2 16,4 0-11-16,1 0-11 0,-5 0-1 0,-12 0-1 15,-4 0 0-15,-12 0-1 16,-13 0 1-16,-4 0-1 15,-4 0 0-15,0 0-32 16,0 0-16-16,0 0-40 16,0 0-73-16,0 0-86 15,0 0-98-15</inkml:trace>
  <inkml:trace contextRef="#ctx0" brushRef="#br0" timeOffset="8968.51">2208 16513 530 0,'0'0'244'16,"0"0"-244"-16,0 0 2 31,0 0 88-31,0 0-12 16,0 0-39-16,-25 18-23 16,37-18-15-16,5 0 18 15,12 0 19-15,4 0-9 0,8 0-5 16,8-6-7-16,0-6-3 15,1 3-1-15,-10-4-9 16,-7 4-4-16,-16 6 3 16,-13 3-3-16,0 0 0 15,-4 0 3-15,0 0-3 0,0 0-8 16,-4 0-44-16,-8 0-107 16,3 0-113-16,-3 3-288 15</inkml:trace>
  <inkml:trace contextRef="#ctx0" brushRef="#br0" timeOffset="10200.94">4503 16331 369 0,'0'0'71'0,"0"0"-33"0,0 0 60 16,0 0 21-16,0 0-41 15,0 0-40-15,-8-25-20 0,8 25 0 16,0 0 13-16,0 0 15 16,-4 0 7-16,4 0 3 15,0 0-8-15,0 0-18 16,0 0-10-16,0 0-5 15,0 0-7-15,0 0-4 16,0 0 3 0,0 0-6-16,0 0-1 15,4 0 3-15,16 0-3 16,13 0 4-16,8 0-3 16,9 0 1-16,2 0-1 15,6 0-1-15,-1-3 0 16,1 0 3-16,-4 3-3 15,-2-3 0-15,-10 3-5 0,-13 0-6 0,-13 0-10 16,-8 0-22-16,-3 0-16 16,-5 0-47-1,0 6-28-15,-5-3 3 16,-11 0-200-16</inkml:trace>
  <inkml:trace contextRef="#ctx0" brushRef="#br0" timeOffset="10470.21">4560 16587 667 0,'0'0'259'0,"0"0"-259"16,0 0 3-16,0 0 7 0,0 0 29 15,0 0-8-15,58-3-8 16,-5-16 1-16,9 7-10 15,-4 0-3-15,3-1 15 16,-12 7-7-16,-9-3-16 16,-15 6 1-16,-8 3-4 0,-13 0-5 15,-4 0-38-15,0 0-69 0,0 6 0 16,0 0-28-16,-4-3-290 16</inkml:trace>
  <inkml:trace contextRef="#ctx0" brushRef="#br0" timeOffset="11775.34">5492 16393 448 0,'0'0'1'0,"0"0"6"15,0 0-7-15,0 0 130 16,0 0-31-16,0 0-57 16,0 0-4-16,-53-19-2 15,53 19 15-15,0 0 2 16,0 0-22-16,0 0-5 15,0 0-3-15,0 0-1 0,0 0-5 32,0 0-15-32,0 0-1 15,20 0 0-15,9 0 0 16,7 0 1-16,10-3 0 16,-1-3 0-16,5 6 0 0,-1-3-2 0,-4 0 1 0,-4-1 0 31,-13 4 0-31,1 0-2 0,-12 0-29 15,-5 0-54 1,-4 0-105-16,-8 0-56 0</inkml:trace>
  <inkml:trace contextRef="#ctx0" brushRef="#br0" timeOffset="12268.01">6173 15958 590 0,'0'0'205'0,"0"0"-205"16,0 0 0-16,0 0 19 15,0 0 31-15,0 0-24 0,0-25-26 16,0 53 0-16,0 9 30 16,0 9 7-16,-8 7-17 0,8 2 3 15,-4-2-4 1,4-7-4-16,0-6-6 0,0-6-3 16,0-9-6-16,0-10 6 15,0-9 4-15,4-6-3 16,0 0-3-16,5 0 13 15,3-16 7 1,17-20 25-16,7-17-21 16,-3-5-18-16,9-1-7 15,-5-3-2-15,3 10 0 16,1 6-1-16,-3 12 0 0,-18 15-2 16,-3 10 0-16,-13 9-2 15,-4 0-22-15,0 0-44 16,0 0-45-16,0 22-13 0,-8-10-57 15,-9 3-158-15</inkml:trace>
  <inkml:trace contextRef="#ctx0" brushRef="#br0" timeOffset="12483.08">6379 16146 400 0,'0'0'52'0,"0"0"-29"31,0 0 65-31,0 0 56 16,0 0-19-16,0 0-43 15,-4 46-52-15,4-24 24 16,17 0-15-16,2 2-10 16,6 1-9-16,4-1-11 15,0 4 0-15,0 0 0 0,-1-7-6 16,-3 4-2-16,-1-10-1 16,-7-2-3-16,-1-1-35 0,1-6-67 15,-17-6-74-15,4 0-90 16</inkml:trace>
  <inkml:trace contextRef="#ctx0" brushRef="#br0" timeOffset="12766.6">6946 16029 846 0,'0'0'180'16,"0"0"-180"-16,0 0-31 31,0 0 31-31,0 0 6 0,0 0 7 16,4 123-8-16,-4-77-3 0,0 4 2 15,0 2-2-15,0-5 2 16,0-11 0-16,0-1-4 16,0-11 1-16,0-12 1 15,0-3-2-15,0-9-53 16,0 0-110-16,0 0-57 0,0-12-8 15</inkml:trace>
  <inkml:trace contextRef="#ctx0" brushRef="#br0" timeOffset="13035.03">6686 16063 837 0,'0'0'160'16,"0"0"-150"-16,0 0-9 15,0 0 127-15,0 0-66 0,0 0-34 16,-36-43-22 0,36 43-6-16,0 0-6 15,16-4 5-15,17 1 2 16,12 1-1-16,13-8 1 0,7 4-1 0,9-3 0 16,0-4 3-16,4 1-2 15,-13 6-1-15,-11 0-1 16,-17 2-14-16,-9 4-54 15,-15 0-55-15,-13 0-118 16,0 0-98-16</inkml:trace>
  <inkml:trace contextRef="#ctx0" brushRef="#br0" timeOffset="13851.66">6084 16639 514 0,'0'0'129'16,"0"0"-120"-16,0 0 22 16,0 0 105-16,0 0-37 15,0 0-43-15,0 0-16 16,-29-9-6-16,29 9-11 15,0 0-5 1,0 0-4-16,0 0-4 0,4 0-2 0,21 0 16 16,15-6 8-16,18 2-12 15,15 2-10-15,14-11 0 16,7 10-5-16,17-6-5 16,8 6 1-16,4-3-1 15,0 3 1-15,-12-1-1 16,-16 4 1-16,-21 0-1 0,-21 0 0 15,-17 0 0-15,-15 0 0 16,-17 0 0-16,-4 0-1 16,0 0 1-16,0 0-5 15,0 0-6-15,-8 0-10 0,-9 0-54 16,-2 0-50 0,11 0-89-1,-1 4-243-15</inkml:trace>
  <inkml:trace contextRef="#ctx0" brushRef="#br0" timeOffset="14739.97">6748 16941 507 0,'0'0'109'0,"0"0"-90"0,0 0-19 16,0 0 139-1,0 0-43-15,0 0-51 0,8-64-12 16,-8 51 6-16,0 1 4 16,0-3-9-16,-16 2-20 15,-9-2-14-15,-4 8-3 16,-7 7-4-1,3 0-6-15,-8 0 5 16,0 19 8-16,-4 5 3 16,3 8-3-16,5 7 0 15,13-1 1-15,8-1-4 16,12-6-7-16,4-10 9 16,0-2 0-16,4-10-9 0,17-6 1 15,6-3 9-15,-2 0 2 0,8-22 0 16,5-8 1-1,-2-14 1-15,1 1-4 0,0-3 1 16,-4 6-1-16,-5 6 0 16,-7 16 1-16,-9 2 0 15,-4 13 18-15,-3 3 19 16,-5 0 17-16,0 0-11 0,0 0-33 16,4 0-11-16,0 21 0 15,4 10 9-15,0 3 2 16,1 6-8-16,3 7 1 15,-4 11-2-15,5-2 1 16,-5 5-2-16,0-6 0 16,-4-2-1-1,-4-7 0-15,0-12 2 16,0-9 0-16,0-10-2 0,0-8 4 16,0-5-2-1,0-2 3-15,0 0 6 0,0 0 4 16,0 0 1-1,5-2 3-15,3-20 1 0,-1-12-13 16,10-9-7-16,-1-3 1 0,13-7 0 16,4-2-1-16,8 9 1 15,0-1 1-15,4 13-2 16,-12 9 4-16,-8 10-4 16,-14 6-1-16,-6 9-3 15,-5 0-26-15,0 0-74 16,0 0-171-1</inkml:trace>
  <inkml:trace contextRef="#ctx0" brushRef="#br0" timeOffset="16008.3">7573 16686 330 0,'0'0'193'16,"0"0"-192"-16,0 0 5 16,0 0 124-16,0 0-54 15,0 0-39-15,0 0-28 0,-16-4 14 0,16 4 17 16,0 0 22-16,0-6 19 15,0-6-30 1,8-9 0-16,16-17 9 16,5-8-46-16,4-9-9 0,-4-1-5 15,-1 1 2-15,-3-1 0 16,-8 4-2 0,-5-1-6-16,-8 7 0 15,-4 3 1-15,0 12 2 0,0 9 3 16,-4 10-3-16,-12 9-4 15,-1 3-26-15,-4 6 19 16,2 31 12-16,-6 13-4 0,0 14 1 16,4 10 6-1,13 6-2-15,8-3-1 16,0-6 0-16,0-15 2 16,21-13-2-16,-1-6 2 0,9-16-1 15,-1-8-14-15,5-13 15 16,5 0 0-16,-1-9-3 15,-4-19-4-15,-1-6-25 32,-7-6-20-32,-5 0-2 0,-7-9 17 15,-1 6 26-15,-8 2 1 16,-4 11 10-16,0 17 11 16,0 10 52-16,0 3 39 15,0 0-29-15,0 9-73 16,0 22-6-16,0 18 6 0,0 4 0 15,0 3 6-15,0-4-2 16,0-6-4-16,0-9 1 16,0-13-1-16,0-8 5 15,0-10 5-15,0-6-5 16,0 0 5-16,4 0 12 16,13-22 2-16,0-11-1 0,-2-20-17 15,-3 1-3-15,5 3-2 16,0 2 1-16,-5 16-2 15,-4 16 0-15,0 9 0 0,-8 6 0 16,0 0-2-16,5 12-8 16,3 25 10-16,0 10 15 15,5 2-8-15,3-6-2 32,0-12-2-32,0-4 0 0,-4-5-2 15,1-6-1-15,-1-10-22 16,-3-3-44-16,-9-3-101 15,0 0-396-15</inkml:trace>
  <inkml:trace contextRef="#ctx0" brushRef="#br0" timeOffset="18195.58">8882 15607 536 0,'0'0'6'16,"0"0"22"-16,0 0-28 16,0 0 101-16,0 0-24 15,0 0-36 1,0-10-20-16,0 10 2 15,0 0 0-15,0 0-6 16,-8 7 0-16,-16 17-4 16,0 4 5-16,-5 6-1 15,0 12-4-15,-4 6 0 16,-4 10 6-16,4 15-6 16,0 9-4-16,4 10-8 0,5 15 3 15,4 19 0-15,12 5-1 16,8 7-1-16,0-7-2 15,8-2 0-15,20-16 0 0,5-15 1 16,4-16-1-16,4-18 13 16,-4-19 3-16,4-12 16 15,-8-12 1-15,0-10-7 16,-9-8-7-16,-3-2-3 0,-13-1 0 16,0-4-6-16,-8 0-4 15,0 0 1-15,0 0-1 16,0 0 0-16,0 0-1 15,0 0-5-15,0 0-4 16,0 0-5 0,4 0-22-16,4-4-38 15,1-11-43-15,-9 9-91 16,4 0-68-16</inkml:trace>
  <inkml:trace contextRef="#ctx0" brushRef="#br0" timeOffset="18967.12">9011 16140 350 0,'0'0'240'0,"0"0"-240"16,0 0 0-16,0 0 11 16,0 0 86-1,0 0-38-15,0 0-48 0,-17-25-5 16,17 25 13-16,-4 0 8 16,0 10-15-16,0 17 11 15,0 13 5-15,-1 4-2 0,1 11-11 31,4 4 6-31,0-1-5 0,0-5-6 0,0-13 0 32,0-10-9-32,0-12 3 15,0-5 0-15,0-7-4 0,0-6 2 16,0 0 6-16,0 0-1 16,0-6 1-16,0-28-8 15,0-15-43-15,0-7-3 16,4-8-12-16,1-1-9 15,-5-3 16-15,0 7 45 0,0 5 6 32,0 13 7-32,0 18 21 15,0 10 63-15,0 12-7 0,0 3-11 16,0 0-43-16,0 0-30 16,0 0-2-16,4 0-13 15,20 18 15-15,8 10 4 16,18 12 0-16,-9 3-3 0,12 6 0 15,-3 1 0-15,-1 2 2 16,-8-3-2-16,0-2-1 16,-8-7-3-1,-8-9-18-15,-4-7-7 0,-14-12-10 16,1-5-16-16,-8-7-45 16,0 0-55-16,0 0-103 0</inkml:trace>
  <inkml:trace contextRef="#ctx0" brushRef="#br0" timeOffset="19253.25">9392 15949 676 0,'0'0'184'0,"0"0"-179"0,0 0-4 16,0 0 86-16,0 0-31 15,0 0-36-15,-12-37-16 16,12 80-4-16,0 13 37 16,0 5-20-16,0 7 0 0,0-3-12 15,0-1-3-15,0 1 4 16,0-6-5-16,4-7 1 16,-4-12 1-16,0-12-3 15,0-16-10-15,4-6-74 16,0-6-148-16,-4-6-142 15</inkml:trace>
  <inkml:trace contextRef="#ctx0" brushRef="#br0" timeOffset="20440.58">9650 16220 667 0,'0'0'176'0,"0"0"-176"16,0 0 0-1,0 0 44-15,0 0 14 16,0 0-30-16,0 0-26 0,-12-31-2 15,8 47-33-15,-9 15 33 16,5 18 25-16,-4 0-9 16,0 7-9-16,0-7-6 15,0-9 6-15,3-13-7 0,5-11 1 16,4-10 4-16,0-6-3 16,0 0 9-16,0 0-1 15,0-3 8-15,0-25-4 16,4-12 0-16,5-3-5 15,-1-6-7 1,4-4-1-16,-5 7-1 16,6 6 1-16,-1 9-1 15,-3 13 0-15,-5 9 1 16,0 9-1-16,-4 0 16 16,4 0-8-16,0 12-8 15,4 19 0-15,9 6 12 16,4 3-9-16,3 6 1 0,1-3 1 0,3 6-4 15,-3-9 0 1,0 4-1-16,-9-10-4 16,1-13-20-1,-5-2-15-15,-8-7-53 16,-4-12-116-16,0 0-189 16</inkml:trace>
  <inkml:trace contextRef="#ctx0" brushRef="#br0" timeOffset="20622.06">9556 16491 782 0,'0'0'363'0,"0"0"-363"16,0 0-69-16,0 0 69 0,0 0 2 16,0 0 2-16,103-40-4 15,-50 34-42-15,-28 3-234 0,-9 3-143 16</inkml:trace>
  <inkml:trace contextRef="#ctx0" brushRef="#br0" timeOffset="20842.91">10098 16451 73 0,'0'0'1003'0,"0"0"-957"16,0 0-33-16,0 0-13 15,0 0 34-15,0 0-34 16,4-12-11-16,-4 12-53 16,0 0-58-16,0 0-69 0,0 0-96 15</inkml:trace>
  <inkml:trace contextRef="#ctx0" brushRef="#br0" timeOffset="21725.01">10467 16087 511 0,'0'0'328'0,"0"0"-328"0,0 0-9 16,0 0 9-16,0 0 47 15,0 0-47-15,0 0-1 16,-16 65 1-16,12-16 5 16,0 10 7-16,0 6-7 15,0 3-3-15,4-4 2 16,0-8-2-16,0-16-2 16,0-12 0-16,0-19 0 15,0-6 0-15,0-3 1 16,0 0 8-1,0-3 34-15,0-25-3 16,4-21-24-16,8-10-1 0,-8-5-5 16,5-1-4-1,-6 0-4-15,-3 0 3 0,8 10-2 16,-4 2-1-16,0 20 0 16,5 11 25-16,-9 13 5 15,0 6-15-15,4 3-14 0,0 0-3 16,4 0-19-16,17 24 2 15,0 7 17-15,12 9 4 16,7 6-1-16,-2 1-2 16,3-4 1-16,-4 3-2 15,0-6-4-15,-8-6-10 16,-8-12 8-16,-9-10 4 0,-7-9 2 16,-9-3 0-16,0 0 9 15,0-31 48-15,0-9-26 16,0-9-12-16,0-7 9 15,0-2-10-15,-13-10-1 16,1 3 1-16,-1 10-7 16,5 12-4-1,0 21 11-15,0 10-9 16,3 12-9-16,5 0-35 0,0 9-87 16,0 9-131-1,0 7-94-15</inkml:trace>
  <inkml:trace contextRef="#ctx0" brushRef="#br0" timeOffset="22294.2">11206 16457 203 0,'0'0'373'16,"0"0"-348"-16,0 0-20 15,0 0 108-15,0 0 35 0,0 0-65 16,0 0-37-16,-16-98-8 0,4 86 2 15,0 8-2-15,-9 4-38 16,-4 0-12-16,-12 19 12 16,-3 18 0-1,-2 9 6-15,5-3 2 0,12 0-4 16,9-6 2-16,12-12-6 0,4-6-2 16,0-11 1-16,0-4 2 15,16-4 0-15,13 0 5 16,0-19 0-16,8-24-4 15,-1-9 0-15,-3-7-2 16,-8-9-2-16,-8 4-4 16,-5-4 3-1,-12-3 0-15,0 13-12 16,0 11 5-16,0 19 10 16,0 16 36-16,-4 12 34 15,-4 0-49-15,4 31-21 16,-1 15-1-16,5 16 1 15,0 5 0-15,0 4-14 16,17 3-60-16,12-6-101 0,-17-52-149 16,-4-7-41-16</inkml:trace>
  <inkml:trace contextRef="#ctx0" brushRef="#br0" timeOffset="22541.98">11469 16470 765 0,'0'0'71'0,"0"0"-67"0,0 0 22 16,0 0 46-1,0 0-37-15,0 0-26 0,-4 83 13 16,-21-31-6-16,-3 4-13 15,-6-1 6-15,6-9-9 0,0-11-35 16,15-11-58-16,9-24-54 16,4 0-104-16</inkml:trace>
  <inkml:trace contextRef="#ctx0" brushRef="#br0" timeOffset="22860.01">11601 16306 563 0,'0'0'489'0,"0"0"-489"16,0 0-15-16,0 0 15 15,0 0 54-15,0 0-29 0,0 0-25 16,0-9 0-16,0 46 0 15,0 12 13-15,0 10-4 16,4 3-8-16,0 6 2 16,-4-10-3-16,4-12-3 15,4-6-23-15,-8-12-3 0,4-10-8 16,0-11-63-16,4-7-79 16,-8 0-88-16,0-16 13 15</inkml:trace>
  <inkml:trace contextRef="#ctx0" brushRef="#br0" timeOffset="23161.94">11658 16272 378 0,'0'0'496'16,"0"0"-407"-16,0 0-57 16,0 0 43-16,0 0-75 15,0 0-4-15,66-52 4 0,-25 58 0 16,8 13 1-16,4-1-1 15,-7 4 0-15,-18-4-2 16,-8 4-20 0,-15-7-7-16,-5 7-9 0,-9-1 38 0,-35 1 5 15,-14-4-5-15,-12-5-23 16,-4-7 5 0,12 0 18-1,10-3 11-15,18-3 6 16,14 0-11-16,20 0-6 0,0 0-12 15,20 0-100-15,30-3-46 16,-18-6-106-16,1 0-122 16</inkml:trace>
  <inkml:trace contextRef="#ctx0" brushRef="#br0" timeOffset="23450.31">12122 16220 813 0,'0'0'81'0,"0"0"-70"15,0 0-9-15,-115 71 68 16,86-28-25-16,8 0-24 0,5 0-16 0,16-9-5 16,0-6 1-16,0-6-1 15,12-10 7-15,17-12 3 16,8 0-1-16,8-15 3 16,8-25 1-16,-3-10-5 31,-13-2 2-31,-13 2-4 0,-12 4 3 15,-12 9 17-15,0 6-13 16,-24 13-4-16,-13 9 6 0,0 9-15 16,-4 0-22-16,1 0-28 15,7 18-46-15,28-3-84 16,5-2-106-16</inkml:trace>
  <inkml:trace contextRef="#ctx0" brushRef="#br0" timeOffset="23715.75">12340 15810 803 0,'0'0'176'15,"0"0"-176"-15,0 0-34 16,0 0 34-16,-25 148 24 15,25-68-5-15,0 4-11 16,0-8-3-16,21-5-2 16,-5-9-2-16,-9-13 2 15,6-11-3-15,-9-14 5 0,0-9-5 16,-4-15-25-16,4 0-114 16,-4 0-131-16,0-21-289 15</inkml:trace>
  <inkml:trace contextRef="#ctx0" brushRef="#br0" timeOffset="24168.5">12438 16170 904 0,'0'0'109'16,"0"0"-108"-16,0 0 4 0,0 0 19 15,0 0-6 1,0 0-15-16,8 109-1 0,5-79-2 15,3-5-1-15,1-4-5 16,-6-5-7-16,1-7-7 0,9-6-5 16,0-3 13-16,-1 0-9 15,5-24-16-15,0-4-45 16,-1-3-20-16,-12-3 16 0,-4 4 44 16,1 5 42-1,-9 9 9-15,0 7 62 0,0 6 76 16,0 3 4-16,0 0-37 15,0 0-68-15,0 0-46 16,0 15-2-16,0 13 2 16,0 6 2-1,-9 6 0-15,5 3 0 16,-8 7 1-16,1 2-1 16,-6 4-1-16,0-4 1 15,-3 0-2-15,-1-9 2 0,9-5-1 16,-1-11 0-16,9-9-2 15,4-5-40-15,0-10-119 16,4-3-127-16,13 0-397 16</inkml:trace>
  <inkml:trace contextRef="#ctx0" brushRef="#br0" timeOffset="27700.52">8855 16886 462 0,'0'0'85'0,"0"0"-85"16,0 0 0-16,0 0 79 16,0 0 4-16,0 0-45 0,0 0-9 15,-9-16 1-15,9 16 5 16,0 0 21-16,0 0-9 15,0 0-6 1,0 0-2-16,0 0-5 16,0 0-8-16,0 0-15 15,0 0-8-15,0 0-3 16,0 0 0-16,20 0 12 16,1 0 1-16,7 0-3 15,10 0 1-15,3 0 1 16,8 3-1-16,4-3-6 0,8 4-5 15,1-1 2-15,0 0 0 16,3-3-1-16,-3 0 1 0,-1 0-2 16,6 0 2-1,6-10-2-15,1-2 2 16,16 0-2-16,-3-4 0 16,3 4 0-16,-4 0 0 15,-8 2-2-15,-4 4 2 16,0 3 0-16,-9 0-1 15,-3 3 1-15,-8 0 0 16,-1 0-1-16,-4 0 1 0,-3 0 0 16,2 0 1-16,2 0-1 15,0-6 0-15,-2 3 1 16,2-6-1-16,-1 9 0 0,0-3 0 16,-3-1-2-16,-5 4 2 15,-1-3 1-15,-3 0 0 16,-8 0-1-16,9 0 0 15,-2-3 0-15,-3 0 0 16,4 6 1-16,0-7-2 16,4 7 1-1,0 0 0-15,4-5 0 16,4 1 1-16,1-2-1 16,7 0 1-16,-4 6-1 15,5-3-1-15,-4 0-1 16,3 3 2-16,-8-3 1 15,1 3-1-15,-2 0-3 0,2 0 3 16,-5 0 1-16,-4 0-1 16,0 0-1-16,-8 0 1 0,-4 0 1 15,-1 0-1 1,5 0 1-16,0 0-1 0,0 0 0 16,8-3 1-16,0 3-1 15,9-7 0-15,-6 4 1 16,1-3-1-16,-3 6 0 0,-9-6 0 15,-5 6-1-15,-3 0 1 16,-5-3 2-16,1 0-2 16,4 0 0-16,4-3 1 15,-10 3-1-15,10 0 3 16,-4-4-1-16,0 4 4 16,-4 3 1-1,-1-2 0-15,-3 2-2 16,-2 0 2-16,-2 0 1 15,-5-4 4-15,0 1-2 16,-8 3-3-16,0 0 1 16,0 0-3-16,0 0-3 15,0 0-2-15,-4 0-57 0,-8 0-68 16,-5 0-213-16</inkml:trace>
  <inkml:trace contextRef="#ctx0" brushRef="#br0" timeOffset="28874.34">10123 17049 731 0,'0'0'43'0,"0"0"-43"0,0 0 0 16,0 0 59-16,0 0-42 15,0 0-15-15,0 0-2 16,0 99 24-16,0-47 4 15,0 7 2-15,0-7 0 16,0 0-3-16,0-9-20 0,0-8 2 16,0-7-3-16,4-16 1 15,-4-6 0-15,4-6 6 16,0 0 1-16,0 0 9 16,4-15 4-16,5-23 6 15,7-8-13-15,4-9-16 16,1-4-2-1,0 4 0-15,-4 9-2 16,-5 14 4-16,-3 11-8 16,-9 12 8-16,0 6-4 15,-4 3 0-15,0 0 6 0,0 0-6 16,0 0-4 0,7 21-18-16,1 13 22 0,9 9 11 15,-1 7-6-15,1-1-4 16,4-6 2-16,-5-3 0 15,1-3-2-15,-1-15 1 0,-3-7 0 16,6-5 1-16,-2-10 3 16,12 0 1-16,4-28 0 15,4-10-7-15,3-5-2 32,-7 0-8-32,-8-3 1 0,-4 9 0 15,-9 9 6-15,-3 13 3 16,-5 9 0-16,-4 6 10 15,0 0 19-15,0 0-14 16,0 31-14-16,0 6-1 16,-4 6 3-16,-5 0 1 15,9-6-3-15,0-3 1 0,0-16 0 16,0-5 2-16,13-7-4 16,-1-6 0-16,4 0-6 15,4 0-9-15,5-21-26 16,-8-7-91-16,-9 12-198 15</inkml:trace>
  <inkml:trace contextRef="#ctx0" brushRef="#br0" timeOffset="29035.85">10656 17074 764 0,'0'0'340'0,"0"0"-340"16,0 0-48-1,0 0 48-15,0 0 0 16,0 0 0-16,-21-62-219 16,21 62-168-1</inkml:trace>
  <inkml:trace contextRef="#ctx0" brushRef="#br0" timeOffset="29500.32">10956 17003 657 0,'0'0'302'16,"0"0"-302"-1,0 0 1-15,0 0 16 0,0 0 9 16,0 0-26-16,0 0-7 16,70-49 3-16,-53 49 0 0,-6 0-1 15,1 9-4-15,-8 19-7 16,-4 8 16-16,0 8 19 16,0 2-9-16,-24-3-7 15,0-9 6-15,3-6 18 16,5-10 4-16,7-9 1 15,9-9-12-15,0 0-10 16,0 0-4 0,0 0 7-16,21-2-4 15,12-14 4-15,12-6-4 0,4 7-9 16,-7 2 0-16,-6 11-7 16,-11 2-24-16,-9 0-62 0,1 0-91 15,-17 0-94 1,0 0-264-16</inkml:trace>
  <inkml:trace contextRef="#ctx0" brushRef="#br0" timeOffset="30648.45">12713 15459 632 0,'0'0'63'16,"0"0"-62"-16,0 0 13 16,0 0 81-16,0 0-44 15,0 0-29 1,-4-7-3-16,4 7 23 16,0 0 27-16,0 0 1 15,0 0-25-15,0 0-21 16,0 0-10-16,0 0-3 0,0 0-8 15,0 0-3-15,4 3 0 16,12 19 8-16,9 12 2 16,4 3 2-16,3 12-5 15,5 10-1-15,5 5-4 0,6 10 1 16,2 4-1-16,4 11-1 16,2 6 0-16,-2 4-1 15,0 6 2-15,-10 0-1 16,-15-4-1-16,-8-2 0 15,-13-13 1-15,-8-6-1 0,-12-9 1 16,-34-5 12-16,-19-8 19 16,-13-9-6-16,4-9-1 15,16-15-14-15,14-10 4 16,15-8-5-16,21-4-8 16,4-3-2-16,4 0-7 31,0 0-43-31,12-16 7 0,20-2-46 15,-15 5-116-15,-1 4-269 16</inkml:trace>
  <inkml:trace contextRef="#ctx0" brushRef="#br1" timeOffset="35755.67">386 15526 269 0,'0'0'447'16,"0"0"-444"-16,0 0-1 15,0 0-2-15,0 0 54 0,0 0-4 16,0 0-37-16,0-6-12 0,0 6-1 16,0 0 6-1,0 0 5-15,0 0-11 16,0 0-4-16,0 0-8 15,0 13 12-15,0 15 18 0,0 8 15 16,0 17-19 0,0 15 6-16,0 8 3 15,0 17-2-15,8 6-10 16,0 15 18-16,4 6-9 16,-3 3-12-16,3 0-1 15,-1-5-6-15,10-11 1 16,0-8 2-16,0-6-2 15,-5-13-2-15,-4-9 2 0,-3-10 1 16,-1-11 3-16,-8-14-6 16,8-11 4-16,-8-9-4 15,4-10 5-15,1-3-5 16,-5-3-3-16,4 0-52 0,0 0-42 16,-1-22 27-16,1-14-57 31,-4 11-194-31,0-3-75 15</inkml:trace>
  <inkml:trace contextRef="#ctx0" brushRef="#br1" timeOffset="38110.39">480 15619 286 0,'0'0'138'0,"0"0"-138"15,0 0-77-15,0 0 77 16,0 0 59-16,0 0 29 15,-29-43-63-15,29 43 16 0,0 0 12 16,0 0 12-16,0 0-10 16,0 0-18-16,0-3-10 15,0 3-1-15,0 0-5 16,0-4-8-16,0 4-7 16,0-3 8-16,0 0-8 15,0 3-3 1,0-2 2-16,0-2-5 0,0 4 1 15,0 0 5-15,0 0 2 0,0 0 6 16,0-3-5-16,0 0-9 16,4-3 2-16,8-1 0 15,9 5 1-15,8-5-1 16,8 1 1-16,12 6 2 16,0-6-5-16,13 6 7 15,16-3-6-15,3 3 1 16,14 0-2-16,8 0 2 15,-1 0-2-15,10 0 1 16,2-3-3-16,5-3 3 16,0-1-2-16,0-1 1 15,-3-2 0 1,-1 1 3-16,-9 3-2 16,-4 3 1-16,-11-4 2 15,-1 4 16-15,1 3-6 0,7 0-8 16,5 0-1-16,-5 0-3 15,-3-2-1-15,3 2-1 16,-4-7 0-16,1 7 3 16,3-3-3-16,-2 3 0 0,-7 0 1 15,1 0-1 1,-11-3 1-16,-6 3 0 0,2 0-1 16,-6 0 0-16,5 0 0 15,-9-3 1-15,6 0-1 16,-2 0 2-16,-3-3-2 15,-1-4 1 1,10 7-1-16,-2-9 2 16,6 6-2-16,-10-3 0 15,-3-1 0-15,-1 4 0 16,1 0 0-16,-4 3 0 16,-5-3-1-16,1 3 0 15,-1-1 0-15,-3 1 1 0,3 0 1 16,-4-3 0-16,5 0-1 15,-4 3 0-15,-1-3 0 16,4 2 0-16,-4 2 1 16,5-5 7-16,0 7 11 0,3-6-8 15,5 6-3-15,-1-3-4 16,10 0 2-16,-2-3-2 16,5 3 1-16,4 0 4 0,1 3-1 15,3-7-2 1,-1 7 1-16,2-3-5 0,-5 3-1 15,1 0-1-15,-10-2 1 16,10 2 1-16,-10 0 1 16,6-3 0-16,2-1-1 15,-3 1 4 1,4-3-1-16,4 0 2 16,1 3-1-16,3 0-2 15,0-4-1-15,1 7-1 16,-10-3 1-16,2 0-1 0,3 1 0 15,-8-2-2-15,12 1 1 16,-8 3 0-16,1-3 0 16,-6 0-1-16,-2 3 0 0,-2-3-1 15,-7 3 0 1,8-3 1 0,4 3 1-16,0-4-1 0,0 2 2 15,8 2-1-15,-3-6 0 16,7 2 0-16,-5 4-1 15,6-3 0-15,-5 0 0 16,-3 3 1-16,3-6-1 16,-5 6 1-1,2 0-1-15,-1 0 0 0,0 0 1 16,0 0-1-16,-8 0 0 16,-4 0-1-16,0 0-1 15,-5 0 2-15,1 0 0 16,3 0 0-16,6 0 1 0,6 0-1 15,10 0 0-15,-5 0 0 16,4 0 1-16,-3 0-1 16,-1 0 0-16,-4 0 1 0,-4 0-1 15,-4 0 0-15,0 0 1 16,0 0-1-16,-1 3 1 16,-2 0-1-16,6-3 2 0,5 3-2 15,9-3 0-15,-1 3 0 16,-3 1 0-1,-2-4-1-15,-6 6 1 0,-2 0 1 32,1-3 3-32,1 6 5 15,2-9-3-15,2 7-2 16,-1-7-1-16,0 5 0 0,0-5-1 16,1 7-1-16,2-1 1 15,1-3 0-15,-3 3-2 16,-10 0 1-16,2-3 1 15,-2 4-2-15,1-5 4 16,4 5 1-16,-4-1 1 16,-4-3 4-16,0 3-5 0,-5-3-5 15,1 0 5-15,-5 3-5 0,-3-2 4 16,0-1-3-16,-10 3 0 16,2-6-1-1,0 6 3-15,-2-3-1 16,2 0-1-16,4 0-1 0,-10 3 1 15,2-3-1 1,-5 0 0-16,-5 4 0 16,1-7 1-16,-8 6-1 15,-8-6 0-15,-9 0 0 16,-8 3 1-16,-4-3 0 16,0 0 5-16,0 0 26 15,0 0-16-15,0 0-11 16,0 0-2-16,0 0-2 0,0 3 3 15,0-3-2-15,0 3-2 16,0-3-1-16,0 6-7 16,0 6-2-16,0 10 10 15,0 9 0-15,0 6 4 16,-4 12 0-16,-4 10-2 16,0-4 1-1,4 4-1-15,-5-4-1 16,5 4 3-16,-4 0-1 0,0 5 1 15,-1 4-1-15,-3 0 3 16,4 3-1-16,-1 0 0 16,1 12 3-1,0 3 6-15,0 0-10 0,0 10-4 16,-4-15 3-16,0-2-1 0,-5-4 2 16,1-8-3-16,3-2 8 15,1 0-6-15,-1-10 0 16,1-9 2-16,0-5 1 15,3-8-5-15,1-8 2 16,4 0-3-16,1-7 0 16,3 1 0-16,0-4 0 0,0 1-5 15,0-1 2-15,0-6-10 16,0 0-19-16,0-2-11 16,0-4-27-16,0-3-50 15,0 0-168-15,-4 0-322 0</inkml:trace>
  <inkml:trace contextRef="#ctx0" brushRef="#br1" timeOffset="41076.33">718 17792 371 0,'0'0'311'0,"0"0"-297"0,0 0-14 15,0 0 25-15,0 0 71 16,0 0-30-16,0 0-29 16,-20-6-3-1,20 6-19-15,0 0-9 0,0 0 14 16,0 0-1-16,12 0-5 0,0 0 8 31,8 0 3-31,5 3-7 16,8 3-7-16,17 0-5 15,6 4 3-15,6-8-5 16,12 5-3-16,-4-7 3 16,16 0-3-16,17 0 0 15,8 0 4-15,12-3-2 0,0-3 1 16,-4-4-4-16,-5 4 2 16,-2 3-2-16,-1 0 0 15,-1 0 1-15,-3-6 2 16,4 2-3-16,12-5 3 0,4 0-2 15,1-4-1-15,3 4 0 16,-8 3-3-16,-3 2 3 16,-1 2 0-16,-13 5-1 0,-4 0 1 15,-19 0 0-15,-5 0 3 32,-8 0-3-32,-5 0 0 15,1 0-2-15,3 0 2 16,2 0 1-16,2 0 1 0,6 0-2 15,-2 0 1-15,10-7 0 16,3 4-1-16,4-3 0 16,-3 6-1-16,-5-3 0 0,-4 3 1 15,-4 0 1-15,-4 0-1 16,-5 0-2 0,2 0 2-16,-6 0 1 15,-3 0-1-15,-5 0-1 0,5 0 1 0,-1 0 1 16,5 0 0-16,0 0-1 15,3 0 1 1,-3 0-1-16,4 0 1 16,0 0-1-16,-5 0 0 0,1 0 1 31,-1 0 2-31,6 0 0 16,-6 0 4-16,9 0-1 0,-5 0 1 15,-2 0-1-15,-5 0 2 16,-10 0-4-16,6 0 2 15,-1 0 0-15,5 0-6 16,0 0 0-16,7 0 4 16,2 0-3-16,-2 0-1 15,1 0 1-15,-1 0-2 0,2 0 4 16,-2 0 0-16,5 0 5 16,-4 0 1-16,4 0 0 0,-5 0-8 15,6 0 1-15,-14 0-3 16,9 0 4-1,-5 0-1-15,1 0-2 16,7 0 1 0,2 0 1-16,-2 0 1 0,-2 0-3 15,-2 0 3-15,-3 0-3 16,-1 3 0-16,-7 0 0 16,4-3 0-16,-5 0 0 15,1 0 0-15,-1 0 1 16,0 0 1-16,10 0-2 15,-6 0 0-15,5 0 0 0,3 0 0 16,-3 0 3-16,3 0-3 16,2 0 0-16,2 0-1 15,-3 0 2-15,-5 0-2 16,2 0 3-16,-10 0-1 16,4 0-1-16,1 0-2 15,4 0 2-15,8 0 3 0,-1 0-3 16,6 0 0-16,-2-3-2 15,2 3 2-15,-6-3 1 0,-2 3-1 16,2 0-3-16,1 0 3 16,4 0 0-16,-8 0 2 15,4 0-2-15,-8 0 0 32,7 0 1-32,-7 0 0 0,8 0 0 15,-4 0 4-15,-5 0-4 16,1 0 2-16,-5 0-3 15,-7 0 1-15,0 0 3 16,3 0-4-16,-4 0 4 16,12 0 2-16,2 0-2 15,10 0-2-15,-3-3 1 0,4 3-1 16,5 0-1-16,-10 0-2 16,1 0 4-16,0 0-6 15,4 0 4-15,-4 0-1 0,8 0 0 16,-4 0 1-1,-4-3 0-15,0 3 0 0,-8 0-1 32,-5 0 0-32,-3 0-1 15,-1 0 1-15,1 0 0 16,-5 0 1-16,8 0 1 0,-7 0 2 16,0 0-3-16,-2 0 8 15,-2 0-6-15,7 0 3 16,1 0-1-16,4 0 0 15,-1 0-4-15,5 0 3 0,-9 6-3 16,1-3 4-16,-9 0-1 16,0-3 1-16,0 6-3 15,-3-6 1-15,-2 0-3 16,2 0 1-16,3 0-1 16,0 0 0-16,5 0 0 15,-5 0 0-15,0 0 0 0,1 4 0 16,-5-4 3-16,0 0-2 15,-4 3-2-15,-8-3 2 16,-4 2-1-16,-5-2 2 0,-12 0 1 16,9 0-2-1,-5 0 7-15,1 0-7 0,-5 0 2 32,1 0 0-32,-5 0-3 15,0 0 0-15,-4 0 2 16,-4 0 3-16,0 0 5 0,0 0 7 15,0 0 2-15,0 0-6 16,0 0-6-16,0 0-7 16,0 0-4-16,0 0-16 15,0 0-21-15,0 0-26 0,0 0-32 16,0 0-181-16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39:04.28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16227 6088 279 0,'0'0'57'16,"0"0"-47"-16,0 0 12 0,0 0 67 31,0 0-13-31,0 0-35 0,0 0-19 15,-8-3 10-15,8 3 6 16,0 0-7 0,0 0-10-16,0 0-10 0,0 0-3 15,0 0 4-15,0 0 5 0,0 0 0 16,0 0-7-16,0 0-5 16,0 0 3-16,0 0-7 15,-5 0 3-15,1 12 1 16,0 0 4-16,-4 10-3 15,0 8 2-15,4 11 1 16,-1 5 7-16,1 6-6 16,4 7 0-16,0 9 6 15,0 0-2 1,0 2-7-16,0-1-2 16,0-8 5-16,0-3 1 0,4-5 1 15,-4-13 4 1,0-12-8-16,0-7 3 15,0-8-3-15,0-7-3 16,0-3 1-16,0-3 1 0,0 0-5 16,0 0 3-16,0 0 2 0,0 0 0 15,0-13-7-15,0-17-47 16,0-1-100-16,0-6-31 16,0 19-51-16,0 2 11 15</inkml:trace>
  <inkml:trace contextRef="#ctx0" brushRef="#br0" timeOffset="322.83">16161 6356 32 0,'0'0'151'0,"0"0"-126"15,0 0 25 17,0-108 67-32,4 96 14 0,4-1-13 0,-8 10-42 15,4-6-13 1,0 6-3-16,1 3-14 15,-1-3-10-15,4 3-4 0,4 0-26 16,9 0 1-16,8 0 1 16,11 0 8-16,2 0 5 15,3-3-3 1,8 3 2-16,5-6 2 0,4-4-6 16,-1 4-2-16,-8 0-4 0,-12 3-9 15,-12 3 1-15,-13 0-2 16,-12 0-1-16,-4 0-2 15,0 0-10-15,0 0-10 16,-12 0-33-16,-21 9-29 16,9-3-147-16,3 0-157 15</inkml:trace>
  <inkml:trace contextRef="#ctx0" brushRef="#br0" timeOffset="586.27">16243 6449 441 0,'0'0'222'0,"0"0"-197"0,0 0-17 15,0 0 13-15,0 0 121 0,0 0-78 16,-33 27-47-16,46-27-17 16,12 0 22-16,15 0 12 15,5 0 6-15,13 0-18 16,-5 0-7-16,-3 0-13 15,-5 0 1 1,-16 0-2-16,-9 0-1 16,-16 0-3-16,-4 0-29 15,0 0-22-15,-9 0-56 16,-6 0-24-16,-10 6-269 16</inkml:trace>
  <inkml:trace contextRef="#ctx0" brushRef="#br0" timeOffset="926.13">16235 6784 459 0,'0'0'140'0,"0"0"-125"16,0 0-12-16,0 0 17 0,0 0 25 15,0 0-12-15,-41 65-4 31,41-55-15-31,0-1 11 16,8-3 18-16,4 0-4 0,13-3-10 0,0-3 3 31,15 0 13-31,2 0-9 0,12 0-6 16,-6 0-11-16,6-3-12 16,-5 3 0-16,-4 0-7 0,-8 0 2 15,-8 0-2-15,-12 0 0 16,-5 0-18-1,-8 0-45-15,-4 0-28 16,0 0-84-16,0 0-92 0,-4 0-159 16</inkml:trace>
  <inkml:trace contextRef="#ctx0" brushRef="#br0" timeOffset="1511.52">17118 6621 479 0,'0'0'114'15,"0"0"-102"-15,0 0 25 0,0 0 88 16,0 0-38-16,0 0-43 15,0 0-21-15,12-40-23 0,-12 40-2 16,-4 6 2-16,-21 22 3 31,-16 18 4-31,0 0-5 16,4 7 3-16,4-4 3 0,4-6-8 16,9-6 3-16,7-9-2 15,1-13-1-15,12-8 0 16,-4-4-18-16,4-3-55 15,0-10-17-15,0-23-43 0,0-14-69 16,0-8 108-16,-8-1 29 16,0 1 15-16,0-1 50 15,0 13 21-15,4 3 68 16,4 12 40-16,0 10-5 0,0 9-21 31,0 5 11-31,0 4-13 16,0 0-66-16,0 0-33 0,0 0-2 0,12 19-4 15,8 9 4-15,4 9 3 16,5 3-2-16,9 9 1 16,-1 0 0-1,7 1-1-15,-2-7 0 0,-5-9-1 16,-4-7 0-16,-9-14-1 16,-8-4-27-1,-8-6-59-15,-8-3-40 16,0 0-188-16</inkml:trace>
  <inkml:trace contextRef="#ctx0" brushRef="#br0" timeOffset="2765.8">17430 6679 666 0,'0'0'68'16,"0"0"-58"-16,0 0 12 15,0 0 96-15,49-123-78 16,-49 108-19-16,0-1 2 16,0 7-4-16,0 0 3 15,-21 6-22-15,-3 3-3 0,-13 0-3 16,-9 12 6-16,-3 19 4 0,8 6-3 15,4 6-1-15,12 4-4 16,13-1-1-16,8-3-1 16,4-13 2-16,0 1 4 15,0-15 2-15,12-7-2 16,9-6 3-16,4-3 10 0,4-12 2 16,-1-19-2-16,5-6-1 15,0 0-9-15,-8 6-2 31,-9 6 1-31,-3 13 0 0,-9 3-2 0,0 9-1 32,-4 0-4-32,0 16-18 15,0 23 18-15,0 5 5 0,0-1 2 16,8-9-2-16,3-9 0 16,-2-13-1-16,7-12 1 15,5 0 2 1,12-22 2-16,4-21 4 0,8-13-8 15,-4 1-24-15,-4 6-28 16,-12 2-26-16,-1 4 45 0,-12 12 17 16,-4 13 16-16,1 8 8 0,-9 10 36 15,0 0-4-15,0 10-40 16,0 27-4-16,0 15 4 16,0 4 3-16,8 2 5 15,0 1-3-15,5-10 0 31,-1-15-1-31,-8-9 5 0,0-13 6 16,0-9 5-16,1-3 3 16,-1-3 30-16,8-27 30 15,1-14-74-15,3-2-9 16,-4 3-3-16,0 6-8 16,-8 3 7-16,0 18 4 15,0 4-1-15,-4 12 1 0,0 0-1 16,0 0-10-16,4 22-12 15,1 8 22-15,3 4 1 16,0 0 0-16,0-6 2 0,1-10-2 16,-1-2 4-16,-4-7 0 15,8-9 3 1,1 0 1 0,7-12 6-16,1-19 1 15,3-6-15-15,-3 0-2 0,-5 6-15 16,-3 7-4-16,-5 5 14 15,-4 10 6-15,0 9-1 16,-4 0-4-16,0 12-16 16,0 25 7-16,0 9 15 15,0 7 1-15,8-10 1 0,5-6-2 16,3-6 0-16,1-16 2 16,2-3-2-16,2-12 2 15,4 0 5-15,0-12-1 16,8-28-6-16,-5-6-6 15,-3 3-25-15,-5-3-7 16,-12 3 10-16,1 3 5 0,-9 12 9 16,0 3 14-16,0 16 3 15,0 5 29-15,0 4-1 16,0 0-26-16,0 0-5 0,0 19-5 16,0 12 5-16,0 9 7 15,0 9 6 1,0 10-3-1,4 6 0-15,8 8-6 16,5 1-2-16,-5 7 1 0,1-4 1 16,-5-3-4-16,4-6-3 15,-4-10 2-15,-4-12 0 16,-4-8-5-16,0-14-20 16,0-8 17-16,0-13-27 15,0-3-120-15,0-7 44 0,-9-14-207 16</inkml:trace>
  <inkml:trace contextRef="#ctx0" brushRef="#br0" timeOffset="3013.28">18349 6745 613 0,'0'0'159'16,"0"0"-136"-16,54-106 42 15,-17 103 6-15,3 3-48 16,14 0-20-16,4 16-1 15,-6 11 0-15,-2 1-1 0,-17 10-1 16,-21-8-4-16,-12 7-10 16,-12-6 8-16,-38 3 6 15,-20-9 19-15,-3-4-19 16,-2-12 0-16,14-9-2 0,16 0 1 16,24 0-24-16,17-18-120 15,4 3-118-15,0-10-23 16</inkml:trace>
  <inkml:trace contextRef="#ctx0" brushRef="#br0" timeOffset="3250.81">18665 6350 621 0,'0'0'186'16,"0"0"-155"-16,0 0 31 16,0 0 17-16,0 0-57 15,0 0-22-15,0 0-4 16,74 43 4-1,-65 28 3-15,-6 6 0 16,1 0-2-16,0 6 0 16,4-9-1-16,5-6 0 15,-1-12-3-15,-4-20-15 0,1-8-9 16,3-19 6-16,-4-9-6 16,5 0-23-16,3-9-60 15,5-22-84-15,-9-9-5 16,4 0 46-16</inkml:trace>
  <inkml:trace contextRef="#ctx0" brushRef="#br0" timeOffset="3551.14">18940 6732 166 0,'0'0'116'16,"0"0"28"-16,0 0 30 16,0 0-21-16,0 0-52 15,0 0-92-15,33-25 32 16,-21 31-2 0,-3-2-3-16,7-4 2 15,-3 0 9-15,3-10 11 16,4-18-26-16,1-5-23 15,-5-1-9-15,-4 0-5 0,-12 3-11 16,0 6 9-16,0 7-10 16,-16 11 0-1,-9 7 0-15,-7 10 7 0,-9 30 10 16,-1 19 0-16,9 9-2 16,17 5-3-16,16-8 3 15,0-6 0-15,20-19 4 0,22-16-1 16,7-8 4-16,8-16-1 15,9 0-4-15,0-12-3 16,-42-13-162-16,-11 3-309 16</inkml:trace>
  <inkml:trace contextRef="#ctx0" brushRef="#br0" timeOffset="4068.72">19606 6393 647 0,'0'0'120'16,"0"0"-120"-16,0 0 0 15,0 0 8-15,0 0-4 16,0 0 14-16,-58 64-4 16,49-26-5-16,9-1-2 15,0-4-5-15,0-11 16 0,9-3-2 16,7-13 7-16,5-6 17 16,0 0 5-16,7-16 2 15,5-15-12-15,-9-2-25 16,1-2-10-16,-17 5-14 15,-8 5-16-15,0 7-18 16,0 8-6 0,-24 10-13-16,7 0-32 0,-4 0-233 15</inkml:trace>
  <inkml:trace contextRef="#ctx0" brushRef="#br0" timeOffset="4402.07">19745 7000 362 0,'0'0'341'0,"0"0"-256"16,0 0-65-16,0 0 48 0,0 0-38 15,0 0-29-15,-37 28 2 16,20 3 2-16,5-4-3 15,8-8 1-15,4-7-2 0,0-5 15 16,0-7 11-16,0 0 30 16,4 0 29-16,21-25-19 15,0-9-55-15,-5-3-11 32,-3 3-1-32,-17 3-4 0,0 7-7 15,-25 8-17-15,-29 7-35 16,-23 9-33-16,35 0-107 15,-3 0-358-15</inkml:trace>
  <inkml:trace contextRef="#ctx0" brushRef="#br0" timeOffset="6106.73">15973 7376 477 0,'0'0'52'0,"0"0"-48"16,0 0 38-16,0 0 88 15,0 0-80-15,0 0-26 16,0 0 11-16,-9 0 6 16,18 0-5-16,6 0 7 15,10 0 4-15,0 0-7 0,12 0-1 16,4 0-10-16,8 0-13 16,17 0-5-16,7 0-2 15,10 0-8-15,7 0 6 16,16 0-7-16,14 0 1 0,12 0 0 15,11 0 1 1,1 0 0 0,8 3-2-16,4 0 1 15,7 0-1-15,-3 1 0 16,-3 2 0-16,-6-6 3 16,-7 3-2-16,-8 0-1 0,-9 6 0 15,-3-6 2-15,-10 6 0 16,-7-2 2-16,-17-1 2 15,-16 0-2-15,-16-3-3 16,-18-3 1-16,-11 0 6 0,-12 0 0 16,-13 0 16-16,-4 0 3 15,0 0 3-15,0 0-8 16,0 0-15-16,0 0-1 16,0 0-4-16,0 0 0 15,4 0-4 1,0 0-2-16,-4 0-5 15,4 0 6-15,-4 0-4 16,0 0 4-16,0 0 2 16,0 0-1-16,0 0 1 15,0 0-3-15,0 0-1 0,0 0 2 16,0 0-5 0,0 0 4-16,5 0 3 0,-5 0 2 0,4 0 0 15,-4 0 0 1,0 0-1-16,0 0 6 15,0 0-2-15,0 0 4 0,0 0 1 16,4 0-6-16,-4 0 4 16,0 0-7-16,0 0 0 15,4 0-1 1,8 0 3 0,1 0-2-16,2 0 2 0,-2 0 0 15,-1 0-2-15,-4 0 0 16,-8 0 0-16,0 0 1 15,0 0 0-15,0 0-1 0,0 0 1 16,0 0 1-16,0 0 0 16,0 0-2-16,0 0 0 0,0 0 0 15,0 0-19 1,0 0-42-16,0-3-124 16,-4 3-382-16</inkml:trace>
  <inkml:trace contextRef="#ctx0" brushRef="#br0" timeOffset="67782.78">21078 6427 406 0,'0'0'139'0,"0"0"-139"15,0 0 18-15,0 0-6 16,0 0 81 0,0 0-36-16,0 0-36 15,0-41 8-15,0 41 6 16,0-2 5-16,0-1-7 0,0 0-6 16,0-1-10-16,0-2 9 15,-7 0-6-15,-9 0-11 16,-1 0-2-16,1 3 5 15,-9 3-11-15,0 0 6 0,-8 0 6 16,-7 0-7-16,-2 21 3 16,-3 10-7-16,0 6-1 15,0 9 5-15,4 13-4 16,7 6 6-16,11 3-4 16,10 11 3-16,13 5-6 15,0-4 5 1,17-3-6-16,15-12-14 15,13-16 14-15,1-9-2 0,7-9-1 16,4-13 2-16,-3-11-5 16,-1-7 6-16,-8 0-2 15,-3-16-4-15,-6-15 3 16,-7-12 3-16,0-3 0 16,-13 0 1-16,-3 2 1 0,-9 5-2 15,-4 11-2-15,0 9 1 16,0 10-17-16,0 9-58 15,0 0-130-15,-8 0-373 16</inkml:trace>
  <inkml:trace contextRef="#ctx0" brushRef="#br0" timeOffset="68236.47">21338 6886 1015 0,'0'0'0'0,"0"0"-74"0,0 0 74 15,0 0 54-15,0 0-23 16,0 0-31-16,0-12-2 16,0 12-2-16,0 0 4 15,0 0 10-15,-4 0 15 16,-5 28 4-16,-7 9-13 15,4 9-6-15,-1 6 4 0,1-5-9 16,12 2 3-16,0-12-8 16,0-3 3-16,0-13-3 15,4-3-3-15,17-14-1 16,-1-4 4-16,9-4 0 16,11-35 8-16,2-14 7 31,-9-9-5-31,-8 4-4 0,-13-1 0 0,-12 13 15 15,0 6 22 1,0 18-4-16,-16 10-7 0,-13 12-30 16,-9 0-2-16,1 16-9 15,1 24-37-15,7 9-84 16,25-21-90-16,4-7-81 16</inkml:trace>
  <inkml:trace contextRef="#ctx0" brushRef="#br0" timeOffset="68514.64">21813 6899 212 0,'0'0'448'0,"0"0"-416"16,0 0-32-16,0 0 99 15,0 0 10-15,0 0-63 16,66-102-11-16,-66 102 40 15,0 3-58-15,0 25-13 0,-12 18 26 16,-17 12 20-16,-4 1-22 16,-3 3-21-16,-1-7 6 0,8-9-8 15,0-5-5 1,9-14 0-16,4-6-1 0,7-11-43 16,5-7-47-16,0-3-57 15,4 0-32-15,-4-9-202 16</inkml:trace>
  <inkml:trace contextRef="#ctx0" brushRef="#br0" timeOffset="68699.82">21518 6991 848 0,'0'0'149'0,"0"0"-137"0,0 0 26 0,0 0-20 16,0 0 25-16,0 0 13 15,82 114-15 1,-36-68-23-16,-2 3-8 0,-2-2-5 15,-1-4-4 1,-5 0-1-16,-7-12-24 16,-12 0-115-16,-5-19 91 15,-12-12-189-15,0 0-448 0</inkml:trace>
  <inkml:trace contextRef="#ctx0" brushRef="#br0" timeOffset="69138.56">22454 6701 385 0,'0'0'378'16,"0"0"-299"-16,0 0-60 15,0 0 129-15,0 0-70 16,0 0-47-1,-37-6-25-15,37 3-6 16,0 3-6-16,12 0-3 16,25 0 9-16,9 0 13 15,19-6 2-15,5-1-3 16,0 2-4-16,-4 5-3 16,-18-4-4-16,-10 4-1 15,-10 0-23-15,-11 0-72 0,-17 0-110 16,0 0-110-16</inkml:trace>
  <inkml:trace contextRef="#ctx0" brushRef="#br0" timeOffset="69359.32">22471 6942 539 0,'0'0'499'0,"0"0"-499"15,0 0-36-15,0 0 36 16,0 0 33-16,0 0 6 15,152 3 1-15,-63-16-6 16,11 1-17-16,-15 3-7 16,-11 6-4-16,-29 3-6 15,-16-4 0 1,-25 4-64-16,-4 0-151 16,-24 0-369-16</inkml:trace>
  <inkml:trace contextRef="#ctx0" brushRef="#br0" timeOffset="74894.55">23722 6510 501 0,'0'0'41'0,"0"0"-23"15,0 0 15-15,0 0 76 16,0 0-37-16,0 0-32 16,0 0-9-16,0 0 0 15,4-6-2-15,-4 6 7 32,0 0 4-32,0 0-2 0,0 0-13 15,0 0-11-15,-4 0 5 16,-4-3-7-16,4 3 1 0,4-4-8 15,0 4 6 1,0-2-11-16,0 2 1 0,0 0-1 16,0-7 0-16,8-5-2 15,13 3 1-15,12-6 1 0,4 5-2 32,3-2 2-32,2 9 0 15,-1 0-2-15,-8 3-1 16,-9 0 2-16,-3 0-4 0,-13 0-7 15,-4 18 1 1,-4 4 6-16,0 2-5 0,0 1 5 16,-12-3 5-16,-16-1 10 15,-10 4 0-15,-7-7-6 16,-5 1 5-16,2-3 0 0,2-7-8 16,9-6 0-16,16-3 5 15,14 0-2-15,7 0 9 16,0 0-13-16,0 0-5 15,0 0 5 1,16 0-2-16,21-7 2 16,0 2 0-16,9 5 0 15,6 0-3-15,2 0 3 16,3 0 0-16,-7 5 0 16,-9 17-1-16,-8-1-1 15,-9 4 1-15,-12 0-6 16,-8 3 7-16,-4 2-3 0,-8 4 3 15,-32-3 21-15,-14-3-1 16,-12-7 1-16,-12-2 2 16,5-10 3-16,3-6 3 0,12-3-1 15,13 0-10-15,16 0 4 16,13-12-14-16,12 0-5 16,4 0-6-16,0-4-2 15,0 1-11-15,24-4-31 16,-7 13-60-16,0 3-185 0</inkml:trace>
  <inkml:trace contextRef="#ctx0" brushRef="#br0" timeOffset="75395.06">24367 6646 535 0,'0'0'340'0,"0"0"-340"0,0 0-110 16,0 0 110-16,0 0 23 15,0 0-23-15,0 0-4 16,57-10-2-16,-49 20 1 16,-4-1 5-16,1 3 15 15,-5 0 19-15,0 1 9 16,-5-4 3-16,-11 3-4 0,-12-5-6 15,-5-5-4-15,4-2-4 16,0 0 13-16,8-2 10 16,10-17-29-16,7 4-12 15,4 3-7-15,0 5 3 16,0-2-6-16,4 6-2 16,16 3 0-16,0 0-9 0,1 0-47 15,4 0-106-15,-21 3-80 16,0 0-131-16</inkml:trace>
  <inkml:trace contextRef="#ctx0" brushRef="#br0" timeOffset="76079.25">24863 6386 290 0,'0'0'85'0,"0"0"-74"0,0 0 36 15,0 0 105-15,0 0-82 16,0 0-11-16,0 0 22 16,95-39-9-16,-95 39-22 15,0 0 7-15,0 0-18 16,-12 12-21-16,-5 13-6 15,-7 5-4 1,-5 8 1-16,-7-2 5 16,-6 4 6-16,-3 0-8 15,0-2-5-15,0-5-5 16,12-5 6-16,12-3-4 16,13-13 4-16,8-3-8 15,0-2-11-15,8-1 11 0,25-6 0 16,17 0 9-16,2 0 3 0,10 0-9 15,-5 0-3-15,-11-6-1 16,-9-1-26-16,-12 1-4 16,-5-3-1-16,-11 3-6 15,-6-7 0-15,-3 1-6 16,0-3-5-16,0-3 20 16,0-4 16-16,0 3 13 0,-3 1 1 15,-1 6 9-15,-1 2 8 16,5 4 20-16,0 3 12 15,0 3-8-15,0 0 2 16,0 0-10-16,0 0-11 16,0 0-8-16,-4 15-14 15,4 13 14 1,0 9 3-16,0 3-13 16,0 3 4-16,0 7-7 15,0-1-1-15,9-3 2 16,-5-3-2-16,-1-6-1 15,1-9-2-15,-4-10-17 0,0-8-13 16,0-7-33-16,0-3-67 16,0 0-34-16,0-6-269 15</inkml:trace>
  <inkml:trace contextRef="#ctx0" brushRef="#br0" timeOffset="76580.14">25233 6414 591 0,'0'0'127'16,"0"0"-126"-16,0 0 6 16,0 0 134-16,0 0-63 15,0 0-25-15,42-46-30 16,-42 56-19-16,0 14 0 0,4 13 31 15,-4 0-10-15,4 12-8 16,0-6-5-16,-1 4-2 16,1-1 0-16,0-9-8 15,1-9 3-15,-1-9-4 0,0-11 0 16,0-4-1-16,0-4 0 16,9 0 0-16,3-4 7 0,9-17 8 31,4-10-15-31,4 9 3 15,-9 7-4-15,0 6 1 16,-3 6-4-16,0 3 3 16,-5 0-6-16,1 3-1 15,-1 19 3-15,-4 2 5 0,0 10 5 16,-8-3-1-16,5-4-3 16,-5 4 3-16,-4-3-1 15,0 0-1-15,-25-4 0 16,-15-2 9-16,-14-3 1 15,-4-13-4-15,-3-6-8 16,3 0-4-16,10 0-20 16,-2-25-69-16,42 7-121 0,-1-4-178 0</inkml:trace>
  <inkml:trace contextRef="#ctx0" brushRef="#br0" timeOffset="76744.39">25262 6501 924 0,'0'0'227'0,"0"0"-221"16,0 0 4-16,123-49 32 15,-66 39-10-15,13-2-21 16,8 6-8-16,-4-1-3 16,-9 4-8-16,-52 3-84 15,-13 0-224-15</inkml:trace>
  <inkml:trace contextRef="#ctx0" brushRef="#br0" timeOffset="77399.14">26424 6263 151 0,'0'0'518'0,"0"0"-425"15,0 0-70-15,0 0 121 0,0 0-44 16,0 0-38-16,0 0-25 31,-17-21-12-31,1 21-15 16,-5 12 0-16,1 10 0 0,-1 2 2 15,4 7-3-15,6 3-9 16,7 3 5-16,4 0-1 16,0 0-3-16,0 0 0 15,24 3 2-15,5-6 0 16,4 0-2-16,0 0-1 0,0-7-1 15,-14-2 0-15,-2 0-4 16,-9-4 4-16,-4-2-3 16,-4-3 1-16,0-4-2 15,-37 0 5-15,-11-6 10 16,-14 0-10-16,5-6-18 16,-1 0-5-1,12 0-22-15,10-6-35 16,7-19-94-16,25 16-120 15,4-3-35-15</inkml:trace>
  <inkml:trace contextRef="#ctx0" brushRef="#br0" timeOffset="77554.75">26116 6606 246 0,'0'0'454'16,"0"0"-363"-16,0 0-56 0,0 0 118 16,144-84-73-16,-92 75-46 15,6-3-3-15,4-1-14 16,-9 7-13-16,1 0-4 0,-5 3-30 15,-12 3-88-15,-37 0-169 16,0 0-157-16</inkml:trace>
  <inkml:trace contextRef="#ctx0" brushRef="#br0" timeOffset="78034.42">26908 6251 469 0,'0'0'312'0,"0"0"-278"0,0 0-12 16,0 0 116-16,0 0-94 31,0 0-43-31,-4-3 3 16,4 31 10-16,0 12 4 0,12 6 14 15,0 9-9-15,5 4-11 16,-5 3-4-16,-3-1-1 16,3 4 2-16,-4-3-1 15,-4-7-6-15,1-12 0 16,-5-8-1-16,0-17 0 0,0-9-1 16,0-3 0-16,0-6-5 15,0 0-27-15,0-18-28 16,0-16-116-16,-13-6-58 15,9 15-30-15,-4 3-37 16</inkml:trace>
  <inkml:trace contextRef="#ctx0" brushRef="#br0" timeOffset="78219.47">26924 6334 589 0,'0'0'158'0,"0"0"-141"16,0 0 38-16,0 0 71 0,0 0-61 15,115-74-25-15,-65 71-7 16,7 3-4-16,0 0-20 0,-11 0-4 16,-9 0-5-16,-12 0-40 15,-21 0-117-15,-4 3-109 16,-4 0-101-16</inkml:trace>
  <inkml:trace contextRef="#ctx0" brushRef="#br0" timeOffset="78405.98">26891 6501 827 0,'0'0'118'0,"0"0"-108"15,0 0-10-15,0 0 83 16,0 0-28-16,0 0 3 16,124 21-23-16,-63-30-27 15,-7 3-8-15,-4 0-5 0,-14 2-87 16,-36 2-210-16,0 2-259 15</inkml:trace>
  <inkml:trace contextRef="#ctx0" brushRef="#br0" timeOffset="78807.75">27573 6356 430 0,'0'0'120'16,"0"0"-114"-16,0 0 87 16,136-96 53-16,-116 84-73 0,-7 3 1 15,-1 6 4-15,-8-1-17 16,-4 4-18-16,0 0-2 16,0 0-10-16,0 0-19 0,0 0-8 15,0 4-3-15,-8 20 6 16,-13 19 9-16,-3 10-10 15,-14 18 2-15,-3 9-4 16,-12 12-4-16,-13 16 3 0,1 9-3 16,-1 6 0-16,1-5 1 15,7-19-1-15,8-13-2 16,6-15 2-16,3-16 24 16,12-9-4-16,12-18-18 15,9-10-1-15,4-8-2 16,4-7 1-16,0-3-34 15,0 0-32 1,16-25-78-16,-8 4-184 16</inkml:trace>
  <inkml:trace contextRef="#ctx0" brushRef="#br0" timeOffset="79508.42">27672 7006 529 0,'0'0'105'0,"0"0"-76"16,0 0 75-1,0 0-12-15,0 0-27 16,0 0-7-16,16-3-23 16,-12 3-15-16,0 0 1 15,9-3 7-15,3-9 6 16,1-10 6-16,7-9-20 0,5-5-15 16,-5-4-2-16,-3-7-2 15,0 4-1-15,-5 0-6 16,-3 6 5-16,-5 9-1 15,-8 10 2-15,4 9 0 16,-4 9 1-16,0 0-1 0,0 0-3 31,0 0-17-31,4 2 5 16,-1 26 15-16,1 9 20 16,13 9-8-16,-5 7-6 15,1-4-3-15,3-6-2 16,-3-9 0-16,-1-9 0 15,0-13-1-15,-3-3 3 0,-1-9-2 16,0 0 3-16,5-2 3 16,2-29 14-16,2-13-15 15,8-5-6-15,-9-7-1 0,1 1-5 16,-5 9 4-16,-4 6 2 16,-4 15 3-16,1 13 7 15,-5 9 24-15,0 3 8 16,0 0-23-16,0 0-19 0,0 18-19 15,0 19 19-15,8 9 4 16,4 4 0 0,1-4-4-16,2-3 2 0,2-6-2 15,-9-9 1-15,4-10-1 16,-3-5-1 0,-9-7-19-16,4-6-34 15,0 0-63-15,-4-12-135 16,0-4-211-16</inkml:trace>
  <inkml:trace contextRef="#ctx0" brushRef="#br0" timeOffset="80127.48">28390 6627 184 0,'0'0'334'0,"0"0"-300"0,0 0 43 15,0 0 145-15,0 0-52 16,0 0-88-1,37-34-51-15,-37 34-22 0,4 6-9 16,-4 19 0-16,8 12 38 16,1 9-19-16,-1 4-14 0,-4-1-2 15,4-9-3-15,-3 0 4 16,-1-15-3-16,0-10 0 16,-4-9-2-1,4-6 2-15,-4 0 4 0,7 0 7 31,6-21 15-31,-1-19-3 0,9-7-19 16,-1-2-5-16,1 3 2 16,-9 9-2-16,5 12 0 15,-13 10-1-15,0 12 1 16,-4 3 0-16,0 0-4 0,0 12-15 16,0 25 19-1,0 12 5-15,4 1 0 0,0-4-3 16,5-9-1-16,-2-13 1 15,1-5 0-15,-4-13-1 0,0-6 2 16,9 0-1-16,-1-3 3 16,9-31 9-16,4-6 0 31,4-6-4-31,-6 0-7 16,2 3-3-16,-4 5 2 15,-9 14 0-15,-8 8-2 0,5 13 11 16,-9 3 12-16,0 0-8 15,0 19-15-15,0 18 2 16,0 16 4-16,0 2-1 16,4 4-4-16,0-16-1 15,8-10-10-15,-7-11-11 0,-5-7-6 16,0-12-11-16,0-3-26 16,0 0-72-16,-5-12-138 15,-7-9-375-15</inkml:trace>
  <inkml:trace contextRef="#ctx0" brushRef="#br0" timeOffset="80619.25">28887 6263 541 0,'0'0'94'0,"0"0"-78"15,0 0 84-15,0 0 5 16,0 0-61-16,0 0-7 15,0 0 11-15,65-86-2 0,-65 83-12 16,0 0 13-16,4 3 0 16,0 0-13-16,0-3-8 15,9-4-12-15,3-5-8 16,5 6-5-16,8-3 1 16,11 3-3-16,-2 6 2 15,7 0 0-15,-8 0 1 0,-5 0 4 16,-3 0 6-16,-12 21-12 15,-13 4-3-15,-4 12-4 16,-17 3 7-16,-28 9 1 16,-12 1 17-16,-9-4-1 15,9-6-2-15,7-9 18 16,17-10-7 0,17-8 1-16,8-7-17 15,8-6-6-15,0 0 2 16,16 0 0-16,30 0 6 0,16-3 7 15,11-9-2 1,9-1-12-16,-8 4-2 0,-12 3-1 16,-18 3 0-16,-19-1-2 15,-16 1-3-15,-9 3-6 0,0 0-27 16,-29 0-39-16,0 0-21 16,1 0-266-1</inkml:trace>
  <inkml:trace contextRef="#ctx0" brushRef="#br0" timeOffset="87416.54">20767 7786 413 0,'0'0'211'0,"0"0"-207"32,0 0 6-32,0 0 50 0,0 0 12 15,0 0-35 1,0 0-23-16,0 0 25 15,9-37 13-15,-9 37-7 16,0 0-12-16,0 0 2 16,0 0-12-16,0 0-1 15,0 0-6-15,0 0-7 0,0 0-7 0,0 12 2 16,0 16-4-16,0 12 14 16,-5 10-8-16,1 8 12 15,0 1-12-15,4 2 2 0,-4-2 2 16,4-7-4-16,0-9 2 15,-4-8-4-15,4-11-3 32,0-8 8-32,0-4-1 0,0-9-4 15,0-3-1-15,0 0 1 16,0 0 0-16,0 0-4 16,0 0 0-16,0-6-11 15,-4-19-26-15,-9 1-28 16,5-11-23-16,-4-5-52 15,-1 0-56-15,13 22-97 0,-4 0-80 16</inkml:trace>
  <inkml:trace contextRef="#ctx0" brushRef="#br0" timeOffset="87741.12">20676 7829 92 0,'0'0'255'0,"0"0"-170"16,0 0-38-1,0 0 63-15,0 0-4 16,0 0-1-16,0-80-7 15,0 80-8-15,0 0-44 0,0 0-40 16,9 19-3-16,11 12 36 16,9 5-17-16,4 1-1 15,8 4-11-15,8-8-3 16,-3 4-3-16,11 1-4 16,-8-8 4-16,-7-5-3 0,-10-4 0 15,-8-5 0-15,-3-4 0 16,-9-6-1-16,-7 1 1 0,-1-1-1 15,-4-3 1 1,0 3-1-16,0-3 1 0,4-3-2 16,-4 3 1-16,0-3-25 15,0 0-29-15,0 0-36 32,0 0-35-32,0 0-52 0,0 0-190 0</inkml:trace>
  <inkml:trace contextRef="#ctx0" brushRef="#br0" timeOffset="88058.25">21112 7721 453 0,'0'0'252'16,"0"0"-182"-16,0 0-64 15,0 0 65-15,0 0-3 16,0 0-24-16,0 0-22 15,0-52 10-15,0 52-17 0,8 16-15 16,0 11 18-16,9 17 27 16,-5 2-15-16,5 6-11 31,-5 4-12-31,4 2-1 0,-7-5-2 16,-1-1-1-16,-5-3 2 15,-3-9-4-15,4-12 1 16,-4-10 2-16,0-8-3 0,0-4-1 15,0-6-6 1,0 0-63-16,0 0-43 0,0 0-109 16,0-6-240-16</inkml:trace>
  <inkml:trace contextRef="#ctx0" brushRef="#br0" timeOffset="88644.74">21563 8184 366 0,'0'0'152'15,"0"0"-128"-15,0 0 15 16,0 0 107-16,0 0-64 16,0 0-29-16,46-80 6 0,-46 61 20 15,0-2-14 1,0 2-20-16,-4 0-11 0,-9 4-14 16,-12 6-13-16,9 3 1 15,-13 6-7-15,5 0-1 16,-9 3 0-16,0 24 0 15,0 11 0 1,0 8 4-16,9 3 5 16,12-2 0-16,12-7-8 0,0-10 0 15,0-5-1 1,16-9-2-16,4-8-1 16,9-8 3-16,4 0 6 15,4-3-6-15,8-24 1 0,-4-7-2 16,-8 3 0-16,-8 0-1 0,-13 16 1 15,-8 2 1 1,-4 13 1-16,0 0 1 16,0 0 10-16,0 13-9 15,0 11-2-15,4 10 7 0,9 6-4 16,10-9-1-16,6-3-3 16,9-6-1-16,3-13-15 0,-5-6-17 15,5-3-57-15,-28 0-180 16,-5-3-275-16</inkml:trace>
  <inkml:trace contextRef="#ctx0" brushRef="#br0" timeOffset="89131.74">22462 7965 779 0,'0'0'144'0,"0"0"-141"16,0 0 24-16,0 0 75 15,0 0-69-15,0 0-27 16,-66-6-6-16,66 6 0 16,0 0-11-16,0 0 11 15,8 0 2-15,13 0-1 16,8-6 9-16,12-1 3 0,8 4-7 15,9 0-2-15,0 0-2 16,-1 3 0-16,-4-3-2 16,-7 0 1-16,-22 3 1 0,-8-3-2 15,-12 3-1-15,-4 0 1 16,0 0-2-16,0 0-12 16,-16 0 5-1,-12 0-66-15,-5 0-128 16,16 3-126-16</inkml:trace>
  <inkml:trace contextRef="#ctx0" brushRef="#br0" timeOffset="89433.78">22429 8092 719 0,'0'0'146'0,"0"0"-144"15,0 0 34-15,0 0 76 16,0 0-57-16,0 0-36 0,0 0-19 15,-29 15 8-15,58-15 8 16,13 0 14-16,3 0-3 16,16-7-16-16,5-1-7 0,3 1-2 15,-6 1 0-15,-18 3 0 16,-9 0-2-16,-19-3 0 16,-9 6 1-16,-4 0 0 31,-4 0 5-31,0 0 4 15,0-3-10-15,0 3-4 16,-8 0-46-16,-13 0-66 0,9 0-189 16,3 0-410-16</inkml:trace>
  <inkml:trace contextRef="#ctx0" brushRef="#br0" timeOffset="90035.18">23366 7706 760 0,'0'0'69'15,"0"0"-60"-15,0 0-9 16,0 0 45-16,0 0-18 15,0 0-6-15,-9 31 38 16,9 12 24-16,0 9-45 0,13 4-9 16,-1 2-11-16,1 1-4 15,-6 0-6-15,1-10-5 16,0-6 4-16,1-9-7 16,-9-13 1-16,4-11 0 15,-4-7-1-15,0-3 0 16,0 0-46-16,4 0-15 0,0 0-53 0,-4-6-100 15,0-6-233 1</inkml:trace>
  <inkml:trace contextRef="#ctx0" brushRef="#br0" timeOffset="90506.82">23678 7857 852 0,'0'0'0'0,"0"0"25"16,0 0-25-16,0 0 82 15,0 0-38-15,0 0-14 16,15-37 1-16,-15 37-21 0,0 3-8 16,0 19 9-16,0 3 45 0,0 8-33 15,0 7-8-15,0 3-4 16,0 4-2-1,0-4-8-15,0 0 1 16,4-6-2-16,13-9 2 0,0-6-3 16,-1-10 1-1,1-6-1-15,3-6 1 16,13 0 3-16,8-16 9 16,4-17-11-16,-4-4 4 15,-7-9-4-15,-11-7 4 16,-6-3 2-16,-13 1 13 15,-4-1-15-15,0 11-2 16,-4 10 3-16,-17 11 11 0,-3 12 14 16,-13 8-6-16,-8 4-18 15,-1 0-7-15,-11 16-3 16,8 5-9-16,7 4-32 16,2 0-14-16,15-4-24 0,13-9-72 15,12-12-126-15,0 0-177 31</inkml:trace>
  <inkml:trace contextRef="#ctx0" brushRef="#br0" timeOffset="90911.27">24145 7487 305 0,'0'0'102'0,"0"0"-92"15,0 0 22-15,0 0 134 16,0 0-66-16,0 0 31 0,0 0-34 0,33-71-28 16,-33 71-7-1,0 0 1 1,0 0-20-16,0 0-10 15,0 0-18 1,0 0-15-16,0 19 0 16,0 14 0-16,0 7 10 0,0 1-1 15,0 5-9-15,8 0 6 0,1-6-6 16,-1-3 2-16,4-12 0 16,-8-7-2-16,1-5 0 15,-1-7-7-15,-4-6-15 16,0 0-21-16,0 0-58 15,0 0-142-15,0-3-285 0</inkml:trace>
  <inkml:trace contextRef="#ctx0" brushRef="#br0" timeOffset="91311.89">24413 7432 301 0,'0'0'693'0,"0"0"-693"16,0 0-28-16,0 0 28 16,0 0 42-16,0 0-20 15,11-28-20-15,-11 46-1 16,0 7 30-16,0 9 9 16,0-3-25-16,4 0-8 15,4-4-6-15,5-5 5 0,8-4-6 16,3-5 0-16,9-7-9 15,4-6-10-15,4 0-7 16,-4 0-15-16,-8 0 12 16,-4 0 6-16,-10 0 13 15,-10 0 7-15,-5 0-2 0,0 0-7 32,0 9 12-32,-28 10 38 15,-10 2-6-15,-3-2-11 16,-4-4 17-16,0-6 4 0,12-2-21 15,12-7-21-15,5 0-4 16,8 0-59-16,8 0-105 16,0-16-218-16</inkml:trace>
  <inkml:trace contextRef="#ctx0" brushRef="#br0" timeOffset="91490.51">24515 7336 798 0,'0'0'237'0,"0"0"-233"0,0 0 11 31,0 0-7-31,119-28 13 16,-61 28-16-16,7 0-1 0,-7-3-4 0,-46 3-201 16,-8 0-439-16</inkml:trace>
  <inkml:trace contextRef="#ctx0" brushRef="#br0" timeOffset="92646.81">25184 7799 313 0,'0'0'120'16,"0"0"-58"0,0 0-19-16,8-118 80 15,-8 103-31-15,0-1 11 16,0 11-22-16,0 1-22 16,0 4-6-16,0 0-21 15,0 0-20-15,0 4-1 0,-12 20-9 16,-5 16 14-1,1 12 10-15,-4 7-11 0,-5 9 0 16,4 9-6-16,-3 0 0 16,-5-3-6-16,4-3-1 0,-3-12 2 15,3-10-4 1,0-6 2-16,5-9-1 0,11-10-1 16,1-8-54-16,0-7 54 15,4-6-33-15,4 0-114 16,0-3 6-16,0 0-54 0,0 0-120 31</inkml:trace>
  <inkml:trace contextRef="#ctx0" brushRef="#br0" timeOffset="93015.05">25209 8104 593 0,'0'0'18'0,"0"0"8"0,0 0-21 16,0 0 94-1,0 0-24-15,0 0 18 0,41-71 5 16,-41 71-20-16,0 0-25 16,0 0-12-16,-13 0-19 15,-7 12-17-15,-9 10-4 0,0 8 4 16,1 4-5-16,7 6 2 15,13 0-2-15,8 0-1 32,0-5-2-32,0-4-3 15,17-4-5-15,-1-6-1 0,0-8 1 16,8-7-7-16,1-6-7 16,4 0-5-16,4-6-20 15,-1-22-39-15,1-2-72 16,-8-8-61-16,-21 20-29 15</inkml:trace>
  <inkml:trace contextRef="#ctx0" brushRef="#br0" timeOffset="93562.7">25431 8051 682 0,'0'0'185'16,"0"0"-130"-16,0 0-32 16,0 0-1-16,0 0-1 0,0 0 4 15,0 127-13-15,-4-94-4 16,4 2 0-16,0-8-1 31,0-2-6-31,0-10-2 16,0-6 1-16,0-9-1 15,0 0 1-15,4 0 0 0,7-24 1 16,6-10 0-16,-5 0-1 16,0 0-1-16,1-6 1 0,-9 9 0 15,4 10 2-15,-8 5-1 16,0 13 19-16,4 3 22 15,-4 0-10-15,0 3-32 16,0 25 0-16,0 6 11 16,0 3 2-16,0-3-11 15,0-9-1-15,0-7 1 0,5-6 0 16,-1-9-4-16,0-3 4 16,0 0-1-16,8 0 6 15,5-24 1-15,4-4-8 16,2-6-2-16,-2-6-3 15,4 3 2-15,-5 0-1 16,5 6-10 0,-8 12 4-16,-9 11 4 15,-4 8 6-15,-4 0 4 16,0 0 11-16,0 30-4 16,4 11 27-16,-1 2-18 15,6 3-8-15,-1-6-8 0,0-3 1 16,5-9-5-16,-5-10 2 15,0-5-2-15,-8-8-16 0,0-5-26 16,0 0-34-16,0 0-133 16,0-12-467-16</inkml:trace>
  <inkml:trace contextRef="#ctx0" brushRef="#br0" timeOffset="94121.34">25758 7768 470 0,'0'0'0'16,"0"0"39"-16,0 0-37 0,0 0 119 15,0 0-44-15,0 0 5 16,0 0 4-16,5-68-27 15,-5 62-30-15,0 0-6 16,0-1-14-16,0-2 3 16,12 0-11-16,9 3-1 15,3-1-1 1,1 4-3-16,-4 3 4 16,3 0 0-16,-8 0 5 15,1 0 7-15,-1 13-6 16,-7-4-4-16,-5 10 0 15,0-1-4-15,-4-3 4 16,0 7 3-16,-21-4 11 0,-8 1-1 16,0-3-8-16,5-4 8 15,4-6 15-15,12-3-19 16,8-3-11-16,0 0-13 0,8 0 0 16,12 0-2-16,4 3 9 15,1 6 3-15,0 4 2 16,-4 2-2-16,-13 0 3 15,-4 7 0-15,-4-3 9 0,0-1 30 32,-21-3-3-32,-20 1 7 15,-12-7-14-15,-5-3-17 0,0-6-11 16,10 0-1-16,11-12-26 16,12-13-51-16,25 10-89 15,0 3-340-15</inkml:trace>
  <inkml:trace contextRef="#ctx0" brushRef="#br0" timeOffset="95706.14">26756 8224 369 0,'0'0'103'31,"0"0"-103"-31,0 0-7 0,0 0 7 16,0 0 41-16,0 0-17 15,4-6 0-15,-4 6 21 16,0 0 25-16,0 0-1 16,0 0-23-16,0 0-24 15,0 0 1-15,-12 28 25 16,-16 12 2-16,-5 9-24 0,-1 4-4 15,1 2-21-15,5 3-2 16,4-8-19-16,7-11-44 16,9-11-32-16,8-28-41 15,0 0-153-15</inkml:trace>
  <inkml:trace contextRef="#ctx0" brushRef="#br0" timeOffset="96235.83">27183 7848 301 0,'0'0'108'0,"0"0"-78"16,0 0 73-16,0 0 25 0,0 0-62 0,0 0-8 16,0 0-15-16,0-21-6 15,0 21-5-15,0 0-5 16,-8 18-9-16,-4 7 27 16,4 15-14-16,-1 3-9 15,1 9-6-15,4 0-11 16,0-2-1-1,0-4-4-15,4-9 2 16,-4-9-2-16,4-13 0 0,0-6-2 16,0-2-11-16,0-7-23 15,0 0-35-15,0 0-17 16,0-7-27-16,0-5-55 16,0-7-140-16</inkml:trace>
  <inkml:trace contextRef="#ctx0" brushRef="#br0" timeOffset="96468.84">27105 7940 300 0,'0'0'184'0,"0"0"-97"0,0 0-29 16,0 0 71-16,0 0-26 15,0 0-42-15,-4-80-22 16,21 80 25 0,7 10-28-1,9 14-17-15,-1 7-6 16,6 3-10-16,7 6 8 0,4-3-9 15,-4 0 1-15,5-6-3 16,-10-10-25-16,-7-2-28 0,-12-13-7 16,-9-3 1-16,-3-3-17 15,-9 0 0-15,0-6-15 16,0-10-184-16</inkml:trace>
  <inkml:trace contextRef="#ctx0" brushRef="#br0" timeOffset="96701.1">27474 7746 303 0,'0'0'111'16,"0"-114"30"-16,0 96 50 0,0 8-22 31,0 10-69-31,0 0-32 0,0 0-20 0,0 3-39 16,4 25-2 0,13 15 19-16,-1 12 1 0,5 11-15 31,0 1-2-31,-1-2-6 0,1 0-1 15,-9-10-2-15,8-6 0 16,-8-11-1-16,-3-11-10 16,-1-8-30-16,-8-7-45 15,0-12-106-15,0 0-133 16</inkml:trace>
  <inkml:trace contextRef="#ctx0" brushRef="#br0" timeOffset="97343.33">27980 8107 336 0,'0'0'35'0,"0"0"-31"15,0 0 43-15,0 0 29 16,0 0 19-16,0 0 14 16,62-108-14-16,-71 90 5 15,-11 5-24-15,-13 4-18 0,-1 3-18 0,-3 6-17 32,1 0-14-32,-1 3-5 0,0 24 19 15,4 7 4-15,13 6-11 16,8 3-5-16,12 1-11 15,0-7 0-15,4-7-6 16,19-11 3-16,2-7-8 16,0-5 9-16,0-7 2 15,4 0-8-15,-4 0-19 16,-2-19 5-16,-2-12 4 16,-4-6-1-16,-13-6 8 15,4-3 10-15,-8-6-19 16,0-7-16-16,0-3-5 15,0 4 7-15,0 2-4 0,0 16 32 16,0 15 6-16,0 13 35 16,0 6 14-16,0 6 10 0,0 0-20 15,0 3-39-15,0 28 2 16,0 12 12-16,0 9 11 0,0 4-13 16,0 2-9 15,0 4 0-31,4-3-2 15,9-1 2-15,7-5-3 0,-3-10 2 16,-1-9-1-16,-7-10 0 16,-1-8-1-16,-1-10-17 15,-3 0-23-15,0-3-41 16,-4-3-108-16,0 0-271 16</inkml:trace>
  <inkml:trace contextRef="#ctx0" brushRef="#br0" timeOffset="97590.54">28316 8298 419 0,'0'0'626'0,"0"0"-626"15,0 0-62-15,0 0 62 31,0 0 32-31,0 0-32 16,-28 142-39-16,-6-99 35 16,1-6-13-16,-3-6-70 0,7-7 9 15,25-24-43-15,0 0-161 16</inkml:trace>
  <inkml:trace contextRef="#ctx0" brushRef="#br0" timeOffset="97826.43">28365 8039 1071 0,'0'0'0'0,"0"0"2"16,0 0-2-16,0 0 0 15,0 0 0-15,4 105 12 16,4-53-12-16,-3 3 0 0,3-2-12 15,-4-13-48-15,0-6 24 16,0-9-24-16,-4-16-8 16,0-3 22-16,0-6-85 15,0 0-78-15</inkml:trace>
  <inkml:trace contextRef="#ctx0" brushRef="#br0" timeOffset="98097.65">28373 8073 335 0,'0'0'136'0,"0"0"-96"15,0-114 101-15,9 108 10 0,3 6-73 16,9 0 4-16,8 0-26 16,0 12-37-16,7 9-6 15,1 1-11 1,-4-1 2-16,-8-5-2 16,-9 3-2-16,-7-10 0 15,-9 0-14-15,0-3-19 16,-5 3 33-16,-28 1 14 15,-16 2 14-15,-1 0-17 16,-3 1 5-16,16-4-1 0,12-3-7 16,13-3-8-16,12 0-17 15,0-3-118-15,12 0-71 16,9 0 43-16,4-3-95 0</inkml:trace>
  <inkml:trace contextRef="#ctx0" brushRef="#br0" timeOffset="98406.97">28743 7962 437 0,'0'0'307'0,"0"0"-185"15,0 0 11-15,0 0-53 16,0 0-67-16,0 0-9 16,-62 123 1-16,54-73 0 15,8-14-5-15,0-5-9 0,0-9 9 16,8-13-2-16,9-9 2 15,8 0-4-15,4-3 8 16,-5-31-3-16,-4-6 1 16,-8-6-2-16,-12 0 8 15,0-1-6-15,-8 7 1 16,-20 6 2-16,-5 16-5 0,-8 12 29 31,8 6-29-31,4 0-26 16,5 24-43-16,3 10-118 15,21-18-121-15</inkml:trace>
  <inkml:trace contextRef="#ctx0" brushRef="#br0" timeOffset="98715.21">28792 7780 521 0,'4'-52'154'0,"-4"27"-133"15,0 12 78-15,0 8 45 16,0 1-117-16,0 4-25 16,0 0 9-16,0 0 20 0,8 25-16 15,1 12 26-15,7 9 13 16,-4 7-20-16,5 5-21 16,-5 4-6-16,1-3 0 15,-5-1-6-15,0-12-1 16,-3-6 0-16,-1-9-2 0,0-16 0 31,-4-5-17-31,4-10-23 0,-4 0-7 16,0 0-45-1,0-10-34-15,0-5-152 0,0-3-19 16</inkml:trace>
  <inkml:trace contextRef="#ctx0" brushRef="#br0" timeOffset="99037.27">28931 8033 502 0,'0'0'183'0,"0"0"-95"0,0 0 49 15,0 0-108-15,0 0 10 16,0 0 15-16,54 95-39 16,-29-61-12-16,4-6 3 15,-8-10-3-15,-2-2-1 16,-6-13-2-16,-5-3-2 16,4 0 0-1,-8 0 0-15,1-28 4 16,-1-6-3-16,-4-6 2 0,0 3 6 15,0 6-1-15,-9 13 14 16,1 5 15-16,-4 13 19 16,3 0 11-16,-3 7-49 15,-3 27-6-15,-10 18-6 16,4 13-3-16,-4 2 0 0,0 7-1 16,9-3-9-16,-5-6-32 31,10-15-14-31,3-16-3 0,-1-13 19 15,9-21-114-15,0 0-164 16</inkml:trace>
  <inkml:trace contextRef="#ctx0" brushRef="#br0" timeOffset="99287.01">29359 7981 785 0,'0'0'225'0,"0"0"-225"16,0 0 0-16,0 0 54 0,0 0-45 15,0 0-9-15,0 0-2 16,86-31 2-16,-61 27 4 16,4-2-3-16,-1 0 0 15,-8 0-1-15,-7 6-2 16,-1 0-28-16,-8 0-64 0,-4 0-70 15,0 0-47-15,0 0-74 16</inkml:trace>
  <inkml:trace contextRef="#ctx0" brushRef="#br0" timeOffset="99524.06">29277 8138 816 0,'0'0'339'16,"0"0"-339"-16,0 0 4 16,0 0-1-16,0 0 7 15,0 0-6-15,74 21 4 0,-13-21 22 32,5 0-21-32,8 0-5 15,-12-15 0-15,-14 9 1 16,-15-1-10-16,-16 4-9 15,-17 3-57-15,0 0-51 0,-13 0-189 16</inkml:trace>
  <inkml:trace contextRef="#ctx0" brushRef="#br0" timeOffset="103185.15">29424 7919 247 0,'0'0'87'0,"0"0"-87"16,0 0 0-16,0 0 30 15,0 0-4 1,0 0-15-16,0 0 34 15,5 0 23-15,-5 0-10 16,0-4-6-16,0 4-13 16,0 0-11-16,0 0-4 15,0 0-7-15,0 0-5 16,0 0-7-16,0 0 9 16,0 0 11-16,0 0-1 0,0 0-6 15,0 0-8-15,4 0-7 16,0 0-3-16,4 0 1 15,5 0 1-15,7 0 10 16,5 0-2-16,7 0 0 16,1 0-3-16,4 0 1 0,-4-2 11 15,-1-1-7 1,-3-1 1-16,-12 4-8 16,-9-3-1-16,-8 3 3 15,0 0 8-15,0 0 27 16,0 0 7-16,0 0-13 15,-8 0-36-15,0 0-8 16,-5-3-30-16,1 3-24 16,-1 0-68-16,9 0-102 0,0 0-113 15</inkml:trace>
  <inkml:trace contextRef="#ctx0" brushRef="#br0" timeOffset="104003.18">29864 7614 499 0,'0'0'32'0,"0"0"-27"15,0 0 63-15,0 0 8 16,0 0-42-16,0 0-4 15,-9-16 33-15,9 16 6 0,0 0-10 16,0 0-14-16,0 16 0 16,-4 15-13-16,4 12 3 15,0 9-14-15,0 7-11 16,0-1-6-16,0 4 3 0,4 0-6 16,1-1 6-16,-1-6-6 31,0-5 0-31,-4-7 2 15,4-9-2-15,-4-9 1 16,0-10 5-16,0-9-6 0,0-3 7 16,0-3-7-16,0 0 4 15,0 0 1-15,0 0-4 16,0 0-2-16,0 0-25 16,0-15-71-16,0 3-156 0,0-1-152 15</inkml:trace>
  <inkml:trace contextRef="#ctx0" brushRef="#br0" timeOffset="104471.67">30057 7709 659 0,'0'0'7'0,"0"0"13"16,0 0 1-16,0 0 97 16,0 0-67-16,0 0 0 0,36-55 22 15,-36 55-14-15,0 0-40 16,0 15 14-16,-4 19-13 0,-7 12 11 16,-6 7-2-16,5 8-16 15,3 1-2-15,1 3-11 16,8-7 1-16,0-2-1 15,0-13-2-15,0 0 2 16,21-18 0-16,0-10-1 0,-2-6 1 31,2-9 0-31,12 0 7 16,4-6-1-16,4-21-3 16,-9-14 3-16,-3-5-1 0,-8-6 9 0,-9-1 10 31,-12-2-3-31,0-1 0 0,-8 1 1 15,-29 9-13-15,0 5-2 16,5 13 15-16,3 4-9 16,0 15-13-16,4 6-32 15,-4 3-44-15,5 0-24 0,12 9-129 16,8 3-225-16</inkml:trace>
  <inkml:trace contextRef="#ctx0" brushRef="#br0" timeOffset="104974.06">30213 7207 340 0,'0'0'119'0,"0"0"-110"0,0 0 32 16,0 0 101-1,0 0-49-15,0 0-5 16,0-22-14-16,0 22-20 16,0 0-29-16,0 0-6 15,0 0-5-15,0 0 5 16,0 0 5-16,0 0-8 16,0 25-6-16,0 8 12 15,0 7-7-15,4 13-4 16,4 3-8-16,0-1 0 0,0 1 0 15,-4-10-2-15,4-6 1 0,-8-15 1 16,4-10-3 0,-4-9 1-16,0-3-1 15,0 0-6-15,0-3-45 16,0 0-70-16,0 0-148 0</inkml:trace>
  <inkml:trace contextRef="#ctx0" brushRef="#br0" timeOffset="105561.28">30496 7370 249 0,'0'0'260'16,"0"0"-238"-16,0 0 6 16,0 0 105-16,0 0-48 0,0 0-30 15,32-102 1-15,-32 84 9 16,0-1-22-16,-19 7-10 31,-2 3-9-31,-8 3-24 0,-4 6-3 16,-4 0 3-16,5 0 7 15,-1 21-5-15,4 4 5 16,8 3-7-16,13-4 0 16,8-5 0-16,0-1 2 15,0-8 3-15,20-1-3 16,5-6 6-16,4-3-3 0,11 0 2 15,-2-9-7-15,3-10-1 16,-8-6-1-16,-8 0 2 16,-14 1 2-1,6 5-1-15,-13 7 1 0,-4 9 9 0,0 3-9 32,0 0 15-32,0 0-1 15,0 28-6-15,0 15 2 0,-8 13 0 16,-5 5-6-16,13 4-6 0,0-4-2 15,0-5-35-15,0-10-33 16,0-12-83-16,0-34-92 16</inkml:trace>
  <inkml:trace contextRef="#ctx0" brushRef="#br0" timeOffset="106490.84">30923 7515 179 0,'0'0'215'0,"0"0"-195"16,0 0 48-16,0 0 113 16,0 0-83-16,0 0-43 15,0 0-21-15,4-50-7 16,-4 50 11-16,0 0 10 16,-8 16-30-16,-4 18 23 0,-13 18 7 15,-8 10-17 1,0 15 9-16,-4 9-23 15,0 10-10-15,-8 6 2 0,4 0-7 16,0-13 0-16,8-15-2 0,8-12 0 16,9-19 2-16,3-13 0 15,9-11-2-15,1-10-2 16,3-9-42-16,0 0-30 0,0-3-61 16,0-12-50 15,0-4-117-31</inkml:trace>
  <inkml:trace contextRef="#ctx0" brushRef="#br0" timeOffset="107431.45">30878 8029 514 0,'0'0'17'16,"0"0"-10"-16,0 0 159 0,0 0-38 15,0 0-58-15,0 0 1 16,0 0-1 0,29-43-15-16,-29 43-18 15,0 0-29-15,-5 0 12 16,-11 0-19-16,-5 19-1 15,-8 9 0-15,5 9 2 0,0 3 1 16,7 3 5 0,9-3-5-16,4-6-3 0,4-3 0 15,0-13-1-15,0 1-2 16,20-10-11-16,1-3 4 0,3-6 1 16,-3 0-18-16,12-6 7 15,-4-16-21-15,-1-11 4 16,-4-5-2-16,1-2-20 15,-4-6 5-15,-9 3 15 16,9 0-18-16,-9 9 16 0,-8 10 29 16,0 11 12-16,-4 10 62 15,0 3 36-15,0 0-20 16,0 3-51-16,0 22-27 16,-4 11 21-16,-4 8-2 15,4-1-14 1,4 0 2-1,0-9-4-15,0-3-3 0,0-13 3 16,0-5 1-16,0-10-3 16,0-3 4-16,0 0 3 15,4 0 5-15,13-12 5 16,3-16-1-16,-3-6-13 16,2-6-3-16,2 0 4 0,-4 3-5 15,-5 9 0-15,-4 10 0 16,1 11 0-16,-9 4 0 15,0 3-2-15,0 0-4 16,0 22-14 0,0 12 20-16,0 6 15 0,0-3-7 0,0-10-7 15,0-5 2 1,0-13-2-16,0-5 0 16,0-4-1-16,4 0 1 15,4 0 2-15,9-4 1 16,3-20-4-16,4-4 2 0,-3-6-4 15,3 0 0-15,1-3-1 16,-4 3 0-16,-9 4-8 16,1 14 1-16,-9 7 9 0,-4 9 1 15,0 0 7-15,0 0-7 16,0 25 11-16,0 5 2 16,0 10 0-16,0-3 4 15,0 0-17-15,8-6 2 16,0-6 4-16,0-10-5 15,-4-5 4 1,-4-8-5-16,4-2-73 16,-4 0-86-16,0 0-234 15</inkml:trace>
  <inkml:trace contextRef="#ctx0" brushRef="#br0" timeOffset="107932.17">31498 7709 129 0,'0'0'514'16,"0"0"-514"-16,0 0 0 16,0 0 64-1,0 0 41-15,0 0-71 16,-21-102 15-16,21 90 4 15,8 0-28-15,13-4-19 16,8 1 11-16,3 2-9 16,5 1-7-16,0 9-1 15,-4 3 3-15,-9 0 14 16,-7 0 14-16,-5 12-26 0,-12 13-2 16,0 9 13-16,-29 3 18 15,-3 0-12-15,-9-6 2 16,4-3 9-16,16-10-10 15,9-6-16-15,12-6-7 16,0-2-2-16,0 2-9 0,4 0 11 16,21 0 5-16,3 0 2 0,6 4-7 15,-10 2 0-15,-4 3-2 16,-12 4-6 0,-8 5 2-16,0-2 3 0,-12-3 3 15,-28 2 10-15,-10-9 9 31,-7 1-19-31,3-7-4 16,5-6-51-16,36 0-39 0,5 0-259 16</inkml:trace>
  <inkml:trace contextRef="#ctx0" brushRef="#br0" timeOffset="119105.71">17393 9894 626 0,'0'0'9'0,"0"0"-9"15,0 0-169-15,0 0 169 0,0 0 120 16,0 0-69-16,0 0-51 16,0 0-3-16,0 0 2 15,0 0-3 1,-91 66-68-16,91-66-133 16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41:59.05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16460 9824 223 0,'0'0'80'0,"0"0"-69"31,0 0-8-31,0 0 42 16,0 0 0-16,0 0-36 16,0 0-5-16,-28-74 12 15,23 67 35-15,-2 1-18 0,3 4-8 16,0-2-25-16,4-2-13 16,-4 3-24-16,4 3 23 15,0 0-19-15,0-3-14 0,0 3-14 16,0 0-80-16</inkml:trace>
  <inkml:trace contextRef="#ctx0" brushRef="#br0" timeOffset="785.16">16354 9577 384 0,'0'0'122'15,"0"0"-108"-15,0 0 2 16,0 0 99-16,0 0-50 16,0 0-33-16,-21-43 9 15,21 43 10 1,0 0-13-16,0 0 13 15,0 0-7-15,0 0-2 16,0 3-32-16,0 16-6 16,0 8-4-16,0 1 16 15,0 9-4-15,13 3-10 16,-1 7 4-16,9 1-4 16,-5 11 4-16,5 3-4 0,-5 3 1 15,-4 2 1-15,4-5-1 16,-3-3 0-16,-1-10-1 15,1-15-1-15,-5-9 3 0,-4-10 6 16,0-9-2-16,-4-6-8 16,4 0 11-16,-4 0 29 31,4-3 4-31,5-34 16 16,3-19-41-16,5-15-17 0,-2-9 2 15,2-6-3-15,8 3-1 16,-5 3 1-16,9 2-2 0,4 8 2 15,-5 2-1-15,1 12 3 16,0 10-3-16,-4 13 0 16,-9 8 0-16,-7 10 1 15,-5 8 0-15,-4 7-1 16,0 0 2-16,0 0-2 0,0 0 9 16,0 0-9-1,0 9-18-15,0 10-2 0,-4 3 2 16,4 2-15-16,0 1-37 15,-5 2-23-15,5-17-177 16,-4-1-171-16</inkml:trace>
  <inkml:trace contextRef="#ctx0" brushRef="#br0" timeOffset="1101.43">16949 9904 640 0,'0'0'274'15,"0"0"-274"-15,0 0-19 16,0 0 19-16,0 0 64 16,0 0-35-16,4-10-18 0,-4 10 7 15,0 28-12-15,0 12-5 16,5 13 14-16,-5 6-1 15,4 2-10-15,0-2 2 16,4-7-3-16,0-9 8 16,-3-6-11-16,-5-6 1 15,4-6 3 1,-4-10-4-16,0-6-31 16,0-9-63-16,0 0-101 15,0 0-24-15</inkml:trace>
  <inkml:trace contextRef="#ctx0" brushRef="#br0" timeOffset="1301.08">16949 9916 695 0,'0'0'171'16,"0"0"-161"-16,0 0 9 0,0 0 48 31,0 0-38-31,152-74-15 0,-102 71-6 0,-6 3-3 16,-6 0-5-16,-10 0-31 15,-19 0-123-15,-9 3-67 16,0 6-62-16</inkml:trace>
  <inkml:trace contextRef="#ctx0" brushRef="#br0" timeOffset="1470.32">16958 10079 760 0,'0'0'124'0,"0"0"-124"0,0 0 0 15,0 0 0 1,0 0 62-16,0 0-22 16,94 13-8-16,-32-29-21 0,-10 4-5 15,2 3-6-15,-13 6-28 16,-7 3-116-16,-34 0-96 16,0 0-71-16</inkml:trace>
  <inkml:trace contextRef="#ctx0" brushRef="#br0" timeOffset="2134.92">17479 9935 589 0,'0'0'224'16,"0"0"-176"-16,0 0-2 15,0 0 33-15,0 0-79 16,0 0 2-16,12 77-2 15,-12-25 6-15,0 7-1 16,8-1-2-16,0-2-1 16,1-7-2-16,-5-3 2 0,0-15-1 0,0-9-1 15,0-10-6-15,-4-12-44 16,0 0-37-16,0-12 16 16,0-25-22-16,0-12-74 15,0-4 25-15,0-6 78 16,0 4 25-16,0 2 39 15,0 7 55-15,0 16 63 0,0 8 39 16,0 10-40-16,0 5 26 16,0 5-55-16,9-2-68 15,11 4-18-15,8 0-2 32,13 0 1-32,5 0 2 0,-1 0 0 0,-13 6-3 15,-7 7 0 1,-12 5 1-16,-13 7-7 0,0 3 4 15,-17 5 2 1,-24 2 19-16,-4-5-6 0,0-8 0 16,16-10 11-16,12-9-2 15,13-3-10-15,4 0-12 16,0 0-17-16,21 0 14 16,24-3 3-16,9-9 0 0,3 6 0 15,5 6 0-15,-9 0-3 16,-8 0 2-16,-12 15-1 15,-8 10 1-15,-21 3-7 16,-4 2 2-16,-4 4 6 16,-37 3 2-16,-17-3 28 15,-3-6 0 1,-5-9 10-16,5-7-7 16,11-12-10-16,13 0-22 15,16-12-1-15,14-23-90 16,7-1-60-16,3 17-124 15,22 0-307-15</inkml:trace>
  <inkml:trace contextRef="#ctx0" brushRef="#br0" timeOffset="2557.77">18345 9944 317 0,'0'0'547'0,"0"0"-486"16,0 0-56-16,0 0 67 15,0 0-35-15,0 0-37 16,0 0 0-16,33-9 1 0,16-1 18 16,16 1-11-16,6 6-1 15,-6 3-5-15,-11 0-2 16,-17 0 0-16,-12 0 0 0,-14 0 1 31,-7 0-2-31,-4 0-3 16,0 0-40-16,-20 0-71 15,4 3-92-15,-5 3-311 16</inkml:trace>
  <inkml:trace contextRef="#ctx0" brushRef="#br0" timeOffset="2804.84">18369 10135 761 0,'0'0'156'0,"0"0"-143"16,0 0 10-16,0 0 65 0,0 0-52 15,0 0-30-15,-16 25-3 16,49-25 20-16,17 0 16 16,15-10-26-16,13-2 0 15,8 3-10-15,-3-1-1 16,-10 5-2-16,-11 5-1 0,-22-4 1 31,-6-2 0-31,-14 6-29 16,-16-3-27-16,-4 3-8 15,0 0-52-15,-8-6-178 16</inkml:trace>
  <inkml:trace contextRef="#ctx0" brushRef="#br0" timeOffset="3260.23">19256 9962 797 0,'0'0'150'16,"0"0"-150"-16,0 0 0 15,0 0 24-15,0 0-24 16,0 0 7-16,37 0-7 15,8 0 23-15,17 0-18 16,-4-6-4-16,-1 6 6 16,5-3 6-16,-14-3-1 0,-6 6-2 15,-9-6 0-15,-9 6-4 16,-7-4 5-16,-13 2 0 16,-4 2-3-16,0 0 5 0,0 0-13 15,0 0-35-15,0 0-146 16,-12 0-336-16</inkml:trace>
  <inkml:trace contextRef="#ctx0" brushRef="#br0" timeOffset="12858.59">20193 9676 303 0,'0'0'137'0,"0"0"-136"16,0 0 3-16,0 0 27 16,0 0 14-16,0 0-4 15,0 0-16-15,0 0-9 16,0 0-6-16,0-7 1 15,0 7 5-15,0 0-7 0,0 0-1 16,0 0 11-16,0 0 8 16,0 0-4-16,0 0-8 15,0 0-3-15,0 0 2 16,0 0 10-16,0 0 16 0,0 0 14 16,0 0-13-16,0 0-20 15,0 0-5-15,0 0-13 16,-4 0-3-1,-1 0-8-15,-7 0 8 16,4 19 15 0,-9 9-10-16,1-1 2 0,-5 11-2 15,9-1 2-15,-5-1 0 16,5 8 1-16,0-1-6 16,8 6 2-16,0 0-2 15,4-5-1-15,0-1 1 0,0-6-2 16,11-3 1-16,10-3 0 0,4-7-1 15,4-5 1 1,0-10-1-16,-4-9 4 16,2 0-4-16,2-6 5 15,4-19 5-15,-4-12-6 0,0-6 2 16,-5-7 1 0,-7-2-3-1,-1 3 0-15,-12 0 4 0,-4 5 22 16,0 4-12-1,0 4 20-15,-12 5-18 0,-9 3 14 16,2 6-4-16,-6 4-10 16,0 3-1-16,0 5-19 15,-8 4-11-15,0 6 4 0,1 0-17 16,-1 0-24-16,8 0-25 16,0 3-66-16,25 3-166 15,0-6-272-15</inkml:trace>
  <inkml:trace contextRef="#ctx0" brushRef="#br0" timeOffset="13397.41">20701 9972 464 0,'0'0'229'16,"0"0"-229"-16,0 0-91 15,0 0 91-15,0 0 47 16,0 0-29-16,0 0-18 16,17 0 0-16,-17 0-6 15,4 0 6-15,-4 9 17 16,0 0-2 0,0 1 7-16,0 5-2 15,-25-6 15-15,4-2 10 0,1-5-19 16,0-2 0-16,8 0 27 15,-1-6 16-15,1-15-39 16,8-7-30-16,4 0 5 16,0 7-5-16,0 5 5 15,0 7-5-15,4 6-3 0,4 3-1 16,-4 0-9-16,0 0-7 16,5 12 18-16,-1 7 1 15,-1 2 0-15,-3-5-37 16,5-1-72-16,-9-15-64 15,0 0-107-15</inkml:trace>
  <inkml:trace contextRef="#ctx0" brushRef="#br0" timeOffset="14907.28">21194 9867 593 0,'0'0'60'0,"0"0"-58"16,0 0 53-16,0 0 39 16,0 0-47-16,13-117 8 15,-22 102-13-15,-7 2 8 0,-1-2-29 16,-3 5-1-16,-5 4-2 16,0 0-14-16,-3 6 8 15,-1 0-22-15,4 0 17 16,5 0-7-16,7 0 0 15,5 0 0-15,4 0-3 0,4 0 2 32,0 0-10-32,0 3 10 15,0 6 0-15,0 4 0 0,0-1-2 0,4 3 3 32,13 4-1-32,7-1 1 15,1 4 0-15,4 3-1 16,3-1 0-16,5 4 1 0,1 0-5 15,-5-4-1-15,-10 4-17 16,-2 0-7-16,-13-1 7 16,-4-2 14-16,-4-3 1 0,0 2 5 15,0-2 2-15,-16-4-4 16,-12 1 3-16,-9-7 4 16,0 1 7-16,-1-1-6 15,-2-6 10-15,11 0 16 0,4 1-4 16,5-7-8-16,11 0-6 31,1 0-5-31,8 0-1 16,0-19-1-16,0-9-1 0,0-12-3 15,21-6-1-15,8 3 0 16,8 0-1-16,7 3 2 16,2 6 0-16,8-3 0 15,-6 3-1-15,2 3 0 0,-9 6-5 16,-5 4-88-16,-11 5-39 15,-25 16-74 1,0 0-167-16</inkml:trace>
  <inkml:trace contextRef="#ctx0" brushRef="#br0" timeOffset="15372.25">21482 9710 634 0,'0'0'36'0,"0"0"-20"16,0 0-13-16,0 0 27 15,0 0-18-15,0 0 7 16,-25 40 19-16,4-12-15 0,9 8 3 15,-5 4 16-15,5 7-25 16,-1-1-6-16,5 0-5 0,4 0-2 16,4-6-2-16,0-2 1 15,0-8-3 1,12-2-2-16,1-16 1 16,3-2-2-16,5-10 3 0,4 0 0 0,4-3 0 15,3-22 0-15,1-3 0 16,-4-3 0-16,-13 4 0 15,-12-1 1-15,-4 9 9 16,0 4 26-16,0 12 24 16,-20 3-9-16,-22 0-27 15,-6 3-8 1,-14 25-12-16,0 2 3 16,9 1-7-16,20 0 0 15,12-6-24-15,17-4-96 16,4-21-98-16,4 0-133 15</inkml:trace>
  <inkml:trace contextRef="#ctx0" brushRef="#br0" timeOffset="15913.03">21785 9728 308 0,'0'0'44'0,"0"0"-19"16,0 0 139-16,0 0-6 16,0 0-30-16,0 0-51 15,17-18-38-15,-17 18-28 16,0 12-7-16,0 16 26 0,0 5-10 15,-4 8-14-15,0-1 6 0,4 0-4 16,-4 3-3-16,4-9-1 16,0-7-1-16,0-8-2 15,0-15 1-15,0-2-1 16,0-2 1-16,0 0 1 16,15-2-2-1,6-26 13-15,8 0-10 16,-5 0-4-16,1 10-1 15,-4 5-9-15,-9 10 6 16,0 3 2-16,-4 0-7 16,-4 0-2-16,4 22 11 15,1 5 17-15,-5 11-1 16,0-5-9-16,-4 4-1 0,0 0-5 16,0-3 1-16,0-6 0 15,0-3 3-15,-21-1 0 16,-7-9-1-16,-9-5-4 0,-8-7-19 15,-1-3-59-15,27 0-98 16,2-6-102-16</inkml:trace>
  <inkml:trace contextRef="#ctx0" brushRef="#br0" timeOffset="16091.08">21719 9796 635 0,'0'0'495'0,"0"0"-473"0,0 0-21 16,0 0-1-16,152-71 27 15,-106 62-21-15,10 3-6 16,-2 6 0-16,0 0-71 16,-46 0-132-16,-5 0-297 15</inkml:trace>
  <inkml:trace contextRef="#ctx0" brushRef="#br0" timeOffset="17153.39">22438 9833 244 0,'0'0'154'0,"0"0"-154"0,0 0 0 16,0 0 15-16,0 0 76 16,0 0-43-16,-38-52 12 15,38 45 6-15,-8-2 5 16,8 6-6-16,-4 0 0 0,4 0-14 16,0 3-24-16,0-3-8 15,0 3 3-15,0 0-8 16,0 0-4-16,0 0-4 0,0 0-6 15,0 0-1 1,0 0-8-16,0 3-3 0,0 15 12 16,0 10 2-16,0 6 7 15,0 9-7-15,4 3-1 32,4 10 3-32,1-4-3 0,3 7 0 15,-4-7 1-15,1-6-1 16,-1-3 2-16,0-15-2 15,-8-3-1-15,4-12 1 16,0-11 0-16,-4-2 0 16,0 0 10-16,4 0 29 15,1 0 12-15,-1-21 8 0,4-10-49 16,4-9 4-16,-3 0 4 16,-1-10-13-16,4 5 8 15,0-8 1-15,4-6-7 16,5 1-2-16,4-7-2 0,-5 4-1 15,1 8-2-15,-4 10 1 16,-9 15 13 0,0 10 6-1,-5 8 1-15,1 8 1 0,-4 2-5 16,0 0-16 0,0 0-2-16,0 0-8 0,0 0 2 15,0 0-2-15,0 0 0 16,0 0-4-16,0 0-4 15,0 0-19-15,0 0-19 0,0 12-61 16,0-9-164-16,0 0-288 16</inkml:trace>
  <inkml:trace contextRef="#ctx0" brushRef="#br0" timeOffset="20049.75">23583 10268 270 0,'0'0'8'15,"0"0"-8"-15,0 0-16 16,0 0 16-16,0 0 0 0,0 0 0 16,0 0-7-16,0-19 7 15,0 16 0-15,0 0 2 16,0 0-2-16,0 3 0 15,0 0-2-15,0 0 0 16,0-3 1-16,0-1-25 0,0 4-9 16,0-2 6-16,0 2 5 15</inkml:trace>
  <inkml:trace contextRef="#ctx0" brushRef="#br0" timeOffset="20411.84">23583 10268 242 0,'0'-47'81'0,"0"47"-75"16,0 0 11-16,0 0 11 15,0 0-20-15,0 0-2 16,0 0 7-16,0 0 10 0,0 0 6 15,0 0 13-15,0 0 5 16,0 0-16-16,0 0-17 16,0 0-10-16,0 0-4 15,0 0 7-15,0 16 20 16,0 5 0-16,0 4-4 16,0 3-2-1,0 9 8-15,0 3 1 0,0 0-12 16,-17 0-8-16,-7 0-2 15,-5-3-2-15,1-3-6 0,-10-6-10 32,30-28-100-32,0 0-158 0</inkml:trace>
  <inkml:trace contextRef="#ctx0" brushRef="#br0" timeOffset="34605.06">24232 9753 293 0,'0'0'40'16,"0"0"-40"-16,0 0 1 15,148-43 27-15,-108 37-15 16,1-1-10-16,1 4 5 0,-9-3 9 16,-9 3-2-16,-8 3-15 15,-8 0 0-15,-4 0-11 16,-4 0 11-16,0 0 4 15,0 0-4-15,0 0 4 16,0 12 35-16,0 3-4 16,-8 4-17-1,-8 6-2-15,-8 0 12 16,-9 5-10-16,-13 1 15 16,2 6-15-16,-10 0 7 15,0 0 1-15,-3 0-10 0,8-6 29 16,8 0-10-1,7-9 6-15,11-4-6 0,10-6-13 16,13-2-20-16,0-5-2 16,0 5 2-16,0-4 9 15,0 0-8-15,25-6 8 0,3 3-4 16,5-3 19-16,8 0-6 16,1 0-3-16,2 0 1 15,10 0-4-15,11 0-3 16,5-9 1-16,0-3-2 0,0 3-4 15,-21 2-4-15,-12 1-2 16,-17 3 2-16,-11 0 0 16,-1 3-2-16,-8 0 3 15,0 0-3-15,0 0-13 16,0 0-22-16,0 0-39 16,0 0-69-16,-8 0-239 15</inkml:trace>
  <inkml:trace contextRef="#ctx0" brushRef="#br0" timeOffset="35607.25">25019 9478 624 0,'0'0'59'0,"0"0"-59"0,0 0-14 16,0 0 8-16,0 0 6 15,0 0 0-15,-4 0 0 0,4 22 9 16,0 6 30 0,0 9-13-16,0 9-2 15,0 12-9-15,4 4 1 16,1 9 2-1,-1 3 2-15,0 6-13 16,0 3 18-16,4-8 1 0,-4-4-14 16,0-10-3-1,-4-15-3-15,0-6-5 0,0-9 2 16,0-9-3-16,0-10 2 16,0-9-1-16,0-3-1 15,0 0-81-15,0 0-53 0,0 0-78 16</inkml:trace>
  <inkml:trace contextRef="#ctx0" brushRef="#br0" timeOffset="36056.86">25369 9768 620 0,'0'0'130'0,"0"0"-130"0,0 0 0 16,0 0 82 0,0 0-22-1,0 0-60-15,25-33-33 16,-46 57 33-16,-4 10 17 0,-4 9 2 16,4 3-2-16,2 4-2 15,2-1-2-15,13 1-1 16,3-7 5-16,5-3-11 15,0-13-4-15,29-2-2 16,8-13 0-16,4-9 0 0,0-3 0 16,5 0 10-16,-2-24 3 15,2-10-13-15,-5-10 7 16,-9-8 0-16,-15 0 7 16,-17-1 24-16,0 7-13 15,-17 3 22-15,-19 6 3 0,-10 12-13 31,1 10-12-31,9 2 5 0,-6 13-30 16,13 0-6 0,5 0-10-16,7 7-71 0,17 5-108 15,0-3-139 1</inkml:trace>
  <inkml:trace contextRef="#ctx0" brushRef="#br0" timeOffset="36412.35">25418 9463 179 0,'0'0'696'16,"0"0"-696"-16,0 0 5 15,0 0 1-15,0 0 24 0,0 0-30 16,0 0-22-16,-41-46 18 15,41 80 4 1,0 18 56-16,0 16-6 16,0 6-23-16,0 9-9 0,8 0-3 15,9 7-8-15,-5 2-3 0,1-2-4 16,-5-4 5 0,-1-9-3-16,-7-15-2 15,0-10 2-15,0-12-1 16,0-15-1-16,0-10 1 15,0-9-1-15,0-6-5 16,0 0-102-16,0 0-65 0,0-18-372 0</inkml:trace>
  <inkml:trace contextRef="#ctx0" brushRef="#br0" timeOffset="36698.56">25619 10033 282 0,'0'0'791'15,"0"0"-791"-15,0 0-85 16,0 0 83 0,0 0-15-16,0 0 17 0,29 74 7 0,-21-18-3 15,4-1 2-15,1 1-4 16,-1-4 6-16,-8-6-4 15,5-12 0-15,-1-6-3 16,0-9 1 0,-8-7-1-16,0-6-1 15,0-6 0-15,0 0-35 16,0-18-91 0,0 2-241-16</inkml:trace>
  <inkml:trace contextRef="#ctx0" brushRef="#br0" timeOffset="36861.65">25652 10101 733 0,'0'0'108'16,"0"0"-102"-16,0 0 69 15,0 0-31 1,0 0-36-16,0 0-8 0,127-65 1 16,-86 62-1-16,-3 3-6 15,-34 0-80-15,-4 0-201 16</inkml:trace>
  <inkml:trace contextRef="#ctx0" brushRef="#br0" timeOffset="37045.83">25566 10225 895 0,'0'0'45'15,"0"0"-30"-15,0 0 22 0,0 0 41 16,115 6-65-16,-58-16-8 15,1 7-5-15,-5-3-1 0,-21 3-42 16,-32 3-184-16,0 0-276 16</inkml:trace>
  <inkml:trace contextRef="#ctx0" brushRef="#br0" timeOffset="37635.37">26017 9488 614 0,'0'0'91'0,"0"0"-83"15,0 0 62-15,0 0 9 0,0 0-79 16,0 0 12-16,-20 52 5 15,20 10 53-15,0 18-37 16,0 6-5-16,0 10-17 16,0 12 3-16,0-6-13 0,0-1 4 15,13-15-2-15,-6-15-2 16,1-9 0-16,0-19-1 16,-4-15 3-16,1-13-6 15,-1-9 2 1,0-6-28-16,-4 0-95 15,0-9-99-15</inkml:trace>
  <inkml:trace contextRef="#ctx0" brushRef="#br0" timeOffset="37880.94">26333 9876 426 0,'0'0'505'0,"0"0"-505"16,127-68 9-16,-65 56 17 0,8 6 28 15,4-1-44-15,0 5-6 16,-13-1 2-16,-11-1-6 16,-17 4 0-16,-18 0-1 0,-15 0-67 15,0 0-133-15,-15 0 2 16,-14 0-244-16</inkml:trace>
  <inkml:trace contextRef="#ctx0" brushRef="#br0" timeOffset="38081.06">26489 9956 920 0,'0'0'63'0,"0"0"-62"16,0 0 25-16,0 0 27 15,0 0-32-15,0 0 0 0,144 6 0 16,-82-15-14-16,3 3-4 16,-11 3-3-16,-13 0 0 15,-16-1-39-15,-25 4-165 16,0 0-138-16</inkml:trace>
  <inkml:trace contextRef="#ctx0" brushRef="#br0" timeOffset="45194.98">27491 9676 54 0,'0'0'444'0,"0"0"-444"0,0 0 7 16,0 0 64-16,0 0 19 16,0 0-59-16,0 0 4 0,0 0 24 15,-13-28-12-15,9 28-35 16,-3 0-7-16,-10 0 17 15,5 9-7-15,-9 13-3 16,1 3 25-16,-1 8-15 16,0 8 1-16,9 2-7 15,4-3 0 1,3 3-12-16,1-3 1 16,4 0-5-16,0-6 1 15,4-6 2-15,13-7-1 0,0-9 0 16,3-8 0-1,5-4 2-15,4 0 19 16,0 0-2-16,-1-9 0 16,5-13-8-16,-4-6 10 0,-4-3 10 0,-1-9 5 15,-8-3-13-15,-12-3 8 16,0 0-6-16,-4-4-9 16,0 4-5-16,0 3-2 15,0 9-5-15,0 13-3 16,-8 5 5-16,-3 10-8 15,2 6 0 1,-3 0-14-16,-9 0-24 16,1 0-16-16,-9 6-49 15,0 12-68-15,20-8-130 16,1-4-150-16</inkml:trace>
  <inkml:trace contextRef="#ctx0" brushRef="#br0" timeOffset="45634.83">27795 9743 387 0,'0'0'69'0,"0"0"-35"16,0 0 83-16,0 0-33 16,0 0-84-16,0 0 1 15,8 0-1 1,-4 10 9-16,0 5-3 16,-4 0 7-16,0 1-5 15,0-1 8-15,0-2 14 16,0-4 23-16,0-3 1 15,-4 1-1-15,0-7 0 16,0 0-17-16,0 0-6 0,4 0-3 16,0 0 12-16,0-16-33 15,0-3-5-15,0 4 2 16,0-1-3-16,0 7-2 16,0 6-1-16,0 0-7 0,0 3-25 15,0 0 11-15,0 0-33 31,0 0-61-31,0 0-90 16,0 0-78-16</inkml:trace>
  <inkml:trace contextRef="#ctx0" brushRef="#br0" timeOffset="46153.57">28061 9624 599 0,'0'0'33'15,"0"0"-32"-15,0 0 111 0,0 0 37 16,0 0-107-16,0 0-34 16,17-28-8-1,-17 28 0-15,-4 18 0 16,-9 13 17-16,-2 6 3 15,2 3-11-15,1-6-5 16,4 0-1-16,3-6-1 16,5-7 0-16,0-9-1 15,0-2 0-15,0-7 0 16,0-3 0-16,13 0-1 0,16-3 17 16,11-16-4-16,10-2-10 15,-5-1-3-15,4 6-2 16,-8 7-1-16,-8 6 0 15,-12 3 1-15,-9 0-3 0,-5 3-12 16,-2 19 16-16,-5 6 1 16,0 9 8-16,0-4 6 31,-12 2-5-31,0-8-1 0,-1 4 4 16,-3-10-1-16,-5-2 2 15,-4-7-9-15,-8-2 7 16,1-7-11-16,-5-3-23 0,0 0-88 0,25-9-104 15,3-13-269 1</inkml:trace>
  <inkml:trace contextRef="#ctx0" brushRef="#br0" timeOffset="46337.86">28013 9669 634 0,'0'0'461'0,"0"0"-461"0,0 0 13 15,0 0 34-15,0 0-26 16,0 0-21-16,98-61-3 16,-40 58 2-16,-2 0 0 15,-2-3-21-15,-4-1-65 0,-42 7-196 16,-8 0-244-16</inkml:trace>
  <inkml:trace contextRef="#ctx0" brushRef="#br0" timeOffset="46889.4">28554 9629 471 0,'0'0'285'16,"0"0"-273"-1,0 0 14-15,0 0 141 0,0 0-105 16,0 0-50-16,0-12-12 16,0 12 0-16,17-3-1 15,3-3 1-15,9 3 2 16,-1-3-2-16,5 3 0 15,9-4 0-15,-9 7-1 16,-1-3 1-16,-7 3 0 0,-13-3 0 16,-4 3 0-16,-4 0 2 15,-4 0 0-15,0 0 3 16,0 0 5-16,0 0 13 16,0 0-3-16,0 0-2 15,0 0-14-15,0 0-2 0,0 0-2 31,0 0-3-31,0 6-12 16,0 22 15-16,-4 6 4 16,-4 6-3-16,4 4-1 0,-4 2 3 15,8 0-2-15,0 0-1 16,0-6 2-16,0-3-2 16,0-3-1-16,0-10-1 15,0-1-4-15,0-15-17 0,0-1-25 16,0-7-76-16,0 0-110 15,0 0-140-15</inkml:trace>
  <inkml:trace contextRef="#ctx0" brushRef="#br0" timeOffset="47104.48">28596 9876 151 0,'0'0'802'16,"0"0"-748"-16,0 0-36 15,0 0 117-15,0 0-135 16,0 0 7 0,20-27-7-16,25 17 7 15,13 1-7-15,2 0 0 16,2 2-7-16,1-5-25 16,-11 6-94-16,-44 0-95 0,-3 6-112 15</inkml:trace>
  <inkml:trace contextRef="#ctx0" brushRef="#br0" timeOffset="47742.36">29412 9700 614 0,'0'0'104'0,"0"0"-98"0,0 0 58 16,0 0 106-1,0 0-118-15,0 0-11 0,37-71 16 16,-45 66-40-16,-17-2-17 16,-4 4-5-16,-7 3 5 15,-5 0 0-15,-13 10 1 16,-3 11-2-16,16 3 1 0,8 1-1 16,12-3-1-16,17-7 2 15,4-3-6-15,0-2 4 16,0-4-5-16,12-3 7 15,13-3 5-15,8 0 1 16,4-6-6-16,0-15-1 16,0-4-2-16,0-3 0 15,-4 6 3 1,-5 4 1-16,-7 0 0 16,-13 11 1-16,-4 1-1 15,-4 6 2-15,0 0 9 0,0 0-12 0,0 15-1 16,0 16 1-16,-12 16 8 15,-5 2 1-15,5 0-7 16,8-2 1 0,-1-2-2-16,5-4 0 0,0-1-1 15,0-3-3-15,0-10-16 16,0-5-18-16,0-7-29 16,0-12-104-16,0-3-121 15</inkml:trace>
  <inkml:trace contextRef="#ctx0" brushRef="#br0" timeOffset="48374.98">29782 9571 514 0,'0'0'146'16,"0"0"-128"-16,0 0 103 0,0 0 80 16,0 0-119-16,0 0-40 15,12-34-17 1,-12 34-1-16,0 0-13 0,0 0-10 15,0 0-1-15,0 16-22 16,0 14 22-16,4 11 15 16,12 8-8-1,1 6-2-15,7-2-3 16,1-1-1-16,4-3 1 16,-8 1 0-16,-2-7 0 0,-2-6-2 15,-5-10 0 1,-7-5 0-16,-1-13 1 15,4-5-1-15,-8-2 2 16,0-2 0-16,0 0 6 0,0 0 1 16,0 0 2-16,0 0 19 15,4 0-1-15,0-12-6 16,0-9-16-16,0-1 8 16,5-9 8-16,-1-6-8 15,4-3 0-15,5-9 7 0,4-4-3 16,2-5-14-1,6-1 4-15,0 10-5 16,-4 9 4-16,0 12 2 16,-17 16 2-1,0 5-7-15,-3 7-2 0,-5 0-3 16,0 0-3-16,0 0-4 16,0 0-21-16,0 0-21 15,0 0-21-15,-5 0-52 0,-3 0-289 16,-4 0-362-16</inkml:trace>
  <inkml:trace contextRef="#ctx0" brushRef="#br0" timeOffset="67505.03">17072 11581 265 0,'0'0'222'15,"0"0"-222"-15,0 0-10 16,0 0 10 0,0 0 57-16,0 0-6 15,0 0-34-15,0 0 0 16,0 0 6-16,0 0 8 16,0 0 5-16,0 0-11 15,0 0-7-15,-8-37 0 16,8 37 13-16,0 0 0 0,0 0-8 15,0 0-4-15,0 0-6 16,0 0-1-16,0 0-2 16,0 0-1-16,0 0 5 15,0 0-7-15,-4 0-5 0,-8 0-1 16,-5 12 4-16,-8 16 2 16,-11 9 3-16,-1 12 2 0,0 3-3 31,4 7 11-31,9 0-4 15,7 2-4-15,5-5-4 16,8-7 5-16,4-6-11 16,0-9 3-16,0-3-4 15,24-9 2-15,1-7 2 16,11-9-1-16,10-6 0 16,4 0 3-16,2-9 3 0,10-19-5 15,-1-3-4-15,-7-5 5 16,-4-5 9-16,-10-5 17 15,-7 3-4-15,-8-12 10 16,-13 2-12-16,-8-2-4 16,-4-1-4-16,0 7 3 15,-12 6-13-15,-21 9-8 0,-4 9-3 0,-8 13-1 16,-9 6-5-16,-7 6-10 16,-13 0-31-1,-3 18-46-15,-2 10-50 0,54-16-132 16,5 0-70-16</inkml:trace>
  <inkml:trace contextRef="#ctx0" brushRef="#br0" timeOffset="67805.6">17064 11793 365 0,'0'0'318'15,"0"0"-318"-15,0 0-30 0,0 0 30 16,0 0 43-16,0 0-22 0,41 25-11 16,-28-10 27-16,12 7-16 15,3 6-7 1,9 12-5-16,0 3 6 16,8 6-4-16,-8 1-1 0,-4 5-9 15,0-6 8 1,-8 1-5-16,-9-10-2 15,-5-9 0-15,-6-7 0 16,-5-11 0 0,0-4-2-16,0-9-30 0,0 0-162 15,0 0-306-15</inkml:trace>
  <inkml:trace contextRef="#ctx0" brushRef="#br0" timeOffset="73608.08">17782 12071 275 0,'0'0'194'0,"0"0"-138"16,0 0-51-16,0 0 74 15,0 0 10 1,0 0-24-16,0 0-27 16,21-16-12-16,-21 10 1 15,0 0 2-15,4 0 4 16,-4 0-6-16,0 3-15 16,0-3 9-16,-8 2-20 15,-9 4-1-15,-7 0 0 16,-1 0 0-16,-7 0 0 0,-5 19 0 15,-5 12 1-15,6 6 1 16,-1 9 4-16,8 0-6 0,8-3-4 16,17 0 2-16,4-8 2 15,0-5-1-15,12-8 1 16,17-10 0-16,0-9 1 16,8-3 3-16,0 0 1 15,4-12-5 1,0-19-3-1,-9-6-4-15,6-6 0 0,-18-9 1 16,-7-4 6-16,-5-5-2 16,-8-4 1-16,0-6-8 15,0-3-13-15,0 6 9 0,-12 10 6 16,-1 11 7-16,5 23 8 16,0 11 23-16,4 10 7 15,-1 3-12-15,5 0-26 16,-4 25-24-16,4 24 21 15,-4 16 3-15,4 6 4 16,0 0-1-16,0-4-3 16,0-2 1-16,13-7 1 15,3-8-2-15,1-10 0 0,-1-9-2 0,1-13 1 32,3-11-57-32,-12-7-98 0,0 0-153 15</inkml:trace>
  <inkml:trace contextRef="#ctx0" brushRef="#br0" timeOffset="74357.95">18021 12235 756 0,'0'0'251'16,"0"0"-251"-16,0 0-24 16,0 0 24-16,0 0 46 15,0 0-11-15,53-121-26 16,-49 90-3-16,0 1-4 15,-4 2 6-15,0 3-2 16,-4 10-6-16,-13 5-9 16,1 7-7-16,-5 3-10 15,-3 3 18-15,-4 28 4 16,-1 9 4-16,4 7 4 0,8 1-3 16,13-7 1-1,4-1-1-15,0-12 6 0,13-7-6 16,15-9-1-16,6-5 3 15,3-7 1-15,7 0-2 0,6-22-2 16,-1-11-28 0,-12-5-9-16,-4-2-29 0,-9-3 16 15,-11 0 16-15,-5 3 22 16,-8 0 8-16,0 9 4 16,0 10 1-16,0 11 30 15,0 7 34-15,0 3-10 0,0 0-2 16,0 25-53-16,0 11 7 15,0 17 12-15,0 5-15 16,0 8 0-16,0-5-3 16,0-3 0-16,13-5 3 15,-5-10-2 1,-4-9-2-16,0-12 0 16,4-7-2-16,-8-9 1 15,4-6-22-15,-4 0-21 16,5-3-37-16,-5-21-21 15,3-16-105-15,-3-4 44 16,0-8 68-16,0-4-6 0,-8 1-1 16,-4 2 102-16,4 7 34 15,4 12 112-15,0 10 25 0,-1 5-14 16,5 7-1 0,0 5-37-16,0 5-47 0,0 2-20 15,0 0-35-15,0 0-17 16,17 0-1-16,4 12 1 31,7 6 2-31,0 7-1 0,-3 0-1 16,-8-1 0-16,-9 1-4 15,-8-6-8-15,0-1 10 16,-8 0 1-16,-21-2 1 16,-8 3 9-16,-4-11-9 15,0-4-53-15,29-4-87 16,-1 0-184-16</inkml:trace>
  <inkml:trace contextRef="#ctx0" brushRef="#br0" timeOffset="75132.92">17072 12500 239 0,'0'0'88'0,"-123"18"-67"0,78-9-18 15,0-3 48-15,8 4 25 16,0-1-15-16,12-6-42 15,0 3-14 1,9 3-4-16,0-6 5 16,8-3 14-16,4 3 14 15,0-3 16-15,4 0 4 16,0 0 7-16,0 0-25 16,0 0-12-16,0 0-16 15,0 0-6-15,0 0 0 0,0 0 6 16,8 0 5-16,16 0 23 15,9 0 19-15,21 0-5 16,11 0-20-16,22-3-4 0,3-9-8 16,24 3-11-1,14-7 0-15,12 1-3 0,19-3-3 32,10 2 2-32,3-2-1 15,-7 2-1-15,-9 0 0 0,-21 4 1 16,-20 3 0-16,-16 6-2 15,-34 3 1-15,-19-3-1 16,-26 3 0-16,-12 0 0 16,-3-3 2-16,-5 3 10 15,0 0 25-15,0 0-4 16,0 0-29-16,-13 0-4 0,1-3-47 16,-5 3-2-16,-3 0-54 0,-1 0-97 15,9 0-97-15,-5 0-150 31</inkml:trace>
  <inkml:trace contextRef="#ctx0" brushRef="#br0" timeOffset="76382.45">17545 12672 538 0,'0'0'91'0,"0"0"-91"0,0 0 0 16,0 0 85-16,0 0 24 15,0 0-46-15,-54-25-25 16,29 25-21-16,-7 12 0 0,-5 10 15 15,-9 12 13 1,5 3-5-16,1 12-6 0,11 1-15 16,8 8 1-16,9-8-11 15,12-4-4-15,0-12-5 16,20-7-3-16,22-8 3 0,6-19 0 16,14 0-2-16,8 0-1 15,4-31 0-15,-5-2-34 16,-7-5-21-16,-20 5 16 15,-13 2 30-15,-14 12 12 16,-15 10 4-16,0 9-1 16,0 0 38-1,-11 6 11-15,-18 28-32 16,-4 3-2-16,8 6-2 16,12-3-6-16,13-6-10 15,0-10 0-15,0-8 0 16,21-10 0-16,12-6 0 0,4 0 1 15,8-31 1-15,-4-5-2 16,-4-7-3-16,-16-1 2 16,-17 4 1-16,-4 6 4 0,-4 10 1 15,-25 5-5 1,-12 13 0-16,-9 6 13 0,-3 0-13 16,-4 9-4-16,8 12-21 15,8 4-24-15,16 3-37 16,17-6-110-1,8-16-30-15,0 0-247 16</inkml:trace>
  <inkml:trace contextRef="#ctx0" brushRef="#br0" timeOffset="76846.17">18222 12783 772 0,'0'0'181'0,"0"0"-180"16,0 0 6-16,0 0 20 16,0 0-19-16,0 0 26 15,0 0-9-15,-9 148-8 16,-7-99-5-16,-5-3 0 0,2-3 2 16,2-12-5-16,0-9-3 15,9-4-5-15,0-11-1 16,8-4-11-16,0-3-39 15,0 0-13-15,0-22-32 32,0-9-63-32,-4-5 27 0,-4-2 33 15,-5-8 9-15,5 3 54 16,4 6 35-16,0 6 4 16,4 16 71-16,0 5 59 0,0 10 5 15,-5 0 22-15,5 0-91 16,0 0-32-16,0 19-23 15,21 5 31-15,8 7-17 16,8 0-3-16,8-3-7 0,0 3-8 16,1-7-5-16,-10-2-2 15,-3-7-4 1,-8-5-8-16,-13-7-56 16,-12-3-59-16,0 0-221 0</inkml:trace>
  <inkml:trace contextRef="#ctx0" brushRef="#br0" timeOffset="77388.89">18915 12318 912 0,'0'0'74'15,"0"0"-63"-15,0 0-8 0,0 0 31 16,0 0-27-16,0 0-3 16,21-22-1-1,20 16 1-15,9-4-2 0,3 4 1 0,4 0-3 32,-11 6 1-32,-10-3-1 0,-11 3 0 0,-4 0-7 15,-9 0-22-15,-8 0-75 31,0 0-59-31,-4 0-81 0,0 6-43 16</inkml:trace>
  <inkml:trace contextRef="#ctx0" brushRef="#br0" timeOffset="77600.03">19010 12500 825 0,'0'0'38'0,"0"0"-38"16,0 0 0-16,0 0 25 15,0 0 50-15,0 0-31 16,103 0-19-16,-50-10-14 16,8 1-6-16,-3-3-4 15,-1 3-1-15,-3 2-8 0,-17-2-90 32,-29 6-95-32,-8-1-117 15</inkml:trace>
  <inkml:trace contextRef="#ctx0" brushRef="#br0" timeOffset="78035.81">19802 12028 328 0,'0'0'365'0,"0"0"-306"0,0 0-55 0,0 0 56 16,0 0 22-16,0 0-25 15,17-37-52-15,-30 61 16 16,-3 10 0-16,-1 13 2 16,6 2-4-16,2 6-9 15,9 1-6-15,0-10-2 16,0-6 2-16,20-6-2 16,9-16 0-16,8-8 2 15,5-10 8-15,6 0 16 0,18-28-7 16,-4-12-2-1,-1-13-14 1,-11-5-1-16,-10-7 2 0,-11-2 1 16,-12-11-2-16,-17 7 2 15,0-2-2-15,-25 8-2 16,-11 19 4-16,-6 12 47 16,-3 21-15-16,-8 10-31 15,-1 3-8-15,-3 16-1 0,4 27-19 16,7 9-39-16,13 7-58 15,13 5-69-15,20-42-11 16,0-3-211-16</inkml:trace>
  <inkml:trace contextRef="#ctx0" brushRef="#br0" timeOffset="78270.59">19975 12129 455 0,'20'0'343'15,"-20"0"-190"-15,0 7-99 16,4 5 5-16,1 13-49 16,11 6 21-16,5 15-8 0,7 0-2 15,9 0-11-15,-4 3-6 0,8-5 5 16,-9-7-6-16,-7-6-2 16,-4-7 1-16,-9-8-1 15,1-7-1-15,-5-9-1 16,-8 0-34-16,0 0-78 15,0 0-229-15</inkml:trace>
  <inkml:trace contextRef="#ctx0" brushRef="#br0" timeOffset="78936.86">20451 12108 973 0,'0'0'120'0,"0"0"-120"16,0 0-9-16,0 0 4 0,0 0-16 16,0 0 21-16,53 77 13 15,-33-27-10-15,-3-2 4 16,0 2-6 0,-5-16-1-16,-4-3-1 0,0-13-3 15,-3-5-11-15,-1-5-25 0,-4-8-28 16,0 0 2-16,4-2 24 15,-4-29-48-15,4-9-10 16,-4-3 55-16,0-4 38 16,0-5 7-16,0 6 7 15,-4-1 37-15,-9 14 26 16,9 8 16 0,4 3 30-16,-4 10-41 15,4 3-13-15,0-1-19 16,0 1-22-16,8 3-11 0,30-6-10 15,10 8 0-15,6 4-3 0,0 0 3 16,-10 0-4-16,-15 7 0 16,-12 8-1-1,-13 7-8-15,-4 2 13 16,0 1 4-16,-21 3 29 0,-16 0-16 16,1-4 4-16,-1-2 2 15,16-10-10-15,8-9-1 16,9 0-12-16,4-3-5 15,0 0-3-15,0 4 2 16,0 2 3 0,21-4 3-16,0 8 2 15,8-4 3-15,-6 3-2 16,10 4-3-16,-4-1 0 16,0 0 0-16,0-3 2 15,-9 4-2-15,-4-1-1 16,-11 1-5-16,-5-1-7 0,-21 6 4 15,-28 4 9-15,-17-1-7 16,-3-2 3-16,-5-3-31 16,13-8-1-16,7 2-68 15,41-10-141-15,5 0-230 16</inkml:trace>
  <inkml:trace contextRef="#ctx0" brushRef="#br0" timeOffset="79376.78">19860 12614 341 0,'0'0'293'0,"0"0"-270"16,0 0-20-16,0 0 112 16,0 0-7-16,0 0-107 15,0 0 3-15,-25 2-4 0,66-2 26 0,16-2-5 16,18-11 13-16,15 4-20 16,13-7 7-16,20 1 7 15,16 0 5-15,1 2-5 16,0 1 1-16,-17 3 2 31,-21-3-8-31,-19 2-8 16,-27 1-12-16,-18 3 1 0,-22 6-1 15,-8-6-2-15,-8 2 6 16,0 1-7-16,0 1 0 16,-4-2-52-16,-16 1-57 15,-9 3-56-15,8 0-97 16,1 0-359-16</inkml:trace>
  <inkml:trace contextRef="#ctx0" brushRef="#br0" timeOffset="79978.14">20328 12721 635 0,'0'0'130'0,"0"0"-115"15,0 0-3-15,0 0 129 16,0 0-48-16,0 0-56 16,-58 4-11-16,17 17-22 0,-4 6-4 15,-8 14 12-15,3 2-2 16,10 0-4-16,11-3-6 15,21 0 0-15,8-9-5 0,0-6-5 16,20-10 2-16,9-9 6 16,16-6 1-16,12 0-3 15,9-12 3-15,12-16-5 16,0 4-8-16,-12-4-23 16,-21 0-11-16,-13 10 9 0,-19-1 38 31,-13 13 1-31,0 3 53 15,-21 3 27-15,-15 0-33 16,-14 18-15-16,1 10 6 16,8 3-6-16,8-1-16 0,21-2-10 15,8-3-6-15,4-7-4 16,4-8-2-16,21-10 0 16,11 0 1-16,13 0-3 15,5-22 8-15,-5-6 0 16,-8-8-13-16,-16 8 6 0,-21 3 7 15,-4 4 1-15,0 8 1 16,-33 4 1-16,-12 9 9 16,-4 0-12-16,-1 0-12 15,9 6-28-15,13 10-32 16,16 2-59-16,12-12-81 16,0 1-97-16</inkml:trace>
  <inkml:trace contextRef="#ctx0" brushRef="#br0" timeOffset="80178.5">20832 12792 627 0,'0'0'106'0,"0"0"-41"16,0 0 157-16,0 0-88 16,0 0-70-16,0 0-56 0,0 0 0 15,-69 105 0-15,36-56-4 16,0-2 0-16,12-11-4 15,9-8-9-15,8-6-7 0,4-13-8 16,0-6-7-16,0-3-50 16,0-3-110-1,0-12-96-15</inkml:trace>
  <inkml:trace contextRef="#ctx0" brushRef="#br0" timeOffset="80378.48">20660 12804 687 0,'0'0'320'16,"0"0"-250"-16,0 0-69 0,0 0 16 16,0 0 38-16,0 0-12 15,103 96-23-15,-54-62-8 16,5-3-5-16,3-3-1 0,-12-10-6 16,-8 0-8-16,-12-11-71 15,-9-7-33-15,-16 0-137 16,0 0-148-16</inkml:trace>
  <inkml:trace contextRef="#ctx0" brushRef="#br0" timeOffset="80957.61">21584 12447 717 0,'0'0'222'15,"0"0"-222"1,0 0 0-16,0 0 30 16,0 0 46-16,0 0-57 15,0-93-1-15,16 69 15 16,9 5-3-16,4 4-16 15,-1 2-2-15,1 8-9 16,4 1 3-16,4 4-1 0,-1 0-5 16,-3 13-1-16,-4 21 1 15,-8 6-4-15,-8 9-2 0,-9 1 3 16,4-7 3 0,-8-7 11-16,4-14-9 0,0-10 3 15,-4-6-2 1,4-6 0-16,0 0 5 0,4 0 1 15,4-15-3-15,9-16-6 0,4-2 0 16,-1-5-16-16,1-2-29 16,0 0-4-16,-1-6 0 15,-8 6-30-15,-12 24-108 16,-4 10-158-16</inkml:trace>
  <inkml:trace contextRef="#ctx0" brushRef="#br0" timeOffset="81442.59">21629 12185 422 0,'0'0'293'0,"0"0"-245"15,0 0-40-15,0 0 91 16,0 0 10-16,0 0-62 15,0 0-8-15,74-92-6 16,-33 70-10-16,9 9-16 16,-2 1-7-16,-11 6 0 0,-8 6 0 15,-8 0-4-15,-17 0-5 16,0 13-3-16,-4 14 0 0,0 7 12 16,4-3 13-1,-4-7-5-15,5-8-8 0,-2-7 0 16,1-6 3-1,4-3 2-15,9 0 9 0,12-21 15 0,4-14-8 16,8-1-13-16,-9-4-8 16,-3 6-29-16,-8 6-63 15,-5 7-67-15,-16 21-109 16</inkml:trace>
  <inkml:trace contextRef="#ctx0" brushRef="#br0" timeOffset="81883.33">22606 12114 494 0,'0'0'225'16,"0"0"-199"0,0 0 4-16,0 0 112 0,0 0-75 15,0 0-15 1,0 0-11-16,-58 117-20 0,46-74 0 16,8 1-4-16,4-8-11 15,0-11-1-15,0-3-3 16,0-10 5-16,16-9-1 0,5-3 4 15,4 0 16 1,8-3 6-16,8-28-15 0,-1-3-7 16,-2-6-1-16,-5 0-4 15,-13-6-3-15,-7 0 1 0,-9 9-2 16,-4 3-1-16,0 12-6 16,-21 10-7-16,-4 6-14 15,-12 6-4 1,-4 0-77-16,21 0-108 0,4 9-312 31</inkml:trace>
  <inkml:trace contextRef="#ctx0" brushRef="#br0" timeOffset="82265.06">23210 12157 261 0,'0'0'268'0,"0"0"-237"0,0 0-16 15,0 0 115 1,0 0 10-16,0 0-34 0,29 0-49 31,-29 0-27-31,0 7-18 16,0 5-12-16,0 3-3 0,0 4 3 15,0-1 2-15,-5-3 9 16,-11-2 35-16,8-7 1 16,3-3-12-16,1-3-17 15,4 0-4-15,0 0-1 16,0 0 0-16,0-12-13 0,0-6-1 16,0-5 1-16,0 5-5 15,0 6-11-15,4-1-16 16,-4 10-34-16,0 3-42 15,0 0-120-15,0 0-244 16</inkml:trace>
  <inkml:trace contextRef="#ctx0" brushRef="#br0" timeOffset="82672.98">23547 11997 713 0,'0'0'0'0,"0"0"-9"15,0 0 9-15,0 0 9 16,0 0-8-16,0 0 22 16,0 0 8-16,7 139-15 15,-7-93-9-15,8 3 0 16,0-9-2-16,9-9-1 0,4-3 4 15,-1-16 16-15,9-6 22 16,4-6 35-16,8 0-6 16,4-25-41-16,-4-8-12 15,0-7-1-15,-17 0 13 16,-7-6-14-16,-13-1 10 16,-4 4-11-16,0 6 1 15,-33 9-15 1,-7 10 30-16,-2 9-29 15,-3 5-6-15,-5 4-6 0,2 4-48 16,-6 20-82-16,42-12-108 0,-1 1-277 16</inkml:trace>
  <inkml:trace contextRef="#ctx0" brushRef="#br0" timeOffset="83193.42">24276 11830 705 0,'0'0'127'15,"0"0"-117"-15,0 0 49 16,0 0 52-16,0 0-67 0,0 0-44 16,17 31 14-16,-17 9 8 15,0 3-11-15,0 7-3 16,0-1-6-16,12 1 3 0,1-7-3 16,3-6 4-16,1-10-2 15,3-8-3-15,-7-13 5 31,3-3 2-31,4-3 3 0,5-6 12 16,0-25 7-16,3-9-16 16,1-6-6-16,-8 3-2 15,-5-4-4-15,0 4 0 16,-12 10-1-16,0 10 2 16,-4 11 20-16,0 12 9 15,0 0-6-15,0 4-26 0,0 27-16 16,0 21 16-16,0 6 3 15,0 7 0-15,0-3-1 16,0-10-2-16,0-2-9 16,0-14-47-16,0-32-61 15,0-4-214-15</inkml:trace>
  <inkml:trace contextRef="#ctx0" brushRef="#br0" timeOffset="83893.4">24896 11818 652 0,'0'0'104'0,"0"0"-97"16,0 0 61-16,0 0 15 15,0 0-42-15,0 0-6 16,0 0 15-16,87 6-23 0,-63 22-12 15,9 9-5-15,-4 3 1 16,0 9-5-16,0 10 1 16,-5 6-1-16,0-7 5 15,1 4-8-15,-8-13-2 16,-1-12 1-16,-3-9-1 0,-9-10 2 16,4-11-1-16,-8-7 23 31,4 0 15-31,5 0 12 15,3-19-3-15,-1-15-23 16,10-9-10-16,0-12 3 16,3-1 3-16,5-12-18 15,4 4-1-15,-5 8 5 0,1 6 0 16,-4 17-1-16,-8 5 2 16,-5 10-4-16,-4 9-4 15,-4 2-2-15,-4 7-5 0,0 0-38 16,0 0-30-16,0 3-61 15,0 6-235-15</inkml:trace>
  <inkml:trace contextRef="#ctx0" brushRef="#br0" timeOffset="152634.75">17233 14700 483 0,'0'0'0'0,"0"0"-2"0,0 0 2 15,0 0 66-15,0 0 32 16,0 0-54-16,0 0-24 15,-9-52-11-15,9 52-7 16,0-3-2-16,0 3-2 0,-4 0-13 16,4 0-3-16,0 0 1 15,0 0 0-15,0-4 4 16,0 4-1-16,0 0-1 16,0 0-10-16,0 0-7 15,0 0 10 1,0 0 8-16,0 0 9 15,0 0 3-15,-4 0 2 0,4 4 0 16,0-1-3 0,0-3 3-16,0 3-3 15,0-3 3-15,0 0 1 0,0 0-1 16,0 0 0 0,0 0 0-16,0 0 4 0,0 0-4 0,0 0-7 15,0 0-42 1,0 3-48-1,0-3-132-15</inkml:trace>
  <inkml:trace contextRef="#ctx0" brushRef="#br0" timeOffset="153666.47">16058 14888 617 0,'0'0'54'0,"0"0"-52"0,0 0-2 0,0 0 26 16,0 0 28-16,0 0-20 16,0 0-15-16,0 0-8 15,0 0 0-15,17 0 12 16,4 0 22-16,12 0-11 16,3 0-9-16,13 0-5 15,9 0 1 1,3 0-7-16,1 0-5 15,-1 0-2-15,-3 0-5 16,3 3 2-16,-7 0-4 16,0 4 1-16,-10-1-1 15,-7-6 0-15,-8 0 2 16,-8 0-1-16,-5 0-1 16,1 0 0-16,-13 0-1 0,4 0 0 15,-8 0 0 1,0 0-4-16,0 0-11 15,0 0-24-15,0 0-30 0,0 3-66 16,0 0-71-16,-4 0-117 16</inkml:trace>
  <inkml:trace contextRef="#ctx0" brushRef="#br0" timeOffset="154043.76">16292 15132 649 0,'0'0'129'0,"0"0"-129"16,0 0-86-16,0 0 86 16,0 0 28-16,0 0 8 15,12 15-30-15,17-15-3 16,9 3 9-16,3-3-1 0,3 0 8 15,6 0 3-15,8 0 1 16,-5 0-9-16,9 0 8 0,-6 0 2 16,-6 0-9-1,0-3-8-15,-18 3-3 0,-8 0-3 16,-11 0 0-16,-5 0-1 16,-4 0 0-16,-4 0 0 31,0 0 2-31,0 0-1 0,0 0-1 15,0 0 0 1,0 0-65-16,0 0-55 0,0-3-12 16,0 0-90-16</inkml:trace>
  <inkml:trace contextRef="#ctx0" brushRef="#br0" timeOffset="154603.73">16731 14762 630 0,'0'0'120'0,"0"0"-120"15,0 0-23 1,0 0 23 0,0 0 68-16,0 0-5 0,-69-34-44 15,69 34-17-15,0 0 1 16,0-3-3-16,0 3 15 15,0-3 12-15,0 3-3 16,0 0 0-16,0 0 8 16,0 0 1-16,0 0-7 0,0 0-15 0,0 0-8 31,8 0-1-31,9 0 1 16,4 0-3-16,6 0 3 15,11 0 2-15,-9 6-2 16,4 3 0-16,-9 1-1 15,0 2-2-15,-3 3-4 16,-9 1 4-16,1 2-1 16,-1 4 2-16,0 2-1 0,-3 7 0 15,-1 3 0-15,0 3 0 16,-8 7 0-16,0-1 0 16,0 0 1-16,-4 6 0 15,-33 0 1-15,-4 0 2 16,-20 1 3-16,-6-1-6 0,2-2 10 15,-1-4-7-15,17-6 12 0,4-13-3 16,12-5 0 0,12-10-3-16,9-9-5 15,12 0-1-15,0 0-1 16,0 0-3-16,0 0-48 16,21-9-46-1,16-10-132-15,-16 4-97 0</inkml:trace>
  <inkml:trace contextRef="#ctx0" brushRef="#br0" timeOffset="155745.62">18448 14654 541 0,'0'0'58'16,"0"0"-58"-16,0 0 0 16,0 0 42-16,0 0 45 15,0 0-18-15,0 0-11 16,-17-59-19-16,17 59-24 15,0 0-1-15,0 0 6 0,0 0-1 16,0 0-10-16,0 0-7 16,0 7-2-16,0 14-10 15,5 13 10-15,3 9 10 0,7 9 0 16,-2 14 2-16,-1 4-7 16,1 7 2-16,-1 1 0 15,5-8-2-15,-1-11-3 16,-4-10-1-16,1-9-1 0,-5-15 4 31,0-7-4-31,-3-9 1 16,3-9 5-16,-8 0-1 15,0 0 7-15,4 0 25 0,0-30 24 0,3-10 19 32,6-19-51-32,-1-6-20 15,1-9 8-15,3-9 1 0,1 3-12 16,3 0-4-16,5 6 3 15,-4 12-4-15,-2 7 5 16,2 9 1-16,-4 8 2 16,-9 11-4-16,4 9 0 15,-8 5-5-15,-4 10 1 0,0 0-1 16,0 3 0-16,0 0-10 0,0 0-31 31,0 24-46-31,0 11-118 0,0-14-70 16,0-2-67-16</inkml:trace>
  <inkml:trace contextRef="#ctx0" brushRef="#br0" timeOffset="156054.34">18969 14873 394 0,'0'0'217'0,"0"0"-217"15,0 0 1 1,0 0-1-16,0 0 55 0,8 108-39 16,-8-50 45-16,0 10-21 0,0-9 2 15,0 5 17-15,4-5-26 16,5-4-5-16,-5-8-7 16,4-7-12-16,-4-9-1 15,4-16 9-15,-3-6-6 16,-1-5-8-1,-4-4 3-15,0 0-6 16,0-4-4-16,0-20-54 16,0-10-68-16,0 15-136 15,-9 1-156-15</inkml:trace>
  <inkml:trace contextRef="#ctx0" brushRef="#br0" timeOffset="156339.24">18805 15027 850 0,'0'0'0'0,"0"0"43"15,0 0-43 1,0 0 105-16,0 0-15 0,0 0-42 0,-17-34-30 16,17 31-12-16,0-6-2 15,25-3-4-15,8-4-1 16,12 4 1-16,8 0-1 15,1-4-1-15,3 4 2 32,-4 2-1-32,-11 4 0 15,-13 6-1-15,-5 0-15 0,-16 0-43 16,-4 0-64-16,-4 0-124 16,0 0-160-16</inkml:trace>
  <inkml:trace contextRef="#ctx0" brushRef="#br0" timeOffset="156839.4">19252 15113 654 0,'0'0'224'15,"0"0"-224"-15,0 0-42 16,0 0 42-16,0 0 51 0,0 0-39 16,17 71-9-16,-13-25-3 15,0 1 20-15,4-1-4 16,0-3-8-16,1-6 7 16,-1-6-9-16,0-13 1 15,-4-5 1-15,1-10-1 0,-5-3 8 16,0 0 5-16,7-16 14 15,5-24 20-15,1-9 11 16,7-3-55-16,1-4-5 0,-9 7-1 16,9 9-3-1,-13 15 0-15,1 10 1 16,-5 12-2-16,-4 3-2 0,0 3 1 16,4 30-11-16,0 10 0 15,8 7 12-15,0-4 16 0,4-6-10 31,5-6-4-31,-5-15 2 0,5-7-1 16,0-12-2-16,4 0-1 16,7-28 0-1,9-15-4-15,-4-6-39 0,-4-4-100 16,-29 29-139-16,-4 5-359 16</inkml:trace>
  <inkml:trace contextRef="#ctx0" brushRef="#br0" timeOffset="157408.81">20204 14894 402 0,'0'0'164'16,"0"0"-107"-16,0 0-40 0,0 0 57 16,0 0 55-16,0 0-50 15,0 0-27-15,-44-9-4 16,44 9-15-16,0-3-13 15,4 0-12-15,21 0-6 16,11-3 1-16,17 0 5 0,14 0 2 16,6 2 1-1,1 1-4 1,-8 3 0-16,-9 0 1 16,-16 0-5-16,-12 0 0 15,-13 0-3-15,-8 0 0 0,-8 0-1 16,0 0-4-16,0 0 0 15,-4 3-35-15,-25 10-62 16,9-4-11-16,0 0-146 16</inkml:trace>
  <inkml:trace contextRef="#ctx0" brushRef="#br0" timeOffset="157726.91">20212 15159 178 0,'0'0'517'0,"0"0"-493"15,0 0-18-15,0 0-3 16,0 0 54-16,0 0 18 16,42 13-14-16,7-13 15 0,16 0-18 15,18 0-26-15,11 0-4 0,0 0 3 31,-3-6-5-31,-9-1-7 0,-12 2 6 0,-21 5-12 16,-16 0-7-16,-13 0-4 16,-15 0-2-16,-5 0 1 15,0 0-1-15,0 0-5 16,-21 0-45 0,-12 0-12-16,-3 3-130 15,23-1-125-15,1-2-271 16</inkml:trace>
  <inkml:trace contextRef="#ctx0" brushRef="#br0" timeOffset="169516.92">20139 14614 184 0,'0'0'39'16,"0"0"-38"-1,0 0 2-15,0 0 27 0,0 0 18 32,0 0-16-32,0 0-16 0,0 0-13 15,0 0-1-15,0 0-2 16,0 0 0-16,0 0 0 15,0 0-9-15,0 0-2 16,0 0-6-16,0 0 6 16,0 0-6-16,0 0 0 15,0 0 10-15,0 0 7 0,0 0-9 16,0 0-10-16,0 0 6 16,0 0-21-16,0 0 14 15,0 0 20-15,0 0 4 16,0 0 5-16,0 0 2 15,0 0 7-15,0 0 10 16,0 0-1-16,0 0-5 16,0 0 0-16,0 0 9 15,0 0-10-15,0 0 1 16,0 0-4-16,0 0-3 16,0 0 11-16,0 0 0 15,0 0 7-15,0 0-2 16,0 0-4-16,0 0 0 15,0 0 5-15,0 0 2 0,0 0 3 16,0 0-3-16,0 0 2 16,0 0-6-16,0 0-4 15,0 0-2-15,0 0-6 16,0 0-3-16,0 0-6 0,0 0-5 16,0 0-3-16,0 0 1 31,0 0 2-31,0 0-4 15,0 0 0-15,0 0-1 16,0 0-1-16,0 0 2 16,0 0 0-16,0 0-1 0,0 0-5 15,0 0 4 1,0 0-7-16,0 0-1 16,0 0 1-16,0 0-5 0,0 0-4 0,0 0-10 15,0 0 3-15,0 0-14 16,0 0-14-16,0 0-36 15,0 0-93-15,0 0-27 16</inkml:trace>
  <inkml:trace contextRef="#ctx0" brushRef="#br0" timeOffset="170460.23">20110 14666 328 0,'0'0'195'16,"0"0"-195"-16,0 0 12 16,0 0 42-16,0 0 53 15,0 0-14-15,0-58-25 16,4 43-18-16,4-4-2 15,5 3-14-15,-5 1-3 0,4-3-12 16,-3 5-12-16,-1 1-3 16,0 6 2-16,-4 3-3 15,1 3-1-15,-5 0-4 16,0 0 2-16,4 0-8 0,0 0-8 16,7 0 6-16,6 21 10 15,8 1 1-15,-5 2 6 16,9-2-5-16,8 0-1 15,-5-7 0 1,10 1-1-16,-5-10 2 0,-4-4-2 16,-5-2 5-1,1 0-5-15,0 0 5 16,-9-24-3-16,5-7 1 16,-8-6 11-16,-9-6 10 15,-1 0 18-15,-7 0-3 16,0 3-25-16,0 9 4 0,4 3-8 15,-4 7-2-15,0 11 1 0,0 4-9 16,0 6-2-16,5 0-2 16,-5 0-46-16,0 18-97 15,0-2-255-15,0-7-118 16</inkml:trace>
  <inkml:trace contextRef="#ctx0" brushRef="#br0" timeOffset="171076.52">21682 14709 363 0,'0'0'142'16,"0"0"-142"-16,0 0-9 16,0 0 9-16,0 0 109 0,0 0-2 15,0 0-37-15,-12 0 10 16,12 0-24-16,0 0 4 15,0 0-5-15,0 0-24 16,12 0-10-16,13 0 1 0,8-2-12 16,12-8-3-16,4 1-5 15,1 3 1-15,3 0 2 16,0-1-4-16,-3 7-1 16,-1-3 1-1,-13 3 2-15,-7 0-2 16,-16-2-2-16,-9 2 2 15,-4 0 0-15,0 0-1 16,0 0 0-16,0 0 2 16,0 0-2-16,-13 0-37 15,-11 0-56-15,-1 0-106 16,12 0-78-16,9 0-97 0</inkml:trace>
  <inkml:trace contextRef="#ctx0" brushRef="#br0" timeOffset="171801.18">22569 14503 154 0,'0'0'131'0,"0"0"-94"15,0 0-5 1,0 0 66-16,0 0 18 16,0 0-39-16,8-21-30 15,-8 21-1-15,0 0-1 0,0 0-1 16,0 0 6-16,0 0-15 31,0 0-21-31,-8 0-14 0,-9 12 3 16,-3 9-3-1,4 1 2-15,0 9 1 0,3 3-2 16,1 0 1-16,8 3 2 16,-1-1 1-16,5 2-5 15,0-11 1-15,0 4 4 16,5-9-3-16,11-10-2 0,5-3 0 16,0-6 8-16,11-3 15 15,-4 0-2-15,14-15-2 16,2-7-1-16,6-12-11 15,-5-6 6-15,-3-3 6 16,-6-6-3-16,-11-4 22 16,-5 7-7-16,-11 0-5 0,-9 6 0 0,0 6 1 15,-17 3-8 1,-20 6 10-16,-8 4 9 16,-8 12-15-16,-1-1-20 15,1 10-3-15,4 0-2 0,7 0-25 31,6 10-15-15,7 5-32-16,21-3-73 0,8 1-51 0,0-13-124 16,16 0-1-16</inkml:trace>
  <inkml:trace contextRef="#ctx0" brushRef="#br0" timeOffset="172211.47">23177 14469 302 0,'0'0'90'16,"0"0"-84"-1,0 0 0-15,0 0 100 0,0 0-5 16,0 0-44-1,0 0-19-15,70 40-2 0,-62-31-8 16,-5 4-10-16,-3-4 10 16,0 0-10-16,0 0-4 15,0 1 7-15,0-7 24 16,-11 3 4-16,-6-6-13 0,-8 0-12 16,5 0-10-16,3 0 0 15,1-6-2-15,12-10 15 16,4-8 7-16,0 2-6 15,0 4-10-15,0-1-13 16,8 10-5-16,8 3 0 0,-3 3-8 31,3 3-10-31,1 0-36 16,-1 0-62-16,-16 3-101 16,0 3-284-16</inkml:trace>
  <inkml:trace contextRef="#ctx0" brushRef="#br0" timeOffset="177980.65">23961 14377 457 0,'0'0'95'16,"0"0"-79"-16,0 0 6 16,0 0 61-16,17-105 7 15,-17 90-17-15,0-4-16 16,0 7-15-1,-5-4-21-15,-7 1-1 16,0 2 1-16,-5 1 2 16,-8 0-4-16,0 2-3 15,-8 5-3-15,-3 1-3 16,-5 4-9-16,-5 0 4 16,6 0-4-16,-1 12 2 15,4 4 1-15,8-4-3 0,8 0 1 16,10 1 1-16,6 2 2 15,5 4-5-15,0 5-2 0,8 4-1 16,21 0 3 0,8 6 6-16,4-3-6 15,8 2-2-15,0 2-2 0,1 1 2 16,-1-1 2 0,-4 1-4-16,-8 1-1 15,-8-3-5-15,-9 3-9 16,-12-3 7-16,0-6 5 15,-8 0 2-15,0-10-3 0,-19 1 4 16,-19-4 4 0,-7-3 15-16,-5-2-2 15,6-7 7-15,3-3-4 0,3 0 6 16,14 0-4-16,12-25 8 16,0 0 1-16,8-11-7 15,4-7-20-15,0-4 28 0,23 1-19 16,15 0-9-16,7 3-1 15,12 3-1-15,5 2 2 16,4 5-1 0,-1-1 0-1,-7 2 0-15,-5 5-23 0,-16 6-45 16,-8 8-28-16,-4 1-38 16,-13 6-77-16,-12 6-84 15,0 0-76-15</inkml:trace>
  <inkml:trace contextRef="#ctx0" brushRef="#br0" timeOffset="178377.28">24326 14173 255 0,'0'0'256'16,"0"0"-212"-16,0 0-38 16,0 0 73-16,0 0 31 15,0 0 10-15,12-15-47 0,-12 24-57 16,-4 22-16-16,-12 12 1 15,-1 6 5-15,1 10 12 16,4-4 1-16,4 4-4 0,0-4-7 16,3 1 2-16,5-7-6 15,0 1-3-15,0-14 7 32,9-8-2-32,3-9-4 15,4-7 11-15,-4-12 13 0,5 0-5 16,-5 0-9-16,5-28 2 15,-1-5 6-15,-4-5-5 16,-3 2-3-16,-9 5-1 16,0 6-6-16,-4 10 4 15,-21 11 4-15,-12 4-5 0,-16 0-3 16,-5 13-5-16,0 11-5 16,10 1 5-16,10 3-17 15,18-7-63-15,20-8-69 16,0-13-150-16,16 0-75 15</inkml:trace>
  <inkml:trace contextRef="#ctx0" brushRef="#br0" timeOffset="178916.34">24708 14155 635 0,'0'0'137'0,"0"0"-137"15,0 0 0-15,0 0 11 16,0 0 66-16,0 0 15 16,3-37-43-16,-3 37-35 15,0 0-10-15,0 25 3 0,0 5 8 16,0 16 8-16,-3 4-1 15,-5-4-4-15,0 0-3 16,4-9 0-16,4-3-11 16,0-9-3-16,0-10 4 15,0-9-5-15,0-6 0 16,12 0 4-16,4 0 2 16,12-9-3-16,14-9-3 15,-1-4 0-15,4 7-3 16,-8 9-6-16,-4 6-3 15,-4 0 3-15,-4 0 5 16,-14 18 0-16,1 10-1 16,-12 5 1-16,0 7 0 15,0-2 4-15,-12-5 2 0,-8 5 4 16,-13-10 7-16,-4-4 3 16,-8-5-1-16,-4-4 0 15,-5-9-4-15,9-3-6 16,9-3 1-16,-2 0-6 0,18-6-35 15,-5-12-66 1,25-1-204 0</inkml:trace>
  <inkml:trace contextRef="#ctx0" brushRef="#br0" timeOffset="179102.14">24584 14262 923 0,'0'0'192'0,"0"0"-192"0,0 0-9 16,0 0 9-16,152-73 35 15,-90 63 1-15,12 4-25 16,0 6-6-16,-13 0-5 16,-11 0-5-16,-30 0-89 15,-20 0-192 1</inkml:trace>
  <inkml:trace contextRef="#ctx0" brushRef="#br0" timeOffset="180755.83">25488 14537 520 0,'0'0'81'0,"0"0"-81"16,0 0 0-16,0 0 76 16,0 0 24-16,0 0-20 15,0 0-20-15,-29-22-12 0,29 22-48 16,0 0-1-16,0-3 1 0,0 3 7 15,12-3 6-15,13 0-10 16,8-3 5-16,12-3-2 0,8 2 3 16,9-2-1-16,-5 3-5 15,-7 0 0-15,-9 0 1 16,-5 3-3 0,-15 0-1-16,-5-1-22 0,-7 4-83 15,-5 0-72-15,-4 0-34 31,0 0-18-31</inkml:trace>
  <inkml:trace contextRef="#ctx0" brushRef="#br0" timeOffset="181041.46">25681 14330 618 0,'0'0'49'15,"0"0"-34"-15,0 0-15 16,0 0 101-16,0 0-5 16,0 0-49-16,-8-28-28 0,8 28-10 15,0 7-9-15,0 21 0 16,0 12 14-16,0 12 20 16,12-3-18-16,-4 7-10 15,5-1-4-15,-1-3 0 16,-4-2 2-16,0-7-1 15,4-9-3 1,-8-9-27-16,0-13-55 16,-4-12-85-16,0 0-207 15</inkml:trace>
  <inkml:trace contextRef="#ctx0" brushRef="#br0" timeOffset="181441.31">26218 14389 453 0,'0'0'95'16,"0"0"-89"-1,0 0 24-15,0 0 79 16,0 0-57-16,0 0-36 15,0 0 12-15,0 74-12 16,-4-34-14-16,4 0 4 16,0-3-4-16,0-6 0 15,8-9 1-15,1-10 3 16,7-9 13-16,1-3 16 0,8-19 56 0,-2-17-5 16,2-14-47-16,-8-2 3 15,-9 0-18-15,-4 2 0 16,-4 1-3-16,0 6 0 15,-4 15-6-15,-13 3-15 16,1 13-7-16,-1 12-20 16,-2 0-75-16,10 12-75 15,1 10-164-15</inkml:trace>
  <inkml:trace contextRef="#ctx0" brushRef="#br0" timeOffset="181811.66">26768 14457 554 0,'0'0'291'16,"0"0"-284"-16,0 0 8 0,0 0-8 0,0 0 1 31,0 0-8-31,8-6-17 0,-8 6-1 16,0 0 4-16,0 0 14 15,0 6 15-15,-4-3 52 16,4 0-16-16,-4-3-5 16,4 0-7-16,0 0 4 15,0-6-27-15,0-4-13 16,0 2-2-16,0-2 4 15,0 4-5-15,0 3-6 16,0 3-5-16,0 0-20 16,0 0-34-16,0 0-94 15,0 0-92-15,0 0-151 16</inkml:trace>
  <inkml:trace contextRef="#ctx0" brushRef="#br0" timeOffset="182216.72">27047 14201 744 0,'0'0'13'15,"0"0"-9"-15,0 0-4 16,0 0 7-16,0 0 17 15,0 0-12-15,4 136 0 16,-4-90-4-16,0 0-6 0,0-6 1 0,5-6-3 16,15-3 5-16,-3-10-5 15,-1-8 5-15,5-13-3 16,0 0 15-16,8-6 60 16,3-29-38-16,1-5-9 15,-9 0-7-15,-3-3 5 16,-4 0-3-1,-9 0 5-15,-8 3 0 16,0 3 2-16,0 6-2 16,-21 10-29-16,-4 11-1 15,-3 4-5-15,-10 6-14 16,-6 6-55-16,23 13-77 16,5-1-120-16</inkml:trace>
  <inkml:trace contextRef="#ctx0" brushRef="#br0" timeOffset="182732.48">27478 14130 772 0,'0'0'29'0,"0"0"-29"16,0 0 0-16,0 0 46 15,0 0 21-15,0 0-7 16,0 0-31-16,4-40-28 16,5 52 4-1,-5 16 1-15,4 9 14 16,0 6-9-16,5 4-4 16,-9 5-3-16,0-6-2 15,8-3 2-15,1-6-1 16,-1-9-3-16,-4-9 0 15,5-10 1-15,-5-6 0 0,5-3-1 16,6 0 7-16,10-25 12 16,4-9-5-16,0-6-10 15,-4-3 0-15,-13 0 2 16,4-4 5-16,-3 7-4 0,-9 13 3 16,-4 8 6-16,0 13 13 15,-4 6 5-15,0 0-3 16,0 0-31-1,0 21-32 1,0 20 32-16,-4 8 3 0,0 0 0 16,4 4-2-16,0-4 1 15,0-6-1-15,0-3-1 16,8-6-11-16,1-9-24 16,-1-6-33-16,-8-19-136 15,0 0-341-15</inkml:trace>
  <inkml:trace contextRef="#ctx0" brushRef="#br0" timeOffset="183479.26">28394 14210 302 0,'0'0'61'0,"0"0"-45"15,0 0 30-15,0 0 41 16,0 0-28-16,0 0-3 0,-41-31-6 15,41 28-6-15,0 0 24 16,0 3-21-16,0 0-6 16,0 0 6-16,0 0 0 15,0 0-8-15,0 0-8 16,0 0-17-16,0 0-14 0,0 6-1 16,0 19 1-16,0 15 11 15,0 6 9-15,0 1-11 16,0-4 0-16,0 0-5 15,0 0-4-15,0 0 3 16,0-9-1-16,0-6 1 16,4-10-1-1,-4-5-1-15,4-7-1 16,-4-6-4-16,0 0-24 16,0 0-41-16,0 0-82 15,0-13-207-15</inkml:trace>
  <inkml:trace contextRef="#ctx0" brushRef="#br0" timeOffset="183749.51">28107 14404 630 0,'0'0'253'15,"0"0"-246"-15,0 0-7 16,0 0 28-1,0 0 35-15,0 0-7 16,147-43-33-16,-85 37 0 16,4 3 10-16,-4 0 16 15,-6-1-2-15,-10 2-25 16,-13-1-6-16,-12 0-13 16,-13 3 1-16,-8 0-1 15,0 0-3-15,0 0-43 0,-17 0-107 0,5 0-133 16,-5 0-206-16</inkml:trace>
  <inkml:trace contextRef="#ctx0" brushRef="#br0" timeOffset="184320.9">28973 14182 705 0,'0'0'194'16,"0"0"-189"-16,0 0 3 0,0 0 79 16,0 0-19-16,0 0-25 15,16-43-38-15,-16 43-5 16,0 0-18-16,-12 31 13 16,-5 3 5-16,1 12 6 15,3-3-3-15,9 1-3 16,4-8-1-1,0-5-1-15,0-6 1 16,0-7 1-16,13-2-1 16,3-10 0-16,5-6 1 15,4 0 9-15,4 0-2 16,4-18-2-16,-1-10 5 0,1-3 3 16,-4-6 1-16,-4-6 5 15,-13 0 3-15,-8-4-2 0,-4 4-5 16,0 3-5-1,0 6-7-15,-8 10 15 0,-13 8-6 16,5 7-12-16,-13 6-23 16,0 3-9-16,-3 0-45 15,15 6-64-15,1 7-290 16</inkml:trace>
  <inkml:trace contextRef="#ctx0" brushRef="#br0" timeOffset="184823.09">29527 14241 439 0,'0'0'76'16,"0"0"-9"-16,0 0 60 15,0 0-37-15,0 0-52 16,0 0-12-16,0 0-5 15,25 31-7-15,-17-22-10 0,0 7 3 16,-8-4 1-16,0-3-1 0,0-3-5 16,0-6 14-1,0 3 39-15,0-3 4 16,-12 0-34-16,-1 0 0 16,1 0-2-16,4-12-2 15,-1-10-15-15,5 1-3 0,0 6 0 0,4-4-3 16,0 7-2-16,0 5 2 15,0 4-2-15,0 3 2 16,0 0-12-16,0 0-25 16,8 0-33-16,1 0-94 31,-5 0-204-31</inkml:trace>
  <inkml:trace contextRef="#ctx0" brushRef="#br0" timeOffset="185657.69">29851 13973 298 0,'0'0'418'0,"0"0"-408"16,0 0-4-16,0 0 35 16,0 0 43-16,0 0-11 15,9-22-41-15,-9 22-26 0,0 0-6 16,0 15-1-16,0 16 1 15,0 4 14-15,0 5-5 16,4-4-2-16,4-1-7 16,0-5 5-16,0-5-4 15,1-7 2-15,3-5-2 0,-8-7 2 16,5-3 0-16,-5-3 4 16,11 0-2-16,10 0 0 15,8-19-5-15,4 7-2 16,1-4-11-16,-2 11 2 15,-3 5 6-15,-4 0 3 16,-5 0-4 0,-7 0 1-16,0 18-5 15,-2 4 2-15,-7 9-2 16,-4-7 3-16,-4 4-5 16,0 0 6-16,0-13 6 0,-20 3 7 15,-16-5 9-15,-14-10 9 16,-8 0-6-16,1-3-19 15,4 0-27-15,4 0-77 16,37-9-150-16,3-3-264 0</inkml:trace>
  <inkml:trace contextRef="#ctx0" brushRef="#br0" timeOffset="185890.09">29945 13926 661 0,'0'0'177'0,"0"0"-170"15,0 0 28-15,0 0 74 16,0 0-43 0,0 0-36-16,112-30-25 0,-47 30 1 0,1 0-5 15,-1 0-1-15,-11 0-2 16,-8 0-85-1,-42 0-129-15,0 0-182 0</inkml:trace>
  <inkml:trace contextRef="#ctx0" brushRef="#br0" timeOffset="186868.6">30397 13896 817 0,'0'0'70'0,"0"0"-48"16,0 0 84-16,0 0-24 16,0 0-29-16,0 0-28 31,-4-16-18-31,20 16-5 0,9-3 2 0,8 0 3 15,13 0-3-15,2 3-2 0,2-3-2 16,-13 0 4 0,-5 0-3-16,-7 3-1 0,-4 0 1 15,-9 0-1-15,-8 0 1 16,-4 0 0-16,0 0 5 16,0 0 5-16,0 0-6 31,0 0-5-31,0 0-8 0,-4 12 5 15,-8 19 3-15,3 12 1 16,-3 3 1-16,4 4 1 16,-1 2-3-16,5-5 0 15,0-4 1-15,4-3-2 16,0-7 1-16,-4-2-16 0,0-9-23 16,-3-1-52-16,-2-9-97 15,9-12-70 1,-4 0-185-16</inkml:trace>
  <inkml:trace contextRef="#ctx0" brushRef="#br0" timeOffset="187078.53">30430 14173 554 0,'0'0'308'0,"0"0"-308"16,0 0 2-16,0 0 56 15,0 0-11-15,0 0-2 16,102-65-15-16,-40 59-19 16,9 3-6-16,-6-3 0 0,1 3-5 15,-9 3-10-15,-12 0-92 16,-45 0-239-16,0 0-142 16</inkml:trace>
  <inkml:trace contextRef="#ctx0" brushRef="#br0" timeOffset="187645.2">31198 14032 363 0,'0'0'78'0,"0"0"-14"15,0 0 83 1,0 0-9-16,0 0-14 15,0 0-21-15,106-87-46 16,-106 65-9-16,0 1-13 16,0 2-17-16,-12 4 15 15,-13-1-21-15,1 7-3 16,-9 3-9-16,-4 3 0 16,-4 3-1-16,-4 0-2 0,0 18-1 15,4 13-1-15,3 3 3 16,10 3 1-16,4 0-6 15,11 0 7-15,9-6 0 16,4-3-1-16,0-10 1 16,0-5 0-16,17-7 2 0,3-6 8 15,8 0-5 1,9 0-2-16,5-6 3 16,-5-19 0-1,-1 4-3-15,-11-1-1 16,0-3 3-16,-9 7-4 0,-3 2 2 15,-9 10-2-15,-4 3 0 16,0 3 3-16,0 0-4 16,0 9-7-16,0 22-4 0,-13 15 11 15,-3 10 12-15,4 6-8 16,7 2 1-16,5-2-1 16,0-10-3-16,0-2 1 15,0-13 0-15,5-10-2 16,-1-2-22-16,-4-16-36 15,0-9-119-15,0 0-305 0</inkml:trace>
  <inkml:trace contextRef="#ctx0" brushRef="#br0" timeOffset="190860.54">18280 16562 70 0,'0'0'129'0,"0"0"-129"0,0 0-87 16,0 0 87-16,0 0 0 16,0 0 0-16,0 0-29 15,-21 0-54-15</inkml:trace>
  <inkml:trace contextRef="#ctx0" brushRef="#br0" timeOffset="192700.5">18390 16482 121 0,'0'0'138'16,"0"0"-138"-16,0 0-11 16,0 0 11-16,0 0 37 15,0 0-1-15,0 0-21 0,0-34-6 16,0 34 8-16,0 0 26 31,0 0 24-31,0 0 7 16,0 0-9-16,0 0-19 15,0 0-5-15,0 0-12 16,-8 0-22-16,4 15 23 16,-13 7-30-16,5 9 10 0,-5 2-6 15,5 2 1-15,5 1 1 16,2-1-6-16,5-2 0 16,0-2-2-16,0-6 2 15,12 0-4-15,13-13 8 16,-1-9-4-16,-3-3 2 15,8 0 0-15,0-3 4 0,-5-22-4 16,5-5-2-16,-13-8 2 16,-7 1 3-16,-5-2 0 0,-4-1 3 15,0 5 23-15,-17 4-4 16,-4 7 27-16,-3 5-19 16,4 10-17-16,3 3-18 31,5 6-4-31,12 0-10 0,0 0-30 15,0 0-19-15,0 0 2 16,0 3 15-16,21 0-21 16,7-3 30-16,1 0 33 15,8 0 4-15,0 0 2 16,-4-6 4-16,3 0 15 16,-3 6 6-16,-4 0 0 0,0 3-3 15,-9 18-10-15,1 4 26 16,-1 6-23-16,-7 3-13 15,-5 0-4-15,0 0 3 0,-8-10-3 16,0-2 4 0,0-6-1-16,0-7 11 0,0-6 12 15,0-3 27-15,0 0 0 32,0 0 14-32,0-19-32 0,0-15-22 15,0-6 14-15,0-3-1 16,13 3-16-16,7 3-3 15,9 3-2-15,-1 6 0 0,9 7-4 16,-8 5-1 0,0 7 0-16,0 9-32 0,-5 0-136 15,-20 0-70-15,0 0-154 16</inkml:trace>
  <inkml:trace contextRef="#ctx0" brushRef="#br0" timeOffset="193385.83">21415 16047 138 0,'0'0'119'0,"0"0"-119"0,0 0-13 15,0 0 6-15,0 0 7 16,0 0-25-16,38-3-121 0,-38 3 112 15</inkml:trace>
  <inkml:trace contextRef="#ctx0" brushRef="#br0" timeOffset="194103.12">21534 16180 457 0,'0'0'25'15,"0"0"-1"-15,0 0-24 16,-44-105 94-16,40 84-7 16,0 5-17-16,-1 4 19 15,5 2-26-15,0 7-15 16,0-3 9-16,0 6-20 15,0 0-13-15,0 0-4 0,0 0-1 16,0 0 13-16,0 9-26 16,0 22-5-16,9 6 11 15,7 9-3-15,0 10-7 16,4 6 1-16,1 2-2 16,0-2 1-16,-9-3-1 15,5-16-1 1,-5-9 0-16,-4-13 1 15,1-8-1-15,-1-10 0 16,-8-3-1-16,4 0 1 0,0 0 11 16,-1-3 17-1,10-25 16-15,-5-6-32 0,4-12 0 16,1-4 2-16,7-8-1 16,5-10-3-16,8 0-5 0,3 3-1 15,6 10 5-15,-1 9 1 16,-12 12 0-16,-1 9-4 15,-12 7-2-15,-7 5-3 16,-5 10-1-16,-4 3 0 16,0 0-31-16,0 0-23 31,0 0-49-31,0 12-87 0,0 10 20 16,0-13-33-16,0 4-66 15</inkml:trace>
  <inkml:trace contextRef="#ctx0" brushRef="#br0" timeOffset="194356.02">22109 16208 385 0,'0'0'54'0,"0"0"-30"16,0 0 58-16,0 0 30 0,0 0-27 16,21 111 0-16,-17-65-17 15,-4 0-18-15,0 4-23 16,4-5-2-16,4-2-9 31,0-8-9-31,1-11-3 0,-1-5-3 16,-4-13 1-16,-4-3-2 15,0-3 0-15,0 0-10 16,0 0-60-16,0-16-53 16,0-11-72-16,-12-1-11 15,-13 0 28-15</inkml:trace>
  <inkml:trace contextRef="#ctx0" brushRef="#br0" timeOffset="194556.51">21978 16393 376 0,'0'0'275'16,"0"0"-178"-16,0 0-36 15,0 0 51-15,0 0-4 16,0 0-43-16,-41-84-52 16,69 69-8-16,9 0-2 0,9-4 0 15,2 0 2-15,14 1-5 16,-4 6 1-16,-5 6 3 0,-7 2-4 15,-13 4-45-15,-9 0-99 16,-4 0-74-16,-20 0-71 16,0 0-47-16</inkml:trace>
  <inkml:trace contextRef="#ctx0" brushRef="#br0" timeOffset="194957.14">22491 16214 677 0,'0'0'126'15,"0"0"-101"-15,0 0 24 16,0 0-26-16,0 0-11 16,0 0-11-16,4 129 21 0,1-79-14 15,-1 2-4-15,4-3 3 16,-4-6-5-16,4-3 0 16,-3-12 0-16,-5-13 0 15,3-5 4-15,-3-7 14 16,0-3 0-16,4 0 6 0,0 0 5 15,0-15 39 1,0-16-56 0,0-7-8-16,5-1 1 15,-1-5 7-15,0 4 1 0,0 9-2 16,1 4 2-16,3 6-7 16,-4 5 2-16,9 4-4 15,-9 9-6-15,9 3-6 16,-1 0 1-16,4 18 5 0,5 19 22 15,4-3-11-15,0 6-7 16,-1-3-1-16,0-6-1 16,-3 0 0-16,-12-13-4 15,-1-3-16-15,-4-8-24 16,-4-1-59-16,-4-6-160 16,0 0-174-16</inkml:trace>
  <inkml:trace contextRef="#ctx0" brushRef="#br0" timeOffset="195876.6">23300 16312 683 0,'0'0'182'16,"0"0"-167"-16,0 0-8 16,0 0 75-16,0 0-6 15,0 0-73-15,0 0-3 16,-29-27 0-16,45 27 2 15,13-6 7 1,12-4 12-16,16-2-5 16,14-4-3-16,6 1-5 15,-7 6 1-15,-5 0-4 16,-11 6-5-16,-21 3 2 16,-12 0-2-16,-9 0-7 0,-12 0-28 15,0 12-53 1,0 3-69-16,-12-9-71 0,-9 1-157 15</inkml:trace>
  <inkml:trace contextRef="#ctx0" brushRef="#br0" timeOffset="196092.74">23431 16504 492 0,'0'0'346'16,"0"0"-346"-16,0 0-4 15,0 0 4-15,0 0 24 16,0 0 0-16,41 21 28 16,21-27 10-16,7-7-35 15,10-2-9-15,-10 3-7 0,-7 3-7 16,-17 5-4-16,-16 4-5 16,-17 0-115-16,-12 0-174 15</inkml:trace>
  <inkml:trace contextRef="#ctx0" brushRef="#br0" timeOffset="-163782.39">23160 15995 152 0,'0'0'0'16,"0"0"-11"-16,0 0 11 16,0 0 25-16,0 0 0 15,0 0-14-15,0 0-5 16,0 0-6-16,17 0 5 0,-17 0 15 31,0 0 6-31,0 0 19 16,0 0-12-16,0 0-3 15,0 0 8-15,0 0-4 0,0 0-7 16,0 0 5-16,0 0-1 16,0 0 5-16,0 0-3 15,0 0 7-15,0 0 8 16,0 0-13-16,0 0 0 15,0 0-4-15,0 0-7 16,0 0-3-16,0 0-1 0,0 0 6 16,0 0 1-1,0 0 2-15,0 0 5 0,0 0 12 16,0 0-6-16,0 0-2 16,0 0-4-16,0 0 4 15,0-9-15-15,0-10-23 0,0-3 1 16,4-5 8-16,4-4-6 15,0 0-3-15,0 4-1 16,5 5 1-16,-1 1-2 16,1 5 1-1,2 4 1-15,2 2 0 16,-1 10-7-16,-3 0 6 16,-1 0-6-16,5 0 0 15,-5 15-2-15,5 10 6 16,7 3 3-16,-4 3 5 15,1 0-3-15,-5 0 2 16,1-4-4-16,-5 4 0 0,5-12 0 16,-5-4 0-16,0-9 0 15,1-2-1-15,-5-4 0 16,0 0 1-16,12-4 1 0,1-17-1 16,-5-10 14-1,9-3-13-15,-8-9 2 0,-5-1 3 16,0 4 0-16,-3 7 1 0,-5 5 0 15,-4 10-1 1,4 2 8-16,-4 7-3 0,0 3-10 16,0 6-1-16,0 0 0 15,0 0-11-15,4 0-64 16,-4 0-222-16,4 0-89 16</inkml:trace>
  <inkml:trace contextRef="#ctx0" brushRef="#br0" timeOffset="-162560.59">24420 16297 633 0,'0'0'127'31,"0"0"-125"-31,0 0 87 0,0 0 36 16,0 0-70-16,0 0-30 16,0 0-18-16,-11-25 2 15,11 25 2-15,0 0 17 16,0 0 7-16,0 0-2 16,0 0 0-16,0 0-15 15,0 0-13-15,0 0 0 0,0 0-5 16,0 0-1-16,19-3 1 15,10-3 0-15,17 0 2 16,7 0-2-16,8 0 1 0,10-1-1 16,2 1 1-1,6 0-1-15,-10 6 8 16,-7 0-8 0,-18 0 2-16,-19 0-2 15,-13 0 1-15,-12 0 1 0,0 0 6 16,0 0 22-16,0 0 6 0,0 0-18 15,-16 0-9-15,-1 0-9 16,-2 0-13-16,2 0-33 16,5 0-43-1,12 3-77-15,0-3-168 0,0 0-269 16</inkml:trace>
  <inkml:trace contextRef="#ctx0" brushRef="#br0" timeOffset="-156932.58">25590 16029 167 0,'0'0'60'0,"0"0"-17"15,0 0 54-15,0 0 19 0,0 0-12 16,0 0-44-16,0 0-33 31,0 0 2-31,0-40 21 0,0 34 2 16,-4-1 5 0,-3 4 6-16,2-3-11 0,-3 0 0 15,0 0-17-15,0 0-11 16,-1 0-3-16,1 3-13 0,0 3 10 15,0 0-14-15,-5 0-4 16,1 0 0-16,-5 0-1 16,5 3 1-16,-5 12 0 15,2 3 0-15,-6 7 0 16,5 9 0-16,7 0-1 16,-7 3-2-16,12 3 0 15,-5 0 3-15,1-3 4 0,8 0-2 31,0 3-2-31,0 0 0 0,4-9 0 16,13-3 0 0,-1-4-2-16,5-8 2 15,4-4 0-15,-6-2 0 16,10-8 4-16,0-2 0 0,0 0 1 16,4 0 2-16,-13-12-7 15,1-6 3-15,-1-1 5 0,1-5-1 16,0-4 3-16,-9-6-5 0,5-3-1 15,-9-3 13-15,0-6 1 16,-4-1-5-16,-4-5 2 16,0-7-4-16,0 7 8 15,-12 0-6-15,-9 9 8 16,-4 5 13 0,1 14-3-16,-1 8-12 15,-8 7-12-15,1 6-6 16,-10 3-1-16,1 0 0 15,-4 19-15-15,-4 8-21 16,8 4-27-16,-1 3-4 16,10 0-28-16,11 0-75 0,21-25-94 15,0-3-140-15</inkml:trace>
  <inkml:trace contextRef="#ctx0" brushRef="#br0" timeOffset="-156316.5">25906 16140 426 0,'0'0'96'16,"0"0"-96"-16,0 0 0 15,0 0 59-15,0 0-12 0,0 0-14 16,0 0 9 0,13 0 17-16,-13 0-10 0,0 0-10 31,4 0-24-31,0 0-11 16,0 0-4-16,0 0 0 0,0 0-1 15,0 0 1-15,-4 0 0 16,5 3 27-16,-1 3-12 15,-4 0-6-15,0-6-8 16,0 0 12-16,0 0 10 16,0 0 27-16,0 0 2 15,-17 0-30-15,5-9 3 0,-1-3-15 16,5-4-4-16,8 4-2 16,-4 3 7-16,4 6-11 15,0-4-6-15,0 7 5 16,0 0-9-16,4 0 2 15,8 0 1-15,5 0-9 0,0 0-23 32,-1 0-68-32,1 10-13 15,-17-7-22-15,4-3-178 16</inkml:trace>
  <inkml:trace contextRef="#ctx0" brushRef="#br0" timeOffset="-155712.47">26210 15986 428 0,'0'0'185'16,"0"0"-182"-16,0 0 35 16,0 0 56-16,0 0-54 15,0 0-4-15,119-65-3 0,-86 59-3 16,4 3 1 0,-4 3-8-16,-5 0-7 15,-7 0 0 1,-5 3-8-16,-3 15 5 0,-9 1-6 15,0 5-2 1,-4 4 3-16,0 0 4 0,-4 3-7 16,-21 0 0-16,-4 2-4 15,-3 1 7-15,-9-3-8 0,4 3 6 16,-1-6-5-16,10-3-1 16,12-4 3-16,-1-5-2 31,13-7 2-31,4-9 6 0,0 3-6 15,0-3-3-15,0 0 3 16,9 3 4-16,15-3 6 16,13 0-6-16,4 0 2 15,8 0 3-15,8 0 3 0,9 0 1 16,1 0 0-16,-2 0 6 16,-7 0 5-16,-14 0-16 15,-11 0-10-15,-20 0 4 16,-5 0-5-16,-8 0-15 15,0 0-45-15,-8 0-41 0,-9 0-127 16,-4 0-488-16</inkml:trace>
  <inkml:trace contextRef="#ctx0" brushRef="#br0" timeOffset="-154302.4">27043 15924 472 0,'0'0'88'0,"0"0"-39"16,0 0 62-16,0 0-16 16,0 0-50-16,0 0-20 15,0-12-3-15,0 12 25 16,0 0 11-16,0 0-13 0,0 0 0 16,0 3-28-16,-4 15-16 15,-7 10 3 1,-2 3-2-16,5 3 1 0,0-6 7 15,8-1-9-15,0-2 1 0,0-9 2 16,0-1-3-16,0-6 1 16,0-3 1-16,0-3-1 15,12-3 6-15,5 0-1 0,-2 0-1 16,10 0-2 0,0 0-2-1,4-15-2-15,4 2-1 16,-1 1-4-16,-3 3 3 15,-4 3-4-15,-5 3 5 16,1 0-2-16,-9 3-1 16,1 0 2-16,-1 0-4 15,-5 6-2-15,2 9 5 16,-5 4-1-16,-4 5 3 0,0-2 1 0,0 3 1 16,0-1 2-16,0-2-3 15,0-1 0 1,-24 1 8-16,-5 3-4 0,-8-10 2 15,0 3-2-15,-8-8 0 16,0-7-4-16,3-3-14 16,5 0-37-1,5 0-71-15,28-13-112 16,4 1-143-16</inkml:trace>
  <inkml:trace contextRef="#ctx0" brushRef="#br0" timeOffset="-154070.52">27011 15933 899 0,'0'0'33'0,"0"0"-24"16,0 0 4-16,0 0 24 15,0 0-27-15,152-58 3 16,-91 52-12-16,1 6 7 0,-5 0-3 0,-8 0-5 15,-3 0 0-15,-6 0-60 16,-15 0-77-16,-25 0-115 16,0 0-167-16</inkml:trace>
  <inkml:trace contextRef="#ctx0" brushRef="#br0" timeOffset="-153570.45">27606 15930 418 0,'0'0'236'0,"0"0"-223"0,0 0 6 16,0 0 116-16,0 0-46 15,0 0-53-15,20 0-13 0,-20 0 12 16,0 0-3-16,0 0-5 15,0 0-4-15,4 0-7 16,0 3-4-16,5 16 2 16,-1 9-2-1,4 8-2-15,1 7-3 16,-1-2-1-16,0-1-5 16,1 0 0-16,-1 0 4 15,-3-6-5-15,-1-7 0 16,0-2 1-16,-4-6 2 15,0-13-2-15,-1 0-1 16,-3-6 5-16,5 0 4 0,-1 0 3 16,8 0 8-16,1-12-3 15,3-19 1-15,9-3 8 16,-4-12-2-16,3-7-5 16,1-8-8-16,3-4-8 15,-7 6-1-15,-1 16-2 16,-7 6 3-16,-5 16-2 0,-8 8-1 15,4 1-17-15,-4 3-41 16,0 6-73-16,0 3-170 0,0 0-266 16</inkml:trace>
  <inkml:trace contextRef="#ctx0" brushRef="#br1" timeOffset="-145587.95">20857 15480 250 0,'0'0'85'16,"0"0"-60"-16,0 0-12 0,0 0 33 16,0 0-3-16,0 0 18 15,0 0-13-15,-4-28-23 16,4 28 5-16,0 0 11 16,0 0-4-16,0 0 9 15,0 0-7-15,0 0-7 16,-4 0 1-1,4 0-5-15,-4 0-10 16,4 0-4-16,0 0-10 0,0 0 2 16,0 0-4-16,0 0 2 15,0 0 5-15,0 0-6 16,0 0 2-16,-4 0 4 16,4 10-2-16,-9 5 7 15,5 10-4-15,0-1 1 16,0 4 8-16,0 6-13 15,0 3 2-15,0 9 11 0,0 7-9 16,-5 2 8 0,5 10-5-16,0 6-2 0,4 3 3 15,-3 6-3-15,3 0-2 16,0 3 2-16,0 7-7 0,0-1 6 16,0 1-4-16,0-7-3 15,0-12 6-15,7-10-7 16,1-2 2-16,1-7 5 15,-1-2-4-15,-4-7 8 16,0-3 1-16,0-13-4 16,0-5-5-1,1-4-4-15,-5-5 3 16,4-10-2-16,-4 0-1 16,0-3 2-16,0 0 2 15,0 0-2-15,0 0 5 16,0 0-8-16,0-3-10 0,0-13-19 15,4-11-77-15,8-13-48 16,-8 21-106-16,1 1-265 16</inkml:trace>
  <inkml:trace contextRef="#ctx0" brushRef="#br1" timeOffset="-143194.53">20693 15545 38 0,'0'0'297'0,"0"0"-252"0,0 0-34 16,0 0 65-16,0 0 18 15,0 0-13-15,0 0-31 16,-29-71-10-16,29 68-2 16,-4-3 12-16,4 3-24 0,-4 0 5 31,4-1-20-31,0 1-6 16,0 1 5-16,0 2 0 15,0 0 6-15,0 0 15 16,0 0-8-16,0 0-1 15,0-4 4-15,0 4-13 0,0-3 4 16,0 3-4-16,0-6-5 0,0 3 4 16,0 0 0-16,0 0 7 15,0 3 2-15,0 0-1 16,0 0-1-16,0 0-14 16,0-3-5-16,0 3 1 15,4 0 0-15,17 0-1 16,3-3 0-16,9 0 2 15,0 3-3-15,8 0 1 16,13 0 0-16,11 0 3 0,13 0-2 16,0 0-1-16,9 0 0 15,-6-4 2-15,6 1-3 32,-1 3 1-32,0-6 0 0,-8 3 3 0,0-3-2 15,-8 3-1-15,-12 0 0 16,-6 3 1-16,-2 0-2 15,-9 0 1 1,8 0 0-16,5 0 2 0,7-3-1 16,9-3-1-16,8-4 0 15,0 1 0-15,4 0-3 16,-12-1 3 0,-5 4 0-16,-7 0 0 0,-17 6 0 0,0 0 0 31,-4 0 0-31,-4 0 0 15,0 0-1-15,3 0 0 16,1 0 1-16,5 0 1 0,7 0 1 16,-4 0-2-16,9 0 0 15,-5 0 1 1,0 0-1-16,-4-3 0 0,-8 0 0 16,4 3-1-16,-8 0 1 0,-4 0 0 15,0 0 1 1,0 0-1-16,-6 0 0 15,6-6 0-15,0 3 0 0,8-3 3 0,-3-1-3 16,6 4 0 0,1-3 1-16,5 3 0 15,2-3 2-15,6 3-3 16,0 0 0-16,3-4 4 0,9 4-3 16,-1 1 2-16,5-1 1 15,-5-4-1 1,1 4 6-16,0 0-6 15,-4-3 0-15,4 3 5 16,-5-3-6-16,9 2 1 16,-5 1 4-16,-3 0-3 15,-1 1 0-15,-7-2-3 16,-5 1-1-16,0 3 3 16,-4-3 0-16,1 3-2 0,3-3 3 15,-4 3-4-15,9-3 5 0,-6 0-5 16,6 3 0-1,4-4 6-15,3 4-3 16,-3-2 0-16,-1 2-1 16,-8-3-1-16,5 3 1 0,-5 0-2 15,0 0 0-15,1 0 2 0,3 0-2 16,4 0 0 0,0 0 0-16,5-3 2 15,-4-1-5 1,-1 4 3-1,1-6 0-15,-1 3-1 0,9-3 1 16,0 0 0-16,3 0 1 16,2 0 0-16,2 3 1 0,-3-4-2 15,-5 4 0 1,-3-3 7-16,-5 3-7 0,1 0 1 16,-4-3 1-16,-1-1-1 15,4 7-1-15,-8-3 0 16,1 0 0-16,3 3 3 15,-8-6 0-15,0 6-3 0,1-6 1 16,-9 3-1-16,-5 0 0 16,1 0 0-16,4 3 0 15,-4 0 1-15,-1 0-1 16,6-4 0-16,-5 2 1 16,4-5 0-16,-1 4-2 0,-3 0 1 31,4-3 0-31,1 3-2 0,-2-3 2 15,5 3 0-15,0-4-1 16,1 7 3-16,-2-5-3 0,-3 1 1 16,-8 4 0-1,-4-6-1-15,-8 6 1 16,-6 0 0-16,-3 0 1 16,0 0 1-16,-3 0-2 0,7-6 0 15,-4 6 0-15,5-3 0 16,3 0 0-16,-3 3 0 15,-1 0 0-15,-4 0 1 16,-4 0-2-16,1 0 1 16,-1 0 0-16,-4 0 0 15,0 0 1 1,0 0-1-16,0 0 2 16,0 0-2-16,0 0 0 0,0 0-1 15,0 0 1 1,0 0-2-16,0 0 2 15,4 0 0-15,-4 0-1 16,0 0 0-16,0 0 1 0,0 0-1 16,0 0 1-16,0 0-4 0,0 0 5 15,0 0-1-15,0 0 0 16,0 0-1-16,0 0 1 16,0 0-2-1,0 0 1-15,0 0-1 0,0 12 2 16,4 7 0-16,-4-4 2 15,4 13-1-15,4 3-1 0,1 2 0 16,-2 10 0-16,5 7 0 16,-4 6 0-16,1 2 0 15,-5 4 1-15,-4 0 0 16,0-1 0-16,4-3-1 31,-4 4 0-31,0-6-1 0,0 5 2 16,0-5-1-16,4-4 3 15,0 7-1-15,-4-3-1 0,0-4-1 16,0-3 1 0,0 4 2-16,0-7-2 15,0 3 1-15,0-3 0 16,0-2 0-16,0-4-1 0,0-7-1 16,0-8 0-16,0-7 2 0,0-5-2 15,0-7 0-15,0-3 0 16,0 0 1-1,0-3-3-15,0 0-6 0,0 0-50 16,0 0-42-16,0-12-180 16,0 3-438-16</inkml:trace>
  <inkml:trace contextRef="#ctx0" brushRef="#br1" timeOffset="-140586.86">20780 17049 31 0,'0'0'580'15,"0"0"-494"-15,0 0-62 16,0 0 45-16,0 0 9 16,0 0-28-16,0 0-31 0,-25-9-12 15,25 9 6-15,0-3 7 16,0 3 7-16,0 0 5 16,0 0-17-16,0 0 2 15,0 0 1-15,12 0 5 16,8 0 17-16,13 0-2 15,8 0-13-15,9 0-9 0,15 0-7 16,10 0-1-16,14 0-2 16,5 0-6-16,6 0 0 15,2 0 3-15,-4 0-3 16,-3 0 2-16,-5 0-1 16,-7 0-1-16,-6 0 5 15,-3 0-5 1,-4 0 0-16,-1 0-2 15,6 0 6-15,6 0-4 16,-2 0 0-16,11-3-1 0,1 0-4 16,3-1 1-16,8 1-2 15,-7 1 2 1,3-5-4-16,-8 7 7 16,-7 0 1-16,-5-3 1 0,0 0 0 0,-4 3-1 15,-4-3 0-15,-1 0 0 16,-7 3 0-16,7-3 0 15,-7 3 4-15,-1-3-2 16,-7 0 9-16,-4 0-9 16,-2 3-1-16,-2-4 5 15,3 4-2 1,-4 0-2-16,0 0-1 16,5 0-1-16,3 0 4 15,4-3-3-15,-3 0 1 16,3 0 0-16,1 3-1 15,3 0 8-15,1-3-5 0,-4 3-3 16,-1 0 7 0,-4-3-8-16,1 3 4 0,-1-3 1 15,-4 3-5-15,4-3 4 16,1 0-2-16,0 0-1 0,-2 3 6 16,2 0-6-16,0-4 2 15,-6 4 0-15,2 0-3 16,0 0 7-16,-10 0-6 15,-3 0 0-15,5 0-1 0,-5 0 0 16,3-2 0-16,1-1 2 16,9 3-1-16,-6 0 2 15,10 0-2-15,8 0-1 16,-5 0 7-16,9 0-7 16,-5 0 2-16,-3 0 2 15,-1 0-2 1,-3 0-2-16,-5 0 0 0,4-4 2 15,-3-2-5-15,-1 6 3 16,-4-6 0 0,4 6 2-16,1-6 0 15,-6 6-2-15,2-3 0 0,3 0 1 16,0 3 0-16,-4-7-1 16,5 2 0-16,-9 2 1 0,8-1 0 15,-8-2 3-15,5 3-4 16,-2-3 1-16,-7 0-2 15,1 0 1-15,-2 6 0 16,5-7 3-16,-4 5-3 16,9-2 3-16,-6 1-3 15,2 3 0 1,-1-6 2-16,3 6-2 16,2-6 0-16,-1 6 1 15,-3-4 1-15,-2 2 1 16,-3 2-3-16,0 0-1 0,5 0 0 15,-6-3 1 1,1 3-1-16,-4 0-1 16,0-3 3-16,-5 3-2 0,1-4 1 0,0 4 0 15,-4-3-2-15,0 3 2 16,-2 0 0-16,6-3 0 16,-8 3 2-16,4-3-3 15,0 3 1-15,4-3 0 16,-6 3-3-16,2-3 2 15,-4 3 1 1,-5 0 1-16,-3 0 1 16,-9 0-3-16,0-3 1 15,0 3 0-15,0 0-2 16,5 0 1-16,3 0 0 16,-4 0 0-16,5 0-1 15,-6 0 0-15,-3 0 1 0,0 0 1 16,-4 0-2-16,0 0 2 15,0 0 0-15,4 0 2 16,-4 0-1-16,0 0-1 16,0 0 0-16,4 0-4 0,5-3 2 15,3 3-6-15,5 0 6 16,7 0 1-16,-7 0-12 16,-1 0 11-16,-3 0 0 0,-13 0-2 31,4 0 3-31,-4 0 0 15,0 0 1-15,0-3 6 0,0 3-4 0,0 0-1 32,0 0-1-32,0 0 2 15,0-3 3-15,0-6-5 0,0-1-2 16,0-5-4-16,0-4 6 16,-8-5 11-16,-5-4-9 15,9-6 3-15,-4-3-4 16,0-9-1-16,-1 6-4 15,1 0-6-15,4 9-20 16,0 9-22-16,0 19-130 0,0 3-504 16</inkml:trace>
  <inkml:trace contextRef="#ctx0" brushRef="#br1" timeOffset="-138533.56">20915 17508 394 0,'0'0'183'0,"0"0"-183"16,0 0 8-16,0 0 23 0,0 0 62 16,0 0-40-16,0 0-19 15,-54-92 4-15,38 82 10 16,-5 10 1-16,-8 0-30 16,-3 0-16-16,-5 0-2 15,-4 19-1-15,-5 9 0 0,2 6 2 16,7 3 1-16,8-3 9 15,8 6-7-15,17-6-2 16,4 0-6-16,0-10-10 16,33-8 12-16,4-4 1 15,0-12-4-15,8 0 3 16,0 0 1-16,-8-6-6 16,-4-19-2-1,4-6-6-15,-13-6-1 0,5-6-4 16,-8-9-6-16,0-3 23 15,-1-10 0-15,-8-3 0 16,-4-6-40 0,-4 6 26-16,-4 10 16 0,0 15 7 15,0 15 31-15,0 12 31 16,0 13 2-16,0 0-19 0,0 3-32 16,0 12-20-16,-4 35-9 15,0 20 9-15,0 16 0 16,4 4 2-16,0-4 2 15,4 0-4-15,21-12 2 16,0-6-2-16,-1-16 0 16,1-15 0-1,-4-12 0-15,-2-7-7 16,-2-9-2-16,0-6-35 16,-1 0 21-16,5 0-22 15,4 0 37-15,-5-2 6 16,-3-5 0-16,2 1 2 15,2-9 3-15,4-1 2 16,0-6 7-16,-1-5-2 0,-3-4-2 0,-4-3 12 16,-6-3-9-16,-7 0 12 15,-4 3 18-15,0 4-8 16,-19 5 4 0,-10 6 10-16,-4 7-41 0,-1 12 1 15,1 0-7-15,1 0 0 16,-1 24-1-16,8 11 1 0,9 8-2 15,12 6-2-15,4-3-2 16,0-6 5-16,33-6 0 31,8-12 0-31,8-10-1 16,5-9 4-16,3-3-7 16,4 0 5-16,-3-12-19 0,-1-13-3 15,-7-5-10-15,-9-1-11 16,-5-9 3-16,-11-1-2 15,-17-2 19-15,-8 3 17 16,0 10 6-16,0 7 8 0,0 8 32 16,-8 12 42-16,0 3-31 15,4 0-23-15,-9 16-26 16,10 21-2-16,-1 21 0 0,4 10 5 16,0 3-4-16,0 3 1 15,4 3-1-15,16-9 3 16,-4-1-8-16,-3-8 4 15,-1-12 0-15,-8-11 2 16,-4-14-2-16,4-10-7 31,-4-12-33-31,5 0-83 0,-1-24 12 16,0-19-38-16,-4 12-138 16,0 0 14-16</inkml:trace>
  <inkml:trace contextRef="#ctx0" brushRef="#br1" timeOffset="-138249.47">21736 17419 868 0,'0'0'131'16,"0"0"-113"-16,0 0 18 15,0 0-4-15,0 0-32 16,0 0 0-16,160-58 9 0,-99 70-8 16,-3 16-2-16,-21 5 1 15,-20-2-4-15,-17 3 1 31,0 0 6-31,-29 0 0 0,-21-3 11 16,-7-3-4-16,-1-10-2 16,13-6 1-16,17-9-5 15,11-3 5-15,13 0-9 16,4 0-18-16,0 0-45 16,21-9-20-16,11 0-55 15,9-6-2-15,-20 8-103 0,-9 4 1 16</inkml:trace>
  <inkml:trace contextRef="#ctx0" brushRef="#br1" timeOffset="-138018.1">22117 17336 341 0,'0'0'313'0,"0"0"-241"16,0 0-3-16,0 0 88 16,0 0-56-16,0 0-77 0,8-56-24 15,-8 87-13 1,13 16 13-16,3 8 3 0,1 4-3 15,4-1 0-15,-1-2 4 16,1-10-4-16,3-6 1 31,-8-13-1-31,1-8-5 0,-5-10-32 16,-4-9-43-16,5 0-60 16,-13 0-142-16,0-9-185 15</inkml:trace>
  <inkml:trace contextRef="#ctx0" brushRef="#br1" timeOffset="-137484.58">22425 17604 633 0,'0'0'126'0,"0"0"-108"16,0 0 33-16,0 0 42 16,0 0-11-16,0 0-1 0,0 0-23 31,107-18-24-31,-83-4-17 15,-7-9-9-15,-5 0-4 16,-12 3 6-16,0-2-8 0,0 5-2 16,-8 4-8-1,-17 2 0-15,-3 13 2 0,-5 6 6 16,0 0-2-16,-4 28 1 16,8 15-7-16,9 12 6 15,16 1-5-15,4 5 2 0,4-11 1 16,37-4 2-16,8-16 0 15,5-7 1-15,7-15 2 16,1-8-1-16,7 0 0 16,2-12 0-16,2-19-5 15,-7-12-13-15,-17-6-18 16,-16-10-22-16,-8-5-6 0,-13-10 2 0,-8 0 5 16,-4 6 26-1,0 16 31-15,0 14 74 16,-8 20 45-16,-5 8-20 15,5 10-52-15,-4 0-37 0,4 38-10 16,3 17-7 0,5 19 7-16,0 7 0 15,0 2 0-15,13-3-2 16,7-9-8-16,5-13-3 16,-12-9-12-1,-1-15-21-15,-4-12-53 0,1-10-14 16,-9-12-97-16,0-9-116 15</inkml:trace>
  <inkml:trace contextRef="#ctx0" brushRef="#br1" timeOffset="-137214.39">22926 17579 926 0,'0'0'105'16,"0"0"-95"-16,0 0 37 16,0 0-22-16,0 0-25 15,0 0-4-15,161-62 4 16,-92 50 4-1,1 3-2-15,-5-3 8 0,-15 2-7 16,-21 1 4 0,-13 9-2-16,-11 0-5 0,-5 0 24 15,0 0 3-15,0 22-25 0,0 8-2 16,0 8 6-16,0 2-6 16,4-9 0-16,7-3-1 15,1-10-14-15,1-3-19 16,-1-8-26-16,1-7-63 15,-9 0-49-15,-4-10-70 16,0-8-166-16</inkml:trace>
  <inkml:trace contextRef="#ctx0" brushRef="#br1" timeOffset="-137111.65">23349 17231 756 0,'0'0'357'16,"0"0"-357"-16,0 0-22 15,0 0-24-15,0 0-54 16,0 0-179-16</inkml:trace>
  <inkml:trace contextRef="#ctx0" brushRef="#br1" timeOffset="-136741.43">23616 17444 799 0,'0'0'210'15,"0"0"-204"-15,0 0-1 16,0 0-1-16,0 0-3 0,-69 126 0 16,69-70-1-16,3-10 0 15,26-3-5-15,0-16 3 16,4-8 1-16,4-13 0 16,3-6 1-16,1-2 5 15,1-33-1-15,-9-8 1 0,-5-6 8 31,-16-10-11-31,-12 4 5 16,0 3 0-16,-20 5 11 16,-25 13 7-16,-9 16 3 15,-8 12-2-15,-3 6-18 0,7 6-8 16,14 31-1-16,15 6-14 16,21 6-49-16,8 1-99 15,12-7-139-15,29-6 46 0,8-15 131 16,5-10-18-16,-38-12 74 15</inkml:trace>
  <inkml:trace contextRef="#ctx0" brushRef="#br1" timeOffset="-136370.54">23907 17505 173 0,'0'0'43'0,"0"0"37"0,0 0 38 32,0 0 73-32,0 0 5 15,0 0-40-15,29-80-122 0,-29 114-29 16,0 12-5-1,0 4 6-15,0-4-2 0,0-9 3 16,0-6 20-16,4-16 5 16,-4-5 10-16,0-10-1 15,4 0-15-15,5 0 18 0,11-28 10 16,4-15-32-16,5-10-16 16,4 4-5-16,-4 2 0 15,0 7-1-15,-5 12 1 16,-8 10-1-16,-7 15-5 15,-5 3 1-15,4 6-2 16,4 32 3 0,5 5 3-16,8 2 7 15,4-1-6-15,-1-10 0 16,1-10-1-16,-5-11 0 16,-3-7-1-16,0-6-2 0,4 0-32 15,2-15-70-15,-14-1-125 16,-5-3-335-16</inkml:trace>
  <inkml:trace contextRef="#ctx0" brushRef="#br1" timeOffset="-135073.3">25266 17429 379 0,'0'0'283'0,"0"0"-261"16,0 0 40-16,0 0 118 15,0 0-76-15,-37-102-36 0,37 98-14 16,-4 1-4-16,4 3-21 16,0 0-17-16,0 0-11 15,0 0-1-15,0 22-7 16,0 9 7-16,4 15 2 16,4 7-2-16,1-4-2 15,3 0 2 1,-4-6 0-16,1-12 4 15,-5-6-7-15,0-13 3 16,-4-6-1-16,4-6-1 16,-1 0-6-16,5-18 8 15,5-22-1-15,3-10 6 16,1-5-9-16,-1 0 4 0,1-1-1 16,-5 10 1-16,5 12 0 15,-9 9 1-15,0 16-6 16,-3 6 5-16,-1 3-1 0,0 9-20 15,3 25 7-15,14 12 14 16,-5 0 2-16,9 4-1 16,0-7 1-16,0-12-2 15,-5-7 0 1,4-11 0-16,-7-7 2 16,3-6 1-16,5-3 5 15,4-25 1-15,0-12-9 16,-1-6 0-16,-16-1-18 0,5-2 4 15,-13 3 4-15,0 12 10 16,-4 6 1-16,0 16 25 16,0 9 18-16,-4 3-31 15,-8 6-13-15,3 31-14 16,-3 12 11-16,-5 7 0 16,17-1-5-16,0-3 8 15,0-5 0-15,17-13 0 16,0-13 1-16,7-8 3 0,5-13-2 15,4 0 3-15,-1-16-5 0,1-21-8 32,-4-3-4-32,-8-3-14 15,-13 3-6-15,1 9 21 16,-5 12 10-16,-4 11 1 16,0 8 37-16,0 0-17 15,0 8-20-15,0 23-11 16,0 9 9-16,4-5 4 0,24-2 0 15,9-11 4-15,8-3 1 16,1-19 15-16,3 0 3 16,4-3-6-16,1-28-4 15,-10-9-7-15,-10-3-2 16,-18-4 2-16,-16 4-6 16,0-3-2-16,-12 12 0 0,-30 3 2 15,-6 15-1-15,-10 16-1 16,0 0-2-16,14 10-1 15,2 24-16-15,13 9-40 16,13 3-54-16,16-25-144 16,0-5-189-16</inkml:trace>
  <inkml:trace contextRef="#ctx0" brushRef="#br1" timeOffset="-134449.9">26715 17391 459 0,'0'0'229'0,"0"0"-133"16,0 0 73-16,21-108-26 16,-62 102-83-16,-5 6-28 0,-6 0-6 15,-2 13-3-15,4 20-23 16,6 11-1-16,15 2 0 16,8 3-6-16,17-6 7 15,4-6-2-15,0-12 0 16,25-6 2-16,15-13-4 15,10-6 4-15,8-4 10 0,7-29-5 16,-7-5 0-16,-5-7 0 0,-12-14-2 16,-8-6-3-1,-8-9-4-15,-13 0-13 16,-8 0 8-16,-4 16-5 16,0 17 14-16,-12 23 39 0,-13 15-19 15,0 3-6 1,0 31-14-1,1 27-2-15,4 20-3 0,12 5 5 16,8 0-1-16,0-9 0 0,32-10 0 16,9-8-2-16,-4-13 5 15,5-15-2-15,-2-9 4 16,9-16 2-16,1-3 1 16,3-10-6-16,-4-20 2 15,-3-11-3-15,-14-5 0 16,-7-3-4-16,-17 0-3 15,-8 6 3-15,0 5 4 16,-8 14 2-16,-25 15 4 16,-8 9-6-16,-8 0 0 15,-1 33 0 1,10 10 5-16,11 4-3 16,16 2 1-16,13-9 4 0,0-3-1 15,25-6 3-15,21-10 1 16,6-8 2-16,19-13 0 15,-2 0-12-15,10-3-24 16,-10-22-58-16,-53 7-138 16,-7 2-377-16</inkml:trace>
  <inkml:trace contextRef="#ctx0" brushRef="#br1" timeOffset="-133180.04">28357 17302 840 0,'0'0'66'16,"0"0"-56"-16,0 0 119 15,0 0-38-15,0 0-45 16,-9-121-21-16,-10 106-9 16,-10 3-7-16,-8 3-9 15,-5 9-3 1,-2 0 1-16,-10 3 1 16,9 28-1-16,4 9 0 15,17 3-4-15,11 3 3 16,13 4 0-16,0-7-1 0,13-7 0 15,20-8 4-15,3-9-2 16,5-10 2-16,9-9 8 16,-2 0 8-16,6-12-11 15,-4-19-2-15,-10-13 3 0,-3-8-5 16,-12-12-2-16,-8-14-3 16,-1-8 2-16,-12-3-9 15,-4 3-6-15,0 18 17 16,0 22 10-16,-4 18 30 15,-4 16-11 1,-5 12 3-16,-3 2-26 16,-1 42-6-16,-3 26-4 15,11 17 4-15,9 2 0 16,0 3 4-16,0-8-4 16,21-10 0-16,8-12-1 15,-4-16 1-15,-4-12 2 16,2-10 2-16,6-14 3 0,4-10-5 0,9 0 8 15,6-13-10-15,2-20 5 16,-5-17-1-16,-4-8-4 16,-12-11 0-16,-9-1-6 15,-12 5-6-15,-8 13 12 16,0 15 2-16,0 12 10 16,-20 13 2-1,-9 12-13-15,-11 0-1 16,-6 21 0-16,-4 22-8 15,14 13 5-15,7 2 0 16,13 1 1-16,12-10-1 16,4-5 3-16,0-14 0 15,29-8 1-15,11-6-1 0,5-8 3 16,17-8-3-16,-1 0-11 16,1-18-15-16,-12-16-7 15,-10-6-5-15,-7-6-22 0,-8-4-38 16,-8-2-13-16,-13 9 3 15,-4 3 92-15,0 9 16 16,0 10 56-16,0 8 28 16,-4 7-29-16,4 3-5 0,0 3 26 31,0 0-33-31,0 0-30 16,0 6-6-16,0 25-6 15,0 9 10-15,4 3-2 0,12 3-7 16,-3-3 1-16,-2-2-3 15,2-8 0-15,-9-8 3 16,4-6-3-16,-4-10 0 16,0-6 2-16,0-3 1 15,9 0 14-15,8-28 33 16,-1-9-30-16,5-15 4 0,-1-10-6 16,-4-2-5-16,-3 2 3 15,-5 12-1-15,-3 17 13 16,-9 17-1-16,0 4-18 15,0 12-8-15,0 0-1 16,0 0-38-16,0 24-64 0,0 16 1 16,0-18-62-16,0-3-379 15</inkml:trace>
  <inkml:trace contextRef="#ctx0" brushRef="#br1" timeOffset="-132961.75">29510 17074 717 0,'0'0'216'16,"0"0"-95"-16,0 0 60 16,0 0-77-16,0 0-97 15,0 0-7-15,0 0 0 16,29 99-1-16,-37-35 3 0,0-5-2 16,-1-7 0-16,9-15-3 0,0-9 3 15,0-12-5-15,0-8-19 16,0-8-19-16,0 0-41 15,0-21 4-15,0 3-153 16,9-10-276-16</inkml:trace>
  <inkml:trace contextRef="#ctx0" brushRef="#br1" timeOffset="-132856.33">29552 16843 478 0,'0'0'588'16,"0"0"-588"-16,0 0-212 15,0 0 107-15,0 0-417 16</inkml:trace>
  <inkml:trace contextRef="#ctx0" brushRef="#br1" timeOffset="-132323.65">29847 17027 805 0,'0'0'126'15,"0"0"-33"1,0 0 25-16,0 0-59 0,0 0-31 16,0 0-24-16,0 0-4 15,-21-21-4-15,-7 55-5 16,0 6 9-16,-1 0 0 16,8 6 2-16,4 0-2 15,9 4 3-15,8-7-3 0,0-3 9 16,4-12-5-16,29-3 11 15,9-13 4-15,10-9-4 16,19-3 2-16,6 0-14 16,2-15-2-16,-10-20 4 15,-7-1-3-15,-9-11 1 16,-8-5 7-16,-12-3-9 0,-16 5 5 0,-13 10-2 16,-4 12 15-16,0 10 20 15,-8 5-25 1,-17 7-14-16,-8 6 0 15,-4 0 0-15,-4 13-5 0,4 24 1 16,8 0-7-16,9 6 10 16,7 3 0-1,6-3 1-15,7-3 0 16,0-6 0-16,0-6 2 16,28-4-2-16,17-8 2 15,17-7 6-15,16-3-8 16,3-6-3-16,2 0 2 15,-18 0-17-15,-11-18-13 16,-25 0-23-16,-29 5-60 0,0 1-393 16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51:48.8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2068 1119 443 0,'0'0'150'0,"0"0"-150"15,0 0 0-15,0 0 22 16,0 0 84-16,0 0-53 16,0 0 15-16,0-65-14 0,0 62-31 15,0-3 10-15,0 6 21 16,0 0-3-16,0 0-16 16,0 0-9-16,0 0-4 15,0 0-5-15,0 0-12 16,0 0-2-16,0 0-1 15,0 0-2-15,-4 12-3 0,-8 9 3 16,3 10 2-16,1 9-1 16,-3 7-1-16,-2 5 4 0,1 10-2 15,0 9-2 1,-1 6 0-16,1-3 3 16,3-3 2-16,1-4-1 0,8-5-4 15,0-6 0 1,0-7 2-16,8-12 1 15,9-6 1-15,8-16-4 16,4-5-1-16,11-10 1 16,5 0 7-16,9-10 1 15,3-21 5-15,5 1-7 16,-5-8 3-16,9 8-7 16,-8-1 3-16,-5 6-5 0,-8 3 0 15,-3 4 0-15,-10 3-3 16,-16 5-17-16,-4 1-28 15,-12-3-28-15,0 0-32 16,-12 9-76-16,-13-1-262 16</inkml:trace>
  <inkml:trace contextRef="#ctx0" brushRef="#br0" timeOffset="284.89">1941 1211 672 0,'0'0'211'0,"0"0"-198"16,0 0-10-16,0 0-3 16,0 0 58-16,0 0 40 15,-73-52-75-15,105 39-20 16,21-2-3-16,14 0 13 15,10-4 4-15,6 0-6 0,-10 7 6 32,-15 3-4-32,-18 9-13 15,-11 0 0-15,-16 0-13 0,-9 0-42 0,-4 9-55 0,0 1-179 16,-17-1-179 0</inkml:trace>
  <inkml:trace contextRef="#ctx0" brushRef="#br0" timeOffset="508.09">1949 1535 841 0,'0'0'119'16,"0"0"-119"-16,0 0 0 0,0 0 17 15,0 0 54-15,0 0-69 16,0 0 2-16,119-16 7 15,-57-2-9-15,-9 0 9 16,-8 8-11-16,-3 7-6 16,-13 0-92-16,-25 3-136 15,-4 0-61 1</inkml:trace>
  <inkml:trace contextRef="#ctx0" brushRef="#br0" timeOffset="1011.51">2815 1393 627 0,'0'0'126'16,"0"0"-126"-16,0 0 0 15,0 0 13-15,0 0-8 0,0 0-4 16,5 123 3-16,-10-73 2 31,5-4-5-31,-4-3 3 0,0-3 5 16,4-6 14-1,-4-10 4-15,0-5 2 16,4-13-5-16,0-3 6 16,0-3-12-16,0 0 10 15,0-21 10-15,12-19 4 16,13-10-2-16,4 1-29 0,4 3-7 0,-1 3-1 15,1 6-2-15,0 6-1 32,-4 15 0-32,-4 10-3 0,-9 6 2 15,4 0-2-15,5 34-2 16,-4 13 5-16,-1 2 7 16,-7 3 2-16,-1-2-9 15,-4-11 6-15,-3-8-6 16,-5-9 3-16,4-7 3 15,-1-8-6-15,-3-7 0 16,0 0-2-16,8-10-31 16,-4-15-75-16,0 7-125 15,-4 3-285-15</inkml:trace>
  <inkml:trace contextRef="#ctx0" brushRef="#br0" timeOffset="1562.49">3411 1177 541 0,'0'0'46'0,"0"0"-40"15,0 0-6-15,0 0 104 16,0 0 44-16,0 0-58 31,0 0-25-31,4-58-30 0,-4 58-35 16,0 12-8-16,0 19 8 15,0 12 7-15,0 3 3 16,0 10-2-16,0 2-4 0,0 7 3 16,0 3 2-16,8-7-7 15,-8-2 1-15,4-10 1 16,-4-11-4-16,0-8 0 16,0-12 1-16,0-8 1 15,0-4 1-15,4-6 6 16,-4 0 8-16,5 0 6 0,-5-9 2 15,12-16 8-15,-4-12 4 16,5-6-22-16,-1 3-10 16,8 6-3-16,-4 3-1 15,1 9 0-15,-1 10-1 16,-3 6 0-16,3 0-3 16,1 6-1-1,3 0 0-15,4 0-2 16,5 22-6-16,0 5 9 0,4 1 3 15,-4 9 2 1,-1 0-2-16,-3-3 1 0,-5-3-1 16,-3-3 1-1,-9-13 0-15,5 0-2 16,-9-9-9-16,8-2-17 0,1-4-55 16,3 0-82-16,-8 0-80 0,-4-12-100 15</inkml:trace>
  <inkml:trace contextRef="#ctx0" brushRef="#br0" timeOffset="2363.73">4133 1658 426 0,'0'0'217'16,"0"0"-182"-16,0 0-30 16,0 0 69-16,0 0 81 15,29-111-64-15,-29 83-32 16,0-3-27-16,0 4-16 15,-16-1-3-15,-1 9-12 16,-4 7 0-16,-3 9-2 0,-8 3 1 16,-6 10-9-16,-7 23 0 15,0 20 8-15,4 5-4 0,8 4 5 16,8 3 0-16,21-13 0 16,4-6 0-16,0-12 1 15,17-12-1 1,12-13 3-16,8-9 0 0,3-3 13 15,6-31-1 1,3-12-6-16,-9-1-3 16,-2 8-3-16,-14-1-3 15,1 9-4-15,-12 3-3 16,-5 16 6-16,-8 5 0 16,0 7-3-16,0 0-2 15,0 28-10-15,0 15 0 0,4 7 16 16,4-7 0-16,1-3 0 15,2-9 2-15,-3-10-4 16,1-12 2-16,3-6-3 16,0-3-1-16,9-18 4 0,-4-25 1 15,3-7 8 1,1 1-9-16,-9 3-3 0,4 3-3 16,-8 9 2-16,4 16-2 15,-7 8 5-15,-1 10 1 16,0 0 0-16,-4 19-6 0,12 24 1 15,-3 9 5-15,-1 1 7 16,4 2-3 0,5-9-3-1,-9-8 0-15,4-14 0 0,-7-8-1 16,-1-13 2-16,0-3 5 16,0 0 2-16,7-38 5 15,2-10 31-15,-5-5-22 16,4-6-20-16,1 1-2 15,-5 2-1-15,9 10 0 16,-9 18-1-16,-4 16 1 0,4 12 0 16,-4 9-1-16,5 34 1 15,-1 22 0-15,4 9 3 16,1 6 9-16,2 0-2 16,6-12-8-16,0-12-2 15,-1-17 0-15,-3-16 1 16,-1-11-2-16,-7-12 1 0,7 0-10 31,1-22-42-31,-14-6-71 16,-3-3-187-16</inkml:trace>
  <inkml:trace contextRef="#ctx0" brushRef="#br0" timeOffset="2812.4">5114 1559 432 0,'0'0'332'0,"0"0"-293"16,0 0-21-16,0 0 108 16,0 0-29-16,-123-24-52 15,86 27-27-15,-12 22-14 0,-4 15-1 16,-4 9-2-16,11 12 6 15,9 10 5-15,25-3-6 16,12-6-2-16,0-10-4 0,45-17 0 16,24-17 6-16,26-18-1 15,8 0-5-15,7-18 0 16,-6-23-12-16,-19-5-54 16,-68 24-171-16,-17 4-363 15</inkml:trace>
  <inkml:trace contextRef="#ctx0" brushRef="#br0" timeOffset="3234.14">5496 1748 643 0,'0'0'282'0,"0"0"-282"16,0 0 21-16,0 0-8 0,0 0 14 16,61-127 6-16,-48 96-27 15,-9 0-1-15,-4 7-4 16,0 5 3-16,0 10 1 15,-21 9 0-15,-8 0 16 16,-7 12 8-16,-5 25-29 16,4 6-1-1,8 10 1-15,13-4 4 0,16 1 8 16,0-10-5 0,24-10 1-16,21-11-2 0,13-13 8 15,12-6-3 1,8-6 4-16,0-22-15 0,-4-3-7 0,-17 1-66 15,-49 14-99-15,-8 7-228 16</inkml:trace>
  <inkml:trace contextRef="#ctx0" brushRef="#br0" timeOffset="4607.54">5980 1528 814 0,'0'0'60'15,"0"0"-60"-15,0 0 21 0,0 0 49 16,0 0-17-1,0 0-53-15,-16 41-6 0,16 2 6 16,8 6 7-16,0 0 1 16,-4 1 2-16,5-10 1 15,-5 0-7-15,-4-16 8 16,0-8 21-16,4-10-2 0,-4-6-4 31,4 0-3-31,0-12 1 0,0-22 11 0,9-12-14 31,-5-7-12-31,4 1-7 0,1 9-2 0,3 6-1 16,-7 12 0-16,-1 16-2 16,-4 3 1-1,-4 6 1-15,4 0-2 16,0 25-14-16,8 8 5 16,0 14 10-16,5-4-1 15,3-7 1-15,1-8-4 16,-5-6-5-16,1-10 10 0,-5-8 0 15,5-4-4-15,-2 0 2 16,2-25-4-16,4-16 6 0,-1-4 9 16,-3-5-4-16,-5 1 0 15,-4 3-5-15,-3 11-6 16,-5 14 6-16,0 15 0 16,4 6 5-16,-4 0-2 15,4 34-3-15,0 12-7 16,13 10 7-1,2-1 5-15,6-6-4 16,12-9-1-16,-4-6 0 16,3-15 0-16,-2-10-1 15,7-9-3-15,0-9 3 16,4-31 1-16,4-6 9 0,-12-7-5 16,-3 4-1-16,-15-1-3 15,-2-2-3-15,-9 12-1 16,-8 9-4-1,0 13 3-15,0 18 5 16,-21 0 4-16,-7 18 5 16,-5 28-9-16,0 16-12 15,0 6 8-15,21-7-22 16,8-2-25-16,4-16-15 16,8-9 30-16,21-12 13 15,4-19 9-15,8-3-2 0,4-12 12 16,4-32-1-16,1 1-39 15,-14-9-31-15,-3 2-66 16,-12 1-13-16,-5 3-23 16,-11 6 23-16,-1 15 83 15,-4 16 71-15,0 9 230 0,0 0 46 16,-4 25-111-16,-5 18-125 16,-3 9-38-16,4 4 23 15,8-4-11-15,0-5-9 16,0-8 14-16,0-14 25 15,0-6-8-15,0-19-19 16,4 0 55-16,8-19-35 16,1-21-26-16,3-12 29 15,-4-1-31-15,-7 1-6 16,-1 3-3-16,-4 8-11 16,0 11-2-16,0 14 1 15,0 13 12-15,0 3 14 16,0 19 1-16,8 24-15 15,3 9-3-15,14-3 3 0,8-3 1 16,4-6-1-16,5-15 1 16,-6-6 0-16,1-16 14 15,0-3 1-15,1-6 6 16,2-31-6-16,1-12-3 16,-4-4-5-16,-8-3-6 0,-17-5-2 15,-8-10-11-15,-4-6-17 0,0 6-7 16,-4 12-6-1,-16 22-7-15,4 19 48 0,-1 18 52 16,-4 0 6-16,-3 46-28 16,3 19-30-16,4 15-4 15,17 0 3-15,0-3 0 16,17-6-3 0,20-6 4-1,0-10 3-15,-4-5 6 0,-5-16-7 16,-11-10 0-16,-5-17-3 15,-3-7 1-15,-9-7-50 16,0-17-128-16,0-1-319 0</inkml:trace>
  <inkml:trace contextRef="#ctx0" brushRef="#br0" timeOffset="4772">7229 1538 1281 0,'0'0'56'0,"0"0"-56"0,0 0 0 15,0 0 12 1,0 0-4 0,208-68 10-16,-104 46-13 15,-10 1-5-15,-25 6-68 0,-56 12-109 16,-13 3-488 0</inkml:trace>
  <inkml:trace contextRef="#ctx0" brushRef="#br0" timeOffset="6656.45">8895 1338 343 0,'0'0'103'0,"0"0"-95"15,0 0 31-15,0 0 38 16,0 0 9-16,-25-87-35 16,25 81 9-16,0 0-1 0,0 3 0 15,0 0 3-15,0 3-23 16,0 0-15-16,0 0-21 31,0 0-3-31,-4 6-23 16,4 18 23-16,0 20 0 0,0 11 7 15,0 0 0-15,0 11-3 16,0-11-3-16,4-6 5 16,0-9-4-16,0-9 6 0,0-15 0 15,-4-7 5 1,0-9 1-16,0 0 16 0,0 0 26 15,0-6 16-15,0-22-25 16,0-9-46-16,0-9 10 16,0-7-8-16,0-5 2 0,0-10-5 15,0 3 0-15,0 6 1 16,0 10 0-16,0 12 0 31,5 16-2-31,-1 11 3 16,-4 8-4-16,0 2-1 15,12 5-12-15,0 35-5 16,5 16 20-16,4 15 5 0,-1 6-5 16,5-3 1-16,-5-3-1 15,-4-13 0-15,1-17 1 0,-1-11-1 16,-7-17 0-16,-5-7 0 16,-4-6 0-16,0 0 7 15,4 0 17-15,4-25 5 16,0-15-7-16,1-18-20 15,7-10-2-15,-3-15 0 0,6-4-1 16,-2 10 3-16,4 13-4 16,-9 24 4-16,-4 15-1 31,-4 12-1-31,0 13 0 0,1 0 0 0,-5 7-13 0,8 32-6 31,0 20 19-31,5 12 6 16,-1-3-3-16,5 3-3 15,-5-16 0-15,3-3 0 0,-6-14 0 16,-1-10-6 0,0-4-19-16,5-12-44 0,-5-5-69 15,0-7-94-15,-8 0-38 16,0-3-89-16</inkml:trace>
  <inkml:trace contextRef="#ctx0" brushRef="#br0" timeOffset="6959.37">9478 1452 688 0,'0'0'207'16,"0"0"-163"-16,0 0-27 0,0 0-16 15,0 0 27-15,0 0 10 16,12 144-10-16,-16-85-22 16,4-6-6-16,0-8-6 15,0-17 6-15,17-9 2 16,3-13 2-16,9-6 3 0,8-9 11 15,8-28 17 1,9-15-3-16,-9-1-7 0,-5-8-5 0,-15 2-4 16,-17 0-3-16,-8 10 4 15,0 15 7-15,-29 15 17 16,-15 16-18-16,-14 3-20 16,-4 7-3-16,5 32-10 15,12 11-21-15,12 6-44 16,20-4-101-1,13-33-265-15</inkml:trace>
  <inkml:trace contextRef="#ctx0" brushRef="#br0" timeOffset="7444.58">10381 1523 848 0,'0'0'144'15,"0"0"-144"1,0 0 0-16,0 0 5 0,0 0 17 16,0 0-6-16,-86-7-12 15,37 35 0-15,-1 9-3 16,1 3 2-16,12 6-1 0,8-5-1 16,13-8 2-16,12-2-2 31,4-12 0-31,0-7 17 0,16-9-9 0,9-3 11 31,8 0 1-31,7-25 0 16,2-15 6-16,-1-9-9 15,-4-6-3-15,-9-13-4 0,-3-13-8 16,-13-8-3-16,-7-9-12 16,-5 8-13-16,0 16 18 15,0 19 7-15,-9 21 30 16,-3 15 1-16,-1 10-22 0,5 9 7 15,-3 3-16 1,-2 40-6-16,1 22 3 0,4 12 0 16,8 6 0-16,0 0-10 0,29-5-6 15,3-14 3-15,1-8 7 16,-8-13-6-16,4-9-6 16,-5-9-40-16,-20-25-107 31,1 0-167-31</inkml:trace>
  <inkml:trace contextRef="#ctx0" brushRef="#br0" timeOffset="7791.95">10710 1621 1036 0,'0'0'108'0,"0"0"-108"15,0 0-39-15,0 0 39 16,0 0 60-16,0 0 20 15,57-58-43-15,-28 21-36 16,-1-1-1-16,-3-8-3 16,-4 6 2-16,-17-3-2 0,-4 0-7 15,0 6-15-15,-16 9 1 32,-22 13 7-32,-15 15 13 15,-8 3 4-15,-6 40 0 0,6 19 0 16,8 8 5-16,24 4-1 15,25-6 1-15,4-9 8 16,58-13-5-16,19-12 5 16,14-16 3-16,11-11-4 15,5-7-10-15,0 0-2 16,-13-25-53-16,-73 10-151 0,-17-4-417 16</inkml:trace>
  <inkml:trace contextRef="#ctx0" brushRef="#br0" timeOffset="8738.62">12064 1162 655 0,'0'0'101'0,"0"0"-101"16,0 0 0-16,0 0 28 16,0 0 33-16,0 0-21 15,0 0-40-15,0 18 8 0,0 35 28 16,0 15 26-16,4 5-20 16,4 5-7-16,0-7-14 15,1-10-13-15,-1-8-7 16,0-10 1-16,-4-10 0 0,-4-11-2 15,0-9-27-15,0-13-67 16,0 0-178-16,0-10-70 31</inkml:trace>
  <inkml:trace contextRef="#ctx0" brushRef="#br0" timeOffset="9105.44">12052 1063 851 0,'0'0'166'16,"0"0"-120"-16,0 0 34 16,0 0-65-16,0 0-15 0,0 0-15 15,65 3 15-15,2 47 2 0,6 5-2 16,10 4-2 0,-10 2-4-16,-3 1-6 15,-17 2 11-15,-12-1-1 0,-16-2-3 16,-12-6-5-16,-13 4-1 15,-17-6-4 1,-41 2 6 0,-19-9 9-16,-23-9 3 0,-10-6 9 15,3-9 23-15,22-13 17 16,18-9-21-16,26 0-13 16,25 0-17-16,16-3-1 15,0-10-43-15,24-5-15 16,34 3-58-16,20-7-33 0,-37 13-23 15,0 2-117-15</inkml:trace>
  <inkml:trace contextRef="#ctx0" brushRef="#br0" timeOffset="9458.54">12832 1599 27 0,'0'0'336'0,"0"0"-180"15,0 0-40-15,0 0-11 16,0 0-72-16,0 0 30 15,45 16-19-15,-41-10-8 16,0-3-2-16,5-3 0 16,-1 0 7-1,8-3 8-15,4-24-4 16,-3-11-17-16,-5-5-22 16,-8-3-6-16,-4 0-1 15,0 6-24-15,-20 6 25 0,-4 6 9 16,-9 12 10-16,0 7 4 15,0 9-2-15,4 0-21 16,-3 37 1-16,7 16-1 16,4 11-3-16,17 4 0 0,4-3 0 15,25-9-3-15,23-7 6 16,10-12 5-16,0-7 1 16,-5-11 0-16,5-15-6 15,0-4-4-15,-6 0-48 16,-2-25-68-16,-42 6-158 15,-4 0-142 1</inkml:trace>
  <inkml:trace contextRef="#ctx0" brushRef="#br0" timeOffset="9805.28">13218 1251 997 0,'0'0'108'16,"0"0"-102"-16,0 0-3 0,0 0-3 15,0 0-6-15,0 0 6 16,0 0 18-16,24 154-9 16,1-89-9-16,-5-12 2 15,5-1-2-15,0-15 4 16,-4-10-4-16,-9-8 2 16,4-10 1-16,-8-9 5 0,4 0 10 15,1-12 45-15,7-28-9 16,1-12-36-16,-4-7-13 15,3-3-3-15,-7-2 1 16,-6 11 0-16,1 13 6 16,-8 18 3-16,0 17-10 15,0 5-2 1,0 0-41-16,0 24-91 16,0-3-97-16,-4 7-354 15</inkml:trace>
  <inkml:trace contextRef="#ctx0" brushRef="#br0" timeOffset="10058.62">13846 1362 667 0,'0'0'237'0,"0"0"-153"0,0 0-1 16,0 0-20-16,0 0-22 15,0 0-41-15,12-40-12 16,-33 89 12-16,1 10 0 15,4 3-25 1,4-4 11-16,12-9 14 16,0-5 1-16,0-13 2 15,0-10 6-15,0-8-4 16,0-8-3-16,0-5-2 16,0-21-24-16,0-4-68 15,0-8-263-15</inkml:trace>
  <inkml:trace contextRef="#ctx0" brushRef="#br0" timeOffset="10174.44">13785 998 1095 0,'0'0'161'16,"0"0"-161"-16,0 0-194 16,0 0 18-16,0 0-316 0</inkml:trace>
  <inkml:trace contextRef="#ctx0" brushRef="#br0" timeOffset="10706.1">14372 1236 828 0,'0'0'29'0,"0"0"-29"15,0 0-8-15,-129 62 8 16,73-4 27-16,2 3 24 16,18 5-25-16,11-8-23 15,21-9-3-15,4-12 1 16,8-6 0-16,24-9 38 0,14-16 12 31,11-6-7-31,13 0-10 16,21-19-1-16,-1-18-10 0,4-6-17 15,-3-3-4-15,-18-7 2 16,-3-8-4 0,-17-1 0-16,-20 4-29 15,-12 11-9-15,-17 17 15 0,-4 11 23 16,-4 16 18-16,-34 3 47 0,-10 15-40 15,-18 38-21-15,-8 12-4 16,8 6-1-16,25 0 1 16,24-13-1-16,17-5 1 15,25-13 25-15,29-13 2 16,15-8 0-16,14-16-5 16,7-3-6-16,5-9-16 0,-13-22-1 15,-54 12-92-15,-19-2-340 16</inkml:trace>
  <inkml:trace contextRef="#ctx0" brushRef="#br0" timeOffset="30883.03">16383 1094 287 0,'0'0'308'0,"0"0"-232"16,0 0-67-16,0 0 49 15,0 0 20-15,0 0-31 16,0 0-25-16,0 0-1 31,0 0 2-31,0 0 2 0,0 0 6 16,8-6 8-16,-8 6-5 15,0 0-1-15,0 0 1 16,0 0-4-16,0 0-7 16,0 0-10-16,0 0-5 15,0 0-3-15,0 0-5 16,0 0-1-16,0 0-3 16,0 0-3-16,0 0-5 0,0 6 1 15,13 19 11-15,-1 15 2 16,-1 0 5-16,6 6-2 15,-1 3-5 1,5 1 0-16,-4-4 3 0,3 0-4 0,-3-6 2 16,-5-9-1-16,1-3 4 31,-2-10-3-31,-3-5-1 0,-4-7 0 16,1-3 1-1,-1-3 0-15,-4 0 1 0,0 0 1 16,0 0 4-16,0 0 0 15,0 0 5-15,0 0 8 16,8-9 10-16,4-19-6 16,5-15-17-16,4-10-1 0,3-5-3 15,1-4 0-15,3 3 1 16,-3 7-3-16,4 6 0 16,-8 9 3-16,-1 6-4 15,-3 3 0-15,-5 13 0 16,-4 6 0-16,-4 2-4 15,0 4-2-15,-4 3-23 0,0 0-32 0,0 0-41 16,0 0-114-16,0 10-52 16,0-4-75-16</inkml:trace>
  <inkml:trace contextRef="#ctx0" brushRef="#br0" timeOffset="31132.44">16937 1267 672 0,'0'0'35'0,"0"0"-33"16,0 0 0-16,0 0 44 15,12 114-10-15,-12-74-12 0,0 6-12 16,0 0-3-16,0-6-7 16,0-3 2-16,0-6 3 15,0-6-4-15,4-7 2 16,5-5-5-16,-5-7 0 15,-4-3 0-15,8 0-15 0,-8-3-42 16,0 0-67-16,0 0-65 16,0-3-285-16</inkml:trace>
  <inkml:trace contextRef="#ctx0" brushRef="#br0" timeOffset="31364.39">16719 1365 702 0,'0'0'348'16,"0"0"-315"-16,0 0-31 0,0 0 47 15,0 0 8-15,0 0-27 16,-11-43-30-16,38 37-3 16,15 3 1-16,3 0 2 15,4 0-1-15,0 3-4 16,-3 0-31-16,-9 0-45 0,-5 0-72 31,-7 0-26-31,-25 0-133 16,0 0-117-16</inkml:trace>
  <inkml:trace contextRef="#ctx0" brushRef="#br0" timeOffset="31749.52">17151 1307 510 0,'0'0'267'16,"0"0"-204"-16,0 0-58 0,0 0 33 15,0 0-16-15,0 0-6 16,24 89 28-16,-16-37-29 16,0-2-11-16,-4-4-2 15,0-6 2-15,1-6-3 16,-1-15 3-16,-4-7-3 16,4-6 16-16,-4-6 4 0,0 0 17 15,4 0 21-15,0-6 20 16,13-22-24-16,-1-12-47 15,5-9-8-15,7 0 1 16,-3 2-1-16,-1 16 0 16,-3 13 0-16,-13 9 1 0,1 9-1 31,-9 0 0-31,8 0-6 16,4 27-8-16,9 16 14 15,3 4 3-15,5-1-3 16,8-3 2-16,-4-6-2 0,-4-6-10 15,-5-9-19-15,0-7-32 16,-7-6-62-16,-17-9-99 16,0 0-188-16</inkml:trace>
  <inkml:trace contextRef="#ctx0" brushRef="#br0" timeOffset="32336.22">17807 992 701 0,'0'0'164'0,"0"0"-160"16,0 0 12-16,0 0 100 16,0 0-39-16,0 0-46 15,0 0-22-15,4-43-7 0,-4 43-2 16,0 0 0-16,0 9 5 0,0-2 6 15,0-1-1 1,0 0 4-16,0 3 0 16,13 0-3-16,7 7 0 0,5-1 3 15,7 7 0-15,10 3-8 16,11 5 0-16,8 4-6 16,10 3 2-16,-2 0 4 0,9 3-3 15,-8-6-2-15,-4-9 0 16,-18-1 0-16,-10-8 1 15,-14-4-2-15,-11-9-1 16,-9 3 0-16,-4-3-6 16,0 1 0-16,-4 2 2 31,-25 6 5-31,-17 9 23 0,-10 10-14 16,-19 4-2-16,-7 5-1 15,-3 6-2-15,-2-6-1 0,5 3 0 16,-5-3 1-16,18-6 12 15,11-7 4-15,29-11 0 16,17-9-7-16,12-7-13 16,0 0-1-16,0 0-12 0,4 0 3 15,29 0 3-15,8-10 1 16,13-5-31-16,-5-4-28 16,0 0-74-16,-11 1-82 15,-26 12-26-15,-8 0-137 16</inkml:trace>
  <inkml:trace contextRef="#ctx0" brushRef="#br0" timeOffset="33703.41">18952 1258 551 0,'0'0'170'0,"0"0"-142"0,0 0-15 16,0 0 73-16,0 0-10 16,0 0-27-16,5-31-31 15,-5 31-14-15,0 0-4 16,0 0-3-16,0 12-2 15,-17 19 5-15,-4 9 3 16,5 0-3-16,9-3-1 16,2 6 1-1,5-6 0-15,0-3-3 0,5-3-2 16,14-10 2-16,6-2 3 0,0-7 1 0,0-6 5 31,4-6 5-31,-2 0 3 0,2 0 11 16,9-6-1-16,-1-12 1 15,-4-7 3-15,3 0 0 16,-11-3 1-16,0-2-2 16,-13-4-5-16,-8 0 9 15,-4 0 0-15,-4-3-12 16,-33 3-8-16,-13 3-6 0,-7 7-5 16,-5 11-18-16,-3 10-28 15,3 3-59-15,37 0-98 16,13 3-294-16</inkml:trace>
  <inkml:trace contextRef="#ctx0" brushRef="#br0" timeOffset="37356.37">19629 1042 225 0,'0'0'353'0,"0"0"-285"16,0 0-28-16,0 0 97 16,0 0-51-16,0 0-27 15,-7-22-33 1,7 22-24-16,0 0-2 15,0 0-7-15,0 22 7 0,0 14 14 16,7 7 0-16,6 10-10 16,7 3 2-1,1-1-4-15,0-2-1 16,4-10-1-16,-1-7 0 0,-4-5 0 16,1-9 1-16,-13-9 1 0,4-8-2 31,-7-5 6-31,-1 0 14 0,0 0 9 15,4 0 10-15,4 0 3 16,9-18-14-16,4-7-10 16,-1-6 7-16,5-9 2 15,4-6-7-15,0-6-10 16,4-1-1-16,-5 1-8 16,-3 12 2-16,-8 9 0 15,-9 13-2-15,-4 9-1 16,-8 2-1-16,0 7-15 15,0 0-28-15,0 0-50 0,0 0-40 16,0 0-120-16,-8 7-121 16</inkml:trace>
  <inkml:trace contextRef="#ctx0" brushRef="#br0" timeOffset="40562.36">1982 2558 515 0,'0'0'205'0,"0"0"-189"0,0 0-12 16,0 0 56-16,0 0 33 16,0 0-27-16,0 0-17 0,0 0-18 15,0 0-6-15,0 0 0 16,0 0 8-16,0 0 0 15,0 0-6-15,0 0-11 16,9 0-2-16,-1 0-5 16,8 0 14-16,8 0-2 0,5 0-8 15,8 4-6-15,1-4-1 16,6 0-1-16,1 2-2 16,5 1-2-16,3-3 4 15,5 0-4-15,8 0-1 16,3 0 5-16,10 0-5 15,-2 0 0 1,13 0-1-16,1 0 1 16,11 0-2-16,5 0 2 15,0 0 0-15,0 0 0 16,3 0 1-16,-7 0-1 0,0 0 0 16,-5 0-1-1,0 0 1-15,-7 0-1 0,-5 3-1 16,-3 1 1-16,-6 2 1 15,1-3-2-15,0 3 2 0,4 0 0 16,-3-3 0-16,-2 0-1 16,2-3 1-16,-10 0-2 15,5 0 1-15,0 0 0 16,4 4 1-16,0-2 0 31,4-2 0-31,-4 0 0 0,5 0 0 16,-2 0-3-16,1 0 3 15,1 0-1-15,-2 0 0 16,-6 0-1-16,-2 0 1 16,-3-6 1-16,-4 3-1 0,0-3 1 15,-1 3-1-15,5 3 2 16,-1-6-2-16,6 6 2 16,-2-6-2-16,2 3 1 15,-2-1 0-15,-3 1-2 16,4-2 1-16,-4 1 1 15,3 1 0-15,-2 3 0 16,2 0-1-16,1 0 1 0,0 0 0 16,8 0 0-16,-4-3 1 15,9 0-1-15,-1 3 0 0,4-6 2 16,-4 2-2 0,-4 2 0-16,1-4 1 0,-10 6 0 15,6 0-1-15,-6-4 0 16,10 1 0-16,-2-3 0 15,2 0 1 1,3 0-1-16,-5 0 0 16,6 0-2-16,-5 3 0 15,5-1 2-15,-2 1 0 16,1 0 1-16,1 0-1 16,-5 0 0-16,0 3 0 15,-4-3 0-15,0 0 0 16,-4 0 1-16,0 0 0 0,-5 3-1 15,2-7 0-15,-2 7 0 16,1-5 1-16,4 1-1 16,0 1 0-16,4-3 0 15,0 3 1-15,0 0-1 16,-4-3 0-16,-1 3-1 0,-2-4 1 16,10 4 0-1,-6 0-1 1,6-3 1-16,-3 3 1 0,1 0 0 15,-2 0-1 1,-3 0 0-16,-4 0 1 0,4 3 0 16,-5-7-1-16,-2 1 0 15,6 6 3-15,-7-6-1 16,0 0 0-16,3 6-2 0,-2-3 2 16,2 0 1-16,9 3-3 15,4-3 1-15,0 0 0 16,0 0-1-16,0-1 0 15,1-2 0-15,3 6-1 16,4-3 1-16,0 3 0 0,9-6 0 16,-4 6 2-16,-1 0-1 15,0-6 0-15,-3 6-1 16,-5 0 2-16,-1-6 1 16,-2 6-1-16,-1-4 0 15,0 4 1-15,-8 0-2 0,0 0 2 16,-9 0-2-16,-3 0 1 15,-8 0 2 1,-10 0-4-16,-15 0 0 16,-12 0 3-16,-5 0-2 15,-12 0 0 1,0 0-1-16,0 0-3 0,0 0-14 16,0 0-34-16,-8 0-97 15,-4 0-316-15</inkml:trace>
  <inkml:trace contextRef="#ctx0" brushRef="#br0" timeOffset="43158.74">13242 2380 365 0,'0'0'280'15,"0"0"-257"-15,0 0-20 16,0 0 25-16,0 0 57 0,0 0-42 16,0 0-42-16,-4 0-1 15,4 0 0-15,0 0 3 16,-4 0 3-16,4 0-6 15,0 0-5-15,-4 0 1 16,4 0-18-16,-4 0-27 0,4 0-9 31,0 0 22-31,0 0 20 16,0 0 8-16,0 0-4 16,0 0-2-16,0 0-14 15,0-4 17-15,0-2 11 16,0 0 14-16,0 3 11 0,0 0 10 15,0 3 17-15,0 0 16 16,0 0 3-16,0-3-13 16,0 3-15-16,0 0-9 15,0 0-1-15,0 0-6 0,0 0-5 16,0-3 0 0,0 3-9-16,0 0-4 0,12 0-5 15,17 0 6-15,12-3 14 16,13-4-11-1,3 4-3-15,9 0 4 16,7-3-6-16,14 0-2 16,-1 3-2-16,12 0-2 15,10 3 1-15,-6 0-1 16,4 0-1-16,-3 0-2 0,-4 0 3 16,3 0 0-16,-4 0-2 15,-3 0 0-15,4 0 1 16,-9 0 0-16,9 0 0 15,-1 0-1-15,4 0 0 16,-2 0 1-16,-6 0-1 16,0 3 0-16,5-3-1 15,-5 3 1-15,0-3-1 0,1 0 1 16,-9 0 0-16,1 0 0 16,-10 0 0-16,-2 0 0 15,-6 0 2-15,-3 0-1 16,3 0-1-16,-3 0 1 15,4 0 1-15,-4 0-1 0,-5-3-1 16,5 0 0 0,-1 3 1-1,30-6 0-15,-5 6 2 16,1-3 1-16,-5-1-3 16,-20 1 1-16,-1 0-1 15,-3 0 1-15,7 3-2 0,2-6 1 16,-6 6 1-1,9-6-2-15,-1 3 1 0,-2-4-1 0,-6 2 1 16,1 2-1 0,-9-4 2-16,1 7-2 15,0-3 3-15,3-3-3 0,1 3 2 16,-1-3 0-16,5 3-1 16,-13 3 0-16,0-7 1 15,1 7-1-15,-5 0 4 0,4 0-4 16,1 0-1-16,-5 0 4 15,4-3-3-15,1 1 4 16,-1 2-1-16,1 0 1 16,-5 0 3-16,4 0-4 15,5 0-2-15,-10 0 2 16,6 0-3 0,4 0 1-16,-1 0 1 15,5 0-3-15,-1 0 4 16,1 0-1-16,-4 0 0 15,-1 0 0-15,-4 0-2 16,1 0-1-16,-1 0 3 0,-4 0-1 16,-3 0 0-1,-10 0-2-15,1 0 1 0,-8 0 2 0,-4 0-1 16,-9 0 1-16,0 0 1 16,-4 0-1-16,1 0 4 15,-5 0-2-15,4 0 2 16,1 0-2-16,3 0 0 15,1 0-4-15,4 0 2 16,2 0-2 0,2 0 0-16,0 0-1 15,-4 0 1-15,-1 0 3 16,-7 0-2-16,-1 0 1 16,-4 0 2-16,-3 0 0 0,-5 0 1 15,0 0-3-15,0 0 5 16,0 0-1-1,0 0-3-15,0 0-3 0,0 0-1 0,0 0-2 16,0 0-14 0,0 0-15-16,0 0-12 0,0 0-15 15,-13 0-82-15,1 0-183 16,-5 0-222-16</inkml:trace>
  <inkml:trace contextRef="#ctx0" brushRef="#br0" timeOffset="57925.51">3061 5009 226 0,'0'0'91'0,"0"0"-82"16,0 0 6-16,0 0 42 15,0 0 12-15,0 0-15 0,0 0-15 16,0 0-8-16,0 0 4 0,0 0-3 16,0 0-5-1,0-22-1-15,0 22-7 0,0 0-7 16,0 0 1-1,0 0 2-15,0 0 2 0,0 0-6 16,0 0 2-16,0-3-2 0,0 3-5 16,0 0-2-16,0 0 1 15,0 0-1-15,0 0 1 32,0 0 4-32,0 0-4 15,0 0 1-15,0 0-3 16,0 0 4-16,0 0 2 15,0 0-3-15,0 0 1 0,0 0 2 16,0 0-1-16,0 0 0 16,0 0-2-16,0 0 3 15,0 0-1-15,0 0-3 16,0 0 3-16,0 0-5 16,0 0-1-16,0 0-2 15,0 0-2-15,0 0-1 0,5 0-1 16,-5 3 2-16,4 10 2 15,0 2 3-15,0 9 0 16,0 7-2-16,0 6 3 0,-4 10-1 16,0 5-1-16,0 10 2 15,0 9-4 1,0 6 2-16,0 9 2 16,0 4 3-1,0-1-2-15,-8 7 1 0,0-1-1 16,-1 0 1-16,5-5 6 15,0-4-8 1,4-6-1-16,0-6 3 16,0-6-1-16,0-6-5 0,0-7 7 15,0-5-4-15,8-7 5 0,5-3-6 16,-5-12 0-16,0-7 2 16,1-6-1-16,-9-2 2 15,8-10-1-15,-8 0-3 16,0-3 4-16,4 0 0 15,-4 0-1-15,0 0 3 16,0 0 1-16,0 0-3 0,0 0 5 16,4-6-10-16,-4-16-5 15,4-5-53-15,0-7-57 32,-4 21-78-32,0-5-266 0</inkml:trace>
  <inkml:trace contextRef="#ctx0" brushRef="#br0" timeOffset="59183.98">3061 5009 424 0,'0'0'175'0,"0"0"-164"0,0 0-6 16,0 0 4-1,0 0 58-15,0 0-25 0,0 0-28 16,-11 0-11-16,11 0 14 0,3 0 15 16,5 0 16-16,5 0 6 31,7 0-8-31,5 0-4 0,8 0-2 0,12-6-15 16,9 3-4-16,8-4-10 0,3 1-4 15,9 0 3-15,4 3 0 16,4 0-6-16,0-4 2 15,8 5-4-15,1-4 0 32,3 2 0-32,5 1-1 0,-1 3-1 15,0 0 0-15,5-3 3 16,4 3-2-16,-4 0-1 16,-1 0-1-16,-3 0-3 15,3 0 3-15,1 0 1 16,0 0-1-16,4 0 0 15,-5-3 0-15,4 0 2 16,-6 0 1-16,-2-3-2 0,-4 0 0 16,-3 0 1-1,-5-1 1-15,0 1-2 0,4 0 2 16,4-3-1-16,1 3-1 16,0-3 1-16,-10-1-1 0,2-2 0 31,-1 3-2-31,1-1 2 0,-6 4 0 15,-3 0 0-15,-4 3-2 16,-8 0 4-16,-5 0-2 16,-3 3 0-16,3 0 0 15,-3 0 0-15,-1 0 1 16,5-4-1-16,-4 4 0 16,-5-3 0-16,5 1 0 0,-5 2 1 15,-4-7 0-15,-4 4-1 16,-3 0 0-16,-6 3 1 15,-3-6 0-15,0 6-1 0,-4-3 0 16,3 0 3 0,1 0-3-16,8 0 0 0,1-1 3 15,-2 1-3 1,1 3 0-16,-3-5 0 0,-9 5-1 16,-9 0 1-1,-4 0 0-15,-8-4 4 16,-4 4-1-16,-4 0-2 15,0 0-1-15,0 0 0 0,0 0 0 16,0 0-3 0,0 0-4-16,0 0-13 0,0 0 10 15,0 0-3-15,0 0 4 16,0 0-33-16,0 0-57 16,0 0-59-16,0 0-34 15,-4 0-50-15</inkml:trace>
  <inkml:trace contextRef="#ctx0" brushRef="#br0" timeOffset="59632.28">8148 4762 320 0,'0'0'178'16,"0"0"-138"-16,0 0 0 16,0 0 96-16,0 0-12 15,0 0-46-15,0 0-22 16,0-6-5-16,0 6-21 15,0 0-9-15,0 0-11 16,0 0-3 0,0 0-4-16,0 0-3 15,0 0 0-15,0 15 0 16,0 13 0-16,0 12 0 16,0 10 4-16,0-1-4 15,0 13 3-15,4 8-1 16,4 14 1-16,-4 8 3 0,0 4-4 15,0 3 3-15,-4-7-3 0,9-2-1 16,-5-7 6 0,0 3-1-16,0-3 3 15,0-6 3-15,0-12-6 0,0-10-2 16,1-2-1-16,-5-10 3 16,0-3-4-16,0-9-2 15,0-7 0 1,0-5 3-16,0-1 1 15,0-8-4-15,0-4 0 16,0 0 0-16,0 0 0 16,-9 0-17-16,-7-6-32 15,3 0-75-15,5 0-199 16</inkml:trace>
  <inkml:trace contextRef="#ctx0" brushRef="#br0" timeOffset="60790.18">3115 6565 145 0,'0'0'436'0,"0"0"-384"0,0 0-51 15,0 0 2-15,0 0 16 16,0 0-8-16,0-9 3 15,0 9 1-15,0 0-5 16,0 0 8-16,0 19 2 0,0 12 0 16,-4 12 8-16,-4 6 11 15,-1 6-27-15,5 10 0 16,-4-6 1-16,0-4 3 16,4-9-6-16,0-6-3 0,-1-9 8 15,5-9 2-15,0-4-5 31,0-5-3-31,0-4-9 16,0-6 1-16,0 0 0 0,0-3-1 16,0 3-4-16,0-3-15 15,0 0-48-15,0 0-29 16,0 0-26-16,0 0-85 0,0 0-74 16</inkml:trace>
  <inkml:trace contextRef="#ctx0" brushRef="#br0" timeOffset="61754.3">3013 7120 221 0,'0'0'470'16,"0"0"-367"-16,0 0-100 15,0 0 49-15,0 0 37 16,0 0-30-16,0 0-30 15,-4 0-16 1,4 0-5-16,20 0-1 16,12 0 19-16,10-3 6 15,7-3-7-15,8 3-10 16,9 0-5-16,4 3 3 16,8-3-6-16,0 3-2 0,4 0-4 15,0 0 1 1,5 0-1-16,-1 0 0 0,0 0-1 0,0 0 1 15,0 0-1-15,1 0 1 16,7 0-2-16,8 0 3 16,2 0-2-16,-2 3 0 15,8-3-1-15,-7 0 0 16,4 0 0-16,4 0-1 16,-1 0 2-16,5 0 0 0,-7 0 0 15,-2-6 0-15,-4 3 1 16,2 0-1-16,-10-4 1 15,-4 1 2-15,-3 0-2 16,-2 0 0-16,5 3 3 16,5-3-3-16,-5 0 0 15,1-4 1 1,-5 4 1-16,-4 0 3 16,0 3-4-16,0 0 1 15,1 0 4-15,-10-1 0 16,-3 4-1-16,-4-3-3 0,4 3-2 15,-9-2 0 1,1 2 0-16,0-4 1 16,-1 4 0-16,-3 0-2 0,-6 0 1 0,-2 0-1 15,-5 0 0-15,-4 0 2 16,-4 0-2-16,-4 0 1 16,0 0 2-16,-8 0-3 15,-1 0 2-15,-4 0-2 16,5 0 0-16,-4 0 0 15,0 0 2 1,3 0 0-16,-4 0 1 16,9 0-1-16,-8 0 2 15,-1 0-1-15,-7 0 2 16,-1 0 0-16,-4 0-1 16,-8 0-2-16,4 0 1 15,-4 0-3-15,0 0 0 16,9 0 1-16,3 0 1 0,-4 0-1 15,12 0-2-15,1 0 2 16,-5 0 1-16,-3 0-1 16,-5 0-1-16,0 0 0 0,-4 0 0 15,-4 0 2-15,0 0 2 16,0 0 2-16,0 0 5 16,0 0-4-16,0 0-4 0,0 0-2 15,0 0 0-15,0 0 0 16,0 0-1-16,-4 0-1 31,-25 0-18-31,-16 0-39 0,21-3-104 0,-1 0-363 31</inkml:trace>
  <inkml:trace contextRef="#ctx0" brushRef="#br0" timeOffset="62692.68">8205 6103 356 0,'0'0'136'15,"0"0"-120"-15,0 0-14 16,0 0 81-16,0 0-11 16,0 0-30-16,0 0-7 0,0 0-9 31,0 0-5-31,0 0-4 0,0 13-1 16,0 2 18-16,0 3 20 15,0 13-17-15,0 3-4 16,-4 12 7-16,4 1-12 15,-4 8-4-15,-4 4-6 16,4 2 4-16,-5 1-6 16,5 0 2-16,4-7-3 15,-4-3 1-15,0 7-7 16,0-3 5-16,4-10-4 0,-8-3-4 16,4-9 0-16,-1-13-6 15,1-2 0-15,4-10 13 16,0-3-10-16,0-6-1 15,0 0-1-15,0 0 1 0,0 0 2 16,0 0-3-16,0 0 2 16,0 0-3-16,0 0-7 15,0 0-2-15,0 0-12 16,0-3-16-16,-3-18-28 16,-1-4-82-1,-4 13-85-15,0-4-180 16</inkml:trace>
  <inkml:trace contextRef="#ctx0" brushRef="#br0" timeOffset="64119.75">3107 4497 112 0,'0'0'21'0,"0"0"-21"16,0 0 1-16,0 0 7 15,0 0 23-15,0 0 11 16,0 0 5-16,0-43-40 15,0 34 31-15,0 3 1 16,0-1-18-16,0 1-1 16,0 3 19-16,0 0 19 15,0-3-18-15,0 3-9 0,0 0 9 16,0 0-9-16,0 0-13 16,0 0 11-16,0-1-6 15,0 1-6-15,0 3 3 16,0 0-12-16,0 0 14 15,0 0 5-15,0 0-11 0,0 0-2 16,0 0-14-16,0 0-9 31,0 0 3-31,0 3-5 0,0 13 2 16,0 5 9-16,0 10 3 16,0 6 1-16,0 3 2 15,-4 13-4-15,0-4 3 16,-1 7-4-16,1-1 2 15,0 1 4-15,4-1 2 0,-4-9 0 16,4 0 9-16,0-11-6 16,0-5-2-16,0-2-1 0,-4-10-2 15,4-2 2 1,0-10-3-16,0 0-5 16,0-6 6-1,0 3-6-15,0-3-1 16,0 0 1-16,0 0 0 15,0 0-1-15,0 0-37 0,0 0-48 16,0-3-6-16,0-6-26 16,0-3-143-16</inkml:trace>
  <inkml:trace contextRef="#ctx0" brushRef="#br0" timeOffset="64786.5">3090 4303 261 0,'0'0'75'0,"0"0"-56"16,0 0 10-16,0 0 22 16,0 0-11-1,0 0-14-15,0-3-7 0,0 3-11 16,0 9-8-16,0 10 31 16,0 5 23-16,0 4-11 15,0-3-10-15,0 0-9 0,0-4-17 16,0-2 1-16,0-4-4 15,0-6-2-15,0-3-2 0,0-3 1 16,0-3 2 0,0 0-3-16,0 0 0 15,0 0 0-15,0 0-18 16,0 0-69 0,0 0-147-16</inkml:trace>
  <inkml:trace contextRef="#ctx0" brushRef="#br0" timeOffset="66251.48">3086 4275 379 0,'0'0'80'0,"0"0"-60"15,0 0 39-15,0 0 27 16,0 0-29-16,0 0-23 0,-8-9 2 16,8 9-7-16,0 0-11 15,0 0 15-15,0 0 6 16,0-6 1-16,8 6-13 16,13-7-4-16,8 4 17 0,0 1-6 15,7-5-4 1,5 1-5-1,9 6-11-15,3-3-3 0,4 0-2 16,5 3-1 0,-1 0-3-16,1 0-3 0,-1 0-1 15,1 0-1-15,8 6 0 16,0 3 0-16,0-3 2 16,4-3-2-16,0 4 0 15,-5-7 1-15,6 0 0 0,2 0 0 16,1 0-1-16,13 0 2 15,-18 0-4-15,10 0 4 16,-10 0-4-16,2 0 2 16,2 0-1-16,-2 0 0 15,-2 0 1-15,-3 0-1 0,-5 0-1 32,-3 0 2-32,-9-3 0 15,-3-1 0-15,3 4 0 16,-8 0 0-16,0 0 0 15,1 0 0-15,2 0 1 16,-2 0 0-16,3 0-1 0,0 0 0 16,1 0 0-16,-1 0 0 15,0 0 0-15,-4 0 0 0,5 0 0 16,-5 0 2 0,4 0-3-16,5 0 1 0,7 0 0 15,1 0 0-15,7-9 0 16,1-3 0-16,-4 0-1 15,-5-1 0-15,-3 4 0 16,-9 0 0-16,0 0 0 0,-3 3 1 16,-6 2-1-16,2-2 1 15,-9 0 0-15,4 0 0 32,-5 0 0-32,5-1 0 15,4 2 0-15,5-2 1 16,-6 1-1-16,2 3 0 0,-1-3 0 15,-1 3 0-15,-7 3 0 16,5-3 1-16,-1 3-1 16,0 0 2-16,-1 0-2 15,10 0 1-15,-5-3 2 0,3-1 4 16,6 1-1-16,-5 0 0 16,-4 3 0-16,0-3 2 15,0 0-5-15,1 3-2 0,-6-6 2 16,9 3-1-1,-7 0-1-15,-1 0 0 0,-9-1-1 16,1 4 1-16,-9 0-1 16,5 0 0-16,-12 0-1 15,3 0 3-15,-3 0-2 16,-6 0 0 0,5 0 0-16,-4 0 0 15,9 0-1-15,-5 0 1 16,1 0 0-16,-1 0 0 15,-4 0 0-15,1 0-2 16,3 0 4-16,-8 0-4 16,0 0 2-16,5 0 0 0,-5 0 0 15,4 0 0-15,-1 0-1 16,-3 0 1-16,1 0 1 16,-5 0-1-16,0 0-1 15,0 0 1-15,0 0-1 0,0 0-1 16,0 0-7-16,0 0-3 15,0 0 7-15,0 0 5 16,0 0 3-16,0 0-2 0,0 0 0 16,0 0 0-1,0 0-2-15,0 0-3 0,0 0 2 32,0 0-2-32,0 13-3 15,0 5 6-15,-9 10 1 16,6 6 0-16,3 3 0 15,0 9 0-15,0 1 0 0,0 8 0 16,0 4 1-16,0-1-1 16,0 1 1-16,0-1 1 15,7-2 2-15,-2-1-4 16,-1-5 1-16,4-4 1 16,-4-6-1-16,-4-6-1 0,4-3 1 15,-4-10 1-15,4-2-2 16,-4-10 0-16,0-3 1 15,0-3-1-15,0 0-1 16,0-3-14-16,0 0-114 0,-8-6-199 16</inkml:trace>
  <inkml:trace contextRef="#ctx0" brushRef="#br0" timeOffset="67570.12">3111 3862 267 0,'0'0'47'15,"0"0"-29"-15,0 0 23 32,0 0 26-32,0 0-6 15,0 0-8-15,0 0-1 0,0-19-12 16,0 19-12-16,0 0-3 15,0 0-3-15,0 0-1 16,0 0-7-16,0 0-5 16,0 0-1-16,0 16-8 15,-4 6 6-15,4 6 3 0,-4 2-8 16,-5 4 5-16,5 6-2 16,0 0 7-16,0 3 11 15,0 0-9-15,4-8-2 16,0-2-7-16,0-11 2 15,0-3-4-15,0-7-1 16,0-3 0 0,0-3-1-16,0 3 0 15,0-5 0-15,0-1-1 16,0-3-2-16,0 0-29 16,0 0-46-16,0 0-25 15,0 0-5-15,0 0-9 0,0-3-3 16</inkml:trace>
  <inkml:trace contextRef="#ctx0" brushRef="#br0" timeOffset="69402.08">3078 3853 288 0,'0'0'60'15,"0"0"-50"-15,0 0 54 16,0 0 21-16,0 0-36 0,0 0-30 16,0-15 12-16,0 11-4 15,0 4 1-15,0 0 11 16,0 0-6-16,0 0-4 16,8 0-13-16,9-3-1 0,3 0 18 15,9-3 7-15,0 6-2 16,3-3-10-16,6 0-14 15,3 3-2-15,4 0-2 16,-4 0 1 0,4 0-3-16,1 0-3 15,-6 0-3-15,10 0-1 16,-1 0 0-16,4 0-1 16,5 0 1-16,3 0-1 15,1 0 0-15,0 0 0 16,-1 0 1-16,1 0-1 15,-1 0-2-15,-3 0 2 0,8 0-1 0,-9 0 1 16,5 0-3-16,-6 0 1 16,2 0 2-16,-4 0-1 15,3-6 1-15,1 3 0 16,-1-1-1-16,-4 1 1 31,5 1 0-31,7-2 0 16,-3 4 0-16,8-6 0 0,-4 3 0 15,-1 0 0-15,1 3 0 16,-9 0 0-16,-3 0 0 16,4 0 0-16,-14 0 0 15,-3 0 0-15,1 0 1 16,-1 0-1-16,-1 0 1 16,-2 0-1-16,7 0 2 0,-1 0-2 15,-2 0 0-15,3 0 2 16,-3 0-1-16,-6 0-1 15,5 0 0-15,5 0 0 0,-2 0 2 16,2 0-2-16,3 0 0 31,-4 0 2-31,8 0-1 16,-3-6 0-16,-1 0-1 0,0-1 1 16,1 1-2-16,-10 0 3 15,1 3-1-15,-3 0 0 16,-1-3-1-16,-1-1 3 15,5 5-1-15,-8-5 0 16,9 4 0-16,-10 0-1 0,5-3 1 16,0 6 1-16,-4-3 0 15,3 3 0-15,6 0 0 0,-1 0 2 32,0 0 0-32,4 0-3 0,0 0 0 15,-3 0-2-15,-2 0 1 16,1 0 1-16,-3 0-2 15,-5 0 2-15,-1 0 3 0,1 0-4 16,-4 0 1-16,0 0-1 16,3 0 0-16,-3 0 0 15,12 0-1-15,-4 0 2 0,0 0-1 16,0 0-1-16,-4 0 2 16,0 0-2-16,-4 0 0 31,-10 0 0-31,6 0 0 0,-4 0 0 15,-5 0 1-15,-7 0-1 16,3 0 0-16,-4 0 0 16,1 0 0-16,3 0 0 15,-4 0 0-15,-4 0 0 0,5 0 0 16,-5 0 1-16,0 0-4 16,-4 0 4-16,3 0-1 15,1 0 0-15,-4 0-3 0,4 0 3 31,-4 0 0-31,0 0-2 16,4 0-1-16,5 0 4 16,-1 0-1-16,-4 0 2 15,0 0 0-15,0 0-2 16,5 0 2-16,-5 0 0 0,8 0-2 16,1 0 2-16,-1 0-1 15,0 0-1-15,-3 0 0 16,-1 0 4-16,0 0-8 15,5 0 8-15,-2 0-4 16,1 0 0-16,-3 0 0 0,-5 0-1 16,0-3 1-16,-4 3 0 15,0 0 2-15,0 0-2 16,0 0 8-16,0 0-5 16,0 0-2-16,0 0 2 15,0 0-1-15,0 0-2 0,0 0 2 16,0 0-1-16,0 0-2 31,0 0 1-31,0 0 0 16,4-3-1-16,-4 3 1 0,0 0 0 15,0 0-1-15,0 0 3 16,0 0 0-16,0 0-1 16,0 0-1-16,4 0 0 15,0 0-1-15,-4 0 1 16,9 0 0-16,-5 0 1 0,-4 0-3 15,4 0 2-15,-4 0 0 16,0 0 2-16,0 0-2 16,0 0 0-16,0 0 0 15,0 0 0-15,0 0 2 16,0 0-2-16,0 0 0 16,0 0-2-1,0 0 0-15,0 0-3 16,0 0 0-16,0 15-10 15,0 16 2-15,0 15 13 16,0 7 3-16,0 2 5 16,0-2-2-16,4-1-4 0,-4-3-1 15,0-9-1-15,0-30-92 16,-8-10-239-16</inkml:trace>
  <inkml:trace contextRef="#ctx0" brushRef="#br0" timeOffset="70592.23">3460 3878 196 0,'0'0'92'0,"0"0"-78"0,0 0-9 16,0 0 64-1,0 0 5-15,0 0-20 16,-123 39-19-16,103-23-6 0,-5-1 6 15,-8 7 14-15,4 0-13 16,-4 2-4-16,5 4-4 16,-1-4-12-1,8-2-10-15,5-3-4 16,7-4-2-16,1-5-1 16,8-5-4-16,0-1 0 0,0-4-29 15,13 0-59 1,16 0-34-16,8-9 27 15,-21-4-31-15,0 1-45 16</inkml:trace>
  <inkml:trace contextRef="#ctx0" brushRef="#br0" timeOffset="70856.32">3867 3847 354 0,'0'0'33'15,"0"0"-33"-15,0 0 1 16,0 0 0-1,0 0 2-15,0 0 88 16,-25 55 8-16,-21-21-54 16,-6 6-5-16,-10 0 14 15,5 0 0-15,-5-3-8 16,20-9 9-16,9-6-20 16,18-10-23-16,6-9-9 0,9-3-3 15,0 0-7-15,9 0-65 16,27-9-73-16,18-13 96 15,8-9-46-15,-30 16-62 0,-7 2 6 16</inkml:trace>
  <inkml:trace contextRef="#ctx0" brushRef="#br0" timeOffset="71046.2">4175 3874 116 0,'0'0'158'16,"118"-27"-135"-16,-109 27-23 0,-9 0-1 15,-4 18 1-15,-34 13 25 16,-14 3 59-16,-6 3 35 15,-4 0-47-15,1-6-8 16,7 0-18-16,9-10-1 16,17-12-9-1,15 1-28-15,13-10-7 16,0 0-2-16,8 0-45 0,33-3-126 16,8-19 117-16,-24 9-113 15</inkml:trace>
  <inkml:trace contextRef="#ctx0" brushRef="#br0" timeOffset="71279.39">4510 3930 399 0,'0'0'139'0,"0"0"-112"16,0 0-21 0,-147 74 30-16,77-40 27 0,8-4-16 15,10-2-24-15,14-9 5 16,18-7-6-1,12-5-15-15,8-2-7 16,0-5-4-16,12 0-39 16,25 0-98-16,13-18 97 15,-22 6-130-15,1-1-50 0</inkml:trace>
  <inkml:trace contextRef="#ctx0" brushRef="#br0" timeOffset="71464.42">4818 3988 134 0,'0'0'152'0,"0"0"-80"0,-135 105-52 16,53-59 44-1,0-5 25-15,21-8 27 0,11-14-57 16,25-7-3-16,13-8-27 16,12-4-23-1,0 0-6-15,37 0-37 16,21-16-18-16,15-15 18 0,-35 16-75 15,3-4-92-15</inkml:trace>
  <inkml:trace contextRef="#ctx0" brushRef="#br0" timeOffset="71676.14">5245 3982 374 0,'0'0'131'0,"0"0"-131"15,0 0 0-15,0 0 79 0,0 0 21 16,-192 124-52-1,101-91-21-15,18-5 42 0,19-13 9 16,29-5-19 0,13-7-37-16,12-3-22 0,0 0-4 0,37 0-62 31,21-21-79-31,19-10 61 16,-31 12-122-16,-5 4-52 15</inkml:trace>
  <inkml:trace contextRef="#ctx0" brushRef="#br0" timeOffset="71860.67">5595 4001 275 0,'0'0'271'15,"0"0"-243"-15,-140 86-19 16,54-52 74-16,-5-6-1 0,14-7 1 16,19-5-35-16,25-10-29 15,21-3-6-15,12-3-11 16,12 0-2-16,38-15-52 15,20-16-45-15,20-3-64 16,-53 18-46-16,-1 1-102 0</inkml:trace>
  <inkml:trace contextRef="#ctx0" brushRef="#br0" timeOffset="72060.84">5874 3948 603 0,'0'0'29'16,"0"0"-12"-16,0 0 16 15,0 0 42-15,-198 127-27 16,108-93-7-16,13-4 5 16,15-11 16-16,25-10-29 15,24-6-16-15,13-3-17 0,0 0-2 16,37-3-64-16,25-21-88 16,16-10 38-16,-37 18-96 15,1-2-7-15</inkml:trace>
  <inkml:trace contextRef="#ctx0" brushRef="#br0" timeOffset="72262.25">6255 3890 325 0,'0'0'314'0,"0"0"-312"16,0 0-2-16,0 0 0 16,0 0 55-16,0 0 15 15,-139 92-28 1,82-67-18-16,11-9 4 0,17-4-5 15,17-9-7-15,8-3-11 16,4 0-5-16,8 0-19 0,33-10-72 16,26-14 34-16,10-7-80 15,-36 15-40-15,-8 1 13 16</inkml:trace>
  <inkml:trace contextRef="#ctx0" brushRef="#br0" timeOffset="72478.02">6694 3803 490 0,'0'0'138'0,"0"0"-118"15,0 0-7-15,0 0 36 0,0 0 68 16,-110 102-57-16,57-77-37 16,12-3 22-1,12-10-1-15,8-3-22 16,17-6-13-16,4-3-9 0,0 0-2 16,25 0-29-1,20-15-55-15,29-10 57 16,17-9-71-16,7 3-54 15,-57 19-69-15,-5 3-182 16</inkml:trace>
  <inkml:trace contextRef="#ctx0" brushRef="#br0" timeOffset="72787.35">7343 3791 456 0,'0'0'88'0,"0"0"-88"0,0 0 0 16,0 0 20-16,0 0 9 15,0 0 17-15,17 102 5 16,-42-86 8-16,5-8 1 15,7-1-23 1,5-4-20-16,8-3-14 0,0 0-3 16,8 0-9-1,21-6-48-15,8-10 29 16,8 1-40-16,4 6 7 16,-7 2-17-16,-13 1-21 15,-13 6 73-15,-8 0 26 16,-8 0 26-16,-8 3 5 15,-25 22 6-15,-12 0 56 16,-9-1-44-16,9-5-30 0,0-7 24 16,8 0 26-16,9-5-38 15,-1-1-29 1,8-6-2-16,17 0-110 16,0 0-261-16</inkml:trace>
  <inkml:trace contextRef="#ctx0" brushRef="#br0" timeOffset="73692.5">5139 3535 149 0,'0'0'0'0,"0"0"-22"15,0 0 22-15,0 0 23 0,0 0-3 16,0 0 12-1,16-28 12 1,-7 26-5-16,-1 2-15 16,0-7 20-16,0 1 14 0,1 0 2 15,-1 0-12-15,4 3-11 16,-7-3-7-16,-1 2-2 16,0 1-3-16,-4 3 7 15,3-6 1-15,5 3-1 0,-8-3 4 16,4 0-4-16,-4 3-12 15,4 3-6-15,-4-3-8 16,0 3 1-16,0 0 1 0,0 0-1 16,0 0-7-16,0 0 0 31,0 0-9-31,0 9 9 16,-4 16 4-16,-8 2 2 15,5 7-3-15,3 3 2 0,-1 3-3 16,5-3-1-1,0-6-2-15,0-6 3 16,0-7-2-16,0-6 2 16,0-2-1-16,-4-1-1 0,4-6 1 15,0 0-2-15,-4 0-3 0,0 0-14 32,4 1-32-32,0-1-15 15,0-3-20-15,0 0-43 0,0 0-51 16,0 0-164-16</inkml:trace>
  <inkml:trace contextRef="#ctx0" brushRef="#br0" timeOffset="74140.23">5135 3388 329 0,'0'0'17'0,"0"0"-16"0,0 0 1 15,0 0 29-15,0 0 7 16,0 0-4-16,-61 49-18 16,61-37-15-16,0-9 5 15,15 0 0-15,6-3 3 16,0 0 35 0,16 0 6-16,-4-12 5 15,-1-7-19-15,-3-5-22 16,-8 2 3-16,-13-3 6 15,-8 4 12-15,0 2 14 0,-8 7 21 16,-21 3-30-16,-8 3-39 16,-12 6-2-16,-5 0-35 15,33 0-174-15,-2 9-150 16</inkml:trace>
  <inkml:trace contextRef="#ctx0" brushRef="#br0" timeOffset="75060.69">2405 3939 154 0,'0'0'88'0,"0"0"-47"15,0 0 3-15,0 0 18 0,0 0 7 16,0 0-8-16,-8-15-19 15,8 15-10-15,-4 0-10 16,4 0-7-16,0 0-6 16,0 0 8-16,0 0 1 0,0 0 0 15,0 0-5-15,0 0-4 16,16 0-4-16,13 3 20 31,7 0-5-31,14 0-1 0,20-3-3 16,8 0-1-16,9 0-4 15,-6 0-7-15,-12 0-3 16,-11-3 1-16,-16 3-2 16,-22 0-4-16,-16 0-15 15,-4 0-24-15,0 0 15 16,0 0-12-16,-20 0 11 16,-9 3 27-16,12 0-123 0,1 0-90 15</inkml:trace>
  <inkml:trace contextRef="#ctx0" brushRef="#br0" timeOffset="75444.82">2770 3776 588 0,'0'0'27'16,"0"0"-26"-16,0 0 4 16,0 0 18-16,0 0-11 0,0 0-7 15,-8-9 4-15,8 9-1 16,0 0 6-16,16 6 36 16,5 6 5-16,8 1-7 15,0-4-28-15,0 3-8 16,-1 0-8-16,1 0-3 15,-5 1 0-15,-7-1 0 0,-5-2-1 16,-3 2-3-16,-5 0-8 16,-4 0 3-16,0 4 4 15,-4-1 3-15,-21 7-1 16,-12-1 1-16,-12 4-28 16,-17 3-60-16,-8-1-44 0,-4-2-78 15,9-3 13 1</inkml:trace>
  <inkml:trace contextRef="#ctx0" brushRef="#br0" timeOffset="76346.92">1252 3618 197 0,'0'0'128'16,"0"0"-91"-16,0 0-25 15,0 0 44 1,0 0 5-16,0 0-27 16,0 0-5-16,0-9 0 15,0 9-10-15,0 0-7 16,0 0-12-16,0 9-9 15,-4 22-4-15,-1 9 13 16,1 10 40-16,0 5 11 16,4 1-39-16,0-4-5 0,0-2 3 15,0-10-5-15,0-9-1 0,0-10-4 16,-4-9 1-16,4-5 1 16,0-4-2-16,0-3 0 15,0 0-11-15,0 0-75 16,0 0-99-16,0-13 34 15</inkml:trace>
  <inkml:trace contextRef="#ctx0" brushRef="#br0" timeOffset="76694.69">1194 3532 597 0,'0'0'200'15,"0"0"-200"-15,0 0-2 16,0 0-23-16,0 0 2 16,0 0 4-16,0 0 17 0,29-27 2 15,4 27 6-15,8 0 0 16,4 0 0-16,-4 6-4 16,-8 3-2-16,-4 6-4 15,-9 1-5 1,-8 6-38-16,-8-1 9 15,-4 3 18-15,0 1-12 16,0 0 31-16,-4-4 1 16,-17 1 3-16,-7 6 1 0,-21 3 0 15,-5-3 3-15,-3 2 1 16,-9-2 3-16,9-6-3 16,12-1 14-16,7-6-4 15,14-2-18-15,20-4-6 16,4-9-70-16,0 0-183 15</inkml:trace>
  <inkml:trace contextRef="#ctx0" brushRef="#br0" timeOffset="77084.67">1493 3822 504 0,'0'0'82'15,"0"0"-79"1,0 0-3 0,0 0 0-16,0 0-4 0,0 0 0 15,17 90 4-15,-9-57 22 16,-4-2 2-16,5-6-21 16,-1-13 2-16,4-2 3 15,5-5-6-15,-5-5 8 16,8 0 20-16,1 0-3 0,-1-9-2 15,1-12 2-15,0-7-19 16,-13 0-3-16,-4 3-1 16,-4 4-4-16,0 9 14 15,-29 2 21-15,-8 10 8 0,-12 0-22 16,-4 4-11 0,-1 23-2-16,9-2-16 0,16 0 4 15,21-7-103 1,8-15-77-16,0-3-101 15</inkml:trace>
  <inkml:trace contextRef="#ctx0" brushRef="#br0" timeOffset="77412.53">1839 3551 432 0,'0'0'38'16,"0"0"-38"-16,0 0 0 0,0 0 39 0,0 0 11 15,0 0-25 1,0 0-25-16,12 12 0 16,-12 28 59-16,-8 9 48 15,4 10-66-15,-5 12-23 0,5-6-1 16,4-7-6-1,0-8-3-15,0-13-8 16,0-13 0-16,0-5 3 16,0-7-3-16,0-9-2 15,0-3-7-15,4 0-33 16,1 0-91-16,-1-9-51 16,-4-7-143-16</inkml:trace>
  <inkml:trace contextRef="#ctx0" brushRef="#br0" timeOffset="77852.19">1896 3822 675 0,'0'0'113'0,"0"0"-113"16,0 0-52-1,0 0 50-15,0 0 2 0,0 0-1 16,107 56 1-1,-86-38 0-15,-6-9 0 0,2-5 0 16,-5-1 0-16,1-3-1 16,-1 0-39-16,0 0-32 0,5 0 15 15,-5 0-22-15,-3-7 15 16,3-2 19-16,0 0-2 16,-7-4 18-16,3 1 1 15,-5 0 18 1,-3-4 10-16,0 1 18 0,0 3 59 0,0 3 56 15,0 2 4-15,0 1-53 16,0 6 6-16,0 0-34 16,0 0-31-16,0 0-23 15,0 13-2-15,0 23-7 16,-11 14 7-16,-10 8 8 16,-4 7 7-16,0 6-9 0,9-10 0 15,-1-2-4 1,5-9-2-16,3-14 0 0,9-36-41 31,0 0-244-31</inkml:trace>
  <inkml:trace contextRef="#ctx0" brushRef="#br0" timeOffset="79016.03">2971 4633 245 0,'0'0'63'16,"0"0"-49"-16,0 0-8 15,0 0 34-15,0 0-3 16,0 0 4-16,0 0 11 15,-98 40 9 1,61-34-8-16,-17 6-9 16,-7 4 1-16,-17-4 6 15,-4 0-7-15,4 0-9 0,8 1-11 16,12-7 3-16,10 0-8 16,11-3-3-16,16 0-8 15,9-3 0-15,7 0-1 16,5 0-7-16,0 0-4 15,0 0-62-15,13 0-55 16,3 0 76-16,-3 0-8 16,-1 0-19-16,-8 0-65 0,-4 0 6 15</inkml:trace>
  <inkml:trace contextRef="#ctx0" brushRef="#br0" timeOffset="79342">2422 4617 666 0,'0'0'0'0,"0"0"-39"15,0 0 29-15,0 0 10 0,0 0 3 16,0 0 7-16,-87 96 4 15,59-59 3-15,-5-3 13 16,4-7 28-16,12-2-22 16,9-9-12-1,8-1-18 1,0-6-6-16,0-3-6 0,12-3 4 16,22-3 2-16,3 0 22 15,3 0-10-15,1-9-9 16,-8 0-3-16,-8-3-12 15,-12 6-30-15,-13 6-91 16,0 0-182-16</inkml:trace>
  <inkml:trace contextRef="#ctx0" brushRef="#br0" timeOffset="80136.39">854 4778 267 0,'0'0'89'0,"0"0"-86"15,0 0-2-15,0 0 35 16,0 0 13-16,0 0-1 0,0 0 28 15,48-37 0-15,-48 37-16 16,0 0-1-16,0 0 1 16,0 0-11-16,0 0-31 15,-25 2-15-15,-2 14 0 16,-15 15 12-16,1 0-12 0,8 6 1 16,5-3 1-1,16 3 5-15,7-10-3 16,5-2-6-1,0-6-1-15,13-4-4 0,19-12 1 16,9-3-7-16,9 0 10 16,7-9 22-16,1-16-13 15,-9-3 0-15,-9-5-7 16,-15-1-2-16,-12-3 0 16,-13 9 1-16,0-3 9 15,-5 4 0-15,-28 4 29 0,-3 8-19 16,-1 6-19-16,0 9 7 15,-5 0 4-15,10 6-12 16,8 16-83-16,7-3-85 16,17-11-110-16,0-4-98 15</inkml:trace>
  <inkml:trace contextRef="#ctx0" brushRef="#br0" timeOffset="80390.38">1243 4679 586 0,'0'0'185'15,"0"0"-185"-15,0 0-40 0,0 0 39 16,0 0-10-16,0 0-13 16,46 25 0-16,-46 14 24 15,0 8 13-15,-4-1 16 16,-17-6 1-16,0-6 1 15,1 0-7-15,-1-10-6 16,4-5-7-16,1-10-9 0,5 1-2 16,-2-7-21-16,1-3-118 15,8 0-103-15,0-3-172 16</inkml:trace>
  <inkml:trace contextRef="#ctx0" brushRef="#br0" timeOffset="80621.37">1108 4784 696 0,'0'0'88'16,"0"0"-71"-16,0 0 40 15,0 0-20-15,0 0-27 0,0 0-3 16,98-18-6 0,-61 36-1-16,9-3 0 15,-2 4 0-15,-2-1 1 0,-9-2-1 16,-4-10-31-16,-10 0-48 0,-6-6 26 15,-5 0-49-15,-4 0-72 16,-4 0 47-16,0 0-152 16</inkml:trace>
  <inkml:trace contextRef="#ctx0" brushRef="#br0" timeOffset="80844.14">1535 4657 655 0,'0'0'160'0,"0"0"-160"16,0 0-5-16,0 0-32 16,0 0 32-16,0 0 5 15,29 136 42-15,-13-99-31 0,-3-6-6 16,-2-10-3-16,-3-5-2 16,1-7 4-16,-5-6-4 15,0-3 0-15,-4 0-6 0,0 0-33 16,0-6-21-16,0-9-30 15,0 2-234-15</inkml:trace>
  <inkml:trace contextRef="#ctx0" brushRef="#br0" timeOffset="80979.87">1510 4503 706 0,'0'0'142'0,"0"0"-142"16,0 0-85-1,0 0 47-15,0 0-210 16,0 0 67-16</inkml:trace>
  <inkml:trace contextRef="#ctx0" brushRef="#br0" timeOffset="81660.89">1814 4664 182 0,'0'0'237'16,"0"0"-224"-16,0 0-12 16,0 0 86-16,0 0-4 15,0 0-33-15,12-4-44 16,-32 17-6-16,-9 18-7 16,0 12 7-16,1 6 3 0,7 0 13 31,13-2 0-31,8-10 0 0,0-10 10 0,0-8-19 15,12-10-6-15,5-6 5 16,-1-3 2-16,4 0 23 31,5-9-2-31,-5-22-9 0,-3-9-7 16,0-9-13-16,-13 0-7 16,-4-10-5-16,0 0 2 15,0 1 8-15,-13 5-13 16,1 4 5-16,-5 12 3 15,9 16 7-15,0 11 7 16,4 10 53-16,4 0-5 0,0 0-28 16,0 19-27-16,0 21-34 15,8 9 29-15,17 10 5 16,0-7 0-16,8 1-1 0,-5-4 1 16,0-12-2-16,-7-6 1 15,0-13-3-15,-9-6 3 31,1-9-4-31,-5-3 5 16,4 0 0-16,1-15 7 0,6-19 18 16,-6-6-8-16,-1-6-16 15,-8 6 6-15,0 3-7 16,-4 6-1-16,0 9-6 16,0 13 5-16,-8 9 2 15,-4 0 3-15,-1 6 10 0,-6 34-5 16,6 13-8-16,1 5 0 15,8 4 2-15,4-12 4 0,0-14-6 16,20-11 0-16,0-10-9 16,5-8 9-16,0-7-4 15,-9 0-13-15,-16 0-120 16,0-7-309 0</inkml:trace>
  <inkml:trace contextRef="#ctx0" brushRef="#br0" timeOffset="82482.95">3009 5844 236 0,'0'0'0'0,"0"0"-12"16,0 0 12-16,0 0 10 16,0 0 20-16,0 0 8 15,0 0 26-15,65-12 26 0,-65 12-10 16,0 0-27-16,0 0-18 16,0 0-13-16,-8 3-10 15,-8 12-4-15,-9 1-1 16,-12 2 13-16,-8 10 11 15,-12 3-4-15,-18 0-2 16,-11 6-6 0,-9-3 26-16,-3 3 8 0,8-3 10 15,8-7-31-15,21-9-8 16,11-5-3 0,21-7-13-16,8-6-2 0,13 0-6 15,8 0 0-15,0 0-43 16,0-15-71-16,4-1-41 15,9 4 8-15,-9 6-9 0,4 3 10 16</inkml:trace>
  <inkml:trace contextRef="#ctx0" brushRef="#br0" timeOffset="82753.06">2311 5952 495 0,'0'0'192'15,"0"0"-158"-15,0 0 10 16,0 0 34-16,0 0-51 16,0 0-20-16,-45 86 10 0,16-36-13 15,4-1 3-15,4 3 9 16,10-2 13-16,7-10-2 16,4-6-24-16,0-9-3 0,23-10-3 15,10-6 3-15,5-9 2 16,7 0 4-16,4 0 8 15,0-15-11-15,-3-4-3 16,-18 1-46-16,-12 8-59 16,-16 7-77-16,-4 3-203 15</inkml:trace>
  <inkml:trace contextRef="#ctx0" brushRef="#br0" timeOffset="83433.53">935 6300 221 0,'0'0'103'16,"0"0"-74"-16,0 0 11 16,0 0 74-16,0 0-31 15,0 0-21-15,90-68-2 16,-90 68 6-16,0 0-12 16,0 0 7-16,0 0 6 0,-23 10-32 0,-19 11-32 15,-12 16-2-15,-2-3-1 16,10 3 0-16,9-6 3 15,16 0-3-15,17-10-3 16,4-2 0-16,12-4-8 16,30-2-1-16,12-4-1 15,7 0 11 1,-4 0-1-16,-8 4 3 16,-16-1-11-16,-8 3-16 15,-17 1 9-15,-8 3-11 16,0-1-32-16,-29 0 61 15,-19 1 6-15,-6-3 19 16,-4-4-2-16,5-6 28 16,12-6-7-16,8 0-25 0,16 0-2 15,9-6-17-15,8-13-9 16,4 1-70-16,33-4-4 0,9 4-23 16,-21 8-39-1,-6 4-132-15</inkml:trace>
  <inkml:trace contextRef="#ctx0" brushRef="#br0" timeOffset="84256.1">1194 6485 630 0,'0'0'45'16,"0"0"-43"-16,0 0-2 0,0 0 39 31,0 0-14-31,0 0-13 15,114-120-2-15,-105 96-2 16,-9 5-6-16,0 0-2 16,0 7-3-16,-9 6-2 15,-10 6-24-15,-6 0 17 16,-4 9-19-16,4 19 10 16,0 6 15-16,5 9 6 0,4 0 2 15,12-3 6 1,4-9 1-16,0-6-9 0,13-10 0 15,10-5 2-15,6-10 9 16,0 0 5-16,4-4 1 0,0-20 1 16,-5-4 5-1,-3-6-19-15,-4-3-4 16,-9 3-10-16,-4 3-7 16,-8 7 12-16,0 5 5 15,0 10 9-15,0 6 11 16,0 3 22-16,0 0 13 15,0 0-47-15,5 22-8 16,3 8-10-16,0 1 10 16,5-3 7-16,-1-6-4 0,-4-14-3 15,-5-4 2-15,6-4 2 16,-5 0 11-16,4 0 20 0,8-19-2 16,-3-9 7-1,3-2-10-15,1-7-24 0,0 3-6 16,-5 3-12-16,0 9-12 15,-8 10-7-15,1 9 5 0,-5 3 16 16,0 0 10 0,0 25-11-16,0 15-1 0,4 12 12 15,0-5 6-15,3-14-2 16,1-8-4-16,1-16 3 16,-1-9 3-1,0 0 1-15,5 0 23 16,3-9 0-16,5-22 3 15,4-15-5-15,-5 3-17 16,-4-4-11-16,-4 1-9 16,-4 12-4-16,1 10-2 15,-9 12 7-15,0 8 8 16,0 4 8-16,0 0 17 16,0 22-13-16,0 12-12 0,0 2 0 15,0-1 0-15,4-8 0 16,4-8-9-16,0-10-12 15,5-3-12-15,-5-6-43 0,0 0-11 16,1 0-28-16,-9 0-59 16,0-12-89-1</inkml:trace>
  <inkml:trace contextRef="#ctx0" brushRef="#br0" timeOffset="84472.26">1839 6208 301 0,'0'0'171'16,"0"0"-104"-16,0 0-4 15,0 0 49-15,0 0-46 16,0 0-64-16,0 0 1 16,20 86 48-16,-7-49-24 0,3-3-5 15,0-9 0-15,0-4-4 16,1-5-12-16,-5-13 7 16,-3-3-11-16,-1 0-1 15,4 0 0-15,-8-21 1 16,-4-14-4-16,0-5-86 0,0 22-159 15,-16-4-232-15</inkml:trace>
  <inkml:trace contextRef="#ctx0" brushRef="#br0" timeOffset="84603.59">1777 5853 1121 0,'0'0'0'0,"0"0"-64"0,0 0-113 15,0 0 93 1,0 0-353-16</inkml:trace>
  <inkml:trace contextRef="#ctx0" brushRef="#br0" timeOffset="87899.97">3094 5154 123 0,'0'0'93'15,"0"0"-75"-15,0 0 8 16,0 0 56-16,0 0-19 0,0 0-17 16,0 0-12-16,0 0-8 15,0 0-4-15,0 0 6 16,0 0-2-16,0 0-3 0,0 0-4 16,0 0 3-16,0 0-1 15,0 0 2-15,0 0-5 16,0 0-6-16,0 0 8 15,0 0 10 1,0 0 6-16,0 0 5 16,0 0-5-16,0 0-15 15,0 0-5-15,0 0-7 16,0 0-1-16,13 0 5 16,-5 0 1-16,9 0-3 15,-5 0 0-15,9 0 4 0,-5 0-2 16,0 0-5-16,9 0 0 15,-9 0 0-15,5 0-4 16,-1 0-2-16,1 0-1 16,0 0 1-16,0 0-2 15,2 0 3-15,2 0-3 0,0 0 2 16,8 0-2-16,-4 0 2 31,-1 0 2-31,1 0-4 16,-4 0 1-16,-1 0-1 15,-3 0 0-15,0 0 0 0,-10 0 1 16,10 0-2-16,-9 0 1 16,9 0 0-16,-9 0 0 15,5 0 1-15,-5 0-1 16,5 0 0-16,-1 0 1 0,8 0-1 16,-3 0 0-16,-1 0 0 15,5 0 0-15,-4 0 4 16,4 0-6-16,-5 0 4 15,0 0-4-15,5-4 2 16,-5 4 0-16,1 0 0 16,0-2 0-16,-1 2 2 0,-3 0-2 0,-2 0 0 15,2 0 0-15,-5 0 0 16,5-3 1 0,-9 3-1-16,5 0 0 15,3 0 0-15,1 0 0 0,-1 0-1 16,1 0 1-16,7 0 0 15,-4 0 1 1,-3 0-1-16,3 0 0 16,-3 0 0-16,4-4-1 15,-1 4 1-15,0 0 2 16,5 0-2-16,4-6 0 0,4 3 1 16,0 0-1-1,-1-3 0-15,-3 3 0 0,4 0 0 16,4 0 0-16,-8-1 5 15,7 1-1-15,-7 3-2 16,4-3 2-16,-8 3-2 16,-1 0 0-16,-4-3-2 0,5 3 0 15,-4 0 1-15,0-3 0 16,-1 3-1-16,1 0 0 31,-6 0 1-31,2 0-1 0,-5 0 0 16,5 0 1-16,-5 0-2 15,1 0 2-15,-5 0-1 16,4 0 0-16,1 0 0 16,3 0 0-16,1 0 0 15,-2 0 0-15,10 0 1 16,-4 0-1-16,0-3 0 0,3 3 0 16,1 0 0-16,-4 0 0 15,3 0 0-15,-4 0 1 16,1-3-1-16,0 3 0 15,3 0 0-15,-7 0-1 16,4 0 4-16,-6-3-5 0,2 3 2 16,3 0 0-1,-7 0 0-15,7 0-1 16,1 0 1 0,0 0 4-16,-2 0-4 15,-2 0 0-15,4 0 1 0,-1 0-1 16,1 0 0-16,0 0 0 15,-5 0 0-15,5 0 0 16,-6 0 1-16,2 0 0 0,4-3-1 16,-5 3 0-16,1 0 0 15,-1 0 0-15,5-3 0 16,-1 3 0-16,0 0 0 16,1-4 0-16,-5 2 1 15,5 2-1-15,-4 0 0 0,-1 0 1 31,1 0 0-31,3-3-1 16,-4-1 2-16,0 4 0 0,1 0-2 16,-5 0 1-16,5-3 1 15,-1 3-1 1,-3 0-1-16,3 0 0 16,1 0 1-16,-5 0 0 0,4 0 1 15,0-3 2-15,9 3-2 0,0-6 7 16,0 3-4-16,4 3 2 15,-6-6-5-15,2 3 0 16,0 0-2-16,-4-1 1 16,3 1-2-16,5 1 3 15,-1-1-1-15,1-1 1 16,-4 1-2-16,-4-3 0 0,4 6 0 16,-1 0 0-16,0-3 0 15,1 3 1-15,4 0-1 16,0 0 0-16,0 0 0 15,3 0 0-15,-3 0 0 16,0 0 0-16,-5 0-1 16,1 0 2-1,-1 0-1-15,-3 0 0 16,4 0 0-16,-5 0 1 0,1 0-1 16,0 0 0-16,3 0 0 15,4 0 1-15,-3 0-1 16,0 0 0-16,4 0 0 15,0 0-1-15,-1 0 2 16,9 0-1-16,-8 0 0 0,4 0 0 16,-4 0 0-16,-5 0 0 15,5 0 0-15,-5 0 0 16,1 0 1-16,0 0-1 16,-1 0 0-16,0 0 1 15,-3 0 0-15,0 0 0 16,4 0 0-1,-1 0-1-15,-3 0 1 16,3 0 1-16,-3 0-1 16,-1 0 2-16,-3 0-1 15,-1 0-2-15,1 0 1 16,-1 0 1-16,5 0-1 0,-1 0-1 16,-4 0 0-16,9 0 1 15,-4 0-1-15,4 0 1 16,-5 0-1-16,4-3-1 0,-3 0 1 15,-1 3 1-15,-3 0 0 16,4 0-2-16,-5 0 3 16,1 0-1-16,3 0-1 15,-4 0 1-15,-4 0-1 16,-4-3 0-16,1 3 0 0,-9 0 0 16,4 0 1-16,-4 0 0 15,0 0 0-15,0 0 3 16,0 0 1-16,0 0-1 15,0 0 1-15,0 0-5 16,-4 0-19-16,-17 0-31 16,-11 0-36-1,-1 0-106-15,16 0-54 16,5 0-179-16</inkml:trace>
  <inkml:trace contextRef="#ctx0" brushRef="#br0" timeOffset="91613.12">3292 5077 271 0,'0'0'157'0,"0"0"-110"0,0 0-35 16,0 0 90-1,115-31-56-15,-99 28-38 16,-3-1-3-16,-1 4 5 0,-12 0 10 16,0 0 1-16,0 0-10 15,0 0 5-15,-29 10 28 16,-8 8-23 0,-3-2-5-16,2-4-7 0,9 0 12 15,13-5 29-15,12-4-23 16,4-3-18-16,0 0-9 15,0 0-8-15,0 0-6 16,29 0-7-16,8 0 21 0,16-7 0 16,4-8-10-16,4 3-3 15,1-1-6-15,0 1 15 16,-13 6 4-16,-4 0 2 16,-20 3 6-16,-8 3-1 15,-13 0-7-15,-4 0 0 0,0 0 0 16,-33 12 4-16,-17 7 17 15,-7 2-12-15,0 1-6 16,3-7 4 0,22 1 3-1,7-7 36-15,17-6-29 16,8-3-16-16,0 0-1 16,0 0-15-16,16 0-19 0,25 0 18 15,0-3 11-15,17-6 4 16,-10-4-12-16,10-2 5 15,0 2 5-15,-5-2 3 0,1 6 2 16,-13 3-2-16,-9 6 9 16,-16 0-7-16,-7 0-1 15,-9 0-2-15,0 0-4 16,-9 6-17-16,-23 12 22 16,-9 4 8-16,0-10-4 15,4 1-1-15,12-4-3 0,9-9 5 16,16 0-3-16,0 0-2 0,0 0-2 15,13 0-32-15,23 0-48 16,9-12 65-16,13-1-15 16,-1-2-1-1,-3 5-28 1,-6-2 8-16,2 3 30 0,-9 2 23 16,-4 5 23-16,-9 2 32 15,-15 0-1-15,-9 0-25 16,-4 0-29-16,-8 12 6 15,-24 9 25-15,-10 4-1 16,-7-3-8-16,11-4-14 16,11-8 6-16,6-1 7 15,13-9-4-15,8 0-17 0,0 0 0 16,0 0-8-16,16 0-27 16,16-3-4-16,14-13 39 0,7 1-25 15,0-4-1 1,5 7-8-16,4 0 5 0,-1-1 19 15,5 4 10 1,-9-3 4 0,-7 6 10-16,-21 6 15 15,-13 0 4-15,-16 0-5 0,0 0-12 16,0 0 8-16,-29 0 48 16,-16 15-42-16,-16 3-12 15,-5 1-12-15,8 0-4 16,13-4 3-1,16-9-1-15,17-3-4 0,8 0 1 0,4-3-2 16,0 0-6-16,37 0-25 16,20-18-11-16,17-4 20 15,4 1-14-15,0 2-6 16,-13 3-23-16,-3 4 14 16,-8 0 52-16,-18 6 7 15,-11 0 56 1,-12 6-9-16,-13 0-14 15,0 0-28-15,-13 0 2 16,-24 15 32-16,-12 6-21 0,-4 1-18 16,7-13-2-1,14 1 1-15,16-4-2 0,11-3 2 16,5-3-3-16,0 0-3 16,0 0-14-16,33 0-43 15,12-3 42-15,17-6 4 0,-1-4-9 16,1 4-24-16,0 3-7 15,-5-4 26-15,1 1 17 0,-1 6 8 16,-8-6 4 0,-8 6 5-16,-16 3 15 0,-12 0-2 15,-13 0-8-15,0 0-3 16,0 0 14-16,-13 0 48 16,-16 3-34-16,-16 13-12 15,-1-4-17-15,10-3-6 16,7-6 4-16,13 0-2 15,16 0-5-15,0-3-2 16,0 0 1 0,0 0-10-16,33 0-29 0,11-6 24 15,10-9 3 1,4 2 7-16,-5 4-21 0,0 3 1 16,-7 0 11-1,-6 0 14-15,-3 2 3 0,-8 1-1 16,-12 3 7-16,-9 0 7 15,-8 0-10-15,0 0-6 0,0 0 0 16,-8 13 25-16,-21 2-6 16,-8-2-10-16,5-1 0 15,3 0-6-15,8-9 1 16,13 0-2-16,8-3-2 16,0 0 0-16,0 0-6 15,25 0-58 1,15 0 20-16,18-12 37 15,8 3-6-15,-9-3-26 16,1 5-17-16,-14 1 27 0,-3 3 28 16,-3 0 1-16,-9 3 28 15,-9-3 15-15,-3 3-9 16,-14 0-14-16,-3 0-14 16,0 0-6-16,0 0 0 0,0 0 8 15,-16 6 5-15,-13 6-1 16,-8 1-6-16,8-7 0 15,13 0 0-15,3-3-4 16,9-3 0-16,4 0-2 16,0 0-5-16,17 0-36 15,20 0 21 1,17-9 17-16,-6-3-4 16,10 2-6-16,-8 4-13 15,-6 0 17-15,-2 6 9 16,-5-3 4-16,4 0 25 0,-9 3 12 15,-7 0-10 1,-9 0-6-16,-3 0-14 0,-13 0-3 16,0 0-5-16,0 0 2 15,0 0 20-15,-29 6-9 0,-4 9 1 16,-3-2-5-16,7-7-1 16,12 0-9-16,1 0 4 15,12-6-6-15,4 0 0 16,0 0-5-16,0 0-8 15,28 0-43-15,22-6 25 0,7-6 10 16,9-4 0-16,-1 4-5 16,-3-4-15-16,-5 4 18 15,-3 3 22-15,-9 0 1 16,4 3 21-16,-12-1 4 16,-4 2 11-16,-12 5-10 31,-17 0-5-31,-4 0-15 0,0 0-4 15,-4 0 10-15,-25 0 26 16,-12 0-25-16,-4 5-10 16,4 2 2-16,4-1-4 15,24-6 2-15,5 0-3 16,8 0 0-16,0 0 0 0,29 0-59 16,12-6 13-16,16-10 27 15,13 1 8-15,4-1-14 0,4 1-24 16,-13 3 3-1,1 6 22-15,-12 3 24 0,-9 3 30 16,-12 0 32-16,-13 0 0 31,-7 0-13-31,-9 0-13 16,-4 0-20-16,0 0-15 0,-8 3 1 16,-21 9 11-16,-8-3 9 15,4 3-15-15,0-5 0 16,21-2-1-16,4-5-3 15,8 0-1-15,0 0-2 16,8 0-20-16,21 0-22 16,15-2 27-16,14-14 15 0,3 4-1 15,5 3-5-15,-8 3-5 16,-9-1 1-16,5 7 10 16,-9-3 4-16,-5 3 10 15,-11 0 6-15,-12 0 0 0,-13 0-6 16,-4 0-12-16,0 0-2 15,0 0 0-15,-25 16 4 0,-20-1 4 16,-8 4 2-16,-5-7-3 31,5-6-5-31,16 0 1 0,21-2-1 0,12-4-2 32,4 0 2-32,0 0-2 15,4 0-11-15,29 0-25 16,19 0 25-16,10-7 7 0,5 1-12 15,-2 3-4-15,-7-4-4 16,-14 7 4-16,-3 0 18 16,-12 0 2-16,-8 0 5 15,-13 0 7-15,-4 0-6 16,-4 7-6-16,0 9 1 16,-29 2 0-16,-8 0 11 0,-8 1-10 0,0-7-2 15,4 0 0 1,4-5 0-16,20-1 0 15,17-6 1-15,0 0-1 16,13 0 0-16,32 0-39 16,21-16 31-16,12-2 6 0,-1 5-3 15,6 1-2 1,-10 3-13-16,-6 6 14 16,-14 0 6-16,-17 0 29 15,-15 3 34 1,-8 0 7-16,-13 0-27 0,0 0-7 15,0 0 5-15,0 0-3 16,0 0-14-16,0 0-11 16,0 0-10-16,0 0 0 0,0 0-3 15,0 0 0-15,0 0-2 16,0 0 0-16,0 0-5 16,0 0-15-16,0 0 0 15,0 0 12-15,4-3-4 16,0 0-11-16,4-1-32 15,0-1-58-15,-8 5-51 0,0-4-158 0</inkml:trace>
  <inkml:trace contextRef="#ctx0" brushRef="#br0" timeOffset="92229.89">8054 4968 475 0,'0'0'259'15,"0"0"-252"1,0 0-6-16,-136 0 21 15,103 0 36-15,4 0-50 16,9 0-7-16,8 0 1 16,4 0-2-16,4 0 3 15,0 0-1-15,4 0-2 16,0 0 0-16,0 0-1 16,0 0-36-16,0-12-28 0,8-3 32 15,8 3-4 1,8-7 30-16,5 4-11 15,4 2 7-15,0 4 5 16,0 3 6-16,-5 0 0 16,-3 3 8-16,-4 3 1 15,-5 0 4-15,-8 0 8 16,-8 0-14-16,0 0-7 0,0 0 0 16,-24 6 0-16,-18 10 17 15,-6-4-6 1,-14 0 1-16,5 0 3 15,-1 1 22-15,4-7 2 0,25-6 5 16,14 0 2-16,11 0-10 16,4 0-17-16,4 0-19 0,28-10-1 15,13-5-2-15,9-3-14 16,7 6 2-16,-7 2-32 16,-9 1-16-16,-21 6 60 15,-12 3 3-15,-12 0 7 16,0 0 10-16,-4 0 8 15,-36 0 13 1,-14 12-21-16,-19 10-17 16,3-4 0-16,12-3 0 15,13-2 4-15,20-10 9 0,13 0 18 16,8-3-8 0,4 0-5-16,0 0-18 15,25 0-11-15,16-9 11 16,16-3 0-16,9-4-4 0,-1 4-29 0,1 6-69 15,-17-1-31-15,-41 7 3 16,-8 0-94-16</inkml:trace>
  <inkml:trace contextRef="#ctx0" brushRef="#br0" timeOffset="92916.37">9109 4809 233 0,'0'0'176'16,"0"0"-77"-16,0 0-32 15,0 0 35-15,0 0-55 16,0 0 5-16,8-22-21 16,-8 22-9-16,0 0-18 15,0 0 5-15,0 0 10 0,-8 0-3 16,-5 0-5-16,1 0-1 15,-5 0 1-15,1 0 13 16,-9 0 9-16,1 0-3 0,-13 9-11 16,-17 4-9-16,-11 2 8 15,-9 0-1-15,-8 4 1 16,-5-4-3 0,6 1-5-16,6-10 1 0,23-3 4 0,14-3-7 15,14 0-2-15,11 0-5 16,5 0 2-16,8 0-3 15,0 0 0-15,0 0-13 16,0 0-64-16,16 0 18 16,1 0 34-16,4 0-3 15,-5 0-42 1,9-3-64-16,-17 0-60 16,1 0-53-16</inkml:trace>
  <inkml:trace contextRef="#ctx0" brushRef="#br0" timeOffset="93386.72">8603 4762 265 0,'0'0'202'0,"0"0"-106"15,0 0-34 1,0 0 29-16,0 0-31 16,0 0-2-16,0-3-17 15,0 3-11-15,-12 0-12 16,-12 7 0-16,4 8 9 16,-14 0 6-16,-3 7-1 15,0-1-13-15,1 7-7 16,-1-3-6-16,4-4 2 0,4-2-1 15,12-7 2-15,10-6-8 0,7-3 0 16,0-3-1-16,0 3-4 16,0-3-3-16,0 0 7 15,19 4 2 1,15-4 15-16,3 0-3 0,8 0-4 16,0 0-3-1,0 0-6-15,1 0 2 16,-10 0-1-16,-3 0 0 15,-8 0-1-15,-17 0-1 16,-8 3-1-16,0-3-3 0,0 0-28 16,0 0-25-1,-4 0-119-15,-9 0-201 16</inkml:trace>
  <inkml:trace contextRef="#ctx0" brushRef="#br0" timeOffset="98988.13">9413 4691 455 0,'0'0'47'0,"0"0"-35"0,0 0-12 32,0 0 82-32,0 0-46 0,0 0-33 15,0 0 2-15,0 0 12 16,4-12 10-16,-4 12-1 0,0 0-5 16,0 0-14-16,0 0-7 15,0 0-8 1,0 0 4-16,0 16 4 15,0 8 17-15,0 7-7 0,-4 6 0 16,-1 3-9-16,1 0 1 16,4-3-2-16,0-6 0 15,0-13 0 1,0-3 1-16,0-8 6 0,9-4 15 16,-1 0 1-16,0-3-17 0,5 0 6 15,6 0 13-15,2 0 8 16,4-3-26-16,-1-7-7 15,1-2-7-15,-16 9-108 16,-5-3-107-16</inkml:trace>
  <inkml:trace contextRef="#ctx0" brushRef="#br0" timeOffset="99186.01">9449 4442 733 0,'0'0'0'0,"0"0"-42"16,0 0-50-16,0 0 92 16,0 0 0-16,0 0-45 15,-12-37-113-15,12 37 10 16</inkml:trace>
  <inkml:trace contextRef="#ctx0" brushRef="#br0" timeOffset="99656.27">9729 4698 423 0,'0'0'92'0,"0"0"-85"16,0 0 0-16,0 0 26 15,0 0 19-15,0 0-31 0,-17 138-11 31,5-101-2-31,4-3 2 16,8-3 7-16,0-6 10 16,0-4-6-16,0-9-1 15,4-2 0-15,8-7 6 16,9-3 9-16,-1 0 4 0,8-3 4 16,1-22-11-16,0-6-15 15,-4-3 0-15,-8-2-4 16,-13 5 18-16,-4 0-1 15,0 6 21-15,-21 6-20 16,-8 7-3-16,0 9-18 16,0 3-10-16,-7 0-23 0,-1 0-23 0,0 9-47 15,8 13-53-15,25-13-29 16,4-3-183 0</inkml:trace>
  <inkml:trace contextRef="#ctx0" brushRef="#br0" timeOffset="100073.61">10025 4778 542 0,'0'0'233'16,"0"0"-159"-16,0 0-17 16,0 0 4-16,0 0-61 15,0 0-7-15,32 12 7 16,-32 9 3-16,0 7 0 0,0-3-2 15,4-4 0-15,0-2 0 16,4-10 1-16,-4-2 1 0,-4-4-1 16,4-3 0-1,-4 0 0-15,0 0 4 16,4 0 11-16,5-3 24 16,7-19-8-1,5-3-23-15,0-3-4 0,-1-3-4 16,4 4-2-16,1 6 0 15,0-2-1-15,-5 11 0 16,-11 9-2-16,-5 0 1 16,0 3 0-16,-4 0 1 15,8 0 1-15,0 18 0 16,9 7 12-16,-2 3-6 0,2-3-6 16,0-1-36-16,-5-5-83 15,-8-16-161-15,0-3-187 16</inkml:trace>
  <inkml:trace contextRef="#ctx0" brushRef="#br0" timeOffset="100444.48">10866 4722 470 0,'0'0'208'15,"0"0"-162"-15,0 0-33 16,0 0 58-16,0 0-41 0,0 0-27 15,4 40 14-15,-4-9-3 16,0 0-10-16,0 0 2 16,0-6-3-16,4-4-3 15,0-6 2-15,0-6 2 16,-4-5-3-16,0-1-1 0,0-3-34 31,0 0-43-31,0-3-8 16,0-10-257-16</inkml:trace>
  <inkml:trace contextRef="#ctx0" brushRef="#br0" timeOffset="100560.93">10820 4525 280 0,'0'0'507'0,"0"0"-353"0,0 0-150 0,0 0-4 16,0 0-62-16,0 0-193 15,-12-22-112-15</inkml:trace>
  <inkml:trace contextRef="#ctx0" brushRef="#br0" timeOffset="101148.03">11030 4731 744 0,'0'0'9'0,"0"0"-9"16,0 0-21-1,0 0 21-15,0 0 14 0,74 118-1 16,-58-91-1-16,-4 1-6 0,1-3-4 16,-5-7 23-16,-8-2 1 15,4-11 4-15,-4 2 4 16,0-7-8-16,4 0-9 16,-4 0 6-16,0 0 30 15,0 0 10-15,5-19 5 16,-1-8-50-16,4-7-14 0,0 0 5 15,4 0-5-15,-4 3-3 16,4 9-1-16,-3 7-3 31,-1 6 3-31,-4 2-2 16,0 7 1-16,-4 0 0 0,4 0-12 16,4 0-1-16,5 16 5 15,3 12 7-15,9-1 2 16,-4-2 0-16,-1 0-16 0,0-9-5 15,-7-7 6-15,-5-6 6 16,0-3 8-16,0 0 0 16,1 0 1-16,3-16 13 15,5-11-4-15,-5-11-1 16,0 1-2-16,-3 6 3 0,-2 4-5 16,1 9 14-16,-4 11-5 15,-4 4 17-15,0 3-11 16,0 0-19-16,4 10-14 15,9 17 9-15,-1 10 5 16,9 0 0-16,0-6-5 16,-1-9-17-1,1-4-20-15,-5 1-20 16,-12-19-91-16,-4 0-113 16</inkml:trace>
  <inkml:trace contextRef="#ctx0" brushRef="#br0" timeOffset="101470.62">11707 4660 538 0,'0'0'299'15,"0"0"-299"-15,0 0 9 16,0 0 47-16,0 0-27 15,0 0-29-15,0 19 0 16,0 15 3-16,0 3-2 16,0 6 1-16,0 3-2 15,0 7 3-15,0 2-2 16,8 1 1-16,5-1-2 16,-1-6-4-16,9-8-1 15,-9-8-14-15,0-5 6 0,-8-12-16 0,-4-7-19 16,0-9-56-16,0 0-119 15,0 0-96-15</inkml:trace>
  <inkml:trace contextRef="#ctx0" brushRef="#br0" timeOffset="101720.14">11748 4670 876 0,'0'0'177'16,"0"0"-176"-16,0 0 2 15,0 0 15-15,0 0-18 16,140-50-7-16,-104 81-1 16,-11 3 5-1,-13 3-49-15,-12 0-33 16,0 0 45-16,-44-3 40 16,-14-6 10-16,-4-6 3 0,1-10-1 15,11-3-6 1,22-6 2-16,15-3-8 15,13 0-52-15,0-12-213 16,13-4-185-16</inkml:trace>
  <inkml:trace contextRef="#ctx0" brushRef="#br0" timeOffset="101998.5">12113 4439 539 0,'0'0'152'0,"0"0"-143"16,0 0 52-16,0 0 81 16,0 0-95-16,0 0-11 15,0 0-19-15,0-47-17 0,0 47-15 16,0 28 15 0,0 15 1-16,0 12 13 0,0 11-9 15,4-2 0-15,5 4-5 16,3-3 1-16,1-10-1 15,3-2-46-15,-4-19-61 0,1-7-12 16,-9-27-19-16,0 0-111 16</inkml:trace>
  <inkml:trace contextRef="#ctx0" brushRef="#br0" timeOffset="102753.43">12557 4679 867 0,'0'0'30'0,"0"0"-30"15,0 0 0-15,0 0 0 0,0 0 0 16,0 0-11-16,-140-19 9 16,91 44 1-16,0 6 2 15,12 3 0-15,12 0 12 0,13 0-10 16,12 0-3-1,0-10 6-15,8-5-2 0,17-7-4 16,4-6 0-16,4-6 2 16,3 0-2-16,5 0-3 15,-4-15-7-15,1-7-10 0,-10-5-12 16,-8 2 4-16,-3 0 1 16,-13 10 19-16,0 9 8 15,-4 6 2-15,0 0-2 16,0 0-20-1,0 9 16-15,-8 15 4 16,-5 4 2-16,9-3 5 16,4-9 9-16,0-11 26 15,0-1-8-15,0-4 2 16,8 0-1-16,17-7 8 16,4-17-20-16,8-7-23 15,0 0-3-15,-4-3-34 0,-4 3 12 16,-9 10 14-16,-3 9 9 15,-9 5 2-15,-8 7 0 16,0 0 22-16,0 0 2 0,0 28-15 16,0 6 19-1,0 6-6-15,0-3-19 0,0-9-3 16,0-4 0 0,0-8 6-16,7-10 1 15,6-3 7-15,3-3 12 16,9 0 2-16,4-12-1 15,0-13-11-15,7-9-12 16,-11 7 2-16,0-4-2 16,-9 9-2-16,-7 9-2 15,-5 8 3-15,-4 5-1 0,0 0 9 16,0 0-11-16,0 18-8 16,0 7 8-16,8 3 4 15,4-10-4-15,5-3 0 16,-1-5 5-16,8-4-4 15,9-6 4-15,9 0-5 16,7-3-44-16,-29-10-156 0,-8 1-146 16</inkml:trace>
  <inkml:trace contextRef="#ctx0" brushRef="#br0" timeOffset="103084.92">13238 4445 11 0,'0'0'312'15,"0"0"-298"-15,4-108 63 16,-4 89 105-16,0 7-27 16,0 6-32-16,0 3-33 15,0 3-11-15,0 0-42 0,0 0-23 16,0 0-10-16,0 0-4 15,0 0-3-15,0 24-10 16,0 16 13-16,8 13 19 16,9 8-11-16,-1 7-4 15,5 0 2-15,4-3-4 16,4-3 0-16,-10-10 0 16,-2-9-2-1,-1-12 0-15,-3-6-1 0,-5-10-20 16,-8-12-47-16,0-3-186 15,0 0-290 1</inkml:trace>
  <inkml:trace contextRef="#ctx0" brushRef="#br0" timeOffset="103239.6">13127 4642 495 0,'0'0'580'0,"0"0"-560"0,0 0-13 16,165-62 28-16,-80 53 1 15,10 3-31-15,0 0-5 16,-67 6-28 0,-11 0-208-16</inkml:trace>
  <inkml:trace contextRef="#ctx0" brushRef="#br0" timeOffset="104606.25">9717 5446 275 0,'0'0'230'16,"0"0"-230"-16,0 0-31 15,0 0 31-15,0 0 54 16,0 0 1-16,-17 133 11 16,13-77-17-16,0 2-14 0,0 7 22 15,-1-1-31-15,1 2 0 16,4-5-21-16,0-12 0 16,0-15 0-16,0-6 8 15,0-10-6-15,0-8-5 16,0-7 0-16,0 0-2 15,0-3-1-15,0 0-39 0,0-3-62 16,0-13-190-16</inkml:trace>
  <inkml:trace contextRef="#ctx0" brushRef="#br0" timeOffset="105176.2">9536 5484 403 0,'0'0'313'0,"0"0"-238"15,0 0-53-15,0 0 139 0,0 0-64 16,0 0-67-16,-21-16-30 16,21 13-7-16,0 3-1 31,0 0-2-31,8 6 9 15,17 16 1-15,16 6 0 0,-4 5 0 16,12 11-1-16,5 5 0 16,3 3-6-16,-4 7-16 15,0 0-7-15,-3 2-16 16,-9-3-5-16,-12-2 15 16,-9-6 26-16,-12-7 6 0,-8 0 1 15,0-10 3-15,-32 2 4 16,-22-8 13-16,-19 1 5 0,-14-3 12 15,1-1 24-15,4-14 2 16,21 2-10-16,15-12-23 16,21 0-17-16,13 0-4 15,12 0-6-15,0-9-59 16,21-10-61-16,20-3-42 16,-12 13-14-16,3-3-110 31</inkml:trace>
  <inkml:trace contextRef="#ctx0" brushRef="#br0" timeOffset="110945.18">10258 5940 419 0,'0'0'224'0,"0"0"-190"0,0 0-34 16,0 0 0-16,0 0 40 16,0 0 19-16,0 62-35 15,0-41 8-15,0 3 19 16,4 4 5-16,-4 0-16 15,4 0-17-15,-4 9-3 0,0 3 4 16,0-3 0-16,0 0-7 16,0-3-14-16,0-7-1 15,0-8 2-15,0-3-4 0,0-8 2 16,0-8-2 0,0 0-34-16,0 0-80 0,0 0-91 15,0 0-100-15</inkml:trace>
  <inkml:trace contextRef="#ctx0" brushRef="#br0" timeOffset="111225.78">10085 6421 481 0,'0'0'253'15,"0"0"-190"-15,0 0-57 0,0 0 43 16,0 0 3-16,0 0-13 15,-24 6-25-15,28-6-6 16,12 0 17-16,1 0-7 16,8 0-6-16,4 0-4 15,7 0-3-15,9 0 1 0,-3-6 3 16,-5 6-1 0,-5 0-1-16,-11 0-6 15,-13 0-1 1,-8 0 4-16,0 0-4 0,0 0-17 15,-8 0-50-15,-9 0-113 16,0 0-176-16</inkml:trace>
  <inkml:trace contextRef="#ctx0" brushRef="#br0" timeOffset="111661.78">10077 6007 481 0,'0'0'163'0,"0"0"-135"0,0 0 43 15,0 0 70-15,0 0-51 16,0 0-38-16,-12-15-25 16,12 12-3-16,20-3 3 15,9 0 9-15,21-7-3 0,7 7-21 16,9-3-4-16,-1 0 2 15,1 3 1-15,-13 3-4 16,-12 3-3-16,-16 0-2 16,-12 0 1-16,-13 0-3 15,0 0-1-15,0 0-2 16,-38 0-52 0,18 0-78-16,-12 0-277 15</inkml:trace>
  <inkml:trace contextRef="#ctx0" brushRef="#br0" timeOffset="126012.54">11145 6063 284 0,'0'0'92'15,"0"0"-78"-15,0 0 6 16,0 0 74-16,0 0-22 16,0 0-34-16,0 0-5 0,0 0 7 15,0 0-9-15,0 0 4 16,0 0-3-16,-4 3-3 15,4-3-4-15,0 0-5 0,8 0-10 16,13 0 2-16,7 0-6 16,5 0 2-16,8 0-6 15,9 0 1-15,6-3 1 16,2-3 1-16,3 6-1 16,-7-6 3-16,-4 6 7 15,-14 0-2 1,-11-4-2-16,-13 2-7 15,-4 2 4-15,-8 0-1 16,0 0-1-16,0 0 1 0,0 0-6 16,0 0-7-1,0 0-88-15,-4 0-65 0,-4 0-218 16</inkml:trace>
  <inkml:trace contextRef="#ctx0" brushRef="#br0" timeOffset="126463.39">11243 6011 358 0,'0'0'211'15,"0"0"-191"-15,0 0-19 16,0 0-1-16,0 0 12 16,0 0-3-16,0 0-7 0,8-9 5 15,-8 9 36-15,0 0-22 16,-8 2 8-16,-8 11 10 16,-5-1-13-16,-7 1 17 15,-1 5-1-15,-8 4 6 0,4-1-2 16,4 4 6-1,1-4-14-15,11-2-28 0,5-3-4 16,8 2-6-16,4-9 0 31,0 0 0-31,16 0 1 0,13-2 14 16,12-1-5-16,8-6-7 16,5 0-1-16,3 0 0 0,-3 0-2 0,-2 0-26 31,-10 0-111-31,-38 0-110 0,-4 0-182 15</inkml:trace>
  <inkml:trace contextRef="#ctx0" brushRef="#br0" timeOffset="126925.98">12167 5856 285 0,'0'0'194'0,"0"0"-159"0,0 0-29 15,0 0 7-15,0 0 25 16,0 0 23-16,0 0-9 16,-29 65 6-16,17-34-2 15,12 0-11-15,0 0-14 16,0-3-6-16,0-4 0 15,0-2-7 1,8-1-8-16,9-9 5 16,-1 1-2-16,1-7 3 15,-1-6-12-15,-4 0-4 16,-4 0-18-16,0 0-29 16,-4 0-52-16,0-12-37 0,-4 2-121 15</inkml:trace>
  <inkml:trace contextRef="#ctx0" brushRef="#br0" timeOffset="127079.77">12192 5560 764 0,'0'0'58'0,"0"0"-58"15,0 0-220-15,0 0 204 16,0 0 9-16,0 0-199 15</inkml:trace>
  <inkml:trace contextRef="#ctx0" brushRef="#br0" timeOffset="127481.16">12409 5841 456 0,'0'0'209'0,"0"0"-167"16,0 0-42-16,0 0 36 15,0 0 31 1,0 126-51-16,-8-89-8 0,-5 4-1 16,5-4-1-16,8-10-3 15,0-2 1-15,0-10-2 16,4-3-2-16,13-12 9 15,3 0 42 1,5 0-22-16,0-9 3 16,7-15 0-16,-7-4-6 15,-9-3-2-15,-3-3-4 16,-13 1 2-16,0 2 14 0,0 0-1 16,-29 3-22-16,1 7 0 15,-1 8-13-15,0 4-8 16,4 9-34-16,-4 0-27 0,4 0-50 15,2 15-34-15,19-3-83 16,4-5-86-16</inkml:trace>
  <inkml:trace contextRef="#ctx0" brushRef="#br0" timeOffset="127876.12">12582 5896 379 0,'37'-12'95'0,"-33"12"-65"0,0 0 123 0,-4 0 10 15,0 0-60-15,0 4-49 16,0 20-53-16,0 10 6 16,0 3-4-16,0-3 5 15,0-9-7 1,0-10 0-16,0-3-1 16,4-9 0-16,4-3 0 0,4 0 9 15,0 0 24 1,9-6 0-16,0-15-6 0,3-4-21 15,-3-3-1-15,-4 0-2 16,-1 0-1-16,-9 4-2 16,2 8-5-16,-9 8-10 0,0 8 3 31,0 0 5-31,0 0 4 16,0 15 3-16,0 9 9 15,0 1-6-15,0 6-3 16,0-10 2-16,4 1-2 0,12-6-18 15,5-11-50-15,-5-1-46 16,9-4-44-16,-16 0-66 16,3 0-282-16</inkml:trace>
  <inkml:trace contextRef="#ctx0" brushRef="#br0" timeOffset="128141.28">13079 5798 379 0,'0'0'330'16,"0"0"-264"-16,0 0-49 15,0 0 133-15,0 0-35 16,0 0-81-16,0 0-27 16,-4-52-7-16,-1 70-7 15,-3 4 4-15,4 2 1 16,4 1 0-16,0 3 2 16,0-3 0-1,0 2 0-15,12 1 0 16,-3-4 1-16,-2-2 0 15,-7 0 0-15,0-7-1 0,0 1 2 16,0-4 1 0,-11-3 0-16,-18-3-3 0,8 0-64 15,9-6-185-15,3 0-282 16</inkml:trace>
  <inkml:trace contextRef="#ctx0" brushRef="#br0" timeOffset="132374.01">13604 5798 404 0,'0'0'75'0,"0"0"-71"16,0 0 30-1,0 0 23-15,0 0 11 16,0 0-8-16,0 0 11 16,4-111 11-16,-4 105-11 15,0 3 5-15,0 0-10 16,0 3-24-16,0-4-16 16,0 4-11-16,0 0-5 15,0 0-6-15,0 0 1 0,0 0-5 16,0 0-3-16,0 4-9 15,0 17 8-15,0 16 4 16,0 12 16-16,0 13-10 16,0 0-4-16,-8 3 4 0,3-1-6 15,-3-8 3-15,8-4-3 32,0-6 2-32,0-12-2 15,0-9 0-15,0-6 0 0,0-10-2 16,0-3-1-16,0-3 1 15,0-3-7-15,4 0-25 16,-4 0-22-16,4 0-63 16,1 0-99-16,-5-9-108 0</inkml:trace>
  <inkml:trace contextRef="#ctx0" brushRef="#br0" timeOffset="132691.1">13633 5872 504 0,'0'0'129'16,"0"0"-110"0,0 0 30-16,0 0 32 0,0 0-23 15,0 0-32-15,0 0-16 16,102-77 2-16,-77 77-2 16,0 0-6-1,-2 9-3-15,-2 12 6 0,0 4-4 16,-5 0-1-16,-3 3-2 15,-9-7-16-15,-4 1-19 0,0-7 35 16,0 1 8-16,-13-4 3 16,-3 1-4-16,-9-11 9 15,-3 5 7-15,-5-7 2 16,0 0-13-16,4 0-7 16,0 0-5-16,9 0-24 15,8 0-41-15,12-4-97 0,0 1-189 16</inkml:trace>
  <inkml:trace contextRef="#ctx0" brushRef="#br0" timeOffset="133422.51">13903 5964 677 0,'0'0'85'0,"0"0"-85"15,0 0 0-15,0 0 33 16,0 0 4-16,0 0 16 16,70 3-8-16,-37-15-10 15,0-7-23-15,0-2-2 0,-5-1-7 16,-3 1 2-16,-9-1-5 16,-3 1-3-16,-13 2 0 15,0 4-5-15,0 2 5 16,-13 4-6-16,-12 6 9 15,-3 3-4-15,-5 0-5 16,0 0 9 0,4 12 0-16,0 10 0 15,6 6-3-15,10 0 1 16,5 0 1-16,8-4-2 0,0 0 2 16,0-5 0-16,21-3-3 15,2-4-8 1,6-6-7-16,4-6-22 15,-8 0 6-15,0 0-11 0,-1 0-32 0,-3-12-5 16,-5-10 40-16,1-2 22 16,-1-1 21-16,-8 0 2 15,5 4 5-15,-5 5 21 16,0 4 13-16,-4 9 15 16,1 3-5-16,-1 0-22 15,0 3 8-15,0 18-17 0,4 10 4 16,-4 3 3-16,4 0-13 15,-4 3-3-15,0-6-1 16,0-6-10-16,0-10 5 16,0-6-3-16,-4-9 25 15,0 0 3-15,0 0 5 16,0 0 10 0,0-6 30-16,0-12-56 15,0-7-2-15,0-3 7 16,0-6-3-16,9-6-11 0,3 0-9 15,5 6-1-15,3 3 0 16,1 10-2 0,4 8-4-16,3 4 3 15,-4 6-11-15,9 3-25 0,-4 0-36 0,4 0-39 16,-28 0-87-16,-5 0-244 16</inkml:trace>
  <inkml:trace contextRef="#ctx0" brushRef="#br0" timeOffset="134256.26">14922 5755 518 0,'0'0'125'0,"0"0"-112"16,0 0 53-16,0 0 74 15,0 0-63-15,0 0-38 0,8-22-21 0,-8 22-7 16,0 0 6 0,0 0 2-16,0 0-9 15,0 0-10-15,0 25 0 0,0 3 22 16,0 8-3-16,0 2-13 15,0 2-3-15,0-4 0 16,0 2-1 0,0-10-2-16,4-10 1 15,8-6 0-15,1-6 0 16,2-2 1-16,2-4-2 16,3 0-3-16,5-10 3 15,4-11-3-15,-4-4 2 16,3-6 0-16,-3-3 1 15,-1 1-5-15,-3-2-5 0,-8 4 5 16,-9 13 1-16,4 6 1 16,-8 6 3-16,0 6 22 15,0 0 3-15,0 0-8 16,0 0-17-16,0 21-2 16,0 4 2-16,-4 6 0 0,4-3 1 15,0-1 0 1,0-2-1-16,0-7-20 15,8-2-11 1,0-7-30-16,1-3-17 0,-1-6-57 16,4 0 3-16,0 0 15 15,-12 0-44-15,4-12-25 16</inkml:trace>
  <inkml:trace contextRef="#ctx0" brushRef="#br0" timeOffset="134812.53">15319 5844 111 0,'0'0'76'15,"0"0"-11"-15,0 0 57 16,25-105 14-16,-25 99 3 0,4 6-18 15,-4 0-42 1,0 0-42-16,0 0-30 0,0 6 2 16,0 19 3-16,0 3 24 15,0 5-25-15,0 5-8 32,0-5 1-32,0-5-1 0,5-3-1 15,3-10-2-15,0-5 1 0,-4-7 0 0,9-3 3 16,-1 0 5-1,3-10 30-15,6-14-8 0,0-7-22 32,4 0-1-32,-5 0-3 0,-3 3 2 15,-1 7-3-15,-7 12 6 16,-5 6 6-16,-4 3-3 16,0 0-1-16,0 9 1 15,0 18-11-15,0 4 7 16,0 4-5-16,0-14-3 15,0-2 0-15,0-7-1 0,11-6 0 16,18-6-1-16,4 0-3 16,13 0 2-16,-2-25-15 15,-3-3-17-15,-3-2 1 16,-9-4 0-16,-9 6 20 0,-8 6 13 16,-4 7 1-16,-8 6 3 31,0 9 27-31,0 0 11 15,0 0-15-15,0 9-27 0,-8 16-7 16,0 5 7-16,8 1 0 16,0 4 0-16,0-11 1 15,0 0-1-15,20-8 1 16,-3-10-1-16,3 0-1 16,1-6-6-16,0 0-31 0,-17 0-85 15,-4-6-198-15</inkml:trace>
  <inkml:trace contextRef="#ctx0" brushRef="#br0" timeOffset="134960.84">15792 5450 253 0,'0'0'797'0,"0"0"-797"0,0 0-188 16,0 0 98-1,0 0-20-15,0 0-263 0</inkml:trace>
  <inkml:trace contextRef="#ctx0" brushRef="#br0" timeOffset="135183.87">16157 5403 519 0,'0'0'312'16,"0"0"-262"-16,0 0-37 15,0 0-13 1,0 0 28-16,8 142 1 16,-8-83-9-16,0 3 5 0,0 5-7 15,0-2-7-15,0 0-3 16,0-13-3-16,12-9 0 16,-8-12-3-16,1-6-2 15,-5-16-48-15,0-9-95 16,0 0-220-16</inkml:trace>
  <inkml:trace contextRef="#ctx0" brushRef="#br0" timeOffset="135346.63">15956 5752 1004 0,'0'0'99'0,"0"0"-99"0,0 0 0 15,115-43 44-15,-50 36-22 16,13 4-21-16,8 3-1 15,-53 0-97-15,-8 0-241 0</inkml:trace>
  <inkml:trace contextRef="#ctx0" brushRef="#br0" timeOffset="136185.56">17048 5684 596 0,'0'0'106'0,"0"0"-95"15,0 0 90 1,0 0 10-16,0 0-83 16,0 0-22-16,-95-31 2 15,46 44 8-15,-4 8 19 16,-1 10 3-16,9 3-2 16,12 0-23-16,13 0-13 15,8-7 1-15,12-2 1 0,0-6 0 16,0-10-2-16,16-3 21 15,21-6-11-15,8 0-2 0,9 0-2 16,7-10-6-16,-3-8-7 16,-13 3-3-16,-13-4-4 15,-11 4 5-15,-13 8 3 0,-8 7 3 32,0 0 3-32,0 0 0 0,-4 3-22 0,-13 19 22 15,5 0 0-15,4-3-5 16,8-4-37-16,0-6 23 15,0-9 10-15,25 0-48 16,12 0 57-16,12-9-2 16,8-19-2-16,1-6-64 15,-5 0-65 1,-4-3 41-16,1 6 88 16,-21 3 4-16,-5 10 44 15,-12 12 82-15,-12 3 16 16,0 3-25-16,0 0-56 0,0 0-30 15,0 25-30 1,0 5 0-16,0 8 3 0,0-2-3 16,0-2-1-16,0-3 0 15,13-6-1-15,-5-7 2 0,0-8 1 16,4-5-1-16,-7-5-1 16,-1 0 0-16,4-5 18 15,0-20 31-15,5-9-25 16,-1-9 3-16,-4 3-2 31,5-3-9-31,-5 8-8 0,-1 8-1 16,2 9-4-16,-5 5 1 15,-4 10-4-15,4 3-3 16,-4 0-18-16,4 0-32 16,4 0-47-16,9 0-8 15,-9 0-99-15,4 0-167 16</inkml:trace>
  <inkml:trace contextRef="#ctx0" brushRef="#br0" timeOffset="136855.43">17881 5699 687 0,'0'0'124'16,"0"0"-124"-1,0 0 0-15,0 0 75 16,0 0-5-16,0 0 50 15,91 25-55-15,-54-38-32 16,3-2-25-16,-3-3-4 16,-4-1 2-16,-4 1-2 15,-12 0-3-15,-6 2 0 0,-11 1-1 16,0 5-17-16,-19 7-26 16,-27 3 32-16,-12 0 0 15,1 16 2-15,-1 12 9 16,17 2-1-16,21 1 2 0,12 3 12 15,8 0 6-15,0-4-5 16,28-2 14-16,18-13-17 16,11 1 2-16,9-7-13 0,16-9-10 15,0 0-58-15,-8 0-90 16,-13 0-82-16,-3-18-12 16,-17-4 34-1,-17-6-41 1,-15-2 259-16,-9-4 29 15,0 0 164-15,-5 3-62 16,-15 9-26-16,7 10 43 0,-6 6-38 16,6 6-21-16,-3 0-25 15,-5 6 0-15,9 19-28 16,-5 6 8-16,5 3-19 16,8-4-5-16,0-5-2 15,4-3 1-15,0-10 5 16,0-6-3-16,4-6 2 0,16 0-10 15,5 0-10-15,8-9 0 16,3-16-3-16,-3 4-21 0,-4 2-3 16,-12 4 16-1,-13 11 8-15,-4 4 23 0,0 0 34 16,0 0-14-16,0 22-35 31,0 6 1-31,0 0 2 0,0-4-6 16,0-2 0-16,21-7-5 15,12-5-31-15,-14-10-56 16,2 0-290-16</inkml:trace>
  <inkml:trace contextRef="#ctx0" brushRef="#br0" timeOffset="136952.97">18788 5825 1161 0,'0'0'61'16,"0"0"-61"-16,0 0-410 15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55:40.36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2451 9740 171 0,'0'0'0'0</inkml:trace>
  <inkml:trace contextRef="#ctx0" brushRef="#br0" timeOffset="84.8">2266 9740 69 0,'-46'0'95'16,"-7"0"37"-16,-5 0-68 15,1-3-5-15,4-3-9 16,3-3-4-16,9 3-46 15,33 2-16 1,4 2-136-16</inkml:trace>
  <inkml:trace contextRef="#ctx0" brushRef="#br0" timeOffset="1254.71">1970 9087 684 0,'0'0'52'0,"0"0"-51"16,0 0 2-16,0 0 72 16,0 0 35-16,0 0-49 15,0-49-22-15,0 49-17 16,0 0-6-16,0 0-1 0,0 0 11 16,0 0-11-16,0 9-15 15,0 19-1-15,0 12 1 16,8 12 5-16,13 13 0 15,8 6-4-15,7 9 0 16,-3 3 5-16,4 0-5 16,1 4 0-1,-11-11-1-15,2 2 1 16,-8-14 1-16,0-14-1 0,-9-10 0 16,-4-15-1-16,1-7 13 15,-5-5 2-15,0-10-10 16,-4-3 4-16,0 0 11 15,4 0 4-15,-4 0 7 16,0-7 16-16,4-27 1 0,0-12-32 16,8-16-16-16,0-14 2 15,9-8 0-15,4-11-2 16,12-7 0-16,15 4 0 16,2 5-2-16,0 16 2 15,-10 18-1-15,-15 22 1 16,-12 12 0-1,-9 16 0-15,0 6 0 16,-8 3 1-16,0 0-1 16,0 0-2-16,0 0-16 15,0 3-44-15,0 22-39 16,0-10-57-16,-8 7-209 16</inkml:trace>
  <inkml:trace contextRef="#ctx0" brushRef="#br0" timeOffset="1623.99">2967 9787 666 0,'0'0'78'16,"0"0"-76"-16,0 0 30 16,0 0 104-1,0 0-112 1,0 0-24-16,0 0 0 0,9 107 18 16,-9-64 31-16,0 7-28 15,-5-6-2-15,5-8 10 16,0-2-27-16,0-3-2 15,0-16 0-15,0-2 1 16,0-7-3-16,0-6-1 0,0 0-37 0,0 0-14 16,0 0-1-1,0-12-54-15,0-7-154 16</inkml:trace>
  <inkml:trace contextRef="#ctx0" brushRef="#br0" timeOffset="1809.75">2709 9833 1101 0,'0'0'105'15,"0"0"-105"-15,0 0-1 0,0 0 1 16,0 0-5-16,0 0-3 16,90-37 8-16,-12 24 0 15,0 4-58-15,5 3-111 0,-60 6-114 16,-6 0-189-16</inkml:trace>
  <inkml:trace contextRef="#ctx0" brushRef="#br0" timeOffset="2211.44">3333 9743 640 0,'0'0'366'0,"0"0"-347"15,0 0-19 1,0 0-28-16,0 0-12 0,0 0 40 15,45 118 24-15,-29-72-15 16,-8-3-7-16,1 0 9 0,-5-12-10 16,0-3-1-16,-4-16 11 15,4-6 23-15,-4-2-9 16,0-4 8-16,4 0-5 16,0-13 12-16,1-17 27 15,-1-14-50-15,8-2-17 16,5 3 0-16,2 3 0 15,6 6-1-15,-4 12-1 16,-5 13 2-16,-3 9-4 0,-1 0 0 16,5 21-19-16,3 19 16 15,1 10 7-15,-1 2 2 16,0-5 5-16,-3-7-4 16,-1-9-2-16,-3-7 1 0,-5-12-1 31,0-8-2-31,1-4-12 15,-1-7-89-15,-4-11-116 0,-4-4-355 16</inkml:trace>
  <inkml:trace contextRef="#ctx0" brushRef="#br0" timeOffset="2743.39">4610 9765 274 0,'0'0'802'15,"0"0"-802"-15,0 0-8 16,0 0 8-16,0 0 22 16,0 0-22-16,37-28-6 15,32 19 6-15,17 0 0 0,5 0 0 16,-5 3 0-1,-12 6-1 1,-21 0 1-16,-20 0-36 16,-25 3-16-16,-8 0-130 15,-12 6-220-15</inkml:trace>
  <inkml:trace contextRef="#ctx0" brushRef="#br0" timeOffset="2943.92">4749 9993 514 0,'0'0'448'0,"0"0"-444"16,0 0 1-16,0 0 46 15,0 0 70-15,152 15-81 16,-83-23-19 0,10-5-15-16,-2 7 1 15,-6 0-7-15,-6 0-13 16,-7 6-83-16,-46 0-126 15,-8 0-271-15</inkml:trace>
  <inkml:trace contextRef="#ctx0" brushRef="#br0" timeOffset="3477.29">5878 9423 601 0,'0'0'135'16,"0"0"-135"-1,0 0-8-15,0 0 8 16,0 0 27-16,0 0-5 0,0 0 9 0,37 95 12 16,-12-30-1-16,-1 6-5 15,0 3-5 1,1-6-12-16,4-3-11 16,-8-13-5-16,4-9 3 0,-6-12-2 15,2-12 1-15,-4-10-5 16,-9-9 8-16,0 0 11 15,4-15 55 1,1-23 42-16,12-11-86 0,-1-19-17 16,0-9 0-16,5-6-4 15,-4 3-5-15,-4 6 2 16,3 15 4 0,-7 13 5-16,0 19 4 15,-10 4-7-15,-3 11-8 16,0 6-5-16,0 3 0 15,-4 3-18-15,4 0-37 16,5 0-47-16,-9 13-113 0,8 2-145 16</inkml:trace>
  <inkml:trace contextRef="#ctx0" brushRef="#br0" timeOffset="3728.03">6658 9722 613 0,'0'0'435'0,"0"0"-424"16,0 0-10 0,0 0 0-16,4 132 30 15,-12-82-13-15,0 6-4 16,8-4-12 0,0 3-1-16,0-3 1 0,16-11-2 15,1-4 1-15,-6-16 0 16,2-8-2-16,-5-11-2 15,0-2-23-15,0 0-46 0,-8-8-70 16,0-11-20-16,0-6-249 16</inkml:trace>
  <inkml:trace contextRef="#ctx0" brushRef="#br0" timeOffset="3980.85">6588 9737 1000 0,'0'0'125'16,"0"0"-116"-16,0 0 29 15,0 0 12-15,0 0-50 16,0 0-3-16,70-46-3 16,-1 46 1-16,6 0-1 15,-6 6 1-15,-11 13-2 16,-17 0-16-16,-21-4 2 16,-16-3 8-1,-4 0-9-15,0-3-8 0,-24-2 22 16,-5-1-17-1,-8-3-61-15,0 0-140 0,25-3-23 16,3 0-38 0</inkml:trace>
  <inkml:trace contextRef="#ctx0" brushRef="#br0" timeOffset="4550.38">6781 10018 121 0,'0'0'722'15,"0"0"-669"-15,0 0-52 16,0 0 39-16,0 0 13 0,0 0-37 15,-4-12-8-15,8 9 5 16,17 3-6 0,0-3 6-16,11-4 13 15,5 4-11-15,0-3-9 0,0 0-3 16,-9 3-3-16,1-3 1 0,-12 6-1 31,-9 0-51-31,-8 0-93 16,0 0-142-16</inkml:trace>
  <inkml:trace contextRef="#ctx0" brushRef="#br0" timeOffset="5320.07">7315 9799 578 0,'0'0'173'0,"0"0"-163"0,0 0 33 16,0 0 47-16,0 0-82 16,0 0 7-1,0 0-1-15,0 52 41 16,0-11-38-16,0 4-12 15,0 8-4-15,8 0 11 16,4 2-9-16,1-9-3 16,-5-5-2-16,8-8-1 0,-7-18 3 15,-5-5 0-15,0-10-2 16,-4 0-61-16,0-12-24 16,0-25-65-16,-8-10-39 0,-13 1 33 15,4-6 106-15,1 3 52 16,8 2 15-16,4 7 58 15,4 9 30-15,0 7 18 16,0 8-6-16,0 7 29 0,0 6-14 16,0-3-59-16,12 3-37 31,13-4-25-31,12 4-7 16,11 3 4-16,6 0-2 15,4 0-2-15,-13 0-2 16,-12 3-14-16,-17 10-12 15,-8 2-1-15,-8 4 4 16,0 5-10-16,-33 4 33 0,-12-4 6 16,-8-1 1-16,4-8 30 15,7-3 4-15,18-6 1 16,16-6-24-16,8 0-18 16,0 0-5-16,0 0-14 0,16 0 14 15,13 0 5-15,12 7 6 16,9-4-5-16,2 6 3 15,2 6-1-15,-13 1-3 0,-13 5 0 16,-7-2 0-16,-17 5-5 16,-4 4-10-16,-8-3 15 15,-32 5 5-15,-22-2 6 16,-12-9-3-16,-4-7-4 16,8-9 4-16,12-3-2 15,17-3-6 1,20-31-28-16,21-6-60 15,0 19-166-15,21-1-325 16</inkml:trace>
  <inkml:trace contextRef="#ctx0" brushRef="#br0" timeOffset="5839.42">8382 9463 399 0,'0'0'179'16,"0"0"-132"-16,0 0 11 16,0 0 48-16,0 0-23 15,0 0-31-15,0 0-22 16,13-6-5-16,-13 6-3 15,0 0 10 1,0 0 8-16,0 0-11 16,0 6-21-16,0 16-7 15,0 8 17-15,0 8-5 16,0 5-10-16,0 3 2 16,0 0-3-16,0 3-1 15,4-5 2-15,0-7-2 0,4-6 3 16,-4-10-3-16,-4-6-1 15,4-6-8-15,-4-5-67 16,0-4-97-16,0 0-221 16</inkml:trace>
  <inkml:trace contextRef="#ctx0" brushRef="#br0" timeOffset="6039.53">8070 9731 999 0,'0'0'105'15,"0"0"-102"-15,0 0-3 16,0 0 26-16,0 0-17 16,0 0-5-16,156-49-2 15,-62 34 1 1,1 2-1-16,-17 4-1 16,-12 3-1-16,-22 3-56 15,-44 3-103-15,0-3-276 16</inkml:trace>
  <inkml:trace contextRef="#ctx0" brushRef="#br0" timeOffset="15267">9729 8994 145 0,'0'0'185'16,"0"0"-144"-16,0 0-25 15,0 0 42-15,0 0 9 0,0 0-38 16,0 0-10-16,0 0-19 15,-25-33-3-15,25 33 2 16,0-7 1-16,4 7-2 16,5-3-19-16,-1 1-53 15,-4 2 6-15,0 0 17 16,0 0-9-16,-4 0-4 0,0 0-82 16</inkml:trace>
  <inkml:trace contextRef="#ctx0" brushRef="#br0" timeOffset="15751.63">9729 8994 149 0,'8'-45'85'0,"-8"45"-24"16,0 0 31 0,0 0 13-1,0 0-21-15,0 0-11 16,0 0-11-16,0 0-22 16,0 0 7-16,0 0 0 0,0 0-10 15,0 0-14-15,-4 0-13 16,-8 0-8-16,-9 0 1 15,-4 5-3-15,-4 8 0 16,-8 8 3-16,1 7-5 0,-1 3 3 16,4 12-2-16,-1 10-2 15,7 8-1-15,2 13-5 16,16 0 7-16,9 0 2 16,0-9 0-16,9-7 1 15,23-11 0-15,9-14 7 16,13-8 3-1,3-15 3-15,9-10-2 16,4 0-7-16,-5-19 11 16,-3-15-9-16,-1-6-5 15,-11-13 4-15,-13 1 2 0,-13-10 3 16,-16-2 20-16,-8-7 25 16,0 3-5-16,-28 6-13 15,-5 10 7-15,0 15-5 16,-4 12-18-16,8 7-3 15,5 5-19-15,-5 13-11 0,4 0-14 16,-8 13-29-16,-7 27-78 16,28-15-110-16,-1-1-277 15</inkml:trace>
  <inkml:trace contextRef="#ctx0" brushRef="#br0" timeOffset="16029.84">9696 9324 56 0,'0'0'843'15,"0"0"-843"-15,0 0-98 16,0 0 98-16,0 0 46 16,0 0-45-16,37 99 18 15,-9-47 2-15,5 4 5 0,4-1 7 16,-4-2-4-16,3-7-16 15,-2 0-11-15,-6-9 9 16,1-9 6-16,-8-3-13 16,-8-10-2-16,-2-9 0 0,-3 1-4 15,0-7-34-15,-8 0-90 16,0 0-90-16,0-4-165 16</inkml:trace>
  <inkml:trace contextRef="#ctx0" brushRef="#br0" timeOffset="16718.52">10152 9411 705 0,'0'0'160'0,"0"0"-160"0,0 0-26 16,0 0 26-16,0 0 39 0,0 0-30 15,28 36 6-15,-16 8 6 16,0 2-11-16,1-6-2 16,-1 7 1-1,1-7-4-15,-1-7-1 0,0-8 0 16,-3-7-2-16,-1-8 0 0,0-4-1 16,-8-3 2-16,0-3-2 31,0 0 3-31,0 0 15 15,0-12 10-15,0-19-17 16,0-3-12-16,0-9 0 0,0 0 2 16,-12 0-2-16,8 5 1 15,-1 8-1-15,5 8 10 16,0 1 6-16,0 2-3 0,0 4-8 16,0 6-5-1,9-4-1-15,11 3 0 0,0 5-2 16,5-2 1-16,8 4 2 15,-4 3-3-15,0 0-2 16,-4 3 0-16,-18 19-3 0,-3 3-3 16,-4-1 1-16,0 7 10 15,-20 0 0-15,-17-3 1 16,-4 0 9-16,8-10 2 16,1-6 8-16,19-6-6 15,13-6 6-15,0 0-19 16,0 0-1-1,0 0-14-15,13 0 14 16,15 0 8-16,13 0-8 16,4 0 1-16,0 0 0 15,-4 4-1-15,-8 14-1 16,-12 0-1-16,-9 1-5 16,-12 2 0-16,0 4 7 0,-8-3 5 15,-21-1 5-15,-12 1-4 16,-4-3-3-16,-4-7-3 15,-5-3-33-15,1 0-70 0,33-9-224 16</inkml:trace>
  <inkml:trace contextRef="#ctx0" brushRef="#br0" timeOffset="17138.02">9281 10076 564 0,'0'0'122'0,"0"0"-113"16,0 0 20-16,0 0 113 0,0 0-36 16,0 0-47-16,-103 3-50 15,103-3-9-15,0 0 0 16,8 0 5-16,25-3 25 15,13-6-1-15,15-3 0 32,17 3-10-32,12-4 2 0,25-2-9 15,13 3-6-15,12-1-3 0,12 7-3 16,7-6 0-16,1 2 0 16,-4 1 0-16,-21 3 0 15,-27 3 0-15,-26-3 1 16,-29 6 0-16,-21 0-1 15,-15 0 0-15,-13 0 0 16,-4 0 0-16,0 0-1 16,0-4-8-16,0 2-24 15,-12-1-56-15,-5 3-90 0,-3 0-194 16</inkml:trace>
  <inkml:trace contextRef="#ctx0" brushRef="#br0" timeOffset="17895.38">9819 10357 610 0,'0'0'292'15,"0"0"-292"-15,0 0-28 0,0 0 28 16,0 0 94-16,0 0-57 15,-90-71-28-15,65 71 5 32,0 0-14-32,-12 0 1 15,-4 18-1-15,0 17 9 0,0-2 0 16,0 7 5-16,9 7 2 16,3 2-10-16,16 4-5 15,9-7-1-15,4 0-1 16,4-12-3-16,25-10-2 15,16-5 1-15,4-13 2 0,5-6-7 16,7 0-35-16,-7-12-8 16,-10-16-25-16,-11-6-2 15,-8 3 28-15,-17 4 52 16,-3 8 12 0,-5 7 50-16,0 6 41 15,-5 6 2-15,-11 0-59 16,-5 9-29-16,-8 22-15 15,10 6 6-15,2 6 0 16,17-6-8-16,0-3-1 16,0-10 0-16,8-8 1 0,9-4 1 15,3-12 5-15,8 0-3 16,1 0 1-16,13-16-4 16,-9-14-2-16,-1-4-7 15,-7 3 2-15,-13 7-1 0,-8 5 8 16,-4 10 1-16,0 6 7 15,0 3 23-15,-16 0 5 16,-26 9-36-16,-2 16 2 16,-6 2 0-16,9-2-1 15,9-4-1-15,20-8-49 0,12-13-122 32,0 0-225-32</inkml:trace>
  <inkml:trace contextRef="#ctx0" brushRef="#br0" timeOffset="18139.79">10327 10533 485 0,'0'0'424'0,"0"0"-424"16,0 0 6-1,0 0 24-15,0 0 83 16,0 0-103-16,29-22-10 0,-45 59 0 15,-8 9 0-15,-5 7 4 0,0-4-2 16,0-6-1-16,4-6-1 16,1-9-4-16,8-7-33 15,4-8-65-15,-1-10-63 16,13-3-74-16,-4 0 26 16</inkml:trace>
  <inkml:trace contextRef="#ctx0" brushRef="#br0" timeOffset="18310.54">10052 10576 124 0,'0'0'862'0,"0"0"-757"0,0 0-105 15,0 0 0-15,0 0 13 16,0 0 46-16,95 83-31 0,-34-37-16 16,10-2-6-16,-2-4-1 15,-11-7-5-15,-9-5-35 16,-44-28-78-16,-5 0-263 15</inkml:trace>
  <inkml:trace contextRef="#ctx0" brushRef="#br0" timeOffset="19943.5">11653 9565 135 0,'0'0'194'0,"0"0"-181"15,0 0-4-15,0 0 44 0,0 0 31 16,0 0-57-16,13-25-20 0,-13 22-6 16,0 3-1-16,0 0 2 15,0 0 2-15,0 0 10 32,0-3-3-32,0 3-4 0,0 0 18 0,0 0 10 31,0 0-8-31,0 0 1 0,0 0 0 15,0 0-1-15,0 0 4 16,0 0-6-16,0 0-5 16,0 0-4-1,0 0 2-15,0 0-4 0,0 6-13 16,0 22 5-16,0 12 23 16,0 12 7-16,0 4-4 0,0-1-1 15,0 1-16-15,4-10-2 16,0 0-6-16,0-9 1 15,4-3-4-15,1-9 2 16,-5-9-1-16,0-8-2 16,0-4-1-16,-4-4 0 15,0 0-2 1,0 0-10-16,0 0-11 16,0 0-3-16,0-4-47 0,-8-11-107 15,-13-1 17 1,13 11-67-16,4 2-61 15</inkml:trace>
  <inkml:trace contextRef="#ctx0" brushRef="#br0" timeOffset="20182.79">11387 9870 504 0,'0'0'91'16,"0"0"-74"-16,0 0 51 15,0 0 37 1,0 0-49-16,0 0-43 16,-9-19-13-16,38 17 13 15,13-5 15-15,6-2-6 16,10 0 2-16,0-1-4 0,-1 1-4 16,-3 0-10-1,-9 3-6-15,-9-3-8 16,-11 2-112-16,-25 7-103 0,0 0-183 15</inkml:trace>
  <inkml:trace contextRef="#ctx0" brushRef="#br0" timeOffset="20730.73">12261 9605 554 0,'0'0'211'16,"0"0"-211"-16,0 0 26 15,0 0 9-15,0 0 35 16,0 0-64-16,0 0-6 0,13-92-2 15,20 79 2-15,4 1 2 16,3 2 8-16,1 10 4 16,-7 0 4-16,-6 0 0 15,-12 0-9-15,-4 19-3 0,1 9-3 16,-13 5 3-16,0 5-4 31,0 8-1-31,-21 6 2 16,-15 1 5-16,-1-4-7 0,-9 0 7 0,6-9-2 31,-1-9 6-31,8-3 9 0,12-12 1 16,13-7-6-16,3-6-9 15,5-3-7-15,0 3-3 0,0-3 3 16,25 0 12-16,4 0-2 16,17 0-3-16,2 0-3 15,6 0-1-15,4-6-3 16,-5-1 2-16,0 1-1 15,-4 3-1-15,-12-3-39 16,-12 0-97-16,-25 6-99 0,0-4-164 16</inkml:trace>
  <inkml:trace contextRef="#ctx0" brushRef="#br0" timeOffset="21265.24">12890 9192 761 0,'0'0'18'0,"0"0"-18"16,0 0 0-16,0 0 8 0,0 0-8 31,0 0 63-31,-9 86-13 16,9-36-10-16,4 8 3 0,5 10-1 15,-1 3-11-15,0 3-16 16,0 3-6-16,5-3-4 16,-2-3-1-16,2-10 3 15,-1-8-5-15,-4-7 2 16,-4-3-2-16,1-6-1 15,3-9-1-15,-4-3-37 16,0-13 37-16,0-3 0 0,0-3-70 16,1-6-8-16,-1 0-43 15,-4 0-90-15,4 0-178 16</inkml:trace>
  <inkml:trace contextRef="#ctx0" brushRef="#br0" timeOffset="21689.64">13246 9571 753 0,'0'0'203'0,"0"0"-203"16,0 0 12-16,0 0 27 15,0 0 21 1,0 0-55-16,0-15 5 15,-4 55-8-15,0 12 7 0,0 4-6 16,0-4-3-16,4-6 0 16,0-6 5-1,12-9-5-15,17-6 1 16,0-7 0-16,8-5-1 16,-1-13 2-16,6 0 0 0,3-4 3 15,9-20 0 1,-1-7-4-16,-8-6 2 0,-8-6-1 15,-13 0-2 1,-12-10 19-16,-7 1-4 0,-5-4-6 16,0 7-2-16,-13 6 0 15,-15 12 7-15,-5 12 13 0,0 7-5 16,-12 12-5-16,-12 0-17 16,-1 0-4-16,-7 19-20 15,3-1-45-15,12 4-33 16,46-19-184-16,4-3-381 15</inkml:trace>
  <inkml:trace contextRef="#ctx0" brushRef="#br0" timeOffset="22023.5">13423 9158 825 0,'0'0'30'0,"0"0"-30"16,0 0 0-16,0 0 62 16,0 0-5-16,0 0-54 0,-29-12-3 15,29 55 20 1,0 12 13-16,0 10-6 16,0 9 6-16,12 9-1 0,-3 4-13 15,-1 5 0-15,0-2-8 16,0-4-3-16,1-6-2 0,3-12-6 15,0-6 1-15,-3-10 1 16,7-9-2-16,-7-6 0 16,2-19-13-16,-3-2 8 31,-4-7 2-31,5-9-66 0,-1 3-63 16,-8-3-83-16,0 0-191 15</inkml:trace>
  <inkml:trace contextRef="#ctx0" brushRef="#br0" timeOffset="22327.07">13862 9861 688 0,'0'0'118'0,"0"0"-117"15,0 0 29 1,0 0 39 0,0 0 17-16,0 0-54 0,0 0-6 15,13 139 4-15,-13-96-3 16,0 3-11-16,0-3-9 16,8-12-1-16,-4-4-3 0,0-11-1 15,0-13-2 1,0 6-17-16,-4-9-44 0,0 0-55 15,0-15-54-15,0-7-258 16</inkml:trace>
  <inkml:trace contextRef="#ctx0" brushRef="#br0" timeOffset="22509.32">13825 9864 392 0,'0'0'655'0,"0"0"-638"0,0 0-17 16,0 0 0-1,0 0 22-15,0 0-14 0,116-50-8 32,-72 47 0-32,-7 3-5 15,-8 0-94-15,-20 0-109 16,-9 3-60-16,0 7 1 0</inkml:trace>
  <inkml:trace contextRef="#ctx0" brushRef="#br0" timeOffset="22692.02">13846 10003 581 0,'0'0'184'0,"0"0"-160"16,0 0-17-16,0 0 107 16,0 0-60-1,0 0 10-15,20 21-2 16,26-21-24-16,2-12-26 16,10 0-12-16,-4 2 2 15,-10 1-2-15,-6 3-48 16,-38 6-117-16,0 0-164 15</inkml:trace>
  <inkml:trace contextRef="#ctx0" brushRef="#br0" timeOffset="23372.51">14272 9121 555 0,'0'0'50'16,"0"0"-48"-16,0 0 39 16,0 0 53-16,0 0-23 15,0 0-21-15,0 0-17 0,0-18-13 16,0 18 2-1,0 18 19 1,0 12 41-16,9 17-29 16,7 15-19-16,-3 9-10 15,3 9-4-15,-3 6 1 0,3 10-10 16,-3-1-5 0,-1 0-2-16,-1-11 0 0,6-7-1 0,-1-9-1 15,-3-10-1-15,3-5 3 16,-12-7 0-1,5-15-2-15,-5-13-2 0,0-5 2 16,-4-13-1-16,0 0-1 16,0 0-48-16,0-6-56 15,0-13-204 1</inkml:trace>
  <inkml:trace contextRef="#ctx0" brushRef="#br0" timeOffset="24414.05">15151 9358 397 0,'0'0'277'16,"0"0"-235"-16,0 0-38 15,0 0 43-15,0 0 12 16,0 0-23-16,0 0-28 0,-17 25 22 16,13 9 31-1,0 9-13-15,0 6 6 16,4 7-19-16,0-1-16 0,0 1 9 15,0-4-13-15,0-6 3 0,0-6-8 16,8-12-4-16,1-3-1 16,-5-10-5-16,0-3 0 15,0-5-10 1,-4-7-43-16,0 0-56 0,0 0-93 16,-4 0-126-1</inkml:trace>
  <inkml:trace contextRef="#ctx0" brushRef="#br0" timeOffset="24630.15">14720 9722 618 0,'0'0'177'0,"0"0"-163"0,0 0-3 16,0 0 41-16,0 0 58 15,0 0-37-15,45-46-33 16,13 37-10-16,12-4-14 0,11-2-6 15,10 0-1 1,-13 5-3-16,-12 1-6 0,-17 6-4 31,-25 0-48-31,-24 3-116 16,0 0-282-16</inkml:trace>
  <inkml:trace contextRef="#ctx0" brushRef="#br0" timeOffset="36929.83">16600 9139 225 0,'0'0'91'0,"0"0"-78"16,0 0-5-1,0 0 65-15,0 0 20 0,0 0-42 16,0 0-21 0,0 0 25-16,0 0 8 0,0 0 15 15,4 7 0-15,-4-7-21 16,0 0-18-16,0-16-14 0,0-2-14 15,0-7 11-15,0-6-8 16,-8-3 1-16,-9-3-1 31,6-6-8-31,-10 3 3 0,5 6-3 16,-5 0-5 0,0 10-1-16,-3 8 0 15,-1 10 0-15,-3 6 0 0,-1 0-2 16,-8 0-8-16,-5 25 7 15,2 12 3-15,-5 9 0 16,3 3 0-16,13 0 2 16,6 1-4-16,6-7 2 15,17-3-1-15,0-9 1 0,0-10 0 16,0-2 0-16,12-13-4 0,4-6 4 16,9 0 10-16,8-6-4 15,4-25 1-15,4-3-2 16,-9-9-3-1,1 0-2-15,-4 6 0 0,-8 0-2 16,-4 0 1-16,-9 3 1 16,0 13 0-1,-4 5 1-15,-4 10-1 16,0 6 0-16,0 0 1 16,0 0 7-16,0 0 1 15,0 0-9-15,0 15-3 16,0 10-4-16,0-3 7 15,0 6 9-15,0 2-9 16,0 1 0-16,3 6 4 0,2 3-1 16,-5 3-1-16,0 3 4 0,4 4-5 15,-4 2 4 1,0 7-5-16,0-4 1 16,0 4-1-16,0-7 2 15,0-2 0-15,0-7 10 0,4-3-5 31,0-7 3-31,-4-8-1 0,4-7 3 16,-4-5-7-16,4-10 2 16,-4 4 10-16,4-7-14 15,-4 0 3-15,0 0-5 16,0 0 1-16,0 0-1 16,0 0 5-16,0 0 1 15,0 0 4-15,0 0-6 0,0 0 3 16,0 0-3-16,0 0-4 15,0 0 3-15,0 0-3 16,0 0 3-16,0 0 0 0,0 0-1 16,0 0-2-1,0 0 4-15,0 0 1 16,4 0-3-16,1-4 0 0,-1-15 6 16,8-5 0-16,1-7-9 0,3-12 1 15,5-6 0 1,-5-7 1-16,12-2-2 0,1 8 0 15,-4 13-1 1,4 13 2-16,-17 8-2 0,-3 10 2 16,-1 6-2-1,-8-3 0-15,0 3 1 16,0 0 0-16,0 0-4 16,0 0 2-16,0 0-3 15,0 0-20-15,0 0-42 16,0 0-75-16,0 0-193 15</inkml:trace>
  <inkml:trace contextRef="#ctx0" brushRef="#br0" timeOffset="37646.33">17019 8763 422 0,'0'0'119'16,"0"0"-110"-1,0 0-7-15,0 0 101 0,0 0-30 16,0 0-48-16,0 0-11 15,-9-15 8-15,9 15 3 16,0 0 12-16,0 0-2 0,0 0-5 16,0 0-9-16,0 15-4 15,0 16-9-15,0 9 39 16,0 16-20-16,4 5-8 16,5 7-12-16,-1 0-3 15,-4-4 3-15,0-11-6 16,0-7 1-1,-4-8-1-15,5-14 0 16,-5-3 0-16,0-11 0 0,0-7-1 16,0 0-10-1,0-3-42-15,0 0-48 16,0-12-37-16,0-4-6 0,0-5-204 16</inkml:trace>
  <inkml:trace contextRef="#ctx0" brushRef="#br0" timeOffset="38032.94">16966 8726 561 0,'0'0'282'16,"0"0"-282"0,0 0 22-16,0 0-22 15,0 0 97-15,0 0-45 16,-13-34-46-16,13 34-6 0,9 7-10 15,16 14 10-15,7 1 5 16,17 6 8-16,1 2-6 16,3 4-4-1,9 0-1-15,-13 3 3 0,0 7-5 0,-8-5 0 16,-8 8-1-16,-12-4 1 16,-9 0-1-16,-12 3 1 15,0-6-8-15,-25 3 2 16,-20-3 6-16,-13-6 19 15,-3-3 0-15,-1-10 15 16,9-2 10-16,8-10-8 0,12-2-7 16,16-7-21-16,9 0-8 15,8 0-9-15,0-12-127 16,8 2-54-16,13 4-170 16</inkml:trace>
  <inkml:trace contextRef="#ctx0" brushRef="#br0" timeOffset="38387.58">17597 9032 525 0,'0'0'119'0,"0"0"-102"16,0 0 70-16,0 0 53 15,0 0-60 1,0 0-42-16,9 12-15 16,-9 19-18-16,0 2 32 15,0 5-5-15,0 2-22 16,4 0-3-16,0-6-5 15,4 3 1-15,0-10-1 16,-3-5-2-16,-1-4-2 0,-4-2-18 0,0-7-30 16,0-3-42-1,0-2-78-15,0-4-23 16,-4 0-46-16</inkml:trace>
  <inkml:trace contextRef="#ctx0" brushRef="#br0" timeOffset="38572.93">17536 9411 406 0,'0'0'394'15,"0"0"-311"-15,0 0-80 16,0 0 9-16,0 0 68 0,0 0-32 31,-4 3-25-31,29-3-16 16,7 0 5-16,5-3-3 0,5-9-3 0,-1-1-4 31,-9 7-2-31,-7 0-6 16,-9 0-23-16,-7-4-73 15,-9 4-114-15,0 0-131 0</inkml:trace>
  <inkml:trace contextRef="#ctx0" brushRef="#br0" timeOffset="38773.11">17553 9035 869 0,'0'0'107'0,"0"0"-107"15,0 0 0-15,0 0 15 16,0 0 20-16,0 0-31 16,144-68-1-16,-104 68-2 31,-7 0-1-31,-12 0 0 16,-13 0-73-16,-8 0-193 0,0 0-247 15</inkml:trace>
  <inkml:trace contextRef="#ctx0" brushRef="#br0" timeOffset="39760.71">16071 9805 129 0,'0'0'151'16,"0"0"-102"-16,0 0-22 16,0 0 54-16,0 0 31 15,0 0-23-15,0 0-29 16,-21-15 1-16,21 15 2 0,0 0-18 15,0 0 6-15,0 0 4 32,0 0-9-32,0 0-15 15,0 0-13-15,0 0-7 0,21 0-5 16,12 0 0-16,7 0 17 16,18 0 3-16,8 0-10 15,12-3-5-15,12-3-3 16,13-1-5-16,16-2-1 15,16 3-1-15,17-3 2 0,8 2-3 16,5-1 0-16,3-5-1 16,4 1-1-16,-20 2 2 15,-17 4-1-15,-19-3 2 16,-26 6-1-16,-28-3 0 16,-18 6 0-16,-23 0 0 15,-17 0 0 1,-4 0 0-16,0 0 3 15,0 0 21-15,-12 0 9 16,-9 0-31-16,0 0-2 0,2 0-9 16,-2 0-19-1,9 0-36-15,-5 0-65 0,9 0-124 16,0 0-179-16</inkml:trace>
  <inkml:trace contextRef="#ctx0" brushRef="#br0" timeOffset="40643.25">17031 10074 309 0,'0'0'135'0,"0"0"-135"16,0 0 0-16,0 0 95 15,0 0 22 1,0 0-73-16,-53-28-10 15,41 28 25-15,-1 0-8 16,-11 0-14-16,-1 0-7 16,-12 0-16-16,-4 15 5 15,0 7 10-15,-9 5 6 16,6 7 4-16,3 7-13 16,-1 5-7-16,13 3-1 0,10 3-8 0,2 4-3 15,13-1-1-15,4-5-6 16,0-7 1-1,17-6-1-15,6-10-1 16,15-5-17-16,-5-13 18 0,12-9 0 16,-5 0-52-16,14-9 52 15,-4-16 0-15,-6 1-9 0,-11 2-6 16,-16 4-23-16,-9 9-8 16,-8 9 45-16,0 0 1 15,0 0 32-15,-25 15 36 16,0 10-51-16,1 8-12 15,12-5 7-15,4-6 3 16,8-1-6 0,0-11-9-16,20-8 1 15,13-2-1-15,4-2 8 16,13-23-6-16,-6-6-2 16,-7-3-1-16,-4 0-13 15,-20 1 2-15,-5-5 7 16,-8 8 5-16,0 8 4 15,0 6 4-15,-25 7 3 0,-4 9 38 0,-8 0 17 16,-3 0-52 0,-2 0-14-16,5 16 0 15,16-4-1-15,9-6-66 16,12-3-90-16,0-3-285 0</inkml:trace>
  <inkml:trace contextRef="#ctx0" brushRef="#br0" timeOffset="41025.33">17578 10256 639 0,'0'0'119'0,"0"0"-115"0,0 0 93 16,0 0 26-16,0 0-55 16,0 0-60-16,-37 36-6 15,12-2 3-15,-4 6 8 16,0 4 3-16,1-1 0 31,3-3-9-31,4 0-5 16,5-9-2-16,-1-7 3 0,13-8-3 15,-4-7-21-15,8-9-47 16,0 0-80-16,0 0-93 16,0-13-74-16</inkml:trace>
  <inkml:trace contextRef="#ctx0" brushRef="#br0" timeOffset="41209.68">17290 10332 697 0,'0'0'301'0,"0"0"-262"0,0 0-36 15,0 0 42-15,0 0-1 16,0 0 20-16,155 90-27 16,-97-47-22-1,4-3-7 1,-13-3-3-16,-8 0-4 0,-16-6-1 15,-25-6-59-15,0-23-120 16,-12-2-451-16</inkml:trace>
  <inkml:trace contextRef="#ctx0" brushRef="#br1" timeOffset="56527.05">15960 10878 192 0,'0'0'103'0,"0"0"-90"15,0 0-11-15,0 0 29 0,0 0 16 16,0 0-10-16,0 0-24 15,-8-3-8-15,4 3 14 0,4 0 31 16,0 0-3 0,0 0-1-16,0 0-8 0,0 0-6 15,0 0 2 1,0 0 1 0,0 0-5-16,0 0-1 0,0 0-9 15,0 0-7-15,0 0-5 16,0 0-1-16,0 0-3 15,0 0-1-15,0 0-3 16,0 0 0-16,-4 0 10 16,4 3-6-16,0 15 0 15,0 1 1-15,0 2 6 0,0 7 1 16,0 6-7-16,12-3 1 16,5 3-3-16,-2-7 3 15,-2 4-5-15,7-3 3 16,-7-3-3-16,7-3 2 15,-7 2-1-15,3-2-1 16,-3-4 2-16,-1-2-1 0,5-1 2 16,-9-6-2-16,7 1-2 31,-2-4 0-31,-1-3 1 0,1-3 5 16,-5 0-3-1,4 0 11-15,5 0-11 0,-5 0 3 16,5 0-1-16,3 0 4 15,-4 0-5-15,5 0 2 0,3-3 9 16,1-6-6-16,-4-4 1 16,4 1-4-16,-2-3 4 15,6-1-8-15,-8 1 1 16,8-1 0-16,0-3-1 16,4 1-1-16,-5 3 0 15,-3-4 6-15,4 10-7 0,-5-1 0 16,1 5-1-16,-12 5-1 15,-6-4 3-15,-3 4-2 16,-4 0-2-16,8 0 3 16,1 0 4-16,-1 0 5 15,4 0-5-15,1 0 2 0,3 0-3 32,5 9 1-32,-1 1-3 15,1 3-1-15,-5 2-1 16,4 0-1-16,1 3 3 0,0 1-1 15,-1 0 0-15,-3-1-1 16,-5 1 1-16,-3-1-1 16,-1 0 2-16,0 4 1 15,-1 3 2-15,-7-6-3 0,4 2 2 16,-4 3-2-16,0-2 1 16,0 0 3-16,0-4 3 15,0-9-2-15,0-2-2 16,0-1 2-16,0-6-2 15,0 0-4-15,0 3 1 16,0-3 2 0,0 0-2-16,0 0 4 15,0 0 3-15,0 0 6 16,0 0-1-16,0 0-2 16,0 0-6-16,0-3-4 15,5-3 6-15,-1-1-4 16,0 1 10-16,0-3-8 0,0-3 5 15,0 2-7-15,0-5-1 16,5 3 3-16,-1-4-5 16,0-2 5-16,0-4-3 0,5 1 3 15,-5-4-3-15,0 0-1 16,1 1 1-16,-1-1-2 16,0 3 1-16,0-2 3 15,5-1-4-15,-2 3 0 0,2 1 2 16,-1-4-1-16,0 7 0 15,5 6-1-15,-9-1 0 16,9 4 1-16,-1 0-1 16,1-3 0-16,4 5 0 15,2-2-2-15,-2 3 1 16,8 0 1 0,-4-1 0-16,4 1 1 15,-1 0-1-15,1 0-1 0,-5 3 0 16,-3 3-4-16,-4 0 3 15,-1 0-3 1,1 0 1-16,-2 0 1 16,2 12 3-16,-1 4 3 0,5-1 1 15,4-2-2-15,-5 2-1 0,1-3 1 16,7 1-1-16,-7-5-1 16,3 2 1-16,5-4-1 15,0-3 1-15,-4 0-1 16,3-3-1-16,-3 0 1 15,0 0 1-15,-1 0-1 16,1 0 1 0,0 0-1-16,-5-6 2 15,4-6-1-15,1-7 4 16,0 1-4-16,-4-4 0 16,-5-9-1-16,1 1 14 15,-6-11 1-15,2 4-2 16,-9 1 4-16,0 1-2 15,0 14 7-15,0 3 1 0,-4 8 7 16,4 1-14-16,-4 6-14 16,0 3-2-16,0 0-5 15,0 0-42-15,0 0-42 16,0 0-72-16,-8 3-295 16</inkml:trace>
  <inkml:trace contextRef="#ctx0" brushRef="#br1" timeOffset="57774.93">16161 11710 487 0,'0'0'64'15,"0"0"-56"1,0 0-8-16,0 0 71 16,0 0-18-16,0 0-33 15,0 0-3-15,-4-6 14 16,-5 6-7-16,-6 0 12 15,-10 15 8-15,0 1-20 16,-8 9 6-16,4 2 5 16,-4 4 3-16,9 3-1 0,4 6-17 15,7 0-5-15,5 0-10 16,8-6 0-16,0-3-5 16,0-6-1-16,21-4-3 15,4-2 4-15,11-7-1 16,-3-3-3-16,4-9 1 0,0 0-3 15,-1 0-7 1,2-9 3-16,-1-19-8 16,-4-3-8-16,-9 1-5 15,-8-4 2-15,-8 3 25 16,-3 10 4-16,-5 5 15 16,0 13 20-16,0 3 25 15,0 0-11-15,-9 3-38 16,-7 18-11-16,-4 13-4 0,12-3 4 15,4-3-1-15,4 0-4 16,0-4 2-16,0-8 0 16,4-4-1-16,17-6 4 0,-6-6 4 15,10 0 2-15,8-6 3 16,0-22-6 0,-4 1 0-16,-9-7 1 0,-8-3-4 15,-8 3 5-15,-4 3 9 0,0 9 18 16,-4 7-1-16,-16 6-6 31,0 9 9-31,-9 0-31 16,-4 0-3-16,0 15-4 0,4 4-22 15,5-4-37-15,7 0-40 16,17-12-134-16,0-3-129 16</inkml:trace>
  <inkml:trace contextRef="#ctx0" brushRef="#br1" timeOffset="58222.86">16518 11830 763 0,'0'0'0'0,"0"0"-63"15,0 0 63-15,0 0 32 16,0 0-20-16,0 0 14 31,38 59-1-31,-26-22-16 16,-5 0-6-16,-3-3 7 0,5 0 10 15,-9-10-8-15,4-5 9 16,-4-10 19-16,0-3 16 16,0-6-19-16,0 0-6 15,0 0 10-15,4-18 6 16,0-16-23-16,0-6-17 0,9-6-2 15,-5 9-5-15,0 3 1 16,0 12-1-16,-4 16 0 16,1 3-1-16,-5 3-6 15,0 3 7-15,0 22 1 16,0 12 3-16,8 3 0 16,-4-7-2-16,0-2-2 15,9-6 0 1,-1-6-1-16,-4-4 0 15,1-6-25-15,-2-6-18 16,-3-3-54-16,4 0-85 0,-4 0-24 16,0-12-158-16</inkml:trace>
  <inkml:trace contextRef="#ctx0" brushRef="#br1" timeOffset="59061.71">16920 11605 126 0,'0'0'734'0,"0"0"-711"16,0 0-22-16,0 0-1 16,0 0 28-16,13 114-4 0,-13-55-12 15,4 3-5 1,8-7-2-16,-3-6 0 16,3-6 1-16,-4-5-1 15,1-14-5 1,-5-5 0-16,0-10 1 15,-4-3-1-15,0-6-19 16,0 0-28-16,0-9-15 0,0-16-50 16,-17-9 1-1,-3-3 2-15,-1 0 60 16,9 7 49-16,3 8 4 0,5 4 59 16,4 5 14-16,0 7 9 15,0 3-6-15,0 0-35 16,0 0-27-16,25 3 5 0,0 0-2 15,8 0 1-15,3 0-4 16,5 9-9-16,1 10-6 16,2-1 1-16,-11 4-2 15,-4-1-1-15,-8-2 0 16,-9 2 2-16,-4-2 4 0,-8-4 1 31,0-3 6-31,0-2 0 16,0-10-1-16,0 0 7 15,0 0 8-15,0 0 5 16,-8-19-16-16,4-12-4 16,4-8-6-16,0 4-6 15,0 2 0-15,17 5-1 16,-1 3-3-16,4 10 0 0,0-4-6 0,-3 4-27 16,4 8-53-1,-1 2-9-15,-3-5-6 16,-1 1 13-16,1-3 33 0,-6 3 39 15,-2-1 19-15,-1 4 5 16,-4 6 2-16,-4 0 40 16,0 0 45-16,0 9-3 0,-12 25-47 15,-8 9-7-15,-1 7-2 16,9-4-14-16,4-6-4 16,8-6-14-16,0-13 1 15,0-8 1-15,8-7 10 16,17-6 5-16,3 0 10 15,5-25-6 1,4-8-10-16,-4-14-4 16,-12 7-1-16,-13-3-1 15,-4 6-1-15,-4 15-2 0,0 7 7 16,-21 15 5 0,-12 0-15-16,-12 9-25 0,-8 22-29 15,3 6-132 1,34-19-118-16,4-8-221 0</inkml:trace>
  <inkml:trace contextRef="#ctx0" brushRef="#br1" timeOffset="59325.67">17622 11547 712 0,'0'0'214'0,"0"0"-198"16,0 0-3-16,0 0-12 16,0 0 40-16,0 0-13 0,4 117-16 15,5-64 7-15,-1 5-10 16,4-5-6-16,1-8-1 0,3-2-2 16,-3-8-15-1,-5-8-39-15,4-8-27 0,-8-7-51 16,-4-6-21-16,0-6-63 15,0 0 41-15</inkml:trace>
  <inkml:trace contextRef="#ctx0" brushRef="#br1" timeOffset="59563.64">17778 11504 413 0,'0'0'264'16,"0"0"-194"-16,0 0-45 15,0 0 138-15,0 0-37 0,0 0-91 16,17-37-30-16,-17 80 3 16,0 9 0-16,12 7-6 15,1 2 1-15,-1 1-3 16,0-3 1-16,1-10 0 0,-5-9 0 16,0-9-2-16,-4-10-32 15,0-11-84-15,-4-10-102 16,0 0-181-16</inkml:trace>
  <inkml:trace contextRef="#ctx0" brushRef="#br1" timeOffset="59911.93">17980 11923 1024 0,'0'0'0'16,"0"0"-45"-16,0 0 45 15,0 0 100-15,0 0-48 16,0 0-31-16,69-55-17 16,-44 17-3-16,4-2 4 15,-9 0-5-15,-3-6 0 16,-9 12-9-16,-8 0-11 0,0 10 8 16,0 17 12-16,-25 7 12 0,-3 0-2 15,-14 25-9 1,6 18 0-16,-1 6 0 0,16 1-2 15,13-4 0 1,8-6 0-16,0-6 1 0,29-15 1 16,12-7 0-1,4-12-1-15,8 0 0 16,0 0-33-16,-3-25-89 16,-34 10-209-16,-8 3-328 15</inkml:trace>
  <inkml:trace contextRef="#ctx0" brushRef="#br1" timeOffset="60670.41">18563 11710 498 0,'0'0'105'16,"0"0"-97"-16,0 0 63 0,0 0 89 15,0 0-55-15,12-105-47 16,-28 96-16-16,-9 3-11 16,-4 6-25-1,-8 0-6 1,-8 15-1-16,0 19 0 0,-5 13 2 16,10 2-1-16,7 6 0 15,8-5-1-15,17-4-1 16,8-12 2-16,0-10 1 15,8-11 0-15,21-7 0 16,4-6 0-16,-1 0 2 0,18-28 1 0,-5-15-4 16,4-12 0-1,-8-10 0-15,-4-6-7 16,-12-9-19-16,-8-4 2 16,-5-2-20-16,-8 9-43 0,-4 15 18 15,0 26 69 1,0 23 69-16,-8 13 56 15,-13 0-34-15,-4 37-64 16,1 18 2-16,3 11-10 16,13 10-10-1,8 8-5-15,0-1-3 0,16-3-1 16,13-6-1-16,-8-12-5 16,4-13-17-16,-6-12-25 15,2-12-25-15,-21-25-138 0,0 0-211 16</inkml:trace>
  <inkml:trace contextRef="#ctx0" brushRef="#br1" timeOffset="61172">19190 11553 521 0,'0'0'305'16,"0"0"-283"-16,0 0-20 0,0 0 58 16,0 0-22-16,0 0-33 15,-15-16-3-15,10 38 2 31,5 9 17-31,-4 9 3 0,4 0 0 16,0 7-7-16,0-7-11 16,0 0-3-16,0-16-1 15,0-8-2-15,0-4 0 16,0-9-16-16,4-3-56 16,1-3-92-16,-5-13-51 15,0-8-362-15</inkml:trace>
  <inkml:trace contextRef="#ctx0" brushRef="#br1" timeOffset="61292.54">19084 11294 898 0,'0'0'199'16,"0"0"-199"0,0 0-233-1,0 0 192-15,0 0-89 16,0 0-434-16</inkml:trace>
  <inkml:trace contextRef="#ctx0" brushRef="#br1" timeOffset="62021.38">19260 11646 715 0,'0'0'15'15,"0"0"-15"-15,21 104 0 16,-9-82 65-16,-3 3-15 15,-5-13-22-15,4-9 15 16,-4-3 9 0,0 0-1-16,5 0 2 15,-2-12 0-15,5-16-24 16,-3-12-14-16,7 0-8 16,-8-1-5-16,5 8-2 15,-5 5 3-15,0 16-2 16,-4 6-1-16,-4 6-1 0,0 0-8 15,0 0 6-15,0 27-4 0,0 4 7 16,5 3 1 0,-1 0-1-16,4-6 0 15,4-7 0-15,1-8 0 0,-5-1-1 16,3-9-2-16,2-3 3 16,8 0 0-16,-1-13 4 15,5-14-4-15,-4-7 2 0,-5-3-4 16,-3 6-1-16,-5 6-4 15,-8 7 6-15,4 15 1 32,-4 3 1-32,0 0-1 15,0 18 0-15,0 20-1 0,0 5 0 16,0-3-32-16,0-6-34 16,0-4 25-16,0-11 23 15,7-10 15-15,10-6-6 0,-5-3-10 16,9 0 11-16,0-24-4 15,-5-11-14-15,1-1-13 16,-5-4 7-16,-4 9 6 16,-8 6-3-16,4 7 30 15,-4 11 1-15,0 1 57 0,0 6 20 16,0 6-15-16,-4 25-59 16,-4 19 5-16,0 5-3 15,4 4-6-15,4 2 0 16,0-6-32-16,0-8 11 15,16-1 21-15,-8-9 0 16,5-9 0 0,-6-6-70-16,-3-13 70 15,0-3 0-15,-4-6-84 16,0 0-116-16,0-9-18 16</inkml:trace>
  <inkml:trace contextRef="#ctx0" brushRef="#br1" timeOffset="62259.57">19687 11537 965 0,'0'0'124'0,"0"0"-115"15,0 0 13-15,0 0 9 16,0 0-31-16,0 0-15 16,0 0 15-16,86-18 1 15,-53 43-1-15,-8 6-28 0,-17-1-11 16,-8 4 26-16,0-3 13 15,-37 3 9-15,-7-6 10 16,-2-3-1-16,1-10-11 16,16-9-7-16,13-6-42 15,16 0-113-15,0-6-269 16</inkml:trace>
  <inkml:trace contextRef="#ctx0" brushRef="#br1" timeOffset="62522.71">19868 11325 720 0,'0'0'144'16,"0"0"-140"-16,0 0 14 16,0 0 90-16,0 0-67 0,0 0-41 15,8-25-2-15,1 59 2 16,3 6 25-16,-4 7-7 15,8 5-5-15,-4 0-7 16,-3 1-4 0,3-1-2-16,-8-6-1 15,4-3-44-15,-8-5-105 16,0-35-93-16,0-3-104 16</inkml:trace>
  <inkml:trace contextRef="#ctx0" brushRef="#br1" timeOffset="63480.94">20164 11689 575 0,'0'0'315'0,"0"0"-315"16,0 0 13-16,20-117 119 16,-20 92-56-16,-4 6-56 15,-4 4-4 1,-4 12-1-16,-9 3-15 15,-4 0-6-15,-8 27 2 16,1 11 1-16,-1-1 2 16,12 2 0-16,9 2-4 15,12-14 3-15,0-2 0 16,0-9 4-16,0-7 0 16,21-9 4-16,-1 0-2 0,5 0-3 15,-1-25-1-15,1-6 0 16,-5-3-11-16,-3 6-6 15,-9 4 7-15,-4 12 8 0,0 5 1 16,-4 7-2 0,0 0-2-16,0 13 4 15,-4 24 2 1,-8 0 2-16,4-3-2 0,3-6 0 16,5-10-1-16,0-9 15 15,0-3-3-15,0-6 6 16,0 0 5-16,21-18 4 15,0-13-15-15,8-3-3 16,-6-3-8-16,2 3-1 16,-4 3-2-16,-5 7 0 0,-7 8 1 15,-5 7 1-15,0 6-4 16,-4 3-4-16,0 0 8 16,0 25 4-16,0 2-1 15,0 4-1-15,4-3-1 16,13-6 0-16,-5-4 0 0,9-9 1 15,-2-9 3-15,2 0 0 16,4 0 0-16,4-21 0 16,-4-10-5-16,-1 0-1 15,-12 4-12-15,-4 2 6 0,0 9 7 16,-8 7 0-16,0 9 1 16,0 0 5-16,0 0 7 31,0 25-13-31,0 5 0 0,-8 5 3 15,8 1-3-15,0-2 5 16,0-6 3-16,25-3 0 16,-9-13 0-16,9-9 5 15,4-3 0-15,3-9 3 16,14-25-9-16,-1-6-7 16,-8-10-3-16,-9 1-10 0,-3-3-7 15,-13-3-3-15,-7-7 4 16,-5 0-11-16,0 4-9 15,-21 15 4 1,-4 12 34-16,1 18 1 16,-5 13 31-16,5 0-8 15,-1 6 0-15,4 25-15 16,9 9 0-16,3 7 5 16,9 5 4-16,0 3-7 15,9 4 0-15,16-4-5 16,-1 1-3-16,1-7 5 0,-4-5-5 15,-5-4-2-15,1-22 0 0,-14-3-15 16,1-8-23-16,-4-7-77 16,0 0-171-16,0-22-542 15</inkml:trace>
  <inkml:trace contextRef="#ctx0" brushRef="#br1" timeOffset="63645.78">20504 11501 1172 0,'0'0'51'0,"0"0"-35"0,0 0-16 16,0 0 42-16,0 0-9 16,116-44-21-16,-35 32-12 15,9 0-1-15,1 0-48 16,-70 8-114-16,-9 1-510 16</inkml:trace>
  <inkml:trace contextRef="#ctx0" brushRef="#br1" timeOffset="68631.3">5796 11087 233 0,'0'0'56'0,"0"0"-56"16,0 0 0-16,0 0 18 0,0 0 13 16,0 0 4-1,0 0 7-15,0-12-6 16,0 12 8-16,0 0 7 16,0 0-8-1,0 0-21-15,0-3-3 0,0 3 12 16,0 0 4-16,0 0-5 15,0-3-1-15,0 3-10 16,0 0 2-16,0-3 0 0,0 3 1 16,0 0 0-1,0 0 1-15,0 0 4 0,0 0-4 16,0 0-9-16,0 0 1 16,0 0-4-16,0 0 5 15,0 0-9-15,0 0-6 16,0 0 1-16,0 0 3 15,0 3 1-15,8 10-1 16,1-1 1-16,-2 3 0 0,5 4 0 31,9-4-2-31,-4 3 0 16,3 4 2-16,-3-4-2 0,3 7 0 16,-3-3-2-16,-1 6 3 15,0-4-1-15,-4-2-2 16,5 6 2-16,0-4-2 15,3 4-1-15,-3 0 5 16,-1-4-3-16,1-2 0 0,7-4 1 16,0 1-3-16,1 0 3 15,4-4 0-15,-8-3-1 16,4 1 0-16,-10 2 3 16,6-6 2-16,-1 0 3 15,-3 4-1-15,8-7 0 16,-5 0 2-1,1 0 0-15,3-3-2 16,-3 1-3-16,-1-1-4 16,1-3 3-16,4 2 1 15,-5 1 1-15,1-3-1 16,3 0-3-16,1 0-1 16,8 0 2-16,0 0-1 0,4 0 0 15,7 0-3-15,-2 0-1 16,3-5 2-16,0-2 0 15,0 1 1-15,5-6-1 0,-2 6 0 16,2-4 3 0,0 1-3-16,-2 3-1 0,6-3 1 15,-4 3-2-15,-6-1 1 16,1 1 1-16,1 0-1 0,2-3 0 16,2-1-1-16,0 1 0 15,-2 0 1-15,2 0 1 16,4 0-1-16,3 2 1 15,0-2 1-15,8 0 0 16,2 0-2-16,2 3 0 16,1 2 0-1,-5 1-1-15,-3 0-1 16,0 3 0-16,-1-3 0 0,1 0 1 16,3 3 0-16,-3-3 1 15,0 3-1-15,-1 0 0 16,-3 0 0-1,-1 0 0-15,9 0 1 0,-9 0 0 16,9 0-1-16,-12 0 0 0,-1 0 1 16,-4 9-1-16,1-6 0 15,-1 7 0-15,-4-7 0 16,9 6 2-16,3 0-2 16,-8-2 0-16,0-2 1 15,0 5 0-15,-3-4-1 16,-5 6 0-1,-5 0 0-15,2 4-1 16,-5-1 2-16,-8 4-1 16,-5 6 0-16,-4-7 4 15,0 3 1-15,-3 1-4 16,3-6 4-16,-3 2-4 0,-1 4-1 16,0-1 0-16,5-2 0 15,-5 2 1-15,5 1 0 16,-10-4 0-16,10 4 0 0,-1-1-1 15,-3 4 1 1,3 0 1-16,-8-1 2 0,5 1-4 16,-5-3 2-16,0-7-2 15,1 1 0-15,-5-4 2 32,0 0 0-32,0 1 1 0,0-4-1 15,-4-3-1-15,4 0 1 16,-4-3-1-16,0 0 4 15,0-3-2-15,0 0 0 16,0 0-2-16,0 0 1 16,4 0-1-16,-4 0 0 15,0 0 3-15,0 0-1 0,0 0 5 16,5-6 6-16,-1-3 0 16,-1-7-10-16,1 4-1 15,-4-3 0-15,4-4-2 16,4-2-1-16,1-1 5 15,-5-3-3 1,4-3 0-16,4 1 3 0,1-7-2 0,-1-3-1 16,5 3-2-16,-1-6 2 0,1 6 1 15,7-3-1 1,4 7-2-16,-3 5 4 0,4-3-4 16,0 10 0-16,-1-4 0 15,5 4 1-15,4-4 0 16,1 4 1-1,-1-4-2-15,3 6 2 16,1-2-2-16,1-4 1 16,2 7-1-16,6-4 0 15,-5 4 0-15,4 3 0 16,-4-4 0-16,1 1 0 16,-2 5 0-16,2-2 1 0,-1 0-1 15,-3 6 0-15,2-4 0 0,1 1 0 16,1 0 0-16,3 3-1 15,0-3 1 1,5 2 1-16,-1-2-1 16,4 6 0-16,0-3 0 0,1 0 0 15,4-1 0-15,-5 2-1 16,-3 1-1 0,-1 1 0-16,0-3 1 15,1 6 0-15,-5-3-1 16,4 0 2-16,-3 0 0 15,-1 3-3-15,0-3 3 16,-3 0 4-16,2 3-4 16,2-3 0-16,4-1 0 15,-2 4 0-15,2 0 0 0,4 0 1 16,-5 0 0-16,4 0-1 16,-4 0 0-16,5 0 0 0,-4 0-2 15,-6 0 4 1,-2 0-1-16,-1 7-1 0,-4-7 0 15,0 3 1-15,-4-3 1 32,9 0-1-32,-6 0-1 0,10 0-1 15,-1 0 1 1,0 0 0-16,0 0 1 0,5 0 0 16,-9 0-1-16,4 0 1 15,-3 0-3-15,-6 0 2 16,-3 0 0-16,0 0-2 15,-8 0 4-15,3 0-1 0,10 0-1 16,-5-3 0-16,4-4 1 16,0 7-1-16,-4-6 0 15,0 4 1-15,-4-2 1 16,3-2 1-16,-3 6-2 16,5-3-1-16,-5-3 2 0,-5 2-2 15,5 2 1-15,-4-5-1 16,8 4 2-16,-5 0 0 15,-3 3 1-15,0-3-1 0,0 0 1 32,-5-3 1-32,4 0-1 15,1-1 3-15,4 2-2 16,-4-5-2-16,0 4-1 16,-5 0 1-16,5-3 5 0,0-3-4 15,-4-1 2-15,-1 1 1 16,1-4 2-16,-1 4 4 15,-3-3-2-15,-5 2-2 16,5-5 9-16,-5-4-5 0,1-3 0 16,0 1 0-16,-1-7 0 15,-5-3 2-15,-2 0-5 16,3-3 1-16,-8 0 6 16,-4 3-5-16,0 4-3 15,0 2-7-15,-4 0-2 16,-17 10-1-16,10 2-9 15,-10 7-5 1,5 6-11-16,-5 3-32 16,-4 0-25-16,-8 12-37 15,17 0-61-15,-4 4-508 16</inkml:trace>
  <inkml:trace contextRef="#ctx0" brushRef="#br1" timeOffset="69749.27">8116 12619 278 0,'0'0'83'0,"0"0"-48"0,0 0 81 15,0 0 15-15,0 0-43 0,0 0-32 32,0 0 3-32,0-3-13 15,0 1-6-15,0 2-11 0,0 0-8 16,0 0-5-16,0 0-1 15,0 0 3-15,0 0-3 16,0 5-11-16,0 14 8 16,0 9 3-16,0 3-8 15,0 2 4-15,0-2-6 16,0 4 2-16,0-5-4 16,0 1-3-16,0-9 2 0,0-4 1 15,0-3-3-15,0-8 0 16,0-4 1-16,0-3-1 15,0 0-10-15,0 0-30 16,0 0-44-16,0-16-24 0,-5 4-119 16,-3-3-151-16</inkml:trace>
  <inkml:trace contextRef="#ctx0" brushRef="#br1" timeOffset="69919.31">8008 12339 817 0,'0'0'328'0,"0"0"-328"0,0 0-50 15,0 0 34-15,0 0 15 16,0 0 0-16,0-31-26 16,4 31-123-16,17 15-75 0,-17-2-69 0,4-1 66 15</inkml:trace>
  <inkml:trace contextRef="#ctx0" brushRef="#br1" timeOffset="70393.58">8164 12555 242 0,'0'0'0'0,"0"0"-46"31,0 0-130-31,0 0 176 16,0 0 9-16,0 0 11 15,0 0 45-15,91 102 19 0,-87-87-6 16,4 0-5-16,-3 4-16 15,-1 5 6-15,0-2 20 16,3 6-9-16,-3-4-20 16,0-2-15-16,5 0 3 0,-5-4 2 15,-4-2-7-15,0-1 9 16,0-6-4-16,0-3 4 16,4-6-12-16,-4 0-6 15,4 0-4-15,-4 0 7 16,4 0 15-16,0-21-16 15,9-13-26 1,-1-6-3-16,1 0 1 0,3 3-1 16,1 3 0-16,-1 9-1 15,1 10 0-15,-10 8-3 16,1 5 1-16,-8 2 2 16,4 0 0-16,-4 0 15 15,9 21 1-15,3 7-3 16,0 6-3-16,5-3-5 0,-5-1 2 15,1-5-3-15,-1-3-4 0,1-10 1 16,-5-3-1-16,0-6-6 31,4-3-34-31,0 0-41 16,8 0-125-16,-11-12-66 0,-5 3-176 16</inkml:trace>
  <inkml:trace contextRef="#ctx0" brushRef="#br1" timeOffset="70657.88">8743 12407 706 0,'0'0'296'0,"0"0"-296"16,0 0 23-16,0 0-23 15,0 0 25-15,0 0-17 16,0 0 0-16,0 53 9 15,4-1-4-15,4 6-2 0,1 1-1 16,-1-1-6-16,0-5-3 16,0-7 0-16,1-12-2 15,-1-3-12-15,-4-16-24 0,0-2-59 16,-4-13-121-16,0 0-199 16</inkml:trace>
  <inkml:trace contextRef="#ctx0" brushRef="#br1" timeOffset="71044.92">8730 12666 858 0,'0'0'38'16,"0"0"-38"-16,0 0 0 16,0 0 5-16,0 0 25 15,0 0-21-15,148-37-4 16,-98 40 3-16,0 19 2 0,-2 2 2 15,-7 7 0-15,-3 3-2 0,-9 3-6 16,-9-3-1-16,-13 0 1 16,-7-10-2-16,0-2 12 15,0-7 10-15,-4-5 5 16,-15-4-3-16,-2-6-6 16,-8 0-6-1,4-13-1 1,-4-15 6-16,13-8-1 0,4-4 4 15,12-7-14-15,0-2-8 16,0 6-3-16,24 6-1 16,9 6-1-16,-4 13 1 0,0 5-2 15,-4 4 5-15,-5 9-13 16,-4 0-37-16,5 0-48 16,-1 0-114-16,-15 0-101 15,-1 0-15-15</inkml:trace>
  <inkml:trace contextRef="#ctx0" brushRef="#br1" timeOffset="71245.64">9363 12561 405 0,'0'0'167'16,"0"0"-74"-16,0 0 43 16,0 0-18-16,12 105-65 15,-12-65-22-15,0 0-7 16,0-6-12-16,0 0-3 15,0-9-7-15,0-10 0 16,0-9-1-16,0-6-1 0,5 0-5 16,-1 0-51-16,-4-6-75 15,0-13-112-15</inkml:trace>
  <inkml:trace contextRef="#ctx0" brushRef="#br1" timeOffset="71699.27">9326 12422 189 0,'0'0'864'0,"0"0"-864"16,0 0-197-16,0 0 151 15,0 0 39-15,0 0-37 16,91 93-130 0,-62-56-23-1,-6-3 45-15,-2 3-59 0,-4-1 211 16,-9-1 204-16,-4-1-48 15,0-4 2-15,-4-2-25 16,0-10-31-16,0-2 1 16,0-10-24-16,0-3-5 15,0-3-31-15,4 0-14 16,0 0 10-16,1-9 0 0,-1-13-26 16,0-8-10-16,4-5 0 15,0 8 6-15,1 2 2 16,-5 13 6-16,0 9-4 15,0 3-2-15,-4 0-11 0,0 0 3 16,0 12 4 0,0 16-4-1,4-1 2-15,3 1-5 16,6-3 0-16,-1-10 1 16,1-5-1-16,3-7-2 0,1-3 0 15,3 0-17-15,14-3-28 16,2-22-36-16,-24 10-127 15,0-1-213-15</inkml:trace>
  <inkml:trace contextRef="#ctx0" brushRef="#br1" timeOffset="72247.25">10061 12469 1057 0,'0'0'99'0,"0"0"-97"16,0 0 43-16,0 0 0 0,0 0-39 15,0 0-2-15,-140 43 10 16,103-16 0-16,13-2-3 31,12 0-7-31,8-4-4 16,4 1-1-16,0 0-3 0,20-4-4 16,12-3 0-16,6 4-2 15,3 0-1-15,-12 2 4 16,-4-6 0-16,-10 1-3 15,-11-1 3-15,-4-6 6 0,0 1 1 16,0-7 3-16,-23-3 0 16,2 0-1-16,-8 0 1 15,4-3-3-15,13-16 0 16,3 0-18-16,9 4 4 0,0 3-9 16,0-1 7-16,0 1 8 15,13 3-2-15,7-3-13 16,14-7 0-16,2 7 0 15,9-3 0-15,1-1 13 16,-1 4 6-16,-5 2-4 0,-2 4 8 31,-14 3 4-31,-7 3 3 16,-5 0 7-16,-7 0 24 16,-1 25-5-16,-4 2 0 15,0 4-10-15,0 0-8 16,0-3-2-16,0-6-5 0,0-7-5 15,0-5-1-15,0-8-2 16,0-2-10-16,0 0-56 0,0-12-60 16,0-3-101-1,0-4-162-15</inkml:trace>
  <inkml:trace contextRef="#ctx0" brushRef="#br1" timeOffset="72379.36">10304 12364 42 0,'0'0'1067'16,"0"0"-1006"-16,0 0-61 16,0 0-35-16,0 0 30 15,0 0-64-15,-17 37-198 16,25-28-188-16</inkml:trace>
  <inkml:trace contextRef="#ctx0" brushRef="#br1" timeOffset="72702.36">10762 12469 324 0,'0'0'114'0,"0"0"-38"16,0 0 48-16,0 0 63 15,0 0-110-15,0 0-1 16,-127 34 20-16,87 6-3 16,7 0-37-1,8 0-23-15,21-4-21 16,4-8-7-16,4-3 0 16,25-4-1-16,12-11 2 15,8-10-5-15,9 0-1 0,-1 0-5 0,1-22-45 16,-42 10-149-16,-16 0-406 15</inkml:trace>
  <inkml:trace contextRef="#ctx0" brushRef="#br1" timeOffset="81554.1">11009 12148 518 0,'0'0'198'16,"0"0"-161"-16,0 0-37 15,0 0-28-15,0 0-1 16,0 0 29-16,0 0 5 16,9 9-5-16,-9-2-5 15,0-7-53 1,0 0-161-16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7:58:00.26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23657 1581 326 0,'0'0'102'15,"0"0"-99"-15,0 0 1 0,0 0 23 16,0 0 39-16,0 0-8 16,-12-62-30-16,8 59-1 15,4 3 8 1,0-3 25-16,0 3-6 16,0 0-21-16,0 0-8 15,0 0-7-15,0 0-3 16,0 0 0-16,0 0 2 15,0 0-7-15,0 0 8 16,0 0-12-16,0 0-6 16,0 0 0-16,0 6-17 0,0 25 17 15,0 18 5-15,0 16 0 16,0 12 5-16,0 13-6 16,0 9-2-16,0 2 0 15,0-2-1-15,4-10 2 16,0-12-2-16,0-15 0 0,-4-16 2 15,4-18-3 1,-4-9 2-16,0-14-4 16,0-5 4-1,0 0 0-15,0 0-2 16,0-12-4-16,0-22-54 0,0 9-148 16,0-2-138-16</inkml:trace>
  <inkml:trace contextRef="#ctx0" brushRef="#br0" timeOffset="349.69">23674 1621 621 0,'0'0'153'16,"0"0"-132"-16,0 0-19 16,0-117 65-16,0 111 27 0,0 0-25 15,0 6-56-15,0-4-13 0,23 4-8 16,11 0 4-16,11 0-4 15,0 19 6 1,4 15-7-16,-12 3 2 16,-8 6-16-16,-8-3-20 0,-13-3 7 15,-8-3 24 1,0-3 3-16,-37 6 5 16,-13-3 4-1,-7-6 38-15,4-1-18 0,7-5-8 16,10-7 12-16,7-6-24 15,17-2-2-15,3-1 2 16,5 0-105-16,4 0-99 16,0 0-9-16,9-6 89 0,3 0-74 15</inkml:trace>
  <inkml:trace contextRef="#ctx0" brushRef="#br0" timeOffset="680.92">23834 2003 113 0,'0'0'122'0,"0"0"-67"16,0 0-32-16,0 0 30 15,0 0 24 1,0 0 8-16,40 28-25 16,-23-13 17-16,-1 13-36 0,13 6-16 15,4 6-4 1,-1 7-10-16,6 2-1 16,-1-3-6-16,-4 0-4 15,-5-9 3-15,-8-6-3 0,-11-9-1 16,-9-10-4-16,0-6 5 0,0-6 25 15,0 0 95-15,-21-15-8 16,-3-16-89-16,-1-12-11 16,5-7-4-16,7-2-7 15,9 3 1-15,4 2 7 16,0 10-9-16,8 10-2 16,26 2 1-16,2 10-2 0,5 8 0 15,0 7-10-15,-8 0-90 16,4 7-48-16,-4 11-19 15,-29-9-91-15,-4 0-90 16</inkml:trace>
  <inkml:trace contextRef="#ctx0" brushRef="#br0" timeOffset="1317.81">24334 2173 188 0,'0'0'237'16,"0"0"-179"-16,0 0-38 0,0 0 18 15,0 0-1 1,0 111-2-16,13-99 7 15,3-3-4-15,5-5 15 16,8-4-2-16,-1 0 22 0,5-13-10 16,4-17-31-16,-4-5-7 0,-5-5 2 15,-12 4-19 1,-7-2-1-16,-9 8-5 16,0 2-2-16,0 9 5 0,-21 10 9 15,-15 9-14-15,-6 3-7 16,-3 34 7-16,1 12-5 15,10 10 4 1,10 0-1-16,20-1 1 16,4-9-10-16,0-5 4 15,28-10-3-15,14-6 0 16,2-13 9-16,10-15-3 16,7 0 1-16,-3-15-59 15,-4-20-58-15,-10-8-101 16,-15 0 57-16,-8-3 65 0,-13-3 73 15,-8 2 26-15,0-2 36 16,0 9 43-16,-12 6 83 16,3 13-2-16,1 11-30 15,8 7-53-15,0 3-34 16,0 9-43-16,0 31-20 16,8 16 20-16,13 3 0 0,8-1 0 0,0-2 0 15,-5-13-1-15,-4-6 1 16,-7-13 1-16,-1-8-1 15,-8-13 2-15,0-3-1 16,-4 0 10-16,0-16 86 16,0-20-29-16,0-14-65 15,0-6 14 1,0-5-8-16,4 5-6 16,-4 7 0-16,5 12 4 15,-5 15 1-15,4 13-7 16,0 9-2-16,0 0-10 15,4 37-100-15,-8-15-49 16,4 6-274-16</inkml:trace>
  <inkml:trace contextRef="#ctx0" brushRef="#br0" timeOffset="1519.41">25184 2133 870 0,'0'0'219'15,"0"0"-213"-15,0 0-6 16,0 0-6-16,0 0-2 16,0 0 5-16,4 145 2 15,-4-99-9-15,0-6-30 16,12-9 14-16,-3-10 15 16,-1-8 7-16,-8-10-43 15,0-3-85-15,0 0-48 16</inkml:trace>
  <inkml:trace contextRef="#ctx0" brushRef="#br0" timeOffset="1666.45">25184 1895 917 0,'0'0'0'0,"0"0"-168"16,0 0-163-16,0 0 129 15</inkml:trace>
  <inkml:trace contextRef="#ctx0" brushRef="#br0" timeOffset="1987.98">25373 2077 527 0,'0'0'239'0,"0"0"-237"16,-13 118-2-16,1-63 0 15,12-6 0-15,0 1-1 16,0-14-2-16,17-8-1 16,3-12 4-16,1-10 14 0,4-6 18 15,3 0 3 1,5-25 14-16,-4-15 7 16,-5-6-22-16,-7-7-12 15,-13 1-5-15,-4 3-13 16,0 3 10-16,-21 9-14 0,-7 15 24 15,-10 16 0 1,-3 6-24-16,1 28-5 0,2 18-22 16,14 12-83-16,24-2-46 15,0-10-35-15,8-30-58 16,21-13 68-16</inkml:trace>
  <inkml:trace contextRef="#ctx0" brushRef="#br0" timeOffset="2603.46">25800 2111 761 0,'0'0'187'0,"0"0"-185"0,0 0-2 15,0 0-3 1,0 0 3-16,-4 120 4 16,4-67-4-1,0-13-3-15,16-6-1 0,-3-12 4 16,7-10 0-16,-12-12 1 15,5 0 1-15,2 0 3 16,6-28 42-16,8-6-20 16,-8-9-18-16,-1-3-9 15,-3 9-1-15,-9 6 1 16,-8 13 0-16,0 14 6 0,0 4-6 16,0 9-12-16,0 32-10 15,-16 14 22-15,7 7 0 16,9-10-23-16,0-6-15 15,0-15 3-15,21-15 15 16,11-10-4-16,5-6 21 0,0-13-3 31,9-23-37-31,-10-11 7 16,1-8-2-16,-4-4-48 16,-4-12-37-16,-8-6-4 15,-10 3 107-15,-2 10 20 0,-9 17 87 16,0 23 128-16,0 11-14 0,0 13-101 15,-16 0-73 1,-5 13-26-16,-3 24 5 0,11 9-6 16,13 6-1-16,0 4-13 15,21-4 3-15,12-6-19 16,3 1 28-16,1-7 2 16,-8-9 0-16,0-4-18 15,-8-11 13-15,-14 2 5 16,-7-8-1-16,0 2-18 0,-19 0-16 15,-27 0 35-15,-8-2 16 16,-3-4-16-16,4-3-54 16,20-3 0-16,12 0-9 15,21 0-69-15,0 0-139 16</inkml:trace>
  <inkml:trace contextRef="#ctx0" brushRef="#br0" timeOffset="3191.52">27754 2204 775 0,'0'0'40'15,"0"0"-29"-15,0 0 68 16,0 0 37-16,0 0-49 16,0 0-54-16,94-105-13 15,-69 52 3-15,-8 4-3 16,-5-3 0-1,-12 9-1-15,0 5-7 16,-12 11-20-16,-26 11-8 16,-7 10 24-16,-8 6-7 0,-9 25 16 15,17 30 0 1,9 16-3-16,23 9-3 0,13-6-11 16,24 1 3-16,26-17 0 15,16-15 3-15,-5-18 4 16,9-16 7-16,-9-9-2 0,1-6-30 15,-41-19-135-15,-13-3-156 16</inkml:trace>
  <inkml:trace contextRef="#ctx0" brushRef="#br0" timeOffset="3292.41">28198 1935 358 0,'0'0'0'0,"0"0"-79"0,0 0-97 15</inkml:trace>
  <inkml:trace contextRef="#ctx0" brushRef="#br0" timeOffset="3562.04">28198 1935 389 0,'52'-61'229'0,"-56"61"-210"0,4 0-4 15,0 0 1-15,-4 0-16 16,-4 12-9-16,-9 22 9 0,1 9 42 16,-8 10-7-16,-1 2 18 15,0 1 5-15,1-7-9 16,3-9-9-16,4-9-15 0,5-9-13 16,9-7-9-16,-1-12-1 15,4-3-2 1,0 0-40-1,0-16-29-15,0-17-163 16,0-17-18-16,0 26 105 0</inkml:trace>
  <inkml:trace contextRef="#ctx0" brushRef="#br0" timeOffset="3730.61">28050 1917 367 0,'0'0'249'0,"0"0"-75"16,0 0-46-16,0 0-114 15,0 0 7-15,0 0-17 0,0 0 24 16,119 136-9-16,-71-69-11 15,2 1-3-15,4-12-5 16,-14-10-16-16,-3-9 2 16,-4-12-46-16,-8-10-36 15,-25-15-22-15,0 0-151 16</inkml:trace>
  <inkml:trace contextRef="#ctx0" brushRef="#br0" timeOffset="4632.6">28587 1895 676 0,'0'0'111'0,"0"0"-41"15,0 0 74-15,0 0-54 0,0 0-90 0,0 0-13 32,-12 16 13-32,-9 46 7 15,9-1-7-15,3 4-33 0,9-13 1 0,0-18 16 0,0-9 13 16,0-16-1-16,0-9 2 15,0 0-5 1,9-15 7-16,11-19 29 0,1-16-29 16,0 1-4-16,-5 0 1 15,-3 5 1-15,-6 14-2 32,-7 14 4-32,0 16 21 15,0 0-21-15,0 22-3 16,-7 30 3-16,-6 7 4 15,9 3-2-15,4-10-2 0,0-18 0 16,0-6 2-16,8-16 0 0,4-9 7 16,4-3 9-1,5-6 3-15,12-28 17 16,0-12-16-16,-4-7-14 0,-5 1-4 16,-3 0-1-16,-9 9-3 15,-4 12 2 1,-4 15-2-16,-4 13 8 15,0 3-6-15,0 6-2 16,0 28-22-16,0 19 22 16,0 5 1-16,4-5-1 15,13-13 0-15,4-9 0 16,-5-13-2-16,1-12 2 0,2-6 2 16,2 0 8-16,4-21 8 15,4-22-11-15,-4-7-7 16,-5 1-5-16,-7 6-19 15,-2 8 6-15,-7 17 11 16,-4 9 7-16,0 9 2 16,0 0-2-16,0 27-25 15,0 26 25-15,0 9 1 0,0-4-1 16,0-2-3-16,13-13-3 0,7-15 6 16,1-7 0-16,0-11 1 15,8-10 14-15,-5 0-3 16,8-25 1-16,-3-15 2 15,-4 0-15-15,-4-7-1 16,-9-2-5-16,-8 0-6 16,-4 9-4-16,0 6 16 0,0 19 6 15,0 11 18 17,0 4-23-32,-8 25-1 0,-4 30-3 15,-5 29 3-15,9 8 2 0,8 7-2 0,0 3-3 31,4-16-8-31,17-6 11 0,-1-15 2 16,1-19-1-16,-1-12-1 16,-8-12 0-16,-4-16 0 15,-4-6-28-15,-4-13-9 16,0-30-59-16,0 12-173 16,0-3-216-16</inkml:trace>
  <inkml:trace contextRef="#ctx0" brushRef="#br0" timeOffset="4848.64">29339 1914 1028 0,'0'0'81'16,"0"0"-59"-16,0 0 4 0,0 0-14 15,0 0-11-15,114-22 10 16,-81 56-10 0,-13 6-1-1,-16 0-3-15,-4 0-7 0,-15-2 8 16,-35-2 1-1,-8-8-3-15,10-6-29 0,10-13-41 0,14-6-38 16,19-3-26-16,5-3 14 16,0-16-147-16,13-2-27 15</inkml:trace>
  <inkml:trace contextRef="#ctx0" brushRef="#br0" timeOffset="5064.46">29609 1753 38 0,'0'0'273'16,"99"-132"-216"-16,-79 105-34 15,-20 11 123-15,0 13 32 16,0 3-18 0,0 0-114-16,-20 34-36 0,-5 18 10 15,4 7-7-15,6 15-13 16,6 6-7-16,9 0-64 16,0-3-33-1,9-12-15-15,14-16 35 0,2-9 37 16,4-21-17-16,0-13-8 15,-16-6-19-15,-5-6-78 0</inkml:trace>
  <inkml:trace contextRef="#ctx0" brushRef="#br0" timeOffset="5334.96">29864 2099 296 0,'0'0'267'0,"0"0"-98"16,0 0-20-16,0 0-73 16,0 0-47-16,0 0-12 15,20-28-10-15,-11 22 4 0,-1-6 17 16,8-10 14-16,5-8-11 15,-10-5-25-15,-6-1-6 0,-5 1-1 16,0 2-32 0,-20 5-1-16,-17 9 24 15,-9 10 0-15,-3 9 10 16,8 9 15 0,0 35 9-16,16 11 1 0,21 9-16 15,4 4-9-15,37-3-3 16,25-9 3-16,16-13 8 15,12-15 0-15,5-13-8 16,-5-12-6-16,-61-3-189 16,-17-6-285-16</inkml:trace>
  <inkml:trace contextRef="#ctx0" brushRef="#br0" timeOffset="6437.84">30935 1772 492 0,'0'0'71'0,"0"0"19"0,0 0 39 16,0 0-15-1,0 0-11-15,0 0-49 16,5-37-7-16,-5 37-47 16,-13 0 10-16,-20 18-12 0,-16 29 4 15,0 15 2-15,8 8-4 0,12-1-7 16,20-5-8-16,9-9 8 16,5-5-10-1,23-19 3 1,22-10-6-16,3-12-2 15,17-9-24-15,3 0-73 16,-39-5-59-16,-10-14-140 16</inkml:trace>
  <inkml:trace contextRef="#ctx0" brushRef="#br0" timeOffset="7259.61">31284 1864 229 0,'0'0'553'0,"0"0"-525"16,0 0-25-16,0 0 8 15,-111-5 22-15,74 48 14 0,8 6-33 16,14 6-10-16,6-5 0 0,9-7 1 16,0-9-3-16,0-10 4 15,0-8-1 1,4-10 4-16,13-6 5 16,3 0 4-16,9-15 15 0,4-19-14 15,-9-3-19 1,1-3-3-16,-9 9-43 15,-4 6 12-15,-4 10 13 16,-8 15 21-16,0 0-10 16,0 19-36-16,-12 20 46 15,4 14 18-15,5-7-12 16,3-12 8-16,0-9 8 16,0-10 2-16,11-12 1 0,14-3 9 15,8-6 10-15,8-31 21 16,4-16-45-16,4-2-14 15,-7-7-6 1,-1 7-5-16,-5 2 5 0,1 10-19 0,-8 12-2 16,-8 16 21-16,-9 9 0 31,-8 6 0-31,5 3-15 16,-6 34-13-16,9 12 28 0,1 13 5 15,3 6-5-15,1-7-4 16,-5-8 1-16,-8-16 0 15,-4-12-1-15,0-10 2 16,-20-12 1-16,-13-3 0 16,-4 0-30-16,8-25-19 0,5-3-10 15,11 1-6-15,9 5-64 16,4 4 4-16,0 5 65 16,0 4 60-16,4 9 2 15,17-3 2-15,0 3 47 16,3 0 42-16,8-6 11 15,10-3 3 1,3-4-17-16,0-8-30 0,0-1-17 16,-4-2-12-1,1-1-20-15,-10-3-3 16,-3 0-5-16,-9-2 2 0,-15 8 0 16,-5 1-4-16,0 8 3 15,0 7-1-15,-21 6 7 0,-20 0-9 16,-4 19-2-16,0 21-4 15,7 6 5-15,26 6-7 16,12 0 5-16,0-2 3 16,33-4 0-16,17-12 2 15,11-9 10-15,13-10-4 16,4-15-8-16,-45 0-89 16,-8 0-287-16</inkml:trace>
  <inkml:trace contextRef="#ctx0" brushRef="#br0" timeOffset="7663.91">32335 1862 921 0,'0'0'0'0,"0"0"-56"16,0 0-28-16,0 0 30 0,0 0-163 15</inkml:trace>
  <inkml:trace contextRef="#ctx0" brushRef="#br0" timeOffset="7849.15">32437 2228 680 0,'0'0'107'0,"0"0"-58"16,0 0 19-16,0 0-68 15,0 0-37-15,0 0-220 0</inkml:trace>
  <inkml:trace contextRef="#ctx0" brushRef="#br0" timeOffset="9575.65">23218 2906 234 0,'0'0'165'15,"0"0"-103"-15,0 0-30 16,0 0 76-16,0 0-31 16,0 0-62-16,0 0-4 15,-29 0 13-15,29 0 21 0,0 0 25 0,0 0-3 16,0 0-22-1,0 0-26-15,21 0-10 0,12 0 9 16,15 7 5-16,23-7-3 16,10 0-10-16,23 0 2 15,10 0-4 1,18 0 2 0,15 0-6-16,14 0-4 0,11-7 2 15,4 1-3-15,1 3 1 0,3-3 0 16,1 0-2-1,-5 0 4-15,-7 2-2 16,-9-5 0-16,0 3 0 16,-8 0 0-16,-4 0 0 0,-9 0-1 15,-8 3 1-15,1-1 1 16,-5 4-1-16,0-3 2 16,5 1-2-16,4 2 0 15,-1-7 2-15,5 7-1 16,-9 0 3-16,0 0 0 0,-4 0 3 31,0 0 0-31,-4 0-4 16,-4 0-1-16,1 0-4 15,-5 0-5-15,0 0 4 0,3 0 3 16,-3 0 0-16,1-3-3 16,-10-3 5-16,-3 0-2 15,-8 3 4-15,-1 0-3 16,-8-3-1-16,0 6 3 15,-4 0-2-15,5 0 0 0,-5 0-2 16,-1-4-6-16,6 1 7 16,-5 3 3-16,9 0 0 15,3 0-3-15,-9 0 2 16,11 0-2-16,-7 0-2 16,2 0 2-16,-1 0 1 15,4-2 0-15,-7 2-1 0,-1 0-2 16,1-4 2-16,-14 4 6 15,5 0-4-15,-8 0-4 16,-1 0 0-16,6 0 2 16,-2 0 1-16,6-6 0 0,-2 3-2 15,2 0-1 1,-14 0 2 0,5-1-1-16,-5 4 1 0,1-2 0 15,-4 2 0 1,3 0 6-16,-3 0-4 0,4-3 0 15,0 3 4-15,-9-3 5 16,5 3-4-16,-13-4 1 16,0 1 2-16,-4 3 5 15,-8-3-2-15,-8 0-2 0,-17 3 2 16,-4 0 1-16,-8 0 4 16,0 0 9-16,0 0-6 15,0 0-20-15,0 0-1 16,0 0-10-16,0 0-27 15,0 0-24-15,0 0-21 0,-11 0-96 32,-6 0-130-32</inkml:trace>
  <inkml:trace contextRef="#ctx0" brushRef="#br0" timeOffset="10743.78">23362 3446 678 0,'0'0'162'0,"0"0"-162"16,0 0 0-16,0 0 38 0,0 0 1 15,0 0-39-15,0 0-12 16,-21-9 11-16,17 43 1 16,-5 12 13-16,-3 19 21 15,0 2 6-15,-1 4-24 0,5-3 7 16,0-6-8-16,4-10-9 15,-1-9-1-15,1-12-3 16,0-6 0-16,4-13-1 0,0-6-1 16,0-2 0-16,0-4-24 15,0 0-59-15,-3 0-100 16,-1-13-72-16</inkml:trace>
  <inkml:trace contextRef="#ctx0" brushRef="#br0" timeOffset="11116.76">23205 3304 920 0,'0'0'163'16,"0"0"-163"-16,0 0-61 0,0 0 61 0,0 0 7 15,0 0-7-15,-20-15-26 16,49 51 24-1,4 2-2 1,15-1-2-16,2 3-3 16,11 3 4-16,-3 6-4 15,0 7-4-15,-6 2-9 16,-2 1-10-16,-17-4-40 0,-4 1 24 16,-22-4 5-16,-7-3 21 15,0-9 21-15,-28-5 1 16,-13-4 22-16,-9-7 17 15,-2-5 18-15,-6-4 9 16,8-9-22-16,18-3-10 0,12-3-14 16,7 0-20-16,13-3-9 15,0-12-132-15,17 6-50 16,8-1-208-16</inkml:trace>
  <inkml:trace contextRef="#ctx0" brushRef="#br0" timeOffset="11448.8">24141 3618 655 0,'0'0'51'0,"0"0"-46"0,0 0-5 15,0 0 95-15,0 0-41 0,0 0-44 16,-16-36-4 0,16 51-5-16,0 13 46 0,0 12 3 15,0 3-10-15,0 0-13 16,0 6-15-16,0-2-6 16,0-4-1-16,0-6-2 15,0-9-3-15,0-7 0 16,0-2-4-1,0-7-34 1,0-3-65-16,0 0-118 0,-4-9 1 16,0 0-3-16</inkml:trace>
  <inkml:trace contextRef="#ctx0" brushRef="#br0" timeOffset="11618.15">24014 4093 348 0,'0'0'229'0,"0"0"-209"16,0 0-17-16,0 0 75 15,0 0 14-15,0 0-32 0,82 13-21 16,-41-13-12-16,-8 0-16 16,-4 0-8-16,-4 0-3 15,-13 0-54-15,-12 0-110 0,0 0-167 16</inkml:trace>
  <inkml:trace contextRef="#ctx0" brushRef="#br0" timeOffset="11835.45">23949 3665 877 0,'0'0'208'16,"0"0"-208"-16,0 0 1 15,0 0 19-15,0 0-8 16,0 0-10-16,139-74 2 0,-74 71-4 15,1 0-3-15,-12 3-2 16,-9 0-82-16,-37 0-195 16,-8 0-304-16</inkml:trace>
  <inkml:trace contextRef="#ctx0" brushRef="#br0" timeOffset="12204.5">24929 3671 1071 0,'0'0'55'15,"0"0"-54"-15,0 0-1 16,0 0 4-16,0 0-1 31,157-50-2-31,-76 42 0 16,-2 1-1-16,-10 7-2 0,-15 0-3 15,-17 0-21-15,-21 0-85 16,-16 15-26-16,0-8-129 16,-16-1-158-16</inkml:trace>
  <inkml:trace contextRef="#ctx0" brushRef="#br0" timeOffset="12407.62">25036 3874 403 0,'0'0'701'0,"0"0"-682"16,0 0-4-16,0 0-15 16,0 0 9-16,0 0 4 15,119 16 13-15,-37-25-4 16,8-4-13-16,-7 1-2 16,-18 3-7-1,-11 5-10-15,-21 4-92 16,-33 0-149-16,0 0-171 15</inkml:trace>
  <inkml:trace contextRef="#ctx0" brushRef="#br0" timeOffset="22931.26">26133 3631 719 0,'0'0'95'0,"0"0"-95"0,0 0 0 16,0 0 71-16,0 0-2 15,0 0-39-15,0 0-17 16,0 0 8-16,0 0-6 16,-21-58-5-16,42 45-3 0,7 1 1 15,13-4-8-15,4 4 1 16,9 3-1-16,-1 0 0 15,-4 5-1-15,-11 4 0 16,-11 0-6-16,-6 0-5 16,-13 13 8-16,-8 11-9 0,0 14-2 31,-4 5 7-31,-29 6 0 16,-3 0 8-16,-14 0 0 0,-3-5 1 15,-4 2 2 1,-1-3-2-16,5-9 5 15,8-7 1-15,16-11 5 16,12-9 2-16,13-5-1 0,4-2-11 16,0 0-2-16,0 0-14 0,4 0 14 15,25 0 5-15,13 0 11 16,2 0 13-16,10-2-21 16,4-2-3-16,-14 4-3 15,10 0-2-15,-13 0 0 16,-5 0-4-16,-7 0-45 15,-20 0-188-15,-9 0-214 0</inkml:trace>
  <inkml:trace contextRef="#ctx0" brushRef="#br0" timeOffset="23232.1">26999 3600 808 0,'0'0'123'0,"0"0"-123"16,0 0 0-16,0 0 27 16,0 0-13-16,0 0-14 0,12 25 1 15,-24 24 3-15,-13 9 13 16,-4 1-8-16,-4-7-3 15,1-5-2-15,-1-7 1 16,4-13 0-16,0-8-5 16,8-7-2-16,13-5-35 15,0-7-59 1,8 0-66-16,0-7-172 16</inkml:trace>
  <inkml:trace contextRef="#ctx0" brushRef="#br0" timeOffset="23452">26740 3656 600 0,'0'0'215'0,"0"0"-176"0,0 0-11 15,0 0 52-15,0 0-37 0,0 0-43 16,0-19 8 0,20 50-8-16,9 6 23 0,4 6 0 15,4 3-14-15,-1-2-3 16,-3 2-4-16,0-13-2 15,-8-8-1 1,-8-3-26-16,3-13-54 16,-20-9-69-16,0 0-148 15</inkml:trace>
  <inkml:trace contextRef="#ctx0" brushRef="#br0" timeOffset="23718.28">27278 3551 946 0,'0'0'59'0,"0"0"-55"16,0 0 19-16,0 0-4 16,0 0-19-16,0 0 0 0,0 0 0 15,8 138 8-15,-8-76-4 16,0-3-4-16,0-1 1 15,0-9-2-15,0-5-2 32,0-13-30-32,4-7-72 15,0-12-32-15,-4-12-55 0,0 0-146 16</inkml:trace>
  <inkml:trace contextRef="#ctx0" brushRef="#br0" timeOffset="24120.01">27524 3585 706 0,'0'0'77'15,"0"0"-76"-15,0 0 18 16,0 0 35-16,0 0-54 31,0 0 2-31,16 18 2 0,-16 25 39 16,0 10-13-1,0 5-13-15,0 1-3 0,9-7-3 16,-1-3-9-16,12-5 4 16,5-13-4-16,-1-10 0 15,5-9-4-15,0-5 1 16,0-7 1-16,4 0 12 16,-1-9-2-16,-3-22 10 15,0-13 5-15,-8-5 17 0,-9-7-1 16,-4-5 3-16,-8 2-11 15,-4 4-7-15,-21 5-21 16,-8 17 18-16,-4 8 3 16,5 13-19-16,-9 12-7 0,-9 0-12 15,-3 30-45-15,0 20-67 16,32-22-123-16,17-4-361 31</inkml:trace>
  <inkml:trace contextRef="#ctx0" brushRef="#br0" timeOffset="27413.94">27811 3153 261 0,'0'0'205'0,"0"0"-147"15,0 0-38-15,0 0 76 16,0 0-23-16,0 0-21 0,0 0-18 16,4-9 0-16,-4 9-6 15,0 0-3-15,0 0-8 16,0 0-5-1,0 3-9-15,0 21 13 16,0 11 8 0,4 5-5-16,-4 6-13 0,9-3 5 15,-5-3-8-15,4-3 3 16,0-6-3-16,-8-10-3 16,4-5 1-16,-4-7 1 15,0-6-2-15,0 0-11 0,0-3-82 16,0 0-86-16,0 0-88 15</inkml:trace>
  <inkml:trace contextRef="#ctx0" brushRef="#br0" timeOffset="27808.67">27975 3135 440 0,'0'0'150'16,"0"0"-125"-16,0 0 25 16,0 0 37-16,0 0-41 15,0 0-18-15,42-22-13 16,-22 22 0-16,0 0-2 16,1 0-3-16,-1 6-4 0,1 6-6 15,-4 4-8-15,-5 8 5 0,-8-2 1 16,-4 3-2-16,0 9 4 15,-12-4 11-15,-25 1-8 16,-1 4 16-16,-2-11 6 16,11-5 5-16,13-7-12 15,11-3-1-15,5-9-13 16,0 0-4 0,0 0-4-16,0 0 0 15,33 0 4-15,5 0 35 16,14 0-20-16,2 0-9 15,-5 0-5-15,-8-6-1 16,-33 6-132-16,-8 0-245 16</inkml:trace>
  <inkml:trace contextRef="#ctx0" brushRef="#br0" timeOffset="75687.78">29154 3270 338 0,'0'-9'91'15,"0"6"-84"-15,0 0-2 16,0 0 60-16,0 0 1 0,0 0-23 15,0-1 3-15,0 1-9 16,0 1-3-16,4-2-2 16,0 4 3-16,-4 0 3 15,0 0 2-15,0 0-6 16,0 0-16-16,0 0-18 0,0 0-2 16,0 0 2-16,0 0 4 15,0 6 0-15,0 16-4 16,-8 9 6-16,-17 18 4 15,-8 16 5-15,-3 21 11 0,-10 19 16 16,-8 9-24-16,2-3-2 16,2-9-6-16,0-19 2 15,10-12 2-15,11-15 0 16,9-16 2-16,7-13-7 16,9-15-4-16,4-5-5 15,0-7 0 1,0 0-2-16,0 0-8 15,0 0-26-15,4-22-31 16,4 4-123-16,1 2-132 16</inkml:trace>
  <inkml:trace contextRef="#ctx0" brushRef="#br0" timeOffset="76140.97">29371 3618 488 0,'0'0'174'16,"0"0"-154"-16,0 0-18 16,0 0 67-16,0 0 48 0,0 0-56 15,-32-67-52-15,15 67-5 16,-8 0-2-16,-4 18-1 16,0 10-1-16,2 3 6 0,2 9 3 15,12 3 1-15,5 3 0 16,8 0-6-16,0-2-4 15,4-7-1-15,29-9-2 16,3-7 3-16,10-6 2 0,4-8-2 31,-6-7-40-31,6 0 0 16,-5 0-31-16,-13-13-33 16,-7-15-34-16,-13-5-65 15,-12 14 48-15</inkml:trace>
  <inkml:trace contextRef="#ctx0" brushRef="#br0" timeOffset="76741.48">29543 3711 135 0,'0'0'156'0,"0"0"-55"16,13-102-13-16,-9 87 11 16,-4 6-8-16,0 9-18 15,0 0-22-15,0 0-32 16,0 0-19-16,0 6-5 16,0 24 5-16,0 17 3 0,0 2 36 15,0 4-27-15,0-10-6 16,0-6 6-16,0-9 1 15,0-10-2-15,0-5-4 0,0-8-1 16,0-5 4 0,0 0 0-16,8 0 19 0,4-18 33 15,5-16-33 1,4-3-22 0,-1-6 0-16,-4-3-3 0,-4 2-4 15,5 4 0-15,-9 9 2 16,-4 13-1-16,0 9 5 15,-4 6-2-15,0 3-4 16,0 0 0-16,0 25-10 16,0 8 10-16,0 7 6 0,0 3-5 15,0-8 1-15,4-8-1 16,1-11-1-16,-1-4 0 16,0-9 1-16,4-3-3 15,-4 0 1-15,9 0 1 16,7-15 33-16,9-16-15 15,-1-6-11-15,5-3-6 0,-4 6-1 16,0 0-1-16,-4 16-3 16,-10 5 2-16,-6 7 1 15,-9 6 1-15,0 0-6 0,0 0-8 16,0 12 6-16,0 19 8 31,0 6 13-31,4 0-6 16,4 0-2-16,0 0-2 15,1-9-3-15,3-1 1 0,-4-8 2 16,-4-7-3-16,1-5-1 16,-1-1-1-16,0 0-24 15,4-6-76-15,0 0-150 16,-3 0-199-16</inkml:trace>
  <inkml:trace contextRef="#ctx0" brushRef="#br0" timeOffset="77323.14">30180 3255 232 0,'0'0'77'0,"0"0"11"16,0 0 30-16,0 0-24 0,0 0 0 16,0 0-1-16,0 0 6 15,-21-18-22-15,21 18-25 16,0 0-17-16,0-4-10 16,0 4-24-16,0-3 7 15,13 0-5-15,20-3 12 0,7 3-11 16,14 0-1-1,0 0 0 1,-6 3 0-16,-2 0 0 16,-5 0-1-16,-16 0-2 15,-14 6-5-15,-11 13-5 0,0 2 10 16,-11 10 2-16,-35 3 7 16,-7-1 2-16,-8 2 10 15,7-14-2-15,17 1-7 16,12-7-2-16,18-9-8 0,7-3-2 15,0 3-7-15,0-6 7 16,0 7 0-16,19-4 0 16,23 0 22-16,7-3-3 15,8 0-7-15,1 0-3 16,0 0-4-16,-14 0 4 16,-7 0-1-16,-8 0 1 0,-12 0-1 15,-13 0-3-15,-4 0-3 16,0 0-1-16,0 0-1 15,0 0-11-15,0 0-39 32,-4 0-70-32,-13 0-302 15</inkml:trace>
  <inkml:trace contextRef="#ctx0" brushRef="#br0" timeOffset="84918.71">21629 5446 271 0,'0'0'122'15,"0"0"-118"-15,0 0 1 16,0 0 25-16,0 0 52 15,0 0-40-15,0 0-21 16,0 0 25-16,-12 4 24 16,12-4 14-16,-4 0 4 0,0 0-19 15,0 0-19-15,-1 0-17 16,1 0-3-16,4 0-7 16,0 0-10-16,0 0-5 31,0 0-5-31,0 0 3 0,0 0-2 15,0 0-1-15,0 0 6 16,0 0 8-16,0 0-17 16,0 0 0-16,0 0 0 0,21 0 2 15,8-4 8-15,15-1-1 16,10-2 2-16,4 1-11 16,-1 3 6-16,1 3-6 15,-6 0-1-15,-2 0 0 16,-13 0-2-16,-8 0 2 0,-13 0-3 15,-4 0 0-15,-8 0 0 16,-4 0 0-16,0 0 3 16,0 0 0-16,0 0 1 15,0 0-7-15,0 0-13 16,0 0-7-16,0 0-6 16,0 0-33-1,0 0-30-15,0 0-12 16,0 0-24-16,0 3-104 15,-4-3-186-15</inkml:trace>
  <inkml:trace contextRef="#ctx0" brushRef="#br0" timeOffset="85319.14">21761 5619 545 0,'0'0'141'0,"0"0"-136"0,0 0-4 0,0 0 50 15,0 0 39-15,0 0-32 16,-5 9-28-16,5-9-10 16,0 0-7-16,5 0 19 15,11 0 14-15,5 0-23 16,3 0-10-16,9 0 1 15,8 0-1 1,0 0-2-16,8 0-1 16,-8 0-3-16,1 0-7 15,-10 0 0-15,-8 0 3 16,-11 0-2-16,-5 0 0 16,-8 0 0-16,0 0 7 0,0 0-2 15,0 0 5-15,0 0-11 16,0 0-5-16,0 0-28 15,0 0-33-15,0 0-78 16,0 0-43-16,0 0-96 0</inkml:trace>
  <inkml:trace contextRef="#ctx0" brushRef="#br0" timeOffset="86152.93">22339 5169 832 0,'0'0'17'15,"0"0"-17"-15,0 0 0 0,0 0 91 16,0 0-8-16,0 0-58 16,-37-28-15-16,37 28 3 0,0 0 10 15,0 0 16 1,0 0-6-16,0 0-11 0,0 0-5 31,0 0 4-31,0-3-2 16,0 3-11-16,0 0-5 15,0 0 0-15,0 0 0 16,0 0-3-16,0 0 0 0,0 0-4 16,0 0-1-16,0 0 1 15,8 0 3-15,5 3 1 16,8 13 2-16,3 5-1 16,4 1 0-16,9 9 0 15,5-3-1-15,3 2 0 16,4 8 0-16,-4-11-4 0,1 1 4 0,-10-7-2 15,-3-5-4-15,-16-7-1 16,-5-3 7 0,-4 1 4-16,-8-7-4 15,4 5 2-15,-4-1 0 0,0-4 1 16,0 3 0-16,0-3-1 16,0 0-2-1,0 0 0 1,0 0 0-16,0 3-1 0,0-3 1 15,0 3 0-15,0-3 2 16,0 0-2-16,0 6-1 16,0 3 0-16,-8 10 1 15,-25 12 6-15,-12 9 4 16,-8 6-4-16,-5 6 1 0,-7 4 0 16,7-4 0-16,0-5-2 15,5-11 6-15,12-5 0 16,12-9-1-16,17-10-5 15,-1-3 0-15,9-5-5 16,4-4-3-16,0 0 2 16,0 0-3-1,0 0 2-15,0 0 2 0,0 0-1 16,0 0 1-16,0 0-13 16,0 0-8-16,0 0-22 15,0-7-73-15,0 1-212 16,0-3-394-16</inkml:trace>
  <inkml:trace contextRef="#ctx0" brushRef="#br0" timeOffset="90104.32">23940 5302 173 0,'0'0'411'0,"0"0"-408"0,0 0 15 31,0 0-18-31,0 0 65 0,0 0-17 15,0 0-34-15,33-81-1 16,-33 72 18-16,0 0 15 16,0 0 1-16,0-4-4 15,0 1-23 1,-8 0 2-16,-8 3-18 0,3-4 2 16,-3 4-6-16,-5 0 1 0,0 2-3 15,-3 7-2-15,4 0-1 16,-5 0 4-16,9 0-5 15,-1 0 6-15,0 10-2 16,1 5-1-16,-1 4 1 16,5-1 1-16,4-2-1 15,8 2 1-15,0-3-2 0,0 1-8 32,0-1 11-32,0-6 1 0,4 1-1 0,8-7-2 15,1-3-1-15,3 0 1 16,1 0 2-16,3-6 2 15,5-13-1-15,3-5 2 0,1-4-1 32,-8 0 1-32,-1 0-1 15,1 4 0-15,-4 5 4 16,-5 7 13-16,0 3 10 0,-7 6 11 16,-5-1-4-16,4 4-9 15,-4 0-3-15,0 0-15 16,0 0-2-16,0 0-7 15,0 0-2-15,3 4-2 0,5 20 4 16,0 13 5-16,1 16 1 16,-9 15-4-16,0 5 1 15,0 4 0-15,0 1-1 16,0-8-1-16,0-5 0 16,0-13 0-16,0-5-1 15,-5-13 0 1,1-13 2-16,4-2-2 15,0-13 1-15,0 0 0 0,0 0 1 16,0-6 2-16,-4 0-2 16,4 3 6-16,0-3 5 15,0 0 2-15,0 0 5 16,0 0-6-16,0 0 0 16,17-21 6-16,12-10-6 15,0-6-3-15,4-9-8 16,-1-1-1-16,1-2-2 15,-4 3-1-15,-9 3 0 0,-3 6-3 16,-9 6-19-16,-4 6-11 16,-4 7-37-16,0 15-109 15,0 3-352 1</inkml:trace>
  <inkml:trace contextRef="#ctx0" brushRef="#br0" timeOffset="90706.81">24511 5046 451 0,'0'0'214'0,"0"0"-169"16,0 0-13-16,0 0 69 0,0 0-8 15,0 0-33-15,0 0-32 0,-13-55-12 16,13 55 3-16,0 0-2 31,0 0-11-31,-4 0-3 16,4 27 1-16,-4 19 12 15,0 13 5-15,4 9 2 0,0 2-17 16,0 4-1-16,0 1-3 16,0-14 0-16,0-11-1 15,4-11 1-15,4-14-2 16,-8-10 0-16,0-8 0 15,5-1 0-15,-5-6-2 16,0 0-35-16,0-28-63 16,0 3-157-16,0 1-142 0</inkml:trace>
  <inkml:trace contextRef="#ctx0" brushRef="#br0" timeOffset="91039.72">24404 4963 561 0,'0'0'334'15,"0"0"-278"-15,0 0-49 16,0 0 81-16,0 0-39 0,0 0-49 31,-29-71-2-31,29 71-17 16,29 21 19-16,12 10 1 16,8 3 2-16,13 6-1 15,-5 0-2-15,5 6 1 0,-9 7-2 0,-12-4 1 16,-12 1-5-1,-8 2 4-15,-17-3-6 16,-4 0 3-16,-8-2 4 0,-29-7 1 16,-9-4 20-16,-15-5 10 15,3-6 6-15,1-3-11 16,12-6-12-16,12-8-9 31,20-1-5-31,9-4-2 0,4-3-63 0,9 0-63 16,7 0-120-16,9-13-110 15</inkml:trace>
  <inkml:trace contextRef="#ctx0" brushRef="#br0" timeOffset="91356.24">25044 5206 645 0,'0'0'140'0,"0"0"-135"15,0 0-1-15,0 0 100 0,0 0-48 16,0 0-41-16,0 0 8 16,8 83 21-16,-8-30-17 15,0 5 1-15,0-2-12 16,0-4-12-16,0-6 0 15,0-5-2-15,0-11-2 0,0-2-1 16,0-10-2 0,0-2-31-16,0-7-69 15,0-9-101 1,0 0-153-16</inkml:trace>
  <inkml:trace contextRef="#ctx0" brushRef="#br0" timeOffset="91541.73">24942 5730 527 0,'0'0'222'0,"0"0"-193"0,0 0-22 16,0 0 126-16,0 0-77 0,0 0-45 16,-29 12 1-16,45-12 18 15,13 0-3-15,9 0-13 16,6-3-3-16,2-3-9 16,-1-3-2-16,-13-4-15 15,-7 4-55-15,-13-6-93 31,-12 12-51-31,0-6-141 0</inkml:trace>
  <inkml:trace contextRef="#ctx0" brushRef="#br0" timeOffset="91758.24">24901 5157 744 0,'0'0'81'0,"0"0"-81"0,0 0 0 16,0 0 63-16,0 0 15 16,0 0-18-16,135-83-13 15,-81 83-23-15,-1 0-12 0,-8 0-4 16,-12 0-8-16,-12 3-60 16,-21-1-185-16,0 2-213 15</inkml:trace>
  <inkml:trace contextRef="#ctx0" brushRef="#br0" timeOffset="92345.07">23497 5915 330 0,'0'0'267'16,"0"0"-218"-16,0 0-44 15,0 0 89-15,0 0 15 16,0 0-58-16,-41 6-46 16,41-6 9-16,16 0 25 0,13 0 25 15,12 0-8-15,12 0-18 16,9 0-9-16,16-9-14 15,21 0-1-15,16 2-9 16,12-5-3-16,21 0-2 16,16-4 0-16,12 4-2 15,17-7-5 1,0 7 3-16,-12 3-3 16,-18 3 5-16,-26 6 2 15,-43-3 0-15,-29 3 0 16,-24 0-9-16,-24 0-11 15,-17 0 15-15,0-3 5 16,-8 0-6-16,-30 0-20 16,-2-1-92-16,-10 4-43 0,26 0-71 0,-1 0-323 15</inkml:trace>
  <inkml:trace contextRef="#ctx0" brushRef="#br0" timeOffset="92792.9">24342 6103 208 0,'0'0'440'0,"0"0"-356"16,0 0-70-16,0 0 89 16,0 0 6-16,0 0-36 0,0 0-36 15,-12-61-1-15,-13 61-16 16,-7 0-14-16,-9 15-2 15,-5 19-3-15,-3 12 23 16,0 6-9-16,8 7 3 16,16 3-12-16,13-4-6 15,12-5-2 1,8-13 0-16,33-6 2 16,13-13-14-16,7-9-8 15,1-12-5-15,7 0-11 16,1-9-48-16,-53-9-149 15,0-1-200-15</inkml:trace>
  <inkml:trace contextRef="#ctx0" brushRef="#br0" timeOffset="93061.97">24548 6263 777 0,'0'0'246'16,"0"0"-240"-16,0 0-6 0,0 0 23 15,-58 142 5 1,58-105-25-16,0-9-3 15,8-10 0-15,17-5 1 0,4-13-1 0,7 0 0 16,6-13-1-16,-5-21 3 16,-8-6-2-16,-14-3 4 15,-15 0 3-15,0 12 11 16,-11 4 22-16,-26 14-5 16,-9 7 6-16,1 6-37 15,0 0-4 1,16 19-2-16,9 5-31 15,16 4-75-15,4-16-120 16,0 1-153-16</inkml:trace>
  <inkml:trace contextRef="#ctx0" brushRef="#br0" timeOffset="93314.9">25073 6184 927 0,'0'0'19'0,"0"0"-9"31,0 0 5-31,-127 92 71 0,94-49-53 16,8 0-28-16,4-6-5 15,13-6 0-15,4-7-4 16,4-11-32-16,0-7-66 15,0-6-60-15,0 0-100 16,0 0-60-16</inkml:trace>
  <inkml:trace contextRef="#ctx0" brushRef="#br0" timeOffset="93477.23">24802 6248 803 0,'0'0'149'0,"0"0"-88"15,0 0-18-15,0 0-32 0,0 0 59 16,0 0-21-1,127 102-29-15,-73-62-11 0,-5-3-9 16,-8-3-3-16,-8-7-61 16,-4-8-69-16,-29-19-141 15,0 0-150-15</inkml:trace>
  <inkml:trace contextRef="#ctx0" brushRef="#br0" timeOffset="94033.11">26124 5592 668 0,'0'0'165'16,"0"0"-153"-16,0 0-10 16,0 0 111-16,0 0-26 15,0 0-50-15,-37-13-9 16,37 13-4-16,0 0-18 15,21-6 5 1,24 0-1-16,20-7 5 16,18 1-3-16,11-1-10 0,4 5 4 15,-7 1-1-15,-26 4-3 16,-19 3-2-16,-26 0-1 16,-11 0-28-16,-9 0-28 15,-4 0 17-15,-34 10-20 16,9-2-166-16,1-1-179 0</inkml:trace>
  <inkml:trace contextRef="#ctx0" brushRef="#br0" timeOffset="94317.86">26137 5761 536 0,'0'0'418'0,"0"0"-349"16,0 0-54-16,0 0 96 0,0 0-70 15,0 0-37 1,12 12 1-16,41-12 14 0,17-9 6 16,8-3-12-1,13 2 5 1,-2 1-6-16,-3 3-2 0,-11 3 6 16,-26 3-9-16,-25 0-6 15,-16 0-1-15,-8 0-6 16,0 0-19-1,-4 0-16-15,-28 6-23 0,11-6-166 16,-3 3-394-16</inkml:trace>
  <inkml:trace contextRef="#ctx0" brushRef="#br0" timeOffset="97287.8">27471 5320 444 0,'0'0'219'0,"0"0"-201"16,0 0-13-16,0 0 96 15,0 0 12-15,0 0-70 16,0 0-31-16,7-64 2 0,-7 60 14 16,0 1 8-16,0 3-7 15,0 0-6-15,0 0-2 16,-7 0-2-16,-10 7-15 15,-3 23-3-15,-9 16-1 0,4 7 1 16,4 8-1-16,9 1 0 16,4-6 0-16,8-7 0 15,0-9 0-15,0-6-5 16,8-3 5-16,21-16 3 16,4-6-2-1,12-9 5-15,8 0-2 16,9-12-1-16,-5-19-1 15,-3-9 2-15,-13-9 2 0,-8-7 15 16,-17-5 7-16,-8-4-2 16,-8 3-5-1,0 10-4-15,-17 9 12 16,-10 9-4-16,-2 13-4 0,-9 11-13 16,-3 10-8-16,-3 0-10 15,-2 28-19-15,5 12-44 16,28-15-126-16,9-4-429 15</inkml:trace>
  <inkml:trace contextRef="#ctx0" brushRef="#br0" timeOffset="97788.67">28042 5508 502 0,'0'0'220'0,"0"0"-169"16,0 0 10-16,0 0 76 0,0 0-69 0,0 0-47 15,0 0-20-15,11 0 4 16,-11 0-5-16,0 0 0 16,0 3 0 15,0 0 6-31,0 7-2 0,0-7-2 16,0-1 2-16,0 2 6 15,0-4 3-15,-7 0 15 0,-10 0-11 16,5-12-9-16,-5-4-1 15,9-8-7-15,4-1 13 16,4 10-3-16,0 2-8 16,0 4-2-16,0 6-2 15,0 3-7-15,4 0 5 0,12 0-6 16,-3 0 0-16,-5 12-10 16,0 3-26-16,-8-2-35 15,0-1-54-15,0-12-8 16,0 0-183-16</inkml:trace>
  <inkml:trace contextRef="#ctx0" brushRef="#br0" timeOffset="98358.08">28525 5320 257 0,'0'0'425'0,"0"0"-425"0,0 0 3 15,0 0 26-15,0 0 42 16,87-120-37-16,-83 101-8 16,-4 1 27-16,0 0-4 15,-4 2 7-15,-21 4-23 16,-12 5-11-1,-4 7-12-15,-8 0-10 16,-5 0 0-16,-4 22 3 16,6 9 1-16,6 3 2 15,5 12-2-15,17 0-4 0,16-3 0 16,8-2-1 0,0-11 1-16,12-8 1 15,20-10-1-15,10-12 2 0,7 0-2 0,8 0-1 16,5-21-7-16,-8-10-3 15,-6-9 1-15,-14-3 2 16,-5 0 5-16,-13 5 3 16,-8 11 4-16,-4 8 4 15,-4 7 29-15,0 9 11 16,0 3-9-16,0 0-35 0,0 9-3 16,0 28-1-16,0 13 3 15,-4 8-3-15,4 1 0 16,0-1 1-16,0 1-1 15,0-7 0-15,0-9-1 16,0-3-4-16,0-15-29 16,0-4-31-1,0-5-58-15,0-16-143 16,0 0-187-16</inkml:trace>
  <inkml:trace contextRef="#ctx0" brushRef="#br0" timeOffset="98758.93">28821 5188 986 0,'0'0'0'0,"0"0"15"16,0 0-8-16,0 0 35 15,0 0-31-15,127-65-10 16,-90 65 4-1,5 0 0-15,-1 18 1 16,-9 4-4-16,-3 6-2 16,-17 6-1-16,-12 5-5 15,0 8-2-15,-20 2 8 16,-22 7 3-16,-10-4-3 16,-6-6 6-16,5-6 2 15,16-9 3-15,8-9 7 0,16-4 5 16,13-12-20-16,0 1 3 15,0-1-4-15,33-6 13 16,13 0 10-16,2 0-17 0,10 0-3 16,-1 0-5-16,1-6 0 15,-4 3-1 1,-14-4-22-16,-7 4-50 0,-33 1-105 0,0-2-218 16</inkml:trace>
  <inkml:trace contextRef="#ctx0" brushRef="#br0" timeOffset="99461.26">29905 5209 365 0,'0'0'458'0,"0"0"-439"31,0 0-6-31,21-102 166 0,-38 84-94 16,-8 6-37-16,-8 2-8 16,-4 7-25-16,-7 3-12 15,-2 0 1-15,1 0-3 16,9 3 2-16,7 7-3 16,16-1 0-16,5 0-1 15,8 3-7-15,0 4-4 0,0 2 5 16,12 1 7-16,9 2-6 0,7 4-6 15,1-6-14 1,4 2 13-16,4 1-2 0,4-1 7 16,4 13 2-16,0 3 4 15,-7 3 1-15,-15 3-3 16,-6 0-4 0,-13 0-12-16,-4 1 10 15,0-7-5 1,-17-3 3-16,-10-10 12 15,-11-5 0-15,-3-7 10 0,-4-2 12 16,4-4-9-16,8-3 18 16,8-3-3-16,9 0 4 15,-1 0-3-15,13-19-6 0,4-12 5 16,0-9-9-16,8-9-18 16,25-13 4-16,13-5-5 15,7 2 0-15,9 0-2 16,0 16 2-16,3 6-2 0,-3 12 0 15,-1 3-1 1,-3 7-9-16,-50 21-109 0,-8 0-236 16</inkml:trace>
  <inkml:trace contextRef="#ctx0" brushRef="#br0" timeOffset="99983.68">30640 5077 676 0,'0'0'259'0,"0"0"-236"0,0 0 47 16,0 0 65-16,0 0-63 15,0 0-35-15,4-46-16 16,-4 46-8-16,0 0-5 16,0 0-5-16,4 0-2 0,0 18 0 15,5 12 7-15,2 11 0 32,1 8-3-32,5 10-3 15,-1 9-1-15,5-1 3 0,-4-2-4 16,-1-7 0-16,1-11-7 15,-5-10 7-15,-8-15-2 16,0-10 1-16,-4-9 0 16,4-3 2-16,0 0 2 15,4 0 10-15,8-22 8 0,9-18-7 16,4-12 2-16,8-10-1 16,0-6-8-16,8-6-2 15,-12 10-1-15,4 11-3 16,-5 16 0-16,-11 12-1 15,-4 13-2-15,-9 3 0 16,-4 9-6 0,-4 0-39-16,0 0-30 0,0 6-107 15,-12 9-109-15,-9 4-491 16</inkml:trace>
  <inkml:trace contextRef="#ctx0" brushRef="#br0" timeOffset="101318.04">27446 6174 587 0,'0'0'85'15,"0"0"-80"-15,0 0 22 0,0 0 80 16,0 0-50-1,0 0-31-15,0 0 3 0,-16 3 14 16,16-3 10-16,0 0-14 16,0 0-13-16,0 0 0 0,4 0-9 15,25 0-1-15,7 0 3 16,26 0 0-16,7-3-1 16,18-3 2-16,7-1-4 15,12 2-2-15,19-2-6 16,6 4 0-16,17 0-4 15,4-3-3-15,4 3 1 0,11-3-2 16,-3-1 3-16,26-5-3 16,3 0-1-16,11 0-1 15,2 5-14-15,-21 1 10 16,-26 6 6-16,-26 0 0 16,-27 0-2-16,-28 0 2 15,-21 0 2 1,-11 0 4-16,-14 0 7 15,-11 0 2-15,-9 0-2 16,-8 0 5-16,0 0 5 0,-4 0 4 16,0 0-10-1,0 0-6-15,0 0-4 0,0 0-7 16,0 0 4-16,0 0-4 16,0 0 2-16,0 0-1 15,0 0-1-15,0 0-4 0,0 0-18 16,0 0-10-16,-25 0-13 15,-16 3-45-15,17-3-182 16,-5 0-349-16</inkml:trace>
  <inkml:trace contextRef="#ctx0" brushRef="#br1" timeOffset="111334.59">22158 7688 817 0,'0'0'200'0,"0"0"-188"15,0 0-9-15,0 0 6 16,0 0-9-16,0 0-8 0,0 0-5 16,0 0 6-16,0-7 7 0,0 7 0 31,0 0 1-31,0 0-1 0,0 0-1 0,0 0-3 31,0 0-2-31,0 13 6 0,5 2 5 0,7 9 2 16,5 4 2-16,-5 10-1 15,9 5-4 1,-2 9 5-16,2 7-2 16,0 5 2-16,3 4-7 15,1 3 7-15,4-3-7 16,-1 3 0-16,5-9 2 15,-4-4-3-15,0-6 3 16,-4-12-2-16,-9-5 9 16,0-17 12-16,-8-9-2 0,-4-3 7 15,0-6-3 1,1 0 13 0,-1 0-3-16,0 0-6 0,4-18 5 15,4-16-9-15,9-18-12 16,4-16-5-16,4-13-1 15,3-14 1-15,1-13-6 16,0 0-2-16,0 3 0 0,-8 13 1 16,-5 24 2-16,-8 19 2 15,-4 18 7-15,-8 15-2 16,0 7 5-16,0 9-8 16,0 0-2-16,0 0-5 15,0 0-8-15,0 0-20 16,0 0-6-16,0 4-1 0,0 11 6 15,0 3 3-15,0 10-34 16,0 6-72-16,0-18-174 16,0-4-166-16</inkml:trace>
  <inkml:trace contextRef="#ctx0" brushRef="#br1" timeOffset="111636.02">22975 8236 1052 0,'0'0'3'16,"0"0"22"-16,0 0-25 0,0 0 12 16,0 0-12-16,0 0-13 15,25 93 13-15,-21-44 8 16,0 4-8-16,-4 2 5 15,4-3-4-15,-4-8 3 16,0-13-3-16,0-10 2 16,0-9-2-16,0-2-1 0,0-10 0 15,0 0-4-15,0 0-10 16,0-25-51-16,0-9-129 16,0 12-72-16,-4-2-24 0</inkml:trace>
  <inkml:trace contextRef="#ctx0" brushRef="#br1" timeOffset="111805.76">22812 8304 509 0,'0'0'252'0,"0"0"-131"16,0 0-62-16,0 0 25 15,0 0-57-15,0 0-19 16,-46-43-4-16,71 40 5 16,11 3 22-16,14-9-8 15,16-1-12-15,7-2-5 16,-6 0-6-16,-7 3-27 0,-14-1-105 15,-42 10-133-15,-4 0-97 16</inkml:trace>
  <inkml:trace contextRef="#ctx0" brushRef="#br1" timeOffset="112239.04">23230 8178 190 0,'0'0'641'16,"0"0"-563"-16,0 0-72 15,0 0 38-15,0 0-30 16,0 0-9-16,0 55-5 16,4-18 2-16,1 3 3 15,-1 7-3-15,0 5 3 16,-4 3-3-16,4 1-1 0,0-7-1 16,-4-3 0-16,0-15 2 15,0-9-1-15,3-7 0 16,-3-15 0-16,0 0 3 15,4 0-4-15,5-3 51 16,-1-24-22-16,4-17 16 16,5-8-32-1,-1-13 23-15,1-3-24 16,-1 9-4-16,-3 11-1 16,3 13 6-16,0 14 12 0,-8 11 0 15,-4 8-6-15,0 2-13 16,5 0-6-16,-1 15-14 15,13 25 14-15,-5 9 2 16,9 7 8-16,-9 6-1 0,1-4-9 16,-9-5-2-16,1-14-24 15,-9-4-17-15,0-11-60 16,0-24-143-16,0 0-438 16</inkml:trace>
  <inkml:trace contextRef="#ctx0" brushRef="#br1" timeOffset="112925.18">23693 8689 337 0,'0'0'450'0,"0"0"-450"15,0 0 14-15,0 0 17 16,0 0 20-16,0 0-51 16,0 22 8-16,-7 12 2 15,-18 3-2-15,5 6-4 0,-5-6-4 0,4 0-1 16,-4-3-39-16,9-13-68 15,12-14-120-15</inkml:trace>
  <inkml:trace contextRef="#ctx0" brushRef="#br1" timeOffset="113358.93">23702 8930 703 0,'0'0'0'0,"0"0"-184"15,0 0 184-15,0 0 5 16,0 0 10-16,0 0-6 16,103-62 26-16,-91 41 35 15,12-10-12-15,-11-3 12 0,3-6-29 16,-4-1-9-1,-3-2-10-15,-1-6 4 16,-8 9-10-16,0 6-4 0,0 10 11 16,-8 17 10-16,-13 4 19 0,0 3-23 15,-7 6-21-15,0 29-8 16,-1 11 0-16,0 0 0 16,16 3 0-16,5-3 0 15,8-5-1-15,0-4-1 16,0-6 2-1,17-10-1-15,20-6 1 16,12-8 3-16,8-7-3 16,5 0-10-16,-9 0-69 15,-41-7-146-15,-8-2-228 16</inkml:trace>
  <inkml:trace contextRef="#ctx0" brushRef="#br1" timeOffset="114102.96">24018 8628 648 0,'0'0'0'0,"0"0"-3"16,0 0 3-16,0 0 27 15,0 0-13-15,0 0 3 0,0 0 14 16,-8-7-8-16,8 35 11 16,0 3-8-16,0 12-16 15,0-6-5-15,0 3 1 16,0-9-4-16,0-3-1 16,0-9 0-16,0-7 0 15,0-6 1-15,0-3 14 0,0-3 25 16,0 0 51-16,4-6-30 15,8-19-37-15,1-15-21 0,3 0-4 16,-4-6 5 0,5 5-2-16,-9 11-2 15,5 8 0-15,-5 10 2 16,-4 6 3-16,0 6 1 16,-4 0-3-16,7 0-4 15,6 18 1-15,3 13 13 16,-3 3-4-16,12 0-6 15,-5-3-2-15,-3-3 0 16,-5-4-2-16,-4-5-4 16,1-4-22-16,-5-6-36 15,-4-9-120-15,0 0-233 0</inkml:trace>
  <inkml:trace contextRef="#ctx0" brushRef="#br1" timeOffset="115770.56">24392 8190 348 0,'0'0'151'0,"0"0"-147"15,0 0 0-15,0 0 48 16,0 0-25-16,0 0-21 16,0 0-2-16,0-6 24 15,0 6 15-15,-4 0 11 16,4 0 8-16,0 0-5 16,-4 0-17-16,4 0-1 0,0 0-1 15,0 0-9-15,0 0 3 16,0 0-3-16,0 0-8 15,0 0-6-15,0 0-5 16,0 0-2-16,0 0-1 16,0 0-4-16,0 0-1 0,4 0 0 31,17 0 1-31,15 0 8 16,9-3 1-16,13 0-6 15,-1-4-2-15,1 4-4 16,-1 0 1-16,-12 3 3 0,-8 0-4 15,-8 0 0-15,-12 0 0 16,-13 0 2-16,-4 0-2 16,0 0 3-16,0 0 3 0,0 0 1 15,0 0-7 1,0 0-13-16,0 0-30 0,0 0-96 16,0 0-113-16,-12 6-201 15</inkml:trace>
  <inkml:trace contextRef="#ctx0" brushRef="#br1" timeOffset="116124.54">24515 8350 35 0,'0'0'875'16,"0"0"-875"-16,0 0-45 15,0 0 45-15,0 0 34 16,0 0-34-16,-29 10-6 16,29-10 6-16,8 0 34 0,9 0 15 15,16 0-3-15,3 0-17 16,18 0-5-16,4 0-8 16,7-3-2-16,1-4 1 0,-9 1 1 15,-8 3 2 1,-20 3-6-16,-12 0-5 0,-13 0-6 15,-4 0 0-15,0 0 3 16,0 0 4-16,0 0-8 16,-4 0-11-16,-17 0-50 15,-4 0-109 1,13 3-83-16,4-3-151 16</inkml:trace>
  <inkml:trace contextRef="#ctx0" brushRef="#br1" timeOffset="129830.4">25422 8230 743 0,'0'0'159'0,"0"0"-159"15,0 0-4-15,0 0 4 16,0 0 15-16,0 0-15 16,0-15-4-16,0 15 1 15,0 0 3 1,0 0 9-16,0 0 5 16,0 0 30-16,0 0-2 0,0 0-4 15,0 0-6-15,0 0-10 16,0 0-10-16,0 0 0 15,0 0-7 1,0 0-2-16,0 0-1 0,0 0 0 16,0 0-1-16,0 0 0 0,9 0-1 15,2 0 6-15,10 0-6 16,4 0 2-16,-1 3 2 16,9 3 0-16,4 0 0 15,-4-3-3-15,8 3 0 16,-4-3 4-16,-8-3-4 15,-1 4 0 1,-15-4 6-16,-5 0-2 16,-4 0 11-16,-4 0 5 15,0 0 12-15,0 0 0 16,0 0-17-16,0 0-7 16,0 0-6-16,0 0-2 0,0 0-1 15,0 0 0-15,0 0-3 16,0 0-1-16,0 0-26 15,0 0-32-15,0 0-36 0,0 0-73 16,0 0-104-16,0 0-98 16</inkml:trace>
  <inkml:trace contextRef="#ctx0" brushRef="#br1" timeOffset="130391.65">26297 8036 725 0,'0'0'98'0,"0"0"-94"15,0 0 30-15,0 0 57 16,0 0-41-16,0 0-50 16,8-31-1-16,-8 31-16 15,-16 21 17-15,-13 14 11 16,0 8 0-16,0 9-11 15,8 7 7 1,9 2-6-16,8 1-1 16,4-4 0-16,0-5 1 15,20-13-1-15,5-12 0 0,8-13-10 16,0-12 10 0,12-3 20-16,0-21-11 15,1-22 5-15,-2-16-6 16,-11-3 1-16,-16-6 20 0,-17 4 10 0,0 2 22 15,-17 6-26-15,-23 7-2 16,-6 12-5-16,1 9-4 16,4 10-11-16,4 15-13 15,13 3-13-15,7 0-1 16,17 28-65-16,0-10-138 16,0-3-629-1</inkml:trace>
  <inkml:trace contextRef="#ctx0" brushRef="#br1" timeOffset="130803.56">26834 8190 757 0,'0'0'64'16,"0"0"-53"-16,0 0 4 16,0 0-15-16,0 0-1 15,0 0 1-15,4 34 2 16,-4-22-1-16,0-2 0 15,0-5 3 1,-8-5 6-16,0 0 53 16,4 0 31-16,-9 0-25 15,9-5-13-15,0-14-27 16,4-2-14-16,0-1-6 16,0 6-6-16,0 7-3 15,0 6-1-15,0 3 1 0,0 0-1 16,4 0-73-16,-4 0-116 15,0 3-306-15</inkml:trace>
  <inkml:trace contextRef="#ctx0" brushRef="#br1" timeOffset="131220.01">27028 8033 653 0,'0'0'202'16,"0"0"-202"-16,0 0 3 15,0 0 79-15,0 0-49 16,0 0-25-16,61-65-8 0,-32 62 1 16,-1 3 3-16,1 0-3 15,-5 0-1-15,1 0 0 16,0 16 1-1,-5 14-3-15,-7 4-4 0,-9 6 3 0,-4 6 1 16,0 1 4-16,-21-1-3 16,-12-3 1-16,-4-3 0 15,5-6 2-15,3-10 21 16,17-5-7-16,3-3-1 16,9-7-10-16,0-3 10 0,5 0-13 31,28-3 5-31,3-3 23 15,13 0-5-15,5 0-17 16,-1-6 1-16,-8-3-8 0,-7-4 2 16,-5 5-3-16,-10-2-27 15,-23 7-144-15,0 0-240 16</inkml:trace>
  <inkml:trace contextRef="#ctx0" brushRef="#br1" timeOffset="131724.51">27602 7956 579 0,'0'0'195'0,"0"0"-164"16,0 0 11-1,0 0 90-15,0 0-62 16,0 0-49-16,0 0-20 0,0-34-1 16,0 55-10-16,-4 17 10 15,-8 7 2-15,3 2 2 16,1-1 2-16,4-9-6 0,4-9 2 16,-4-6-2-16,4-10 0 15,0-6-1-15,0-3 1 16,0-3 0-16,12-3 7 15,26-25 6-15,2 0-6 16,1 4-7-16,1 8-1 16,-6 7-2-1,5 6 1-15,-4 3-1 16,-4 0 1-16,-8 19 0 0,-9 8 0 16,-4 7-2-1,-8-6 0-15,-4 6 0 16,0-6 2-16,-12-1 2 15,-20 1 4-15,-10-6 17 0,-3-10-7 16,-1-3-7-16,6-9-7 0,3 0 0 16,0-6-28-16,28-9-170 15,1-1-335-15</inkml:trace>
  <inkml:trace contextRef="#ctx0" brushRef="#br1" timeOffset="131891.76">27622 7968 1019 0,'0'0'165'0,"0"0"-165"16,0 0 3-16,0 0 25 31,164-71-22-31,-102 68-3 0,-1 3-3 16,-7 0-10-16,-42 0-163 15,-7 0-497-15</inkml:trace>
  <inkml:trace contextRef="#ctx0" brushRef="#br1" timeOffset="132355.21">28205 8131 778 0,'0'0'237'15,"0"0"-231"-15,0 0-2 16,0 0 72-16,0 0-76 16,0 0 0-16,0 0 3 15,107 0 1-15,-42 0-1 0,-3 0-1 31,-5-6-1-31,-7 0 2 16,-9 0-3-16,-16 0 0 16,-13 3-1-16,-12-6-34 15,0-1-54-15,0 7-136 16,-12-3-297-16</inkml:trace>
  <inkml:trace contextRef="#ctx0" brushRef="#br1" timeOffset="132594.64">28337 7919 999 0,'0'0'33'15,"0"0"-29"-15,0 0 14 16,0 0-18-16,0 0-10 0,0 0 10 16,24 105 6-16,-8-47-1 15,1 4-3-15,-5 0-2 16,-3-1 1-16,-1-3-1 15,-4 1-1-15,4-7-1 16,-4-14-21-16,-4-36-155 16,0-2-283-1</inkml:trace>
  <inkml:trace contextRef="#ctx0" brushRef="#br1" timeOffset="133280.31">28936 8085 637 0,'0'0'23'16,"0"0"47"-16,0 0-70 15,0 0 144-15,0 0-107 16,70-123-6-1,-70 95 24-15,0 0-11 16,0 7-11-16,-13-1-7 16,-16 10-15-16,1 6-11 15,-9 6 0-15,-8 0 10 0,-1 9-2 16,10 19-8 0,-1 3-3-16,12 2 3 0,5 4-7 15,11 1 3-15,9-2 4 16,0-1 0-16,0-5 2 0,0-5 1 15,0-7-1-15,0-5-4 16,0-7-3-16,4-3-2 16,5-3 7-16,3 0 4 15,1 0 5-15,3 0 1 32,-4 0-10-32,5-3 5 0,-5-3-5 15,0-1 0-15,0 1 2 16,1 0 1-16,-1 3-3 15,0 0-3-15,1 0 3 16,-1 0 1-16,-4 0-1 16,-3-1 1-16,-1 2 6 15,-4-5-7-15,0 7 4 0,0 0 0 16,0-3 1-16,0 3 0 0,0 0-5 16,0 0 1-16,4 0-1 31,-4-3 1-31,0 0-2 0,0 0 1 15,0 0-1-15,0-3-8 16,0 3-11-16,4 0-13 0,0-4-12 16,4 5-31-16,-3-1-9 0,3-4 48 15,-4 1 35-15,7 3 2 16,-7 0 0-16,5-3-1 16,-5 0 1-16,-4 2-147 15,0 1-146-15</inkml:trace>
  <inkml:trace contextRef="#ctx0" brushRef="#br1" timeOffset="133480.78">28985 7854 343 0,'0'0'23'16,"0"0"-23"-16,0 0-82 15,0 0 61-15,0 0-13 0,0 0-193 32</inkml:trace>
  <inkml:trace contextRef="#ctx0" brushRef="#br1" timeOffset="133574.87">28985 7854 39 0,'0'-9'0'0,"0"9"0"0,0 0-2 16,0 0-35-16</inkml:trace>
  <inkml:trace contextRef="#ctx0" brushRef="#br1" timeOffset="134389.91">29301 8008 321 0,'0'0'334'16,"0"0"-300"-16,0 0-14 0,0 0 87 15,0 0-73 1,0 0-33 0,13 0-1-16,-5 0 3 15,-4 0-2-15,5 0 18 0,-1 0-15 16,-4 0-3-1,-4 0 2-15,0 0-2 0,0 0 1 16,0 0-2 0,0 0-5-16,0 0 5 0,-4 3 0 15,-4 0 22-15,-1 0 0 0,9-3-11 16,0 0 5-16,0 0-2 16,-4 0 6-16,4 0 8 0,-4 0 5 15,-4-12-7-15,-1-7-17 16,-3 1-6-16,8 3 1 15,0 8 0-15,0 1-1 32,4 3 5-32,0 3-8 15,0 0-10-15,0 0-8 0,0 3 14 16,4 16 1-16,4-1 3 16,-4-2-1-16,0-4 0 15,0 0-6-15,-4-8 0 16,0-1 7-16,0-3 2 15,0 0 8-15,0 0 3 16,0-3 6-16,0-10-18 0,0-2 7 16,-8-1-8-16,4 7 2 15,0 6 1-15,4 0-6 0,0 3 0 16,-4 0-35 0,-5 0-189-16,5 0-415 0</inkml:trace>
  <inkml:trace contextRef="#ctx0" brushRef="#br1" timeOffset="134987.73">29695 7940 372 0,'0'0'107'0,"0"0"-106"16,0 0 35-16,0 0 119 15,0 0-110-15,0 0 0 0,0 0 22 32,91-74 6-32,-91 56-26 0,0-1-22 0,0-2 8 31,0-1-18-31,-4 0-5 0,-21 4-10 0,-4 5-11 31,-4 8 4-31,0 5 7 0,-3 0 9 16,-1 5-1-16,4 20-8 15,4 0 5-15,8 6-5 0,14 0-8 16,7-1 3-16,0-5 5 16,0 0 0-16,15-13-1 15,6-3-1-15,8-9 2 16,0 0 16-16,0 0-14 15,0-15 9-15,-1-10-11 0,-8-6 2 16,1 1 4-16,-4 5-6 16,-9 1 2-16,-4 8 0 15,0 10 3-15,-4 3 5 16,0 3 6-16,0 0-16 16,0 0-9-16,0 21-14 15,0 14 23 1,0 8 2-16,0 2 0 15,4 5 3-15,0-4-5 16,5 4 0-16,-5-7 4 16,4-9-3-16,-4-1-2 0,-4-11 1 15,0-4-1-15,0-5-48 16,0-13-166-16,0 0-312 16</inkml:trace>
  <inkml:trace contextRef="#ctx0" brushRef="#br1" timeOffset="135387.99">29941 7811 1004 0,'0'0'46'0,"0"0"-40"15,0 0 5-15,0 0 16 16,0 0-26-16,120-37-1 15,-75 37 0-15,-4 0 0 32,-4 6 0-32,-8 10-2 0,-5-1-2 15,-8 6 4-15,-16 1-13 16,0 6-1-16,-12 3 6 16,-28 6 3-16,-10-1 5 0,-4 2 18 15,6-5-17-15,15-5 10 16,12-6-11-16,13-4-3 15,8-5 0-15,0-4 3 16,8 0-1-16,21-6 1 0,12 0 14 16,4-3 1-16,4 0-11 15,9 0-2-15,-5 0-2 16,-4-12-9-16,-40 6-121 16,-5-3-324-16</inkml:trace>
  <inkml:trace contextRef="#ctx0" brushRef="#br1" timeOffset="136922.1">30861 7808 488 0,'0'0'47'0,"0"0"-39"16,0 0 118-16,0 0-31 15,0 0-56-15,0 0 1 16,4-120 11-16,-29 98-18 16,1 6 7-16,-8 7-4 15,-6 3-6 1,-3 6-28-16,-3 0 17 16,10 0-7-16,1 6-4 15,13 10 0-15,3 2-8 0,13 4-4 16,4 2 4-1,0 4-1-15,12 0 1 16,17-1 3-16,0 1 2 16,4 0 1-16,-1 0-6 0,6 3 2 0,-1 3 0 15,-8-1-1-15,-5 5-1 16,-12 2 0 0,-4-7-16-16,-8 1-6 15,0-6 1-15,-20-6 9 0,-12-7-7 16,-10-9 17-16,-3-2 2 15,9-4 19-15,2 0 7 0,18-10 34 16,4-18 2-16,12-5-38 16,0-10 2-16,24-7-12 15,22-2-7-15,11-1 1 16,1 4-8-16,-2 9-1 16,-6 12 1-16,-13 7 0 15,-12 8-23 1,-25 13-151-16,0 0-326 15</inkml:trace>
  <inkml:trace contextRef="#ctx0" brushRef="#br1" timeOffset="137909.01">24688 9626 559 0,'0'0'206'0,"0"0"-203"15,0 0 4-15,0 0-7 16,0 0 0-16,0 0-7 0,0 0 7 31,32 0 27-31,5 0 2 16,0 0 11-16,13 0-10 15,-2-2-13-15,-2-8-14 0,-1 4 0 16,-4 3 0-16,-8 0-1 16,-9 3-2-16,-7 0-7 15,-9 0-31-15,-8 0-99 16,0 0-139-16,0 0 32 0</inkml:trace>
  <inkml:trace contextRef="#ctx0" brushRef="#br1" timeOffset="138175.68">24798 9799 532 0,'0'0'200'16,"0"0"-200"-16,0 0-12 0,0 0 10 15,0 0 4 1,0 0 25-16,78 12 21 16,-25-12-18-16,1 0-11 0,-1 0-11 15,-8-3-5 1,-3 3-3-16,-10-3 2 16,-12 3-2-16,-7-3-12 15,-9 3-29-15,-4-3-41 16,0 0 1-16,0 3-54 15,0-3-308-15</inkml:trace>
  <inkml:trace contextRef="#ctx0" brushRef="#br1" timeOffset="138912.79">26362 9340 735 0,'0'0'86'16,"0"0"-86"-16,0 0 0 16,0 0 23-16,0 0-16 15,0 0-7-15,4-25 0 0,-4 25-3 16,0 0 5-16,0 0-2 16,0 0 37-16,-12 0 15 0,-5 0-26 15,1 0-3-15,-4 0-3 16,-1 9-7-16,1 7-9 15,-5 8 2 1,0 4-6-16,-4 9 0 0,9 6 3 16,4 0-3-16,4 0-3 0,12 4 1 15,0 2 2-15,0-6-2 16,8-5-3-16,24-5 1 16,9-11-1-16,9-10-9 15,3-6 14-15,4-6 1 16,-3 0 0-16,-1-25 6 15,-12-8-3 1,-4-13 2-16,-12-4 3 16,-17-5-1-16,-8-4 36 15,0 4-3-15,-24 5-6 16,-14 7-3-16,-11 15-10 0,0 13 0 16,0 9-14-16,-1 6-8 15,6 0-8-15,2 28-33 16,34-10-161-16,8 4-464 15</inkml:trace>
  <inkml:trace contextRef="#ctx0" brushRef="#br1" timeOffset="139315.54">27064 9503 477 0,'0'0'250'0,"0"0"-249"16,0 0-1-16,0 0 4 15,0 0 0-15,0 0-2 16,-4 102 2-16,-9-90 1 16,-2-5 15-1,-2-7 41-15,-3 0 25 16,3 0-15-16,-4-19-12 16,9-6-12-16,8 3 6 15,0 7-28-15,4 3-15 16,0 3-5-16,0 5-5 15,16 1 0-15,5 3-4 0,4 0-37 16,-21 0-145-16,4 0-176 16</inkml:trace>
  <inkml:trace contextRef="#ctx0" brushRef="#br1" timeOffset="139750.81">27549 9244 953 0,'0'0'24'15,"0"0"-21"-15,0 0 40 32,0 0 2-32,0 0-45 15,0 0-3-15,12 0-16 0,-41 31 19 16,0 18 0-16,-7 3 9 15,3 11-8-15,8 1 3 16,8-2-4-16,13-1-2 0,4-5 0 16,0-10 2-1,29-6-3-15,8-12 2 0,8-16-5 16,0-9 6-16,5-3 1 16,-6-9-1-16,-2-25 0 15,-13-3 0-15,-17-6 0 0,-12 6 9 16,0 3 13-16,-37 13 33 15,-13 5-32-15,-15 16-13 16,-1 0 21-16,1 9-23 31,11 26-8-31,17-2-6 0,16 7-12 16,21 0-76-16,0-27-268 16,13-13-346-16</inkml:trace>
  <inkml:trace contextRef="#ctx0" brushRef="#br1" timeOffset="140248.73">27955 9266 459 0,'0'0'530'0,"0"0"-527"16,0 0 3-16,0 0 37 15,0 0-11-15,0 0-32 16,0 0 0-16,20-25-6 0,-7 25 6 31,12 0 1-31,8 0 10 16,3-3-10-16,5 3 4 0,5-6-2 0,-10 0-3 16,-3-7 0-1,-4 7 4-15,0-3-3 16,-17 6 0-16,1 0 2 15,-9 3 0-15,-4 0 6 16,0 0 7-16,0 0 12 16,0 0-15-16,0 0-13 15,0 0-2-15,0 0-6 16,0 18 8-16,0 7 6 0,0 6-4 16,0 6-2-16,-4 6 6 15,4 10-5-15,-5 2 0 16,1 4-1-16,4-1 1 0,-4 0-2 15,4-5 2 1,0 0-1-16,0-14 0 0,0-11 0 31,0-9-22-31,0-10 15 0,-4-9-51 16,0 0-281-16,0 0-101 16</inkml:trace>
  <inkml:trace contextRef="#ctx0" brushRef="#br1" timeOffset="140433.18">28025 9596 839 0,'0'0'250'0,"0"0"-243"0,0 0 1 16,0 0-6 0,0 0 8-16,131-38-8 15,-57 29-2 1,8 0 0-16,-4-3-2 0,0-1-10 15,-8-5-53 1,-54 12-164-16,-8-7-251 0</inkml:trace>
  <inkml:trace contextRef="#ctx0" brushRef="#br1" timeOffset="140880.47">28739 9263 700 0,'0'0'78'0,"0"0"-41"0,0 0 108 15,0 0-49-15,0 0-64 16,0 0-15-16,-4-46-16 16,-17 46-1-16,-12 0 0 15,0 9 15-15,1 6-14 16,7 4-1-16,9-1 0 0,8 10 0 16,3 3-7-16,5 0 0 15,0 5-3-15,25 4 6 16,4 1 5-16,3-4-1 15,5-1 5-15,-3 5 1 16,3-7-6-16,-9-3 2 16,-4-1-2-1,-7-8 0-15,-13-3-3 16,-4-4-7-16,0-3 0 0,-16 0 10 16,-25-5 2-1,-8-7-1-15,-5 0 5 0,-3 0 3 16,7 0 4-16,13-7 10 15,17-14 12-15,11-4-8 16,9-3 3-16,13-8-20 0,32-8-2 16,21-5-8-16,20-4-1 15,4 7 0 1,-7 0 0-16,-6 3-20 0,-19 6-66 16,-50 31-92-16,-3 3-299 15</inkml:trace>
  <inkml:trace contextRef="#ctx0" brushRef="#br1" timeOffset="141365.37">29223 9174 355 0,'0'0'453'0,"0"0"-444"16,0 0 16-16,0 0 109 15,0 0-78-15,0 0-39 16,0 0-8-16,16-7 9 16,-11 7-9-16,-1 12-2 15,4 13 10-15,4 9-1 16,5 12-4-16,4 7-5 0,-1 2-2 16,9 4 3-16,-1-4-8 15,-3 1 0-15,4-4 3 16,-8-2-1-16,-5-14 0 15,-4-1-2-15,1-14 0 16,-9-6 1-16,3-8-1 16,-7-4 1-1,0-3 6-15,4 0 3 16,-4 0 40-16,9-7 18 16,-1-20-7-16,4-13-39 0,5-13-21 15,3-12 13 1,9-6-10-16,5-5 0 15,6 5 0-15,5 6-3 16,-7 16 5-16,-2 11 6 0,-7 11-6 16,-9 11-5-16,-11 7-1 0,-9 9-13 15,0 0-61-15,-5 0-76 16,-19 0-546-16</inkml:trace>
  <inkml:trace contextRef="#ctx0" brushRef="#br1" timeOffset="142686.21">21879 7105 371 0,'0'0'112'16,"0"0"-98"-16,0 0-4 0,0 0 76 31,0 0 7-31,0 0-82 0,0 0-11 16,9-6-1-16,-5 6 1 16,0 18 5-16,0 16 27 15,4 15 12-15,1 19 12 16,-1 18-16-16,4 16 0 15,0 16-18-15,0 5-10 0,5 7-6 16,-5 2-1-16,-4 1 1 16,-8 14-1-16,0 4-3 15,0 13 2-15,0 11-3 16,0 4-1-16,0 3 1 16,9 6 1-16,15-3-2 15,5-6 4-15,12 0-2 0,-8-4 0 0,-4-8 3 31,0-7-2-31,-13-9-2 16,1-15 0-16,-5-10 0 0,-5-12 9 0,-3-12 4 31,1-12-1-31,-1-20-7 16,-4-14 4-16,4-10-4 16,-4-21-6-16,0-7 2 15,4-12 2-15,-4-2-4 0,0-4 5 16,0 0-5-16,4-31-45 15,0-19-121-15,0 19-131 16</inkml:trace>
  <inkml:trace contextRef="#ctx0" brushRef="#br1" timeOffset="144864.23">21904 7056 409 0,'0'0'183'0,"0"0"-141"0,0 0-36 16,0 0 31-16,0 0 8 16,0 0-43-1,-20-3-2-15,24 3 0 16,16 0 8-16,13 6 19 0,12-3 8 16,13 0-2-16,19-3-3 15,14 0-7 1,12 0-7-16,15 0 5 15,10 0-17-15,15-6 1 16,13 0 1-16,9 2 1 16,-1-2-6-16,4 6-1 15,-12-3 0-15,-4 0 4 16,0 3 0-16,-4 0-2 0,4-3 0 16,0 0 0-16,3 0-1 15,-3 0-1-15,-4-4-1 16,-5 2 0-16,1-5 2 0,0 1 1 15,-5-3 1-15,5 2-3 16,8 4 3-16,4-3-2 16,4 3 1-16,0 0 1 15,-8-4 0 1,-8 4 0-16,-4 0-3 16,-17 0 0-16,-8 0 1 15,-8-3-1-15,-1-4 0 16,1 1 4-16,-4 3-4 15,-5-4 2-15,5 4 3 16,7 0-1-16,10 0 21 16,-5 2 8-16,4 1-17 0,-5 3-1 15,1 3-12-15,-3 0 2 0,-2 0-3 16,-7 0 3-16,-4 0 5 16,-13 0-10-16,-1 0 8 15,-2-3-2-15,-5 0 3 16,8-3 0-16,0-4-2 15,8 4-5 1,10-3 7-16,6 3-4 16,5 3-4-16,0 0 0 15,0 3 2-15,-8 0-4 16,8 0 1-16,-5 0 0 16,-2 0-2-16,-6 0 2 15,-12 0 0-15,1 0 3 16,-10 0-2-16,-6 0 3 0,-2 0-4 15,-11 0 0-15,-1-3 4 16,-7 3-2-16,-5 0-1 16,4-3-1-16,-3-1 3 0,11-2-3 15,-7 4 3-15,-9 2-3 16,-5 0 0-16,-2 0-1 16,-14-4 1-16,-3 4 3 15,0 0-3-15,-9 0 1 0,1 0-1 16,-2-6 0-16,1 6-2 15,-7-3 3-15,7 3-1 16,0 0 0-16,1-3 4 16,-1 3-6-16,1 0 2 15,-1 0-3 1,0 0 3-16,1 0 0 16,-5 0-3-16,-4 0 1 15,0 0 4-15,4 0-6 16,-8 0 3-16,4 0 1 15,4 6-1-15,0 4 3 16,5-2-2-16,3-1 3 16,5 5-3-16,-9-6 0 0,1 4 0 0,-1-5 1 15,-8-1 2-15,0-4-2 16,-4 0-1-16,0 0 8 16,0 0 2-16,0 0 22 15,0 0-4-15,0 0-5 16,0 0-3-16,0 0-10 15,0 0-9 1,0 0-1-16,0 0-3 16,0 3 1-16,0 9-5 15,0 10-2-15,0 8 7 16,-8 17 4-16,-4 8 1 16,-1 10 3-16,5 12-6 15,0 10 4-15,4 11-4 16,4 7 0-16,0 3-2 0,0 0 2 15,0-4 0-15,0-2 1 16,0 6-1-16,0 0 0 16,0 0 0-16,8-6 0 15,4 5-2-15,5 1 2 16,-5 0 0-16,1 0 0 16,-5-6 1-16,0-7-1 0,-5 4 0 0,-3-7 1 15,0 1-3 1,0-7 2-16,0-2 0 15,0-8 0-15,0-2 2 0,0 1-2 16,0-11 0-16,0 1 2 16,0-4-2-16,4-2 0 15,9-3 0 1,-5-1 0-16,4-3 3 16,-7 4-2-16,3-3-1 15,-4-4 0-15,-4-3 0 16,4-3 0-16,-4-9 0 15,0 0 0-15,0-13-3 16,0 4 1-16,0-3-38 16,-16-4-39-16,-9 1-27 0,8-19-137 15,2 0-364-15</inkml:trace>
  <inkml:trace contextRef="#ctx0" brushRef="#br1" timeOffset="146838.03">22261 11220 646 0,'0'0'107'15,"0"0"-103"-15,0 0 19 0,0 0 54 16,0 0-43-16,0 0-16 16,0 0-7-1,-28 0 4 1,28 0 1-16,0 0-9 0,7 0 15 16,22 0 15-1,17 0 2-15,11-3 12 0,21-3-13 16,16-4-24-16,18 1 11 15,7 0-14-15,20 0 1 16,1-4-2-16,-1 1-9 16,5 3 3-16,4-3-4 0,-1-1 1 15,14-2 3-15,11 0-3 16,8-7 1-16,26 1-2 16,3-4 1-16,13-3-1 15,3 3-1-15,1 7 1 16,-4 2 5-16,-13 4-1 0,-7 3 5 31,-10 0-1-31,-23 2-7 16,-17-2 1-16,-17 3-2 15,-12 0 1-15,-12-4-3 16,-4 5 4-16,-9-5-2 16,-4 4 5-16,5 0 2 15,0-4-2-15,7 7 2 0,10-2-3 16,-1-2 3-16,-1 1-6 15,-7 0 0-15,-8-3-1 16,-5 2 1-16,-12-2-2 0,5 0 0 16,-10-4 1-16,-3 4-1 15,0 3 4-15,-4-3-3 16,3 3 0-16,2 0 0 31,-2 2 1-31,2-2-1 0,6 3 0 16,-2 0 0-16,3 3 0 15,-5 0 3-15,2-3-2 16,-6 3 1-16,6 0 1 16,-6 0-3-16,-3 0 0 15,-5 0 0-15,1 0 1 16,-8 0-1-16,-5 0 0 0,-3 0 1 16,-1 0-2-16,0-3 2 15,-4 0-1-15,9 3 3 16,-5-3-3-16,9 0 0 0,-2 3 0 15,2-4 2 1,8 2 0-16,0 2-2 0,0-3 0 16,-5-1 1-16,-3 4 0 15,-6 0-1 1,-2 0 4-16,-1 0-1 16,-7 0-3-16,-2 0 0 15,1 0 0-15,-12 0 5 16,4 0-5-16,-5 0 1 0,1-3 3 15,0 3-3-15,4-3 4 16,4 3-2-16,4-3-1 16,0 0 1-16,5 3-3 15,-2-3 0-15,2 3 0 16,-1-3-1-16,-5 3 0 0,-2 0 1 16,-5 0 0-16,0 0 0 15,-9 0 0-15,0 0 0 16,5 0 3-16,0 0-3 15,0-6 0-15,0 6-1 16,-5-3 2-16,1 3-1 16,-5 0 0-16,-7 0 1 0,-9 0 2 15,-4 0-3 1,0 0 7-16,0 0 1 0,0-4 14 31,0 4 8-31,0 0-13 16,0 0-4-16,0 0-1 15,0 0-6-15,0 0-1 0,0 0-5 16,0 0 1-16,0-3 4 16,0 3-4-16,0 0 2 15,0 0 2-15,0 0-3 16,0 0 4-16,0 0-5 0,0 0 0 16,0 0 4-16,0 0-3 15,0-2-2-15,0-2 0 16,0-5-1-16,0 0 0 0,-8-7 0 15,-1-2-4-15,-3-4-2 16,-13-11-43-16,-4-14-45 16,18 23-66-16,-10-1-440 15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20T08:37:55.76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5353 14574 727 0,'0'0'0'0,"0"0"-207"0</inkml:trace>
  <inkml:trace contextRef="#ctx0" brushRef="#br0" timeOffset="4992.3">2721 14238 465 0,'0'0'22'0,"0"0"-22"16,0 0 0-16,0 0 90 0,0 0 3 16,0 0-38-16,-45-105-23 15,41 102-1-15,0-3 19 0,4 2-1 16,0 2-30-16,0 2-11 15,0 0 4-15,0-3 7 32,0 3-8-32,-5-3-5 0,1-1 10 15,-4 1-2-15,4 0 9 16,-4-3 2-16,-5 0-24 16,-2-7 2-16,-2 8 4 15,-3-2-1-15,-5 1 11 16,-4 3-3-16,-4 3-1 15,-3 0-10-15,-2 6-1 0,-7 22-1 16,4 2-1-16,-4 20 0 16,4 2 1-16,8 13 3 15,1 6-4-15,7 6 0 16,4 3 0-16,17-6-1 16,0-9 1-16,4-7-3 0,4-8-1 31,21-13 0-31,7-9 2 0,9-10-4 15,1-12 6-15,11-6 3 16,8 0-3-16,10-15-7 0,-6-16-17 16,-3 0-26-16,-5 0-47 15,-20-3-70-15,-33 22-50 16,-4 0-9 0</inkml:trace>
  <inkml:trace contextRef="#ctx0" brushRef="#br0" timeOffset="6298.15">2730 14503 19 0,'0'0'695'15,"0"0"-572"-15,0 0-73 16,0 0 2-16,0 0-33 16,0 0 0-16,-5 80 22 15,1-27-26-15,-4-1-12 0,8-6-2 32,0-6-1-32,4-12 0 0,17-7-5 15,-5-8 3-15,0-13 0 16,0 0 2-16,5-3 12 15,8-31 19-15,-4-3-17 16,0-9-3-16,-9 3 10 16,-9 3-10-16,-7 5 9 15,0 11-2-15,0 12 6 16,-11 8 8-16,-10 4-32 16,-3 0 5-16,-5 19-2 0,0 12-3 15,0 2-32-15,9-5-54 16,8-6-17-16,12-9-18 15,0-8 13-15,4-5 31 0,24 0 30 16,1-2 33-16,4-29-53 16,4 3 17-16,0-6 50 15,-5 3 10-15,-7 3 14 16,-8 10 32-16,-1 8 3 0,-8 1-17 16,1 9-14-16,-9 0-11 31,0 0-4-31,4 0-13 15,0 25 0-15,4 9 3 0,0 3 29 16,5 0-15-16,-6-3 4 16,1-7 1-16,-3-5 1 15,-1-13 20-15,-4-2 2 16,8-7-17-16,-4 0 9 16,0 0-14-16,4-10 16 0,5-21 14 15,-1-2-36-15,1-7-11 16,-1 2-6-16,0 11 0 15,-3 11-1 1,-5 10 1-16,-4 6 0 16,0 0-11-16,0 19-32 15,8 18 26-15,0 6 17 16,4 3 7-16,0-9 4 0,5-6-10 16,-5-13 0-16,1-5 1 15,-1-10-2-15,0-3-4 16,-3 0 3-16,7-16 1 15,1-17 44-15,-1-10-35 16,0-4-8-16,-8 7 3 16,0 12-2-16,-4 7-2 15,-4 15 0-15,0 6-4 0,0 3-2 16,0 30-44-16,0 14 50 16,9 8 5-16,7 4 0 15,1-4-2-15,8-5-3 16,3-10 0-16,-4-10-1 0,-3-11-2 15,-5-7 3-15,-3-12 0 16,-1 0-16-16,-3-15-2 16,3-19-11-16,-4-9-91 15,-4-3-12-15,-4-1 23 16,0-2 24-16,0 0 35 16,-12 3 50-16,0 8 4 31,3 14 58-31,1 12 41 0,4 12 26 0,0 0-24 15,4 0-58 1,0 15-43-16,0 19-1 16,0 12 20-16,20 4-14 0,-3 11-4 15,12 1 5-15,-4-1-8 16,-6 4-1-16,-2-6-1 16,-9-13 0-16,-8-12-1 0,0-16-1 15,0-5 4-15,0-13-7 16,0 0-7-16,0-34-25 15,-25-19-51-15,6-9 25 16,-10-8 43-16,4-7 15 16,8 3 3-16,9 12 2 15,8 9 39 1,0 26 7-16,0 6-3 16,0 8 1-16,8 10-11 15,17 0-33-15,12 3 3 16,16 0-5-16,13 9 2 15,-5 13 0-15,-15-1-8 16,-17 1-41-16,-17-4 14 16,-12 4-17-16,-16 2 52 0,-34 4 25 0,-11-6-12 15,-5-4-7-15,1-8 3 16,11-10-7 0,21 0-2-16,20-3-7 15,13-22-119-15,5-6-97 0,19 12-54 16,1 1-8-16</inkml:trace>
  <inkml:trace contextRef="#ctx0" brushRef="#br0" timeOffset="6476.22">3875 14272 124 0,'0'0'196'15,"0"0"-66"-15,61-102 41 32,-61 102-12-32,0 0-59 15,0 19-89-15,0 24 11 0,0 18-16 16,0 14-5-16,0 8 0 15,0 3 4-15,0-6-10 16,12-6-12-16,9-13-38 16,0-11-11-16,-1-16-50 15,-16-34-135-15</inkml:trace>
  <inkml:trace contextRef="#ctx0" brushRef="#br0" timeOffset="6877.19">4170 14734 681 0,'0'0'306'15,"0"0"-306"1,0 0-158-16,0 0 158 16,0 0 31-16,0 0 39 15,66-49-56-15,-42 9-12 16,1-3 9-16,-4-4-9 15,-9 1 4-15,-4 0-6 16,-8 9 3-16,0 9-3 16,-4 13 0-16,-25 15 0 0,-4 0 17 15,-8 40-4-15,1 21-8 16,-6 10-5-16,13 7 2 16,12-7 2-16,21-13-1 15,0-6-2-15,29-18 1 16,17-9 3-16,12-13 0 0,11-12 4 15,5-3-3-15,4-31 2 0,-5-6-8 16,-7-6-49 0,-20-7-39-16,-13-5-109 15,-33 30-67-15,0-2 67 16</inkml:trace>
  <inkml:trace contextRef="#ctx0" brushRef="#br0" timeOffset="7046.5">4630 14222 537 0,'0'0'484'0,"0"0"-415"15,0 0-62-15,0 0 1 16,9 108 2-16,6-34-1 16,10 4 3-16,0-2-12 15,4-8 0-15,0-9-1 16,-9-10 4-16,-7-9-3 16,-10-9 0-16,-3-9-12 0,0-10-31 15,-24-12-175-15,7 0-130 16,-7-6-120-16</inkml:trace>
  <inkml:trace contextRef="#ctx0" brushRef="#br0" timeOffset="7400.3">4491 14669 844 0,'0'0'183'16,"0"0"-169"-16,0 0-14 0,0 0 0 16,0 0 0-16,110-18 10 15,-32 18-8-15,13 0 3 16,-9 0-1-16,-16 0-3 15,-18-15 1-15,-11-7-2 16,-16-3-2-16,-4 4-2 16,-13-10 2-16,0 3 2 0,-4 6 0 15,0 10 0-15,0 3 4 16,-8 6-4-16,-13 3 0 16,-4 0 42-16,-12 15-39 15,-12 19-3-15,0 9-1 16,-5 7 1-16,14-4-3 15,7-3 8 1,12-3-4-16,13-9 27 16,8 0-3-16,4-7-5 15,37-8-19-15,20-7 0 16,26-9 11-16,15-3-12 0,13-21-14 16,-7-7-46-16,-81 18-113 15,-10 1-364-15</inkml:trace>
  <inkml:trace contextRef="#ctx0" brushRef="#br0" timeOffset="9174.2">5984 14213 238 0,'0'0'449'15,"0"0"-431"1,0 0-11-16,0 0 3 16,-16-108 68-16,16 99-15 15,0 3-48-15,0 6 1 16,0 0-1-16,0 0-13 16,0 0 3-16,0 0-5 0,0 0-7 15,0 15-5-15,0 25 12 16,8 13 25-16,9 11 5 15,3 7-15-15,5 0 1 16,-4 3-14-16,-1-9 2 16,-3-3 3-16,-2-16-6 15,6-12 1-15,-13-15 1 16,5-14-1 0,-9-5 7-16,4 0 1 0,-8 0 17 15,8-18 38-15,5-22-6 16,-1-16-29-1,1-12-17-15,7-2-6 16,-11-10 8-16,2 0-12 0,1 2-1 16,1 17 5-16,-1 8-6 15,1 16 1-15,-1 10-2 16,-8 5 0 0,0 16-4-16,-4 0 4 0,0 6-11 15,0 0-43-15,9 0-92 16,-9 0-153-16,4 3-270 15</inkml:trace>
  <inkml:trace contextRef="#ctx0" brushRef="#br0" timeOffset="9512.27">6457 14324 78 0,'0'0'581'16,"0"0"-581"-16,0 0-181 15,0 0 181-15,0 0 37 16,0 0-8-16,0 0 12 0,29 87 2 16,-21-51-1-16,-4 8 24 15,8 2-4 1,-3 6-22-1,-1-5-10-15,0 2-23 0,-4-3 8 16,4-9-9 0,-8-9-3-16,4-6-1 0,-4-13 2 15,0-6-3-15,0-3-2 16,0-10-35-16,0-11-229 16,-9-1-110-16</inkml:trace>
  <inkml:trace contextRef="#ctx0" brushRef="#br0" timeOffset="9691.69">6317 14454 738 0,'0'0'150'16,"0"0"-133"-16,0 0-5 15,0 0 62-15,0 0-46 0,0 0-23 32,8-43-5-32,42 43 0 15,15-3 1-15,10-10 1 16,2 4-1-16,-3 0-1 15,-13 2 0-15,-52 7-117 0,-9-2-362 16</inkml:trace>
  <inkml:trace contextRef="#ctx0" brushRef="#br0" timeOffset="10893.46">7458 14047 245 0,'0'0'325'0,"0"0"-303"16,0 0-22-16,0 0 0 15,0 0 19-15,0 0 60 0,0 104-32 16,0-45-25-16,0 9 6 0,0 6 12 16,4-3 3-16,0-3-19 15,9-4-8-15,-5-8-2 16,13-10 2-1,-1-12-2-15,-3-9-14 0,7-10 2 16,1-9 2 0,12-6-4-16,4 0 17 15,16-21-17-15,13-7-3 16,-1-6-47-16,-11-3-75 16,-49 22-142-16,-9-4-244 15</inkml:trace>
  <inkml:trace contextRef="#ctx0" brushRef="#br0" timeOffset="11083.52">7450 14201 983 0,'0'0'123'16,"0"0"-123"-16,0 0-31 0,0 0 31 16,0 0 9-16,0 0-8 15,87-99-1-15,-26 90-2 16,1 9 2-16,-10 0-4 0,-6 0-42 15,-17 9-119-15,-21 13-49 32,-8-13-35-32,0 6 22 15</inkml:trace>
  <inkml:trace contextRef="#ctx0" brushRef="#br0" timeOffset="11264.12">7319 14447 327 0,'0'0'509'16,"0"0"-465"-16,0 0-44 15,0 0 0-15,0 0 23 16,0 0 34-16,4 47-10 16,70-69-17-16,16 1-22 15,8 2 4-15,-3 3-12 0,-9 4-1 16,-11 6 0-16,-19 6-34 16,-51 0-159-16,-5 0-188 15</inkml:trace>
  <inkml:trace contextRef="#ctx0" brushRef="#br0" timeOffset="12657.11">8074 14451 360 0,'0'0'1'16,"0"0"7"-16,0 0 1 15,0 0 75-15,0 0-18 16,0 0 8-16,115-31 1 15,-103 22-6-15,-8 2-17 0,1-2 10 16,-5 0-8-16,0 3-20 16,0 3 12-16,-9 3-41 0,-16 0-2 15,-3 0-6-15,-9 21 6 16,-8 16-1-16,-5 6 8 16,6 1-6-16,7-4 1 31,12-7-5-31,17-11 0 0,8-3 0 15,0-14-10-15,0-5 9 16,4 0 1-16,21 0 17 16,12-27 3-16,3-4-6 0,6-6-13 15,-9 6 5-15,-8 7-6 16,-10 8 0-16,-10 10-2 16,-9 6 2-16,0 0-4 15,0 6-17-15,0 28 21 16,0 12 13-16,0 10-8 15,-5 6-1 1,1-1 4-16,4-2-8 0,0-7-8 0,0-15 5 16,0-9 6-16,0-13-4 31,0-6 1-31,4-9-6 16,5 0 3-16,3 0 6 15,0-27-5-15,13-4 2 16,0-9-24-16,-4 0 15 0,-1-9-19 15,0-10 5-15,-3-15-7 16,3 0-35-16,5 3 16 16,0 13 49-16,-9 20 15 0,-3 14 34 15,-9 15 3-15,-4 6 9 16,0 3 12-16,0 0-72 16,0 18 1-16,0 16-2 15,0 12 5-15,0 3 2 0,0-2-7 16,12-7 0-16,-3-9-2 31,-2-10 2-31,1-8 0 16,-4-13-5-16,5 0-3 0,11 0 8 15,5-31 6-15,0-12-5 16,8-10-1-16,-9 4-7 16,-12 5-4-16,0 11-3 15,-3 14 13-15,-9 13 1 16,0 6 0-16,0 6-2 0,0 28 2 15,0 15 2-15,0 7 7 16,0-4-7-16,0-9-2 16,20-8-3-16,9-11-6 15,9-15 9-15,-6-9 0 16,9 0 3-16,0-12-6 16,1-25-1-16,-6-9-36 0,-3-3-12 15,-8-4-27-15,-17 4 3 16,-8 6 9-16,0 3 3 0,0 18 42 15,-17 16 22 1,-12 6 60-16,-8 3 20 0,1 34-3 16,-9 12-21-16,-1 10-13 15,17-1-34 1,10-5 0 0,10-13-9-16,9-12-5 0,0-13 5 15,13-9 1-15,15-6 1 16,13 0 29-16,4-24-24 15,12-14-7-15,-3-2-29 16,-8 0-75-16,-13 3-44 16,-14 16-32-16,-15 5 51 0,-4 16 129 15,0 0 40-15,0 19 4 16,-16 21 118-16,0 6-65 16,4 1-45-16,8-7-18 15,4-9-23-15,0-13 3 16,12-9-2-16,12-9 7 15,5 0 5 1,4-15 4-16,8-25 5 16,0-13-12-16,0-3-20 15,-12-8 8-15,-13-1-9 0,-11-9-6 16,-5 0-8-16,0 10-15 16,0 17-24-16,0 26 53 15,-9 11 33-15,-7 10 35 16,3 0-14-16,1 37-23 15,0 25-13-15,7 15-10 0,5 3-2 16,0 3-6-16,21-8-9 16,12-8 3-16,0-15 0 15,-12-5-7-15,-1-16-87 16,-8-13 97-16,-12-8 1 16,0-10-216-16,0-7-141 0</inkml:trace>
  <inkml:trace contextRef="#ctx0" brushRef="#br0" timeOffset="12957.52">9100 14518 1088 0,'0'0'10'16,"0"0"-8"-16,0 0-2 16,0 0 22-16,0 0-8 15,177-77-5-15,-99 56-9 0,-4-1 0 16,-9 7 2-1,-11 0 0-15,-13 5-2 0,-21 4 0 16,-8 3 0-16,-7 3-4 16,-5 0-7-16,0 3-6 15,0 22 17-15,0 9 7 0,-5 9 3 16,5 0-10-16,0-3 4 16,0-3-8-16,0-6 4 15,0-10 0 1,5-8 0-1,-1-7-1-15,0-6-30 0,0 0-80 16,-4-9-159-16,0-13-165 16</inkml:trace>
  <inkml:trace contextRef="#ctx0" brushRef="#br0" timeOffset="13057.05">9573 14112 643 0,'0'0'338'16,"0"0"-275"-16,0 0-63 0,0 0-7 0,0 0-17 15,0 0-253 1</inkml:trace>
  <inkml:trace contextRef="#ctx0" brushRef="#br0" timeOffset="13389.09">9881 14207 787 0,'0'0'185'0,"0"0"-176"31,0 0-3-31,11 111 5 16,-22-59-1-16,-2 4-4 15,9-7-6-15,4-9-14 0,0-6-1 16,0-15 8-16,20-13 6 16,9-6 1-16,0 0 7 0,12-25 23 15,8-15-7 1,-8-12 8-16,-4-4-4 0,-8-2-18 15,-16-1 6 1,-9 13-7-16,-4 12-1 0,-4 12 18 16,-34 19 9-16,-15 3-7 0,-17 16-27 15,4 27-1 1,5 3-45-16,49-21-126 0,8-4-177 16</inkml:trace>
  <inkml:trace contextRef="#ctx0" brushRef="#br0" timeOffset="13759.34">10356 14219 361 0,'0'0'451'0,"0"0"-285"0,0 0-142 16,0 0 21-1,0 0-35-15,-20 136 4 16,0-80-11-16,3-10 0 0,13-9-6 15,4-16 5-15,0-14-2 0,0-7 28 16,0 0-11-16,24-31 35 16,13-16 4-16,5-8-51 15,-1-10 8 1,-1 0-13-16,-7 4 0 0,-4 11 6 31,-8 20-5-31,-9 14 3 0,-8 16 1 16,-4 0-3-16,0 37-1 15,0 25 12-15,0 9 19 16,0 2-10-16,0-14-19 16,9-12-2-16,11-11-1 15,0-14-1-15,5-22-3 16,8 0 2-16,-21-15-35 0,5-19-127 16</inkml:trace>
  <inkml:trace contextRef="#ctx0" brushRef="#br0" timeOffset="17058.7">2351 15218 261 0,'0'0'382'0,"0"0"-382"16,0 0-39-16,0 0 39 16,0 0 29-1,0 0 7-15,0 0-28 16,-28 0-1-16,28 0 24 16,0 0 25-16,0 0 12 15,0 0-10-15,0 0-30 16,0 0 5-16,0 0-2 15,0 0-5-15,0 0 6 0,0 0-12 16,0 0-7-16,0 0-1 0,0 0-9 16,0 0-3-1,8 0-2-15,4-6 2 0,13 6 11 16,8-3-4-16,8 0-2 16,4 3 6-16,8 0-10 15,5 0 1-15,7 0-1 31,2 0-1-31,-2 0 2 0,1 0-2 16,7 0 0-16,6 0 1 16,7 0 2-16,5 0-3 15,-6 0 1-15,5 0 1 0,-3 0 1 16,-5 0-3-16,0 0 0 16,-4-6 5-16,-4 0-3 15,-4-4-2-15,-8 4 1 16,-1 0 1-16,-8 3-2 0,-7 0 0 15,2 3 0-15,2 0 1 16,0-7 1-16,2 2-2 16,2-2 5-16,7 1-5 15,-3-3 1-15,0 3-1 16,-10-4 0 0,-2 7 3-16,-5 3-3 15,0 0 0-15,-4 0-2 16,0 0 2-16,-8 0 0 15,7 0-1-15,-3 0 1 16,-4 0 2-16,4 0-2 16,-4-3 0-16,3 3 0 0,-3 0 2 15,8 0-3-15,-4-3 1 16,-1 0 0-16,6 3-1 16,3 0 1-16,4-3 0 15,-4 0 1-15,4 0 1 0,1-4-2 16,-6 5 0-16,5-5 0 15,1 1 3-15,-5 6-3 16,4-6 0-16,-4 3 1 16,0 3 0-16,0-3-1 0,-8-3 0 15,4 6 2-15,-4-3-5 16,-1-1 4-16,1 1-1 16,4 3 1-16,1-6 0 15,-2 3 1 1,5 0-2-1,5-3 0-15,-1 0 4 0,0 3-3 16,8 0-1-16,-3 3-1 16,-2 0 1-16,2 0 2 15,-1 0-2-15,-4-7 2 16,5 4-5-16,2-2 5 16,-2-2-2-16,12 1 4 15,-5 3-3-15,5 0-1 0,-4 3 1 16,-1-4 0-16,-4 2 2 15,-4-1-2-15,1 0-1 16,-1-1 5-16,-9 4-4 0,6-6 2 16,-5 6-3-16,1-3 2 15,2 0 2-15,2 3-4 16,-1-6 0 0,4 3 6-16,-4 0-5 15,1-4 4-15,-6 2-5 16,5 1 4-16,-3-2 0 15,2 3-4-15,2-3 0 16,-1 3 6-16,5-3-6 16,-6-1 3-16,2 1-3 15,3 3 1-15,-4 3-1 0,0-3 1 16,-3-3-1-16,-6 3 5 16,5 0-4-16,0 0 1 15,1 0-2-15,-2 0 0 16,6-4 2-16,-5 7-2 15,3-6 0-15,2 3 2 16,-5 0 1-16,8-3-3 0,-8 0 0 0,9 3 2 16,-5-4-1-1,0 5-1-15,0-5 0 16,5 4 6-16,-2-3-3 0,2 3 0 16,-1 0-2-16,4 0 0 15,-3 3 4-15,-2-3-5 16,6 0 0-1,0-1 6-15,-1 1-4 16,4-3 1-16,-7 6-2 16,3-3 0-16,0 0 2 15,-3 0-3-15,7 0 0 16,-3 3 6-16,3-6-3 16,-4 6 0-16,1-6-3 15,-14 3 0-15,6 3-3 0,-9-4 3 16,0 1 0-16,4 3-1 15,-4-6 5-15,8 0-3 0,-4 0-1 16,4 0 1 0,5-3-2-16,-6-1 1 15,10 1 0-15,-5 0 1 16,-4-1 1-16,0 5-2 16,-3-2 0-16,-9 4 2 15,-1-3-4-15,-3 3 2 16,0-1 0-16,-9 4 1 15,5-2 1-15,0-1-2 16,-1-4 0-16,5 7 2 16,-9-6-2-16,1 6 0 15,-9-3 0-15,-3 3 13 0,-5 0-10 16,-4 0 7-16,0 0 2 16,0 0 0-16,0 0 10 15,0 0-16-15,0 0 1 16,0 0 6-16,0 0-13 15,0 0 4-15,0 0-4 16,0 0 2-16,0 0-7 0,0 0 3 31,0 0 2-31,0 0-2 16,0 0 4-16,0 0-4 0,0 0 1 0,0 0-6 16,0 0 0-16,0 0-41 31,0 0-9-31,-13 0-13 0,-3 0-69 15,3 0-180-15</inkml:trace>
  <inkml:trace contextRef="#ctx0" brushRef="#br0" timeOffset="17556.41">11112 14102 346 0,'0'0'244'0,"0"0"-216"15,0 0-23-15,0 0 37 0,0 0 24 16,0 0-20-16,-4 10-26 16,-9 17 5-16,-3 10 13 15,3 0-21-15,9-6 2 16,4 0-8-16,0-9-5 15,0-10 8-15,0-6-4 16,17-6 8 0,-1 0 12-16,13-3 4 15,4-22-4-15,0-5-18 16,4-5-10-16,-13 8 3 16,-11 5-5-16,-9 10 0 15,-4 6 9-15,0 2-9 16,-29 4-7-16,-8 0 2 0,13 10-122 15,-5 2-278-15</inkml:trace>
  <inkml:trace contextRef="#ctx0" brushRef="#br0" timeOffset="18142.88">11170 14583 135 0,'0'0'100'16,"0"0"-51"-16,0 0 34 16,0 0 70-16,0 0-28 15,0 0-20-15,32 34 11 16,-32-34-28 0,0 6-19-16,0-6-31 15,0 10 11-15,0-4-8 16,-4-4-20-16,4 2-2 15,0-1-9-15,0-3-9 16,0 0 10-16,0 0-11 16,0 0 5-16,0 0 21 0,0-7 2 0,0-5-5 15,4 6-11-15,-4 0-2 16,0 6 23-16,0-3-11 16,0 3-8-16,0 0-11 15,0 0-3-15,0 0-2 16,0 0-2-16,0 0 0 15,0 0-3-15,0 0 7 16,0 0 0 0,0 0-2-16,0 0 1 15,0 0 0-15,0 0-3 16,0 3 4-16,0 9-5 16,0-2-1-16,0-1-1 0,0 3 6 15,0-3-11-15,0-2 10 16,0-4-3-16,4-3 4 15,0 0-6-15,0 0 7 16,4 0 0-16,-3 0 0 0,-1-13 7 16,0-8 0-16,0-1-2 15,-4 1-4-15,0 8 6 16,0-2-7 0,0 9-3-16,0-4 3 0,0 7-83 15,-4 3-220 1</inkml:trace>
  <inkml:trace contextRef="#ctx0" brushRef="#br0" timeOffset="23182.72">8366 15992 302 0,'0'0'40'0,"0"0"-36"0,0 0 36 16,0 0 45-16,0 0-19 16,0 0-22-16,0 0-21 15,4-6-8-15,-4 6 15 16,0 0-7-16,0 0-12 16,0 0-1-16,0 0-8 15,0 0 1-15,0 0-2 16,0 0 2-16,0 0 12 15,0 0 0-15,0 0 11 0,0-3 11 0,0 3-7 16,4-7-6-16,0 4-4 16,-4-3 9-1,8 3 4-15,-4 0-9 0,1-3 4 16,-1 6-11-16,-4 0-4 16,0 0 4-16,0 0-8 15,0 0-2-15,0 0-1 0,0 0-6 16,0 0-1-16,0 0-1 15,4 12-17-15,0 13 19 16,8 12 0-16,4 9 6 16,9 1 8-16,4 8-13 15,-5 4 0-15,5-4 5 16,0 4-5 0,-5-1 1-16,5-3-2 15,-8-5 5-15,-5-10 0 16,1-9-5-16,-13-13 0 0,0-8 5 15,-4-10-4 1,4 0 9-16,-4 0 11 16,0 0 20-16,0 0 13 15,4 0-16-15,0-10 6 0,1-18-8 16,3-15-29-16,3-6 6 0,6-7-5 16,8-5-8-16,3-1 11 15,6-3-11-15,6 7 2 16,5 0-3-16,-3 11 4 15,-1 7-1-15,-13 12-2 0,-3 10 0 32,-9 2 0-32,-7 10 0 15,-5 3 0-15,-4 0 0 16,0 3 0-16,0 0 0 16,0 0-13-16,0 0-19 15,0 6-13-15,0 16-30 16,0 5-19-16,0-11-171 0,-4-1-236 15</inkml:trace>
  <inkml:trace contextRef="#ctx0" brushRef="#br0" timeOffset="23584.46">9269 16359 584 0,'0'0'274'0,"0"0"-242"16,0 0 1-16,0 0 68 15,0 0-55-15,0 0-37 16,0 0-9-16,8 6-25 0,-8 28 25 16,0 12 8-16,0 3-7 15,0 4 3-15,4-7-1 0,1-6-2 16,-5-9 3 0,4-9-4-16,-4-4 0 0,4-12 3 15,-4-3-1-15,4-3-2 16,-4 0 0-16,0-3 0 15,0-19-82-15,0-11-150 16,0 17-93 0</inkml:trace>
  <inkml:trace contextRef="#ctx0" brushRef="#br0" timeOffset="23769.35">9076 16393 913 0,'0'0'86'15,"0"0"-83"-15,0 0 15 0,0 0 54 16,0 0-24-16,0 0-40 16,29-50-6-16,12 41-2 15,8 0 0-15,-4 3 0 16,1 6-11-16,-10 0-72 0,-3 0-85 16,-33 0-165-16,0 0-222 15</inkml:trace>
  <inkml:trace contextRef="#ctx0" brushRef="#br0" timeOffset="24188.2">9469 16334 304 0,'0'0'587'16,"0"0"-558"-16,0 0-19 0,0 0 7 15,0 0 30-15,0 0-47 0,21 43-9 16,-8-9 5-1,-5 6 4-15,4 3 0 16,1 0 3-16,-5-3 1 16,-4-5-4-16,0-11 0 0,4-9 2 15,-8-5 5-15,0-10-3 0,5 0 17 16,-5 0 22 15,8 0-2-31,0-18 12 0,8-17-26 0,4-8-25 16,1 0 7-16,0 0-9 0,-1 6 0 15,1 9 4-15,0 13-2 16,-13 9-2 0,-4 3 0-16,-4 3 0 15,4 0-2-15,3 15-13 0,10 19 10 16,4 6 5-16,-1 6 3 16,1-6 1-1,-5-3-3-15,1-12 0 0,-5-4-2 16,-3-8-4-16,-9-13-90 15,0 0-248-15</inkml:trace>
  <inkml:trace contextRef="#ctx0" brushRef="#br0" timeOffset="24924.99">10660 16195 780 0,'0'0'206'16,"0"0"-206"-16,0 0-33 16,0 0 33-16,0 0 2 0,0 0-2 15,0 0 2 1,127-30-2-16,-61 26 1 0,0 4 2 16,-4 0-1-16,-9 0-2 15,-8 0-3 1,-12 0 3-16,-13 0-72 15,-20 0-135-15,0 0-110 16</inkml:trace>
  <inkml:trace contextRef="#ctx0" brushRef="#br0" timeOffset="25143.66">10722 16374 753 0,'0'0'77'0,"0"0"-77"16,0 0 0-16,0 0 8 15,0 0 42-15,0 0 2 16,57 16 7-16,5-29-14 16,11 4-34-16,-2 0-3 31,-2 0 0-31,-15 2-8 0,-13 4-1 16,-16 3-33-1,-25 0-137-15,0 0-225 0</inkml:trace>
  <inkml:trace contextRef="#ctx0" brushRef="#br0" timeOffset="26526.3">11753 16103 534 0,'0'0'127'0,"0"0"-127"16,0 0-6-16,0 0 6 16,0 0 110-16,0 0-42 15,0 0-42-15,-17-90 18 16,17 90-11-16,0 0-18 15,0 0 1 1,0 0-14-16,0 0 2 16,0 0-4-16,0 0-9 15,0 0 5-15,0 7-8 16,0 20 12-16,17 13 4 16,-1 7-3-16,8 8 4 15,-3 10 3-15,3 0-7 16,1-1 7-16,0 4-8 0,0-9 0 15,-1-10 0-15,-4-6 3 0,1-15-3 16,-13-10 4-16,0-8-3 16,-3-7 2-16,-5-3 5 15,4 0 25-15,-4 0 61 16,4-25-1-16,-4-12-37 31,0-21-39-31,4-7 4 0,0-3-12 16,4-3-6-16,5 0-2 15,3 10 6-15,12-4-7 16,-3 15 0 0,-4 14-1-16,4 11-1 0,-17 12-2 15,8 8-2 1,-7 1-19-16,3-2 1 0,0 6-29 0,-8 0-27 16,-4 0-41-16,0 6-28 15,0 3-168-15,0 1-193 16</inkml:trace>
  <inkml:trace contextRef="#ctx0" brushRef="#br0" timeOffset="26827.4">12355 16420 0 0,'0'0'821'0,"0"0"-761"31,0 0-58-31,0 0 7 0,0 0 2 16,0 0-11-1,8 133 0-15,-8-81 1 0,9 1 1 16,-5-7 2-16,0-12 7 16,0-3-11-16,0-13 3 15,0-3-3-15,1-8 2 16,-5-7-1-16,4 0-1 0,-4 0-6 15,0-12-1-15,0-16-66 16,0 6-193-16,0 4-44 16</inkml:trace>
  <inkml:trace contextRef="#ctx0" brushRef="#br0" timeOffset="27011.54">12249 16402 787 0,'0'0'154'0,"0"0"-138"15,0 0 42-15,0 0-12 16,0 0-31-16,0 0-3 0,123-55-11 16,-74 51 0-16,-16 4-2 15,-4 0 0-15,-12 0-33 16,-14 0-61-16,-3 4-105 16,0 1-121-16</inkml:trace>
  <inkml:trace contextRef="#ctx0" brushRef="#br0" timeOffset="27196.69">12307 16553 585 0,'0'0'150'16,"0"0"-150"-16,0 0 2 16,0 0 110-16,0 0 0 15,0 0-87-15,81-16-1 16,-31-2-13-16,8 5-6 15,-10 1-10-15,-2 9-34 16,-38 3-159-16,-4 0-176 0</inkml:trace>
  <inkml:trace contextRef="#ctx0" brushRef="#br0" timeOffset="27877.16">12852 16405 589 0,'0'0'153'16,"0"0"-115"-16,0 0 75 0,0 0-21 16,0 0-78-16,0 0-14 15,21 52-20-15,-13 1 20 16,1 2 3-16,3-5-3 31,-4-7 1-31,-4-10-1 0,5-8 0 16,-9-12-1-16,4-7 1 15,-4-6 0-15,4 0 0 16,-4 0-11-16,4-19-53 16,-1-18-9-16,-3-9-48 15,0 3 54-15,0-6 67 16,0 5 10-16,0 8 2 0,0 8 16 16,0 6 29-16,0 10 10 15,0-1 0-15,4 4 15 16,5 3-50-16,11-3 6 15,9 6-34-15,4-1 0 0,9 4-5 16,-10 0 1-16,-3 0-3 16,-13 13 1-1,-8 9-1-15,-8 2-6 16,0 7-8-16,-20 3 12 16,-13-3 5-16,1-4 0 15,3-5 3-15,8-9 7 16,13-13-1-16,8 0 2 15,0 0-4-15,0 0-6 16,0 0 0-16,12-4 1 0,13-2-2 16,3 6 3-16,5 0-3 15,4 0-1-15,0 10 1 16,0 11-1-16,-9 4-2 0,-11 2-1 16,-13 4 3-1,-4-6-4-15,0 0 1 16,-25-7 4-16,-11 0 1 15,-9-5 15 1,3-4 6-16,1-9-16 0,9 0-6 16,3-12 13-16,8-16-13 15,13-3-15-15,8-6-83 16,0 22-171-16,0 5-277 16</inkml:trace>
  <inkml:trace contextRef="#ctx0" brushRef="#br0" timeOffset="28579.55">13998 16029 618 0,'0'0'25'0,"0"0"-22"15,0 0 31-15,0 0 21 16,0 0-53-16,0 0-2 16,0 0 0-16,-5 80 3 15,5-34 9-15,13 7 14 16,-1-1 9-16,1-6-7 0,3 0-9 16,1-5-4-16,-5-8-15 15,5-8 4-15,-13-10-4 16,3-8 0-16,-7-1-1 15,0-6 1-15,0 0-47 0,0 0-285 32</inkml:trace>
  <inkml:trace contextRef="#ctx0" brushRef="#br0" timeOffset="28788.3">13805 16300 244 0,'0'0'602'0,"0"0"-571"0,0 0-31 16,0 0 90-16,0 0-52 0,0 0-29 15,151-46 0-15,-68 28-6 16,3 8 0-16,0-2-3 16,-12 3-16-16,-12 2-34 15,-54 4-191 1,-4 3-176-16</inkml:trace>
  <inkml:trace contextRef="#ctx0" brushRef="#br0" timeOffset="29268.01">15139 15816 391 0,'0'0'159'0,"0"0"-126"15,0 0 31-15,0 0 79 0,0 0-29 32,0 0-36-32,0 0-13 15,74-92-17-15,-74 92-17 16,-12 0-28-16,-22 18 4 15,-11 22-7-15,-8 9 9 0,4 13-8 16,7 6 0-16,14 0-1 16,8-10-2-16,20-5-2 15,0-13 1-15,0-12-6 0,20-10 9 16,17-15 0 0,12-3 6-16,22-12 4 0,10-25-8 15,1-9 5-15,1-13-6 16,-14 0-1-16,-24-8 8 15,-12-10-1-15,-12-7 6 0,-21 4-6 16,0 12 0-16,-12 16 3 16,-26 15-4-16,-11 19 13 15,-12 14-15-15,-14 4-4 16,2 37-10-16,-1 19 5 16,53-19-139-16,10-6-526 31</inkml:trace>
  <inkml:trace contextRef="#ctx0" brushRef="#br0" timeOffset="29535">15258 16032 850 0,'0'0'229'16,"0"0"-229"-16,0 0-30 15,0 0 25-15,28 102 5 16,18-56 5-16,8-3-5 16,-2-6 0-16,2-3 13 15,0-6-7-15,-6-10 0 32,-2-6-6-32,-5-5-1 0,-9-7-21 15,-32 0-166-15,0 0-185 16</inkml:trace>
  <inkml:trace contextRef="#ctx0" brushRef="#br0" timeOffset="30168.21">15767 15986 747 0,'0'0'204'0,"0"0"-204"0,0 0-6 16,0 0 3-1,0 0 3-15,45 141 0 0,-24-94 5 16,-10-4-5-16,2-9 0 0,-5-9 0 16,-4-13 3-16,-4 0-3 31,4-9 0-31,-4-3-11 0,0 0-49 0,5-9-86 16,-1-19 8-1,0-6-52-15,-4-6 156 0,0-6 34 31,0 6 31-31,0 3 4 0,0 3 56 16,0 12 7-16,0 7 40 16,0 3-20-16,8 2-60 15,9 1-9-15,12 6-25 16,4 3-24-16,7 0 4 16,-7 0-3-16,-8 9-1 15,-13 4 0-15,-12 2-1 0,0 4 1 16,-4 2-7-16,-33 4 7 15,-13-4 5-15,-7 4-1 16,-13-7 3-16,13-2 10 0,12-7-3 16,20-3 7-16,17-6-5 15,8 0-7-15,0 0-6 32,20 0-3-32,30 0 0 15,11 0 11-15,13 0-10 0,-4 0 7 16,-4 7-7-16,-12 5 1 15,-18 6 0-15,-16-2 7 16,-15 2 6-16,-5 1-1 0,0-1-13 16,-34 4 7-16,-14-1 10 15,-10-5-11-15,-11-1 14 16,7-6-15-16,8 1-3 16,10-1-3-16,2-6-1 15,5 6-58-15,33-9-125 16,-9 0-372-16</inkml:trace>
  <inkml:trace contextRef="#ctx0" brushRef="#br0" timeOffset="30641.27">14770 16556 627 0,'0'0'269'0,"0"0"-252"15,0 0 0-15,0 0 66 16,0 0-41-16,0 0-36 15,189-50 4-15,-75 35-9 0,14-3 0 16,19 8 4-16,14-5 6 16,15 3 10-1,4 2 0-15,13-2-5 0,1 3 10 16,-6-3-16 0,1-7 0-16,-8 4 3 15,-17 3-5-15,-24-1 1 16,-38 10-9-16,-44 0 4 15,-30 3-9-15,-24-3 5 16,-4 3 0-16,0 0 7 16,-28 0-5-16,-13 0 3 15,-9 0-5-15,-7 0-58 0,-9 3-49 16,-3 9-79-16,40-5-120 16</inkml:trace>
  <inkml:trace contextRef="#ctx0" brushRef="#br0" timeOffset="31323.86">15636 16707 284 0,'0'0'351'16,"0"0"-294"-16,0 0-7 15,0 0 126-15,0 0-81 0,0 0-26 16,4-62-34-16,-29 62-17 31,-12 19-10-31,-8 15-8 16,0 3 2-16,12 12 3 15,4 4 0-15,12-1-10 0,14-3 3 16,3-6 1-16,7-9-1 16,22-9 2-16,9-16 0 15,15-9 1-15,8 0 0 16,10-12-2-16,2-16-15 0,-3-3-33 15,-17 0-32-15,-16-5-23 16,-12 8 18-16,-17 6 21 16,-8 4 45-16,0 12 20 15,-8 6 102-15,-25 0 19 0,-13 6-63 16,2 24-14-16,-6 10 8 16,17 10-18-16,17-4-21 15,16 0 1-15,0-6-14 16,12-15 0-16,25-9 2 15,9-16 10-15,11 0-2 16,5-10 0 0,0-21-7-16,-14-6 3 15,-15-3-6-15,-20 0 1 16,-13 3 10-16,0 7-9 16,-29 8 5-16,-17 10-7 15,-2 8 7-15,-6 4-8 0,9 0 1 16,13 13-7-16,19 12 6 15,13-1-79-15,0-15-151 16,8-2-324-16</inkml:trace>
  <inkml:trace contextRef="#ctx0" brushRef="#br0" timeOffset="31556.1">16473 16809 704 0,'0'0'355'16,"0"0"-344"-16,0 0-9 15,-127 74-2-15,85-34 8 16,10 3-1-16,12-9-2 16,3-7-5-16,9-8 1 0,8-7-4 0,0-8-2 15,0-4-7 1,0 0-101-16,0-25-92 15,0 3-65-15,0 4-61 16</inkml:trace>
  <inkml:trace contextRef="#ctx0" brushRef="#br0" timeOffset="31712.22">16096 16769 764 0,'0'0'148'0,"0"0"-104"16,0 0 15-16,0 0-38 0,77 108 17 15,-2-50 32-15,6-6-29 16,6 1-26-16,-9-10-11 15,-29-6-4-15,-21-16-2 16,-28-21-116 0,-3 0-347-16</inkml:trace>
  <inkml:trace contextRef="#ctx0" brushRef="#br0" timeOffset="33651.71">17770 15881 589 0,'0'0'51'16,"0"0"-45"-16,0 0 13 0,0 0 69 31,0 0-36-31,0 0-40 16,8-9-12-16,-8 9-5 15,0 21 5-15,0 16 8 16,0 9 15-16,0 10-5 0,4 6-1 16,9 2-10-16,-1-2-4 15,-4-10 1 1,1-8-2-16,3-10-2 0,-4-10 0 0,-3-8-6 16,-5-13-39-16,0-3-150 15,0 0-135-15</inkml:trace>
  <inkml:trace contextRef="#ctx0" brushRef="#br0" timeOffset="33854.71">17639 16198 654 0,'0'0'104'0,"0"0"-92"0,0 0 12 31,0 0 136-31,0 0-48 16,0 0-96-16,12-71-10 15,42 59-5-15,15 0-1 0,6-4-1 16,-2 7-1-16,-7 3-57 16,-54 3-173-16,-3 3-199 15</inkml:trace>
  <inkml:trace contextRef="#ctx0" brushRef="#br0" timeOffset="34305.5">18513 15869 799 0,'0'0'96'15,"0"0"-93"-15,0 0 6 16,0 0 79-16,0 0-22 15,0 0-40-15,0 0-26 16,50-93 0-16,7 84 0 16,13 5 0-16,-9 4 2 0,-7 0-5 15,-17 4-2-15,-8 17 0 16,-17 1 4-16,-8 9-10 16,-4 3 11-16,-4 6 0 0,-37 6 0 15,-17 6 7 1,-11 4-7-16,-10-3 0 0,6-7 6 15,11-6-2 1,20-12 5-16,23-10 4 16,6-6-1-16,13-6-12 15,0 1-7-15,21-5 7 16,23-2 20-16,18 0-10 16,20 0-9-16,5 0 11 15,-1-12-10-15,-12 6-4 16,-9 0 1-16,-19 0-16 15,-42 6-109-15,-4-3-272 16</inkml:trace>
  <inkml:trace contextRef="#ctx0" brushRef="#br0" timeOffset="35272.94">19482 15311 615 0,'0'0'44'0,"0"0"-42"0,0 0 19 0,0 0 3 31,0 0-19-31,0 0 2 16,-16 80 49-16,8-6 17 0,0 18-19 0,-1 10-18 16,5 2-5-16,4 5-21 15,0-5 3-15,0-8 3 16,0-13-13-16,4-9 8 15,13-15-2-15,-5-7-5 0,0-2 2 16,-4-14-2-16,-4-1-3 31,0-11 4-31,4-8-1 0,-8-7-4 16,5-6 0 0,-5 0-3-16,0-3-2 0,0 0-151 15,0-3-151-15</inkml:trace>
  <inkml:trace contextRef="#ctx0" brushRef="#br0" timeOffset="35689.42">19777 15782 758 0,'0'0'159'31,"0"0"-159"-31,0 0-24 16,0 0 18-16,0 0 7 0,0 0-1 16,0 0 24-1,-24 133-13-15,12-59-3 0,0 0-7 16,12-3 1-16,0-13-2 16,12-9-1-16,20-14 0 15,5-17 1-15,0-12 7 0,13-6 4 16,7-9-1-16,9-28-7 15,-1-12 8-15,1-7-10 16,-9-9 8-16,-15-6 22 16,-14-6 0-16,-15 3 0 15,-13 6-12-15,0 13 8 16,-21 15 20-16,-24 18-19 0,-12 13-16 31,-26 9 12-31,-3 0-22 0,-4 31 4 16,8 6-6-1,24 3-18-15,18 0-56 0,40-27-195 16,0-8-330-16</inkml:trace>
  <inkml:trace contextRef="#ctx0" brushRef="#br0" timeOffset="36047.42">20114 15357 855 0,'0'0'67'15,"0"0"-67"-15,0 0 11 16,0 0 43-16,0 0 11 16,0 0-65-16,-33-22-1 0,29 78 1 31,4 15 3-31,-4 15 6 15,4 10-8-15,-4 2-1 16,4 10 7-16,0-3-6 0,0 3 2 16,0-6-3-16,0-13 0 15,0-9 4-15,0-3-4 16,0-9 0-16,0-19 4 16,0-12-2-16,0-18-2 0,0-13 0 15,4-6-10-15,4 0-62 16,-4-6-211-16</inkml:trace>
  <inkml:trace contextRef="#ctx0" brushRef="#br0" timeOffset="36551.71">20381 16180 792 0,'0'0'118'15,"0"0"-115"-15,0 0-3 0,0 0 8 16,0 0-5-16,0 0 18 16,0 0-4-16,20 139-8 15,-11-84 3-15,3-3-10 16,1-5 5-16,-1-7 6 15,-4-6-12-15,-4-13 2 0,0-12-3 32,1-2 5-32,-5-7-4 0,4 0 1 15,4-22-2 1,-4-18-106-16,4-3-21 0,-4-3 21 16,-4-4-34-16,0 1 3 15,0 6 52-15,0 9 85 16,0 9 16-16,-4 7 106 15,-4 5 14-15,4 4-12 0,4 0 17 16,0 3-25-16,0-3-29 16,0-4-33-16,16 1-14 15,17-4-11-15,16 1-25 16,5 6-4-16,-1 3 0 16,-8 6-3-16,-16 0-6 15,-17 0-92 1,-12 3-137-16,0 6-218 15</inkml:trace>
  <inkml:trace contextRef="#ctx0" brushRef="#br0" timeOffset="36718.65">20468 16297 508 0,'0'0'314'0,"0"0"-311"16,0 0 13-16,0 0 9 0,0 0 43 15,0 0-15-15,0 0-1 16,40 22-32-16,18-32-14 15,-9 1-6-15,-4 3-6 16,-12 3-52-16,-29 0-224 16,-4 3-170-16</inkml:trace>
  <inkml:trace contextRef="#ctx0" brushRef="#br0" timeOffset="37667.33">20972 15332 394 0,'0'0'163'0,"0"0"-127"16,0 0-27-16,0 0 98 16,0 0 21-16,0 0-75 15,-17-46-13-15,17 46 9 0,0 0-19 16,0 0-2-16,0 0-10 15,0 0-12-15,0 0 1 16,0 0-7-16,0 25-11 0,0 15 11 16,5 15 7-16,-1 16 5 15,4 9-5-15,-4 13-7 16,0 12 12-16,-4 2-12 16,4 7 1-16,-4 4 3 15,5-7 0 1,-1-13-3-16,0-6-1 15,-4-5 2-15,0-13-4 16,0-10 2-16,4-20 0 16,-4-22 6-16,0-10-6 15,4-9 5-15,0-3 2 16,-4 0-2-16,4 0 13 16,0-19-18-16,-4-18-24 0,0-3-73 15,0 22-133-15,0 3-188 16</inkml:trace>
  <inkml:trace contextRef="#ctx0" brushRef="#br0" timeOffset="38171.18">21600 15662 448 0,'0'0'197'16,"0"0"-167"-16,0 0 26 0,0 0 58 16,0 0-29-16,0 0-34 15,25-49-15 1,-25 49-2-16,0 0-17 15,0 6-9-15,0 31-8 0,0 15 4 16,0 10 11 0,0 2-6-16,0-2-9 15,0-3 2-15,0-3-2 16,0-11 0-16,8-4 1 0,1-16-1 16,-1-7-1-16,-8-9-43 15,0-9-137-15,0 0-352 16</inkml:trace>
  <inkml:trace contextRef="#ctx0" brushRef="#br0" timeOffset="38356.43">21363 15936 237 0,'0'0'713'0,"0"0"-659"16,0 0-53-16,0 0 32 15,0 0 12-15,0 0-42 16,0 0-2-16,155-55-1 16,-73 52-10-16,-4 0-58 0,-8 0-94 15,-49 0-131-15,-13 3-248 16</inkml:trace>
  <inkml:trace contextRef="#ctx0" brushRef="#br0" timeOffset="39124.14">22877 15391 366 0,'0'0'211'0,"0"0"-190"16,0 0-13-16,0 0 93 16,0 0 0-16,0 0-9 0,0 0-35 31,25-108-17-31,-54 86 3 0,-4 4-16 15,-8 0-8-15,4 11-11 16,-13 1-8-16,2 6 0 16,-2 0 0-16,-3 9 6 0,8 16-1 15,8 2-5 1,12 4-3-16,9-3-2 0,16 3 0 16,0-6 1-16,0-7-1 15,8-9 5-15,17-2 18 16,4-7-16-16,11 0 4 15,1 0 4-15,9-19-10 16,-2-5 3-16,-2-1-3 16,-9 3 0-16,-8 1 5 0,-8 5-3 15,-10 7-2-15,-7 6 12 16,0 3-8-16,-4 0 16 16,0 0-16-16,0 0-4 0,0 34-20 15,0 21 20-15,0 19 1 16,0 9 6-16,0 7-7 31,0-1 0-31,0-6 0 16,9-9-2-16,-1-9-2 0,-4-15 3 15,0-14 1-15,-4-11-1 16,0-15 3-16,0-7-1 16,0-3 3-16,4 0 4 15,0-10 16-15,5-18 1 16,7-12-12-16,1-6 5 0,8-9-8 15,4-13 11-15,3 3-20 16,-4 3 2-16,-3 7 0 16,0 18-3-16,-8 12-5 15,-5 7-23-15,-12 18-161 16,0 0-543-16</inkml:trace>
  <inkml:trace contextRef="#ctx0" brushRef="#br0" timeOffset="39548.82">23603 15058 670 0,'0'0'250'0,"0"0"-199"16,0 0-37-1,0 0 68-15,0 0-36 16,0 0-24-16,9-37-22 0,-9 71-17 0,-9 24 17 16,-7 16 10-16,3 9-10 15,5 1 6-15,4-1-6 16,4-3 2-16,0-12-8 16,0-13 5-16,0-15 0 15,0-12-20-15,0-16-123 16,0-12-124-1,0 0-175-15</inkml:trace>
  <inkml:trace contextRef="#ctx0" brushRef="#br0" timeOffset="39750.21">23497 15671 121 0,'0'0'545'0,"0"0"-515"15,0 0-22-15,0 0 45 16,0 0-3-16,0 0-6 15,0 13 8-15,29-7 0 0,3-6-27 16,-3 3-14-16,-8-3-1 16,-9 3-10-16,-4-3-1 15,-8 0-20-15,0 3-124 16,-4 3-6-16,-8-6-18 0,-1 3-203 16</inkml:trace>
  <inkml:trace contextRef="#ctx0" brushRef="#br0" timeOffset="40351.6">23410 15039 107 0,'0'0'427'0,"0"0"-409"16,0-114-12-16,0 96 98 16,0 2 15-16,0 1-20 15,-4 6-59-15,0 3-8 16,1-1-8-1,3 4 22-15,0 3-6 16,0-3-9-16,0 3-24 0,0 0 0 16,0 0-7-16,0 0-4 15,0 0-4-15,11 0 2 0,14 0 6 16,8 0 22-16,12 16-20 16,4 5 3-1,13 7 3-15,7 9-7 16,2 13 5-16,-1 5-6 15,-1 9 0-15,-11 4 0 0,-14 3 3 16,-15 0-6-16,-4 0 3 16,-17-3-4-16,-8-7 4 15,0-5-6-15,-41-13-4 16,-20-9 9-16,-17-12 1 0,-8-7 2 16,-13-6 15-16,13-9 1 31,12 0 5-31,17 0-7 0,19 0-8 15,18-6 2-15,11-3-10 16,9-4-20-16,0 1-76 16,21 6-145-16,4 0-310 15</inkml:trace>
  <inkml:trace contextRef="#ctx0" brushRef="#br0" timeOffset="40652.18">24244 15428 833 0,'0'0'131'0,"0"0"-122"15,0 0-6-15,0 0 4 16,0 0 4-1,0 0 5-15,8 129-2 16,-8-70 0-16,0-4-13 16,0 1 7-16,0-7-8 15,0-12 3-15,0-9-3 16,0-10 1-16,0-2-1 0,0-7 0 16,9-6-12-1,-9-3-194-15,0 0-228 0</inkml:trace>
  <inkml:trace contextRef="#ctx0" brushRef="#br0" timeOffset="40837.75">24105 15881 453 0,'0'0'375'15,"0"0"-370"-15,0 0-4 16,0 0 112 0,0 0-40-1,0 0-45-15,0 0-1 0,23-6-26 16,23 6 15-16,12-3-14 15,-1 0 0-15,-4-1 0 16,-11-2-2-16,-17-3-5 16,-14-7-128-16,-11 4-178 15,0 0-225-15</inkml:trace>
  <inkml:trace contextRef="#ctx0" brushRef="#br0" timeOffset="41031.94">24145 15428 469 0,'0'0'413'16,"0"0"-380"-16,0 0-32 0,0 0 52 0,0 0-16 16,0 0-15-16,160-68-3 15,-90 65 0-15,4 3-18 16,-4 0 4-16,-13 0-5 16,-20 0-21-16,-37 0-285 15</inkml:trace>
  <inkml:trace contextRef="#ctx0" brushRef="#br0" timeOffset="42462.03">22368 16229 3 0,'0'0'302'0,"0"0"-278"16,0 0-24-16,0 0 65 16,0 0 40-16,0 0 0 15,0 0-22 1,-29 0-9-16,29 0 13 15,0 0 3-15,0 0-6 0,0 0-25 16,0 0-31 0,0 0-12-16,13 0 8 0,12 0-13 15,11-3 1 1,9-3-12-16,21 3 3 16,12 0 3-16,16 3-6 0,9-3 0 15,20 0 3-15,9 3 1 0,11-3-4 16,9-1 0-16,12 1 0 15,5-3 0-15,3 3 0 0,-8-3-3 16,-4 0 1 0,-20 3-9-16,-26-6 11 15,-23 2-1 1,-26 4 1-16,-19 0 0 0,-25 3 2 16,-13-3-1-1,-8 3 14-15,0 0 4 16,0 0 3-16,0 0-22 15,0 0 1-15,0 0-4 0,-4 0-10 16,-13 0-35 0,1 0-73-16,-1 0-187 0</inkml:trace>
  <inkml:trace contextRef="#ctx0" brushRef="#br0" timeOffset="44815.36">23312 16325 114 0,'0'0'132'0,"0"0"-120"15,0 0-11 1,0 0 5-16,0 0 13 0,0 0-19 15,0-3-5 1,0 0-35-16,0 3-93 0</inkml:trace>
  <inkml:trace contextRef="#ctx0" brushRef="#br0" timeOffset="45356.61">23312 16325 532 0,'37'77'109'16,"-37"-77"-85"-16,4 0 32 15,0 0 57 1,1 0-21-16,-1-3-41 16,0-6-18-16,0 5-9 0,-4 1 0 15,0 3 0-15,0-3-9 16,0-3-1-16,0 6 4 16,0 0-11-16,0 0 10 0,0 0-4 15,-25 0-8 1,-4 0-5-16,-8 0-5 15,-7 19 5-15,-10 2-1 16,-4 10 1-16,1 15 0 0,-5 12 0 16,5 8-2-1,12 7 1-15,12 1-5 0,16 1 6 16,17-4-1-16,0-4-2 31,21-15 1-31,28-2-5 0,12-16-8 16,6-16 15-16,6-18-1 15,10 0 1-15,-6-9 0 16,-2-18-12-16,-19-4-5 0,-10-9-50 16,-17 9-98-1,-29 15-133-15</inkml:trace>
  <inkml:trace contextRef="#ctx0" brushRef="#br0" timeOffset="45705.25">23558 16729 709 0,'0'0'201'0,"0"0"-201"16,0 0 0 0,0 0 52-16,0 0 10 0,-86 132-35 15,78-82-23-15,8-1 4 16,0-9 2-16,0-13 6 15,16-5-2-15,13-16-1 16,12-6 15-16,4 0-13 0,5-28-10 16,2-12 3-16,-14-3-8 15,-9 0 2-15,-17 6 1 16,-12 6-3-16,0 7 9 16,-25 5 9-16,-12 10 11 15,-7 9-17-15,-6 0-12 16,0 0-8-1,10 21-44-15,11 7-50 16,17 3-86-16,12-22-131 0,0 4-107 16</inkml:trace>
  <inkml:trace contextRef="#ctx0" brushRef="#br0" timeOffset="45927.36">24153 16691 153 0,'0'0'801'0,"0"0"-687"16,0 0-109-16,0 0-3 15,0 0 11-15,-94 146 1 0,69-94-8 16,5-3-3-16,7-9-3 16,5-12 1-16,4-7-1 31,0-11-57-31,4-10-111 0,0 0-144 15,0-10-150-15</inkml:trace>
  <inkml:trace contextRef="#ctx0" brushRef="#br0" timeOffset="46091.94">23834 16759 941 0,'0'0'126'16,"0"0"-112"-16,0 0 1 15,0 0 37-15,0 0 8 16,0 0-45-16,77 139-12 15,-15-102-3-15,8-3-1 16,0-6-34-16,-9-16-42 0,-49-12-106 16,-3 0-173-16</inkml:trace>
  <inkml:trace contextRef="#ctx0" brushRef="#br0" timeOffset="46739.53">25554 15693 688 0,'0'0'50'16,"0"0"-42"-16,0 0 37 15,0 0 77-15,0 0-57 16,0 0-23-16,0 0-16 16,-9-34-1-16,9 34 20 0,0 0 11 15,0 0-2-15,0 0-28 16,0 18-22-16,0 13 5 16,0 16-6-16,0 5 8 15,0 3-3 1,5 7-4-16,3-3-1 15,4-1-3-15,-3-2 1 16,6-7 0-16,-3-12-1 16,-3-6-15-16,-1-13-3 15,-4-12-33-15,0 1-72 16,-4-7-150-16,0 0-233 16</inkml:trace>
  <inkml:trace contextRef="#ctx0" brushRef="#br0" timeOffset="46960.92">25336 16026 768 0,'0'0'179'16,"0"0"-164"-16,0 0 24 16,0 0 74-16,0 0-44 0,0 0-63 31,45-50-2-31,20 35-2 15,18 3-1-15,11-1-2 16,1 4-21-16,-9 3-46 16,-65 6-98-16,-9 0-274 15</inkml:trace>
  <inkml:trace contextRef="#ctx0" brushRef="#br0" timeOffset="49652.18">26645 15073 66 0,'0'0'341'0,"0"0"-320"0,0 0-13 16,0 0 17-1,0 0 52-15,0 0-31 0,0 0-37 32,8-52-3-32,-3 52 0 0,-5 0 9 0,0 0 0 15,0 0-4 1,0 0-9-16,0 0-2 0,0 0-2 16,0 0 0-16,0 0-5 15,0 0-2-15,0 0 8 16,0 0 1-16,0 0 3 15,0 0-3-15,0 0 1 0,0 0 0 16,0 0 0-16,0 0 7 16,0 0 3-16,0 0 9 15,0 0 7-15,0-3-4 16,4 0-5-16,-4 0 1 16,0-7 2-16,0 4 7 0,0-3 3 31,0-1-9-31,0 2 10 15,0 4-15-15,0 1-3 0,-13 0-7 16,5 3-4-16,-8 0-3 16,-1 0 0-1,-11 3 3-15,-5 22 12 0,-4 12 14 16,0 6 0-16,5 9 2 16,11 10-22-16,4-3-6 0,9 2 0 15,8 1-3 1,0-10 2-16,8-2-2 0,17-10 1 15,7-9 0-15,10-10 0 16,3-9 1-16,16-8 11 16,5-4-2-16,12 0-1 15,4-16 0 1,4-12-4-16,-11-11 15 16,-10-8-4-16,-12-5 9 15,-15-10 4-15,-14 1-6 16,-16-7-5-16,-8 0-7 15,-8 0-1-15,-25 6 9 16,-12 10-8-16,4 12 0 0,-4 12-3 16,-5 10-9-16,9 12-13 15,-7 6-16-15,2 0-31 16,9 15-24-16,8 6-94 16,25-5-159-16,4-4-187 15</inkml:trace>
  <inkml:trace contextRef="#ctx0" brushRef="#br0" timeOffset="50073.97">26810 15243 673 0,'0'0'61'16,"0"0"-60"-16,0 0 26 15,0 0 95-15,0 0-17 16,0 0-27-16,0 0-20 16,0 3-14-16,0-3-11 0,0 0-5 0,0 6-10 15,0 3-13-15,4 7 5 16,16 18-7-1,9 15 1-15,-1 6 1 0,9 7-1 16,1-3-2-16,-1-7-1 16,-1 0-1-16,-3-8 0 15,0-4 0 1,-4-9 0-16,-12-13 0 16,-9-9-3-1,-4-3 1-15,-4-6 0 0,0 0-5 16,0 0-1-16,0 0-31 15,-4-2-63-15,-4-8-178 16,-5 1-244-16</inkml:trace>
  <inkml:trace contextRef="#ctx0" brushRef="#br0" timeOffset="50436.97">27384 15437 242 0,'0'0'515'0,"0"0"-473"16,0 0-16-16,0 0 105 0,0 0-20 15,0 0-64-15,0 0-41 16,0-25-6-16,0 50-1 16,0 6 1-16,0 6 1 15,0 3 3-15,0 0-2 0,0-6 1 16,0-3-1 0,0-1 0-16,0-11-4 0,0-3-3 15,0-11-31-15,8-1-28 16,-8-4-112-16,0 0-81 15,0 0-241-15</inkml:trace>
  <inkml:trace contextRef="#ctx0" brushRef="#br0" timeOffset="51091.88">27413 15265 436 0,'0'0'2'15,"0"0"19"1,0 0-21-16,0 0 51 0,0 0 21 16,0 0-30-16,0 0-4 0,17-10 13 15,-17 10 4-15,0 0-1 16,-4 0-24-16,-13 3-24 15,5 9-4-15,-1 4-2 16,13-1-3-16,-4-5 3 0,4-1 3 16,0-6-1-1,0-3 2 1,4 0-1-16,17 0 7 16,-5 0-2-16,1-15-8 15,-1-4 7-15,-3-2-5 0,-6-1-2 16,-7 6 1-16,0 4-1 15,0 0 2-15,0 6-2 16,-7 6-11-16,-10 0-65 16,13 0-136-16</inkml:trace>
  <inkml:trace contextRef="#ctx0" brushRef="#br0" timeOffset="52032.03">27582 15400 333 0,'0'0'160'0,"0"0"-159"16,0 0 27-1,0 0 110-15,0 0-43 0,0 0-47 16,0 12-48-16,0 16 0 15,0 6 4-15,0 3 0 0,0-3 4 16,0-6-7-16,0-4 0 31,4-8 1-31,0-4 0 16,-4-6-1-16,0-6 0 0,0 0 6 16,0 0 21-1,8 0 52-15,-4-6-36 0,5-15-20 16,2-4-4-16,-3-6-11 15,9 0 15-15,-9 4-21 16,0-1-3-16,1 6 2 0,-5 10 1 16,0 9-3-16,-4 3 5 15,0 0-5-15,0 0 0 16,0 0-3-16,0 3-13 16,0 21 16-16,0 7 1 15,0-3 3-15,0 3-4 16,0-4-1-1,4-5-1-15,0-9-19 16,0-1 13-16,0-9 8 16,5-3-4-16,-5 0 3 15,4 0-7-15,4-3 8 16,9-22 6-16,-5-3-5 0,0-6 1 16,-8 0 1-1,5 7-2-15,-5 2 3 0,-4 13-2 16,-4 3 11-16,0 6 14 0,0 3-6 15,0 0 2-15,0 0-23 16,0 18-20-16,0 13 20 16,0 3 3-16,0 0-3 15,0-1 1-15,0-5-1 16,0 0-2-16,4-3-25 0,0-7-21 16,-4-6-33-16,0-5-57 15,0-7-51-15,0 0-112 16</inkml:trace>
  <inkml:trace contextRef="#ctx0" brushRef="#br0" timeOffset="52550.61">27881 15505 407 0,'0'0'232'15,"0"0"-158"-15,0 0 26 16,0 0 49-16,0 0-103 0,0 0-35 15,0 0 5-15,9 86-6 16,-9-33-4-16,0-1-6 16,8-3-6-16,0-3-26 0,-1-8-13 15,-3-11 16-15,1-2 16 16,-5-16 0-16,0-3 9 16,4-6-9-16,-4 0-45 31,0 0-31-31,4-18-53 0,-4-10-78 15,0-6 53-15,0-3 132 16,0 0 35-16,0-9 56 16,0 0 17-16,0 0-20 15,0 5 69-15,0 7 16 16,0 10-16-16,0 9-6 16,0 5-9-16,4 7-39 15,0-3-38-15,0 3-20 0,9 3-10 0,3 0 0 16,1 0-1-16,3 0 1 15,-3 6-11-15,4 10-8 16,-2 5-4-16,-6-3-2 16,-9-2-1-16,-4 2 2 15,0 1 8-15,-32-4 16 16,-5-3 15 0,-13-2 0-16,0-4 0 15,6-3-4-15,7-3-10 16,12 0-1-16,13 0-37 15,12 0-105-15,0 0-220 16</inkml:trace>
  <inkml:trace contextRef="#ctx0" brushRef="#br0" timeOffset="53019.24">28119 15452 221 0,'0'0'511'0,"0"0"-491"0,0 0-17 16,0 0 87-16,0 0-3 0,0 0-57 16,12-21-12-16,-12 21-11 15,5 0 4-15,-5 9 6 16,0 19-4-16,0 9 4 16,0 0-7-16,0 3-6 15,4-9 1-15,0-4-4 16,4-5-1-1,0-9 0-15,5-8-20 16,3-5-8-16,4 0-6 16,5-12 27-16,0-12-1 15,-1-7-14-15,-3-3-13 16,-4 0 15-16,-5 0 20 16,-8 0 4-16,0 12 6 0,-4 4 14 15,0 12 23-15,0 6 12 16,0 0-18-16,0 0-24 15,-4 15-17-15,-4 16 0 16,4 3-2-16,0 3 2 0,4-3 1 16,0-7 1-16,0-2-3 15,0-6 1-15,8-10-11 32,0-6-20-32,3-3-72 0,-6 0-107 15,-1 0-108-15</inkml:trace>
  <inkml:trace contextRef="#ctx0" brushRef="#br0" timeOffset="53335.64">28415 15465 142 0,'0'0'705'0,"0"0"-629"16,0 0-64-16,0 0 12 16,0 0-23-16,0 0 0 15,41 30 0-15,-20 11 3 16,7-8-3-16,-4 7 1 15,-3-5-2-15,-9-8-23 0,-7-8-6 16,-5-7 27-16,0-6-4 16,0-6 6-16,0 0 33 15,0 0-4-15,-13-12-6 16,1-13-12-16,-1-6 8 0,5-5 28 16,4-2-4-16,4 1-12 15,0 1-31-15,0 5 2 31,16 6-4-31,1 10 0 0,0 5-28 16,3 10-42-16,-16 0-114 16,1 0-155-16</inkml:trace>
  <inkml:trace contextRef="#ctx0" brushRef="#br0" timeOffset="53620.03">28752 15529 274 0,'0'0'393'15,"0"0"-391"-15,0 0-1 16,0 0 38-16,0 0-2 16,118-101-28-16,-118 85-7 15,0 7-2-15,0 3 2 0,-24 6 24 16,-14 0 26 0,-2 0 17-16,-5 22 9 15,7 5-12 1,9 7-28-16,17 0-17 15,12 3-3-15,0-6-3 0,29-4-3 16,17-5-9-16,7-6 0 16,0-7-3-16,5-9-13 15,-10 0-43-15,-31 0-120 0,-17 0-301 16</inkml:trace>
  <inkml:trace contextRef="#ctx0" brushRef="#br0" timeOffset="54385.91">26280 16072 103 0,'0'0'524'0,"0"0"-521"16,0 0 13-16,0 0 28 0,0 0 74 15,0 0-51-15,0 0-56 0,-16-18-11 16,41 11 29-16,3 1 44 16,5 0-18-16,8-3-27 15,21 3-12-15,7-1 4 16,25 1-16-16,14 0-3 15,15 0 4-15,16 0-3 16,9-7 1 0,12 7-2-16,20-3-1 15,9-3 2-15,17 6-2 0,3-4-11 16,-8 4 6-16,-16-3-2 16,-25 0 5-16,-32-4 0 15,-30 4 2-15,-32 3 2 16,-30 0 0-16,-19 3 7 15,-13 3 38-15,-4 0 37 16,0 0-26-16,0 0-45 0,0 0-13 16,0 0-5-16,-4 0-14 15,-13 0-6-15,-8 0-30 16,10 0-79-16,-2 0-232 16</inkml:trace>
  <inkml:trace contextRef="#ctx0" brushRef="#br0" timeOffset="55200.23">27364 16241 287 0,'0'0'358'0,"0"0"-326"15,0 0 10-15,0 0 124 16,0 0-45-16,0 0-44 16,0 0-22-16,-13-33-15 15,-8 33-30-15,-6 0-8 16,-15 12 13-16,-7 13 11 0,-4 6 1 15,-1 2-14-15,5 13-12 0,16 4-1 16,9 2 0-16,15 4-2 31,9-13 1-31,0-6-6 0,13-10-2 0,19-8 0 16,13-10-6-16,9-6 2 16,3-3 0-16,5 0-5 31,-4-3 0-31,-14-18-21 0,2-10-11 15,-9-9-1-15,-4-6 11 0,-13-1 27 16,-4 10 11-16,-12 16 2 16,-4 6 36-16,0 11 63 15,-4 4-4-15,-12 0-27 16,-4 7-46-16,-5 23-22 0,9 4-1 16,3 13 1-16,13-7 0 15,0-3-2-15,0-6-4 16,25-13 1-16,7-9 3 15,5-9 0-15,17 0 1 16,-1-3-2-16,-4-21 2 16,-3-4-10-16,-21-7 6 15,-13 2 5 1,-12 5 1-16,0 3 7 16,-8 7 0-16,-21 6 6 0,-17 5 7 15,-6 7-21 1,-10 0-1-16,0 0-22 15,13 7-20-15,16 5-64 0,29-6-167 16,4 0-271 0</inkml:trace>
  <inkml:trace contextRef="#ctx0" brushRef="#br0" timeOffset="55432.73">28061 16337 838 0,'0'0'264'0,"0"0"-264"15,0 0 7-15,0 0 6 0,0 0 10 16,-69 136-23-16,48-84 3 16,5-5-6-16,-1-7 3 15,1-16-5-15,0-5-31 16,0-13-35-16,3-6-83 15,9 0-69-15,0-6-304 16</inkml:trace>
  <inkml:trace contextRef="#ctx0" brushRef="#br0" timeOffset="55617.75">27782 16347 797 0,'0'0'206'0,"0"0"-182"0,0 0 25 15,0 0 67-15,0 0-58 16,0 0-30-16,131 114-22 16,-69-78-6-16,9-2-1 15,-23-9-52-15,-39-25-121 16,-9 0-440-16</inkml:trace>
  <inkml:trace contextRef="#ctx0" brushRef="#br1" timeOffset="61056.9">7733 15548 135 0,'0'0'76'0,"0"0"-46"0,0 0-9 15,0 0 105-15,0 0-52 16,0 0-8-16,-12-34 7 16,12 31-9-16,0 0-12 15,0-3-5-15,0 2-12 16,0-1 4-16,0 2 1 0,0-4-4 15,0 7-8-15,0 0 1 16,0 0 12-16,-4 0 7 16,4 0-6-16,0 0-19 31,0 0-7-31,0 0-8 0,0 0 2 16,0 0 3-16,0 0-5 15,0 0 0-15,0 0-6 16,0 0-1-16,0 0-1 15,0 7-3-15,0 20 3 16,0 13 6-16,0 12-4 16,0 19 12-16,0 12-10 0,0 10-2 15,-5 6 9-15,1 12-11 16,0-3 4-16,4-10-2 16,-3 7-1-16,3-3 3 15,0-7-4-15,0-5 3 16,0-10 1-16,0-15 7 0,0-6-2 31,0-14-3-31,0-11-6 16,0-12 11-16,0-10 2 0,0-6-10 15,0-6-1-15,0 0 0 16,0 0 1-16,0 0-3 16,0 0 0-16,0 0 0 15,0 0-15-15,0 0-13 16,0 0-15-16,0-9-50 0,0-9-58 15,0 2-103-15,0 1-106 16</inkml:trace>
  <inkml:trace contextRef="#ctx0" brushRef="#br1" timeOffset="66057.72">7685 15502 26 0,'0'0'187'0,"0"0"-187"16,0 0 0-16,0 0 45 0,0 0 39 15,0 0-25-15,0 0-48 16,-25-71 3-16,25 65-13 16,0 6 14-16,-4-6 39 15,4 6 6-15,0 0-11 16,0 0-22-16,0 0-7 0,0 0 5 16,0 0-2-1,0-4-6-15,0 1 3 16,0 3 1-16,0 0-4 15,0-3-1-15,0-3 15 16,12 0 7 0,9 0-10-16,2-3-6 0,11-1 1 15,7 1-10-15,4 0 9 16,12-4-6-16,13-2-4 0,4 6 7 16,9-4 3-16,2 1-12 15,9 6-2-15,6-3-8 16,6 2 5-16,13-2-5 15,0 0 1-15,8 3-1 16,-3-3 1-16,3 2-1 16,0 2 5-1,-4-2-5-15,4 1 3 16,-4 0-1-16,0 0-1 0,5 3 1 16,-9-4-2-1,0-2 0-15,0 0-1 16,0 0 3-16,1 0-1 15,-1-7-1-15,-9 7 0 16,-3-7 0-16,-5 10 0 0,1-3 0 0,-9 6 2 16,-3-4-1-16,-5 2 0 15,0-5-1-15,5 1 2 16,7 0-2-16,0-1 0 16,1-2 1-16,0 3-2 15,3 0 1-15,1-1-1 16,4 1 1-16,-1 0 0 0,-3 3 0 15,-8 0 0-15,-1-4 0 16,4 4 0-16,1-6 0 16,3-1 0-16,1 1-1 0,0 0-1 15,-1 0 0 1,5 2 1-16,-1 1 1 16,-2 3 1-1,-6 0 1-15,-8 0-4 16,9-4 1-16,-5 1 1 15,4 0 0-15,-7 3 0 0,-1-1 0 16,-7-2 1-16,-1 3 0 16,-8 3 3-1,-1 0 3-15,2 0 0 0,-10 3 4 16,9-3-7-16,-4-3 0 0,0-1 10 16,7 1-6-16,6 0-1 15,3 0-7-15,4 0 3 16,5 0-2-16,-5 3-1 15,0-4 0-15,1 1 1 16,-2 0-1-16,2 0 0 16,8 0-2-1,-9-1 4-15,1 5-2 16,-2-1 0-16,1-4 0 16,5 4 1-16,-1-3 0 15,1 6 0-15,-5-6-1 0,5 6 0 16,-9 0 0-1,4-6 0-15,4 6 0 16,1 0 1-16,-5-3-1 0,0-1 0 16,-3 1 0-16,-1 1-1 0,9-5 1 15,3 4 0-15,4-3 0 16,-2-1 2-16,-2 5-1 16,0-4-1-16,0 2 1 15,-3 1 0-15,-5 0 0 16,-3 0 1-16,3 0 0 0,-4 0 13 15,5 3-10-15,7-3-1 16,-4 0-2-16,5 0-1 16,-5 0 0-16,0-4-1 15,10 1 0-15,-2 0-1 16,4 0 4-16,2 3-3 16,-14 0 0-1,-4 3 1-15,1-3 3 16,-5 0 2-16,0 0-2 15,4 3 8-15,0 0-7 16,5 0 1-16,-5-4-1 16,9 1-4-16,0 0 7 15,-1 0-1-15,-8-3-4 0,-7 0-2 16,2 0 0-16,-6 2-1 16,7 4 2-16,-1-5-1 0,6 5-2 15,-1 0 1-15,5 0 0 16,4 0 1-16,-5 0 0 15,1 0-1-15,-9 0 0 16,-5 0 2-16,-2 0-1 31,-6 0-1-31,2 0 1 0,-2 0-2 16,1 0 3-16,0 0-2 16,-4-4 0-16,3 1 0 15,-2 0-2-15,-2 0 2 16,-3 0 0-16,3 0-3 15,2 0 3-15,6 0 0 16,-3 3 0-16,4 0 3 0,5 0-4 16,-2 0 1-16,-2 0 0 15,3 0-2-15,-4 0 2 16,0 0 0-16,-4 3 0 0,-5-3 2 16,-7 0-4-16,-1 0 2 15,-7 0 0-15,7 0 2 31,9 0-2-31,8-3 0 16,4-3-3-16,0 2 3 16,1-1-4-16,-10 1-3 0,-3 1 1 15,-9 0 5-15,-7 0 0 16,4 0 1-16,-9-3-1 16,0 0 2-16,9 3-1 15,-1-1 0-15,5 4 0 0,7 0 0 16,6 0 0-16,2 0 0 15,2 0 0-15,-2 0 1 16,2 0 0-16,-10 0 0 16,-3 0 0-16,-5 0 8 15,-3 0-6-15,3 0 4 16,1 4 0-16,4 5-5 0,-1 0 1 16,10-3-3-16,-6 6 0 0,1-5-3 15,0-4 2-15,-4 3 1 31,-5-3 2-31,-3 0-2 16,-6-3 2-16,-2 0 0 0,-1 0 0 16,8 3 7-1,9 0-8-15,1 4-1 0,6-2 2 16,5-1-1-16,-4 2-1 16,-5 0 0-16,-3-3 0 15,-4-3 1-15,-1 3-1 16,-3-3 0-16,-1 0 1 0,1 3 0 15,-4 0 1 1,-6 0-2-16,6 1 0 0,0-1-2 16,3 3 2-16,0-3 0 15,4 0 0-15,-3 3 0 0,7 0-1 16,-11 0 1-16,-4-3-1 16,2 4-2-16,-6-4 3 15,12 3 0 1,-1-3 0-1,5 0 2-15,-1 0-2 0,1 0 0 16,0-3 0-16,-5 0-1 16,0 0 1-16,9 0 0 15,-9 0 2-15,1 0 0 0,-1 0-1 16,-7 0-1-16,-9-6 0 16,-9 0 1-16,-3 3-1 15,-4-3 0-15,8-1 1 16,4 4 0-1,-5-3-1-15,-3 0 0 0,8 3 1 16,1 0-2-16,2 3 1 16,5-3 0-16,1 0-1 15,-6 3 3-15,1-3-2 16,-3 0 0-16,-5 3 1 16,-1 0-3-16,1 0 2 15,-4 0 0-15,4 0-2 16,-4 0 4-16,3 0-3 15,9 0 1-15,-8 0 0 0,0 0-2 16,-5 0 2 0,-3 0 0-16,0 0 1 15,-4 0 1-15,-1-3-1 0,-3-4 0 16,3 7 0-16,-4-3 1 16,-4 0-2-16,1 0 0 15,-1 3 3-15,-4-3-2 0,-8 3 1 16,5 0 1-1,-5 0-2-15,0 0 8 0,0 0-3 32,0 0 1-32,0 0 5 15,0 0-10-15,0 0 3 16,0 0-5-16,0 0 1 0,0 0 0 16,4 0 0-16,0 0-1 15,0 6 6-15,4 7-4 16,-4 5 1-16,5 4-2 15,-1 2 0-15,0 4 3 0,-4 0-4 16,0 6 0-16,1 6 8 16,-5-3-7-16,0 9 2 15,0 6-1-15,0-2-1 0,0 14 1 16,0 1-2-16,0 3 0 16,-5 6 1-16,1-3 0 15,-4 0 0-15,4 0-1 16,-4-3 2-16,3 0-4 15,-3-1 2-15,-8-5 0 16,3 3-1-16,1-1 5 0,-5 4-5 16,1-3 1-1,4 6 0-15,4 0 2 0,-4-7-2 16,12 4 0 0,0-3 0-1,0-1 2-15,0 4-2 0,0 0 0 16,4-6 1-16,0-7 0 15,-4-5 3-15,0 2 2 16,0-6 10-16,0 7-11 16,0 2 5-16,0 4 1 15,0-1-4-15,0 1 1 0,0-4-8 16,-4 4 0-16,-4-1 5 16,-5 1-2-16,1-3 1 15,-1-1-3-15,5 0 2 16,4-5 1-16,0-1-4 15,0-6 0-15,0 4 0 16,-1-7 1 0,1-4-1-16,0-1 1 15,4-5 1-15,0-5-4 16,0 0 2-16,0-16 0 16,0 0 1-16,0-6-1 0,-4 0-5 15,-17-3-30-15,-6 0-34 16,-23 0-17-16,17-3-122 15,-9-6-313-15</inkml:trace>
  <inkml:trace contextRef="#ctx0" brushRef="#br1" timeOffset="70036">7647 16929 343 0,'0'0'107'16,"0"0"-107"-16,0 0-56 16,0 0 56-16,0 0 10 15,0 0 69-15,0 0-56 16,0 0-19-16,4-18-4 16,-4 18 29-16,0 0 32 0,0 0-21 15,0 0-17-15,0-3-2 16,0 3-1-16,0 0 13 15,0 0 5-15,0 0 0 16,5 0-7-16,-5 0-3 16,0 0 19-16,0 0-41 15,0 3-6-15,0 15 0 16,4 4 11-16,-4 18 14 16,4 9-2-16,0 16-9 15,0 18-8-15,0 12 9 16,-4 10-1-16,4 6-6 15,5-3-6-15,-5-13 2 0,0-11-1 16,0-13-2-16,-4-16 5 16,0-5-5-16,0-14 4 0,0-11 7 15,0-10-1 1,0-5-1-16,0-7 3 0,0-3-11 16,0 0 6-16,0 0-3 15,0 0-4-15,0 0 4 16,0 0-5-16,0 0 0 15,0 0-1 1,0 0 6-16,0 0-3 16,0 0 5-16,0 0 3 0,0 0-6 15,7 0-4 1,10 0 0-16,-1-3 4 0,13-3-3 16,9-6 0-16,6 5 5 15,14-5 4-15,4 6 6 16,7-4-6-16,10-2 0 0,6 0-1 15,18-7-5 1,17 4 1-16,7 2 2 0,4 1-6 31,0 6 4-31,-4-3-3 16,5 0-1-16,-9 2 12 16,-9-2-9-16,6 0 1 15,-5 3-3-15,4 0-1 0,4-4 3 16,0 1-4-16,4 0-1 15,5-3-2-15,8-1 4 16,3 1-1-16,1-1 3 16,0 7-3-16,-5-3 0 0,-7 3 1 15,-5-4 2-15,0 5 6 16,-4-2-7-16,0 1 4 16,4-3-1-16,1 0-4 0,8-3 2 15,7 2-3 1,5-5 3-16,8 5 1 0,-5 5-1 15,-3 1 1 1,-5 4-1-16,-6-6-1 0,-2 3 1 16,-3-3-1-1,7-6-1-15,1 2 4 16,7-5-5-16,-3 3-2 16,8 2 2-16,0 1 0 15,-4 0 0 1,-9 3 2-16,1-1-1 0,-9 1 3 15,-8 0-1-15,0 3 1 16,-8-3 0-16,9-1-3 0,-5-2 0 16,-5 0-1-16,5 0 0 15,0 0 1-15,-4 2-1 16,5 5 0-16,-6-5-1 16,-7 4 3-16,-1 0-2 15,-2 0 0-15,-6 0 3 0,0-3-3 16,-3 6 3-16,-1-6-3 15,4 6 0-15,2 0 3 0,-2 0-2 16,0 0-1-16,-3-4-2 16,3 4 2-16,-8 0-2 15,5 0 2-15,-1 0 1 16,-4 0-1-16,1 0 0 16,-5 0 0-1,5 0 2-15,3-6-4 16,0 4 3-16,5-2-1 15,-1 1 1-15,-3 3 0 16,0-3 0-16,3 3-1 16,-8 0 2-16,5 0 0 15,-1 0-2-15,-4 0-3 16,1 0 2-16,-5 0 1 0,9 0 0 16,3 0-2-16,0 0 2 15,-3 0 0-15,-1 0 1 0,-4 0-1 16,-3 0 0-16,-1 0 0 15,-4 0 0-15,0 0 0 16,4 3 0-16,5 0 4 31,-1-3-4-31,5 4 0 16,7-4 3-16,-4 0-3 0,0 0-2 16,2 0 0-16,-2 0 2 15,4 0-1-15,6 0 1 16,-2 0 0-16,1 0 1 15,-1 0-1-15,2 0 1 16,-2 0-1-16,0-7 0 0,2 4 0 16,-10 0-1-16,0 3 1 15,-7 0 4-15,7 0-3 16,-4 0-1-16,6 0 0 16,-6 0-1-16,8 0 1 15,0 0 0-15,6 0 4 16,2 0 0-16,-3 0-3 0,-1-3-1 15,-2 3 2-15,2 0-2 16,-3 0 5-16,-4 0-1 16,-1 0 9-16,-4 0-5 15,-7 0-1-15,3 0 4 0,4 0-4 16,1 0-6-16,-1 0 1 31,-3 0-2-31,-5 0 0 16,4 0-1-16,1 0 3 0,-6 0-3 15,9 0 1-15,-7 6 0 16,-1-3 1-16,1 4 1 16,-1 1 1-16,0-1 7 15,0-1-6-15,-4-3 2 16,1 0-4-16,-6 0-2 0,-3-3 5 16,4 0-5-16,-4 0 1 15,4 0 0-15,5 0 1 0,-6 0-2 16,-2 0 0-1,-6 0 0-15,1 0-3 16,3 0 3-16,6 0 0 16,-1 0 0-1,-1 0 2-15,2 0-2 16,-6 0 0-16,-3 0 1 16,4 0-2-16,-4 0 1 15,3-6 0-15,-2 3 2 16,2 0-1-16,-3 0 0 0,1 0-1 15,-6-1 1-15,-3 4 1 16,-1 0-2-16,1 0 0 16,3 0 3-16,1 0-1 0,-1 0 0 15,1 0-2-15,0 0-3 16,-9 0 1-16,-3 0 1 16,3 0 1-16,-3 0-2 15,3 0 4-15,0 0-2 16,-3 0 0-16,3 0 0 0,1 0-2 15,0 0 2-15,-2 0 0 16,-2 0-2-16,0 0 3 16,3 0-3-16,-3 0 2 15,-2 0-2-15,2 0 2 16,-9 0-6-16,0 0 5 16,-4 0 0-1,1 0 2-15,-1 0-1 16,-1-3 0-16,2 3 0 0,-5 0-1 15,-4-3 1-15,-5 3 0 16,1 0 2-16,0 0-2 16,0 0 0-16,3 0 0 15,-3 0 3-15,4 0-6 16,-9 0 3-16,1 0 0 16,0 0 1-16,-9 0 0 0,-8 0-1 31,0 0 1-31,-4 0-1 15,-4 0 3-15,4 0-3 16,-4 0 0-16,0 0 0 16,0 0-8-16,0 0-5 0,0 0-8 15,0 0-1-15,0 0 6 16,9 0-5-16,-1 0 7 16,-4-2 9-16,-4 2-3 15,0-4-7-15,0-2-32 16,0 0-68-16,-4 3-420 15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18T15:32:32.362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787 1312 3328,'-18'21'5346,"1"-3"-207,7-6-6558,-189 248 2167,63-88-557,86-108-105,11-15 212,-27 46-298,89-138 243,-2-2 0,10-34-243,-14 36 26,74-187 315,-86 220-325,-1 0-1,2 0 0,-1 0 0,1 1 1,0 0-1,1 0 0,0 0 1,1 1-1,6-6-15,-10 11 5,0 0 0,0 1 0,0-1 0,0 1 1,0-1-1,0 1 0,1 1 0,-1-1 0,1 0 0,0 1 0,-1 0 1,1 0-1,0 1 0,-1-1 0,1 1 0,0 0 0,0 0 0,-1 1 1,1-1-1,0 1 0,0 0 0,-1 0 0,4 2-5,6 2 34,-1 2 0,1-1 0,-1 2 1,-1 0-1,1 0 0,-1 1 0,3 3-34,22 23 154,16 18-154,-27-27 34,106 98 518,5-7 1,8-3-553,-137-108 26,10 8 105,-1 0 1,-1 0-1,0 2 1,-1 0-1,-1 1 1,10 14-132,-23-30-427,-1-1-1066,0 0-854,-1 1-4328,-8 3 3793,-2 1 1965</inkml:trace>
  <inkml:trace contextRef="#ctx0" brushRef="#br0" timeOffset="1">16 10900 1792,'2'0'384,"129"-3"5723,-36 0-5196,80 9-911,130 16 971,2-14 0,51-16-971,597-11 1152,-26 6-504,-888 12-635,173-8 102,112-3 26,508-23 243,-558 24-159,124-9 254,-30-3-282,-95 6-74,166 3 108,24-1 7,-24-1 88,-236 11-225,-35 0-11,327-15 289,364 1 295,-817 19-665,72 1 65,398 9 193,-250-1 10,67-13-277,100 5 150,-10 1 133,-221-3-204,472-12 305,-298 18-256,-179 6 65,-136-7-108,-25-2-32,0-1 0,0-3 1,0 0-1,21-6-53,-47 8 25,30-11-29,-26 8 8,3-1 54,-6 5-13,0-4-24,-9 3-21,0-1 0,0 1 0,1-1 0,-1 0 0,0 1 0,0-1 0,0 1 0,0-1 0,0 0 0,0 1 0,0-1 0,0 0 0,0 1 0,0-1 0,0 0 0,0 1 0,0-1 0,-1 1 0,1-1 0,0 0 0,-2-3 1,0 1-1,0 0 1,-1 0-1,1-1 1,-1 1-1,0 1 1,1-1-1,-1 0 0,-1 1 1,1-1-1,0 1 1,-1 0-1,-45-26-22,45 26 17,-64-30-99,-2 3 0,-15-2 104,-147-40-176,63 29 76,-35 2 100,172 34-7,15 3-25,0 0 0,0 1 0,0 1 0,-17 0 32,33 1 0,1 0 0,0 0 0,-1 0 0,1 0 0,-1 0 0,1 0 0,0 0 0,-1 1 0,1-1 0,0 0 0,-1 0 0,1 0 0,0 0 0,-1 0 0,1 0 0,0 1 0,0-1 0,-1 0 0,1 0 0,0 0 0,-1 1 0,1-1 0,0 0 0,0 1 0,0-1 0,-1 0 0,1 0 0,0 1 0,0-1 0,0 0 0,0 1 0,-1-1 0,1 0 0,0 1 0,0-1 0,0 0 0,0 1 0,0-1 0,0 1 0,0-1 0,0 0 0,0 1 0,0-1 0,0 0 0,0 1 0,0-1 0,1 0 0,-1 1 0,0-1 0,0 0 0,0 1 0,0-1 0,1 0 0,-1 0 0,0 1 0,0-1 0,1 1 0,1 1 0,0 1 0,0-1 0,1 0 0,-1 0 0,1 0 0,-1 0 0,1 0 0,0 0 0,0-1 0,0 1 0,3 0 0,38 14 0,-41-15 0,73 22-18,604 163 186,-451-148 216,-204-32-248,-17-1-30,-8-5-101,-1 1 1,1-1-1,0 0 0,0 1 0,0-1 1,-1 1-1,1-1 0,0 0 0,0 0 1,-1 1-1,1-1 0,0 0 0,0 1 1,-1-1-1,1 0 0,0 0 0,-1 0 1,1 1-1,0-1 0,-1 0 0,1 0 1,-1 0-1,1 0 0,0 0 0,-1 0 1,1 0-1,-1 1-5,-450 182 689,54-20 371,374-158-1662,5-7-6433,16 1 1830,2 1 789</inkml:trace>
  <inkml:trace contextRef="#ctx0" brushRef="#br0" timeOffset="2">623 1501 3712,'3'34'105,"-1"-15"431,-9-37 231,6 15-637,0 0-1,-1 0 1,1 0 0,-1 1 0,0-1-1,0 0 1,0 0 0,0 1 0,-1 0 0,1-1-1,0 1 1,-2-1-130,2 2 363,2 4 21,-1 17-98,0 0 1,2 0-1,1 0 1,0 0-1,2 4-286,27 102 500,-5-23 0,-7 15 11,-5 1 1,-4 23-512,1 13 107,22 155 62,8 100 196,-31-285-273,12 210 50,-11-72-40,3 139 202,-8 62-19,-4 289-37,-31-11 8,18 212 219,12-624-353,10 69-7,-3 149-59,-18-306 41,-5 236 169,-77 1282 1504,91-1741-1751,-15 272 312,16-239-274,3-1-1,2 1 1,2-1-1,10 31-56,-16-84-4188,3-12 1635,1-6-3420</inkml:trace>
  <inkml:trace contextRef="#ctx0" brushRef="#br1" timeOffset="3">652 10852 2432,'19'-4'21,"-16"3"86,1 6 4428,15 8-2973,-12-9-1399,0 0 0,0 0 0,1-1 0,-1 0 0,3 1-163,9-2 289,0 0 0,1-1 0,-1-1 0,0-1 0,0-1 1,11-2-290,-10 1 212,0 1-1,0 1 1,1 0 0,-1 2 0,16 2-212,23 5 442,48-1-442,4 1 220,-74-7-161,0 0 1,22-4-60,-34 1 9,100-7 40,-68 3 2,1 2 1,1 3 0,-1 2 0,28 6-52,-73-5-6,2 1 25,0-1 0,1 0 1,-1-1-1,0-1 1,0 0-1,1-1 1,-1-1-1,0 0-19,49-12 78,0 3 0,0 3 1,18 1-79,-49 6 0,-7 0 0,-1 0 0,20 3 0,0 2 0,42-4 0,-72-1 0,0-1 0,0 0 0,12-5 0,-12 3 0,-1 1 0,1 1 0,-1 0 0,8 0 0,13 2 0,-1-2 0,1-2 0,25-6 0,-48 7-1429,-20 0-1720,3 1 2223,-13-3-4194</inkml:trace>
  <inkml:trace contextRef="#ctx0" brushRef="#br1" timeOffset="4">566 10822 1920,'-18'2'280,"18"-2"-266,0 0 0,0 0-1,0 0 1,0 0 0,0 0 0,0 1-1,0-1 1,-1 0 0,1 0 0,0 0 0,0 0-1,0 0 1,0 0 0,0 1 0,0-1 0,0 0-1,0 0 1,0 0 0,0 0 0,0 0-1,0 1 1,0-1 0,0 0 0,0 0 0,0 0-1,0 0 1,0 0 0,0 1 0,0-1 0,0 0-1,0 0 1,0 0 0,0 0 0,0 0-1,0 1 1,0-1 0,0 0 0,0 0 0,0 0-1,0 0 1,1 0 0,-1 0 0,0 1 0,0-1-1,0 0 1,0 0 0,0 0-14,25 16 1248,-16-13-875,1 0 0,0 0 0,-1-1 1,1 0-1,0-1 0,0 0 0,0-1 0,0 0 0,1 0-373,15 0 482,55 4 350,37 2 1002,61-7-1834,-18-1 831,-87 2-457,-1-2 0,3-4-374,54-13 514,-51 6-344,1 4-1,45 2-169,22 10 384,-63-8-212,-62 3-100,1 0 1,-1 1-1,1 2 0,-1 0 1,19 4-73,-2 1 232,26 1-232,13 2 152,-32-5-99,0-1 0,39-4-53,-25 0 22,47 2-22,93-1 0,-91 0 41,-68 1-12,0-1 0,0-3 0,14-3-29,143-31 21,-165 33 16,1 1 0,20 2-37,-15 1 33,27-5-33,1-7 45,-1-3 0,7-4-45,41-11 38,-50 13 35,-2-4 1,52-24-74,-111 43 2,125-43 183,-80 30-91,-1-2 1,-1-2 0,13-9-95,-40 18 12,29-18-728,-47 28 519,0-1-166,0 1-1,-1-1 1,1 1 0,0-1-1,0 0 1,0 1 0,0-1-1,-1 0 1,1 0 0,0 1-1,-1-1 1,1 0 0,-1 0-1,1 0 1,-1 0 0,1 0-1,-1 0 1,0 0 0,1 0-1,-1 0 1,0 0 0,0 0-1,0 0 1,1 0 363,-1-9-2773</inkml:trace>
  <inkml:trace contextRef="#ctx0" brushRef="#br1" timeOffset="5">4868 10288 1024,'80'-57'1294,"15"-19"-1294,33-25 1522,-88 68-1261,-2-2-1,-1-1 1,-2-2-1,7-11-260,23-26 387,13-17 684,29-51-1071,-81 108 166,16-16 16,2 1 0,3 3 0,10-6-182,78-82 265,-49 40 36,-12 16-25,-3-4 0,52-81-276,-89 113 100,2 1 0,2 2-1,31-29-99,-14 21 107,36-48-107,-90 101 0,75-95 0,37-69 0,-77 109 64,2 1 0,3 2 0,2 2 0,37-35-64,-7 18 0,7-1 0,-63 57 7,-1-2 0,-1 0 0,0-1 0,-2 0 0,2-4-7,22-36 72,-2-2-72,12-20 42,5 0 129,3 2-1,4 3 1,16-13-171,104-93 455,-175 176-441,26-29 51,-2-1-1,-1-1 1,-1-2-1,0-5-64,2-2 10,2 2 0,27-30-10,131-121 253,-80 86 112,58-79-365,-92 92 45,-1 0 294,14-9-339,-35 42 241,30-47-241,-45 56 62,2 2 0,3 2 0,9-7-62,15-6 35,127-126 264,-136 127-157,-3-3 1,9-17-143,-22 24 37,3 1 0,3 3 1,1 1-1,23-15-37,-12 15 78,-2-2 0,-3-2 1,45-61-79,-44 40 0,-8 9 0,3 3 0,3 2 0,-2 8 42,2 2 1,3 2 0,23-13-43,-46 37 24,0-2 1,-2-1 0,-1-1 0,-2-2 0,-1-1 0,17-28-25,-29 41 26,104-147 92,-90 130-52,2 2-1,1 1 1,15-10-66,58-43 49,24-20 19,-103 83-57,-1-2 0,-2 0 0,16-22-11,103-139 128,-113 153-96,2 2 0,2 0 0,0 3 0,10-6-32,32-16 69,10-2-69,44-30 80,-114 72-17,-1-1 0,0 0-1,-1-1 1,-1 0 0,0-1 0,-1 0 0,0-1 0,3-8-63,13-25 366,-2-1 1,0-8-367,-20 46 44,11-29 84,-15 39-21,-1 1 21,0 0 0,-11 23 0,-4 8-128,7-7-3286,8-24-5076</inkml:trace>
  <inkml:trace contextRef="#ctx0" brushRef="#br1" timeOffset="6">4502 10479 1408,'18'-4'3457,"13"-11"-2695,-7 4-224,210-80 849,-197 75-1099,-1-2 0,-1-2 0,-1-1 0,-1-2 1,7-7-289,-12 10 73,135-88 226,-141 93-270,-2 1 37,-1-1 0,0 0 0,0-1 0,-2-1 0,0-1 0,-1 0 0,6-11-66,23-39 256,29-30-256,-35 53 105,-26 31-35,0-1-1,-1 0 1,-1 0 0,9-17-70,-19 30 0,76-134 129,-61 110-97,1 2-1,2 0 1,0 1 0,5-3-32,36-38 0,37-56 0,-27 34 0,-52 61 0,0-1 0,-2 0 0,12-26 0,-21 38 0,6-8 0,1 1 0,16-17 0,-14 17 0,0-1 0,9-17 0,31-64 0,35-43 0,-77 128 0,1 0 0,1 0 0,0 1 0,18-13 0,78-56 0,-34 28 0,-67 50 0,0-1 0,-1 0 0,0-1 0,0 0 0,-1 0 0,0-1 0,-1 0 0,-1-1 0,1 0 0,16-30 0,1 1 0,3 1 0,7-6 0,9-14 0,24-27 192,4 4 0,60-54-192,-90 101 0,-32 29 0,0-1 0,-1 0 0,0-1 0,0 0 0,6-9 0,117-173 256,-79 110-247,9-10 216,-32 56-211,1 2-1,28-24-13,-15 15-5,9-13 5,-38 38 0,57-69 0,10-18 0,-33 43 0,15-28 0,-45 63 182,1 1 1,22-22-183,-16 19 275,17-23-275,-1-9 8,-16 22 39,1 0 0,3 2 0,20-19-47,-26 30 38,-1-1 0,2-7-38,32-35 31,-37 47-29,89-94 252,40-28-254,-99 96 283,30-39-283,-35 36 101,32-41-50,-47 53-12,1 2-1,30-26-38,96-66 0,-147 120 0,1-2 46,0 0 0,-1-1 0,0 0 0,-1-1 0,7-11-46,-4 6 24,0 1-1,9-9-23,31-29 35,-3-3 1,-3-2 0,29-48-36,-58 80 16,2 1 0,0 1 0,2 0 0,0 2 0,2 0 0,0 2 0,2 0 0,22-14-16,8-4 0,-1-3 0,40-42 0,-64 56 0,-2 3 0,-1-1 0,-1-1 0,-1-1 0,-2-1 0,12-21 0,-8 8 0,1 2 0,3 0 0,1 3 0,2-1 0,146-135 0,-179 172 0,56-58 61,-2-2 0,43-63-61,-71 90 6,21-32-6,29-34 0,32-19 0,61-48 0,-152 147 0,0-1 0,-2-1 0,0 0 0,-1-1 0,-2-1 0,1-3 0,37-60 0,-12 28 0,3 1 0,2 2 0,2 3 0,3 1 0,3 2 0,45-31 68,-43 37 26,-2-2 0,24-29-94,-52 45 61,-1 0 0,15-28-61,-18 26 205,2 1 1,23-27-206,-17 25 356,6-7-2504,-33 39-775,-1 1-3391</inkml:trace>
  <inkml:trace contextRef="#ctx0" brushRef="#br1" timeOffset="7">387 431 1920,'-4'18'54,"3"-14"-19,0-1 1,0 1-1,0 0 0,0-1 0,-1 1 0,1-1 0,-1 0 0,0 1 0,0-1 0,0 1-35,1-4 22,1 0 1,0 0-1,0 0 0,-1 0 0,1 0 0,0 0 0,0 1 0,-1-1 1,1 0-1,0 0 0,0 0 0,-1 0 0,1 0 0,0 0 1,0 0-1,-1 0 0,1 0 0,0 0 0,0 0 0,-1 0 1,1 0-1,0 0 0,0-1 0,-1 1 0,1 0 0,0 0 0,0 0 1,-1 0-1,1 0 0,0 0 0,0-1 0,0 1 0,-1 0 1,1 0-1,0 0 0,0-1 0,0 1 0,0 0 0,-1 0 0,1-1 1,0 1-1,0 0 0,0 0 0,0-1 0,0 1 0,0 0 1,0 0-1,0-1 0,0 1-22,-7-14 192,7 14-190,-4-15 729,0 0-1,1-1 0,-1-11-730,2 12 848,-1 0 1,0 1-1,-4-13-848,6 25 213,1 2-42,0 0 42,0 0-42,0 0 42,0 0-63,-3 3-22,-39 49-8,2 2 0,2 2 0,3 1 0,-11 27-120,25-39 69,1 0 0,2 1 1,3 1-1,1 1 0,3 0 1,-2 20-70,12-59 3,0 0 0,0 0 0,1 1 0,0-1 1,1 0-1,0 0 0,0 0 0,1 1 0,0-2 1,3 8-4,-3-11 4,1-1 1,-1 1 0,0-1 0,1 1 0,0-1-1,0 0 1,1 0 0,-1 0 0,1-1 0,-1 1-1,1-1 1,0 0 0,1 0 0,-1 0 0,0-1-1,1 0 1,-1 1 0,1-1 0,0-1 0,0 1-5,9 1 60,1 0 1,-1 0-1,1-2 1,-1 0-1,1-1 1,0 0-1,-1-1 1,1 0-1,-1-1 1,10-4-61,16-4 232,-1-2 0,0-1 0,8-6-232,-27 10 101,0-1 0,-1-1-1,0 0 1,-1-1 0,0-1 0,-1-1-1,0 0 1,-2-1 0,1-1 0,-2-1 0,0 0-1,-1-1 1,-1 0 0,-1-1 0,0 0-1,-1-1 1,-1 0 0,-1 0 0,-1-1 0,-1 0-1,-1 0 1,-1-1 0,0 1 0,-2-1-1,0 0 1,-2 0 0,0 0 0,-2 0 0,-3-17-101,-5-6 64,-2 0 0,-2 1 0,-1 1 0,-3 0 0,-2 1 0,-1 1 0,-2 1 0,-15-18-64,28 44 10,0 0 1,-1 1 0,-1 0-1,0 1 1,-1 0 0,0 1-1,0 0 1,-2 1 0,-11-7-11,18 13 1,0 1 1,1 0-1,-1 0 1,0 0 0,0 1-1,-1 0 1,1 0-1,0 1 1,-1 1 0,1-1-1,0 1 1,-1 0-1,1 1 1,-1 0 0,1 1-1,0-1 1,0 2-1,0-1 1,0 1 0,-4 2-2,-1 1-9,0 2 0,1-1 1,0 2-1,0 0 1,1 0-1,0 1 1,1 0-1,0 1 1,0 0-1,1 0 1,1 1-1,0 1 1,0-1-1,2 1 1,-4 7 8,3-3-11,1-1 0,0 1 1,1 0-1,1 0 0,1 0 1,0 1-1,1-1 0,1 1 1,1 0-1,0-1 0,2 1 1,1 12 10,0-20 13,0 0 1,0 0-1,1 0 1,0 0 0,1-1-1,0 1 1,0-1 0,1 0-1,0-1 1,0 1 0,1-1-1,1-1 1,-1 1-1,1-1 1,0 0 0,1-1-1,-1 0 1,1 0 0,4 0-14,6 5-370,0-2 1,1 0 0,0-2-1,3 1 370,10 1-3209,0-1-1,6-1 3210,6 1-4394</inkml:trace>
  <inkml:trace contextRef="#ctx0" brushRef="#br1" timeOffset="8">443 589 4352,'20'17'256,"-16"-13"64,-4-4 256,0 0 64,0 0 0,0 0-22,0 0-63,-6 10 213,5-5-675,0-1 0,1 1 0,-1 0-1,1 0 1,0 0 0,0 0 0,0 0 0,1 0-1,-1 0 1,1 0 0,0 0 0,1 0 0,-1 0 0,1-1-1,1 2-92,6 15 266,1-1 0,11 15-266,-13-20 124,25 38 277,2-2 0,2-1 0,2-2 0,3-1 0,26 22-401,-39-40 1046,-1 1-1,18 26-1045,-45-55-171,-3-16-4586,-1 0-1472</inkml:trace>
  <inkml:trace contextRef="#ctx0" brushRef="#br1" timeOffset="9">1302 641 2560,'-18'11'1045,"17"-11"-988,1 0 0,0 0 0,0 1 1,-1-1-1,1 0 0,0 0 0,0 0 0,-1 0 0,1 0 0,0 0 0,-1 0 0,1 0 0,0 0 0,0 0 0,-1 0 0,1 0 0,0 0 1,-1 0-1,1 0 0,0-1 0,0 1 0,-1 0 0,1 0 0,0 0 0,0 0 0,-1 0 0,1-1 0,0 1 0,0 0 0,0 0 1,-1 0-1,1-1 0,0 1 0,0 0 0,0 0 0,0-1 0,-1 1 0,1 0 0,0 0 0,0-1 0,0 1 0,0 0 0,0-1 1,0 1-58,-1-14 2395,2 41 1159,10 46-3572,-3-29 258,4 36-52,8 50 392,-2 43-580,-18-172 8,1 8 84,0 0-1,-1 0 0,-1 0 0,1 0 1,-2 0-1,0 4-91,1-10 31,0-1 1,0 1-1,0-1 1,0 1-1,0-1 1,-1 1-1,1-1 1,-1 0-1,1 0 1,-1 0-1,0 0 0,0 0 1,0 0-1,0 0 1,-1-1-1,1 1 1,0-1-1,-1 1 1,1-1-1,-1 0 1,1 0-1,-1 0 1,-1 0-32,-7 2 32,0-1 1,1-1 0,-1 0 0,0 0 0,0-1-1,0 0 1,0-1 0,-1 0-33,-27-5 320,-24-8-320,14 3 58,46 11-55,-9-4-28,25-1-81,6 3 104,0 1 1,0 1-1,1 1 2,31-1 26,64-4 145,-38 3 661,76-13-832,-152 14-220,0-1 0,1 0 1,-1 1-1,0-1 1,0 0-1,-1 0 0,1 0 1,0 0-1,0 0 1,0 0-1,0 0 0,-1 0 1,1 0-1,-1 0 1,1 0-1,0 0 0,-1-1 1,0 1-1,1 0 1,-1 0-1,0-1 0,0 1 1,0 0-1,0-1 1,0 1-1,0 0 1,0 0-1,0-1 220,1-7-1553,2-10-3417</inkml:trace>
  <inkml:trace contextRef="#ctx0" brushRef="#br1" timeOffset="10">1070 522 2304,'22'20'512,"-22"-20"-424,-1 0 1,1 1-1,-1-1 1,1 0-1,-1 1 1,1-1-1,-1 0 1,1 0-1,-1 0 1,1 1-1,-1-1 1,0 0-1,1 0 1,-1 0-1,1 0 1,-1 0-1,0 0 1,1 0-1,-1 0 1,1 0-1,-1-1 1,0 1-1,1 0 1,-1 0-1,1 0 1,-1-1-1,1 1-88,-7-4 504,3 2-81,0 0-1,0 0 0,0 0 0,0 0 1,0 1-1,0-1 0,-1 1 1,-2 0-423,5 1 234,2 0-63,0 0 106,0 0 214,0 0 64,11 4 42,3 1-396,0-1 0,0 0 0,1 0 0,-1-2 0,1 0 0,0 0 0,0-2 0,2 0-201,36-1 1003,32-7-1003,-64 6 205,42-5-387,42-4 1446,-69 9-5336,-1 1-4372,-35 1 7825</inkml:trace>
  <inkml:trace contextRef="#ctx0" brushRef="#br1" timeOffset="11">13281 10245 1792,'6'15'149,"-4"-12"150,-2-3 277,0 0 107,0 0 191,0 0 129,0 0 21,-1-12 1621,-1 4-1727,0 3-627,1 1 0,0-1 0,0 0 0,0 1-1,0-1 1,1 0 0,0 0 0,0 1 0,0-1-1,1 0 1,0-3-291,-1 8 8,0 0 0,0-1-1,0 1 1,0 0-1,0 0 1,0 0 0,0-1-1,1 1 1,-1 0 0,0 0-1,0 0 1,0-1 0,0 1-1,0 0 1,0 0 0,1 0-1,-1 0 1,0-1-1,0 1 1,0 0 0,0 0-1,1 0 1,-1 0 0,0 0-1,0 0 1,0 0 0,1 0-1,-1 0 1,0-1 0,0 1-1,1 0 1,-1 0-1,0 0 1,0 0 0,0 0-1,1 0 1,-1 0 0,0 1-1,0-1 1,1 0 0,-1 0-8,13 6 481,13 18 154,-9 4-635,-1 0 0,-2 1 0,0 0 0,-2 1 0,2 13 0,3 3 0,61 205 196,-45-136-136,-4-10 28,-18-58 18,3 0 0,1 0 0,3-1 0,10 17-106,-26-58 84,11 20 83,-13-24-133,0 0 0,1 0 0,-1 0 0,1 0 0,-1-1 1,1 1-1,-1 0 0,1 0 0,-1-1 0,1 1 0,0 0 1,-1-1-1,1 1 0,0-1 0,0 1 0,0-1 0,-1 1 1,1-1-1,0 1 0,0-1 0,0 0 0,0 1-34,4-3 74,-1 0-1,1 0 0,-1 0 1,1-1-1,-1 0 0,0 0 1,0 0-1,-1 0 0,1 0 1,0-1-1,-1 0 1,3-3-74,9-14 204,0 0 0,-1-2-204,-1 3 119,2-4-18,-2 0 0,-1-1 0,-1 0 0,-1-1 0,0-5-101,33-137 368,-20 72-110,46-139 62,23-36-320,-73 218 96,2 1 0,2 1 0,3 1 0,8-10-96,-33 57-512,-1 3-299,0 2-1066,-17 47-8726,7-26 7745</inkml:trace>
  <inkml:trace contextRef="#ctx0" brushRef="#br1" timeOffset="12">14425 11091 1792,'-1'-1'283,"-21"-12"155,13 4 5433,13-2-5429,-1 0 1,1-1 0,-2 1 0,1-8-443,-2 15 47,-1-1-1,1 1 1,-1 0 0,-1 0 0,1 0 0,0-1 0,-1 1 0,0 0 0,0 0 0,0 0 0,-1 0 0,1 0 0,-1 0-1,0 1 1,0-1-47,-4-2 22,-7 2-22,-3 10 0,4 4 0,4 2 0,5 4 0,6 1 0,4 0 0,3-4 23,-4-12 29,-3-1-21,4-1-9,-1-7-22,-3-4 0,-3 4 21,0 6 86,-3 2 21,-14-1 133,-1 0 1,1-2-1,-5-1-261,10 1 14,0 1 0,0 0 0,-1 1 0,1 0 0,0 1 0,-1 0 0,1 1 0,-9 2-14,9 0 0,0 0 0,1 1 0,0 1 0,0 0 0,0 1 0,1 0 0,0 0 0,0 1 0,1 1 0,-8 7 0,-8 9 0,2 2 0,1 0 0,-3 6 0,11-12 0,1 0 0,0 0 0,2 2 0,0-1 0,2 1 0,0 1 0,1 0 0,1 4 0,3-13 0,1 0 0,1 1 0,0-1 0,1 1 0,0-1 0,1 1 0,1-1 0,1 1 0,0-1 0,0 0 0,1 0 0,1 0 0,1 0 0,2 4 0,-5-13 2,0 0 0,1 0 0,0 0 0,1 0 0,-1 0 0,1-1 0,-1 0 0,1 1 0,1-1 0,-1-1 0,0 1 0,1-1 0,0 0 0,0 0 0,0 0 0,0 0 0,0-1 1,1 0-1,-1 0 0,1-1 0,-1 1 0,1-1 0,0 0 0,0-1 0,-1 1 0,1-1 0,0-1 0,0 1 0,-1-1 0,5 0-2,5-2 18,0-1 0,0 0-1,-1-1 1,1 0 0,-1-1-1,-1-1 1,1 0 0,-1-1-1,0 0 1,-1-1 0,2-2-18,-10 7-99,0 0 1,0 0 0,0 0 0,-1 0-1,0-1 1,1-1 98,1-8-5533,-5 14 1928</inkml:trace>
  <inkml:trace contextRef="#ctx0" brushRef="#br1" timeOffset="13">14062 11392 3840,'23'21'512,"-21"-18"107,-2-3 426,-6-5 1003,6 5-2000,-1 0 0,1 0 0,-1-1 0,0 1 0,1 0 0,0 0 1,-1 0-1,1 0 0,-1-1 0,1 1 0,-1 0 0,1-1 0,-1 1 0,1 0 1,0-1-1,-1 1 0,1 0 0,0-1 0,-1 1 0,1-1 0,0 1 1,-1 0-1,1-1 0,0 1 0,0-1 0,0 1 0,-1-1 0,1 1 1,0-1-1,0 1 0,0-1 0,0 1 0,0-1 0,0 1 0,0-1 1,0 0-1,0 1 0,0-1 0,0 1-48,8-7 240,0 1-1,0-1 1,1 2-1,0-1 1,-1 2 0,2-1-1,-1 1 1,1 0-1,-1 1 1,2 0-240,29-12 228,-15 6-9,0 2 1,1 1-1,0 1 1,1 1-1,-1 1 0,0 2 1,14 0-220,-38 1 107,0 1-1,12 3-84,9 2-26,-19-4 40,-1 1 38,-2-2-72,0-1-1,0 1 1,-1-1 0,1 1-1,0 0 1,0-1 0,0 1-1,-1 0 1,1 0-1,0 0 1,-1-1 0,1 1-1,-1 0 1,1 0 0,-1 0-1,0 0 1,1 0 0,-1 0-1,0 0 1,1 0-2,-1 6 95,1-5-80,0 1 0,-1-1-1,1 0 1,-1 1 0,1-1-1,-1 1 1,0-1 0,0 0 0,0 1-1,0-1 1,-1 1 0,1-1-1,-1 1 1,1-1 0,-1 0 0,0 1-1,-1 1-14,-5 15 262,5-6-236,0 0 0,1 0 0,1 0 0,0 0 0,1 3-26,-2 51 126,-10 73 14,6 38-140,-1 6 116,0-123 178,-6 22-294,1-5-1147,10-76-304,1-2-1599,0 0-470,0 0-256</inkml:trace>
  <inkml:trace contextRef="#ctx0" brushRef="#br1" timeOffset="14">5321 10078 1664,'-1'1'118,"0"-1"1,0 1-1,0 0 1,0 0-1,0 0 1,0 0-1,0 0 1,1 0-1,-1 0 1,0 0-1,1 0 1,-1 0-1,0 0 1,1 0-1,-1 0 1,1 1-1,0-1 1,-1 0-1,1 0 1,0 1-1,0-1 1,0 0-1,0 0 1,0 1-1,0-1-118,-5 22 259,-12 14 19,-1 0-1,-2-2 0,-2 0 0,-7 8-277,-51 63 314,9-12 140,-12 28-454,35-43 57,-9 15 270,-56 68-327,96-141 19,-1-1 0,-15 12-19,-10 11 261,41-41-154,3-4-1,-1 1-105,114-190 169,91-185-63,-200 367-107,-4 6 0,0 0 0,1 0 0,0 0 0,0 1 0,0-1 0,0 0 0,0 1 0,0-1 0,2 0 0,-4 3 0,0 0 0,0 0 0,0 0 0,0 1 0,0-1 0,0 0 0,0 0 0,0 0 0,0 0 0,0 1 0,0-1 0,0 0 0,0 0 0,0 0 0,0 0 0,1 0 0,-1 1 0,0-1 0,0 0 0,0 0 0,0 0 0,0 0 0,0 0 0,0 0 0,1 1 0,-1-1 0,0 0 0,0 0 0,0 0 0,0 0 0,0 0 0,1 0 0,-1 0 0,0 0 0,0 0 0,0 0 0,0 0 0,1 0 0,-1 0 0,0 0 0,0 0 0,0 0 0,0 0 0,0 0 0,1 0 0,-1 0 0,0 0 0,0 0 0,0 0 0,0 0 0,1 0 0,-1 0 0,0 0 0,0 0 0,0-1 0,0 1 0,0 0 0,0 0 0,1 0 0,-1 0 0,0 0 0,0 0 0,0-1 0,0 1 0,0 0 0,0 0 0,-1 10 0,-8 21 0,-1-1 0,-2-1 0,-1 0 0,-1-1 0,-2 0 0,-3 3 0,15-24 0,-137 249 0,134-244 19,0 1-1,-1-1 1,0-1 0,-1 0 0,0 0-1,-1-1 1,-10 9-19,2-2 18,17-15-167,11-10-2710,1 1-42</inkml:trace>
  <inkml:trace contextRef="#ctx0" brushRef="#br1" timeOffset="15">4275 11131 2432,'1'0'22,"-1"1"0,0-1 0,0 0 0,1 1-1,-1-1 1,0 1 0,1-1 0,-1 1 0,0-1 0,1 0 0,-1 1 0,1-1 0,-1 0 0,1 1-1,-1-1 1,1 0 0,-1 0 0,1 1 0,-1-1 0,1 0 0,-1 0 0,1 0 0,-1 0 0,1 0 0,-1 0-1,1 0 1,-1 0 0,1 0 0,-1 0 0,1 0 0,-1 0 0,1 0 0,0 0 0,-1 0 0,1-1-22,0 0 81,0-1 1,0 1-1,0-1 1,0 0-1,0 1 1,0-1 0,-1 0-1,1 0 1,-1 0-1,1 0 1,-1-1-82,3-24 1502,-1 16 1052,3 32-1874,21 130-345,17 88 226,34 43-132,-58-218-368,-18-58-27,-1-4 8,1 0-1,-1 1 0,1-1 0,-1 0 1,1 0-1,0 1 0,0-1 0,0 0 1,0 1-42,2-4 46,0 0-1,0-1 1,0 1 0,0-1 0,0 0 0,0 0 0,-1 0 0,1 0-1,-1 0 1,1 0 0,-1-1 0,2-2-46,3-2 90,12-11 40,0-2 0,-2 0 0,0-1 0,-1 0 0,-2-2 0,0 1 1,-1-2-1,-1 0 0,-2 0 0,4-14-130,33-103 604,58-170 392,-80 238-313,-25 72-555,0 1 0,0 0 0,-2 25-128,2-25-239,-2 10-98,0-5-3183,2-5-3776</inkml:trace>
  <inkml:trace contextRef="#ctx0" brushRef="#br1" timeOffset="16">5184 11463 3968,'-4'-4'101,"1"1"17,1 0 0,-1 0 0,1 1 0,-1-1 0,0 1-1,0 0 1,0 0 0,0 0 0,0 0 0,-2 0-118,12 28 3029,-5-11-2368,6 13-372,7 25 875,4 38-1164,-16-71 124,-1-1 0,-1 1 0,-1-1 1,0 1-1,-2 0 0,-2 14-124,-2-4 220,-1 0 1,-2 0-1,-6 15-220,1-10 491,13-33-406,0-10-1114,-1 1 1,0-1 0,0 1-1,-1 0 1,-1-3 1028,-6-20-5375,5 6 5311</inkml:trace>
  <inkml:trace contextRef="#ctx0" brushRef="#br1" timeOffset="17">4896 11474 3328,'9'11'121,"-6"-8"32,0 0 0,0 0 0,-1 0-1,1 0 1,-1 1 0,0-1 0,0 1 0,1 3-153,1-14 4533,9-1-3676,19-1-1063,35 6 578,0 4 1,28 5-373,59 1 535,-133-7-413,3 1 221,1-2-1,-1 0 1,1-2 0,19-4-343,-42 6-241,0 1 1,0-1-1,0 0 1,-1 1-1,1-1 1,0 0-1,-1 0 1,1 0-1,0 0 1,-1-1 0,0 1-1,1 0 1,-1-1-1,0 1 1,1-1-1,-1 1 1,0-1-1,0 0 1,0-1 240,2-1-1404,-2 2-1156,-1 2 512</inkml:trace>
  <inkml:trace contextRef="#ctx0" brushRef="#br1" timeOffset="18">5659 11484 2432,'-14'-11'405,"11"9"214,3 2 554,0 0 86,0 0-491,0 0-171,0 0-149,0 0 0,0 0-149,0 0-65,0 0-63,0 0 42,0 0-42,0 0 64,-2 2 21,-14 18-176,1 1 0,1 1 0,0 0 0,2 1 0,1 0 0,0 1 0,2 1 0,-1 4-80,8-16-3,0-1 0,0 1 0,1 0 0,1 0 0,0 0 0,1-1 0,0 1 0,1 0 1,1-1-1,0 1 0,0-1 0,3 6 3,-3-10 53,0-1 0,0 0 0,0 0 0,1 0 0,0 0-1,0 0 1,0-1 0,1 0 0,0 0 0,1 0 0,-1 0 0,1-1 0,0 0 0,1 0 0,-1-1 0,1 1 0,0-2 0,0 1 0,0-1 0,6 2-53,-8-3 110,0-1 1,0-1 0,0 1-1,1-1 1,-1 0 0,0 0 0,0 0-1,1-1 1,-1 0 0,0 0-1,0 0 1,4-2-111,-1 0 101,1-1 0,-1 0-1,0 0 1,0-1 0,0 0 0,-1-1-1,2-1-100,7-7 225,0-2 0,-1 0 0,-1-1-1,-1 0 1,10-16-225,-17 23 67,-1 0 0,0 0 0,0 0 0,-1-1 0,0 1-1,-1-1 1,0 0 0,-1 0 0,0-1 0,-1 1 0,0 0 0,-1-1 0,0 1 0,-1 0 0,-1-8-67,0 9-37,0 0 1,-1 0-1,1 1 1,-2 0-1,0-1 1,0 1 0,0 0-1,-1 1 1,0-1-1,-1 1 1,0 0-1,0 0 1,-1 1-1,0 0 1,0 0-1,-1 1 1,-7-5 36,-45-24-7701,31 20 3797</inkml:trace>
  <inkml:trace contextRef="#ctx0" brushRef="#br2" timeOffset="19">9155 5243 1792,'17'32'128,"-15"-29"43,-2-3 170,0 0 22,0 0-65,0-7 2223,0 16-1607,13 321 303,-4-154-877,-7 18 663,-17 133-1003,-3-176 919,-31 120-919,13-90 702,35-176-661,0 1-1,0-1 1,-1 1-1,0-1 1,0 1-1,-1-1 1,1 0-1,-1 0 1,0 0-1,-2 2-40,-1-2 43,5-4 85,1-1 85,0 0-63,0 0-22,0 0 0,0 0 0,2-2-22,5-7-84,10-9 324,-14 15-1322,-3 0-2597,0 3-1312</inkml:trace>
  <inkml:trace contextRef="#ctx0" brushRef="#br2" timeOffset="20">7660 6941 1664,'25'5'1120,"-26"-2"-296,-14 1-336,12-3-125,5-1-86,33 12-53,-1-2 0,2-2-1,-1-1 1,5-2-224,150 12 168,-159-15-79,244 7 1063,0-11 0,12-13-1152,-249 12 211,-9 0 146,-1 2-1,1 0 0,22 4-356,-50-3 43,0 0 1,0 0 0,0 1-1,0-1 1,0 0 0,0 0 0,0 1-1,0-1 1,0 0 0,0 1-1,0-1 1,0 1 0,0-1-1,0 1 1,0 0 0,0-1-1,-1 1 1,1 0-44,-1-1-68,1 1 0,-1-1 0,0 1 0,0-1 0,0 1-1,0-1 1,0 0 0,0 1 0,0-1 0,0 1 0,0-1 0,0 1 0,0-1-1,0 1 1,0-1 0,-1 1 0,1-1 0,0 0 0,0 1 0,0-1 0,-1 1 0,1-1-1,0 0 1,0 1 0,-1-1 0,1 0 0,0 1 68,-3 2-730,0-1 1,0 1-1,0-1 0,0 1 0,0-1 1,0 0-1,-1 0 0,-1 0 730,-18 9-661</inkml:trace>
  <inkml:trace contextRef="#ctx0" brushRef="#br2" timeOffset="21">9573 6376 2432,'51'7'533,"-50"-6"-149,-1-1 86,0 0-65,0 0 22,0 0 170,0 0 0,21-2 192,130-6 196,-78 5 121,64-10-1106,-5-12 577,-51 8 105,18 2-682,-57 13 512,-41 2-448,-1 0-235,-2 1-619,0 0-1,0 0 1,0 0-1,0 0 1,0-1-1,-1 1 1,1-1 0,0 0-1,-1 1 791,1-1-672,-11 3-11</inkml:trace>
  <inkml:trace contextRef="#ctx0" brushRef="#br2" timeOffset="22">9959 6068 2560,'-52'14'384,"51"-13"-256,1-1 0,0 0 0,0 0 85,-11 12 939,-24 17-289,0-2 0,-29 16-863,11-7 365,-203 138 1555,249-170-1837,0 1 0,0 1 0,1-1 1,0 1-1,0 0 0,-1 2-83,6-7 16,1 0 1,-1 0-1,0 0 0,0 1 1,1-1-1,-1 0 0,0 0 1,1 1-1,-1-1 0,1 0 1,0 0-1,-1 1 0,1-1 0,0 1 1,0-1-1,0 0 0,0 1 1,0-1-1,0 0 0,0 1 1,1-1-1,-1 0 0,0 1 1,1-1-1,-1 0 0,1 1 1,-1-1-1,1 0 0,0 0 1,-1 0-1,1 1 0,0-1 0,0 0 1,0 0-1,0 0 0,0 0 1,0-1-1,0 1 0,0 0 1,1 0-17,6 4 47,0-1 0,0 0 0,0 0 0,0-1 0,1 0 0,0 0 0,-1-1 0,7 1-47,74 9 356,-83-12-342,74 6-2040,-45-4-3606</inkml:trace>
  <inkml:trace contextRef="#ctx0" brushRef="#br2" timeOffset="23">11043 5935 1280,'-15'-50'1299,"11"35"-419,0-1 0,-1 1 1,-1 0-1,0 0 0,-1 1 0,0-1 1,-1 2-1,-6-7-880,13 18 18,0 1 1,-1 0-1,1 0 0,-1 0 1,1 0-1,-1 0 0,0 0 1,1 0-1,-1 1 0,0-1 1,0 0-1,0 1 0,1 0 1,-1-1-1,0 1 0,0 0 1,0 0-1,0 0 0,0 0 0,0 0 1,1 1-1,-1-1 0,0 0 1,0 1-1,0-1 0,1 1 1,-1 0-1,0 0 0,-1 0-18,-5 3 61,1 0 0,0 1 0,0-1-1,0 1 1,0 1 0,0 0-61,-7 8 59,1 1 1,0 0-1,1 1 1,1 0-1,1 1 0,0 0 1,1 1-1,1 0 1,-5 14-60,-9 35 152,3 1 0,2 7-152,11-50 14,-17 74-1,1 32-13,17-96 32,3 0-1,0 1 1,2-1-1,2 0 1,5 23-32,-6-50 19,0-1 0,1 0-1,0 1 1,0-1 0,1 0 0,0 0 0,0-1-1,0 1 1,1-1 0,0 1 0,1-1 0,-1-1-1,1 1 1,2 1-19,-4-4 41,1 0-1,-1-1 1,1 1-1,0-1 1,0 0 0,0 0-1,0-1 1,0 1-1,0-1 1,0 0 0,1 0-1,-1 0 1,0-1-1,1 1 1,-1-1 0,0 0-1,1 0 1,-1-1-1,0 1 1,1-1-1,-1 0 1,0 0 0,0-1-1,3 0-40,7-4 97,-1 0-1,-1 0 1,1-1 0,-1-1-1,0 0 1,-1-1-1,5-5-96,22-21 324,13-17-324,-35 34 46,-2 4 18,0 0 51,0 0 0,-1-2 0,-1 0 1,0 0-1,1-4-115,-21 37 18,1 1 0,0 0 0,2 0 1,0 0-1,1 1 0,1 0 1,-1 12-19,3-17 11,0-1 1,2 1-1,-1-1 1,2 1 0,0-1-1,0 1 1,1-1 0,1 0-1,0 0 1,1 0 0,6 11-12,-10-20 4,1-1 0,0 1 0,1-1 0,-1 1 0,1-1 1,0 0-1,-1 0 0,1 0 0,0 0 0,1-1 0,-1 1 1,0-1-1,1 0 0,0 0 0,-1 0 0,1 0 1,0-1-1,0 0 0,0 0 0,0 0 0,0 0 0,0 0 1,3 0-5,0-2 11,-1 1 0,1-1 1,-1 0-1,1 0 1,-1-1-1,0 1 1,1-1-1,-1-1 0,0 0 1,0 1-1,0-2 1,-1 1-1,1-1 1,3-2-12,-1-2 41,1 1 1,-1-1 0,0 0 0,-1-1 0,0 0 0,0 0 0,-1-1 0,0 0-1,-1 0 1,0 0 0,-1 0 0,0-1 0,0 0 0,-1 0 0,0-3-42,1-5 76,-2 0 0,0 0 0,-1 0 0,-1 0 0,0-1 1,-2 1-1,0 0 0,-3-10-76,4 22 12,-1 1 0,0 1 0,0-1 0,0 0 0,0 0 0,-1 1 0,0-1 1,0 1-1,-1 0 0,1 0 0,-1 0 0,0 1 0,0-1 0,-1 1 0,-3-3-12,2 3 10,0 0 0,-1 0-1,1 1 1,-1-1 0,0 2 0,0-1 0,-1 1-1,1 0 1,0 0 0,-1 1 0,1 0-1,-5 0-9,-5 0-933,0 1 0,-1 1 0,1 1-1,0 0 1,-16 4 933,25-4-445,0 0-1,1 0 1,-1 1 0,1 0-1,0 0 1,0 1 0,0 0-1,0 0 1,1 0 0,0 1-1,0 0 1,0 1 0,0-1-1,0 2 446,-4 6-2922</inkml:trace>
  <inkml:trace contextRef="#ctx0" brushRef="#br2" timeOffset="24">11742 6366 1920,'-5'2'0,"-26"0"0,20-2 128,9-1 512,2 1 192,0 0 277,0 0 43,0 0-384,0 0-107,0 0-319,-6 15 298,-5 7-420,-1-1 1,-2-1-1,0 0 1,-11 11-221,-19 29 227,-71 126 159,17-24-132,90-152-291,5-10-65,2-7-228,1-3 191,0 0 1,1 0-1,1 0 1,-1 0-1,2 1 0,1-5 139,5-30-192,-4-15-123,-2-1 0,-3 1 1,-2-1-1,-6-19 315,7 70-296,0-9 1657,4 15-498,5 8-466,302 290 2633,-256-246-2817,5 1-213,-57-48-395,0-1 1,1 1-1,-1-1 0,0 1 1,1-1-1,-1 0 0,0 0 1,1 0-1,-1 0 0,4 0 395,6 1-5610</inkml:trace>
  <inkml:trace contextRef="#ctx0" brushRef="#br2" timeOffset="25">12383 5876 1792,'13'24'1835,"-9"-20"-466,-9-16-520,0 0 431,5 12-853,1 3-65,2 8-262,0 0-1,-1 1 1,0-1-1,-1 0 0,0 1 1,-1 0-1,-1 8-99,2 15 94,3 142 317,0-6 202,8 5-613,6-69 405,-18-107-389,0 0 0,0 1-1,0-1 1,0 0 0,0 0 0,0 1 0,0-1 0,0 0-1,0 0 1,0 1 0,0-1 0,0 0 0,0 0 0,0 1-1,0-1 1,0 0 0,1 0 0,-1 1 0,0-1-1,0 0 1,0 0 0,0 0 0,1 1 0,-1-1 0,0 0-1,0 0 1,0 0 0,1 1 0,-1-1 0,0 0-1,0 0 1,1 0 0,-1 0 0,0 0 0,0 0 0,1 0-1,-1 0 1,0 0 0,0 0 0,1 0 0,-1 0-1,0 0 1,0 0 0,1 0 0,-1 0 0,0 0 0,1 0-1,-1 0 1,0 0 0,0 0-16,14-15 338,8-25 69,4-33 103,-4-1 1,-2-1-1,3-43-510,-1 11 773,12-25-773,-12 74 256,-21 58-250,0 0 0,-1 0 0,1-1 0,0 1 0,0 0-1,0 0 1,0 0 0,-1 0 0,1 0 0,0 0 0,0 1 0,0-1 0,0 0 0,-1 0 0,1 0 0,0 1 0,0-1 0,0 1-6,1 0 0,-1 0 0,1 1 0,0-1 0,0 1 0,-1-1 0,1 1 0,-1 0 0,1 0 0,-1-1 0,0 1 0,0 0 0,0 0 0,0 1 0,0-1 0,1 2 0,8 37 0,-7-30 0,36 206 0,-24-120 0,4 0 0,5-2 0,6 7 0,-15-65 106,-15-37-103,0 1-1,0-1 0,0 1 0,0-1 1,1 1-1,-1-1 0,0 0 1,0 1-1,0-1 0,0 0 1,1 1-1,-1-1 0,0 0 0,0 1 1,0-1-1,1 0 0,-1 1 1,0-1-1,1 0 0,-1 1 0,0-1 1,1 0-1,-1 0 0,0 0 1,1 1-1,-1-1 0,0 0 1,1 0-1,-1 0 0,1 0 0,-1 0 1,0 0-1,1 0 0,-1 0 1,1 0-1,-1 0 0,1 0 1,-1 0-1,0 0 0,1 0 0,-1 0 1,1 0-1,-1 0 0,0 0 1,1-1-1,-1 1 0,0 0 1,1 0-1,-1 0 0,0-1 0,1 1 1,-1 0-1,0 0 0,1-1 1,-1 1-1,0 0 0,0-1 0,1 1 1,-1 0-1,0-1 0,0 1 1,0-1-1,1 1 0,-1 0 1,0-1-3,6-9 57,-1-1 1,0 0-1,-1-1 1,0 1-1,0-1 1,-2 1-1,1-1 1,0-11-58,0 6 52,11-85 83,-5 0 0,-3-19-135,8-101 114,-10 189-248,8-58-2079,-12 85-136,0 5-2897,0 1 2516</inkml:trace>
  <inkml:trace contextRef="#ctx0" brushRef="#br2" timeOffset="26">13235 6393 3840,'-14'-7'0,"14"7"4,0 0-1,0-1 1,-1 1 0,1 0-1,0 0 1,-1-1 0,1 1-1,0 0 1,0-1 0,-1 1-1,1 0 1,0-1 0,0 1-1,0 0 1,0-1 0,0 1-1,-1 0 1,1-1 0,0 1-1,0-1 1,0 1 0,0 0-1,0-1 1,0 1 0,0-1 0,0 1-1,0 0 1,0-1 0,1 1-4,1-2 377,0 0 1,1 0 0,-1 0 0,1 0 0,-1 0 0,1 1-1,0-1 1,0 1 0,0 0 0,0 0 0,2-1-378,11-5 1881,-16 7-1846,0-1 0,0 1 0,0-1 0,1 1 0,-1-1 0,0 0 0,0 1 0,-1-1 0,1 1 0,0-1 0,0 0 0,0 1 1,0-1-1,0 1 0,-1-1 0,1 1 0,0-1 0,0 1 0,-1-1 0,1 1 0,0-1 0,-1 1 0,1-1 0,-1 1-35,-10-15 289,-5 5-161,2 2-1545,11 8 360,2 1 225,-1-1-2304,2 0 768</inkml:trace>
  <inkml:trace contextRef="#ctx0" brushRef="#br2" timeOffset="27">13603 5904 7040,'-2'12'0,"0"-10"445,1-9 544,2 4 25,2 16-497,2 17-224,-3 0 1,0 0-1,-2 0 0,-1 1-293,0 18 278,-2 26 43,-4-1 1,-13 55-322,12-76 82,3-17 195,2 0 1,2 0-1,1 0 0,2 0 1,4 26-278,-6-61 24,0 0 0,0-1 0,0 1 0,0 0 0,0-1 0,0 1 0,0 0 0,1 0 0,-1-1 1,0 1-1,0 0 0,1-1 0,-1 1 0,0 0 0,1-1 0,-1 1 0,0 0 0,1-1 0,-1 1 1,1-1-1,-1 1 0,1-1 0,-1 1 0,1-1 0,0 1 0,-1-1 0,1 0 0,-1 1 0,1-1 1,0 0-25,1 0 51,0 0 0,0-1 1,0 1-1,0-1 0,0 0 1,0 1-1,0-1 0,-1 0 1,1 0-1,1-1-51,1 0 22,18-7 128,1 1 1,1 0-1,-1 2 0,1 1 0,6 0-150,-20 3 39,35-7 99,-7 1-141,0 2-1,1 1 1,19 1 3,-57 4-1046,-1 0-1599,0 0-768,0 0-1771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3-18T15:35:15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22475 13689 91 0,'0'0'88'0,"0"0"-61"16,0 0 33-16,0 0 14 15,0 0-25-15,0 0-11 16,0 0-6-16,0 3 3 16,0-3-2-16,0 0 0 0,0 0 2 15,0 0 2 1,0 0 7-16,0 0-9 0,0 0 1 16,0 0 10-16,0 0-9 15,0 0-3-15,0 0-5 16,0 0-4-16,0 0-5 15,0 0-2-15,0 0-10 16,0 0-8-16,0 0 1 16,0 4-1-16,0 8 1 15,0 9 9-15,0 10 0 16,0 6-6-16,4 6-3 16,8 13 2-16,1-1-1 15,7 1-2-15,4-1 0 16,9-2-1-16,9-7-5 0,10-3 5 15,14-3-4 1,9 0-1-16,11-9 6 16,-1-1-5-16,11-5 0 0,-7-6-1 15,1-4 5-15,-7-3 1 16,-14-5-1-16,-7 2 1 16,-20-2 8-16,-10-5 1 15,-16 1-3-15,-8 0 1 16,-8-3 4-16,0 0 12 15,0 0 9-15,0 0-3 16,0 0-8-16,0 0-7 0,0 0-6 16,0 0-5-1,0 0-3-15,0 0 0 0,0 0-4 16,0 0-9 0,0 0-12-16,0 0-26 0,0 0-55 15,0 0-34 1,0 0-175-16</inkml:trace>
  <inkml:trace contextRef="#ctx0" brushRef="#br0" timeOffset="573.71">23431 14191 556 0,'0'0'195'0,"0"0"-159"15,0 0-17 1,0 0 105-16,0 0-36 0,0 0-54 16,0 0-18-16,-29-21-5 15,29 21-2-15,0 0-5 16,0 0-3-16,0 3 11 16,8 10 3-16,17 5-1 15,4 0-8-15,8 4 4 16,9 0-5-16,-6-1-2 15,1 4-2-15,1 0 1 0,-6 2-2 16,1-5-1 0,-12-4-1-16,-5 1-1 0,-3-7-3 15,-9-3 5 1,-4-2-1-16,-4-1-1 0,0 0 3 16,0 0 3-1,0 3 0-15,-20 4 5 0,-9-1-3 16,-13 3-4-16,-6 4 1 15,-10-1-2-15,-15 4 0 16,-6-1 0-16,-15-2 2 16,-1 0-2-16,1-1 5 15,8-6-2-15,12-2 14 16,16-4 4-16,26-3-6 16,19-3 4-16,9 0-7 15,4 0-12-15,0 0-3 16,13 0-9-16,23 0 12 15,9 3-3-15,5-3 3 0,7 0-33 16,-4 0-51-16,-40 0-114 16,-1 0-186-16</inkml:trace>
  <inkml:trace contextRef="#ctx0" brushRef="#br0" timeOffset="2923.5">24392 14257 199 0,'0'0'119'0,"0"0"-83"16,0 0-15-16,25-127 62 15,-18 105-5-15,1 4-43 16,1 5 9-16,-5 8 0 15,0-2 14-15,-4 7 7 16,0 0-8-16,0 0-12 16,0 0-10-16,0 7-30 15,0 17 5-15,0 13 44 16,0 9-21-16,0 7-14 16,0 12 6-16,0 6-8 15,0 5-5-15,4-2-9 0,0 3 8 16,0 1-3-16,-4-4-6 15,0-7 1-15,0-8-3 16,0-13 0 0,0-12 4-16,0-10 0 0,0-11 2 15,0-3 6-15,0-10-3 16,0 0-6-16,0 0 3 16,0 0-1-16,0 0-3 15,0 0-2-15,-4-4-18 16,0-17-46-16,-4-7-37 15,-5 0-48-15,5 10-79 16,4 2-151-16</inkml:trace>
  <inkml:trace contextRef="#ctx0" brushRef="#br0" timeOffset="3361.54">24178 14250 558 0,'0'0'54'0,"0"0"-53"0,0 0 43 15,0 0 69-15,0 0-42 16,0 0-22-1,-90-24-6-15,90 24 4 16,0 0-17-16,0 0-26 0,13 0 1 16,19 0-5-16,13 0 22 15,21 0 15-15,12-7-21 16,20-2-14-16,9-3 11 16,8 0-11-16,0 2 11 15,-13 4-8-15,-11 0 3 16,-22 6-7-16,-19-3-1 15,-17 3 0-15,-16 0 1 16,-13 0 0-16,0 0 0 0,-4 0 3 16,0 0-4-16,0 0-1 15,-8 0-13 1,-21 0-57-16,0 0-63 16,8 0-124-16,5 0-181 0</inkml:trace>
  <inkml:trace contextRef="#ctx0" brushRef="#br0" timeOffset="3924.84">25040 14210 272 0,'0'0'437'0,"0"0"-394"16,0 0-43-16,0 0 79 15,0 0 6-15,0 0-48 16,0 0-10-16,25-37-27 0,-25 65-19 16,0 21 19-16,0 13 6 15,0 15 10-15,0 3-9 16,0 3-6-16,0-2 5 16,0-5-6-16,0-11-3 15,-8-9 1-15,-1-16 2 16,1-16 4-16,0-11-2 15,8-7 3-15,0-6 6 16,0 0 4-16,0 0 3 16,0-19-7-16,0-21-1 15,12-6 0-15,1-3-6 16,7 2-4-16,1 4-6 0,4 10 3 16,-1 5-7-16,-4 3 8 15,1 10-1-15,0 5 2 16,-5 4-1-16,-4 6 0 15,9 0-6-15,-8 0-13 16,3 16-3-16,0 14 5 16,-4 13 13-16,5 10 6 15,-9 3 4-15,0-1 2 16,-4-6-2-16,-4-9-4 16,0-12 0-16,0-13 1 15,0-5 1-15,0-4 1 16,4-6-2-16,0 0 0 15,-4 0-1-15,0-19-47 0,5-11-97 16,-5 11-50-16,0 1-67 16</inkml:trace>
  <inkml:trace contextRef="#ctx0" brushRef="#br0" timeOffset="4297.67">25414 14549 483 0,'0'0'158'0,"0"0"-139"16,0 0-3-16,0 0 52 16,0 0-25-16,0 0-33 15,53 13 25-15,-41 23 0 0,5 7-14 16,-5 4-3-16,5-4-13 16,-9 0-1-16,4-3-2 15,-7-9 0-15,3-6-2 16,-8-10-10-16,0-6-2 15,0-5 12-15,0-1 12 16,0-3 12-16,4 0 7 16,0 0 23-16,-4-25 3 15,0-9-40-15,4-12-4 16,5 0 4-16,2 3-13 16,1 0-4-16,5 8 15 15,-5 8-5-15,1 8-10 16,-5 7 0-16,0 6-3 15,-8 3-44-15,4 3-110 0,-4 0-130 16,0 0-132-16</inkml:trace>
  <inkml:trace contextRef="#ctx0" brushRef="#br0" timeOffset="4705.17">25668 14802 207 0,'0'0'80'0,"0"0"-18"0,0 0 60 16,0 0 18-16,0 0-48 0,0 0-6 15,29 68-14-15,-16-68-12 16,3-3-2-16,8-16 3 16,5-9-28-1,4-2-12-15,0-8-9 0,-12 2-4 16,-1 2-3-16,0 3-3 15,-16 0-2-15,0 6-3 16,-4 4-7-16,0 9-11 16,0 5-9-16,-12 7 24 15,-9 0 5-15,-2 0 1 16,-6 22-4-16,0 15 4 16,4 6-1-16,4 7 3 15,13-1 4-15,8-6 1 16,0-6-1-16,0-6 0 0,0-13-6 15,17-2 0 1,16-10-10-16,4-6-3 16,7 0-61-16,10 0-78 0,-37-6-124 15,-1-10-99-15</inkml:trace>
  <inkml:trace contextRef="#ctx0" brushRef="#br0" timeOffset="5083.14">26235 14515 645 0,'0'0'194'16,"0"0"-151"-16,0 0 50 0,0 0 27 16,0 0-97-16,0 0-23 15,8-49 0-15,-29 74 4 16,-3 2 0-16,-1 4-4 16,5-3 0-16,12-3-3 15,4-1-9-15,4-2-15 16,0-4 5-16,12-2-1 15,12 2 8-15,9-2 4 16,-4-4 4-16,4 7 3 16,-4-10 3-16,-9 0-2 15,-4 0 0-15,-3-3-2 16,-13 1-8-16,0-1-2 16,0 3-22-16,0 0 37 0,-17 0 15 15,-8 4 2-15,-11-4-1 16,-9-3-13-16,-1 0-3 15,6-6 0 1,3 0 3-16,8 0-3 0,12 0-1 16,9 0-11-16,8-3-39 15,0-3-112-15,0-3-38 16,16 6-49-16</inkml:trace>
  <inkml:trace contextRef="#ctx0" brushRef="#br0" timeOffset="6087.81">26597 14232 233 0,'0'0'401'16,"0"0"-348"-16,0 0-45 16,0 0 64-16,0 0 9 15,0 0-30-15,0 0-8 16,44-89-18-16,-44 101-23 16,0 24 1-16,0 20 28 15,0 6 24-15,4 6-38 0,-4 6-9 16,0-7-5-1,0-2 1-15,0-3-2 0,0-7 0 16,0-5 0-16,0-13-1 16,0-16-1-16,0-9 1 15,0-9 3 1,0-3-4-16,0 0 4 0,0-9 9 16,8-22-4-16,1-15-7 15,3-3-1-15,5 2 8 16,-5 8-5-16,0 8-4 15,1 9-1-15,-5 7 0 16,-8 12 1-16,0 3 0 16,4 0-5-16,-4 0-19 15,4 27 3-15,8 10 21 0,4 4 18 16,-3-1-10 0,3 0-7-16,1-6 3 0,-1-7-3 15,5-2 1 1,0-9-4-16,-6-7 2 0,-2-3-8 15,3-6-23-15,-8 0-27 16,5 0-7-16,-5-13 46 16,0-14-24-16,5-10 7 15,-1-3 5-15,1-7-27 16,-5 4 19-16,0 6 35 16,0 10 4-16,-4 5 20 0,-4 9 34 15,0 8 16 1,0 1 5-16,0 4-32 0,0 7-30 15,-4 17-12 1,-8 13 10-16,4 6-11 0,8 4 2 16,0-4-2-1,0 0 2-15,4-6-2 0,16-6-1 16,8-10-2-16,5-5-2 16,5-16 5-16,7 0 0 15,-5 0-2-15,-2-19 7 16,-14-9 4-16,-3-9-7 15,-13-3 13-15,-8 4-6 16,0-5 4-16,0 11-13 16,-16 5 2-16,-21 9 24 0,-5 10-16 15,-6 6 9 1,-10 0-17-16,8 6-2 16,6 16-1-16,15 2-8 15,16 1-22-15,9-3-23 16,4-6-8-16,0-8 6 0,25-1 7 15,12-7 3-15,8 0-17 16,0 0 26-16,9-22-30 16,-5-6-58-16,0-5 5 15,-3-8 13-15,-6 1 47 16,-3-12 0-16,0-10-18 16</inkml:trace>
  <inkml:trace contextRef="#ctx0" brushRef="#br0" timeOffset="6320.42">27511 14269 16 0,'0'0'241'16,"0"0"-40"-16,0 0-11 15,42-108-48-15,-42 102 20 16,0 2-46-16,0 4-44 16,0 0-38-16,0 0-34 0,0 0-15 15,0 22 15-15,-13 18 11 16,5 13 7-16,-4 11-8 16,3 7 0-16,5 3-2 15,-4 0 3-15,8 0-9 16,0-3-2-16,0-9 0 15,0-10 0-15,0-12-3 0,0-15 3 16,0-7-33 0,0-8-14-16,0-10-40 15,0 0-112-15,0-7-210 16</inkml:trace>
  <inkml:trace contextRef="#ctx0" brushRef="#br0" timeOffset="6967.48">27996 14704 626 0,'0'0'152'0,"0"0"-143"16,0 0 32-16,0 0 70 16,37-109-88-16,-37 85-12 15,0 2-7-15,-4 0-4 16,-21 10-26-16,-12 6 8 0,-4 6 18 15,-8 0 8 1,-13 0-4-16,8 25 16 16,-2 12 5-16,10 6-1 15,17 0-7-15,17 7-5 0,12-5-5 16,0-4-3 0,8-14 2-16,17-2-6 0,8-16 7 15,8-5 1-15,4-4-5 16,4-4 17-16,1-27-17 15,-6-9-3-15,-6-9-22 16,-9-9 3-16,-1-4 0 16,-7-15-22-16,-4-6-8 15,-6-1-20-15,-7 11-6 16,-4 17 75-16,0 19 14 16,0 19 107-16,-4 8-6 15,-3 10-43-15,3 0-7 16,-5 22-65-16,5 27-9 15,-4 16 9-15,8 12 0 0,0-3 0 16,8 0-1-16,12-3 1 16,1-10-7-16,-1 1-13 15,-7-13-31-15,-9-39-49 16,0-7-153-16</inkml:trace>
  <inkml:trace contextRef="#ctx0" brushRef="#br0" timeOffset="7591.2">28636 14404 585 0,'0'0'84'0,"0"0"-69"0,0 0 105 16,0 0-24-16,0 0-25 15,0 0-6-15,-7-55-14 16,7 55-24 0,0 0-12-16,0 0-4 0,0 0-11 15,0 3-19-15,0 28 0 16,7 15 19-16,1 12 15 16,4 10-2-16,5 0-4 15,-5 0-9-15,1 0 2 16,-1-9 0-16,1-10-2 15,-1-15 0-15,-4-16-1 16,-4-8 2-16,5-5 1 0,-9-5 2 16,8 0 6-16,-4-9 16 15,7-28 22-15,6-6-18 16,0-19-14-16,3-2 0 16,5-7-4-16,0 0-1 15,-4 3-6 1,2 6-3-16,-6 10-2 0,-5 15 4 15,1 9-2-15,-5 10-2 16,-4 6 0-16,-4 5-9 16,0 4-21-16,0 3-42 15,0 0-72-15,0 3-92 16,0 10-141-16,0 2 102 16</inkml:trace>
  <inkml:trace contextRef="#ctx0" brushRef="#br0" timeOffset="8276.01">29043 14636 106 0,'0'0'618'0,"0"0"-513"15,0 0-32-15,0 0 72 16,0 0-66-16,0 0-53 16,17 55-25-16,-26-24 8 15,-3 9-5-15,0-3-1 16,7-3-5-16,5-9 4 15,0-7-1-15,0-6 0 0,0-6 1 16,9-6 8 0,15 0 5-16,4 0 13 15,1-15-13-15,0-13-4 16,-4-3 1-16,-13-2-6 0,-3-7 1 16,-9 2-1-1,0 5-2-15,-9 11-3 0,-15 4 1 16,-14 8-2-16,1 7-8 15,-3 3-2-15,3 0-8 16,-1 0-18-16,22 0-40 16,4 0-31-16,12 6-21 15,0-6-21-15,12 0 26 16,21 0 72-16,4 0 24 16,9 0 5-16,-2-18-21 0,2-7-24 15,-5-6 46 1,-1-6 21-16,2-3 7 15,-1-6 2-15,-4-3-1 0,3-4-7 16,-11 7 2-16,-4 9 27 16,-12 9 96-16,-5 13 35 15,-4 6 24 1,-4 5-38-16,0 4-43 0,0 0-46 16,0 0-49-16,0 7-9 15,0 30-13-15,0 12 13 16,0 16 3-16,0 6-1 15,0 3-2-15,0 0-1 16,0-1 1-16,0 2 0 16,0-11-3-16,12-11-1 15,1-10 3-15,-2-12-3 0,6-13-1 16,-1-6-3-16,-3-5-5 16,3-7-14-16,1 0-18 15,-1-7-12-15,-3-26-62 16,-13 11-127-16,0-2-132 15</inkml:trace>
  <inkml:trace contextRef="#ctx0" brushRef="#br0" timeOffset="8539.65">29753 14302 600 0,'0'0'341'0,"0"0"-324"16,0 0-17-16,0 0-8 0,0 0 8 15,0 0 17-15,4 109 14 16,-4-51 14-16,-4 7-1 16,0-4-14-16,4 1-17 15,0-3-3-15,0-7-5 16,0-2-2-16,8-10-2 16,5-10-1-16,3-11-2 15,-4-7-16-15,4-2-16 16,1-10-26-16,-1 0-57 15,1 0-17-15,-17-13-34 16,0-5-157-16</inkml:trace>
  <inkml:trace contextRef="#ctx0" brushRef="#br0" timeOffset="8717.15">29651 14691 638 0,'0'0'140'16,"0"0"-52"-1,0 0 69-15,0 0-31 16,0 0-91-16,0 0-35 0,-37-50 0 15,77 50 16-15,5 0-7 16,13 0-9-16,3 0 0 16,5 0-8-16,-5 0-37 15,-3 7-39-15,-4-1-97 16,-42-6-132-16,-3 0-171 16</inkml:trace>
  <inkml:trace contextRef="#ctx0" brushRef="#br0" timeOffset="9532.84">30237 14595 758 0,'0'0'122'0,"0"0"-88"16,0 0 86-16,0 0-27 15,-127-40-62-15,82 40-3 16,4 0-4-16,4 22-4 16,16 3-12-16,0 2-3 15,17-2-2-15,1-3 5 16,3-4-5-16,0-3-2 15,3-2-2-15,14-7 2 16,12 0-2-16,4-6 1 16,0 0 0-16,3 0-11 0,-3 0-10 15,-4-6-2-15,-4 0 7 16,-13 3-4 0,-4 3 11-16,-8 0 8 15,0 0-3-15,0 0-2 0,0 15 6 16,0 10 7-16,0 6 0 15,0-7-2-15,0-2-4 16,5-4-1-16,11-5 3 16,8-7-6-16,9-6-2 15,4 0 2-15,9 0-5 16,-2-25 1-16,2-3-33 16,-9-5 10-16,-8-4 20 0,-5-6 10 15,-4 2 10-15,-12 4-6 16,1 3-1-16,-9 10 22 15,0 5 22 1,0 10-6-16,0 3-10 0,-4 3-8 16,-1 3-4-16,5 0-19 15,-8 0-1-15,4 0-6 16,0 9 1-16,4 3 2 16,0 4 0-16,0-1 1 15,0 7 3-15,0-4 3 16,0 10-1-16,0 0-1 15,0 12-1-15,4 6-4 16,-4 13-2-16,4 2-9 16,-4 7-2-16,8 3-11 15,-3-3-62-15,-5-4 73 16,4-8-8-16,-4-6 0 16,0-14 11-16,0-11 7 0,-4-7 7 15,-17-11 40-15,-4-7 17 16,-7 0-11-16,-1 0-23 15,-8-28 1-15,12 0 14 16,1-9 3-16,11-3-9 16,17-3-1-16,0-6-18 15,13-10 3-15,27-6-4 16,18-3-7-16,8 7-5 0,3 8-11 16,6 16-20-1,-10 10-14-15,-7 8-1 16,-14 4-33-16,-11 9-49 15,-12-3-73-15,-21 9-65 0,0 0-77 16</inkml:trace>
  <inkml:trace contextRef="#ctx0" brushRef="#br0" timeOffset="9848.23">30828 14694 147 0,'0'0'202'15,"0"0"-86"-15,0 0-24 16,0 0 53-16,0 0 0 15,0 0-16-15,0 0-16 0,50-46-47 16,-26 27-32 0,1-2-7-16,-4 2-17 0,-10 1-1 15,-2 5-2 1,-5 4-2-16,-4 3-5 0,0 6 7 16,0 0 4-16,-20 0-11 15,-13 15-3-15,0 16-1 16,0 13 4-16,8 5 1 15,13-3 3-15,12 0 10 16,0-6 4-16,8-9 2 16,25-3 1-16,17-13 2 15,11-2-6-15,17-7-17 16,4-6 0-16,-53 0-108 16,-17 0-151-16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3-18T15:35:48.23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10077 15838 29 0,'0'0'111'0,"0"0"-85"16,0 0 16-16,0 0 15 15,0 0-22-15,0 0-11 16,0 0-5-16,0 0 1 16,0 0 2-16,8-9 7 15,-3 9 14-15,-5 0 2 16,0 0-5-16,4-4-5 16,-4 1-2-16,4 0-4 0,-4 0 1 15,4 3-4-15,-4-3-8 16,4 0 11-16,-4 3 7 15,0 0-6-15,0 0-7 16,0 0 3-16,0 0-5 16,0 0 0-16,0 0 0 15,0 0-4-15,0 0-4 16,0 0 0-16,0 0 2 16,0 0-2-16,0 0-6 15,-16 3 0-15,-5 13-2 16,-8 5-1-16,-3 7 7 15,-1 3-7-15,-4 5 2 16,8 8-3-16,4 8 2 0,9 1-5 16,0 2-2-1,12 4 2-15,4-1-8 0,0-5 6 16,12-1-4-16,12-3 6 16,9-12-8-16,4-6 1 15,5-9 0-15,6-19 7 16,2-3 11-16,8 0-7 15,3-12 8-15,5-23 2 16,-1-5-5-16,-7-3 13 16,-9-6 3-16,-12-6 3 15,-13-1 14-15,-3-2-4 16,-17-7-3-16,-4-6-8 0,0 3-11 16,-12 9 2-16,-17 7 4 15,-12 9 7 1,-4 12 0-16,-5 10-11 15,-11 14-13-15,-1 7-5 0,-3 0-3 16,7 15-3-16,5 13-1 16,12 0-2-16,12 0-20 15,17 3-18-15,8-4-17 16,4 1-27-16,8 0-22 16,9-19-75-16,3-3-242 15</inkml:trace>
  <inkml:trace contextRef="#ctx0" brushRef="#br0" timeOffset="441.06">10106 16232 91 0,'0'0'514'16,"0"0"-471"-16,0 0-42 16,0 0 96-16,0 0 37 15,0 0-34-15,-4 4-20 16,4-4-16-16,0 0-18 16,0 0-26-16,0 12-11 15,4 6-9-15,13 10 16 16,12 12 2-16,3 3-8 0,5 3 1 15,4 4-8-15,-4-10-3 16,0 0 2-16,-8-9-1 16,-5-7-1-16,-3-2 3 15,-9-9-2-15,1-5 0 16,-9 2 0-16,4-7 0 16,-8 3 5-16,4 0-4 15,0-6 0-15,-4 3-2 16,0-3 0-16,0 0-3 15,0 3-22-15,0-3-44 16,0 0-79-16,0 0-129 16,0 0-148-16</inkml:trace>
  <inkml:trace contextRef="#ctx0" brushRef="#br0" timeOffset="1041.03">10816 16269 779 0,'0'0'83'0,"0"0"-77"16,0 0 70-16,0 0 31 15,0 0-58-15,0 0-20 0,13-24-9 16,-13 24-20-16,0 0-8 15,0 15-11-15,0 16 19 16,0 9 20-16,0 3-2 16,-9 3-15-16,5 0-1 15,4-2 2-15,-4-10-4 16,4-1 0-16,0-8 0 16,0-3 0-16,0-10-14 15,0-3-14-15,0-3-14 16,0 1-10-16,0-7-9 15,0 0 8-15,0 0 1 16,0 0 0-16,0 3 16 16,0 0-14-16,0 0-1 0,-8 0 51 15,-13 0 6-15,0 0 17 16,2 3 7-16,-2-2 33 16,5-4 9-16,3 2 10 15,9-2-9-15,4 0-21 16,0 0-11-16,0 0-20 15,0 0-21-15,0 0-8 16,8 0-11-16,9 0 19 16,12 0 9-16,7 0-4 15,-3-2 19-15,4-2-15 16,-4 4-9-16,-13 0-2 16,1-3-3-16,-9 3-23 0,-8 0-25 15,-4 0-32-15,0 0-26 16,0 0 15-16,0 0-23 15,0 0-216 1</inkml:trace>
  <inkml:trace contextRef="#ctx0" brushRef="#br0" timeOffset="1518.91">10627 16248 461 0,'0'0'97'0,"0"0"-79"16,0 0 50-16,0 0 54 15,0 0-55-15,0 0-27 16,-32-3 6-16,32-1-12 16,0-1-31-16,0 5 0 15,4-4 7-15,4 4 7 16,4 0 9-16,8 0 5 16,18 0 4-16,-1 0-18 0,7 0 2 15,-2 0-9 1,-5 0-8-16,-8 0-2 15,-17 0 0-15,1 0 2 16,-9 0-2-16,-4 0 1 0,0 0-1 16,0 0 6-16,0 0 0 15,0 0-6-15,4 0-4 16,7 0-26-16,6-3-1 16,-1 0-23-16,5 0-54 15,-17 0-103-15,-4 3-158 16</inkml:trace>
  <inkml:trace contextRef="#ctx0" brushRef="#br0" timeOffset="3229.79">11461 16180 311 0,'0'0'121'15,"0"0"-51"-15,0 0 20 16,0 0 6-16,0 0-10 16,0 0-20-16,0 0-13 15,0 0-4-15,0 0 0 16,0 0 1-16,0 0-15 15,0 0-14-15,0 0-2 16,0 0-16-16,8 0 0 0,12-3 0 16,17 0 9-1,13-3 6-15,15-1-12 16,1 1-3-16,0 0 2 0,-5 3-3 16,-3-3-1-16,-13 6 1 15,-8 0-2-15,-12 0 0 16,-13 0-1-16,-8 0 0 15,-4 0-4-15,0 0-9 16,0 0-3-16,-16 0-21 16,-9 0-35-16,-8 12-112 0,12-9-67 15,1 3-121 1</inkml:trace>
  <inkml:trace contextRef="#ctx0" brushRef="#br0" timeOffset="3523.13">11412 16316 529 0,'0'0'36'0,"0"0"-35"15,0 0 46-15,0 0 59 16,0 0-54-16,0 0-50 16,-5 12 6-16,38-12 55 15,12 0-4-15,13 0-8 0,8 0-1 16,7 0-17-16,2 0-5 15,-6 0-6-15,-3 0 3 16,-9 0-6 0,-12 0-2-16,-3 0-4 0,-17 0-9 15,-18 0 1 1,-3 0-2-16,-4 3-3 0,0-3 1 16,0 0-1-16,0 3-23 15,-20 0-44-15,12-3-120 16,-8 0-175-16</inkml:trace>
  <inkml:trace contextRef="#ctx0" brushRef="#br0" timeOffset="4577.81">12873 15881 446 0,'0'0'119'0,"0"0"-75"16,0 0 47-16,0 0-7 16,0 0-30-16,0 0-12 0,0 0-4 15,0-6-8-15,0 6 5 16,0 0-3-16,-21 0-21 15,-8 0-3-15,-7 6-2 16,-9 9 0-16,-1 10 6 16,-3 3 6-16,0 12-2 15,8 3-2-15,-1 9-7 16,10 4-2-16,12-1-1 16,11 4-4-16,9-4-2 15,0 1 1-15,17-3 0 16,19-8-6-16,10-7 0 15,-1-14 1-15,12-8 6 0,1-8 0 16,4-8 5 0,-5 0-5-16,-8 0-1 0,-7-12-1 15,-19-3-12-15,-2-3-14 16,-9-10-5-16,-7 0-9 16,-5-6-12-1,0 3-11-15,0-5 4 0,0 5-41 16,0 3 12-16,0 9 18 15,-5 4 72-15,5 9 38 16,-4-1 34-16,0 7 52 16,4 0-5-16,-4 0-58 15,-4 0-38-15,0 13-15 16,-5 12 0-16,-2 8 8 0,2 2 4 16,1 4-12-16,8-2-3 15,0-3-2-15,4-3-3 16,0-6-1-1,4-7-2-15,12-5 3 0,9-10 8 16,-1-3 3-16,9 0 5 16,0 0 2-16,4-16 0 15,-5-5-3-15,-3-7-1 16,0-3 1-16,-12 3 8 16,-5-9 0-16,-8 10-6 15,-4 2 3-15,0 10-12 16,-12-1-6-16,-17 10 3 0,-13 3-5 15,-2 3-18 1,-10 0-14-16,1 6-27 0,4 13-65 16,32-13-156-1,13 0-382-15</inkml:trace>
  <inkml:trace contextRef="#ctx0" brushRef="#br0" timeOffset="5007.35">13550 16263 24 0,'0'0'483'16,"0"0"-421"-16,0 0-33 0,0 0 98 15,0 0-45-15,0 0-61 16,0-25-5-16,0 25 9 16,0 0 1-16,0 0-5 15,0 0 3-15,-8 0-3 16,-1 10-17-16,-7 11 31 16,-4 13-15-16,-5 6-6 15,1 10-7-15,-5-1 5 0,4-3-4 16,-7-6-6-1,7-6-1-15,0-9 2 16,5-10-3-16,11-5 4 16,1-4-4-16,8-6 0 0,0 0-13 15,0 0-64-15,-4 0-40 16,0-19-177-16,4 4-18 16,-4-1 119-16</inkml:trace>
  <inkml:trace contextRef="#ctx0" brushRef="#br0" timeOffset="5219.38">13254 16393 188 0,'0'0'91'15,"0"0"-3"-15,0 0 43 16,0 0-28-16,0 0-23 16,0 0 19-16,0 0-1 0,38-74-24 15,-22 74-23-15,9 12-5 16,4 16-19 0,3 12 3-16,5 6-6 15,4-3-5-15,-7 0-18 0,-2 0-1 16,-3-9 5-16,-9-6-5 15,-7-6-1-15,-5-10 0 16,-4-6-2-16,-4-6-19 16,0 0-23-16,0 0-54 15,0 0-79-15,0 0-197 16</inkml:trace>
  <inkml:trace contextRef="#ctx0" brushRef="#br0" timeOffset="8191.88">14068 16352 250 0,'0'0'270'0,"0"0"-209"16,0 0-31-16,0 0 49 16,0 0-41-16,0 0-37 15,0 0 1-15,25-21 7 16,-21 21 1-16,-4 0 2 15,3 0 2-15,-3 0-1 16,0 0-13-16,0 0-5 16,0 9 5-16,0 10 1 15,0-4 10-15,0 1-1 16,0-7 6-16,-3-3-1 16,-1 0 0-16,-1-6 14 15,1 0-3-15,4 0 8 0,-8 0-13 16,8-18-14-16,-4-1 2 15,4 7 0-15,0 2-5 16,0 1 3-16,0 3-7 16,0 6 1-16,0 0-1 15,0 0-3-15,0 0-4 16,0 0-9-16,0 0-19 16,0 3 16-16,0 4 19 15,0-2 5-15,0 2 0 16,-4-7-2-16,0 6 9 15,0-6-12-15,4 0-4 0,-5 0-33 16,1 0-75-16,4 0-167 16</inkml:trace>
  <inkml:trace contextRef="#ctx0" brushRef="#br0" timeOffset="9054.9">14301 16078 367 0,'0'0'117'0,"0"0"-81"15,0 0 22-15,0 0 61 16,0 0-56-16,0 0-13 0,0 0 4 15,0-52-13-15,0 52-19 16,0 0-22-16,0 18-12 16,13 16 12-16,7 13 26 15,1 5 9-15,0 7-27 16,3-1-6-16,-8 0-1 16,1-2-1-16,-9-13-5 15,-4-9-4-15,0-15 4 16,-4-13 5-16,4-6 10 15,0 0 14-15,-4 0 6 16,5-19-3-16,-1-21 19 16,0-6-39-16,4-7 2 0,-4 7-1 15,0 0 0-15,5 6-2 16,-5 12-5 0,0 6 2-16,0 13-1 15,0 3 5-15,-4 6-7 0,0 0-1 16,0 0-8-16,0 3-16 15,0 25-4-15,8 6 29 16,8 6 12-16,-4 6-8 16,5-5-4-16,-1 2-3 15,-3-7-2-15,-1-5 3 16,5-9-1-16,-5-7-3 16,-4-8-4-16,1-4 5 15,-5-3-5-15,0 0 10 0,4-7 12 16,5-17 16-16,-2-10 10 15,-3-10-18 1,5-1 4-16,-5-5-10 0,-4-5-1 16,-4 2-6-16,0 7 3 15,0 3 0-15,0 12 2 16,0 10 10-16,0 5 1 16,0 7-9-16,0 3-10 15,-4 2-4-15,4 4-5 16,-4 0-10-16,4 0-22 15,0 0-32-15,0 10-45 16,0-4-44-16,0 3-184 16</inkml:trace>
  <inkml:trace contextRef="#ctx0" brushRef="#br0" timeOffset="9476.44">14982 16306 354 0,'0'0'246'0,"0"0"-170"16,0 0 7-16,0 0 49 0,0 0-88 16,0 0-33-16,9 0-11 15,-9 0-15-15,0 0-24 16,0 0 33-16,0 0 6 16,0 0 8-16,0 0 9 15,0 0 23-15,0 0 14 16,0 0-2-16,0 0 15 15,0-3-35-15,-4-6-22 16,-1 0-2-16,1-4-4 0,4 13-1 16,-4-6-3-1,4 6-29-15,-4 0-98 0,4 0-131 16,0 0-187 0</inkml:trace>
  <inkml:trace contextRef="#ctx0" brushRef="#br0" timeOffset="10018.32">15299 16059 495 0,'0'0'131'15,"0"0"-82"-15,0 0 74 16,0 0 5-16,0 0-93 15,0 0-19-15,0 0-16 0,8-18-5 16,-8 43 5-16,0 6 34 16,0 6 3-16,0 9-23 15,0 3-1-15,0 10-8 16,0 5-1-16,0-2-2 16,0-6-2-16,0-10 1 15,0-18 1-15,0-10-2 16,0-12 4-16,0-2 8 15,0-4 8-15,0 0-2 16,0 0 2-16,0 0 9 16,0-7 10-16,8 1-9 15,5-4-7-15,3 2-10 16,1-2-7-16,8 4-5 0,7 3-2 16,9 0 1-16,9-3-1 15,2 6 1-15,6 0 2 16,-4 0-2-16,-18 0 0 15,-7 0 0-15,-8 0-1 16,-9 0-1-16,-8 0 2 16,-4 0 0-16,0 0-4 15,0 0 1-15,0 0-12 16,0 0-17-16,0-3-31 16,0 3-101-16,-12-6-222 15</inkml:trace>
  <inkml:trace contextRef="#ctx0" brushRef="#br0" timeOffset="10647.62">15969 16192 227 0,'0'0'267'0,"0"0"-230"0,0 0-23 16,0 0 52-16,0 0-46 16,0 0-20-16,36-6 0 15,-36 12 11 1,0 3 21-16,0-2 5 0,0 2 9 16,-9-3 21-16,-2-3-4 15,3 0-17-15,0-3-16 16,8 0-3-16,0 0 0 15,0 0-1-15,0 0-8 16,0 0-16-16,0 0 1 16,0 0 5-16,0 0-5 0,0 0-3 15,0 0-15-15,0 0-10 16,0 0-5-16,0 0 8 16,0 0-6-1,0 0-13-15,-5 0-24 0,5 0-73 16,-4 0-140-16</inkml:trace>
  <inkml:trace contextRef="#ctx0" brushRef="#br0" timeOffset="12067.33">16830 15770 223 0,'0'0'236'0,"0"0"-140"16,0 0-37-16,0 0 71 0,0 0-43 15,0 0-21-15,0 0-2 16,21-22-3-16,-21 22-11 16,0 0-11-16,0 0-9 15,0 0-20-15,0 0-10 16,-25 19-9-16,-12 15 9 16,-12 15 16-16,-4 16-10 15,-9 9-5-15,16 6 0 16,6 3 0-16,15 1-1 15,9-4-2-15,16 3-2 0,0-9-7 16,24 2-13-16,25-10-11 16,5-11 27-1,12-3 3-15,-5-8-2 0,1-11 2 16,-5-11 5-16,-8-6 4 16,-3-10-4-16,-17-4 5 15,-10-2 1-15,-2 0 2 16,-17 0 0-16,0 0-7 15,0-2-1-15,0-11-25 16,0 4-56-16,-12-6-117 16,-1 8-137-16</inkml:trace>
  <inkml:trace contextRef="#ctx0" brushRef="#br0" timeOffset="12570.54">16925 16066 524 0,'0'0'83'16,"0"0"-35"-16,0 0 102 15,0 0-50-15,0 0-64 0,0 0-11 16,0 0-11 0,-5-12-13-16,5 45 12 0,17 14 12 15,-1 8-11-15,5 1 5 16,-4 5-19-16,-2-2 5 16,2-6-4-16,-1-8 0 15,-7-17 0-15,3-13 0 16,-12-11-1-16,4-1 0 15,0-3 4-15,9 0 18 16,3-28 27-16,9-15 28 0,0-13-44 16,3-2-12-1,-4-4-3-15,1 1-3 16,0 2-5-16,-4 0-3 0,-5 7-3 16,-4 6 3-16,0 6 3 15,0 12-5-15,-7 9 0 16,-1 13-5-16,-4 6-6 15,0 0-25-15,0 0-23 16,0 6-50-16,0 10-168 16,-4-1-100-16</inkml:trace>
  <inkml:trace contextRef="#ctx0" brushRef="#br0" timeOffset="13072.93">17434 16402 214 0,'0'0'152'16,"0"0"-55"-16,0 0 15 15,0 0 11-15,0 0-33 0,0 0-8 16,53-47-8-16,-53 39-22 16,0 1-7-16,0 7-9 15,0-6-12-15,0 6-10 16,0-3-14-16,-21 3-20 15,-7 0 14-15,-5 0 6 16,-4 19 1-16,-9 5 9 16,14 7-3-16,3 3-5 15,13 3-2-15,8 0-6 16,8-1-2-16,0-1-1 16,8-7-12-16,17-4-8 15,3-5 1-15,5-7 16 0,4-9-3 16,0-3 6-1,3 0-15-15,-6 0-47 0,-10-9-51 16,-20-1-40 0,-4 2-144-16</inkml:trace>
  <inkml:trace contextRef="#ctx0" brushRef="#br0" timeOffset="13423.73">17450 16501 290 0,'0'0'212'16,"0"0"-164"-16,0 0 4 16,0 0 39-16,0 0-52 15,0 0-15-15,4-19 4 0,4 19-4 16,4 0-2-16,-3 0-2 16,3 0-3-16,0 9-4 15,-3 10-13-15,-1-4-5 16,-4 4 5-16,-4 2 1 15,0 1 1-15,0 3 10 16,0-1 2-16,0 4 5 16,0-6 1-16,0 2-8 15,0-8-5-15,0-1 2 16,0-3 0-16,4-3-7 16,0-2-2-16,5-1-4 0,-5 0-7 15,0-3-15-15,0-3-1 16,-4 3-14-16,0 0-33 15,0-3-51 1,0 0-137-16</inkml:trace>
  <inkml:trace contextRef="#ctx0" brushRef="#br0" timeOffset="14772.95">17905 16383 413 0,'0'0'93'0,"0"0"-61"16,0 0 65-16,0 0-23 15,0 0-52-15,0 0 8 16,0 0 7-16,-8-6 3 16,8 6 5-16,0 0 2 15,0 0 6-15,0 0-5 16,0 0-17-16,0 0-14 0,0 0 0 15,0 0-6-15,0 0-5 16,0 0-6-16,0 0-1 16,0 0-16-1,0 0-13-15,25 0 30 16,8 0 5-16,8-3 6 0,0 0-10 16,12 3 3-16,-3 0-3 15,3-3 3-15,0 0-3 16,-15-3 4-16,-6 6 1 15,-16 0-6-15,-7-4 5 16,-5 4 3-16,-4 0 5 16,0 0 16-16,0 0 5 0,0 0-3 15,0 0-9-15,0 0-15 16,0 0-7 0,0 0-1-16,0 0-24 15,0 0-39-15,0 0-50 0,0 0-109 16,0 0-141-16</inkml:trace>
  <inkml:trace contextRef="#ctx0" brushRef="#br0" timeOffset="15500.27">18607 16137 512 0,'0'0'122'0,"0"0"-76"16,0 0 59-16,0 0-5 0,0 0-66 15,0 0-15-15,-7-53 0 16,7 53-1-16,0 0-13 15,0 0-5-15,0 0-6 16,0 10 6-16,11 14 9 16,10 10 6-16,8 0 4 15,-8 12-19-15,8 1-3 16,-9 2 2-16,0 3 1 16,-8-6 8-16,1-6-8 15,-5-5 0-15,0-17 0 16,-4-9 2-16,0-6-1 15,1-3 5-15,-1 0 12 16,-4 0 23-16,4-6 14 0,0-13 6 16,4-8-25-16,1-13-12 15,7-4-3-15,-4-4-1 16,9-11 1-16,-1 3-13 16,5-8-4-16,-1-1 0 15,1 0-2-15,-4 13-2 16,0 6 0-16,-5 18 0 15,-5 12 1-15,-6 7-1 16,-1 9-2-16,-4 0-10 16,0 0-17-16,0 0-15 15,0 0-35-15,0 9-47 16,8 16-21-16,-8-13-120 16,0-2-163-16</inkml:trace>
  <inkml:trace contextRef="#ctx0" brushRef="#br0" timeOffset="15820.41">19179 16334 354 0,'0'0'304'0,"0"0"-238"15,0 0-7-15,0 0 56 0,0 0-51 16,0 0-36-16,11 9 5 16,-11 3-13-16,0 7-19 15,0 12 17-15,0 3 1 16,0 6-12-16,0 0-5 16,4 3 6-16,5-3-8 15,-5-9-10-15,4-6-17 16,0-7-25-16,5-12 47 15,-9-2-8-15,0-4-47 16,-4 0-10-16,0 0-79 16,0-13-220-16</inkml:trace>
  <inkml:trace contextRef="#ctx0" brushRef="#br0" timeOffset="16363.9">19019 16319 661 0,'0'0'190'0,"0"0"-177"15,0 0-12-15,0 0 16 16,0 0-2-16,0 0-7 16,175-13-2-16,-100 13-6 15,-6 0-1-15,-3 0 1 16,-8 3-3-16,-14-3 3 0,-15 3-12 15,-8-3-14-15,-9 0-21 16,-7 0-17-16,-1 0 31 16,-4 0 33-1,0 0 0-15,4 0 3 0,-4 0 5 16,4 0 8-16,-4 0 8 16,0 0 4-16,4 0 12 15,-4-3 3-15,4 3-9 16,-4 0 9-16,0 0-2 15,0 0-14-15,0 0-21 16,0 0-5-16,0 0-1 16,0 0 0-16,0 0-3 0,0 0-1 15,0 0-2-15,0 0 6 16,0 0 2-16,0 0 0 16,0 0-1-1,0 0-1-15,0 0 4 0,0 0-3 16,0 0 2-16,0 0-1 15,0 0 1-15,0 0-3 16,0 0-5-16,0 0 4 16,0 0-10-16,0 0-7 15,0 0-15-15,0 0-27 16,0 0-20-16,0 0-95 16,0 0-246-16</inkml:trace>
  <inkml:trace contextRef="#ctx0" brushRef="#br0" timeOffset="16918.43">19758 16377 384 0,'0'0'160'16,"0"0"-80"-16,0 0 24 15,0 0-5-15,0 0-57 16,0 0 11-16,8 0 15 0,-8 0-8 15,0 0-24-15,0 0-28 16,0 0-1-16,-8 0 13 16,-5 0-14-16,-8 18-2 15,-3 10 5-15,3 12-1 16,4 1-8-16,1 2-4 16,16 0 3-16,0-6-8 0,0-3-5 15,4-7-9 1,17-5 5-16,8-3 10 15,4-13 2-15,3-6 6 16,5 0 3-16,5 0 5 0,3-16-3 16,-12-12-3-16,0 1 11 15,-17-7 19-15,-15-3 17 16,-5 3 7-16,0-3-18 16,-38 6-7-16,-7 6-22 15,-8 10 7-15,-5 9-16 16,14 6-6-16,2 0-66 15,34 6-102-15,8 6-446 16</inkml:trace>
  <inkml:trace contextRef="#ctx0" brushRef="#br0" timeOffset="17733.06">20114 15834 409 0,'0'0'203'0,"0"0"-128"16,0 0 1-16,0 0 21 15,0 0-45-15,0 0-24 16,0-5-5-16,0 5-4 16,21 0 28-16,8 9-4 15,0 3-7-15,11 7-10 16,14 8-1-16,4 7-3 0,11 12-12 15,-3 10 4-15,-1 6-10 16,-7 12-4-16,-18 9-6 16,-7 13 5-16,-16 2-3 15,-17-6 0-15,0-5 4 16,-33-13 5-16,-20-16-3 16,-17-2 1-16,-12-13 6 15,0-6 5-15,12-9-4 16,21-10 2-16,16-9-2 15,20-5-4-15,13-4-6 16,0 0-10-16,0 0-40 0,33-10 0 16,13-11-43-1,-21 9-66-15,-9-1-376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23:08.17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16033 16503 146 0,'2'-18'56'16,"-2"0"87"-16,2 6-52 15,-2-6-23-15,0 10 19 16,3 2-15 0,-3-2-23-16,2 4 4 0,-2 2 25 15,0 2-17-15,0-4-1 16,0 0-11-16,0 4-16 15,0 0-4-15,0 0-7 16,0 0 2-16,0 0-8 0,0 0-1 16,0 0-11-1,0 4-2-15,-7 22-1 16,-13 12 7-16,-5 14 0 16,0 2-1-16,2 12-5 15,7 2 3-15,5-1-5 16,11-1 0-16,0-12 0 15,0-4 0-15,25-6-4 16,8-8 2-16,9-10-2 16,5-12 4-16,6-10 3 15,5-4 1-15,4-4-1 16,1-32-1 0,-1-12 5-16,0-10 2 0,-6-10 2 15,-6-4 2-15,-17-8 8 16,-18-31 9-1,-15 3-3-15,-11 6 2 16,-38 12 1-16,-7 41-6 0,-6 17 5 16,-3 12-8-16,-2 14-3 15,5 6-6-15,4 0-12 16,5 18-6-16,15 14 1 16,14 12-6-16,16 6-11 15,8 7-50 1,19-3-119-16,23 0 33 0,-18-36-119 15,1-10-115-15</inkml:trace>
  <inkml:trace contextRef="#ctx0" brushRef="#br0" timeOffset="296.33">16264 16704 491 0,'0'0'146'0,"0"0"-76"15,0 0 61-15,5 9-13 16,-3-9-49-1,0 0-29-15,0 0-19 0,6 14-21 16,0 13 1-16,7 13 8 16,20 28 16-1,0 10-9-15,7 8 3 16,3-1-9-16,-12-27-5 16,-1-8-3-16,-3-10 0 15,-6-10 0-15,-2-12-3 16,-10-8 2-16,-2-2-1 15,-4-8 0-15,-3 0-2 0,0 0 2 16,0 0-5 0,-2 0-31-16,0-4-72 15,0-6-155-15,0 6-278 16</inkml:trace>
  <inkml:trace contextRef="#ctx0" brushRef="#br0" timeOffset="820.83">16973 16878 548 0,'0'0'134'0,"0"0"-99"16,0 0 91-16,4-56-28 15,-4 56-48-15,0 0-4 16,-4 0-12-16,-23 0-10 16,-11 8-4-16,-13 10-9 15,-4 8-1-15,1-4 1 16,7 6 8 0,16-10-3-16,13-2 7 0,11-2-23 15,7 0-5-15,0-2-6 16,43 2 4-1,21 0 7-15,10-2 7 0,0-2-6 16,-24-6 3-16,-9 6-4 16,-14-2-2-16,-12 1 0 15,-11 5-1-15,-4-1-4 16,0 5 3-16,-15 5-9 16,-28 3 13-16,-17-8 4 15,-13 4 10 1,4-4 3-16,5-12-11 0,14-2 11 31,17-4-2-31,12 0 4 16,15-6-8-16,6-20-10 15,0 0-1-15,25-2-5 0,12 6-4 16,1 8-57-16,-20 10-90 16,-7 4-144-16</inkml:trace>
  <inkml:trace contextRef="#ctx0" brushRef="#br0" timeOffset="1676.21">17577 16615 388 0,'-25'-4'277'15,"17"4"-154"-15,2-4 4 16,6 4-61-16,0-2-34 16,0 2-14-16,0 0-18 15,12 0 5-15,19 0-5 16,5 0 9-16,11 2 8 16,4 2 16-16,0-4-10 15,1 0-16-15,-8 0-1 16,-9 0 2-16,-8 0-6 15,-11 0 0-15,-9 0 2 16,-5 0-1-16,-2 0 3 16,0 0 3-16,0 0-9 15,0 0-3 1,0 0-48-16,0 0-28 0,-9 4-113 16,2 0-139-16</inkml:trace>
  <inkml:trace contextRef="#ctx0" brushRef="#br0" timeOffset="1969.55">17579 16870 492 0,'0'0'94'0,"0"0"-59"0,0 0 62 16,0 0 9-16,85 8-14 0,-30-8-24 15,7-4-19-15,1-4-8 16,-7 2-3-16,-9 2-8 16,-14 0-13-16,-13 4-9 15,-9 0-4 1,-8 0 2-16,-3 0-4 0,0 0-2 16,0 0-5-16,0 0-19 15,-3 0-59-15,-8 0-90 31,2 0-220-31</inkml:trace>
  <inkml:trace contextRef="#ctx0" brushRef="#br0" timeOffset="6199.55">18903 16106 601 0,'4'-26'16'0,"-4"20"-14"16,0 6 80-16,0 0 16 15,0 0-56-15,0 0-28 16,-6 0-8-16,-13 14 3 16,-8 14 24-16,-2 8-14 0,-6 12 11 15,-1 4 4-15,1 16 2 0,-1 5-20 16,7 7-4 0,9-4 5-16,11-2 4 15,9-11-21-15,0-13-2 16,29-6 2-16,20-12-1 15,9-10 0-15,4-14 0 16,5-8-2-16,-13-8 1 16,-1-24-10-16,-4-7-9 15,-6-2-32-15,-16-8-25 16,-10-1 18-16,-10 6 48 16,-7 4 12-16,0 14 5 0,0 8 20 15,-7 14 39 1,-10 4 73-16,-4 0-99 15,1 26-18-15,0 18-8 16,9 22-9 0,8-2 0-16,3-1-1 0,3-13-2 15,15-24 0-15,7-4 0 16,1-14-1-16,6-8 1 16,3 0 0-16,3-12 0 15,-3-20 4-15,-8-8 11 16,-6 0-12-16,-15-5 6 15,-6 5 0-15,0 8 23 16,-16 6-16-16,-17 8 0 16,-5 14-16-16,-18 4-1 15,8 12 0-15,7 24 0 16,17 4-30-16,24-4-82 16,0-26-134-16,7-6-271 15</inkml:trace>
  <inkml:trace contextRef="#ctx0" brushRef="#br0" timeOffset="6464.73">19545 16521 589 0,'0'0'122'0,"0"0"-37"0,12-22 43 16,-12 22-14-16,0 14-85 15,0 20-22-15,-8 6-2 16,-8 6 39-16,-4 2-12 16,-2-3-13-16,-7-3 9 15,4-2-7 1,2-10-4-16,8-8-15 0,7-8-2 16,2-6-11-16,2-8-42 15,4 0-97 1,0-12-196-16</inkml:trace>
  <inkml:trace contextRef="#ctx0" brushRef="#br0" timeOffset="6699.56">19317 16583 941 0,'0'0'39'0,"0"0"-34"16,0 0 59-16,0 0-20 15,0 0 5-15,122 121-22 16,-59-71-12-16,-12-14 3 16,-11-6-5-16,-9-8-7 15,-10-8-2-15,-13-4-3 0,-1-2-1 16,-5-4 1 0,-2-4-1-16,0 0-44 0,0 0-148 15,0 0-279 1</inkml:trace>
  <inkml:trace contextRef="#ctx0" brushRef="#br0" timeOffset="8698.58">20347 15972 315 0,'15'-27'76'0,"-9"13"-31"16,2 2 81-16,-4 6-8 15,0-2-26-15,-2 3 40 16,-2 0-55-16,0 5-19 16,0 0-11-16,0 0-5 15,0 0-9-15,0 0-20 16,-4 0-12-16,-21 28 5 16,-6 12-5-16,-6 13 12 15,1 15-6-15,3 12-2 16,-8 14 8-16,5 18-10 15,3 9 2-15,6-1-3 16,12-9 3 0,10-13-5-16,5-4 2 0,0-14-2 15,29-8 2-15,14-9-2 16,23-13 1 0,5-12 1-16,1-14 0 15,-7-12-1-15,-27-12 2 0,-12 0-1 16,-8 0 4-1,-13 0-4-15,-5 0 5 0,0 0 2 16,0 0 4-16,0 0 0 16,0 0-1-16,0 0-10 15,0 0 0 1,0 0-6-16,4 0-17 0,-2 0-37 16,-2-4-101-16,0-4-155 15</inkml:trace>
  <inkml:trace contextRef="#ctx0" brushRef="#br0" timeOffset="9276.98">20464 16226 215 0,'0'0'375'16,"0"0"-308"-16,-7-18 3 16,5 18 76-16,0 0-60 0,-2 10-55 15,4 20-30 1,0 10 88-16,0 19-57 15,0 5-14-15,0 10-3 16,18 16-7 0,6-2-5-16,-2-7 3 0,1-5-5 15,-4-30-1-15,-5-6 6 16,-1-10-5-16,-3-12 0 16,-6-8 2-16,2-10-3 15,-3 0 4-15,1 0 1 16,8-10 8-16,1-26 15 15,3-8 17-15,1-14 16 16,-1 0-45-16,-3-19-1 16,0-3-4-16,1-14-7 15,-1 6 4-15,-4 16-6 16,0 15 11-16,-5 29 5 16,1 10-2-16,-1 4-2 15,0 2-8-15,-1 12-6 16,0-4 0-16,-3 4-4 15,0 0 3-15,0 0-6 16,0 0-17 0,0 0-33-16,2 20-130 0,-2-6-10 15,0 0-318-15</inkml:trace>
  <inkml:trace contextRef="#ctx0" brushRef="#br0" timeOffset="9761.21">20923 16762 73 0,'0'0'196'0,"0"0"-139"15,16-22 27-15,-10 9 63 16,1 4-52 0,-3 0-20-16,2-1 68 15,-6 2-69-15,0 3-6 16,0 0 0-16,0 5-10 15,0 0-8-15,0 0-16 16,-23 0-22-16,-6 2-9 16,-7 20 0-16,-1 9 3 15,2 1 2-15,7 2-4 16,8 2-4-16,14 0-2 16,6-4-4-16,0-2 3 15,8-2 3-15,23-10-7 16,5-2-9-16,2-6 0 15,0-6-21-15,-2-4-32 16,-7 0-77 0,-25 0-173-16,-4-8-228 0</inkml:trace>
  <inkml:trace contextRef="#ctx0" brushRef="#br0" timeOffset="10073.26">20903 16910 402 0,'0'0'237'0,"0"0"-75"16,0 0-36-16,0-22-51 16,3 18-23-16,14-2-23 15,3 6-11-15,1 0-6 16,-4 0-3-16,-3 0-4 16,-3 4-3-16,-3 14-2 15,0 14 0-15,-6 4 0 16,0 8 5-16,-2 0-4 15,0-2 4-15,2 3 1 16,0-5 0 0,3-6-4-16,1-10 0 0,4-2-1 15,-2-8-2-15,1-6-2 16,0-8-25 0,2 0-39-16,-8 0-99 15,1-8-228-15</inkml:trace>
  <inkml:trace contextRef="#ctx0" brushRef="#br0" timeOffset="10432.54">21255 16763 493 0,'0'0'192'16,"0"0"-118"-16,0 0 41 15,0 0 23-15,-22-9-87 0,22 9-21 16,0 0-30 0,29 0 3-16,11 0 12 15,11 0 4-15,7 0-13 16,0 0 3-16,0-5 1 15,-14 0 13-15,-13 5 1 16,-15 0-1-16,-13-4-7 16,-3 4-9-16,0 0 1 15,-3 0-8-15,-21 0-14 16,-5 4-33-16,14-4-143 16,5 0-380-16</inkml:trace>
  <inkml:trace contextRef="#ctx0" brushRef="#br0" timeOffset="11007.1">21754 16369 531 0,'0'0'164'0,"0"0"-85"16,0 0 51-16,-2-36-7 16,2 36-78-16,0-3 7 15,0 3-9-15,0 0-9 16,0 0-11-16,0 8-18 15,0 19-5-15,9 17-4 16,9 10 4 0,0 4 12-1,-1 6-8-15,-1 2 1 0,-3-4-4 16,1 1 0-16,-1-5 3 16,1-10-3-16,-3-12 3 15,-3-8-4-15,-3-24 0 16,-3-4 1-16,5 0 0 15,4 0-1-15,5-30 8 16,6-8 10-16,2-14 10 16,-1-6-7-16,-4-10-1 15,2-21 0-15,-1-5-7 16,-2 0 1-16,4 15-12 16,-4 21-1-16,-5 16 1 15,-2 12 5 1,-6 16-4-16,-5 10-3 0,0 0-5 15,0 4 5-15,0 0-39 16,0 12-40-16,-5 10-48 16,1-4-85-16,-1-4-217 15</inkml:trace>
  <inkml:trace contextRef="#ctx0" brushRef="#br0" timeOffset="11287.8">22246 16736 471 0,'0'0'270'0,"0"0"-237"16,0 0 88-16,0 0 6 15,19 134-71 1,-13-98-17-16,-6 4-9 0,4 0-22 15,1-6-7-15,0-10 1 16,-1-6-1 0,1-10-2-16,-1-4-1 15,-4-4-33-15,0 0-52 16,0-4-116-16,0-14-239 16</inkml:trace>
  <inkml:trace contextRef="#ctx0" brushRef="#br0" timeOffset="11507.07">22057 16754 145 0,'0'0'632'0,"0"0"-584"16,0 0 31-16,0 0 47 16,0 0-92-16,31-28-27 15,21 28 10-15,6-3-3 16,4 2-6-16,3-3-7 15,-5-5 0-15,-6 4-1 0,-12 0-1 16,-18-3-33 0,-24 8-162-16,0-4-484 15</inkml:trace>
  <inkml:trace contextRef="#ctx0" brushRef="#br0" timeOffset="11803.27">22612 16659 298 0,'0'0'455'15,"0"0"-316"-15,0 0-66 16,0 0 3-16,0 0-35 16,-80 99-29-16,51-45 0 15,2-4 0-15,14 2-12 16,13-12-2-16,0-8-1 16,0-10-5-16,24-8 7 15,23-14 1 1,6-6 19-16,5-30-16 0,-4-12 12 15,-25 0 20-15,-14-2 8 16,-15 6-6-16,0-2-7 16,-17 11-8-16,-16 7-13 15,-3 10-5-15,5 14-4 16,2 4-1-16,21 0-36 16,4 6-88-16</inkml:trace>
  <inkml:trace contextRef="#ctx0" brushRef="#br0" timeOffset="12303.15">22782 16106 515 0,'0'0'227'16,"0"0"-127"-16,0 0 20 0,-10-28 8 15,10 28-53-15,0 0-30 16,0 0-23-16,0 0-7 15,0 0-7 1,0 0 1-16,12 0-8 16,15 2-1-16,10 24 4 0,21 28-1 15,5 16 1 1,4 20 0-16,1 17-4 16,-14-3 11-16,-4 6 0 15,-17 3-6-15,-14-1 6 16,-17-6 5-16,-2-4 2 15,-23-7 0-15,-27-11 3 16,-12-12-15-16,-9-14-1 16,-5-14-3-16,5-4-10 15,17-12-18-15,16-10-31 16,38-18-38-16,0 0-211 16</inkml:trace>
  <inkml:trace contextRef="#ctx0" brushRef="#br0" timeOffset="14950.1">16335 15129 300 0,'0'-16'220'16,"0"8"-161"-16,0 4 63 16,0 0-61-16,0 2-23 15,0 2 1 1,0 0 3-16,0 0 1 0,0 0 0 15,0 0-2 1,0 0-5-16,0 0-17 16,-6 0-6-16,-11 0-3 0,-10 16-3 15,-9 10 7-15,-5 10-5 16,-9 18 9 0,-4 17 3-16,-2 15 24 0,2 10-26 15,10 3 0 1,11-9-6-16,10-2-6 15,13-12 0-15,7-22-1 16,3-10-3-16,0-30 0 16,0-5-3-16,0-9-3 0,0 0 0 15,0 0 2 1,0 0-9-16,0-14-38 0,-4-11-55 16,-5 10-154-16,-2 2-185 15</inkml:trace>
  <inkml:trace contextRef="#ctx0" brushRef="#br0" timeOffset="15277.65">15759 15601 414 0,'0'0'214'16,"0"0"-113"-16,0 0 19 16,0 0 30-16,-16-31-54 15,14 31-36-15,0 17-28 16,2 19-27-16,0 14 13 15,0 0 10-15,0 2-6 16,12-2-16-16,5-6-6 16,-2-4 4-16,5-4-4 15,-2-9 2-15,-3-9-2 16,4-4 0-16,-4-14 0 16,7 0 2-16,5 0-2 15,4-9 5-15,3-13 0 16,-1-1-1-16,-4-4 2 15,-4 9-6-15,-8 0 0 16,-3 8-2 0,-5 6-21-16,-3 0-214 0,-6 4-103 15</inkml:trace>
  <inkml:trace contextRef="#ctx0" brushRef="#br0" timeOffset="16211.33">16158 14690 463 0,'0'0'80'16,"0"-18"-28"-16,0 10 79 15,0 4-25-15,-14 4-43 16,-13 0-34-16,-8 0 0 16,-5 0-25-16,-12 4 8 15,-2 10 13-15,4 0 4 16,0 6 5-16,15-6 1 0,12-4-8 15,13 6-8-15,10-7-19 16,0 5-2 0,15 4-14-16,28 0 12 15,10-4 9-15,4 0-2 16,1 2-3-16,3-1-4 16,-14 8-1-16,-16-5 3 15,-16 2-5-15,-15-2-5 16,0 2-3-16,-27 4-3 15,-15-4 18-15,-11-2 10 16,-8-2 4-16,4-8 14 0,6 2-12 16,13-10 6-1,13 0-2-15,14 0-9 16,11-18-10-16,0-12-15 16,14-6-13-16,25 0-44 15,22-14-56 1,-3 2-75-16,-34 30-133 0,-6 0-72 15</inkml:trace>
  <inkml:trace contextRef="#ctx0" brushRef="#br0" timeOffset="17320.59">16133 14455 386 0,'0'0'104'16,"0"0"-38"-16,0 0 78 15,0 0-112-15,17-41-29 16,-17 41 2-16,2 41 3 15,4 24 100-15,0 11-44 16,1 8-33-16,1-6-13 16,0-6-4-16,-2-1-9 15,1-13-2-15,-3-14 2 16,0-18-4-16,-1-16 1 16,-1-10 6-16,1 0 25 15,1 0-1 1,0-28-7-16,5-14 39 0,2-8-58 15,3 0 1-15,-6 6-6 16,4 2 2 0,-3 13 0-16,-5 14-3 0,-2 8 2 15,-2 7-2-15,0 11-2 16,2 25-13-16,7 14-9 16,7 8 24-16,7-6 6 15,-2-6-4-15,2-14-2 16,-3-12 0-16,0-10-2 15,2-10 2-15,5 0 4 16,2-12 3-16,4-28 1 16,1-6 0-16,-3-12-5 15,-8 4-2 1,-8 6 4-16,-11 2-3 16,-4 19 1-16,0 9 1 15,-4 12-3-15,-18 6-1 16,-5 2-8-16,0 26-6 0,3 16 13 15,5 5 1-15,11 1 0 16,8 4-2 0,0-10-2-16,0-4 4 15,4-14-4-15,14-8 1 16,9-10 3-16,22-8 3 16,6 0 2-16,6-8 3 15,-1-26-3-15,-25-2-2 16,-10-4-3-16,-2-6 0 15,-13 2-4-15,-7 4-2 16,-3-1 6-16,0 15-2 16,-9 6 2-16,-7 12 2 0,1 8-1 15,-8 0 1 1,1 2 0-16,0 32 6 16,4 8-1-16,5 9 1 15,13 13-4-15,0-6-4 16,0-14 0-16,27-12-1 15,6-18-2-15,5-10 2 16,6-4 1-16,5 0 6 16,-2-2-1-16,-2-24-2 15,-8-8-3-15,-3-6-5 16,-5-2-21-16,-5-2-23 16,-3 0-28-16,-8-1-176 15,-9 8 103-15,-2 6 51 16,-2 3 99-16,0 2 1 15,0 2 43-15,0 4 31 16,-4 4 34-16,2 12-2 16,2 2-30-16,0 2-7 15,-2 0-37-15,-1 0-26 16,3 0-7-16,-2 0-4 16,2 22-7-16,0 14 11 15,0 6 6 1,0 9 11-16,0 4 31 0,0-1-35 15,0-1-5-15,0-7-5 16,13-4-3 0,-1-10 3-16,-3-10-6 0,-5-14-1 15,-2-6-25-15,-2-2-17 16,0 0-40-16,0-8-41 16,0-8-124-16,0 0-354 15</inkml:trace>
  <inkml:trace contextRef="#ctx0" brushRef="#br0" timeOffset="17836.5">17075 14345 340 0,'0'-52'179'0,"0"46"-73"16,0 4 5-16,0 2-18 15,0 0-47 1,0 30-30-16,0 14 40 16,10 19 4-16,0 9-34 15,1 26-15-15,1 4-3 16,3 2-5-16,-1-1-1 15,-3-31-2-15,1-14 0 16,-2-16 3-16,1-10 0 16,1-14-3-16,1-8 11 15,3-7-4-15,5-3 3 16,11 0-1-16,5-25-4 16,0-9 7-16,-8-12-44 15,-27 24-214-15,-2-2-411 16</inkml:trace>
  <inkml:trace contextRef="#ctx0" brushRef="#br0" timeOffset="18007.75">17073 14752 661 0,'0'0'193'15,"0"0"-186"1,0 0 2-16,134-26 105 0,-65 26-107 15,0 0-7-15,-3-4-5 16,-49 4-210 0,-11 0-550-16</inkml:trace>
  <inkml:trace contextRef="#ctx0" brushRef="#br0" timeOffset="18364.3">18078 14770 388 0,'0'0'79'0,"0"0"46"16,0 0 58-16,0 0-84 15,-13-50-22-15,-3 44-28 16,-4 4-15-16,-4 2-27 15,-3 0-4-15,-6 0-2 16,2 18-1-16,-1 10 7 16,8 11-3-16,10 7-3 15,7 4-3 1,7 2-1-16,0-8 2 16,25-8 0-16,4-12 1 15,2-12-3-15,2-6 3 0,-1-6 5 16,-1-12-5-16,-2-28-21 15,-25 14-113-15,-2-4-187 16</inkml:trace>
  <inkml:trace contextRef="#ctx0" brushRef="#br0" timeOffset="19254.18">18094 14430 718 0,'0'0'208'16,"0"0"-208"-16,0 0 6 0,0 104 20 15,0-38 10-15,7 6-10 16,1 4-15-16,1-5-1 16,0-3-3-16,-2-14-7 15,-3-14 6-15,1-14-2 16,-3-16 8-16,-2-10 7 16,2 0-5-16,2-2 27 15,4-28-9-15,2-14-19 16,1-4-10-16,5-4-2 15,-3 8-2 1,-3 13 3-16,-6 13-2 16,-4 18 0-16,0 0-2 15,0 24-6-15,0 20-26 16,2 9 29-16,9-3-2 16,7-2 5-16,0-16-14 0,6-6 10 15,1-16 2 1,0-8-1-16,8-2 6 15,0-12 8-15,3-24-3 16,-5-8-2-16,-4-14-1 16,-7 0-1-16,-11 5-2 15,-9 11-1-15,0 24-3 16,-9 14 4-16,-22 4 2 16,-7 8-1-16,-2 34 0 15,2 11 0-15,16 7-2 16,9 0-1-16,13-10-9 15,0-14-16-15,0-14 1 16,8-12-1-16,9-10 27 16,6 0 9-16,4-20-3 15,8-34 6-15,1-8-12 16,-5 0-19-16,-4 1-43 16,-13 21-20-16,-6 12-10 15,-5 14 34-15,-3 6 58 16,0 8 3-16,0 4 60 15,0 22-63-15,0 16 11 16,0 7-6-16,6 3 5 16,17-2 2-16,1-6 16 15,3-8-6-15,0-6 7 16,-10-6-11-16,-1-8-5 16,-7-6-2-16,-9-4-6 15,4-4 2-15,-4-2-6 16,0 0 15-16,0-8 8 15,-18-14-1-15,3-10-19 16,4-6-1-16,6-8 15 16,5-4-1-16,0 2-3 15,0 8-2 1,12 9 3-16,7 9 51 0,2 7-56 16,3 2-6-16,1 5-4 15,6 4-5 1,2 4 0-16,1 0-36 0,-1 0-113 15,-10 4-126-15,-2 4-42 16,0-6 10-16</inkml:trace>
  <inkml:trace contextRef="#ctx0" brushRef="#br0" timeOffset="19806.25">19036 14734 174 0,'0'0'168'0,"45"-14"15"16,-28 2-45-16,-8 4-43 16,-7 4 16-16,-2 2 84 0,0 2-108 15,0 0-53-15,-24 10-31 16,-9 38 0-1,4 11-2-15,9 0-1 0,9 0-4 16,11-25-12-16,0-12 2 16,0-10 7-16,0-12 1 15,15 0 6-15,3 0 1 16,2-6 9-16,-2-8 3 16,-7 4-7-16,-4 6 1 15,-5 4-6-15,0 0-4 16,1 32-18-1,3 20 21-15,1 8 15 0,4 27-14 16,0 3 2 0,-2-10-3-16,-3-12 0 15,-1-32 1-15,-2-16 0 16,-3-10 3-16,0-10 16 16,2 0 5-1,-2-8 13-15,0-28-1 0,0-10-3 16,6-6-21-16,13-6-12 15,6-14 1 1,9-9-2-16,7-15 0 16,-2 4-1-16,6 8-4 15,0 12 4-15,-12 23-1 16,-11 17 2-16,-15 20 0 16,-7 12 0-16,0 0 0 0,-11 4-4 15,-16 24-17 1,-2 11 21-16,7 11 2 0,7 4-2 15,9-2-1-15,6-2-1 16,0-10 1 0,27-8-2-16,14-12-3 0,10-4 5 15,7-12-1-15,-36-4-59 16,-1 0-302 0</inkml:trace>
  <inkml:trace contextRef="#ctx0" brushRef="#br0" timeOffset="19916.21">19647 15025 1065 0,'0'0'93'15,"0"0"-63"1,-11-22-74-16,6 18-411 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25:14.46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20027 1816 247 0,'8'-14'87'0,"-8"4"-71"15,0 1 45-15,0 0 50 16,2 1-51-16,0 2-32 15,0 2 6-15,3-1-9 0,-3 2 1 16,0-1 1-16,-2 2 3 16,0 2 9-16,0-2 2 15,0 2 17 1,0 0 36-16,0 0-61 16,0 0-10-16,0 0 0 15,0 0-4-15,0 0-9 16,0 0-10-16,0 0 1 15,0 0-1-15,0 0 3 16,0 8 2-16,-15 14-4 16,-6 10 9-16,-6 11-2 15,-6 7 2-15,-2 16 1 16,-10 16 1-16,-4 12-7 16,-9 21 8-16,-6 17 21 15,-3 10-10-15,-5 5-12 16,1-5-9-16,-14 10 11 15,3-17-1-15,4-17 1 0,11-18 0 16,22-39 3-16,12-13 4 16,6-8-7-16,10-12 5 15,5-8-11-15,5-8-1 16,5-6 1-16,2-4-3 16,0-2-2-16,0 0-1 15,0 0 3-15,-2 0 6 31,2 0-5-31,0 0-2 16,0 0 0-16,0 0-4 16,0-10-7-16,0-14-31 15,0-12-47-15,0 0-22 16,0 22-79-16,0-3-366 16</inkml:trace>
  <inkml:trace contextRef="#ctx0" brushRef="#br0" timeOffset="640.47">20090 2288 480 0,'0'0'97'16,"0"0"-88"-16,16-46 0 15,-16 43 84-15,0 3-17 16,0 0-10-16,0 0-9 16,0 0-19-16,0 0-12 15,-18 21-9-15,-12 17-1 16,-3 14 4-16,0 14-17 16,2 4 9-16,4 7-1 15,14 13 3 1,11-8-6-16,2-10-4 0,0-12-1 15,24-28-2-15,2-12-2 16,11-12 1-16,5-8 0 16,9 0 12-16,6-33 18 15,4-12 11-15,1-11-13 16,-4-10-4-16,-6-10-1 16,-13-11-3-1,-12-7 16-15,-15 2-17 0,-12-2-4 16,-10 12 16-16,-46 1 6 15,-6 17 11 1,-2 18-7-16,-1 20-28 16,19 26-13-16,-1 6-6 15,0 42-3-15,4 18-5 16,6 14-22-16,12 5-54 0,8-7-39 16,17-52-118-16,0-8-370 15</inkml:trace>
  <inkml:trace contextRef="#ctx0" brushRef="#br0" timeOffset="953.41">20094 2689 673 0,'0'0'150'0,"0"0"-122"0,0 0 40 15,3 0 76 1,-1 0-67-16,0 4-36 0,5 12-41 15,6 14-2 1,5 10 5-16,-1 10 20 16,8 2-10-16,0 2 0 15,12 9 0-15,-1-9-8 16,0-8 2-16,-7-10-4 16,-13-18-2-16,-3-8 1 15,-8-6 1-15,-1-2-1 16,-4 0 2-16,2-2-4 15,-2 0 1-15,5 0-1 16,-3 0-4-16,-2-6-50 16,0-4-88-16</inkml:trace>
  <inkml:trace contextRef="#ctx0" brushRef="#br0" timeOffset="1421.54">21006 2883 642 0,'0'0'31'16,"0"0"67"-16,0 0 56 15,0 0-55 1,51-50-26-16,-69 48-31 0,-20 2-25 15,-13 0-2-15,-5 8-6 16,-1 14 2-16,3 0-2 16,9 4 1-16,14 0 3 15,11 1-4-15,16-4-3 16,4 2-6-16,4-1-5 16,34-2 0-1,11 0 1-15,9 0 4 0,4-4 8 16,-4 0-5-1,-6-2-2-15,-21-4-1 16,-18-2-2-16,-13 0-4 16,-5-4-5-16,-45 0 11 15,-20-2 14-15,-10-4-3 16,-5 0-2-16,14 0 11 0,16 2 3 16,13 2-7-16,19 0-13 15,11-2-3 1,8 0-2-16,4-2-40 15,0 0-107-15,0 0-306 16</inkml:trace>
  <inkml:trace contextRef="#ctx0" brushRef="#br0" timeOffset="5232.68">28325 9180 258 0,'0'-4'161'16,"0"2"-104"-16,0 0 2 15,0-1 38-15,0 3 32 16,0 0-80-16,0 0-12 16,0 0 0-16,0-1 1 15,0 1 5-15,0 0-3 16,0 0 3-16,0 0-1 15,0 0-2-15,0 0-4 16,0 0-4-16,0 0-8 0,0 0-8 16,0 0-9-16,0 0-4 15,0 0-2-15,0 0 0 32,0 8-1-17,-12 24-5-15,-13 20 5 0,-16 16 9 0,-8 12 3 31,-23 25 2-31,-1 5-2 16,0-8 8-16,8-8-3 16,20-27-11-16,10-17-3 15,6-6 7-15,6-10 2 16,10-8-5-16,4-10 1 16,7-4-2-16,-3-6 1 15,5-6-1-15,-2 0-2 16,2 0-2-16,0 0 4 15,0 0-5-15,0 0 1 0,0 0-2 0,0-2-4 16,0-18-39-16,16-10-34 16,-9 10-39-16,-3 4-223 31</inkml:trace>
  <inkml:trace contextRef="#ctx0" brushRef="#br0" timeOffset="6013.7">28483 9533 178 0,'0'0'172'0,"0"0"-87"0,0 0 145 16,52-87-138-16,-46 73-15 31,-4 4 2-31,-2 5-15 16,0 2-10-16,0 3-4 0,0 0-15 0,0 0-14 31,-13 0-12-31,-13 0-6 0,-9 18 3 15,-4 8 0-15,-1 10-4 0,0 11-2 32,1 7 2-32,6 6 2 0,4-2-2 31,10-4 1-31,5-3 7 0,9-5-7 0,5-6 1 0,0-8-3 16,21-6-1 15,21-8-5-31,9-8 5 0,9-10 10 0,-5 0-6 15,-1-8-4-15,-5-20-3 16,-4-7-31-16,-2-2-4 0,-8-2 5 16,-4-1 4-16,-8 8-18 15,-12 10 10-15,-7 8 36 16,-4 6 1 15,0 8 47-31,0 0-7 0,0 0-33 0,-11 8-7 31,-20 31 4-31,4 6 2 0,2 5 5 0,7 0-3 32,18-11 0-32,0-13 1 15,0-4 1-15,0-8 7 16,14-10-8-16,5-4-2 16,6 0 6-16,4-6 13 15,4-20 3-15,-3-10 8 16,-8-4-16-16,-9 4-3 0,-6 2-7 0,-7 7-2 15,0 8-8-15,-16 6-1 16,-21 9-1-16,-13 4-8 16,0 0-10-16,11 20-17 15,18 6-36-15,18-1-37 32,3-10-189-32,5-12-31 15,16-3 56-15</inkml:trace>
  <inkml:trace contextRef="#ctx0" brushRef="#br0" timeOffset="6263.53">29174 9677 276 0,'0'0'109'0,"0"0"28"16,0 0 1-16,-3 22-45 31,-18 8 3-31,-6 10 11 15,-4 5-42-15,-3 1-16 16,-2-2-8-16,3 0-10 0,4-8-4 0,2-8 1 16,7-4-23-16,4-8-4 15,10-8-1-15,4-6-5 16,2-2-74 0,0-4-102-16,0-16-79 0</inkml:trace>
  <inkml:trace contextRef="#ctx0" brushRef="#br0" timeOffset="6475.42">28913 9657 131 0,'0'0'858'0,"0"0"-850"0,0 0 53 0,0 0 46 16,0 0-48 15,5 154-30-31,26-91-18 15,9 1-2-15,-2-16 2 0,0-8 2 16,0-12-11-16,-5-10 0 16,-6-12-4-16,-9-6-22 0,-18 0-79 15,0-10-211-15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2:06:19.96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11791 8408 153 0,'0'0'56'16,"0"0"-19"-16,0 0 12 15,0 0-4-15,0 0-16 16,0 0-8-16,0 0 29 16,0 0-9-16,0 0 10 15,0 0 6-15,0 0-39 16,0 0-7-16,0 0-3 16,0 0 29-16,0 0-17 15,0 0 1 1,4 0 19-16,11 0-24 15,1 0 17-15,7 0-9 0,6 0-16 16,4 0 18-16,7 0-1 16,2-4 1-16,-1 1-2 15,-4 0-4-15,-6 1-11 16,-2-4-8 0,-8 2 3-16,-8 1-3 15,-5 0-1-15,-3 1 0 0,-5-2 4 16,3 0 6-1,-3 2 1-15,0-1 1 16,0 3-12-16,0 0-4 16,0-1-23-16,0 1-44 15,0-3-10-15,0 3-41 0,-3 0-37 16,-2-1-36-16,3-1-141 16</inkml:trace>
  <inkml:trace contextRef="#ctx0" brushRef="#br0" timeOffset="812.27">12466 8242 402 0,'0'0'82'0,"0"0"-63"15,0 0 15-15,4-45 57 16,-4 31-24-16,-2 4-36 16,-14-2 1-16,-6 2 11 15,-2 2 4-15,-10 0-33 16,-3 2-8-16,-4 4-1 15,-3 2-2-15,1 0-3 16,-1 0 0-16,-2 0-1 16,5 0 4-16,1 0-1 15,4 0 0-15,7 6-1 16,-4 4-1 0,4 6 0-16,-2 2 1 0,2 4 2 15,8 0-2-15,-3 0 3 16,4 2 1-16,0 5-2 15,-1 0-3-15,6 4 1 16,1-1 0-16,4-2 8 16,3-2-5-16,5-2-3 15,0-4 3-15,2 0-4 16,0-6-1-16,0 0 0 16,0-2 0-16,15 2 1 15,14 2-2 1,8-2-1-16,9 1 2 15,0-8-10-15,5-3-12 0,1-2-6 16,3-4 7-16,1 0-1 16,0 0 2-16,-3 0-3 15,-4 0 2-15,-4-12 8 16,-1-2 12 0,-3-2 2-16,-3-2 5 15,-5 2 7-15,-2-2 6 0,-4 0 1 16,0-6 16-1,-8-2-8-15,-7-2-7 16,-6-6 19-16,-6-2-11 16,0-4 18-16,-13-4 5 15,-13 1-6-15,-9 3-12 0,-2 6-1 16,1 10-17-16,-1 6-1 16,1 6-12-16,1 8-2 15,0 4-19 1,9 0-111-16,2 2-25 15,21 10-72-15,3 2-114 16</inkml:trace>
  <inkml:trace contextRef="#ctx0" brushRef="#br0" timeOffset="1405.89">12742 8383 505 0,'-25'0'64'0,"19"0"-62"15,6 0 26-15,0 0 133 16,0 0-161-16,0 0-14 16,0 0 14-16,25 0 13 15,8 0 7 1,7 5-16-16,6-5 6 15,-3 0-3-15,1 0-4 0,-1 0-1 16,-3 0 0-16,-2 0-2 16,-5 2-9-16,-4-2-27 15,-4 0-21-15,-3 0 4 16,-7 0-55 0,-15 0-24-16,0 0-265 15</inkml:trace>
  <inkml:trace contextRef="#ctx0" brushRef="#br0" timeOffset="1953.01">13270 8221 361 0,'0'0'168'15,"0"0"-116"1,0 0 19-16,0 0-11 15,-139-62-14-15,104 58 11 16,-11 0-51-16,-2 4 24 16,0 0-30-16,-2 0 24 15,13 0-4-15,1 0-19 16,3 8 2-16,4 4 1 16,2 4-4-16,5 4 0 15,3 4-1-15,4 5 6 16,7 7 6-16,5 1-5 15,3 8-3-15,0-3 10 16,3 0-13-16,14-2 0 16,8-4 4-16,10 4-3 15,12-8 5-15,4-4-5 16,7-8-1-16,-2-14-11 16,6-6 11-16,5 0-4 15,11 0 13-15,7-7-18 16,-1-14 6-16,-1-1-13 15,-12-4 0-15,-11-2-4 16,-13-4 20-16,-15-2 0 16,-15 0 16-16,-13-2 23 15,-4 2 12-15,0 2-26 16,-46 3 25 0,-8 11-35-16,-13 10-3 0,-6 5-12 15,9 3-4-15,-4 0-51 16,8 0-21-16,7 14-30 15,6-3-16-15,11 2-73 16,32-8-33-16</inkml:trace>
  <inkml:trace contextRef="#ctx0" brushRef="#br0" timeOffset="2529.25">13867 8426 33 0,'-15'-8'597'16,"10"8"-535"-16,5-2-58 16,0 0-4-16,0 2 66 15,0-2-11-15,0 2-34 16,0 0-16-16,9-2-5 15,8 0 5-15,6 0 60 16,4-3-53-16,4 0-1 16,0 1-6-16,2 0-5 15,-4 2-17-15,-2 2-14 16,-4 0-35-16,-12 0-61 16,-11 0-68-16,0 0-44 15</inkml:trace>
  <inkml:trace contextRef="#ctx0" brushRef="#br0" timeOffset="3102.97">14251 8185 285 0,'0'0'124'16,"0"0"-41"-16,0 0-20 16,-135-40 25-16,95 38-48 15,-4 2-31 1,-3 0 21-16,1 0 6 0,1 0-6 16,0 0-10-16,-2 2-4 15,5 14-7-15,7 6 1 16,6 4-3-16,10 4-5 0,9 9-2 15,0 7 0 1,10 4 0-16,0 2 3 0,0-2-3 16,0-4 4-16,12-4-5 15,10-6 5-15,10-1-3 16,7-6-1-16,10-4 22 16,11-6-22-16,8-5-5 15,7-7 5-15,27-7 10 16,1 0-7-1,-3 0 3-15,-4-21-6 16,-34-5-21-16,-12-3-6 0,-13-10 27 16,-12-5 1-16,-14-10 11 15,-11 0 10-15,0 0-1 16,-9 7 16-16,-22 11-12 16,-6 8 35-1,-11 9-30-15,-3 2 29 16,-10 7-56-16,-3 6-3 0,-3 4-12 15,-8 0-51 1,10 2-68-16,47 5-96 16,10 0-184-16</inkml:trace>
  <inkml:trace contextRef="#ctx0" brushRef="#br0" timeOffset="3556.49">14823 8468 393 0,'0'0'155'0,"-34"-10"-108"15,34 10-45-15,0-2 92 16,0 2-12-16,0-2-51 15,0 2 12-15,0 0-18 16,0 0-22-16,0 0 3 16,18 0 13-16,5-2-19 15,8 0 23-15,0-2-6 16,-3 0-17-16,5 4-15 16,-5-2 15-1,-6-2-106-15,1 4-14 0,-21-4-89 16,-2 4-30-16</inkml:trace>
  <inkml:trace contextRef="#ctx0" brushRef="#br0" timeOffset="4071.49">15215 8203 469 0,'0'0'10'0,"0"0"-7"16,-120-26-3-16,71 24 56 15,0 2 9-15,-1 0-27 16,2 0-17-16,-4 6-6 16,6 10 18-1,1 8-9-15,3 6 27 0,9 4-48 16,6 5 5-16,6 1-8 15,11 12 8 1,7 0 0-16,3-4-5 16,0-6-1-16,15-10 9 0,14-2-11 15,9-1 0 1,7-3 0-16,9-6 4 0,6-4 2 16,9-6-6-16,6-6 0 15,6-4 17-15,2 0-15 16,-6 0-2-1,-6-3 2-15,-9-16-4 16,-8-8-21-16,-14-4 23 16,-9-18 21-16,-17-3 2 15,-14-4 30-15,0-2 6 16,-16 14-16-16,-17 4 7 16,-9 4-23-16,-6 9-20 15,-4 9-1-15,-4 9-6 16,-2 2-27-16,2 7-70 15,41 0-82-15,5 0-124 16</inkml:trace>
  <inkml:trace contextRef="#ctx0" brushRef="#br0" timeOffset="4517.35">15672 8410 391 0,'0'0'153'16,"0"0"-133"-16,-21-6 112 16,21 3-38-16,0 2-59 15,0-3-21-15,10 0-10 16,14 2 26-1,5-5-22-15,4 6-6 16,-2-1-2-16,1-2-9 0,-1 4-16 16,-4 0 7-16,-5 0-16 31,-4 0-7-31,-5 0-48 0,-13 0-63 16,0 0-49-16</inkml:trace>
  <inkml:trace contextRef="#ctx0" brushRef="#br0" timeOffset="5098.26">16140 8225 402 0,'0'0'85'0,"0"0"-1"0,0 0 1 16,-83-46-39-16,47 46-15 16,-14 0-11-1,-4 0 5-15,-4 0-8 16,-2 0 4-16,12 4-9 0,2 4 4 16,4 2-2-16,1 2 0 15,8 0-5-15,8 2-2 16,8 3 2-16,5 5 4 15,6 1-6-15,4 9-5 16,2 0 11 0,0 3 7-16,0-3-15 0,20-2 0 15,7 2-3 1,15 0 0-16,10 0 3 16,6-2-3-16,8-5-2 15,-6-10 2-15,5-3 0 16,4-2-2-16,0-6-8 15,0-1-7-15,-2-3 9 0,-4 0 6 16,-3 0-3 0,-10 0-4-16,-7-19 4 15,-14-2 3-15,-11-6 10 16,-9-5 13-16,-9-6 24 16,0-2 3-16,0-8-23 15,-27 4-13-15,-8 7-6 16,-8 8-8-16,5 13-1 15,1 6-2-15,-4 3-19 16,5 6-60-16,7 1-57 16,23 0-71-16,4 0-189 15</inkml:trace>
  <inkml:trace contextRef="#ctx0" brushRef="#br0" timeOffset="5516.91">16665 8488 428 0,'0'0'225'0,"0"0"-176"15,-6-10-46-15,6 10 82 16,0-4-16-1,13 2-51-15,7-4-17 16,7 4 4-16,4 0-19 0,0 0 14 16,9 0-19-1,1 2 18-15,-3-2-60 16,-5-2 8-16,-10 2-65 16,-23 0-109-16,0-2-38 15</inkml:trace>
  <inkml:trace contextRef="#ctx0" brushRef="#br0" timeOffset="6045.11">16998 8199 191 0,'0'0'427'16,"0"0"-345"-16,0 0-72 15,0 0 13-15,-96-42 21 16,62 42-13-16,-1 0-5 16,-4 0 2-16,2 4-25 15,1 12 23-15,3 6 5 16,2 8-10-16,4 8-20 16,6 5-1-16,6 12 0 15,9 0 3-15,6-3 4 16,0-4-4-16,0-16 1 15,15 0 2-15,8-6-6 16,6-1 0-16,2-6-3 16,6-2 10-16,5-7-2 15,8-5-5-15,6-2 1 0,6-3 10 16,7 0-4-16,0 0-1 16,-3-17 3-16,-5-6-4 15,-8-8 0-15,-3-15 4 16,-17-4 10-16,-10-2-3 31,-17 4 17-31,-6 12-10 0,0 6-8 0,-25 2 17 31,-10 6-25-31,-10 8-7 16,-12 5 0-16,-9 4-9 16,-3 5-36-16,-4 0-40 15,51 0-108-15,1 0-128 16</inkml:trace>
  <inkml:trace contextRef="#ctx0" brushRef="#br0" timeOffset="8332.92">17650 8446 169 0,'-4'-2'32'0,"4"0"-25"16,-2 2 25-16,0-2 8 15,-1 0-12-15,3 2-4 16,0 0 11-16,0 0 7 15,0 0 6-15,0 0 0 16,0 0-10-16,0 0-2 0,0 0-11 16,0 0-5-1,0 0 7-15,0 0-2 0,0 0-3 16,0 0-9 0,3 0-4-16,14 0 8 15,10 0-5-15,4 0 28 16,20 0-31-16,5 0 18 15,4 0-5-15,1 4-9 16,-15 0 10-16,-3 2 7 16,-10 0-11-16,-9-4-6 15,-12 0-5-15,-8 0-4 16,-2-2-3-16,-2 2 2 16,0-2 1-16,0 0 4 15,0 2-8-15,0-2-46 16,0 0 4-16,0 0-42 15,-4 0-80-15,-3 0-110 16</inkml:trace>
  <inkml:trace contextRef="#ctx0" brushRef="#br0" timeOffset="9395.66">18122 8336 250 0,'3'-14'97'16,"-3"3"-43"-16,0 0 34 15,0-1-20-15,0-1 3 16,0-2-15-16,-16 0-12 15,-11-1-10-15,-8 2-12 16,-1 4-13-16,-3 0-1 16,-7 0-1-16,2 2-1 15,-1 2-6-15,3 4 2 16,-1 0-2-16,6 0 7 16,3 2-3-16,1 0 7 15,2 0-3-15,2 8-3 16,0 14-5-16,0 8-1 15,4 8-2-15,-4 10 3 16,3 6 9-16,4-3-4 16,1-7-3-16,13-12-2 15,5-4-8-15,3-2 7 16,0 2-1-16,0-2 0 16,18-2 2-16,9 1 0 15,11-3 1-15,6-7-1 16,10-1 0-1,4-3 4-15,7-5 10 0,-1-1 1 16,3-2 0-16,-3-3 1 16,15 0-13-1,-8 0-3-15,-5 0 0 16,-5-12 7-16,-24-2 12 0,-8-3 3 16,-6 3 7-16,-8-1 14 15,-5-3-33-15,-8-4 28 16,-2-5 0-16,0-5-23 15,0-4 48-15,-21-2-37 16,-12 2-8 0,-7 6-18-16,-11 2-17 0,-5 6-29 15,0 5-73-15,32 16-42 16,6 1-184 0</inkml:trace>
  <inkml:trace contextRef="#ctx0" brushRef="#br0" timeOffset="10989.04">18570 8468 22 0,'0'0'49'16,"0"0"24"-16,0 0 2 15,0 0-22-15,0 0-12 16,0 0-7-1,-2 2 8-15,0 0 38 0,-2 0-59 16,0 2-8-16,0-2 1 16,4 0 23-1,-2 0 2-15,2-2 0 16,0 0-8-16,0 0-5 0,-2 0-14 16,2 2-2-16,0-2-2 15,0 0 5-15,0 0-3 16,0 0-4-16,0 0 6 15,0 0 6-15,0 0-4 16,0 2-3 0,4 4 41-16,17-6-33 0,6 0-1 15,8 0-8-15,19 0-3 16,2 0 0 0,2 0-7-16,-10 0 0 15,-19 0-3-15,-6 0-10 16,-12 0-12-16,-3 0 15 15,-5 0-11-15,-3 0 15 16,0 0-19-16,0 0-15 16,0 0-35-16,0 0-78 15,-9 0-42-15</inkml:trace>
  <inkml:trace contextRef="#ctx0" brushRef="#br0" timeOffset="11597.79">18938 8301 267 0,'0'0'100'0,"0"0"-74"16,0 0-4-16,-100-70 47 15,69 60-22-15,-8 6-8 16,10 4-18-16,1 0 18 16,-1 0-20-16,0 0-3 15,-2 12 2-15,0 4-8 16,0 2-10-16,-3 2 0 16,3 4 5-16,4 5 8 15,0 0-9-15,9 4 10 16,3 3-14-16,1 2-3 15,8 2 1-15,6 8 2 16,0 0 18-16,0-2-14 16,8-4 0-16,13-13 18 15,6-1-19-15,6-5 12 16,7-2-8-16,9-3-3 16,5-8 11-16,3-4 13 15,8-6-10-15,0 0-2 16,-1 0 6-1,-3-6-7-15,-3-12 2 0,-6-6-17 16,-2-4 7-16,-8-5-7 16,-3-11 3-1,-8-3 6-15,-10-4 13 16,-9-1 24-16,-12 8-1 0,0-2-32 16,0 2 21-16,-18 1-16 15,-5 7-14-15,0 6 7 16,-7 10-11-16,-6 4-14 15,-4 10-10-15,-2 6-53 16,26 0-40 0,1 0-367-16</inkml:trace>
  <inkml:trace contextRef="#ctx0" brushRef="#br0" timeOffset="12160.19">19603 8406 263 0,'0'0'76'0,"-10"0"-51"16,10 0 68-16,0 0 23 16,0 0-41-16,0 0-35 15,12 0-10-15,9 0 89 16,10 0-82-16,5 0-24 15,5-2-3-15,9-2-6 16,2 2 0-16,-10 2-4 16,-3 0 6-16,-24 0-6 15,-7 0-23-15,-2 0 0 16,-6 0-15-16,0 0-17 16,0 0-41-16,0 0-93 15,-10 0-66-15</inkml:trace>
  <inkml:trace contextRef="#ctx0" brushRef="#br0" timeOffset="12689.42">19838 8197 444 0,'0'0'98'15,"0"0"-80"-15,-142-22-16 16,95 22 26 0,-3 0 31-16,0 0-43 0,5 0 6 15,1 0-6-15,-4 14-5 16,11 6-1 0,-1 4 0-16,9 8 2 15,13 4-1-15,7 5 0 16,9 3-3-16,0 0 0 15,0-2 4-15,9-2-2 16,13-2-5-16,10-4-5 0,3-1 0 16,8-1 13-1,3-6-6-15,4-6 4 16,4-4 12-16,3-9-21 16,5-3 7-16,25-4 1 15,7 0-5-15,-3-11 5 16,-4-15-10-16,-33-6-18 15,-12-4 18-15,-9-7 11 16,-13 1-9-16,-9 0 24 16,-9 2-8-16,-2 2 20 15,0 4-14 1,-19 7 2-16,-10 4-14 16,-9 5-12-16,-7 5-35 0,-6 8-56 15,-4 5-49-15,32 0-47 16,3 0-123-1</inkml:trace>
  <inkml:trace contextRef="#ctx0" brushRef="#br0" timeOffset="13093.18">20355 8414 316 0,'0'0'103'16,"0"0"-12"-16,-4 0-14 16,8 0-18-16,32 0-3 15,9 0 3-15,1 0-8 16,6 0-29-16,-13 0 17 16,-3 0-11-16,-5 0-15 15,-6 0-4-15,-5-2-9 16,-5 0 6-16,1 2 2 15,-3 0-8-15,-4 0-28 16,1 0 7-16,-8 0-122 16,-2 0-225-16,0 0 97 15</inkml:trace>
  <inkml:trace contextRef="#ctx0" brushRef="#br0" timeOffset="13655.55">20696 8274 70 0,'0'0'355'0,"0"0"-338"0,0 0 8 16,0 0 30-16,-94-51-28 15,59 49-15-15,-3 1 9 16,-5 1-5-16,10 0 5 15,-2 0 14-15,1 0-26 16,1 0 5-16,2 7-10 16,6 5-2-16,0 5 17 15,6 5-5-15,3 6-2 16,5 2 2 0,7 6-9-16,4 4 31 0,0-2-10 15,0 2-24-15,19-4 12 16,14 2 17-1,13-4-6-15,9-8 12 16,5-1-5-16,0-16-6 16,5 0 10-16,-2-5-31 15,6-4 0-15,-5 0-5 0,-6 0 5 16,-4 0-3 0,-10-7-2-16,-6-8 1 0,-7-8 8 15,-11 1-4 1,-5-4 29-16,-7-2-12 15,-6-2 11-15,-2-4-17 16,0-16-6-16,-14 2 7 16,-13 2-17-16,-4 7 0 15,2 19-2-15,-4 7-21 16,-3 6-7-16,-4 5-58 16,24 2-126-16,5 0-185 15</inkml:trace>
  <inkml:trace contextRef="#ctx0" brushRef="#br0" timeOffset="14077.33">21072 8426 616 0,'0'0'71'0,"0"0"-66"16,-2 0 99-16,11 0-5 15,16 0-67-15,6-10-9 16,4 6-12-16,2-2-9 16,-4 6 0-16,0 0-2 15,-8-2-2 1,-8 2-3-16,-8-3-20 0,-7 3-29 15,-2 0-57-15,0 0-61 16,0 0-66 0</inkml:trace>
  <inkml:trace contextRef="#ctx0" brushRef="#br0" timeOffset="14592.87">21471 8175 400 0,'0'0'56'0,"0"0"-53"16,0 0 17-16,-156-16 57 15,108 16-33 1,-4 0 36-16,-1 0-36 15,4 0-5-15,2 6-7 16,-7 16-8-16,12 2-4 16,5 7-9-16,12 5-6 15,16-3 1-15,7 6-3 16,2 1-1-16,0 0 4 16,19-4 5-16,15 0 3 15,3-4 2-15,9-6-11 16,5-2 10-16,4-8-7 15,11-2-2-15,2-6 9 16,10-2-14-16,0-3 18 16,0-3-14-16,7 0-5 15,-9 0-29-15,-12-21-5 16,-9-9 34-16,-26 0 10 16,-8-4 0-16,-15-2 6 15,-6 0-5-15,0 2 12 16,-6 4-17-16,-19 8-6 15,-8 6 0-15,-7 10-21 16,17 6-70-16,3 0-59 16</inkml:trace>
  <inkml:trace contextRef="#ctx0" brushRef="#br0" timeOffset="14983.37">21926 8396 131 0,'0'0'147'15,"0"0"-146"-15,0-13 4 16,0 13-5-16,-4 0 8 16,-3 0-8-16,-5 0-28 15,6 0-60-15</inkml:trace>
  <inkml:trace contextRef="#ctx0" brushRef="#br0" timeOffset="15186.94">21926 8396 181 0,'-78'44'152'0,"80"-44"-116"16,25 0-3-16,4 0 112 16,0 0-12-16,5 0-120 15,0 0 39-15,-5 0 19 16,0 0-55-16,-6 0 35 16,-12 0-41-16,-7 0-5 15,-3 0-5-15,-3 0-36 16,0 0-78-16,0 0-76 15,-5-4-77-15</inkml:trace>
  <inkml:trace contextRef="#ctx0" brushRef="#br0" timeOffset="15499.1">22100 8315 232 0,'0'0'218'0,"0"0"-133"15,0 0-84-15,0 0 34 16,-128-23-2-16,86 45-16 15,0 10-5-15,2 10 15 16,6 6 1-16,15 0-25 16,7-4 7-16,12-6-10 15,0-9 25-15,20-6-10 16,25-10 41 0,10-8 8-16,8-5-14 0,3 0-9 15,-7-18-19-15,-6-10-13 16,-13-6 7-16,-11-2-8 15,-13-2-8-15,-12 0 6 16,-4 2 2-16,-18 6-15 16,-35 8 7-16,-23 8-38 15,34 14-28 1,-5 0-566-16</inkml:trace>
  <inkml:trace contextRef="#ctx0" brushRef="#br0" timeOffset="17288.32">11873 9122 163 0,'-14'6'51'16,"6"-4"-40"-16,3 0-5 15,1-1 32 1,-1 2 9-16,3-1-27 0,0-2 13 16,2 0 8-16,-3 0 12 15,3 0-9 1,-2 0 8-16,0 0 35 0,-2 0-66 15,-3 0 12 1,0 0-33-16,-2 4 19 16,1-4-3-16,-1 2-15 15,1 0 5-15,4 0 1 0,4-2 5 16,0 2-12 0,0-2 7-16,0 0 28 15,0 0-16-15,0 0-9 0,16 0 33 0,13 0-15 16,2 0-12-1,5 0 0-15,2 0-15 16,-3 0 1-16,3 0-2 16,5 0-7-16,-1 0-34 15,-3 0-2-15,-2 0-11 16,-6 0 1-16,-9 0-17 0,-6 0 20 16,-8 0-5-1,-8 0-49-15,0 0-243 16</inkml:trace>
  <inkml:trace contextRef="#ctx0" brushRef="#br0" timeOffset="17837.43">12196 8927 531 0,'0'0'101'0,"0"0"-85"0,-138-34-12 16,100 32 50-16,-2 2-17 15,-2 0-37-15,1 0 7 16,-3 8-5-16,1 8 2 15,1 2 8-15,4 2-7 16,5 8 13-16,4 4 5 16,6 6 13-16,11 8-22 15,4 3 0-15,8 3-5 16,0 6-4-16,34-6-6 16,15-8 1-16,11-10 0 15,0-20 13-15,7-6 19 16,11-8-8-16,9 0 6 15,7 0-22-15,0-12 19 16,-7-8-27-16,-12-6 10 16,-13-4-9-16,-10-2-1 15,-15-6-4-15,-10-4 12 16,-9 0 0-16,-16-2 3 16,-2 4 3-16,-22 1-1 15,-25 9-13-15,-11 14 1 16,-2 8-4-16,13 8-18 0,8 0-71 15,29 3-104-15,8 4-136 16</inkml:trace>
  <inkml:trace contextRef="#ctx0" brushRef="#br0" timeOffset="18184">12838 9124 264 0,'0'0'113'0,"0"0"-90"16,0 0 118-16,-7 4-21 15,7-2-61-15,0 0-35 16,11 4 15 0,16-2 25-16,8-2-33 0,7 0-19 15,1-2-8-15,8 0-2 16,1 0 2-16,-1 0-3 16,-5 0 8-16,-3 0-9 15,-9 0-5-15,-7 0-41 16,-10 0-50-16,-17 0-61 15,0 0-97-15</inkml:trace>
  <inkml:trace contextRef="#ctx0" brushRef="#br0" timeOffset="18605.16">13172 9019 373 0,'0'0'30'0,"0"0"-30"15,0 0-17 1,0 0 17-16,-139-64 3 0,102 64-1 15,-1 0 0-15,-5 0 8 16,-1 8 26 0,-3 6 16-16,3 2 62 0,4 4-61 15,9 6-11-15,6 3-12 16,13 17-9 0,12 0-6-16,0 4-4 15,35 0-10-15,11-14-1 16,14-6 7-16,7-6 15 15,5-4 18-15,5-9 17 16,-1-7-20-16,2-4-3 16,-2 0-5-16,-3 0-14 0,-8-15 4 15,-11-11-11 1,-15-4-5-16,-12-8-3 16,-12-4 9-16,-7-6 3 0,-8-12 11 15,0 2-11 1,-27 7-10-16,-4 11-2 15,0 20-7-15,2 10-25 16,0 8-31-16,4 2-55 16,18 0-86-16,3 0-155 15</inkml:trace>
  <inkml:trace contextRef="#ctx0" brushRef="#br0" timeOffset="18980.34">13840 9128 494 0,'0'0'144'0,"0"0"-115"16,-22 0-23-16,22 0 99 16,18 0-77-16,15 0 2 15,10 0-30-15,5-2 0 16,4-2 4-16,-1 0 6 15,-4 4-8-15,-4 0 0 16,-4-3-2-16,-5 3-34 16,-7 0-71-16,-27 0-170 15,0 0-145 1</inkml:trace>
  <inkml:trace contextRef="#ctx0" brushRef="#br0" timeOffset="19418.05">14224 8913 436 0,'0'0'66'15,"0"0"-48"-15,-129-46 67 16,66 44-28 0,1 2-32-16,0 0 6 15,1 18 2-15,18 6 16 16,8 10-11-16,8 4-10 15,12 8-12-15,11 4-15 16,4 3 6-16,0-5 4 16,29-6-5-16,10-2 9 0,10-6-11 15,7-4 13 1,6-8 3-16,7-10 7 16,5-4-12-16,6-8 8 0,25 0 3 15,-3-14-26 1,-10-18 1-16,-14-8-4 15,-38-2 7-15,-13-4-2 16,-17-4 11-16,-10 0 5 16,0 3 13-16,-8 5-29 15,-28 10-3-15,-9 8 1 0,-5 12-16 16,-8 10 12 0,0 2-53-16,8 0-221 15,37 0-14-15,7 8-160 16</inkml:trace>
  <inkml:trace contextRef="#ctx0" brushRef="#br0" timeOffset="19761.14">14807 9110 144 0,'0'0'444'16,"0"0"-322"-16,0 0-74 16,16-4 62-16,8-1-49 15,7 0-28-15,15 1-20 16,8 0-7-16,9-2 9 15,1 3-8-15,4-1 11 16,-10 4-15-16,-7 0-1 16,-14 0-2-16,-12 0-3 15,-9 0-23 1,-12 0-46-16,-4 0-81 0,0 0-98 16,0 0 30-1</inkml:trace>
  <inkml:trace contextRef="#ctx0" brushRef="#br0" timeOffset="20214.7">15342 9007 257 0,'0'0'-87'0,"0"0"87"15,0 0 43 1,0 0 8-16,-105-112 10 16,56 92 29-16,-5 6 7 15,4 6-33-15,5 6-22 16,3 2-7-16,2 0-6 15,1 0-4-15,2 0-5 16,1 16-9-16,5 10 0 16,4 6-1-16,8 8 8 0,5 6 3 15,5 4 4 1,7 0 11-16,2-1-33 16,0-1 4-16,6-2 1 15,32 0 8-15,11-8 22 16,12-8-9-16,10-10-3 15,0-14 6-15,7-6-2 16,9 0 2-16,-1 0-10 16,-5-18-7-16,-10-8-1 15,-11-8-11-15,-8-10-1 16,-13-6 8-16,-5-6-9 16,-12-4 4-16,-10 0 10 15,-12 6-10-15,0 5 1 16,-3 11-5-16,-28 12-1 15,-3 10-12-15,-5 12-16 16,-3 4-44-16,28 0-109 16,3 6-156-16</inkml:trace>
  <inkml:trace contextRef="#ctx0" brushRef="#br0" timeOffset="20635.97">15830 9046 276 0,'0'0'296'0,"0"0"-236"16,-15 0-49-1,17 0 87-15,24 0-61 16,12 0-21-16,13 0 12 0,5 0-16 15,2 0-3-15,2 0-7 16,-4 1 0 0,-7-1 2-16,-6 3 5 0,-12 0-10 15,-12 0-63-15,-9-3-59 16,-10 0-66 0,0 0-28-16</inkml:trace>
  <inkml:trace contextRef="#ctx0" brushRef="#br0" timeOffset="21053.93">16222 8865 430 0,'0'0'109'16,"0"0"-86"-16,-136-12-15 15,73 16 35-15,1 18-3 16,4 6-15-16,3 4 10 15,22 0-6-15,4 7-21 16,8 1 31-16,11 3-27 16,6 0 0-16,4-3-1 15,4-6 5-15,21-2-16 0,14-8 17 16,5-4-16-16,10-8 61 16,11-6 1-16,8-6-18 15,9 0-44-15,5 0 9 16,18-16-5-16,-14-14-5 15,-12-8 31-15,-19-10-15 16,-33 0 14-16,-12-5-1 16,-11 3-25-16,-4 6 4 15,-2 10-8-15,-27 10-6 0,-11 8 5 16,-9 10-4-16,-2 6-7 16,2 0-36-1,30 0-69-15,9 0-589 16</inkml:trace>
  <inkml:trace contextRef="#ctx0" brushRef="#br0" timeOffset="21523.18">16728 9096 284 0,'0'0'235'16,"0"0"-181"-16,-23 0 71 15,23 0-26-15,0 0-42 16,18 0-55-16,11 0 23 16,11 0-10-16,1 0 8 15,10 0-2-15,4 0-20 16,4 0 6-16,1 0-5 15,-12 0 1-15,-3 0 11 16,-9 0-5-16,-9 0-8 16,-12 0-1-16,-4 0-13 15,-8 0-146-15,-3 1-26 16,0-1-23-16,0 0-27 16</inkml:trace>
  <inkml:trace contextRef="#ctx0" brushRef="#br0" timeOffset="21960.37">17131 8891 463 0,'0'0'112'0,"0"0"-95"15,0 0-7-15,-140-38 32 16,82 38-24-1,0 0-2-15,2 18 7 16,16 6 13-16,7 4-2 16,6 8-12-16,7 4-7 15,9 7-6-15,7 0-7 0,4 0 10 16,0-1-9-16,10-4-1 16,22-2 7-1,7-8 0-15,6-6 61 16,7-8-26-16,7-8-4 15,9-8 12-15,16-2 0 16,5-2-18-16,-8-24-18 16,-4-6 1-16,-23-4-7 15,-9-6 5-15,-10-7 6 16,-8-2-7-16,-12-3-7 16,-10 3-1-16,-5 9-6 15,0 6 0-15,-29 12-1 16,-9 8-10-16,-6 10-15 15,-6 6-151-15,28 0-35 16,9 0-158-16</inkml:trace>
  <inkml:trace contextRef="#ctx0" brushRef="#br0" timeOffset="22381.89">17706 9065 419 0,'0'0'228'0,"0"0"-218"16,-18 0 79-16,18 0-37 16,33 0-42-1,14-1 40-15,11 1-17 0,5 0-9 16,-7 0-5-16,2 0-16 15,-6 0 13-15,-2 0 2 16,-12 0-2-16,-12 0-9 16,-10 0-7-16,-11 0-47 15,-5 0-62-15,0 0-125 16,-5 0-63-16</inkml:trace>
  <inkml:trace contextRef="#ctx0" brushRef="#br0" timeOffset="22874.43">18205 8895 433 0,'0'0'141'0,"0"0"-115"16,-123-22 7-16,77 22-7 15,-3 0-3-15,-9 0-7 16,2 0 16-16,-2 20-3 16,5 6-6-16,10 2-16 15,7 6 4-15,5 2 13 16,9 3-20-16,9 1 11 16,6-3-15-16,7 2 0 15,0-3 12-15,11-4-11 16,25-6 8-16,13-2 28 15,9-4-15-15,13-6-1 16,10-4-12-16,3-6 14 16,32-2-4-1,0-2-5-15,0 0 41 0,-10-4-54 16,-34-22 19-16,-9-6-6 16,-19-8-3-16,-15-8 28 15,-16 0-32-15,-13-4 1 16,0 4 3-16,-38 7-11 15,-8 7-5 1,-10 12 1-16,-2 10-1 16,4 6-42-16,4 6-55 15,34 0-79-15,5 0-275 16</inkml:trace>
  <inkml:trace contextRef="#ctx0" brushRef="#br0" timeOffset="23315">18751 9148 425 0,'0'0'119'15,"0"0"-86"-15,-18 0 101 16,18 2 11-16,0-2-59 15,4 0-18-15,23 0-51 16,2 0-1-16,12 0-7 16,1 0-7-16,4 0 9 15,3 0-11-15,-4 1 3 16,-11 2 0-16,-8-1-3 16,-8 0 0-16,-9 0-14 15,-7-2-22-15,-2 2-189 16,0-2 7-16,0 0-17 15</inkml:trace>
  <inkml:trace contextRef="#ctx0" brushRef="#br0" timeOffset="23737.2">19175 9007 293 0,'0'0'201'0,"0"0"-140"0,0 0 8 16,0 0-27-16,-79-42-15 16,37 42-1-1,-5 0 7 1,3 4-5-16,-8 19-9 0,12 0-1 16,3 8-8-16,2 2-1 15,12 3-8-15,2 5-1 0,15-3-1 16,6 0 1-16,0-4 0 15,33-2 0-15,14-4 8 16,6-4 5 0,12-7 41-16,4-10-31 15,7-5 7-15,5-2-9 0,14 0-2 16,-3-12 3 0,-11-14 1-16,-14-8 7 15,-28 0 0-15,-12-4 1 16,-15 0-9-16,-7 0-12 15,-5 0-1-15,0 6-8 16,-29 6-1-16,-7 9-10 0,1 9-4 16,-5 5-31-1,24 3-51-15,7 0-572 16</inkml:trace>
  <inkml:trace contextRef="#ctx0" brushRef="#br0" timeOffset="24174.38">19671 9142 312 0,'0'0'133'0,"0"0"-50"16,0 0-5-16,22 2 28 15,9-2-21-15,6 0 45 16,7 0-94-16,7 0-18 15,7 0 2-15,18 0 4 16,4 0-10 0,-7 0 5-16,-6 0-9 0,-29 0 3 15,-18 0-2-15,-11 0-8 16,-9 0-3 0,0 0-3-16,0 0-33 0,-20 0-102 15,4 0-109-15,1 0-82 16</inkml:trace>
  <inkml:trace contextRef="#ctx0" brushRef="#br0" timeOffset="24612.16">20159 8985 377 0,'0'0'194'0,"0"0"-194"16,0 0 11-16,0 0-11 15,-130-44 24-15,91 44-4 16,-1 0 13 0,-1 6 50-16,1 14-61 15,3 5 3-15,5 4-9 0,8 15-1 16,11 6-11 0,11 3 0-16,2-3 7 15,4-10-6-15,27-4 1 16,11-4 8-16,10-6 7 15,6-6 6-15,4-7 3 16,5-8-3-16,4-5 7 0,3 0-6 16,5 0-4-1,4-20-6-15,-5-8 10 16,-11-8-8-16,-14-4 2 16,-14-8 11-16,-20-14-26 15,-15 3-7-15,-4 8 0 16,-35 6-4-16,-16 25 2 15,-14 6 2-15,-4 10 0 16,2 4 0-16,5 0-119 16,39 0-96-16,13 2-222 15</inkml:trace>
  <inkml:trace contextRef="#ctx0" brushRef="#br0" timeOffset="25048.96">20819 9178 502 0,'0'0'222'15,"0"0"-167"-15,0 0 64 0,62 0-57 16,-20 0-38 0,9 0-3-16,14 0-17 15,0 0-4-15,-12 0 3 16,-9 0 0-16,-23 0 13 16,-13 0-16-16,-8 0-6 0,0 0-50 15,0 0-140-15,-6 0-107 16,-7 0-152-16</inkml:trace>
  <inkml:trace contextRef="#ctx0" brushRef="#br0" timeOffset="25471.37">21130 8941 611 0,'0'0'48'16,"0"0"-46"-16,-122-14 10 0,76 14-2 16,-2 16 21-1,4 14 2-15,1 8 15 16,1 8-44-16,7 3 1 16,8-1-5-16,18 8-6 15,9-4-7-15,7-6 13 16,33-8 0-16,7-16 22 15,8-9 8-15,10-6 37 16,6-3-12-16,4-4-12 16,8 0-10-16,-2-6-12 15,-2-16-1-15,-8-6 13 16,-5-6-2-16,-13-4-7 16,-8-4 29-16,-14-4-35 15,-12 3-11-15,-9 6-6 16,-10 2 2-1,-2 13-3-15,-27 8-6 0,-10 6 1 16,2 8-28-16,1 0-67 16,21 0-114-16,5 0-89 15</inkml:trace>
  <inkml:trace contextRef="#ctx0" brushRef="#br0" timeOffset="25814.41">21677 9148 324 0,'0'0'208'0,"0"0"-96"0,0 0 35 16,2 6-37 0,15-6-39-16,15 0-33 15,6 0-14-15,6 0-13 16,1 0-9-16,-10 0-1 16,-3 0 3-16,-10 0-4 0,-5 0-2 15,-8 0-14-15,-1 0-66 16,-6 0-135-16,-2 0-91 15,0 0-34-15</inkml:trace>
  <inkml:trace contextRef="#ctx0" brushRef="#br0" timeOffset="26378.78">22028 8929 411 0,'0'0'68'0,"0"0"-65"0,0 0 2 15,0 0 103-15,-87-42-51 16,66 40-47-16,-6 2-5 16,-7 0 4-16,-6 0 17 0,-2 0-6 15,-5 14 1-15,2 10-6 16,3 10 0 0,1 6 13-16,6 9-22 15,8-2-6-15,14 4 0 16,13 5-9-16,7-6 9 15,30-4 9-15,13-6-4 16,6-18 6-16,8-6 13 16,7-8 32-16,5-4-16 15,8-4-5-15,1 0-10 16,2-1-9-16,-6-24 0 16,-10-9 15-16,-11-8 8 15,-16-8-4-15,-11-6-9 16,-14 0-26-16,-19-1-1 15,0 9-3-15,-40-2-2 16,-34 14 2-16,-12 12-5 16,-9 6-84-16,64 18-184 15,12 0-334-15</inkml:trace>
  <inkml:trace contextRef="#ctx0" brushRef="#br0" timeOffset="28987.77">11820 7784 174 0,'0'2'80'0,"-3"0"-67"16,1-2 5-16,2 0 4 15,0 0 5-15,0 0-25 16,0 0-1-16,0 0 2 15,-2 0 3-15,-1 0-6 16,3 0 1-16,-4 0 29 16,2 0-10-16,-1 0-11 15,-1 0-2 1,2 0-6-16,-5 0-1 16,5 0 0-16,2 0 4 15,-2 0 18-15,2 0 9 16,0 0 6-16,0 0-2 0,0 0 13 15,0 0-1-15,0 0 2 16,0 0-2 0,0 0-17-16,0 0 81 15,0 0-76-15,0 0 9 16,0 0-17-16,0 0-7 16,0 0 4-16,7 0-20 15,6 0 1-15,7 2 8 16,7-2-7-16,6 0 17 15,7 0-13-15,5 0-5 0,1 0-3 16,-1 0-2-16,-3 0-23 0,-4 4-32 16,-31-4-90-1,0 0-54-15</inkml:trace>
  <inkml:trace contextRef="#ctx0" brushRef="#br0" timeOffset="29411.99">12539 7794 49 0,'0'0'276'0,"0"0"-189"16,12 0-60-16,-10 0 72 0,0 0-2 16,0 0-33-1,0 0-8-15,3 0 54 16,1 0-80-16,6 0-14 15,-4 0 0-15,8 0-4 16,4 0-10-16,5 0 2 16,4 0-2-16,-2 0-2 15,4 0 0-15,2 0-18 16,3 0-23-16,-1 0-24 16,3 0-44-16,-26 0-64 15,-6 0-104-15</inkml:trace>
  <inkml:trace contextRef="#ctx0" brushRef="#br0" timeOffset="29880.64">13571 7794 167 0,'0'0'87'0,"0"0"-74"16,0 0-10-16,0 0 30 16,24 0 13-1,-24 0 18-15,0 0 93 0,0 0-104 16,3 0 4-16,1 0-1 16,-2 0 4-1,5 0-18-15,4 0-20 16,5 0-7-16,6 0-11 15,2 0-1-15,5 0-3 0,6 0 0 16,6-4-6-16,1 2-13 16,3-2-29-16,-5 2-55 15,-29 2-129-15,-5-2-190 16</inkml:trace>
  <inkml:trace contextRef="#ctx0" brushRef="#br0" timeOffset="30255.55">14446 7754 393 0,'0'0'145'0,"0"0"-115"16,0 0 20-16,42 0 73 15,-26 0-48-15,5 0-34 16,2 0-29-16,4 0 0 15,4 0-8-15,1 0-4 16,-1 0-20-16,2 0-25 16,6 0-25-1,-2 0-56-15,-26 0-92 0,-1 0-74 16</inkml:trace>
  <inkml:trace contextRef="#ctx0" brushRef="#br0" timeOffset="30630.46">15411 7756 145 0,'0'0'37'0,"0"0"95"0,0 0-52 16,89 0 9-16,-62 0-54 16,10 0 39-1,6 0-1-15,1 0-49 16,6 0 66-16,-8 0-31 15,1 0-31-15,-1 0-14 0,2 0-12 16,-1 0-4-16,-1 0-12 16,-5 0-68-16,2 0-4 15,-35 0-107-15,-1 0-134 16</inkml:trace>
  <inkml:trace contextRef="#ctx0" brushRef="#br0" timeOffset="31013.35">16601 7752 468 0,'0'0'106'0,"0"0"-95"16,0 0-10-1,125 6 25-15,-94-4-3 16,4 0-21-16,6 0 0 16,3 0 0-16,14 0-2 15,-2 0 0-15,2 0-13 16,-9-2-54-16,-43 0-85 16,-1 0-122-16</inkml:trace>
  <inkml:trace contextRef="#ctx0" brushRef="#br0" timeOffset="31406.57">17552 7764 342 0,'0'0'125'16,"0"0"-90"-16,0 0 46 15,0 0 43 1,65 4-49-16,-47-4-1 0,6 0-20 15,3 0-13-15,6 0-23 16,2 0-14-16,6 0 0 16,-1 0-4-16,2 0 1 15,1 0-3-15,1 0-10 16,-1 0-26 0,-1 0-41-16,-4 0-172 0,-31 0 87 15,0 0 10-15</inkml:trace>
  <inkml:trace contextRef="#ctx0" brushRef="#br0" timeOffset="31734.58">18612 7798 446 0,'0'0'91'16,"0"0"-70"-16,0 0 38 15,150 4-18-15,-109-2-29 0,-4 0-10 16,-1 0 10-1,4 0 1-15,-5 2-5 16,-2-2-8-16,-4 0-15 16,-4 2-34-16,-23-4-73 15,3 0-108-15</inkml:trace>
  <inkml:trace contextRef="#ctx0" brushRef="#br0" timeOffset="32108.98">19607 7784 539 0,'0'0'82'16,"0"0"-14"-16,0 0-9 16,0 0-46-16,133 0 3 15,-106 0 12 1,2 0-11-16,2 0-16 0,-4 0-1 15,4 0-40-15,3 0-44 16,-1 0-32-16,0 0-22 16,-26 0-8-16,-1 0-139 15</inkml:trace>
  <inkml:trace contextRef="#ctx0" brushRef="#br0" timeOffset="32415.67">20513 7798 209 0,'0'0'185'16,"0"0"-141"-16,0 0-33 15,141 4 85 1,-105-4-12-16,1 0-39 16,-1 0-15-16,-5 0-25 15,-4 0 5-15,2 0-10 0,-2 0-2 16,-1 0-4-16,4-2-28 16,-4 2-72-16,-19-2-78 15,-3 2-15-15</inkml:trace>
  <inkml:trace contextRef="#ctx0" brushRef="#br0" timeOffset="32745.45">21336 7788 308 0,'0'0'28'0,"0"0"30"16,0 0 99-16,0 0-45 15,118 2-24-15,-92-2-12 16,1 0-37-16,0 0-15 15,2 0-14-15,2 0-9 16,-2 0-2-16,2 0-9 0,-2 0-52 16,-4 0-7-16,-1 0-41 15,-24 0-41 1,3 0-347-16</inkml:trace>
  <inkml:trace contextRef="#ctx0" brushRef="#br0" timeOffset="32964.25">22059 7782 351 0,'0'0'153'16,"0"0"-141"-16,119 26-7 15,-90-18-5-15,-9-2 0 16,-9-1-13-16,-11-5-54 16,0 0-174-16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2:12:40.09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14567 3168 425 0,'0'0'0'16,"0"0"-237"-16</inkml:trace>
  <inkml:trace contextRef="#ctx0" brushRef="#br1" timeOffset="16041.59">16235 1608 120 0,'-4'-10'0'0,"2"2"-14"16,2 2 14-16,0-4 100 0,0 2-32 0,0-4-27 16,0 0 4-1,0-2-18-15,0 0 55 16,0-2-58-16,2 2 0 16,2-3-19-16,1-1-5 15,-1-1 5-15,1-3-1 16,-3 3 0-16,1 3 18 31,-3 8 33-31,0 4-32 0,0 4 27 16,0 0 6-16,0 0-5 15,0 0-16-15,0 0-7 16,0 0-4-16,0 0-16 0,0 12-8 16,0 16-13-1,0 9 24-15,0 9 2 16,0 6-2-16,0 6-7 15,2 30-3 1,0 14-1-16,0 19 4 0,-2 11 0 16,0-14 8-16,0 5-10 15,0-3 1-15,0 2 5 16,0-3-2-16,0-9-1 16,0-12 12-16,2-11 0 15,5-15-5-15,-1-12-1 16,2-12 2-16,-4-12 8 15,0-12-7-15,-2-10 0 16,-2-8-8-16,0-6 7 16,0 0-8-16,0 0 5 15,0 0 12-15,0 2 0 16,0-2-2-16,0 0-9 16,0 0-11-16,0 0 3 15,0 0-3-15,0 0-2 16,0 0 1-16,0 0 2 15,0 0 0-15,0 2 0 16,0-2 1-16,0 0-2 16,0 0-1-16,0 6 1 15,0 0-5 1,0 2 4-16,0 2 0 0,0-2 2 16,2-4-1-16,-2 0 0 15,3 0 1-15,-3 0-1 16,0 4 1-16,0-2-1 15,2 2 0-15,0 0 1 16,-2-2-2-16,0 2 2 16,0 1 0-16,0-1-2 15,0 2 0-15,0 4 0 16,0 1-1-16,0 7 2 16,0-1 1-1,0-5-1-15,0 0 0 0,0-11 0 16,0-2 1-16,0-3-1 0,0 0 0 15,0 0 2-15,0 0 2 16,0 0-1-16,0 0-3 16,2-8-3-16,0-2 0 15,1 0-1 1,0 3-15-16,-1-1-8 16,-2 1-28-1,0 3-61-15,0-3-149 16</inkml:trace>
  <inkml:trace contextRef="#ctx0" brushRef="#br1" timeOffset="18675.96">7960 1417 564 0,'0'0'158'0,"0"0"-170"15,16 0 12-15,7-4 40 32,12-1-15-17,7-2 17-15,1 1-18 0,5 0 0 0,-7 2 20 0,-1 0-19 31,4 3 6-31,1-2-10 0,1 2-9 16,6 1 5-16,6 0-9 16,7 0-5-16,6 0 3 15,5-3-4 1,8 1-2-16,5 2 1 0,5-2 1 16,-1 0 0-16,6 0-2 15,26-4 1 1,-3 2 0-16,3-2-1 0,4-2 0 15,-22 2 4-15,2-2-4 16,0 2 0-16,-4 0-1 16,-1 0-2-16,4 0 3 15,-2 2 0-15,0 0 2 16,-4 2-4-16,-2 0 2 16,-4 0 0-16,-5 0 0 15,-6 2 0-15,-5-2 2 16,-6 0-2-16,11 2 2 15,-2 0-2-15,0 0 0 16,4 0 0-16,-16 0 2 16,1 0-2-16,-1 0 0 15,-2 0 0-15,-2 0-1 16,-1 0 1-16,2 0-1 16,1-4 0-16,0 0 1 15,0 2 0 1,-2 0 0-16,0 0 0 0,-5 2 1 15,-2-2-2-15,1 2 1 16,12-2 0 0,0 2 0-16,1-2 1 15,-3 2 0-15,-17-2-1 0,0 2 1 16,-8 0-1-16,1 0 0 16,-3-2 7-16,3 2 2 15,0 0-2-15,2 0-1 16,-3 0 1-16,2 0-6 15,0 0 0-15,4 0 1 16,1 0 11-16,3 0-6 16,-3 0-2-16,14 0 4 15,-2 0-9 1,2 0 0-16,0 0 5 16,-14 0-1-16,2 0 1 15,-1 0-3-15,2 0-1 16,-5 0 7-16,2 0-3 0,1 0 3 15,0 0-3-15,2 0-4 16,-2 0 10 0,0 0-5-16,6 0-2 15,-2 0-3-15,0 0-1 16,1 0 4-16,9 0-3 16,-1 4 3-16,-5 0-4 15,1-2 5-15,-14 0 2 16,0 0-2-16,0 2 0 15,3-2 0-15,-2 2-4 16,0-2 6-16,-1 2-6 16,-3-2 0-16,-2 0 1 0,4 2-1 15,-6-2 0 1,-2 0 3-16,-2 2 1 16,-5-2-2-16,3 0-1 15,7 0 3 1,1 0-5-16,-4-2 2 0,-2 4-2 15,-12-4 1-15,-1 4 0 16,-2-2-1-16,-1-2 2 16,0 2 1-16,0-2-3 15,1 2 0 1,-4-2 1-16,2 2-1 0,-1-2 2 16,3 0 0-16,-6 2 1 15,3-2 0-15,-3 0-3 16,4 2 0-16,4-2 1 15,-1 2-1 1,0-2 1-16,-1 2 0 0,-5-2 3 16,-3 0 0-16,-1 0 1 15,-1 0 2-15,-5 0-2 16,0 0 2-16,-4 0-5 16,-2 0 4-16,3 0 0 15,1 2-4 1,1-2 1-16,0 0 2 0,2 0 2 15,-1 0-5-15,3 0-1 16,-6 0 3 0,0 0-3-16,-5 0 0 15,0 0-1-15,0 2-4 16,0-2-15-16,-16 2-16 16,-42-2-14-16,22 0-79 0,-22 0-260 15</inkml:trace>
  <inkml:trace contextRef="#ctx0" brushRef="#br1" timeOffset="33555.43">7753 2438 184 0,'0'0'65'0,"-4"-112"-17"0,4 84-30 15,0-3-18-15,0 2 0 16,0-6 0-16,0-5-2 16,0 0 2-16,0-2 0 15,0 0 1-15,0 4 14 16,0 4-1-16,0 4-10 16,0 6-4-16,0-4-4 15,7-1-42 1,-5 22-26-16,4-1-46 15</inkml:trace>
  <inkml:trace contextRef="#ctx0" brushRef="#br1" timeOffset="35003.3">7885 1399 304 0,'0'0'46'0,"0"0"-23"16,0 0 22-16,-19-12 31 16,19 12 73-16,-2 0-114 15,2 0-2 1,0 0 6-16,0 0 7 15,0 0-6-15,-4 14-19 16,-3 11 5-16,-1 8 23 16,-2 4-9-16,2 3 16 15,-1 6-44-15,-5 6-1 16,5 8 19-16,-6 30-4 16,1 19-3-16,4 19 4 15,3 14-1-15,7-9-5 16,0 5-1-16,0 1-11 15,0-1-5-15,11-2 1 16,2-3 1-16,-1-5-3 16,-2 0-1-16,-1 0 2 15,-4 7 3 1,0 5-1-16,-3 1 8 0,-2 5-9 16,0 1-3-16,0-3 4 15,0 30-2 1,0-5 1-16,0-9 4 15,0-7-3-15,0-33 3 16,0 2-3-16,0 42 0 16,0 7-5-16,0 11 0 15,0 5 1-15,0-32-1 16,0-1 2-16,-5-10-2 16,3 15 0-1,2-9 2-15,0-6-2 16,0 3 5-16,0-33-3 15,7-1-1-15,4-3-1 16,-3 0-1-16,2 4 2 16,-2 5 2-16,-3 11-3 15,-3 33 1-15,-2-5 0 16,0-6-1-16,2-10-1 16,0-33 0-16,-2 11 0 15,0 4 0 1,0 27 5-16,0 3-2 15,0-9-1-15,0-9-1 16,-2-28 5-16,-2-9-3 16,-3-11 12-16,5 2-4 15,0-8-9-15,2-6 9 16,0 1-10-16,0 9 1 16,0-4 3-1,-4 4-3-15,-4 0 0 0,2-20-1 16,-1 3 3-16,3-9-4 15,2 8 1 1,-3 1 5-16,5-1-1 16,0 4-1-16,0-10 0 15,0 0 0-15,-2-8-2 16,-3-10 7-16,1-12-3 16,4-10-4-1,-5-8-1-15,-1-5 0 16,2-4 2-16,-1-2-3 15,0 2 0-15,3 5 2 16,0 3-2-16,-3 1 1 16,3 2 1-16,0-2 11 15,2-4-9-15,-2-2-2 16,0-6 0-16,0-2-1 16,-1 0 2-1,3 0-1-15,0 0-2 16,0 0-13-16,0 0 3 0,0 0 2 15,0 0 1 1,0 0-2-16,-2 0-6 16,-7-4-10-16,-6-20-13 15,6 6-25 1,-9-10-60-16</inkml:trace>
  <inkml:trace contextRef="#ctx0" brushRef="#br1" timeOffset="42512.18">7413 11055 136 0,'0'2'98'15,"0"-2"-74"-15,0 0-18 16,0 0 76-16,0 0-12 15,0 0-9 1,2 0 57-16,2 0-42 16,0 0-4-16,-4 0-3 15,0 0 4-15,3 0 3 16,-3 0-11-16,0 0-10 16,0 0 36-16,0 0-53 15,0 0-9-15,0 0-6 16,0 2-1-16,0-2-3 15,0 2 8-15,0-2-8 16,0 0 1 0,0 0-1-16,0 0 12 15,0 0-20-15,0 0-3 0,0 0 2 16,0 0 1 0,0 0-2-16,0 0 2 15,0 0-4-15,0 0 8 16,0 0-9-16,0 0-4 15,0 0-1 1,2 0 1-16,0 0-1 0,0 0-2 16,8 0-1-16,5 0 2 15,25 0 0 1,13 0 5-16,12 0-5 16,13-4 2-16,-5 0-2 31,6 4 1-31,0 0 0 0,-4 0 0 15,-11 0-1-15,-13 0 0 16,-11 0-5-16,-15 0 5 16,-12 0-5-16,-9 0 5 15,-4 0 2-15,0 0-2 16,0 0 2-16,0 0 3 16,0 0-4-16,0 0 3 15,0 0-6 1,0 0 0-16,0 0 0 15,0 0-2-15,0 0 3 16,0 0-8-16,0 0-7 16,0 0-46-16,0 0 9 15,-10 0-17-15,-13 0-5 16,-8 0-89-16,16 0-128 16,-1 4-121-16</inkml:trace>
  <inkml:trace contextRef="#ctx0" brushRef="#br1" timeOffset="43667.66">7241 11382 219 0,'-18'0'95'16,"7"0"-86"-16,-2 0-8 15,1 0 50-15,5 0-11 16,3 0-12-16,4 0-17 16,0 0 6-16,0 0 9 15,0 0-9-15,0 0-17 16,0 0 18-16,0 0-2 16,0 0 10-16,0 0 9 15,0 0 70-15,0 0-48 16,0 0-6-16,0 0-18 15,0 0-5 1,0 0 7-16,0 0 10 16,0 0 46-16,0 0-49 15,0 0 6-15,0 0-6 16,0 0 3-16,0 0-10 16,0 0-8-16,0 0-5 15,0 0-3-15,0 0-7 16,0 0 6-1,0 0 0-15,0 0-6 16,0 0-7-16,0 0 0 16,0 0-1-16,0 0-1 15,0 0 6-15,0 0 2 16,0 0-9-16,13 0 4 16,14 0 3-16,6 0 2 15,10 0-3-15,6 0-3 16,2 0-1-16,9 0-3 15,11 0-1 1,39-3 0-16,10 2 4 16,16-4-4-16,7 1 2 15,-25 4-1-15,-5 0-2 16,-10 0-1-16,-14 0-1 16,-13 0-17-16,-20-1 14 15,-19 1 4-15,-14-4 2 16,-15 0 1-1,-5 2 0-15,-3-2 1 16,0 1 2-16,0 2-3 0,0-2-1 16,0 3 6-1,0-1-18-15,0 1-10 16,0 0-11-16,0 0-6 16,-21 0-16-16,-10 0-29 15,14 0-79-15,-1 0-135 16</inkml:trace>
  <inkml:trace contextRef="#ctx0" brushRef="#br1" timeOffset="46497.52">7829 11502 296 0,'0'-2'67'0,"0"0"-58"16,0 2-6-1,0 0 49-15,0 0-43 16,0 0 0-16,0-2-8 15,0 2 5-15,0 0 20 16,0 0 32-16,0 0 46 16,0 0-59-16,0 0 1 15,0 0-9 1,0 0-10-16,0 0-2 0,0 0-1 16,0-2-1-16,0 0 9 15,0-2 4 1,0 0-8-16,0-2 12 15,0 2-31-15,0 0-2 16,0 2 11-16,0 2 6 16,0 0 2-16,0 0-1 15,0 0 5-15,0 0-29 16,0 0 1-16,0 0-3 16,0 0 1-1,0 0-1-15,0 0 1 16,0 0 6-16,0 0 1 0,0 0-2 15,0 0 5 1,0 0-4-16,0 0-6 16,0 0 2-16,0 0 2 15,0 4 4 1,0 6 4-16,0 2 3 16,0 6 5-16,0 2-14 0,0 6 1 15,0 20 1 1,0 8 0-16,0 10 2 15,0 5-2-15,0-7-5 16,0 2 1-16,4 10-4 16,12 28 1-1,-3 5 1-15,1 3-2 16,-1 1 2-16,-4-24-2 16,-2-2 1-16,-1-1-1 15,-1 0 0-15,-1 1 0 16,0-5 1-16,6 0 1 15,-6 24-2-15,5 7 1 16,-3 2-1-16,-1 2 0 16,2-23 1-16,0-4-1 15,-3-1 0 1,5 17 0-16,-3-6 1 16,4-5 0-1,-2-7 0-15,-1-24 0 16,-3-4 0-16,1-6 1 15,-2 0 1-15,3-4 11 16,1 1-11-16,-3-5-2 16,0 6 2-16,-4-8 0 15,0-4 5-15,2-6-3 16,-2-6-5-16,3 0 1 16,-3 6 1-16,0 12-2 15,0 6 4-15,0 3 0 16,0-3 6-16,0-14-5 15,0-2 4 1,0-2-6-16,0-6-2 16,0-4 3-16,3-2-2 15,3 0-1-15,-4 4-1 16,3 2 3-16,-3-3-2 16,0 0 1-16,0-1-1 15,0 1 0-15,0-1 1 16,0 4 1-1,2-4-2-15,-2 0 1 16,-2 2-2-16,2-6 0 16,-2-2 1-16,0-2 1 0,0 4-1 15,0 0 0-15,0-6-1 16,0 6 1-16,0-4 1 16,0-6-1-16,0 2-1 15,0-4 0-15,-2-2-1 16,0 0 1-16,2-4-1 15,0 0-5 1,0 0-12-16,0 0-49 0,0 0 9 16,0 0-14-16,0 0-65 15,0 0-96 1,0 0-171-16</inkml:trace>
  <inkml:trace contextRef="#ctx0" brushRef="#br1" timeOffset="48606.41">7974 15557 544 0,'-23'-5'300'16,"15"1"-297"-16,3 3 95 15,5 1 28-15,0 0-68 16,0-3-38-16,0 3-8 16,0 0 6-16,0-1 16 0,0 1-13 15,0 0-2-15,5 0-1 16,12 0-9-16,14 0 1 15,12 0 12-15,11 0 0 16,8 0-3-16,7 0-8 16,22 0-3-1,7 0 1-15,2 0-9 16,3 0 0-16,-21 0 2 16,3 0-1-16,-2 0-1 15,1 0 1-15,3 0-1 16,2 0 0-16,7 0 0 15,-3 0 3-15,5 0-3 16,3-5 3-16,-1 1-3 0,4 4 1 16,-3-4-3-16,-3 3 3 15,-6-3-2 1,-5 1 0-16,-1 1-4 16,3 2 2-16,0-4 3 15,1 4-1-15,10 0 1 16,-4 0 0-16,-5 0 0 15,-9 0 1-15,-19 0 0 16,-3 0-1-16,0 0 1 16,3 0-2-16,-5 0 1 15,4 0 0-15,0 0 1 16,5 0-1-16,9-4-2 16,0-4 2-16,4 2 0 15,0 2 1-15,-2 0-2 16,-3 0 0-16,2 0 1 15,18-2 0 1,1 2-1-16,2-4 1 0,-2 6-1 16,-24-2 0-16,-6 0 1 15,-5 4 1-15,-9-4 0 16,0 4 0-16,-5-2-1 16,-3 0 0-16,6 0-2 15,0-2 3-15,6 0-1 16,2 4 0-16,0-4 3 15,3 2-3-15,-1 2 0 16,2 0-2-16,18 0 2 16,5 0 0-16,-3 0 2 15,1 0-1 1,-23 0 0-16,-5 0-1 0,1 0 0 16,-2 0-2-16,4 0-1 15,2 0 3-15,5 0-1 16,-1-2 4-16,-2 0-3 15,-6-2 0 1,13 4 0-16,-2-8 0 16,-5 4 0-16,-2-2 1 15,-12 4-1-15,-2 0 1 16,6-2-1-16,-1 0 0 16,2 2 1-16,1 2 1 0,-1-2 5 15,-4 2-3-15,-4 0-3 16,-5-2-1-16,-5 2 0 15,-1-2 2-15,-3 0-1 16,0-2 0-16,4 4-1 16,2 0 0-1,3 0 1-15,-1 0-1 16,2 0-1-16,-1 0 1 16,12 0 0-16,-2 0 0 15,2 0 0-15,2 0 1 16,-8 0-2-16,3 0 1 15,4 0 0-15,3 0-3 16,2 0 3-16,4 0 0 16,1 0 1-16,-3 0 0 0,0 0 0 15,-2 0 8 1,0 4 2-16,0 0-6 16,-2 2-5-16,-5-2 0 15,-4 0 0-15,-1-4-1 16,-1 0 1-16,-5 0-1 15,-4 0 0-15,-12 0 1 16,-5 0 0-16,-4 0 2 16,-2 0-1-16,-4 0-2 15,0 0 1-15,-1 0-4 16,0-4 1-16,1 0 2 16,1 2-1-16,2 0 2 15,1 2-1-15,0-2 1 16,-3 0 0-16,-2 0 0 15,-1 2-2 1,1 0 2-16,0 0 0 0,-2 0-1 16,1 0 1-16,1 0 0 15,0 0 0-15,3 0 0 16,-3 0 0-16,-3 0 0 16,0 0 3-16,-5 0-2 15,0 0 0-15,0 0-1 16,0 0 0-1,0 0-10-15,-10 0-10 16,-7 0 11-16,-6 0-18 16,-6 0-19-16,-2-4-34 0,16 0-74 15,3 0-202 1</inkml:trace>
  <inkml:trace contextRef="#ctx0" brushRef="#br1" timeOffset="52533.43">16557 14337 169 0,'0'-12'53'0,"2"4"-12"16,-2 6 32-16,0-8 2 16,0 2-18-1,2 4-18-15,0 0 1 16,-2 0 66-16,0 2-47 15,0 2 5-15,0 0 11 16,0 0-21-16,0 0-20 16,0 0-16-16,0 0-6 15,2 0 6 1,-2 0 14-16,0 0 29 16,0 0-40-16,0 0 0 15,0 0 2-15,0 0-4 16,0 0 1-16,0 0 5 15,0 0 13-15,0 0-22 16,0 4-4-16,2 24 12 16,5 8-4-16,-1 8 7 15,4 5-15-15,-6-5 2 16,-2 2-6-16,3 6-3 16,-5 16 6-1,0 8 4-15,0-4-9 16,0 7-6-16,0-15 1 15,0-2 0-15,0 0-1 16,0 1 2-16,-2-8 2 16,-3 2-2-16,1 1-1 15,2-10 0-15,0-2-1 16,2-6-2-16,-3-12 2 0,3-2 4 16,0-8-4-16,0-6-2 15,0-3 2 1,0-4 0-16,0-1 1 15,0-2 0-15,0-2 1 16,0 0 0-16,0 0-2 16,0 0 7-16,0 0-7 15,0 0 0-15,0 0-6 16,0 0 0-16,0-2 0 16,0-6-3-1,0 3 1-15,0 0-3 16,0 1-1-16,0 0 5 0,0 4 4 15,0-4-1 1,0 3-1-16,0 1 1 16,0-5 1-16,0 3-5 15,0 0-7 1,0-2-12-16,0-4 4 0,0 2-11 16,0-8-41-16,0 2-65 15,0 8-122-15,0-2-127 16</inkml:trace>
  <inkml:trace contextRef="#ctx0" brushRef="#br2" timeOffset="68299.81">2731 11969 339 0,'-4'-16'112'0,"4"0"-42"16,0 6-28-1,0-4 10-15,0 2 8 16,0 2 89-16,0-2-75 16,0 4-14-16,0 0-11 15,0 4-18-15,0 2-5 16,0 2-3-16,0 0-2 15,0 0-4-15,0 0 5 16,0 0-4-16,0 0-18 16,0 2-1-16,0 20-11 15,0 12 5-15,0 10 7 16,0 8 7 0,0 15-4-16,9 6-3 15,2 10 1-15,0 1 2 16,0-2-1-16,0-6-2 15,1 5 0-15,-2-15 0 16,1-14 0-16,-1-14 0 16,-6-22 0-16,-2-12 8 15,0-2 6-15,1-2-3 16,-1 0 8-16,4 0 8 0,-1-2 5 16,4-26 4-16,4-12 0 15,1-14-23 1,5-10-7-16,0-7 15 15,-4-11-18-15,5-6 3 0,1 0-4 16,2-12-2 0,2 7 1-16,0 15 1 15,-5 12-2-15,-9 30 0 16,-3 6 3-16,-5 9-1 16,-1 7 0-1,-2 7 1-15,0 3-2 0,0 4 0 16,0 0-1-16,0 0-1 15,0 0-2 1,0 0-13-16,0 0 11 16,0 0-2-16,0 0-4 15,0 0-9-15,0 0-10 16,0 14-10-16,-7 6-21 16,-3 4-20-16,-1 2-60 15,-1 2-77-15,8-18-62 16,2 0-18-16</inkml:trace>
  <inkml:trace contextRef="#ctx0" brushRef="#br2" timeOffset="68665.98">3135 12248 520 0,'6'4'190'0,"-6"-4"-159"15,2 0 22 1,-2 0 101-16,0 0-38 0,0 0-49 16,0 0-33-16,2 12-9 15,3 12-3-15,-1 8-15 16,3 8 4-16,-2 6-3 16,-1-4-3-16,5 13-4 15,-1-3 5-15,4-2 0 16,-1-4 4-1,-1-18-4-15,-2-8 2 0,-1-8-5 16,-3-6 1-16,-2-4-2 16,0-2-2-16,-2 0 2 15,0 0 1-15,0-2-3 16,0-20-11 0,0-10-13-16,0-4-221 15,0 20-32-15,0 0-113 0</inkml:trace>
  <inkml:trace contextRef="#ctx0" brushRef="#br2" timeOffset="68947.2">3121 12254 564 0,'0'0'171'0,"0"0"-161"0,0 0 15 16,0 0 128-16,-9-34-48 15,9 34-43 1,0 0 0-16,0 0-51 15,4 0-8-15,21 0 4 16,21 0 1-16,10 0-1 16,4 0-2-16,-2 0-5 15,-15 0 1-15,-7 0 0 16,-3 0-1-16,-6 0 0 16,-5 0-8-16,-6 0-15 15,-12 0-14-15,-4 0-13 16,0 6-37-16,-25 8-52 15,4-6-2-15,-6 0-343 16</inkml:trace>
  <inkml:trace contextRef="#ctx0" brushRef="#br2" timeOffset="69220.42">3063 12418 479 0,'0'0'197'15,"0"0"-197"-15,0 0 1 16,0 0 39-16,-26 17 44 15,37-16 2-15,7 2 2 16,3-3-12-16,6 0-24 16,7 0 17-16,3 0-40 15,10 0-9-15,0 0-10 16,11-7-7 0,-7 3-1-16,-7 0 1 0,-9 2-3 15,-22 2 0-15,-5 0 0 16,-8 0-17-16,0 0-42 15,0 0-41-15,-2 0-56 16,-9 0-109-16</inkml:trace>
  <inkml:trace contextRef="#ctx0" brushRef="#br2" timeOffset="69583.35">3694 12322 628 0,'0'0'130'0,"0"0"-88"15,0 0 71-15,0 0-61 16,6-8-42-16,-6 20-10 15,0 22 0-15,0 9 20 16,-6 7 6-16,-1-5-12 16,1 4-3-16,6-3 0 15,-3-2-8-15,3-8-3 16,0-4 0-16,0-10 1 16,0-6-1-16,0-8 0 15,0-4-1 1,0-4 1-16,7 0-77 0,0-2-57 15,-5-12-62-15,0-2-362 16</inkml:trace>
  <inkml:trace contextRef="#ctx0" brushRef="#br2" timeOffset="70160.84">3623 12374 488 0,'0'0'279'15,"0"0"-279"-15,0 0 41 16,0 0 34 0,0 0-54-16,27-64-16 0,15 60 2 15,9 2 12 1,0 2-3-16,2 0-3 16,-13 0 2-16,-6 6 0 15,-8 10-12-15,-7 4-1 16,-13 4-1-16,-6 2 3 0,0 4-4 15,-22 1 0-15,-18-2 0 16,-7-3 8 0,0-5 10-16,5-3 68 15,6-7-59-15,12-2-10 16,8-5-5-16,14-4-4 16,2 0-8-16,0 0 3 15,0 0-1-15,25 0 4 16,8-10-2-16,7 0-2 15,3 3-2-15,1 6-1 16,3 1 1-16,-5 0-3 16,0 0 3-16,-1 6 0 15,-10 10-4-15,-7 4 3 16,-6 4-18-16,-12 0 3 16,-6 0 9-16,0-2 4 15,-8 4 3 1,-40-2 4-16,-16-2 24 0,-13-6 3 15,-2-12 4-15,8-4-1 16,11 0-8-16,6 0-4 16,16-10-2-16,12-6-15 15,13 0-5-15,11 2-14 16,2 0-13-16,10 2-35 16,13 8-57-16,-2 0-690 15</inkml:trace>
  <inkml:trace contextRef="#ctx0" brushRef="#br2" timeOffset="70629.98">4440 12352 595 0,'0'0'105'16,"-7"-6"70"-16,7 6-9 0,0 0-91 16,0 0-46-16,0 0-15 15,0 0-7 1,15 0-3-16,20-2 2 16,5 0 1-16,2-2-1 15,5 0-6-15,-3 2 0 16,-4 0 2-16,-6 2-1 0,-10 0 0 15,-10 0-1-15,-6 0-1 16,-5 0-4 0,-3 0-18-16,0 0-105 15,0 0-29-15,0 0-52 16,0 0-179-16</inkml:trace>
  <inkml:trace contextRef="#ctx0" brushRef="#br2" timeOffset="70895.53">4462 12537 550 0,'0'0'306'16,"0"0"-297"-16,0 0 38 16,0 0 39-16,27 11-14 15,33-11-8 1,20-5-19-16,11-8-23 0,7 4-13 15,-17 3-3-15,-12-1-1 16,-9 6-2-16,-17-2-2 16,-16 3 0-16,-12 0-1 15,-9 0-6-15,-6 0-49 16,0 0-54-16,-8 0-52 16,-11 0-21-16</inkml:trace>
  <inkml:trace contextRef="#ctx0" brushRef="#br2" timeOffset="71390.92">5953 12328 651 0,'0'0'163'0,"0"0"-163"16,0 0 9-16,0 0 22 15,40-106-11-15,-42 90-11 16,-22 4 23-16,-8 2 15 15,-6 6-41 1,-11 4 5-16,-9 0-6 16,-4 0 0-16,-5 22-3 0,5 4 15 15,-1 16 5 1,12 2 4-16,15 4-8 0,20-2-11 16,16-11-7-16,0-6 1 15,27-3 0-15,16-3 1 16,10-9 2-16,7-6-2 15,10-8 2-15,1 0-4 16,0 0 0-16,-9-21-9 16,-6-3-14-16,-11-6-113 15,-11-6 23-15,-34 18-31 16,0-2-124-16</inkml:trace>
  <inkml:trace contextRef="#ctx0" brushRef="#br2" timeOffset="71750.2">5859 11797 724 0,'0'0'-59'0,"0"0"59"0,0 0 50 15,0 0-19 1,-69 30 2-16,61 12 3 15,1 12 30-15,7 2-14 16,-3 8-11-16,3 12-25 0,-2 7 4 16,-2 7-2-1,-1 0-7-15,1-6 1 0,2-6-7 16,-3-9 2-16,3-11-5 16,0-12 1-1,-1-10 4-15,3-11-1 16,0-7 0-16,0-9-1 15,0-5-1-15,0 1-2 16,0-5 0-16,0 0 3 16,0 0-5-16,0 0-14 15,-2-5-55-15,-3-5-153 16,1 0-384-16</inkml:trace>
  <inkml:trace contextRef="#ctx0" brushRef="#br2" timeOffset="72600.57">5993 12597 565 0,'0'0'213'16,"0"0"-174"-16,0 0 14 0,0 0 62 16,3-20-49-16,-3 20-33 15,0 0-14-15,0 0-7 16,0 12 0-16,0 16-2 15,4 6-2-15,0 4 3 16,0 2-7-16,1 0 1 16,-3-4-5-16,0-4 5 15,3-8-3-15,-2-7 1 16,1-9 2-16,0-8-3 16,-2 0 6-1,5-10 14-15,1-23 5 0,6-9 9 16,1-8-31-16,2-2-4 15,-2-2 1-15,5 0-2 16,-2 4 0-16,2 10 1 16,-2 5-1-16,-5 13 0 15,-1 6 2 1,-4 9-3-16,-3 2 0 16,-5 5 1-16,6 0-3 0,4 8-4 15,11 32 7 1,4 12 1-16,2 3 0 0,-2-1-1 15,-10-14 0-15,-1-8 0 16,-4-6-2-16,-3-8 5 16,-5-8-3-16,0-4 0 15,1-4 0-15,2-2 0 16,-5 0 1-16,4-4 2 16,2-24 6-16,1-8 9 15,5-8-17-15,1-6-1 16,-1-3 0-16,9-2 3 15,-3 5-3-15,-3 11 1 16,-1 9 0-16,-10 18 0 16,1 6 4-16,-5 6 2 15,0 0 0-15,0 0-7 16,0 10 0-16,2 22-3 16,2 10-9-16,3 5 12 15,0 0 2-15,-3 0-2 16,-1-9 0-16,-1-4-3 15,-2-8-5-15,2-6-12 16,-2-4-19 0,0-8-43-16,0-8-104 0,0 0-182 15</inkml:trace>
  <inkml:trace contextRef="#ctx0" brushRef="#br2" timeOffset="73069.36">6931 12382 596 0,'0'0'201'16,"38"-50"-201"-16,-29 44 1 16,-7 4 104-16,-2 0-8 15,0 2-38-15,0 0-7 16,0 0-11-16,-2 0 0 15,-27 0-39-15,-9 14 3 16,-15 6 15 0,-5 2-14-16,6 0 21 15,8 0-11-15,15-4-8 0,13 0-8 16,16 4-5 0,0 1 1-16,12 0 4 15,25 2 2-15,12-3-2 16,5 0 0-16,4-2-5 15,-7 2-8-15,-9-4 10 16,-13 0-4-16,-11-4-1 0,-15 0 4 16,-3 0-2-16,-12-2 3 15,-32-2-1 1,-21-2 27-16,-13-8-7 16,0 0-5-16,4 0 4 0,12-22-10 15,18-4-5 1,21 0-53-16,23 12-104 15,0 8-476-15</inkml:trace>
  <inkml:trace contextRef="#ctx0" brushRef="#br2" timeOffset="80443.88">4660 12316 146 0,'-2'0'39'0,"2"0"-39"16,0 0 0-16,0 0 23 15,0 0 15-15,0 2 49 16,0-2-40-16,0 0-20 16,0 0-2-16,0 0 13 15,0 0 8-15,0 0-4 16,0 0-14 0,0 0 1-16,0 0 5 0,0 0-1 15,-2 0-5-15,2 0-3 16,0 0-1-16,0 0-1 15,0 2-1-15,0 0 0 16,0 0 10 0,0-2 0-16,0 0 23 15,0 0-34-15,0 0-4 0,0 0-8 16,0 0-2 0,0 0 2-16,0 0 6 15,0 0-4-15,0 0 2 16,0 0-6-16,12 0-2 15,7 0 2-15,6 0 2 16,8 0-1-16,3 0-5 0,9-6 4 16,3-2 0-16,4 2-3 15,2 2-2 1,-8 0 0-16,-5 0-1 16,-10 4 1-16,-10-2-1 15,-9 2 3-15,-8 0 1 16,-4 0 2-16,0 0 3 15,0 0 2-15,0 0-1 16,0 0 0-16,0 0-5 16,0 0 0-16,0 0-3 15,0 0-3-15,0 0 0 16,0 0-2-16,0 0-9 16,0 0-12-16,0 0-63 15,0 0 11-15,0 0-38 16,-9 0-101-16,0 0-102 15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2:15:27.74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FFFF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7608 9403 269 0,'-4'0'81'0,"2"0"-69"16,0 0 51-16,2 0 27 16,-2 0-31-1,2 0 21-15,0 0-38 16,0 0 7-16,0 0 1 0,0 0 2 15,-3 0 4-15,3 0-8 16,0 0-2-16,0 0-6 16,0 0-1-1,0 0-1-15,0 0 2 16,0 0-5-16,0 0-6 0,0 0-9 16,0 0-4-16,0 0-1 15,0 0-4 1,0 0 4-16,0 0 7 0,0 0-7 15,0 0-3-15,0 0-1 16,0 0-1 0,0 0-2-16,0 0 2 15,0 0 2-15,0 0-6 16,0 0-2-16,0 0 0 16,0 0 3-1,0 0-3-15,0 0 3 0,0 0-2 16,0 0 0-16,0 0 2 15,0 0-3 1,0 0-1-16,0 0-1 16,0 0-2-16,0 0 0 15,0 0 1 1,0 0-1-16,0 0 0 0,0 0 0 16,0 0-1-16,5 0 1 15,8 0 0-15,9 0 0 16,7-3 1-16,7-3 4 15,8 0-5-15,5 0 0 0,7 0 2 16,4 2-1 0,3 0 1-16,-10 0-2 15,-8 0 0-15,-12 2 0 16,-8 2 0-16,-5 0 0 16,-11 0 1-16,-1 0-1 0,-8 0 1 15,0 0-1-15,0 0 1 16,0 0 0-1,0 0-1-15,0 0 0 16,0 0-1-16,2 0 0 0,1 0 1 16,1 0-1 15,1-2 1-31,4 2 0 16,-3-2 1-16,-4 2 1 15,-2 0-2-15,0 0 1 16,0 0 0-16,0 0-1 15,0 0-2-15,0 0-9 16,0 0-15-16,0 0-12 16,0 0-10-16,0 0-5 15,-10 0-23 1,-4 0-49-16,-4 2-60 0,9-2-106 16,0 0-185-1</inkml:trace>
  <inkml:trace contextRef="#ctx0" brushRef="#br0" timeOffset="1166.33">7521 9399 245 0,'0'0'89'16,"0"0"-69"-16,0 0 65 15,0 0-5 1,0 0-25-16,0 0-36 16,0 0 1-16,0 0 25 0,0 0 13 15,0 0 13 1,0 1 1-16,-2-1-14 15,0 0 40-15,0 0-64 16,2 3-8-16,-5-2-9 16,5-1-2-16,-2 0 0 15,2 2-2-15,0-2-1 16,0 0-1 0,0 0 0-16,0 0-5 15,0 0 0-15,0 0-2 16,0 0 4-16,0 0 3 15,0 0 0-15,0 0-6 0,0 0 3 16,0 0-4 0,7 0-2-16,1 0-3 0,6 0 2 15,8 0 7-15,5 0 5 16,2 0-4-16,8 0 1 16,6 0-10-16,4 0 1 15,22 0 2 1,0 0-2-16,0 0-1 15,-2 0 1-15,-20 0-1 16,-3 2-1-16,-8 0 1 16,-5-2 0-16,-9 0 0 15,-1 0 0-15,-6 0 1 16,-1 0-1-16,-6 0 1 16,-3 0 0-16,-3 0-1 15,-2 0 1-15,0 0 0 0,0 0 0 16,0 0 0-1,0 0 1-15,0 0-1 16,0 0-4-16,0 0 3 16,0 0-4-16,0 0 0 15,0 0 0 1,0 0-23-16,0 0-1 0,-4 0-49 16,-3 3 17-1,-1-2-70-15,-9 2-1 16,4-3-23-16,6 0-49 15,1 0-147-15</inkml:trace>
  <inkml:trace contextRef="#ctx0" brushRef="#br0" timeOffset="2802">7218 8961 271 0,'-13'0'0'16,"9"0"8"-16,2 0 74 15,-1 0-7-15,3 0-18 16,0 0 8-16,0 0-3 15,-2 0-7-15,2 0 14 0,0 0-13 16,-2 0 11 0,2 0-7-16,0 0-9 0,0 0-6 15,0 0-6-15,0 0 0 16,0 0-4-16,0 0-4 16,0 0-9-16,0 0-2 15,0 0 1 1,0 0 6-16,0 0-13 15,0 0-4-15,0 0 0 16,2 0-5-16,5 0-1 16,6 0 2-16,7 0 0 31,7 0 17-31,6 0-16 0,19 0 0 16,7 0-5-1,7 0 1-15,5-2-3 16,-9 0 3-16,7-2-3 0,7 2 3 15,28-2-3 1,6 2 0-16,1 0 0 16,1-2-1-16,-25 0 0 15,-3 0 1-15,-2 0 0 16,-8-2 1-16,-9 4-2 16,-14-2 1-16,-14 2-3 15,-12 0 5 1,-9 0-2-16,-9-2 0 0,-7 2 0 15,0 2 3-15,0-2-2 16,0 2 1 0,0 0 7-16,0 0-7 15,0 0 0-15,0 0-2 16,0 0-6-16,0 0-12 16,0 0-6-1,0 0-13-15,0 0 0 0,-13 0-122 16,-10 0-12-16,7 0-128 15,-1 0-312 1</inkml:trace>
  <inkml:trace contextRef="#ctx0" brushRef="#br0" timeOffset="4709.13">7608 6784 67 0,'0'0'9'16,"0"0"-7"-16,0 0 41 0,0 0 0 16,0 0-35-16,0 1 29 15,0-1-29 1,0 0-6-16,0 0 1 15,0 0 3-15,0 3-5 16,0-3 2-16,0 0-3 16,0 1-5-1,0-1-8-15,0 0-130 0</inkml:trace>
  <inkml:trace contextRef="#ctx0" brushRef="#br0" timeOffset="4787.62">7608 6784 124 0</inkml:trace>
  <inkml:trace contextRef="#ctx0" brushRef="#br0" timeOffset="5506.17">7608 6784 124 0,'0'5'27'0,"0"-5"35"0,0 0-16 0,0 0-30 0,0 0-15 16,0 0 1-16,0 0 4 16,0 0 11-16,0 0-4 15,0 0 9-15,0 0-7 16,-2 0 15-16,0 0-5 15,2 0-17-15,0 0-5 16,0 0 6 0,0 0 31-16,0 0 39 15,-2 0-43-15,2 0-6 16,0 0-4-16,0 0-9 16,0 0-6-16,0 0 6 15,0 0 32-15,0 0 5 16,0 0 13-16,0 0-20 15,0 0-3-15,0 0 1 16,0 0-10-16,0 0-11 16,0 0 3-16,0 0-5 15,0 0 9 1,0 0 25-16,0 0-21 16,0 0-10-16,0 0-9 15,0 0 2-15,0 0-5 16,0 0-2-16,0 0 1 15,0 0 7-15,0 0-13 16,0 0-1 0,0 0-1-16,0 0-2 15,0 0-2-15,0 0 0 16,0 0 1-16,0 0 0 16,0 0-1-16,8 0 0 15,9 0 0-15,4 0 1 16,4 0-1-16,8 0 2 15,8 0-2 1,5 0 1-16,8-1 0 16,2-3 0-16,4-1-1 15,-1 4 0-15,-5 1-2 16,-13-3 1-16,-13 3-1 16,-16 0 2-16,-8 0-1 15,-4 0 2 1,0 0-1-16,0 0 2 15,0 0 2-15,0 0 1 0,0 0-4 16,0 0-1 0,0 0 1-16,0 0-1 15,0 0-24-15,0 0-7 16,0 0-16-16,-9 0-50 16,0 0-100-16,-6 0-233 15</inkml:trace>
  <inkml:trace contextRef="#ctx0" brushRef="#br0" timeOffset="6802.29">7381 6765 305 0,'-14'0'42'0,"10"0"-38"15,2 0 27-15,0 0 55 16,2 0-35-16,-2 0-38 16,2 0 0-16,-2 0 5 15,2 0 12 1,-3 0 8-16,3 0 4 0,0 0-9 15,0 0 1-15,0 0-6 16,0 0 7 0,0 0 0-16,0 0-9 15,3 0-8-15,5 0-14 16,8 0 17-16,4 0 28 16,4 0-15-16,5 0-12 15,5-4-11-15,1 3 1 16,6-2-8-16,16 2-4 15,5 1 4 1,10 0-4-16,-1 0 0 0,-10 0 1 16,-1 0-1-16,-4 0 1 15,4 0 0 1,-7 0-1-16,-10 0-1 16,-10 0 1-16,-18 0 0 15,-5 0 0 1,-8 0 2-16,0 0 23 0,-2 0 64 15,0 0-51-15,0 0-17 16,0 0-13 0,0 0-5-16,0 0-1 15,0 0-2-15,0 0-2 16,0 0 2-16,0 0-2 16,0 0 1-16,0 0-41 15,0 0-6 1,0 0 2-16,0 0-2 0,0 0-1 15,0 0-7 1,0 0-44-16,0 0-350 16</inkml:trace>
  <inkml:trace contextRef="#ctx0" brushRef="#br0" timeOffset="7599.42">7606 6774 350 0,'-2'0'164'15,"2"0"-106"-15,0 0 103 16,0 1-96-16,0-1-12 15,0 0-3 1,0 0-6-16,0 0 3 0,0 0 10 16,0 0-13-16,2 0-15 15,23 0-6 1,8 0 33-16,11 0-36 16,8-4-17-16,-1-2 4 15,12 5-3-15,1-2-2 16,1 2 4-16,2 1-5 15,-9-3-1-15,-3 3 1 16,-6 0-1-16,-4 0 0 16,-7 0 1-16,-9 0-1 15,-7 0 0-15,-9 0 0 16,-6-1 0-16,-3 1 1 16,-4-3 0-1,0 2 2-15,0 1-2 16,0 0 4-16,0 0-3 0,0 0 1 15,0 0-3 1,0 0 0-16,0 0-14 16,0 0-44-16,0-3 23 15,-7 1-15-15,-14-2-56 16,9 3-109-16,-5 1-88 16</inkml:trace>
  <inkml:trace contextRef="#ctx0" brushRef="#br0" timeOffset="9297.57">7045 6280 141 0,'0'0'40'16,"0"-2"-39"-16,0 2 42 15,0 0-1-15,0 0 3 16,0 0 16-16,0 0 4 16,0 0-8-16,0 0-22 15,0 0 5-15,0 0-14 16,0 0-1-16,0 0 5 15,0 0 5-15,0 0 14 0,0 0 14 16,0 0 11-16,0 0-2 31,0 0-8-15,0 0-1-16,0 0 14 16,0 0-56-16,0 0-5 0,0 0 3 0,0 0 0 15,0 0-3-15,0 0-5 31,0 0-6-31,4 0 4 0,9 0-2 16,5 0-5-16,9-2 5 16,7 0-2-16,5 2 0 15,7-2 1-15,6 2-5 16,6 0 1-16,9 0-1 16,24-2-1-1,3 0-1-15,7 2 3 16,1-2-2-16,-13 2 2 15,1 0-1-15,-1 0-1 16,-3 0-2-16,-8 0 2 16,-5 0-2-16,-3 0 2 15,14 0 0-15,-3 0 1 16,-6 0-1 0,-5 0-1-16,-22-2 1 0,-7-2 0 15,-12 4 0 1,-14 0 1-16,-8 0 0 15,-7 0 1-15,0 0-2 16,0 0 9-16,0 0 11 16,0 0-6-1,0-2-14-15,0 0 0 0,0 2 0 16,0 0-2-16,0-2-7 16,0 2-8-1,0 0 1-15,-2 0-10 16,-14 0-27-16,-8 0-20 15,10 0-76-15,-1 0-90 16</inkml:trace>
  <inkml:trace contextRef="#ctx0" brushRef="#br0" timeOffset="10980.67">6875 6306 211 0,'0'0'128'16,"0"0"-98"0,0 0 124-16,0 0-66 15,0 0-32-15,0 0-5 16,0 0 2 0,0 0-7-16,0 0 0 0,0 0 30 15,0 0-36-15,0 0-1 16,2-2 1-1,12 0-5-15,6-2-9 16,6 4-2-16,1-4-6 0,4 2-6 16,3 1-5-1,17-2-7-15,5 3 6 16,2 0-5-16,3 0 1 16,-13 0-2-16,6 0 1 15,2 0-1-15,2 0 1 16,-1 0 0-1,5 0-1-15,-2 0 0 16,17 0 0-16,-2 0 0 16,-3 4 1-16,-1 2-1 15,-13-2 0-15,-4 3-1 16,0-6 2 0,18 1-2-16,-3-2-1 15,4 0 4-15,-3 0-2 0,-13 0 0 16,1 0 0-1,-4 0 0-15,2-6 0 16,-8 0-2-16,0 2 2 16,-9 0 0-16,2 0 0 15,-12 2 0-15,-9 2 0 16,-4-2 0-16,-14 2 3 16,0 0-3-16,-2 0 0 15,0 0-1 1,0 0 2-16,0 0 0 15,0 0-1-15,2 0 0 16,3 0-2-16,1 0 2 16,-2 0 0-16,2 0 0 15,-4 0 2-15,-2 0-1 16,0 0 4-16,0 0-2 16,0 0 0-16,2 0-3 15,2 0 0-15,3 0 0 16,4 0 0-1,-2 0 1-15,2 0 2 0,-2 0 0 16,2 0-3-16,-2 0 0 16,0 0 1-1,2 0 0-15,-4 0-1 16,1 0 0-16,-3 0 1 16,-1 0 0-16,-1 0-1 0,-1 0 1 15,-2 0 0-15,0 0 0 16,0 0-1-16,0 0 3 15,0 0 0-15,0 0 2 16,0 0-5 0,-9 0-41-16,-18 0-48 15,10 0-157-15,-4 0-150 16</inkml:trace>
  <inkml:trace contextRef="#ctx0" brushRef="#br0" timeOffset="12199.66">7555 6788 512 0,'-5'0'43'0,"5"0"-37"16,0 0 65-16,0 0 19 15,0 0-30-15,0 0-8 16,0 0 55-1,0 0-66-15,0 0 2 0,0 0-5 16,0 0-4 0,0 0-6-16,0 0-8 15,5 0-4-15,8 0-8 16,7-3 2 0,16-3 9-16,9 1 6 15,8-4-14-15,12 1-9 16,-1 4 2-16,7 3 3 15,6-2-5-15,-9 3 0 0,-5 0-2 16,-10 0 0-16,-13 0 0 16,-13 0-2-16,-12 0 2 15,-7 0 2-15,-8 0-2 16,0 0 3-16,0 0 5 16,0 0 1-16,0 0 5 15,0 0-7 1,0 0-4-16,0 0-12 15,0 0-28-15,-10 0-30 16,1 0-72-16,-3 0-160 16</inkml:trace>
  <inkml:trace contextRef="#ctx0" brushRef="#br1" timeOffset="33264.21">7818 6495 33 0,'0'0'-33'0,"0"0"33"16,-12 0 46-16,6 0-1 15,-3 0-26 1,3 0-12-16,-4 0 15 16,1 0 16-16,1 0 7 15,1 0 4-15,0 0 21 0,2 0-30 16,5 0-6-16,0 0 10 16,0 0 8-16,0 0-14 15,0 0-12-15,0 0 1 16,0 0 22-16,0 0-24 15,0 0 0-15,0 0-1 16,0 0-9 0,0 0-3-16,0 0 0 15,0 0 4-15,5 0-1 0,7 0-6 16,1 0 10-16,3 0 3 16,1 0-8-16,1 0-4 15,-1 0-4-15,2 0-2 16,-3 0 0-16,1 0-2 15,-1 0 0 1,-5 2 1-16,0 0-3 0,-4 0 0 16,-5-2-3-1,0 2 3-15,-2-2 0 16,0 0 1-16,0 0-1 16,0 2 0-16,0-2-1 15,0 0-3-15,-4 2-1 16,-3-2-9-16,-4 4-3 15,-4-2 17-15,-1 0 0 0,-3 0 0 16,2 0 0 0,-5 0 2-16,-1 0 11 15,6 2-12-15,1-4 3 16,3 2-2-16,6-2-1 16,3 0 2-16,1 0 0 15,3 0-3-15,0 0-1 16,0 0-7-16,0 0 2 15,0 0-7-15,0 0 11 16,0 0 2-16,0 0 0 16,3 0 0-16,10 0 11 15,2 0-6-15,3 0-1 16,5 0 3-16,1 0-3 16,0 0-4-16,1 0 0 15,0 0-2 1,-5 0 2-16,-3 0-9 0,-3 0 2 15,-9 0-3-15,-5 0 4 16,0 0 1-16,0 0-4 16,0 0 0-16,0 0-3 15,0 0 2-15,-14 6-18 16,-8 0 23-16,-5 0-3 16,-4 0 8-16,-2 0-16 15,-4-2 16-15,6 0 5 16,3 0 5-16,8-2 1 15,9 0 2-15,8-2-1 16,3 0-6-16,0 0-6 16,0 0 0-16,3 0-18 15,12 0 18-15,5 0 4 16,4 0 4-16,-4 0-6 16,3 0-1-16,-4 0 0 15,-3 0-1 1,-3 0 1-16,-3 0 2 0,-8 0-5 15,0 0 1-15,-2 0-6 16,0 0-10 0,0 0-1-16,0 0-1 15,-8 0-6-15,-8 0 24 0,-3 4 1 16,6-2 1-16,3 0-1 16,0-2 0-16,10 0 0 15,0 0 11-15,0 0-8 16,0 0-3-16,0 0-8 15,5 0-13-15,6 0 22 16,4 0 0-16,-1 0-1 16,-5 0 0-16,-3 0 1 15,-4 0-1-15,-2 0 0 16,0 0 0-16,0 0-1 16,0 0 1-16,0 0-1 15,-4 0-3-15,-13 0 4 16,-4 0-2-16,-1 0 2 15,7 0-1-15,1 0 1 16,7 0 1-16,5 0 3 16,2 0-1-16,0 0-3 15,0 0-9-15,0 0-12 16,9 0 11 0,5 0 10-16,3 0 4 0,-3 0-1 15,-3 0-1-15,-3 0-2 16,-2 0 0-16,2 0 0 15,1 0 1-15,1 0-1 16,-6 0 1-16,0 0-1 16,-2 0-1-16,-2 0 1 31,0 0-3-31,0 0-24 0,0 0 26 16,-16 0 1-16,-3 0 0 15,-10 0 3 1,2 0 0-16,7 0-2 15,4 0 3-15,10 0 4 0,6 0-4 16,0 0-3-16,0 0-1 16,0 0-5-16,0 0-6 15,9 0 7-15,6-4-3 16,5-2 7-16,-2-2 1 16,4 4-1-16,-2-2 3 15,3 2-3-15,-4 2 0 16,2-2 4-16,-6 4-4 15,-8 0 0-15,-3 0 0 16,-4 0 0-16,0 0 1 16,0 0 5-16,0 0 4 15,-8 0-4-15,-8-2-6 16,1-2 0-16,-4 2-5 16,1-2 5-16,1 0-7 15,-1 0-3 1,0 0 8-16,5 0-1 0,0-2 5 15,1 0 0-15,3-2-1 16,1 1 3 0,-1 2-2-16,4 1 10 15,2 0 0-15,3-1-4 0,0 4-8 0,0-3 3 16,0 2 15-16,0-2-18 16,14-3-2-16,-1 2 2 15,3 1 3-15,2 0 0 16,-2 2-2-1,1-1 3-15,1 3 3 0,-7-1 0 16,3 1-5-16,-3 0-2 31,-3 0 0-15,0 0-1-16,-8 0 0 16,0 0 0-16,0 0-7 0,0 0-6 15,0 0 3-15,-5 0 10 16,-13 0-6-16,0 0-4 15,-7 0 7-15,2 0 4 16,-2 1-22-16,2 2-7 16,8-3 29-1,1 2 6-15,10-2-3 0,4 0 4 16,0 0-7-16,0 0-6 16,9 0 6-1,13 0 0-15,3-6 1 16,-5 2 1-16,2 0-2 15,-4-1 0-15,-5 4 3 16,-3 1 2-16,-6 0-1 0,-4-3-3 16,0 3 0-16,0 0-1 15,0 0 1 1,0 0-3-16,-4 0-3 16,-12 0 4-16,-3 0 7 15,0 0 0-15,-6 3-6 16,5 1-2-16,5-4 1 15,4 2 1-15,11 0 0 16,0-2 1-16,0 0-1 16,0 0-4-16,2 0-32 15,9 0 25-15,2 0 8 16,-1-2 5-16,3 0-2 0,-4-1 2 16,2 2-1-1,-2 1 6-15,1-3-5 16,-1 3-2-16,-5 0 0 15,0-1 3-15,-6 1-6 16,0 0 6-16,0 0-1 16,0 0 1-16,0 0-3 15,-4 0 0-15,-11 0 0 16,-1 0 1-16,-1 0-1 16,3 0-10-16,1 4-5 15,4-3 9-15,2-1 6 16,7 0-1-16,0 0 1 15,0 0-1-15,0 0-19 0,5 0 11 0,13 0 9 16,2 0 2-16,5 0-1 16,-6-1 4-16,-3 1-5 15,-5 0 0-15,-5 0 1 16,-3 0-1-16,-3 0 0 31,0 0 0-31,0 0-1 16,0 0 1-16,-5 0-10 15,-8 8 10-15,-5 4 20 0,1-3-5 0,3 0-13 16,3 0-2-16,2 0 2 31,4 1-1-15,1 0-1-16,2-2-4 0,2 0 0 0,0-2-8 0,0-2 9 31,0 2 2-31,0 2 1 16,0-2 5-16,0 0-1 0,0 2 2 0,0-2-6 15,0 0 4-15,0 0 5 16,2 0-9 0,7 0 8-16,-2-2-5 0,4 0 3 15,0-2-3-15,-2 2 1 16,0-2-1 15,-3 0-2-31,-4-2 1 0,-2 2-2 0,0 0 0 16,0 0 0-16,0 2 0 31,0-4-1-31,0 2 0 0,0 2 0 0,0-2-1 0,0 2 4 31,0 0-1-15,0-2 4-16,0 0-2 0,-4 0-3 0,-5-2 17 31,1 2-14-31,3 0 2 16,2-2-4-16,3 0 3 15,0 0-4-15,0 0 0 16,0 0-11-16,0 0-8 0,0 0-1 0,0 0 20 16,0 0 3-16,0 0-3 15,-2 0-8-15,-6 0-7 0,1 0 15 16,1 0 24 0,1 0-5-16,0 0-7 31,3 0 7-31,0 0-2 15,2 0 0-15,0 0-17 0,0 0-2 0,0 0 1 32,0 0 1-32,0 0 0 15,0 0 4-15,2 0-1 16,7 0 4-16,0 0 11 16,6 0 12-16,3-2-12 15,3-2-8-15,3 0-8 16,-4 2 2-16,-4-2-7 0,-3 2-8 0,-9 2 2 15,-2 0 3-15,1 0 6 16,-3 0 3-16,0 0-3 16,0-2 4-16,0 2-4 15,0 0-7-15,0 0 2 16,0 0-2-16,0 0-8 16,-3 0-21-16,-12 0 9 31,-5 0 27-31,0 0-1 15,-2 0-5-15,6 0 5 0,1 0 0 0,3 0 1 32,6 0 4-32,6 0-3 15,0 0-1 1,0 0-4-16,0 0-11 0,8 0 9 0,8 0-6 0,3 0 11 16,0 0 1-16,1 0 3 15,-2 0 0-15,0 0-2 31,-3-2 2-31,-1 2-3 0,-6 0 0 0,-1 0-2 16,-7-2 4 0,2 2-3-16,-2 0 1 0,0 0 0 15,3 0 0-15,-3-4-13 16,0 4-13 0,0-4-40-16,0 4-66 15,0-2-96-15</inkml:trace>
  <inkml:trace contextRef="#ctx0" brushRef="#br1" timeOffset="40840.17">7847 9047 141 0,'0'0'12'0,"0"0"-11"16,0 0 22-1,0 0 0-15,0 0-16 0,0 0-6 16,0 0 6-16,0 0 13 15,0 0 21-15,0 0 6 16,0 0-10-16,0 0-18 16,0 0-5-16,0 0-3 15,0 0 7 1,0 0-3-16,0 0 4 0,0 0-5 16,0 0-1-16,0 0 2 15,0 0 5 1,0 0 1-16,0 0 2 15,0 0-2-15,0 0-7 16,0 0 4-16,0 0 2 16,0 0-2-16,0 0-4 0,0 0 2 15,0 0 2 1,0 0 5-16,0 0-2 0,0 0 14 16,0 0 2-1,0 0 9-15,0 0-30 16,0 0-3-16,0 0 2 0,0 0 2 15,0 0-3 1,0 0 0-16,0 0-4 16,0 0-3-16,0 0 1 15,0 0-1-15,0 0 1 16,0 3 3-16,0-3 4 16,0 1-9-16,0 1-5 15,0 2 3-15,0 0 1 16,0 4 4-16,0-2-4 15,0 1-4-15,0 3 1 16,0-2 0-16,2 0-1 16,0 2-1-16,-2-4 1 15,0 3 0-15,2-2 0 16,-2-1-1-16,0-2 2 16,0 0-1-16,0 2 0 15,3 2-2-15,-1-2 2 16,0 2 0-16,0-2 0 15,0 2-1-15,0 0 0 16,2 0 2-16,-2 2-2 16,-2-6 1-16,0 2-1 15,0 0 0 1,0 0 1-16,0 0-1 0,0 0 0 16,2-2 1-16,-2 0-1 15,0-2 0-15,2-2 0 16,-2 2 0-16,0-2 0 15,0 0 0-15,0 0 0 16,0 0 2-16,0 0-2 16,0 0 0-16,0 0 1 15,0 0-1-15,0 0 2 16,0 0-1-16,0 0 3 16,2 0 0-1,-2 0 0-15,0 0-4 0,2 0-2 16,-2 0 2-16,0 0 0 15,2 0 1 1,-2 0-1-16,3 0 0 0,-3 0 0 16,2 0-1-16,0-4 1 15,0-4-1 1,0 0 1-16,0-2 0 16,4 0-1-16,-4 0 1 15,4-2 0-15,-1-4 0 16,1-6 0-16,1 0 0 15,-2 0 0-15,-1 4-2 16,-2 2 1-16,-2 1 1 16,0 8-1-16,0-1 1 15,0 4 0-15,2-2 1 0,-2 2 0 16,0-3-1-16,0 0 0 16,0 3 1-1,0-3-3-15,0 3 2 16,0 0 2-16,0 2-2 0,0-3 0 15,0 2 0 1,0 1 0-16,0-2 0 16,0 2-2-16,0 0 1 15,0 1 1-15,0-2-4 16,0-1 3-16,0 2-6 16,0-2-2-16,0 2 7 15,0 0-4-15,0 2-5 16,0 0 8-16,0 0 1 15,0 0 2-15,3 0-3 16,-3 0 3-16,0 0-3 0,0 0 1 16,0 0 1-16,0 0-4 15,0 0 1-15,0 0-3 16,0 0-4-16,0 0-3 16,0 0-7-16,0 8 13 15,0 4 8-15,0 3 0 16,0-1 3-16,0 4-3 15,0 0 0-15,0 0 1 16,0-3-1-16,0 2 2 16,0-1-1-16,0 0 1 15,0 2 0-15,0-4-1 16,-3 0 2-16,3-6-3 16,0 0 3-16,0-2 0 15,0-2-2-15,0 0 0 16,-2 0 0-16,0 2 0 15,2-2-1-15,0 0 3 0,0 0-2 16,0 0 3 0,0-2-2-16,-2 2 0 15,0-4 4-15,2 0-1 16,0 0-2-16,0 0 0 16,0 0 4-16,0 0 3 15,0 0-2-15,0 0 8 16,0 0 7-16,-3 0-4 15,1-2-3-15,-3-8-14 16,1 0-1-16,0 0 1 16,-1 2-2-16,3 0 1 15,-2 0-1-15,4 0 1 16,0 0-1-16,-2-1 0 16,2 0-3-16,0-1-1 15,0 2 3-15,0-1-1 16,0 4 1-16,0 1 0 15,0-2 1-15,0-1 0 16,0 0 0-16,0-1-1 16,0 2-2-16,0-1 2 15,0 3 0-15,0 0-2 16,0 3-1-16,0-2 2 16,0 3 2-16,0-2 0 15,0 2 0-15,0 0 0 16,0 0 0-1,0 0 0-15,0 0 0 0,0 0-1 16,0 0-2-16,0 0 0 16,0 0-2-16,0 0-2 15,0 0-1-15,0 0-2 16,0 0-1-16,0 5 2 16,-3 3 9-16,0 2 0 15,1-1 0-15,0 4 0 16,2 1 0-16,0-2 0 15,0-1 0-15,0 4 1 16,-2-3-1 0,2-2 1-16,0 0-2 0,0-4 1 15,0-2 0-15,0-2 1 16,0-2-1-16,0 2 0 16,0-2 0-16,0 0 0 15,0 2 0-15,0-2 1 16,0 0 1-1,0 0-1-15,0 0 8 16,0 0-6-16,0 0 1 16,0 0 3-16,0 0 2 15,0-8 1-15,0-10-9 16,0-2-1-16,0 0 0 16,0 2-1-16,-2 2-3 15,2 3 0-15,-2 5 2 16,-1 3 0-16,3-1 2 0,0 3-1 15,0 2 2-15,0 1-1 16,-2-3 0 0,2 3 0-16,0 0 0 15,0 0 0-15,0 0 1 16,-2 0 2-16,0 0-3 16,2 0-3-16,-2 0 1 15,2 0-4-15,0 0 0 16,-4 0 0-16,0 4 0 15,-2 9 6-15,4 1 0 16,-3-1 2-16,1 4-2 0,2 1 1 16,2-3-2-1,-2 4 1-15,2-3 0 16,0-2 0-16,0 0 0 16,0-4 0-16,-2 0 1 15,2-2-1-15,-3-2-1 16,3-4 1-16,0 0 1 15,0-2-1-15,0 0 1 16,0 0 1-16,0 0 0 16,0 0 5-16,0 0-3 15,0 0 7-15,0-12 5 16,0-4-12-16,0-2-4 16,0 2-1-16,0-4 0 15,0 6-4-15,0-2-1 16,0 4 3-1,0 4-1-15,0 3-1 0,0 5 4 16,0 0-1-16,0 0 1 16,0 0 1-16,0 0-6 15,0 0-1-15,0 0 1 16,-3 0-3-16,3 0 3 16,-2 5-5-16,2 5 1 15,0 2 10-15,0-3-1 16,0 0 1-16,0-3 0 15,0-2 1-15,0-2-1 16,0 0 1 0,0 0-1-16,0-2-1 15,0 0 1-15,0 0 0 16,0 0 0-16,0 0 0 16,0 0 0-16,0 0 1 0,0 0 1 15,0 0 3-15,0 0 2 16,0 0-2-1,0 0 12-15,0 0 11 16,0-8-26-16,0-4-1 16,0 0-1-16,0-6 0 15,0 2-1-15,0 2-6 16,0 4 1-16,0 6-1 16,0 4-1-16,0 0 2 15,0 0 1-15,0 0 2 16,0 14-10-16,0 5-5 15,0 2 18-15,0 1 4 0,0-4-4 16,0-4 0 0,0-2 1-16,0-8 0 15,2-2-1-15,-2-2 1 16,0 0 4-16,3 0 4 16,-3 0-2-16,3 0 1 15,-1 0-4-15,0-12-4 16,0 0-42-16,0 2-16 15,-2 0-13-15,2 2-22 16,-2 2 22-16,0 2 39 16,0 0 1-16,0 2-26 15,0 2-62-15</inkml:trace>
  <inkml:trace contextRef="#ctx0" brushRef="#br2" timeOffset="66830.63">8872 10519 336 0,'0'0'0'0,"2"0"-47"16,0-6-177-16,0-10 181 0,0 0 43 16,0-6 63-1,-2 14-63-15</inkml:trace>
  <inkml:trace contextRef="#ctx0" brushRef="#br2" timeOffset="70917.36">9653 8026 301 0,'8'-7'33'15,"-6"1"-32"-15,0 1 9 16,2 2 46-16,-4 1-6 16,0 2-20-16,0 0-4 15,0 0 40-15,0-2-47 16,0 2-10-1,0-2 0-15,0 2 4 0,0 0 8 16,0 0 4-16,0 0-4 16,2 0-6-1,-2 0 1-15,0 0 20 16,0 0-9-16,0 0 12 16,0 0 4-16,0 0-6 15,3 0-4-15,-3 0 0 16,0 0-4-16,2 0-3 15,-2 0-7-15,0 0-5 16,0 0-4-16,0 0-1 16,2 2-3-16,0 16-5 15,2 8 2-15,0 4 9 16,-4 4-4-16,0 12 5 16,0-2 8-1,0 0-15-15,0-4-1 0,0-13 1 16,0-5-1-1,0-4-4-15,0-8 2 16,0-2 6-16,0-6-4 16,0-2-4-16,0 0 0 15,2 0 2-15,-2 0 0 16,0 0-3-16,0 0-8 16,0 0-35-16,0 0-21 15,2-5-10 1,-2 0-274-16,0-4 25 0</inkml:trace>
  <inkml:trace contextRef="#ctx0" brushRef="#br2" timeOffset="71229.89">9509 8245 315 0,'0'0'325'16,"-14"-3"-247"-16,14 3-75 16,0 0 31-1,0-3 25-15,10 2-41 16,14-4 20-16,7-1 1 16,7 2-17-16,15-4-5 15,3 2 4-15,2-2-5 16,-4 2-6-16,-19 2-8 15,-6 2 1-15,-8 0-3 16,-11 2 0 0,-5 0-55-16,-5 0-7 15,0 6-55-15,-11 2-53 16,-7-4-211-16</inkml:trace>
  <inkml:trace contextRef="#ctx0" brushRef="#br2" timeOffset="72365.8">9373 10024 304 0,'-3'-4'69'0,"3"4"-55"16,0 0 71-16,0 0 30 0,0 0-43 15,0 0-27-15,0 0 4 16,0 0 17-16,0 0 1 15,0 0-11-15,0 0-16 16,0 0-1-16,0 0-8 16,0 0-3-16,0 0-3 15,0 0-4 1,0 0 8-16,0 0-21 16,14 0-6-16,6 0-2 15,7-2 2-15,2 0 4 16,4 2-5-16,5-2 0 15,-2 2 0-15,0 0 2 16,3-2-3-16,-5 2 0 16,-5 0 0-16,-9 0 0 15,-11 0 0-15,-5 0-2 16,-4 0 2 0,2 0 5-16,-2 0-4 15,0 0 0-15,0 0 1 0,0 0-4 16,0 0-1-1,0-2-8-15,0 0-5 16,0 2-38-16,0-4 6 16,2 2-30-16,-2 0-18 15,0-4-8 1,0 4-2-16,0-2-18 0,0 2-94 16</inkml:trace>
  <inkml:trace contextRef="#ctx0" brushRef="#br2" timeOffset="73019.98">9520 10006 341 0,'0'0'183'0,"0"0"-174"16,2 0 68-16,14 0-17 15,4 0-27-15,6 0-2 16,3 0-2-16,3 0 6 16,1 0 5-16,2 0-16 15,2 0-6 1,-6 0 6-16,-5 0-12 16,-3 0-1-16,-7 0-6 0,-3 0 0 15,-5 0-1 1,-2 0 7-16,-4 0-4 15,-2 0 25-15,0 0-11 16,0 0-7 0,0 0-7-16,0 0-5 0,0 0-2 15,0 0-9 1,0 0-19-16,0 0-9 16,0 0-10-16,0-2-126 15,0 0 25-15,0 0-167 16</inkml:trace>
  <inkml:trace contextRef="#ctx0" brushRef="#br2" timeOffset="76451.3">9299 9028 559 0,'0'-9'62'0,"3"3"-62"15,13-1 30-15,1 2-11 16,6-1-12-16,6 0 8 15,0 2 18-15,2 0-5 16,-2 2 10-16,-2 0 3 16,-4 2-18-16,0 0-19 15,-5 0-3-15,-7 2 2 16,-9 18-3-16,-2 6-1 16,0 6-3-16,-4 4 4 15,-30 15 2-15,-3-1 26 16,-8-2-21-16,-7-4-5 15,6-14 0-15,-1-4 26 16,2-5-5 0,6-8-6-16,5-3 10 15,12-4-12-15,11-2 8 0,11-4 0 16,0 0-23 0,0 0 5-16,6 0-5 15,16 0 5-15,7 0-4 16,8 0 3-16,15 0 2 15,6-8 0-15,3 5-2 16,-1-1 4-16,-13 1 3 16,-7 3-2-1,-5 0-7-15,-6 0 1 16,-4 0 0-16,-8 0-2 16,-9 0 2-16,-4 0-3 15,-4 0 1-15,0 0 0 16,0 0 1-16,2 0-1 15,-2 0-1-15,0-2-25 16,0 0-19-16,0 2-275 16,0-4-141-16</inkml:trace>
  <inkml:trace contextRef="#ctx0" brushRef="#br2" timeOffset="77039.53">10186 8999 343 0,'3'-4'240'15,"-3"2"-236"-15,0 2 58 16,-7 0 29-16,-13 0-51 15,-5 0-28-15,-6 0-9 16,-7 13 54-16,-4 2-19 16,-1 10 2-16,-7 11 2 15,5 4-2-15,11 0-14 16,12 2-9-16,22-12-12 16,0-4-4-16,0 0 0 15,43-6-1 1,5-4 5-16,12-8-5 15,11-8 3-15,-7 0-1 16,-2-8 2-16,-7-12-4 16,-12-2 1-16,-14 0 1 15,-14-2-2-15,-13-2 0 16,-2-2 3-16,-6-2 1 16,-28 4 1-16,-1 2-3 0,-6 6-2 15,6 5-13-15,1 4-22 16,7 5-50-1,19 4-90-15</inkml:trace>
  <inkml:trace contextRef="#ctx0" brushRef="#br2" timeOffset="77367.14">10095 8845 217 0,'0'-8'526'0,"0"8"-460"16,0 0-61-16,0 0 46 16,0 4 36-16,0 28-78 15,0 10-1-15,0 2 4 16,0 10 13 0,0 4-7-16,0 4 2 15,0-3 22-15,13-3-33 0,1-8-2 16,8 4-7-1,-2-8 2-15,-2-10-1 16,-1-7 0-16,-8-17 1 16,-4-5-1-16,-3-2-1 15,-2-3 0 1,3 0-111-16,-3 0-31 16,0-10-49-16,0 2-217 15</inkml:trace>
  <inkml:trace contextRef="#ctx0" brushRef="#br2" timeOffset="77695.59">10382 9340 528 0,'0'0'120'15,"0"0"-97"-15,0 0 43 16,7 0 19-16,-7 20-60 16,0 6-11-16,0 5 10 0,0 1 21 15,0 2-8-15,0-2-12 16,4-3-2-16,-1-2-7 16,1-9-10-16,1-6 1 15,-3-6-6 1,2-6 2-16,-4 0-3 0,2 0-8 15,3 0-71-15,1-30-9 16,-6 10-112 0,0-2-119-16</inkml:trace>
  <inkml:trace contextRef="#ctx0" brushRef="#br2" timeOffset="77914.39">10389 9308 507 0,'0'0'270'16,"0"0"-265"-16,0 0 50 16,0 0-26-16,31-22-18 15,-6 20-2-15,-3 0-1 16,1 0-6-16,-6 2-2 16,-3 0-2-16,-6 0-73 15,-8 0-31 1,0 6-46-16,0 2-46 15,-10-2-165-15</inkml:trace>
  <inkml:trace contextRef="#ctx0" brushRef="#br2" timeOffset="78101.34">10389 9308 599 0,'7'120'112'0,"-7"-120"-108"15,0 0 71-15,0 0 40 16,2 0-38-16,16 0-30 15,4 0-3-15,5 0-19 16,0 0-16-16,-3-2-7 16,-4-2 2-16,-9 3-4 15,-11 1-50 1,0-3-359-16,-5 2-101 0</inkml:trace>
  <inkml:trace contextRef="#ctx0" brushRef="#br2" timeOffset="78826.39">9742 8917 221 0,'0'0'251'0,"3"0"-199"15,0 0-38-15,-3 0 30 16,2 0 4-16,-2 0-20 16,0 0-13-16,0 0 11 15,0 0 13-15,0 0 6 16,0 0 3-16,2 14-13 15,0 16-6-15,-2 8 1 16,5 13-8-16,3 23-4 16,-1 4 6-16,7-2-15 15,-4-2-5 1,-1-22-2-16,1-7-1 16,-2-9 0-16,1-6 0 0,-2-8 1 15,-5-8 6-15,3-8-1 16,-1 0-2-16,-2-6-4 15,0 0 0-15,-2 0-1 0,3 0-12 16,-3-6-76-16,0-7-38 16,0-2-192-1</inkml:trace>
  <inkml:trace contextRef="#ctx0" brushRef="#br2" timeOffset="79765.33">10603 8889 161 0,'-5'-2'149'16,"1"0"-129"-16,4 0-12 15,0 0 93-15,0-2-13 0,0 0-52 16,0 2-7 0,0 2 8-16,0 0 1 15,0 0-19-15,0 0 22 16,0-2 9-16,0 2-8 16,0 0-4-1,0 0-7-15,0 0 11 16,0 0-27-16,0 0 15 0,0 0 2 15,0 6-13 1,0 16-9-16,0 14 5 16,4 6 5-16,3 8-3 15,0 8-1-15,2 19-2 16,-3 1 5-16,1-4-8 16,0-1 1-16,-2-23-6 15,-1-6 10 1,0-6-5-16,-2-6-2 0,0-8 3 15,-2-8-7-15,3-8 3 16,-3-4-2-16,0-4-5 16,2 0 3-16,-2 0-2 15,0 0-2-15,0 0 0 16,2-8-4-16,0-8-7 16,0-12-27-1,-2 0-208-15,0 18-56 16,0-2-122-16</inkml:trace>
  <inkml:trace contextRef="#ctx0" brushRef="#br2" timeOffset="82859.07">9609 7385 124 0,'0'-2'68'0,"0"0"-56"16,0 2-1-16,0 0 61 15,0 0-41-15,0 0 12 16,0 0 6-16,0 0 13 16,0 0 1-1,0 0-14-15,0 0-10 16,0 0 3-16,0-2-17 15,0 2 0-15,0 0 6 16,0 0 10-16,0 0 8 16,0 0 6-16,0 0-11 15,0 0 0-15,0 0-3 16,0 0 16-16,0 0-39 16,0 0-6-1,0 0-3-15,0 0-1 16,0 0-6-16,0 0 2 0,0 0 2 15,0 0-2-15,0 0-4 16,0 0-2-16,0 0 0 16,13 0 2-16,12 0 0 15,8 0 5-15,4-2-2 16,7 0-2-16,0 0-1 16,14-4 2-1,-4 2 1-15,-7 0-3 16,-14 2 2-16,-20 2-2 15,-9 0 1-15,-1 0-3 16,-3 0 4-16,0 0 5 16,0 0-1-16,0 0-6 15,0 0-8-15,0 0-39 16,-11 0-32-16,2 0-90 16,4 0-96-16</inkml:trace>
  <inkml:trace contextRef="#ctx0" brushRef="#br2" timeOffset="84140.53">9727 4921 65 0,'3'-4'166'0,"-1"1"-88"15,2 2-28-15,-2-3 4 16,2 4 1 0,-4 0 38-16,0-2-54 0,0 2 10 15,0 0 2 1,0 0-11-16,0 0-13 15,3 0 4-15,-3 0 3 16,0 0 1-16,0 0-3 16,0 0-8-16,0 0 7 15,0 0-21-15,0 0-1 16,0 3-9-16,3 16 1 16,3 5 1-1,-1 6 4-15,1 6-1 16,3 4-2-16,0 4-2 15,0 12 3-15,0 1-3 16,0-6 2-16,-7-2 0 16,-2-21-3-16,0-6 0 15,0-4 2 1,0-10 0-16,0-2 0 16,0-6-1-16,0 0 5 15,0 0-6-15,0 0-21 16,0 0-51-16,0-12-123 15</inkml:trace>
  <inkml:trace contextRef="#ctx0" brushRef="#br2" timeOffset="84483.69">9576 5135 429 0,'-14'-6'156'16,"14"6"-136"-16,0 0 119 16,0-2-89-16,0 2-43 15,7 0-4-15,22 0 23 16,5 0 20-16,14-2-17 16,4 0-1-16,10-4-7 15,7 2-8 1,7-2-5-16,-5 0-5 15,-15 2-3-15,-18-2 1 16,-24 4-1-16,-10 0 0 16,-4 2 0-16,0 0-25 15,-10 0-186-15,-5 0-15 16,-3 4-291-16</inkml:trace>
  <inkml:trace contextRef="#ctx0" brushRef="#br2" timeOffset="85530.96">9455 5855 326 0,'0'-6'52'0,"0"6"-49"0,0 0 48 16,0 0 83-16,0 0-56 15,0 0-49 1,0 0-14-16,0 0 62 15,3 0-35-15,-3 2-15 16,4 16-9-16,0 4 12 16,4 8-12-16,0 4-7 15,3 4-8-15,3 3 2 16,-3 3-3-16,2 8-2 16,3 0 1-16,-5-6 0 15,5-2-1 1,-8-16 2-16,1-8-2 0,3-4 0 15,-6-7 1 1,-2-5 10-16,1-4 25 16,-1 0-22-16,6 0 22 15,3 0 14 1,5-21-17-16,-1-9 2 16,6-4 10-16,-1-8-25 0,3-8 5 15,1-16-8 1,-1-2-3-16,-3 1-7 15,-7 7 4-15,-3 24-2 16,-3 6 8-16,-5 10 3 16,0 4-3-1,-2 4-6-15,2 6-10 0,-4 4-1 16,0 2 0-16,0 0-6 16,0 0-15-1,0 0-19-15,0 0-18 16,0 16-208-16,-4-6 12 15,-2 2-183-15</inkml:trace>
  <inkml:trace contextRef="#ctx0" brushRef="#br2" timeOffset="86030.65">10002 6146 515 0,'4'0'125'16,"-4"0"-121"-1,0 10 173-15,-2 4-130 16,-14 10-31-16,1 4-14 15,-4 6 5-15,2 1 13 16,3-2-13-16,5 2 4 16,5-8-9-16,4-3-2 0,0-3-2 15,4-9 0 1,17-2 2-16,3-10 6 0,0 0-2 16,7 0 13-16,3-12-5 15,1-12-1 1,6-21-1-16,-5-5 27 15,-10-4-7-15,-10-2 15 16,-14 10 4-16,-2 8-14 16,0 10 3-16,-11 12-5 15,-14 6 2-15,-2 10-17 16,-8 0-18-16,-14 8-10 16,-4 24-15-16,1 2-31 15,6 0-49 1,42-28-121-16,4-2-292 0</inkml:trace>
  <inkml:trace contextRef="#ctx0" brushRef="#br2" timeOffset="86384.76">10527 6092 583 0,'7'-10'69'0,"-7"10"-65"16,0 0 38-16,0 0 54 16,0 0-52-16,0 0-34 15,0 6-9-15,-2 14 37 0,-14 4 14 16,-8 18 1-1,-1 4-10-15,3 2-19 16,1-2-18-16,10-11-1 16,3-7-5-16,1-9 2 15,2-2-1 1,3-8-15-16,2-2-80 16,0-7-34-16,0 0-60 0,0 0-143 15</inkml:trace>
  <inkml:trace contextRef="#ctx0" brushRef="#br2" timeOffset="86658.68">10334 6079 347 0,'0'0'349'16,"0"0"-204"-16,0 0-34 15,-10-23-36-15,10 23-54 16,0 18-20-1,10 12 0-15,7 6 15 16,8 4 4-16,4 0-12 16,2-2-1-16,11 6-4 15,1-5 1-15,-6-8-1 16,-5-4 0-16,-15-17-3 16,-7-5 1-16,-6-2-1 31,-4-3-11-31,0 0-209 15,0 0-53-15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2:18:58.9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11839 8438 262 0,'-6'0'161'0,"6"0"-126"15,0 0-34 1,0 0 42-16,0-2 5 16,0 0-40-16,0 0-8 15,0 2 20-15,0 0-6 16,0 0 8-1,0 0 21-15,0 0 2 16,0 0 35-16,0 0-49 16,0 0 3-16,0 0-4 15,0-2-8-15,0 2-7 16,0 0-6-16,0 0 3 16,0 0 10-16,0 0 8 15,0 0 10 1,0 0 24-16,0 0-34 15,0 0-11-15,0 0-1 16,0 0-3-16,0 0-6 16,0 0-1-16,0 0 2 15,13 0-5-15,7 0 10 16,25 0-6-16,6 0-3 16,9 0-4-16,4 0 1 15,-6 0-3-15,-2 0 1 16,-2 0-1-1,-8 0 0 1,-15 0 0-16,-10 0 0 16,-15 0 0-16,-6 0 0 15,0 0 0-15,0 0 3 16,0 0 0-16,0 0-3 16,0 0-17-16,0 0-13 15,-6 0-37 1,-3 0-46-16,1 0-80 0,2-4-57 15,6 0-189-15</inkml:trace>
  <inkml:trace contextRef="#ctx0" brushRef="#br0" timeOffset="882.83">12487 8360 293 0,'12'-2'151'0,"-12"0"-98"15,0-3-23-15,0 4 87 16,0-3 3-16,0 0 47 15,0-2-102-15,0-5-14 16,-12-3-22 0,-5-1-9-16,-8-3 0 0,-1 0-9 15,4 1-4-15,-5 3 1 16,2 2 0 0,-8-2-4-16,0 2 1 15,-1 4 2-15,1 2-4 16,4 2 1-16,0 4-4 15,2 0 1-15,0 0 3 16,3 0-4-16,-3 0 2 16,0 0 0-16,-4 2-1 15,2 8 0 1,-3 4 0-16,-1 0-1 0,6 0 1 16,1 2 0-16,2 2 1 15,-5 3 0 1,4 3 5-16,2-1-6 15,8 2 1-15,7-5-2 16,0-2 2 0,4 4 0-16,0-2-2 0,-1 2 1 15,5 0-1-15,0-2 2 16,0 10-1 0,0 2-1-16,9 0 3 0,13 2-2 15,3-7 4-15,-1-2-3 16,3 1-1-1,11 5 2-15,2-5 1 16,0 0-1-16,9-4 0 16,-5-10-1-16,2 0 2 15,0-6 0 1,-3 0-4-16,1-2 3 16,0-2-1-16,-1-2-1 0,9 0 0 15,-2 0 1 1,-3-8 0-16,-2-12 0 15,-16-4-1-15,-5-2 5 16,-3-7-1 0,-13-18 4-16,-6-6 28 15,-2-1-16-15,0-4-2 0,-18 14 5 16,-15 8-4 0,-7 6 4-16,-9 5-8 15,-4 8-13-15,-5 6-3 16,-2 8-27-16,-17 7-50 15,54 0-65-15,0 0-365 0</inkml:trace>
  <inkml:trace contextRef="#ctx0" brushRef="#br0" timeOffset="1525.61">12975 8538 427 0,'-12'0'227'0,"9"0"-165"15,3 0 77-15,0 0-62 16,0 0-33-16,0 0 6 16,0-6-5-16,3 0-11 15,7-2-5-15,13-2 8 16,17-2-10-1,9 4 8-15,5 2-26 16,1 2-2-16,-8 4-6 16,-5 0-1-16,-3 0 1 15,-8 0-2-15,-12 0-1 16,-7 0 1-16,-8 0-7 16,-4 0-5-1,0 0-6-15,0 0-15 0,0 0-42 16,0 0-52-16,0 0-120 15,0-2-165 1</inkml:trace>
  <inkml:trace contextRef="#ctx0" brushRef="#br0" timeOffset="2150.96">13511 8368 82 0,'0'0'372'0,"0"0"-312"16,6-54-44-1,-17 36 91-15,-11-3-20 16,2 7-11-16,-3-2 0 16,-5 2-25-16,-19 4-4 15,-9 4 10-15,-7 2-36 16,-1 4-1-16,12 0-9 16,6 0 0-1,1 0 3-15,7 2 1 16,5 8 19-16,4 5-15 15,4 0-2-15,-2 10-9 16,8 4-5-16,1 4 3 16,5 5-4-16,8-2-1 15,1 6 0-15,4-2 3 16,0-2-2-16,0-2-1 16,2-6-1-16,18 1 0 15,4-4-3-15,24 8 3 16,7-3 4-1,12-4 6-15,6 0-4 16,-6-10-1-16,4-4-5 16,14-2 5-16,-2-4-5 15,-8-4 0-15,-1-4-1 16,-21 0 2-16,5 0 1 16,-2-6 5-1,11-18-5-15,-5-7 10 16,-8-6-7-16,-7-12 4 15,-26-1-1-15,-9-6 3 16,-7-6-1-16,-5 4 8 16,0 4 13-16,-14 12-11 15,-18 7 5-15,-22-1-9 16,-21 6-7-16,-12 6-3 16,-13 6-5-16,2 13-1 15,-9 0 0-15,3 5-16 16,-5 0-46-1,24 0-138-15,71 0-32 16,14 0-330-16</inkml:trace>
  <inkml:trace contextRef="#ctx0" brushRef="#br0" timeOffset="3337.68">14426 8484 121 0,'0'4'435'0,"0"-4"-366"0,0 0-67 16,0 0 29-1,0 0 37-15,0 0-3 16,0 0-9-16,0 0-5 16,0 0-8-16,0 0 6 15,0 0 35 1,0 0-63-16,0 0-10 0,22 0-8 16,16 0-2-1,16 0 7-15,6 0-3 16,4 0-2-16,-1 0-3 0,-3-4-1 15,0-2-13 1,-15 2-3-16,-17 2-3 16,-14 0-7-16,-14 2-26 15,0-2-23-15,-14 0-37 16,-3 0-145 0</inkml:trace>
  <inkml:trace contextRef="#ctx0" brushRef="#br0" timeOffset="3840.65">14984 8325 362 0,'0'0'220'16,"0"0"-175"-16,-48-40-5 16,9 34 69-1,-11-2-39-15,4 0 21 16,-1 6-57-16,-3-2-2 15,10 4-9-15,-4 0-8 16,1 0-1-16,-1 0-3 16,4 6 20-16,4 5-10 15,3 4-3-15,-5 16-2 16,5 7-1-16,6 5 3 16,4 10-4-16,17-5 5 15,6 2-14-15,0 2-5 16,0 7 1-1,29-11-3-15,11-6-1 16,15-8-1 0,6-20 4-1,13-6 3-15,12-8 6 16,13 0-7-16,7-6 5 16,4-18-7-16,-4-4-2 15,4-24-9 1,-19-9-4-16,-24-7 15 0,-25-4 4 15,-38 14 16-15,-4 8 14 16,-19 6 1 0,-53 4 13-16,-14 13 19 15,-11 11-67-15,-3 13-5 16,29 3-19-16,13 0-31 16,49 10-43-16,7 2-92 15</inkml:trace>
  <inkml:trace contextRef="#ctx0" brushRef="#br0" timeOffset="4294.21">15884 8434 207 0,'0'0'302'0,"0"-2"-215"16,0 2-46-16,0-2 93 15,0 0-24-15,0 2-29 16,0-2 35-16,0 2-74 16,0-2-6-16,0 2-12 15,2-2-17 1,13 2-7-16,14 0 0 16,10 0 0-16,7 0 2 15,5-2-2 1,12-4 1-16,-10 0-5 15,-4 2-6-15,-11-2-5 0,-20 6-5 16,-7 0-18 0,-9 0-48-16,-2-2-91 15,0 0-475-15</inkml:trace>
  <inkml:trace contextRef="#ctx0" brushRef="#br0" timeOffset="4793.55">16366 8247 384 0,'0'0'215'16,"0"0"-167"-16,-88-44 120 16,43 36-89-16,-9 0-46 15,-19 2-9-15,-10 6 8 16,2 0 5-16,-4 0-12 15,25 0 5-15,4 8-10 16,7 10-1 0,4 6-6-16,12 8 14 15,8 11-16-15,12 2-9 16,13 2 3-16,0 3-3 16,13-4 2-16,18 2-4 15,12-4 8-15,10-2-4 16,9-7 3-16,30-5-1 15,11-6-4 1,-1-8-2-16,2-10 3 0,-25-6-1 16,-4 0-2-16,-7-17-3 15,-6-30 3 1,-13-15-3-16,-18-15 5 16,-15-5 4-16,-16 18 11 15,0 10 9 1,-25 10-6-16,-15 12 9 0,-9 7 20 15,-7 7-44-15,-6 10-5 16,-14 8-17 0,4 0-34-16,49 8-78 0,2 6-216 15</inkml:trace>
  <inkml:trace contextRef="#ctx0" brushRef="#br0" timeOffset="5278.34">16886 8424 464 0,'-18'0'175'0,"14"0"-125"15,4 0 18-15,0 0 76 16,0 0-79-16,0 0-7 15,0 0-20 1,9 0 25-16,16-4-32 0,12 0-12 16,7 0-6-16,8-2-12 15,4 4 1 1,-3-2-2-16,-2 2 0 16,-2 2-9-16,-11-4-4 15,-9 4-7 1,-11-2-10-16,-11 0-1 0,-5 2-2 15,-2 0-28-15,0 0-57 16,0 0-84 0,0-2-133-16</inkml:trace>
  <inkml:trace contextRef="#ctx0" brushRef="#br0" timeOffset="5762.65">17559 8235 49 0,'0'0'616'0,"0"0"-560"16,0 0-45-16,-89-56 99 15,28 52-27 1,-1 4-22-16,-7 0-24 16,-2 0-13-16,9 0-7 15,-3 12-1 1,-2 2 5-16,0 5 2 0,7 0 19 15,9 7-21-15,10 2-6 16,10 12 0 0,14 9-4-16,13 3-4 0,4 2-2 0,15-8-4 15,32-2 6-15,15-5 2 32,34-2 0-32,10-9-2 15,11-11-5-15,3-8-1 16,-16-9 1-16,-3 0 1 15,-5-18 0-15,-19-15-3 0,-12-11 1 16,-20-13-1-16,-18-7 4 0,-27-16 3 16,0 6 3-1,-33 11 7-15,-21 15 17 32,-2 26 0-32,-6 8-7 15,-5 8-27-15,-11 6-3 0,9 4-101 16,13 24-12-16,41-7-181 0,15-10-492 31</inkml:trace>
  <inkml:trace contextRef="#ctx0" brushRef="#br0" timeOffset="6477.42">18055 8410 313 0,'-31'-6'127'15,"21"3"-45"-15,3 3 38 16,5-1 17-16,2 1-42 16,0 0-15-16,0-2-20 15,0 2-34-15,0 0-4 16,0 0 4-16,17 0 2 15,10 0-1-15,13 0 29 16,9 0-42-16,3 0-6 16,8 0-4-1,-9 0-4-15,-8-2 0 0,-12 0-10 16,-16 0-25-16,-9-2-31 16,0-4-50-1,0-2-57-15,-6 5-286 16</inkml:trace>
  <inkml:trace contextRef="#ctx0" brushRef="#br0" timeOffset="6992.92">18622 8271 283 0,'0'0'196'16,"0"0"-94"-16,0 0 18 0,-20-46 44 15,-14 41-84-15,-3 0-21 16,-21 5-20-1,-5 0 11-15,-3 0-38 16,-4 0-1-16,15 0-1 16,3 6 7-1,5 6 5-15,3 2-5 0,6 4 6 16,3 0-15-16,4 5-1 16,4 7-4-1,4 6-1-15,9 0-2 16,10 6-2-16,4-8 0 15,0 2 1-15,10 0-1 16,29 8 0-16,17-4 0 16,9 1 1-16,14-7 0 15,-7-13 1-15,6-6-2 16,2-9 4 0,1-6-2-16,1 0 6 15,1-6-2-15,-10-19-4 0,-5-23 0 16,-16-10-3-1,-23-10 3-15,-18-6 2 16,-11 14 11-16,-20 6 6 16,-27 8 8-1,-28 11-2-15,-6 13 9 16,0 8-34-16,4 14-1 16,29 0-14-16,7 0-26 15,14 24-23-15,27-7-43 16,0-4-651-16</inkml:trace>
  <inkml:trace contextRef="#ctx0" brushRef="#br0" timeOffset="7351.7">19083 8522 673 0,'0'-6'237'16,"0"4"-193"-1,5-2 4-15,14-2 140 16,15-2-164-16,13-2-13 15,4 0-1-15,5 4-3 16,-3 0-2-16,-2 0-2 16,-6 4-1-16,-7 0-2 15,-12 0 0-15,-3 2-15 16,-12 0-32 0,-8 0-55-16,-3 0-132 0,0 0-179 15</inkml:trace>
  <inkml:trace contextRef="#ctx0" brushRef="#br0" timeOffset="7805.19">19665 8274 354 0,'0'0'495'15,"0"0"-460"-15,0 0-33 16,-114-73 68-16,58 69-37 15,-2 4-18-15,0 0-4 16,-19 0 8-16,2 16 6 16,7 9-8-16,7 8 1 15,24 6 6-15,6 2-11 16,8 8-3 0,10 3 0-16,13 0-4 15,0-2 0-15,13-2-3 0,45 7 2 16,13-8-3-1,14-6 5-15,11-11-1 16,-7-18 6-16,7-6 4 16,-1-6 2-1,15 0 4-15,-14-30 2 16,-12-12-19-16,-19-12 1 16,-34-5 1-16,-20-7 3 15,-11 0 1-15,-15 6-2 16,-32 8 12-16,-11 12-1 15,-7 9-16-15,-15 13-4 16,0 10-14-16,9 8-38 16,8 0-41-16,59 7-94 15,4 7-305-15</inkml:trace>
  <inkml:trace contextRef="#ctx0" brushRef="#br0" timeOffset="8179.64">20021 8484 552 0,'0'-4'262'0,"0"2"-175"16,0 2-13-16,14 0 36 16,5-2-17-16,12 2-66 15,12 0-9-15,28 0-9 16,9 0-4 0,5 0 0-16,-2 0-2 0,-28 0 0 15,-6 0-3-15,-18 0 0 16,-13 0 0-1,-16 0-18-15,-2 0-16 16,0 0-36-16,-22 0-74 16,7 0-151-1,3 0-129-15</inkml:trace>
  <inkml:trace contextRef="#ctx0" brushRef="#br0" timeOffset="8611.54">20625 8301 678 0,'0'0'58'0,"0"0"101"15,-78-68-89-15,38 58-33 16,-5 4 6 0,-4 4-7-16,-2 2-17 15,-3 0-15-15,3 0 6 0,-9 30 13 16,9 10 1-1,6 13-3-15,14 7-13 16,24-6-8-16,7-2-1 16,0-4-1-1,45 4-7-15,13-7 9 16,13-9 10-16,12-10-2 16,-2-20 0-16,4-6 7 15,-2 0 4-15,-5-9-4 16,-11-18 5-16,-12-16-12 15,-12-11 5-15,-12-24 2 16,-22 0-7-16,-9 6-6 16,-11 8-2-16,-34 32 3 31,-11 7 17-31,-3 13-20 16,-17 12-7-16,5 0-102 0,44 19-99 15,6 2-327 1</inkml:trace>
  <inkml:trace contextRef="#ctx0" brushRef="#br0" timeOffset="9282.74">21139 8450 382 0,'0'0'261'0,"-2"0"-259"16,0 0 22-16,0 0-4 15,-5 0-17-15,3 0 8 16,-3 0 13-16,2 0-2 15,3 0 4-15,2-6 19 16,-2 6-1 0,2 0 15-16,0 0-29 15,-2 0-1-15,2 0-3 16,0 0 0 0,0 0 0-16,0 0 7 15,0 0 24-15,0-2-31 0,0-2-3 16,26 4-17-1,14 0 11-15,16 0-2 16,11 0-3-16,-5 0 2 16,-2 0-4-16,1 0-3 15,-3 0 1 1,-13 0-5-16,-18 0-1 0,-15 4-1 16,-12 0 0-16,0-2 0 15,0 0 8 1,-2-2-9-16,-12 0-10 15,4 0-22-15,1 0-45 16,5 4-51-16,4-4-152 16,0 0-184-16</inkml:trace>
  <inkml:trace contextRef="#ctx0" brushRef="#br0" timeOffset="9814.33">21674 8300 365 0,'-9'-33'289'16,"-22"19"-268"-16,-11-1 120 15,-10 2-80-15,4 8-20 16,-6 2 18-16,0 3-4 16,-1 0-26-16,-3 0 25 15,2 18-20-15,3 4-10 16,-1 21-2-16,12 8-3 16,11 8-9-16,18 7-3 15,13-12 3-15,6 0-7 16,34-3 2-1,38-1-4-15,14-10 17 16,14-12-16-16,8-10 6 16,-18-18-6-16,-7 0 4 15,-11-18-1-15,-18-20-1 16,-13-14 6-16,-16-11 4 16,-18-7-5-16,-13-10-2 15,-17 8-1 1,-26 16 15-16,-8 17 0 0,8 23-9 15,4 10-12-15,-1 6-8 16,-1 0-37 0,10 27-152-16,27-5-46 15,4 0-283-15</inkml:trace>
  <inkml:trace contextRef="#ctx0" brushRef="#br0" timeOffset="11576.58">11855 9583 187 0,'-11'6'70'16,"6"-4"-35"-16,5 0 21 16,-2-2 47-16,2 0-45 15,0 0 18-15,0 0-38 16,0 0 11-16,0 0 14 15,0 0 6-15,0 0-1 16,0 0-13-16,0 0 5 16,0 0-14-16,5 0-8 15,33 0-6 1,12 0 36-16,18 0-41 16,14 0-16-16,-6 0 3 15,-5 0-7-15,-4 0-1 16,-18 0-3-16,-13 0-1 15,-18 0-2-15,-12 0 0 16,-6 0-4 0,-2 0-5-16,-25 0-27 0,-6 0-31 15,2 0-106-15,8 0-74 16,15 0-34 0</inkml:trace>
  <inkml:trace contextRef="#ctx0" brushRef="#br0" timeOffset="12029.24">12339 9426 252 0,'0'0'191'0,"-8"-56"-106"16,-15 38-48 0,0 6 79-16,-2 4-48 0,-6 4-7 15,-13 4-10 1,-10 0-9-16,-6 6-31 15,-2 12 10-15,8 4 4 16,6 3 3 0,3 7 8-16,5 4-10 15,9 2 30-15,6 6-33 0,14 2 0 16,11 16-12 0,0 2-3-16,27-6-3 15,13-4 3-15,4-19-8 16,12-9 0-16,6-8 3 15,34-14 4 1,11-4 6-16,2-8 0 0,1-28-11 16,-31-3 1-16,-19-7 0 15,-19-6-2 1,-19-8-1-16,-13-4 8 16,-9 2-1-16,0 6-2 15,-40 6 4-15,-7 15-2 16,-2 12 6-16,0 12-3 15,16 11-10-15,4 0-6 16,22 7-38-16,4 11-81 16</inkml:trace>
  <inkml:trace contextRef="#ctx0" brushRef="#br0" timeOffset="12435.4">12998 9621 653 0,'-20'2'111'0,"17"-2"-92"0,3 0 118 15,0 0-16-15,0 0-83 16,29 0-34 0,36-10 7-16,18-4 24 15,8-2-23-15,7 2 4 16,-20 6-4-16,-11 2-6 15,-13 2-6-15,-19 0 0 16,-12 1-25-16,-14 3-11 16,-9 0-6-16,0 0-4 15,-27 0-47-15,6 0-139 16,2 0-149 0</inkml:trace>
  <inkml:trace contextRef="#ctx0" brushRef="#br0" timeOffset="12888.93">13475 9382 211 0,'0'0'448'16,"-122"-15"-373"0,52 15-68-16,1 0 63 15,2 9 7-15,20 9-48 16,5 5-14-16,2 6 6 15,5 15 12 1,4 7 15-16,10 3-33 0,13 2-3 16,8-8-1-16,0-2 8 15,17-6 3 1,21-4-4-16,9-3 8 16,15-11-16-16,11-4 6 15,39-12-6-15,9-6 5 16,1 0-1-16,-4-22-1 15,-34-13-9-15,-14-5-3 16,-17-6 1 0,-20-18 0-16,-21 0 21 15,-12 4 4-15,-4 6-1 16,-28 24-2-16,-6 8-2 16,2 9 8-16,1 9-9 15,-1 4-21-15,3 0-32 16,-2 15-35-16,-3 13-47 15,28-12-184-15,4-2-466 16</inkml:trace>
  <inkml:trace contextRef="#ctx0" brushRef="#br0" timeOffset="13326.34">14272 9621 81 0,'10'2'235'0,"-10"-2"-169"16,0 0-7-16,0 0 117 15,0 0-47-15,-7 0-50 16,2 0 109-16,3 0-112 16,2 0-19-16,0 0-11 15,0 0-18 1,2 0-10-16,29 0-11 16,16-4-4-16,9-4-1 0,13 2 0 15,14 0-1 1,-10 2 3-16,-11 4-4 15,-18 0 0-15,-25 0-11 16,-13 0 4 0,-4 0-7-16,-2 0 3 0,0 0-26 15,0 0-38-15,-8 0-42 16,-3 0-136 0,3 0-129-16</inkml:trace>
  <inkml:trace contextRef="#ctx0" brushRef="#br0" timeOffset="13799.61">14872 9392 398 0,'0'0'367'16,"0"0"-292"-16,-60-58 71 15,8 48-72-15,-6 6-47 16,-6 2-12-16,-12 2-4 15,10 0-8-15,-4 0-1 16,5 16 2 0,-4 8-1-16,9 4 24 15,9 7-5-15,11 2-6 16,20 2-6-16,13 1-4 16,7 6 1-16,0 2-2 15,23-2-3-15,12 0-2 16,12-4 0-16,29-4 1 15,11-8 2-15,15-12 3 16,7-9 1-16,-9-9 0 16,3-4 7-16,2-20-2 15,6-25 0-15,-15-9-4 16,-22-16-7-16,-25-8 4 16,-40 7-2-16,-9 3-1 15,-12 10 6 1,-34 14 1-16,-15 14 27 15,-7 16-5-15,-1 10-31 0,-16 8-4 16,6 18-36 0,8 18-32-16,45-8-78 15,19-10-309-15</inkml:trace>
  <inkml:trace contextRef="#ctx0" brushRef="#br0" timeOffset="14268.78">15614 9517 380 0,'-16'-10'298'0,"-10"2"-203"16,1 2-30-16,7 2 91 15,11 1-79-15,1 3-36 16,6 0-10-1,0 0 10-15,0 0-2 16,4-1-29-16,23-1-8 16,13 0 1-16,18-3 8 15,9 1-5-15,9 0-5 16,-5 3 2-16,-9-1-2 16,-10 2-1-16,-17 0-4 15,-15 0-6-15,-13 0-2 16,-7 0-10-16,0 0-12 15,-7 0-24-15,-8 0-77 16,4-2-163 0</inkml:trace>
  <inkml:trace contextRef="#ctx0" brushRef="#br0" timeOffset="14721.79">16146 9276 596 0,'0'0'155'0,"0"0"-54"16,-106-38 19 0,54 34-39-16,-8 4-40 15,-25 0 3-15,-7 0-16 16,-1 20-23-16,2 6 7 16,26 4 9-16,10 6 7 15,8 4-9 1,14 6-8-16,14 1 7 15,13-1-18-15,6 0 7 0,25 6-7 16,33-2 1 0,17-6 1-16,16-5-2 15,1-20 4-15,13-9-4 16,8-10 2-16,36 0 1 16,-6-34 6-16,-18-12-4 15,-23-14-3-15,-55-2-2 16,-27-6 1-1,-20-1 3-15,-4 4-3 16,-43 8 6-16,-13 13 4 16,-2 12 2-16,-8 10-2 15,15 12-11-15,10 10-6 16,12 0-34-16,22 18-31 16,11 0-84-16,0-2-225 15</inkml:trace>
  <inkml:trace contextRef="#ctx0" brushRef="#br0" timeOffset="15076.72">16699 9417 782 0,'-9'0'197'16,"9"0"-70"-16,0 0-48 16,0 0-47-16,25 0-11 15,19 0-19-15,16-7 0 31,5 1-1-31,3 2 1 16,-4 3 0-16,-7-2-2 16,-12 3-3-16,-14 0 3 15,-10 0-10-15,-21 0-37 16,0 0-55 0,0 0-108-16,-6 0-210 15</inkml:trace>
  <inkml:trace contextRef="#ctx0" brushRef="#br0" timeOffset="15545.37">17340 9178 657 0,'0'0'207'15,"0"0"-138"-15,0 0 26 16,-64-68 28-16,24 64-80 15,-3 4-27-15,-7 0-4 16,-22 8-4-16,-8 20 2 16,-5 10 2-16,5 6 5 15,25 2-6-15,14 2-1 16,12 6-8 0,18 14-2-16,11-1-1 15,6-7-4-15,42-6-4 16,14-22-2-16,16-10 9 15,13-12 2-15,14-10 5 16,13 0-1-16,6-24-2 16,-1-12 0-16,5-30-2 15,-28-14 2-15,-31-13-2 16,-32-5 6-16,-37 20 2 16,-19 12 7-16,-35 12 16 15,-29 15 10 1,-2 16 49-16,8 16-74 15,10 7-16-15,30 12-7 16,14 29-44 0,17 9-38-16,6-24-20 0,2-2-695 15</inkml:trace>
  <inkml:trace contextRef="#ctx0" brushRef="#br0" timeOffset="15960.12">17976 9394 619 0,'-12'2'302'0,"12"-2"-209"16,0 0-4 0,0 0 22-16,23 0-70 15,19 0-24-15,16 0-9 16,16 0-1-16,19-2-4 15,-3 2 1-15,-13 0-1 16,-17 0-1-16,-33 0-2 16,-12 0 0-16,-12 0-3 15,-3 0-11-15,0 0-12 0,-24 0-26 16,-5-2-46-16,2-2-161 16,14 2-43-16,5-2-115 15</inkml:trace>
  <inkml:trace contextRef="#ctx0" brushRef="#br0" timeOffset="16412.57">18583 9258 584 0,'0'0'192'16,"0"0"-24"-16,0 0-50 0,0 0-69 15,-162-58-3-15,106 58-11 16,-2 0-12-1,-6 0-12-15,-3 16 17 16,-2 6-11-16,5 10 4 16,-7 20-1-1,10 8-6-15,16 8-3 16,16 7-5-16,29-11-4 16,0-2 1-16,16 0-2 15,45 0 2 1,16-9-11-16,14-17 8 15,21-14 6-15,-8-22-1 16,13 0 1-16,5-4 1 16,-4-22-4-16,-11-11 3 15,-18-17-6-15,-24-14 2 0,-28-28 3 16,-25 3-2 0,-12 13-2-16,-23 16 1 15,-23 32 12-15,-3 10 33 0,-1 8-20 16,-2 8-21-1,2 6-30-15,8 0-42 16,11 14-27-16,31-2-86 16,0-4-412-1</inkml:trace>
  <inkml:trace contextRef="#ctx0" brushRef="#br0" timeOffset="16865.59">19152 9475 515 0,'0'0'317'16,"0"0"-185"-16,0 0-17 15,2 0 22-15,17 0-68 16,6-8 14-16,20-6-68 15,11 1-6-15,22 4-2 16,0 3-3-16,-7 3 0 16,-11 3-4-16,-26 0-2 15,-9 0 2-15,-15 0-10 16,-8 0-13 0,-2 0-52-16,0 0 8 15,-12 0-97-15,-5 0-318 16</inkml:trace>
  <inkml:trace contextRef="#ctx0" brushRef="#br0" timeOffset="17302.99">19847 9210 985 0,'0'0'7'0,"0"0"-3"15,-120-60 75-15,58 56-57 16,-10 4-9 0,-1 0 7-16,-8 0 13 0,-4 23-12 15,4 8 2-15,-13 23 4 16,13 6 4 0,19 8-7-16,18 3-15 15,30-13-5-15,14 0-1 0,4-2-3 16,64 4 0-1,25-12 1-15,25-10-2 16,20-16 0-16,-6-22 1 16,4 0 1-1,-5-4-1-15,-10-28 1 16,-23-12 4-16,-27-18 0 0,-20-12 0 16,-38-28 5-1,-13 1-4-15,-19 13-6 16,-39 14 3-16,-5 38 5 15,-3 14 18-15,-4 14-23 16,-12 8-3 0,6 18-113-16,49 8-77 15,5 2-342-15</inkml:trace>
  <inkml:trace contextRef="#ctx0" brushRef="#br0" timeOffset="17692.82">20199 9481 815 0,'7'0'128'0,"7"0"-49"32,19-5 9-32,15 0 50 0,15-3-115 15,15 3-13-15,-9 5-4 16,0 0-3-16,-7 0 5 15,-12 0-8-15,-15 0-11 16,-12 0-8-16,-17 0-10 16,-6 0-5-1,0 0-23-15,-8 0-70 0,-8-1-211 16</inkml:trace>
  <inkml:trace contextRef="#ctx0" brushRef="#br0" timeOffset="18130.74">20919 9208 182 0,'0'0'567'16,"0"0"-528"-16,-123-68-34 15,81 64 88-15,-3 4-31 16,-3 0-46-16,-19 8 17 15,-7 22 77-15,1 6-76 16,4 10 3-16,21 0-3 16,15 4-12-1,11 2-5-15,13 1-5 16,9-5-5-16,0-2-7 16,27-6 1-16,35-2 1 15,21-8 2-15,17-12 1 16,20-14 2-16,-7-4 3 15,-1 0-2-15,-8-26-1 16,-5-26-1 0,-23-16 15-16,-29-9-11 15,-30-5 5-15,-17 18-5 16,-38 10-9-16,-26 12 4 16,-12 10 10-16,-6 14-7 15,-3 10-8-15,10 8-15 16,-2 4-28-16,57 16-45 15,11 0-236-15</inkml:trace>
  <inkml:trace contextRef="#ctx0" brushRef="#br0" timeOffset="18567.62">21407 9413 658 0,'-25'0'178'16,"19"0"-91"-1,3 0 33-15,3 0-2 16,7 0-61-16,30 0-16 16,24 0-5-16,11 1 5 15,26 2-18-15,-7 1-2 16,-16-3-14-16,-17 2-3 15,-33-2-4-15,-14-1-4 16,-6 0-25 0,-5 2-34-16,0-2-141 0,0 0-18 15,-7 0-185-15</inkml:trace>
  <inkml:trace contextRef="#ctx0" brushRef="#br0" timeOffset="18942.82">21966 9242 613 0,'0'0'102'16,"0"0"-9"0,0 0 80-16,-15-88-82 15,-16 82-27-15,-15 6-44 16,-4 0-1-16,-13 0-8 16,-6 8 8-16,-17 32 5 15,3 10-4-15,9 10-7 16,13 6-7-16,33-6-5 15,19-2-1-15,9 1-4 16,29 7 4 0,37-12 5-16,22-14-4 15,17-12 5-15,-1-26-1 16,3-2 5-16,2 0 2 16,-9-30 4-16,-13-12 38 15,-16-12-32-15,-19-18 13 16,-27-25-11-16,-25 3-14 15,-7 12-1-15,-47 16 9 16,-6 36 17-16,-2 12-17 16,-3 12-18-1,-11 6-27-15,50 3-191 16,-1 18-134-16</inkml:trace>
  <inkml:trace contextRef="#ctx0" brushRef="#br1" timeOffset="29783.24">11793 7842 330 0,'0'0'74'15,"0"0"-30"-15,0 0 60 16,0 0-11 0,0 0-22-16,0 0 27 0,0 0-60 15,0 0 7 1,0 0 5-16,0 0 4 15,0 0-8-15,0 0-3 16,0 0 2-16,0 0-7 16,0 0-11-16,0 0-4 15,0 0 16 1,0 0-24-16,0 0 0 16,0 0 3-16,0 0-8 15,0 0 5-15,0 0-8 16,0 0 10-16,0 0-6 15,0 0 0-15,0 0-5 16,0 0 1-16,0 0 0 16,0 0-5-16,0 0 4 15,11 0-6 1,15 0 0-16,30 0 3 16,13-6 0-16,16-3-3 15,6 0 0 1,-13 3 0-16,-4 0 0 15,-14 6 0-15,-16-2 0 16,-19 2-4-16,-12 0 3 16,-10 0 0-16,-3 0 1 15,0 0 3-15,0 0 0 16,0 0-2-16,0 0-1 16,0 0-1-16,0 0-10 15,0 0-18 1,0 0-57-16,0 0 17 15,0 6-39-15,-3 0-80 0,-6-2-29 16,7-4-50 0,-2 0-64-16</inkml:trace>
  <inkml:trace contextRef="#ctx0" brushRef="#br1" timeOffset="30408.6">12875 7832 219 0,'-8'0'144'0,"8"0"-65"0,0 0-9 16,0 0 38-1,0 0-15-15,0 0 68 16,0 0-90-16,0 0-8 16,0 0-15-16,0 0-15 15,6 0-4 1,15 0-1-16,12 0 31 0,11 0-36 15,12-4-10-15,35 3-2 16,7-2 1 0,-4 3 1-16,-5 0-5 15,-33 0-8-15,-16 0 0 16,-11 0 2-16,-13 0-2 16,-12 0 0-16,-4 0 0 15,0 0 3 1,0 0-3-16,-2 0-3 15,-16 0-11-15,0 4-23 16,2 0-163-16,-2 2 10 16,14-6-100-16</inkml:trace>
  <inkml:trace contextRef="#ctx0" brushRef="#br1" timeOffset="30949.81">13900 7814 211 0,'4'-2'183'16,"0"0"-84"-16,-2 0 28 31,0 0-32-31,0 2 0 16,0 0 0-16,5 0-11 15,-1 0-20-15,8-2-14 0,5 0-15 16,22-2-12-16,5 2 7 31,6 0-20-31,2 2 1 16,-12-2-2-16,-2 2-2 16,-5 0-3-16,-10 0 3 15,-7 0 5-15,-9 0-5 16,-7 0-5-16,-2 0 3 15,0 0 1-15,0 0-3 16,0 0 2-16,0 0-5 16,0 0-3-16,0 0-25 15,0 0-40 1,-5 0-176-16,-5 0 59 16,2 0-58-16,6 0-48 15</inkml:trace>
  <inkml:trace contextRef="#ctx0" brushRef="#br1" timeOffset="31452.99">14691 7822 267 0,'0'0'147'0,"0"0"-116"0,0 0 12 32,0 0 98-32,0 0-59 0,0 0-31 0,0 0-17 31,0 0 74-31,0 0-48 15,0 0-9-15,2 0-17 16,7 0-7-16,9 0-5 16,9 0-1-16,9 0 48 15,8 0-49-15,12 0-6 16,20-4-4 0,1 0 6-16,0 2 4 15,-8 0-6-15,-25 2 0 0,-15 0-9 16,-11 0 3-1,-12 0-6-15,-6 0 1 16,0 0-2-16,0 0-1 16,0 0-3-16,0 0-20 15,0 0-18 1,-8 0-17-16,-6 0-287 0,7 0 102 16,1 0-108-16</inkml:trace>
  <inkml:trace contextRef="#ctx0" brushRef="#br1" timeOffset="31906.01">15607 7792 178 0,'11'-4'250'0,"-2"0"-145"16,5 2-65-16,3 0 76 15,5-2-13 1,5 2-28-16,7-4 39 15,1 2-73-15,6 0-12 16,14 2-3-16,3 2 2 16,0 0 5-16,-2 0-8 15,-18 0 2-15,-9 0 3 16,-11 0-10 0,-10 0-10-16,-3 0 0 15,-5 0-6-15,0 0 1 16,0 0-5-16,0 0-3 15,-15 0-34-15,-8 0-8 16,9 0-287-16,1 0-18 16</inkml:trace>
  <inkml:trace contextRef="#ctx0" brushRef="#br1" timeOffset="32359.59">16429 7764 274 0,'16'2'162'16,"-7"-2"-59"-16,0 0 17 16,0 0-41-16,-3 0-11 15,3 0 8-15,3 2-15 16,-2-2 63-16,7 0-69 16,4 0-11-16,18 0-9 15,7 0-7 1,8 0-11-16,-1 0-8 15,-6 2 2-15,-7-2-6 0,-4 2 3 16,-10-2 3 0,-10 0-8-16,-10 0-1 15,-6 0 0-15,0 0-1 16,0 0-1 0,-2 0-13-16,-18 0-38 0,-4 0-278 15,8 0 10 1,7 0-135-16</inkml:trace>
  <inkml:trace contextRef="#ctx0" brushRef="#br1" timeOffset="32839.65">17347 7774 409 0,'6'0'163'15,"-6"0"-91"-15,4 0 160 16,0 0-130-16,2 0-21 16,15 0-17-16,0 0-21 15,11 0-10-15,10-6-9 16,-2 4-10-16,8-2-1 16,4 2-1-16,13 0-7 15,-3 2 9-15,-6 0-7 16,-9 0 1-16,-25 0 1 15,-8 0-4 1,-6 0-3-16,-5 0-2 16,-1 0 0-16,-2 0-7 15,0 0-17-15,0 0-20 16,0 0-47-16,0 0-91 16,0 0-107-16,-2 0-113 15</inkml:trace>
  <inkml:trace contextRef="#ctx0" brushRef="#br1" timeOffset="33308.28">18259 7764 695 0,'10'2'66'15,"-5"-2"17"-15,4 0 48 16,6 0-46-16,10 0-21 15,6 0-19 1,7 0-13-16,0 0-14 0,5 0-6 16,12 0 1-1,-4 0 11-15,-4 0-8 16,-7 0-4-16,-19 0-2 16,-11 0 0-16,-3 0-1 15,-7 0-6-15,0 0-1 16,0 0-2-16,0 2-17 15,0-2-12 1,0 0-17-16,0 0-42 16,0 0-64-16,0 0-174 0,-5 0-248 15</inkml:trace>
  <inkml:trace contextRef="#ctx0" brushRef="#br1" timeOffset="33698.85">19038 7778 407 0,'0'0'128'0,"43"0"-86"15,-30 0 52 1,2 0 0-16,-1 0-16 16,4 0 111-16,4 0-119 15,7 0-14-15,20 0-9 16,7 0-19-16,4 0-9 16,3 0-2-16,-17 0-9 15,-4 0-3-15,-5 0-1 16,-12 0-2-1,-6 0 0-15,-11 2-2 16,-2-2 0-16,-6 0-4 16,0 0-10-16,0 0-26 15,0 0-38-15,-10 0-438 16,3 0 132-16</inkml:trace>
  <inkml:trace contextRef="#ctx0" brushRef="#br1" timeOffset="34120.6">20193 7820 295 0,'31'0'314'0,"-20"0"-230"16,0 0 66-16,-2 0-57 16,4 0-6-16,3 0-12 15,8 0-18-15,3 0 1 16,4 0-38-16,2 0-4 15,6 0-6 1,1 0-2-16,-5 0-3 16,-1 0-1-16,-14 0-4 0,-5 0 0 15,1 2-2 1,-1 0 0-16,-1-2-13 16,-7 0-10-16,-5 0-38 15,-2 0-73-15,0 0-125 16,0 0-326-1</inkml:trace>
  <inkml:trace contextRef="#ctx0" brushRef="#br1" timeOffset="34541.85">21097 7816 240 0,'0'0'133'15,"60"0"-92"-15,-45 0 9 16,10 0 86-1,-2 0 42-15,1 0-71 16,3 0-19-16,-5 0-9 16,5 0-19-16,2 0-19 15,2 0-9-15,-2 0 1 16,0 0-25-16,-4 0-2 16,-3 0 0-16,-9 0-6 15,-9 0 1-15,-4 0-1 16,0 0-4-16,0 0-17 15,0 0-60 1,-10 0-109-16,-2 0-451 16</inkml:trace>
  <inkml:trace contextRef="#ctx0" brushRef="#br1" timeOffset="34963.61">21893 7792 259 0,'0'0'127'15,"20"-8"8"1,-20 6 26-16,0 2 5 16,0 0-40-16,4 0-30 0,1 0-21 15,3 0-16 1,13 0-17-16,3 0 16 16,2 0-45-16,1 0-3 15,-9 0-3-15,-3 0-1 16,-3 0-3-1,-7 0-3-15,-3 0 0 16,0 0-3-16,-2 0-11 16,0 0-23-16,0 0-36 15,0 2-85-15,2 4-125 16,0-6 14-16,3 0-89 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2:21:27.26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4917 9071 173 0,'4'-7'117'0,"1"3"-92"16,-3 1-24-16,2-1 39 16,-2 1 1-16,1 0-18 15,-1 3-13-15,-2 0-8 16,0 0-1 0,0 0-8-16,0 0-37 0,0 0-42 15,0 0-39 1</inkml:trace>
  <inkml:trace contextRef="#ctx0" brushRef="#br0" timeOffset="936.28">4857 9101 443 0,'0'0'119'0,"0"0"-108"16,13-36 16-16,-11 28 79 16,0 1-9-1,-2 0-33-15,0 2 50 0,0-1-60 16,0 2-12-16,0 0-9 16,-11 1-8-1,-11 1-10-15,-7 2-12 16,-4 0-3-16,-3 5-4 15,-4 17 3-15,-1 3-9 16,2 4 10-16,1 4 5 16,7 8-3-16,4-1-2 15,9 4-1-15,7 0-3 0,11 2-1 16,0 0 1 0,4-4-2-16,25-6 6 15,11-7-4-15,7-9 4 16,26-12 6-1,6-8-6-15,4 0 1 0,-2-22 1 16,-23-10 1-16,-6-7-1 16,-12-3-1-16,-11-6-1 15,-11-2 5-15,-18-4-3 16,0-4 4-16,-2 0 7 16,-27 3 8-16,-4 9 0 15,-4 10 14-15,-1 10 21 16,-3 10-43-16,-5 6-13 15,0 10-9-15,-16 0-10 16,2 14-27-16,4 16-11 16,0 0-41-16,49-22-131 15,3-6-100-15</inkml:trace>
  <inkml:trace contextRef="#ctx0" brushRef="#br0" timeOffset="1315.78">4745 8608 648 0,'0'0'77'0,"0"0"-70"16,0-32-7-16,0 32 46 15,2 6 7-15,10 25-53 16,3 14 1-16,6 18 47 15,-6 9-23-15,1 14 8 16,-5 8 12-16,-3 11 29 16,0 3-51-16,-2-4-1 15,-2-4-16-15,-1 13 0 16,-3-13 3-16,0-16-7 16,0-14 6-16,0-34 0 15,0-11 8-15,2-10-14 16,0-6 1-16,2-5-3 15,-4-4-4-15,0 0 3 16,8 0-3-16,2-17-34 16,-5 2-43-16,-1 1-79 15</inkml:trace>
  <inkml:trace contextRef="#ctx0" brushRef="#br0" timeOffset="1951.12">5435 9483 465 0,'0'0'225'15,"0"0"-210"-15,0 0 92 16,0 0-10-16,-23-4-70 15,-4 4-17-15,-16 0 29 16,-8 11-6 0,-5 12-6-16,-2 1 7 0,19-6-17 15,5 2-1-15,12-4 5 16,9-2-14-16,7-2-7 16,6 0-4-16,0-2-1 15,14 2-2-15,22-4 2 16,8 2-1-1,8 2-1-15,3-2 3 0,-1 0-3 16,-5 4-7-16,-6 2-28 16,-8 4 20-1,-12 0 4-15,-15-4 6 16,-8 0 4-16,0-4-13 0,-20-2 21 16,-18-2 1-16,-11-5 28 15,-9-3 3-15,-9 0 0 16,0 0 19-16,5-8-23 15,6-10 0-15,14 1-26 16,11-1-2 0,8 3-85-16,13-3-56 0,10 11-147 15,0-1-359-15</inkml:trace>
  <inkml:trace contextRef="#ctx0" brushRef="#br0" timeOffset="5517.52">4776 5861 309 0,'0'-8'95'0,"-2"2"-61"16,2 4-32-16,0 0 54 16,0 0-19-16,0 2-7 15,0 0 11-15,0 0-5 16,0 0-16-16,0 0-5 15,-2 0 0-15,2 0 2 16,0 0 1-16,0 0-3 16,0 0 0-16,0 0 0 15,0 0-7-15,0 0-6 16,0 0 3-16,0 0 6 16,0 0 9-1,-2 0 12-15,-2 0 8 0,-1 0-1 16,-4 0-24-16,0 0-15 15,-9 8 0-15,-2 8 6 16,-6 6-4-16,-1 4-1 16,-5 8 3-16,-1 3-3 15,2 3 7-15,4 0-3 16,2 2 0-16,6-2 0 16,9 2-4-16,2-2 0 15,8-4-1-15,0 6 1 16,11 1 1-1,20-7 4-15,2 0 1 0,-1-14-7 16,-4-8 9 0,3-4 4-16,1-9 4 15,4-1 9-15,0 0 8 0,3-14-4 16,-1-11-2-16,3-8-15 16,-4 0-3-1,-5-3-5-15,-5-7 11 0,-8-1-10 16,-7-6 12-1,-8 0-8-15,-4-12 4 16,-4 4 20-16,-21 8-10 16,-6 11 4-16,4 24-1 15,-4 4-22-15,-9 9-4 16,-3 2-1-16,-8 0-16 0,-2 13-1 16,-3 10-25-1,2 5-9-15,3 0-28 0,6-2-69 16,37-15-74-1,3-5-568-15</inkml:trace>
  <inkml:trace contextRef="#ctx0" brushRef="#br0" timeOffset="5830.42">4598 6156 638 0,'0'0'48'16,"0"0"-33"-16,27 18 108 0,-23-6-42 15,6 8-52 1,3 8-1-16,3 8 67 16,3 6-75-16,4 5-6 15,1 3-4-15,14 8 3 16,0 0-1-16,2-6-11 16,0-6 6-16,-15-16-1 15,-3-6 4-15,-4-6 1 16,-5-4-8-16,-6-6 0 15,-2-1 3-15,-3-6-6 16,-2-1 2-16,0 0 3 16,0 0-5-16,0 0-2 15,0-20-142-15,0 6-130 16,0-2-212-16</inkml:trace>
  <inkml:trace contextRef="#ctx0" brushRef="#br0" timeOffset="6158.46">5109 6124 414 0,'0'0'361'0,"0"0"-361"15,0 0 15-15,0 0-8 16,8-36 66-16,-8 36-27 15,0 22-46-15,0 14 13 16,0 6 0-16,0 6 9 16,2 2-7-16,3-2-7 15,-3-4 3-15,1-5-8 16,3-9 1-16,-3-9-1 16,1-6-2-1,2-5-1-15,-1-6-2 0,-1-4-2 16,3 0-13-1,0 0-59-15,-7-12-76 16,0-10-182-16</inkml:trace>
  <inkml:trace contextRef="#ctx0" brushRef="#br0" timeOffset="6642.61">5155 6112 220 0,'0'0'635'16,"0"0"-594"-16,0 0-38 16,0 0 40-16,-17-28-5 15,21 28-38-15,21 0-15 16,6 0 14-16,2 0 1 16,-2 6 0-16,-2 10-1 15,-6 8-4-15,-6 0 4 16,-8 2-6-16,-9 6 1 0,0-2 0 15,-17 2-3 1,-23 0 5-16,-14-4 14 16,-2-3-7-16,5-7 20 15,15-6 17-15,19-9-4 16,17-3-27-16,0 0-9 16,13 0-17-16,27 0 16 15,13-1 1-15,5-1 7 16,5 2-5-16,-5 0-2 15,-5 0 0-15,-11 11-1 16,-13 10-1-16,-16-1 1 16,-13 2 1-1,0 0-7-15,-39 4 28 0,-24-4 7 16,-17 0 13-16,-6-4 7 16,-13-8 1-1,13-4-29-15,14-4-20 16,14 0-11-16,24 0-96 0,34-2-131 15,0 0-277-15</inkml:trace>
  <inkml:trace contextRef="#ctx0" brushRef="#br0" timeOffset="7231.03">4097 6629 260 0,'0'0'258'16,"0"0"-151"-16,-38-26-52 16,34 22 75-16,2 2-6 15,2 0-40-15,0 2-35 16,0 0-3-16,0 0-17 0,0 0-11 16,0 0-9-16,13 0-2 15,7 0-3-15,9 0 25 16,7 4-4-1,10 4 0-15,14 0-13 16,16-2-6-16,22-4 0 16,52-2-5-1,19 0 1-15,13 0-2 0,5 0 0 16,-39 0 0-16,-17 0-1 16,-19 0 2-16,-23 0-1 15,-20 0 0-15,-22 0-5 16,-19 0 1-16,-14 4-3 15,-12 0 2-15,-2 0 2 16,0 0 1-16,0-2-5 16,0 0-8-16,-2 4-2 15,-9-2-2 1,-11 8-34-16,-7 0-72 16,10-8-104-16,2 0-113 15</inkml:trace>
  <inkml:trace contextRef="#ctx0" brushRef="#br0" timeOffset="7793.37">4808 6858 353 0,'0'0'109'0,"0"0"-102"15,0-55 19-15,-5 44 109 16,1-2-58-16,-3 4 3 16,-2 3 11-16,0 2-14 15,-4 0-37-15,-3 1 43 16,-1 3-74-16,-8 0-9 15,-4 0 0-15,-18 14 1 16,-1 19 1-16,-2 7 3 16,1 8 3-16,21-4 12 15,5 6-3 1,11-2-16-16,12-1 5 0,0-10-8 16,0-1 2-16,27-9-4 15,7-5 2-15,8-8-3 16,3-9-10-1,8-5-9-15,-3 0-19 0,0-5-75 16,-34-9-120 0,-7 1-256-16</inkml:trace>
  <inkml:trace contextRef="#ctx0" brushRef="#br0" timeOffset="8089.71">4841 7036 915 0,'0'0'63'0,"0"0"-50"15,0 0 20-15,-20 110 19 16,20-75-38 0,0-5-7-16,5-4-6 0,14-6 1 15,6-8 15 1,10-8-1-16,6-4-6 16,-1-2 8-16,-2-22-4 15,-18-6-7-15,-9-2 0 16,-11-3-4-16,0 5-1 15,-11 10 5-15,-22 4 6 16,-6 10 0-16,-3 6-6 0,0 0-7 16,4 0 0-1,9 21-21-15,11 2-151 16,18-13-40-16,0-2-121 16</inkml:trace>
  <inkml:trace contextRef="#ctx0" brushRef="#br0" timeOffset="8334.33">5347 6980 94 0,'0'0'467'0,"0"0"-358"0,0 0 133 16,0 0-197-16,13 14-44 15,-26 22 8-15,-7 14 16 16,-1 1 2-16,2-4 4 15,-6 0 5-15,5-17-25 16,1-2 0-16,-2-4-11 16,3-10-2-16,3-6-60 15,-1-8-64-15,14 0-144 16,-3 0-75-16</inkml:trace>
  <inkml:trace contextRef="#ctx0" brushRef="#br0" timeOffset="8522.29">5071 6990 830 0,'0'0'137'0,"0"0"-101"15,0 0 65-15,122 26-33 16,-59 12-38-16,1 3-12 16,3 3-6-16,-7-1-6 15,-4 0-4-15,-12-7 1 16,-13-6-3-16,-31-26-145 15,0-4-198-15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2:23:42.5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FFFF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18880 10353 236 0,'0'0'0'16</inkml:trace>
  <inkml:trace contextRef="#ctx0" brushRef="#br0" timeOffset="23753.99">11980 7431 64 0,'4'0'93'16,"-4"0"-93"-16,2-2 5 16,-2 2 9-16,0 0 12 15,0 0-15-15,0 0 4 16,0 0 1-16,0 0-6 15,0 0-3-15,0 0 2 16,0 0-6-16,0 0-1 16,0 0 2-16,0 0 5 15,0 0-2-15,0 0-3 16,0 0-3-16,0 0 4 16,0 0-5-1,0 0 2-15,0 0-1 0,0 0 0 16,0 0-1-16,0 0 2 15,0 0 1-15,0 0 3 16,0 0 1-16,0 0-5 16,0 0-2-16,0 0-2 15,0 0 2-15,0 0 0 16,0 0 0-16,0 0-14 16,0 0-7-16,0 0 4 15,0 0-12-15,0 0-21 16,0 0-127-16</inkml:trace>
  <inkml:trace contextRef="#ctx0" brushRef="#br0" timeOffset="27004.62">12185 7407 22 0,'-2'0'34'0,"0"0"-28"0,-1 0 4 16,1 0 58-16,-1 0-68 15,3 0-5-15,0 0 1 16,-2 0-44-16,2 0 31 16,0 0 7-16,0 0 7 15,0 0 3-15,-2 0-8 16,0 0-2-16</inkml:trace>
  <inkml:trace contextRef="#ctx0" brushRef="#br0" timeOffset="29926.79">12176 7415 41 0,'0'0'31'0,"0"0"-17"16,0 0 4-16,0 0-5 15,0 0-3-15,0-2-2 16,0 2 6-16,0-2 6 16,0 2-4-16,0 0-6 15,0 0 4-15,0-2-10 16,0 0 0-16,0 2-2 16,0 0 3-16,0 0-1 15,0 0-1-15,0-2-1 16,0 0-2-16,0 2 0 15,0 0 1-15,0 0-1 16,0 0 4-16,0 0 0 16,0 0-4-16,0 0 0 15,0 0 0-15,0 0 0 16,0 0 0-16,0 0-1 16,0 0 0-16,0 0 1 15,0 0-3-15,0 0-1 16,0 0-1-16,0 0-8 15,0 0-10 1,0 0 3-16,-5 0-13 0,1 4-9 16,2 0-11-16</inkml:trace>
  <inkml:trace contextRef="#ctx0" brushRef="#br0" timeOffset="30192.34">12156 7415 1 0,'0'0'5'0,"0"0"5"16,0 0 8-16,0 0-12 16,0 0-2-16,0 0 38 15,0 0-28-15,0 0-10 16,0 0-4-16,0 0-2 16,0 0-1-16,0 0-4 15,0 0 7-15,0 0 4 16,0 0 8-16,0 0 11 15,0 0-4 1,0 0-12-16,0 0-8 16,0 0-7-16,-2 2-15 0,0 0-66 15</inkml:trace>
  <inkml:trace contextRef="#ctx0" brushRef="#br0" timeOffset="31579.04">12092 7463 69 0,'0'0'18'16,"0"0"-17"-16,0 0-1 16,0 0-44-1,0 0 37-15,0 0 4 0,0 0-2 16,0 0 3-16,0 0-21 16</inkml:trace>
  <inkml:trace contextRef="#ctx0" brushRef="#br0" timeOffset="31953.44">12092 7463 19 0,'0'0'20'0,"0"0"38"16,0 0-47-16,0 0-7 15,0 0 8-15,0 0 5 16,-3 0 5-16,3 0-12 15,0 0-9-15,0 0-1 16,0 0 3-16,-3 0-3 16,3 0 2-1,0 0 0-15,-4 0 3 0,0 0-4 16,-1 0 9-16,1 0 16 16,2 0-2-1,0 0-14-15,0 0-10 16,-1 0-8-16,1 0 8 0,-1 0 4 15,1 0-4-15,0 0 2 16,0 0-2-16,2 0-1 16,-3 0 1-16,1 0 0 15,2 0-16-15,-2 0-37 16,2 0 14 0</inkml:trace>
  <inkml:trace contextRef="#ctx0" brushRef="#br0" timeOffset="41660.94">12196 7365 24 0,'0'-2'43'0,"0"0"-6"16,0 2-2-1,0 0 17-15,0 0-46 16,0 0-1-16,0-2 1 16,0 2 0-16,0-2-3 15,0 0-3-15,0 2-3 16,0-2-9-16,0 2-8 15,0 0-3-15,0 0 0 16,0 0-17-16,0 0 1 16</inkml:trace>
  <inkml:trace contextRef="#ctx0" brushRef="#br0" timeOffset="46800.71">12147 7383 246 0,'0'0'119'16,"0"0"-90"-16,0 0 136 15,-3 4-82-15,3-4-27 16,0 0-4-16,0 0 10 16,0 0 0-1,0 0-13-15,0 0-5 0,0 0 8 16,0 0-4 0,0 0-1-16,0 0-10 15,0 0-11-15,0 0-10 0,0 0-9 16,12 0-2-16,5 0-1 15,8 0 12 1,4 0-1-16,2 0 8 16,0 0-19-16,3 0-1 15,-5 0-1-15,-2 0 2 16,-7 0-2-16,-7 0-1 16,-9 0 0-16,-4 0 0 15,0 0 0-15,0 0 5 16,0 0-1-16,0 0-2 15,0 0-1-15,0 0-2 16,0 0-19-16,0 0-28 0,0 0-48 16,0-2-89-1</inkml:trace>
  <inkml:trace contextRef="#ctx0" brushRef="#br0" timeOffset="47669.28">12173 7295 165 0,'0'0'50'16,"-8"-2"-30"-16,6 2 75 15,2-2-48-15,0 2-43 16,0 0 1-16,0-2-3 16,0 2 16-16,0 0-9 15,0 0-2-15,0 0 12 0,0 0 28 16,0 0 7-16,0 0-12 16,0 0-8-16,0 0-6 15,0 0 0-15,0 0-5 16,0 0-1-16,0 0 11 15,0 0 3 1,0 0 28-16,0 0-29 0,0 0-7 16,0 0-7-16,0 0-6 15,0 0-2 1,0 10 20-16,0 8-3 16,0 4-10-16,4 4-3 0,0 2-7 15,-2 6 1-15,1 0 1 16,-3 0 3-16,2 0-2 15,1-3-1-15,-3-5-1 16,2-6 0 0,-2-6-8-16,0-8 13 0,4-2-12 15,-2-4 1-15,-2 0-2 16,3 0-3 0,-3 0-6-16,2 0-14 15,2-6-17-15,0-10-26 16,-1-4-54-16,4-3-48 15,-1 1-24-15,-6 12-46 16,3 1-99-16</inkml:trace>
  <inkml:trace contextRef="#ctx0" brushRef="#br0" timeOffset="48637.78">12123 7317 354 0,'0'0'63'0,"0"0"-58"16,-6-8 51-16,6 6 62 15,0 2-52-15,0 0-28 16,6-2-7-16,11 2 16 16,8 0 1-16,2-2-1 15,6 0-17-15,5 2-11 16,-1-2-10-16,4 0-6 16,-1-2 2-16,-7-2-2 15,-2 4-1-15,-6-2 0 16,-8 2-1-16,-5 2-1 15,-8 0 0-15,-1 0 3 16,-3 0 1 0,0 0 6-16,0 0 1 0,0 0-11 15,0 0-1-15,0 0 0 16,0 0-4-16,0 0 5 16,0 0-2-16,0 0 2 15,0 0 0-15,0 0-1 16,0 0 2-16,2 0-2 15,-2 0 1-15,0 0-1 16,0 0-1-16,0 0 0 16,0 0 0-16,0 0-1 15,0 0 3 1,0 0 0-16,0 0 2 0,0 0-2 16,0 0 0-16,0 0 11 15,0 0 9 1,0 0-6-16,0 0-9 0,0 0-4 15,0 0-1-15,0 6 2 16,0 10 1 0,0 4-1-16,0 2 3 0,0 0-2 15,2 2 0-15,0 0-2 16,0 0 0 0,4 0 0-16,-4-6 3 15,0-5-4-15,0-8 0 16,-2-3 2-16,0-2-1 15,0 3 1-15,0-3-2 16,0 0 1-16,0 0 5 16,0 0-2-16,0 0-3 0,0 1 0 15,0-1 1 1,0 0 2-16,0 3-4 16,0-2-2-16,0 5 2 15,-20 1 5-15,-7 1 1 16,-9 2-1-16,-6-2-2 15,-3-1 4-15,-1 1 3 16,1-4 1-16,5 1 8 16,9-5-4-16,10 0 4 15,11 0-8-15,5 0-11 0,5 0-2 16,0 0-29 0,5-5-23-16,8 0-237 15,5-2-83-15</inkml:trace>
  <inkml:trace contextRef="#ctx0" brushRef="#br0" timeOffset="49498.94">13199 7395 497 0,'-7'0'121'16,"7"0"-110"-16,0 0 29 16,0 0 61-16,0 0-62 15,0 0-23-15,13 0-16 16,10 0 1-16,1 0 10 31,7 0 19-31,-2 0 25 16,2 0-35-16,-2 0-6 15,-4 0-6-15,-5 0-7 16,-9 0 1-16,-7 0-1 16,-4 0 2-16,0 0-3 15,0 0 6-15,0 0 0 16,0 0-6-16,0 0-4 16,0 0-36-16,0 0-30 15,0 0-74-15,0 0-104 16</inkml:trace>
  <inkml:trace contextRef="#ctx0" brushRef="#br0" timeOffset="49998.82">13123 7373 181 0,'0'0'158'16,"0"0"-120"-16,0 0-29 16,0 0 75-16,-15 0-18 15,15 0-32-15,0 0-1 16,0 0-4-16,0 0-8 15,0 0-4-15,0 0 5 16,0 0 22-16,0 0-16 16,0 8-5-1,0 0 5-15,0 4 41 0,0 2-36 16,0 4-13-16,4 2-7 16,2 6 9-1,-1 5 4-15,-3-6-18 16,2 1-1-16,-2-8-1 0,4-4-4 15,-2-5 3-15,-4-3-4 16,2-2 0-16,0-4-1 16,-2 0 2-16,0 0-2 15,0 0 0-15,2 0-7 16,-2 0-2 0,3 0-44-16,-1 0-2 15,6 0-56-15,4-15-52 16,-8 8-90-16</inkml:trace>
  <inkml:trace contextRef="#ctx0" brushRef="#br0" timeOffset="50637.88">13165 7321 349 0,'0'0'134'0,"0"0"-124"15,0 0 29-15,0 0 41 16,-7-12-29-16,7 12-9 16,0 0-1-16,0 0-20 15,16 0-12-15,11 0 29 16,9-2 20-16,6 2-24 16,5-2-11-16,1 2-1 15,0-2-11-15,-6 2-8 16,-5 0-1-16,-8 0 2 0,-8 0-4 0,-8-2 0 15,-6 2 2-15,-7-2-1 16,0 2 7 0,0 0 8-16,0 0 19 0,0 0-14 15,0 0-9-15,0 0-11 16,0 0-1-16,0 0-6 16,0 0 1-16,0 0-5 15,0 0 2-15,0 10 8 16,0 4 10-16,0 0-10 15,0 2 2-15,0 2-1 16,0 0 0-16,0 4 0 16,0-4 0-16,0 0-1 15,0 0 1 1,0-4-1-16,0 0 0 0,0-5 1 16,0-4 0-16,0-1-1 15,-2 0 0 1,-23 1-2-16,-16 0 2 0,-11 2 15 15,-17-4-10-15,-12 1 14 16,5-4 2 0,7 0 9-16,15 0 17 0,17 0-46 15,17 0-1 1,8 0-1-16,12-6-33 16,43-7-66-16,-7 4-91 15,15 0-253-15</inkml:trace>
  <inkml:trace contextRef="#ctx0" brushRef="#br0" timeOffset="51716.25">15012 7405 151 0,'0'0'70'15,"0"0"-14"-15,0 0 47 16,0 0-1-16,0 0-13 15,0 0 2-15,0 0-13 16,0 0-13-16,3 0-15 16,3 2-20-16,7-2 0 15,10 0 1-15,6 0 8 16,4 0-7-16,5 0-24 16,7 0-1-16,-1 0 21 15,-4 0-22-15,-1 0-1 16,-10 0-3-16,-10 0-1 15,-7 0 0-15,-10 0-1 16,-2 0 0-16,0 0-1 16,0 0-14-16,0 0-41 15,-10 0-24-15,0 0-42 16,5 0-63-16,1 0-134 16</inkml:trace>
  <inkml:trace contextRef="#ctx0" brushRef="#br0" timeOffset="52142.66">14984 7347 284 0,'0'0'96'31,"0"0"-35"-31,0 0 60 16,6 2-15-16,1 12-38 15,1 6 34-15,-1 0-22 16,0 2-41-16,0 2-10 15,1-3-10-15,-1 1 0 16,0-7-9-16,0-2-5 0,-3-4 1 16,0-3-4-1,-1-2-2-15,-1-1-18 16,4-3-15-16,-1 0-21 16,4 0 18-16,2-3-12 15,1-16-34-15,-4-4-68 16,-8 15-73-16,0 2-2 15</inkml:trace>
  <inkml:trace contextRef="#ctx0" brushRef="#br0" timeOffset="52762.93">14984 7347 79 0,'104'10'144'0,"-104"-16"-91"16,0 0 48-16,0 0-17 15,0 4-6-15,0-2-4 16,0 0-20-16,4 0-6 15,15-2-13-15,-4 2-5 16,9 2-18-16,5-2 9 16,5 4 7-16,3-4 1 15,-1 4-5-15,3 0-12 0,-2 0-5 16,-3 0-6-16,-1 0-1 16,-6 0 0-16,0 0 1 15,-8 0 0-15,-5 0 0 16,-5 0 0-16,-7 0 0 15,-2 0 6 1,0 0 8-16,0 0 19 0,0 0-15 16,0 0-3-16,0 0-5 15,0 0-9-15,0 0-2 16,0 0 1-16,0 0-1 16,0 0 4-16,0 0 16 15,0 0 11-15,0 0-5 16,0 8-24-16,0 6-2 15,0 4 3-15,0 0-1 16,0 6 0 0,4-2-1-16,4-2-1 15,-2 3 2-15,0-10-2 0,-1-1-1 16,-1-1 1-16,-4-6 2 16,2 1-2-16,-2-3-2 15,0 1 1-15,0-3 1 16,0 2-4-16,-4 0 2 15,-25 1-2-15,-11-1 8 16,-11-3 1-16,-8 0 2 16,-1 0-3-16,-6 0-1 15,8 0 4 1,18 0-7-16,13 0 0 0,27-5-1 16,6 3-51-1,39-4-123-15,-11 5-99 16</inkml:trace>
  <inkml:trace contextRef="#ctx0" brushRef="#br0" timeOffset="53668.68">16688 7409 293 0,'0'2'157'16,"0"-2"-110"-16,0 0 7 0,0 0 28 16,0 0-46-1,4 0-23-15,0 0 5 16,3 0-1-16,7 0-8 0,8 0 32 15,4 0 19-15,8 0-9 16,6 0-5 0,2 0-4-16,4 0 23 15,-5 0-39-15,-5 0-12 16,-9 0-7-16,-9 0-6 16,-9 0 2-16,-7 0-3 15,-2 0 1-15,0 0-1 16,-2 0-6-16,-19 0-37 15,0 0-69-15,0 0-80 16,15 0-28-16,-2 0-130 16</inkml:trace>
  <inkml:trace contextRef="#ctx0" brushRef="#br0" timeOffset="54075.17">16641 7305 393 0,'0'0'146'0,"0"0"27"15,0 0-74-15,0 0-26 16,0-2-22-16,0 2-13 15,0 0-6-15,0 0-4 16,0 10-3-16,0 8 11 16,0 4-10-16,0 0-8 15,9 0-3-15,-2 0-9 16,-3 0-2-16,0 0 2 16,1-2-5-16,-1-6 0 15,-2-1 0-15,3-6 1 16,-5-4-5-16,3-2-3 15,-1 2-28-15,-2-3-12 16,2 0-15 0,2 0-40-16,0-7-55 15,-4-3-91-15,0 0-172 0</inkml:trace>
  <inkml:trace contextRef="#ctx0" brushRef="#br0" timeOffset="54777.91">16744 7251 191 0,'0'0'42'0,"0"0"0"16,0 0 36-16,0 0 21 16,0 0-47-16,29-12-2 15,-8 12 9-15,13 0-3 16,6 6-10-16,7-2 3 15,4 0-16-15,3 0-4 16,1-3-1-16,-3-1 6 16,-5 3-9-16,-10-1-5 15,-12 0-18-15,-10 0 0 16,-6-2-2-16,-9 0 4 16,0 0 2-16,0 0 38 15,0 0 1-15,0 0-20 16,0 0-23-16,0 0-1 15,0 0 3-15,0 0-1 16,0 0-3-16,0 0-4 16,0 0 3-16,0 6-2 0,0 6 2 15,-2 4 0 1,-3 2 6-16,5 2 0 16,0 2 2-16,0 2 2 15,0 6-4-15,0 2 3 16,0-4-6-16,0-1 0 15,3-12 0-15,4 1-1 16,0-3 0-16,-3-6-1 16,-2 1 0-16,-2-4 1 15,0-1 0-15,0-3 0 16,0 0-1-16,0 0 1 16,0 0 7-16,0 0 2 15,0 0 0-15,0 0-8 16,-16 0-1-16,-24 0-1 15,-14 0 0-15,-19 0 2 16,-10 0 0-16,4 0-2 16,-4-4 4-16,12 4 19 15,9 0-1-15,19-3 3 16,21 3-17-16,8 0-8 16,10 0 0-16,4-1-4 15,0-3-20-15,31 1-71 16,-8 0-191-16,4 0 25 15</inkml:trace>
  <inkml:trace contextRef="#ctx0" brushRef="#br0" timeOffset="56044.91">18464 7507 233 0,'2'3'90'0,"-2"-3"-65"15,2 0 21-15,-2 0 69 32,0 0-38-32,0 0-21 0,2 0 42 0,-2 0-46 15,0 0-5-15,3 0 2 16,-3 0-5 15,2 0-15-31,2 0-9 16,5 0-3-16,7 0 6 0,6 0-11 0,4 0 0 15,5 0-3-15,1 0 2 0,-1 0-5 16,-4 0-2-16,-5 0 2 16,-6 0-2-16,-7 0-1 15,-5 0-3 1,1 0 2-16,-5 0-2 16,0 0 0-16,0 0-9 0,0 0-19 15,0 0-40 1,0 0-42-16,0 0-40 15,0 0-16-15,0-7-104 32</inkml:trace>
  <inkml:trace contextRef="#ctx0" brushRef="#br0" timeOffset="56450.55">18473 7367 303 0,'0'0'147'16,"0"0"-102"-16,0 0 6 15,-5-2 35-15,5 2-29 16,0 0 51-16,0 2-54 15,0 16 0-15,0 4-6 16,0 8-17 0,0 3-5-16,0-1-4 0,0-1-10 15,0-8-4-15,0-1 1 16,0-7-5-16,0-2-2 16,0-5-1-16,0-4 3 15,2 0-2-15,1-4-2 16,1 0 0-16,0 0 0 15,5 0-4-15,3 0-58 16,1-18-52-16,-9 7-90 16,-2 0-122-16</inkml:trace>
  <inkml:trace contextRef="#ctx0" brushRef="#br0" timeOffset="57044.5">18521 7309 350 0,'0'0'193'15,"0"0"-145"-15,0 0-40 16,0 0 55 0,0-14-13-16,25 14-17 15,6 0-3-15,7 0 0 16,5 0-10-16,3 0-2 15,3 0-9-15,-3 0 8 16,-5 0-1-16,-5 0 0 16,-9 0-8-16,-12 0-3 0,-3 0-4 15,-10 0 1 1,-2 0 15-16,0 0 50 16,0 0-15-16,0 0-23 15,0 0-22-15,0 0-6 16,0 0 1-16,0 4-2 15,0 6-2-15,0 6 2 16,0 0 0-16,0 4 2 16,0 0 0-16,0 2-1 15,0-2 0-15,0 0-1 16,0-4 0-16,0-5 2 16,0 0 0-16,0-3-2 15,0 0 0-15,0 1 0 16,0-5 1-16,0-1 0 15,0-1 0-15,-5 0 0 16,-13 1 1-16,-7-3 5 16,-10 0-3-16,-7 0 2 15,-10 0 0-15,3 0-5 16,1 0 4-16,8 0-5 16,11 0 0-16,8 0 0 15,15-3-13-15,6-1-5 16,0 1-78-16,19 0-34 15,4 2-75-15,2-2-69 16</inkml:trace>
  <inkml:trace contextRef="#ctx0" brushRef="#br0" timeOffset="59107.25">18704 7385 59 0,'0'0'81'0,"0"0"-33"16,0 0 0-16,0 0-4 15,0 0-12-15,0 0 1 16,0 0-1 0,-2 0-5-16,2 0 30 0,0 0-21 15,0 0-16-15,0 0-18 16,0 0 3 15,0 0 4-31,0 0 6 0,0 0 2 0,0 0 6 16,0 0 17-16,-3 0 10 15,3 0-10-15,-2 0 1 0,0 0-5 16,2 0 0 0,-2 0-10-16,2 0-7 0,0 0 0 15,0 0-11 1,0 0 0-16,0 0-2 16,0 0 1-16,0 0 1 0,6 0 13 15,17 0 9 1,6 0-11-16,11 4 1 15,-5-2-4-15,6-2 1 16,-7 2-8-16,-11-2-3 16,-5 2-4-16,-9-2-1 15,-7 0 0-15,-2 0-2 16,0 0-4-16,0 2-23 16,-4-2-57-16,-9 0-343 15</inkml:trace>
  <inkml:trace contextRef="#ctx0" brushRef="#br0" timeOffset="59903.98">19776 7427 206 0,'0'0'118'0,"-5"0"-91"15,5 0-9 1,0 0 136-16,0 0-85 16,0 0-2-16,0 0-23 0,0 0-23 15,0 0-10 1,0 0 1-16,0 0-4 15,9 0 0-15,11 0 12 16,3 0-5-16,6 0-4 16,0 2-3-16,-3 0-5 15,-4-2 5-15,-5 2-8 16,-5-2 1-16,-7 0 1 16,-3 0-2-16,-2 0-5 15,0 0-14-15,0 0-37 16,0 0-11-16,-7 0-21 15,1 0-96-15,-6 0-28 16</inkml:trace>
  <inkml:trace contextRef="#ctx0" brushRef="#br0" timeOffset="60099.47">19776 7427 330 0</inkml:trace>
  <inkml:trace contextRef="#ctx0" brushRef="#br0" timeOffset="60358.46">19776 7427 330 0,'-125'-68'126'0,"125"68"-103"0,0 0-6 0,0 0 96 0,0 0-38 15,0 0-28-15,0 0-25 16,-2 0 25-16,0 0-8 16,2 0-5-16,0 0-4 15,-2 4-10 1,-1 12-4-16,1 4-7 0,0 2 5 16,0-4 4-16,2 2 2 15,0-4-6-15,0 1-10 16,0-3 0-1,0-5 1-15,0 0-5 16,0-4 6-16,0-1-5 16,2 1 1-16,2-4-1 15,1 2-29-15,1-3-8 16,1 0-10-16,2 0-43 16,4 0-56-1,-9-7-84-15,1 0-71 16</inkml:trace>
  <inkml:trace contextRef="#ctx0" brushRef="#br0" timeOffset="61076.49">19689 7321 258 0,'0'-4'88'16,"4"4"-75"-16,14-2 33 15,5 0 41-15,4 2-64 16,4 0-17-16,2 0-3 0,3 0 3 16,1 0 5-1,3 0 33-15,1 0 55 16,-1 0-57-16,-3 2-11 15,-3 2 0-15,-1-2-10 16,-6 0-5-16,-7 0-9 16,-9 0-3-16,-7-2 0 15,-4 0-4-15,0 0 4 16,0 2 10-16,0-2 13 16,0 0 1-16,0 0-21 15,0 0 2-15,0 2-9 16,0 0-3-16,0 2-3 15,0 4 3-15,0 2 3 16,0 0 2-16,-6 6-1 16,-1 4 2-1,1 2 8-15,-1 2 1 0,0 0-3 16,7-3 1-16,-2-3-3 16,0 1-4-16,2-5 2 15,0 3-3-15,0-3 1 16,0-5 2-16,0 4-1 15,0-5 0-15,0-2-4 16,0-1 1-16,0-2 7 16,0 1-6-16,0-2 1 15,-5-2 4-15,-13 0 2 16,-8 0-2 0,-5 0-4-16,-8 0 4 0,-3 0-6 15,-9-2 1-15,-4-6 3 16,-3-2 7-16,0 3 2 15,6 0 2-15,8-1-15 16,13 1 4-16,13 4-5 16,9 1-7-1,9-3-28-15,0 4-163 0,0 1-67 16,9-3-186-16</inkml:trace>
  <inkml:trace contextRef="#ctx0" brushRef="#br0" timeOffset="62412.28">12886 5955 574 0,'16'0'146'0,"-5"0"-146"0,5 0 2 16,-9 0-2-16,-1 0 20 16,4 0-19-16,-2 0 2 0,5 0 4 15,3 0 10-15,2 0-6 16,4 0-9-16,1 0-2 15,-15 0-38-15,-1 0-179 16</inkml:trace>
  <inkml:trace contextRef="#ctx0" brushRef="#br0" timeOffset="62993.07">14939 5851 211 0,'0'0'474'16,"0"0"-396"-16,0 0-73 15,4 2 88 1,0-2-22-16,8 0-30 16,1 0-17-16,12 0-12 15,2 0 1-15,8 0-6 16,5 0-7-16,7-2 0 0,7 2-7 16,-1 0-95-16,-33-2-170 15,-7 2-263 1</inkml:trace>
  <inkml:trace contextRef="#ctx0" brushRef="#br0" timeOffset="63571.61">18531 6288 662 0,'0'0'165'0,"0"0"-50"16,77 3-26-16,-52-3-54 15,10 0-8 1,3 1 7-16,5 1-9 0,7 0-17 15,2 2-4-15,4-4-2 16,2 2-2-16,2-2-1 16,-7 0-87-16,-39 0-201 15,-5 0-336-15</inkml:trace>
  <inkml:trace contextRef="#ctx0" brushRef="#br0" timeOffset="64022.75">20301 6024 549 0,'0'0'211'16,"0"0"-151"-16,0 0-36 15,67 0 92 1,-42 0-54-16,10 0-34 0,8 0-16 16,1 0-10-16,4 0 1 15,-4-3-3-15,-4-1-5 16,-4-2-42-16,-7 1-78 15,-27 1-96-15,-2-3-138 16</inkml:trace>
  <inkml:trace contextRef="#ctx0" brushRef="#br0" timeOffset="64491.36">18303 5191 778 0,'0'0'209'15,"0"0"-192"1,0 0-3-16,-29-16 31 16,29 14-15-16,14-2-30 15,19-4 0-15,11 0 1 16,10 0-1-16,8 0-44 16,-2 0-59-16,-37 4-76 0,-6 2-210 15</inkml:trace>
  <inkml:trace contextRef="#ctx0" brushRef="#br0" timeOffset="64819.87">20248 5055 637 0,'0'0'168'15,"0"0"-135"-15,0 0-8 16,120 0 59-16,-93 0-60 15,18 0-19-15,1 0-4 16,6 0-1-16,8 0 0 16,-8 0-51-16,-37-2-209 15,-4 0-96-15</inkml:trace>
  <inkml:trace contextRef="#ctx0" brushRef="#br0" timeOffset="65569.2">16626 5021 607 0,'0'0'135'0,"22"-2"-128"16,14-2-5-16,3 2 28 15,3 0-6-15,1 2-20 16,-3 0-2-16,-4 0-2 16,-30 0-54-16,-3 0-381 15</inkml:trace>
  <inkml:trace contextRef="#ctx0" brushRef="#br0" timeOffset="65975.36">16701 6327 644 0,'0'0'155'0,"0"0"-140"16,125 1-3-16,-63-1 77 15,0-4-69-15,-2 0-17 16,-8 0-3-16,-43 4-51 16,-7-2-215-16</inkml:trace>
  <inkml:trace contextRef="#ctx0" brushRef="#br0" timeOffset="66917.98">13954 5225 564 0,'0'0'55'0,"31"0"-55"16,21 0 0-1,14-1 61-15,10-12-11 0,8 1-29 16,-3 4-4-16,-12 4-12 15,-56 4-5 1,-13 0-356-16</inkml:trace>
  <inkml:trace contextRef="#ctx0" brushRef="#br1" timeOffset="75792.3">7584 4678 255 0,'-3'0'62'0,"3"0"-61"16,0 0 28-16,-2 0-8 15,2 0 1-15,-2-2-7 16,0 2 3-16,-2 0 20 15,-1 0-12-15,-2 0-10 16,3 0 0-16,-5 0 0 16,7 0-15-16,-5 0 4 15,5 0-5-15,2-2-10 16,0 2-9-16,0 0 19 16,0 0 0-16,0 0 2 15,0 0 2-15,0 0 20 16,0 0-12-16,0 0 5 15,0 0 8 1,0 0 2-16,0 0 2 0,0 0-21 16,0 0 3-16,0 0 0 15,0 0 4 1,0 0 7-16,0 0 8 16,0 0 0-16,0 0 12 15,0 0-3-15,0 0-6 0,0 0-7 16,0 0 2-16,0 0 1 15,0 0-9-15,0 0 6 0,0 0 2 16,0 0 0 0,0 0-5-16,0 0 30 15,0 0-24-15,0 0-4 16,0 0-7-16,0 0-4 16,0 0-4-16,0 0 2 15,0 0 2-15,0 0-1 16,0 0 1-16,0 0-2 15,0 0-4-15,0 0 1 16,0 0-3-16,0 0-1 16,0 0 2-16,0 0-2 15,0 0-2-15,0 0 3 16,4 0-3-16,7-2-1 16,3 0 3-16,3 0-5 15,15 0 3 1,5-4-2-16,11 4-1 0,7-4 0 15,1 2 0-15,5 2 1 16,3-2-1-16,3 0 1 16,-1 2 0-16,-8-2-1 15,-4 4 0-15,-8 0-3 16,-8 0 2-16,-9 0 0 16,-6-2 1-16,-10 2 0 15,-4 0-1-15,-7 0 0 16,-2 0 1-16,0 0 2 15,0 0-1-15,0 0 0 16,0 0 1-16,0 0-1 16,0 0-1-16,0 0-3 15,0 0 0-15,0 0-1 16,0 0-7-16,0 0-3 16,0 0-2-16,0 0-12 15,0 0-5 1,0 0-22-16,0 0-209 0,-4 0 101 15,-1 0-51-15,3 0-34 16</inkml:trace>
  <inkml:trace contextRef="#ctx0" brushRef="#br1" timeOffset="79831.56">7189 4205 20 0,'-2'0'127'0,"-2"0"-55"15,-1 0-31 1,-1 0 19-16,1 0 61 16,-1 0-80-16,3 0-4 15,-1 0-9-15,-1 0 42 16,-1 0 4-16,1 0-19 15,1 0-16-15,2 0 21 16,-1 0 0-16,1 0-15 16,2 0-5-16,0 0-11 15,0 0-7-15,0 0 7 16,0 0-12-16,0 0-8 16,0 0-8-16,0 0 5 15,0 0 3-15,0 0 0 16,0 0 10-16,0 0-9 15,0 0-2 1,0 0 6-16,0 0 2 0,0 0 4 16,0 0-11-16,0 0 2 15,0 0-5-15,0 0 1 16,5 0-1-16,6 0-4 16,7 0 0-16,1 0 7 15,6 0-6-15,4 0-1 16,4 0 1-16,7-2 0 15,5-2-2-15,6-2 1 16,7 2-2-16,23-3 1 16,4 2-1-16,4 1 0 15,6 2 3-15,-15 2-6 16,-1 0 6-16,-6 0-4 16,-11-3 2-16,-6 3-1 15,-12-1 0-15,-5-2-1 16,-6 3-1-16,-4 0 2 15,-5 0 0 1,-6 0 1-16,-9 0-1 0,-2-1 0 16,-5 1 1-16,-2 0 1 15,0-2 4 1,0 2-2-16,0 0-4 16,7 0 2-16,-1 0-1 15,5-2-1-15,3 0 0 0,3 0 0 16,1 0 0-1,-2 2 0-15,4 0 0 0,-6-3 0 16,1 2 0-16,-3-3 1 16,-2 1-1-1,1 3 0-15,-1 0-1 16,-4 0 1-16,1 0 1 0,1 0-1 16,-3 0 0-1,0-1 0-15,-1 1-1 16,-4 0 1-16,0 0 0 15,0 0 1-15,0 0 2 16,0 0-3-16,0 0 0 0,0 0-1 16,5 0 1-1,1 0 0-15,3-2-2 16,5 2 2-16,-1-2 1 16,3 0 0-16,-3-1-1 15,3 2 0-15,7-3 0 16,4 0 0-16,2-1 0 15,0 1 0-15,-2 3 0 16,-4-2-2-16,-2 2 2 16,0-2 0-16,-7 3 0 15,-6-1 0-15,-6 1 0 16,-2 0 1-16,0 0 0 16,0 0-1-16,0 0 1 15,0 0 0-15,0 0-1 16,0 0 0-16,0 0 0 15,0 0-2 1,0 0-1-16,0 0 2 0,0 0 1 16,0 0 1-16,0 0 2 15,0 0-2-15,0 0 4 16,0 0-4-16,0 0-1 16,0 0-2-16,0 0 2 15,0 0-2-15,0 0 0 16,0 0 2-16,0 0-2 15,0 0 2-15,0 0-1 16,0 0-4-16,0 0-2 16,0 0-5-16,0 0 3 15,0 0 4-15,0 0 0 16,0 0 2-16,0 0 1 16,0 0 2-16,0 0-2 15,0 0 2-15,5 0-1 16,1 0 1-16,2 0 0 15,0 0 2 1,3 0-1-16,1 0 1 0,-1 0-2 16,2 0 0-16,3 0 0 15,1 0 1 1,-3 0 0-16,-6 0-1 16,-3 0 0-16,-5 0 0 15,0 0 3-15,0 0 10 16,0 0-5-16,0 0-8 15,0 0-1-15,0 0-1 0,0 0-1 16,0 0-12-16,-13 0-31 16,-8 0-42-1,9 0-330-15,0 0-51 0</inkml:trace>
  <inkml:trace contextRef="#ctx0" brushRef="#br2" timeOffset="87061.25">7860 4355 125 0,'0'0'8'0,"0"0"-5"16,0 0 32-16,0 0 3 16,0 0-5-16,0-2-6 15,0 2-6-15,0 0 1 16,0 0-6-16,0 0-9 16,-2 0-7-16,2 0-8 15,-5 0-10-15,5 0-5 0,-2 0 1 16,2 0 13-1,0 0 4-15,0 0 5 16,-2-2-2-16,0 0 1 16,0 0-4-16,2 0-54 15,-2 0-124-15</inkml:trace>
  <inkml:trace contextRef="#ctx0" brushRef="#br2" timeOffset="87108.19">7860 4355 82 0</inkml:trace>
  <inkml:trace contextRef="#ctx0" brushRef="#br2" timeOffset="91581.21">7860 4355 82 0,'-23'-38'76'0,"23"36"-72"0,0-2-4 0,0-2 11 0,0 2-1 0,0 0 11 16,0 0-14-16,0 2 3 15,0 0-3-15,0-2-6 16,0 2 14-16,0 0-8 16,0 0 4-16,0 2 16 15,0-2 1-15,0 0-7 16,0 0-4-16,3 0-3 15,-3 0-2-15,0 0-3 16,0 2 7-16,3 0 8 16,-3 0 11-1,0 0 4-15,0 0 28 0,0 0-36 16,0 0-2-16,0 0-8 16,0 0-8-1,0 0-4-15,0 0-5 16,0 0-4-16,0 0 3 0,0 0-3 15,0 8 5-15,0 0 11 16,0 2-8-16,-3 0-4 16,-2 0 4-16,-3 2-2 15,1 0 0-15,1 0 15 16,-2 2-5 0,8-2 0-16,-2 2-11 0,2 0 3 15,0 4-5-15,0 2-2 16,0 5 3-1,0-3-1-15,0-3-2 16,0-2 2-16,0-3-3 16,-2 2 5-16,2-2-2 15,-2-2 0-15,0 0 10 0,2-4-1 16,-3 0-5-16,3-2 0 16,0 0-4-1,0-2 2-15,0-2 0 16,0 0-5-16,0-2 2 15,0 2-1-15,-2-2 0 16,2 0 1-16,0 0 1 16,0 0 1-16,0 0 2 15,0 0 1-15,0 0-1 16,0 0-1-16,0 0 2 16,0 0-3-16,0 0 6 15,0 0-3-15,0 0-3 0,0 0 8 16,0 0-8-1,0 0 21-15,0 0-9 16,0-2-11-16,0-4-5 16,0-6 1-16,0-2-1 15,0 0 0-15,0 0 0 16,0 2-1-16,0-1 5 16,0 2-7-16,0-1 5 15,0 2-2-15,0-2 0 16,0-1 0-16,0 2 1 15,0 0 3-15,0 1-4 16,0 2 0-16,0-2 3 16,0 0-3-16,0-2 0 0,0 0 1 0,0-6 0 31,-4 2-1-31,4 0 0 0,-2 0 0 0,2 8 0 16,0 0 1-16,0 4-1 31,0-4 0-31,0 4 0 15,0-2 1-15,0 2-2 16,0 2 1-16,0 0-1 16,0 0 2-16,0 2-2 0,0 0 1 0,0 0 0 31,0 0-3-31,0 0 2 16,0 0-5-1,0 0-2-15,0 0 1 0,0 0 4 0,0 0 1 0,0 0 2 31,0 0-1-31,0 0-5 0,0 0 0 16,0 0 1-16,0 0-5 16,0 0 1-16,0 0 2 15,0 0 6 1,0 0 1-16,0 0 3 0,0 0-1 16,0 0-1-16,0 0-1 15,0 0 5 1,0-6 0-16,0-2-1 0,0-2-3 15,0 4 0-15,0 2 2 16,0 4-6-16,0-2 7 16,0 2-4-16,0 0 0 15,0 0 0-15,0 0-5 16,0 0 2-16,0 0 2 16,0 0-9-16,0 4 0 15,0 8 12-15,0 2-2 16,0 4 1-16,0 6 0 15,0 2 3-15,0 2-3 16,0-4 0-16,0-6 0 16,0-2 0-16,0-2-2 15,0 3 1-15,0-3 0 16,0-2 2-16,0-1 0 16,0-3-2-16,0 1 4 15,0-4-4 1,2-2 2-16,-2-1-1 0,2-2 2 15,-2 0-3-15,0 0 6 16,0 0 1 0,0 0 2-16,0 0 12 15,0 0-6-15,2 0-5 0,-2 0-6 16,2 0 0-16,-2 0-1 16,0 0 3-16,0 0-3 15,0 0-1-15,0 0-2 16,0 0-1-16,0 0 0 15,0 0-1 1,0 2-6-16,0 0 2 0,0-1 3 31,0 3 3-31,0-1 0 16,3-2 2-16,-1-1-1 16,-2 3 1-16,0-3-4 15,0 2 2-15,0 2 0 16,0 1-2-16,0 2 2 0,0-1 6 15,0-2-5-15,0-3-1 16,0-1 2-16,0 0-1 16,0 0 3-1,0 0 6-15,0 0-1 0,0 0-6 16,0 0 0-16,0 0 6 16,0 0 2-1,0-9 0-15,0-7-9 16,0 1-2-16,0-3 0 15,0-1-2-15,0-2-6 16,0 1-2-16,0 2 2 0,2 2 7 16,0 4-6-16,0 6 6 15,-2 0 1 1,3 2-2-16,-3 2 1 16,0 0 3-16,0 0-2 0,0 0 0 15,0 2 0 1,0 0 0-16,0 0 0 15,0 0 0-15,0 0 0 16,0 0-1-16,0 0 0 16,0 0-3-16,0 0 3 0,0 0-2 15,0 0 0-15,0 0-7 16,0 0-2-16,0 0 1 16,0 4-4-1,0 8 6-15,0 2 9 16,0 3 0-16,0-3 0 15,0 8 0-15,-5-4 2 16,1 1-2-16,-1-1 1 16,3-8-1-16,2 1 2 15,-2-3-4-15,2-5 3 16,0 0-1-16,0-3 0 16,0 0 0-16,0 0 0 15,0 0 0-15,0 0 2 16,0 0 1-16,0 0 9 15,0 0 7-15,0-4-2 16,0-13-14-16,0-6-1 16,0-4 0-16,0-3-2 15,0 1 0-15,0 4 3 16,0 5-2-16,0 2 1 16,0 6-2-16,0 2 0 15,0 6 0-15,0 4 0 16,0 0 0-16,0 0 0 15,0 0 0 1,0 0-3-16,0 0-22 0,0 0 4 16,0 12 11-16,0 8 10 15,0 6 1 1,4 0 2-16,1 1-2 16,-1-5 1-16,-2-8-3 0,-2-3 1 15,3-4-1-15,-3-2 1 16,0-5 0-16,0 3 0 15,0-3 0-15,0 0 0 16,2 0 1-16,1 0 4 16,-1 0-1-16,-2 0 13 15,0-4 4-15,0-13-15 16,0-2-6-16,0-7 1 16,0 1 1-1,0 5-2-15,0 4 0 16,0 12 1-16,0 4 1 15,0 0-2-15,0 0 0 16,0 0-2-16,0 0-1 0,0 0-6 16,0 0-8-16,0 6-11 15,0 10 14 1,2 2 13-16,2 0 1 16,1-2 1-16,-3-2-1 15,0-1 0-15,0-8 1 16,0 2 0-16,0-4-1 15,-2 0 1-15,0-3-2 16,3 0-1-16,-3 0-6 16,3 0 2-16,-1 0 5 15,-2 0 1-15,0-13 7 0,0-6 8 16,0-2-14-16,0-1 3 16,0 2-3-1,0 0 0-15,0 4 2 16,0 4-3-16,0 4 0 15,0 6 0-15,0 2 2 16,0 0-2-16,0 0 0 16,0 0-2-16,0 14-17 15,0 4 4-15,0 2 15 16,0 0 3-16,0 0 0 16,0-4-3-16,0-3 1 15,0-3-1-15,0-6 1 16,0-3-2-16,0-1 2 15,0 0 3-15,0 0-3 16,0 0 10-16,0 0 11 16,0-14 25-16,0-9-26 15,0-6-18-15,0 8-2 16,0 2 2-16,0 5-3 16,0 6-2-16,0 4 2 15,0 4 0-15,0 0 0 16,0 0-1-16,0 0-10 15,0 2-19 1,0 12 2-16,0 4 18 0,0-2 11 16,0 0-1-16,0-4 0 15,0-6-3 1,0-2 3-16,0-4-1 0,0 0 1 16,0 0 2-16,0 0 4 15,0 0 5-15,0-11 10 16,0-6 1-16,0-1-17 15,0 0-1 1,0 0 1-16,0 2-2 16,0 2 0-1,0 6 1-15,0 2-1 0,-5 6-2 16,2 0-1-16,3 0-1 16,0 0-6-1,0 0 0-15,0 0-2 16,0 0 3-16,0 0 5 0,0 0 0 15,0-2 1-15,0-2 0 16,0 0 0-16,0-2-3 16,0 2-3-16,0 2-2 15,0 0 8-15,0 0 0 16,0 2 0-16,0-2-2 16,-2 2 2-16,2-2 0 15,0 0 0-15,0-2 0 16,0-4-4-1,0 2-13-15,-2-2 8 16,2 4 3-16,-2 2 1 16,2-2 5-16,-2 4 1 15,2-2-1-15,0 2 1 0,0 0-1 16,0 0-2-16,0 0 2 16,0 0 0-1,0 0 0-15,0 0 0 16,-2 0 2-16,2 0 2 15,-3 0-2-15,3 0 5 16,0 0-7-16,-2 0 0 16,2 0-6-16,0 0-2 15,0 0-9-15,0 6 9 16,0 0 8-16,-2 2 1 0,2 0 0 16,0 2 1-1,0 0-2-15,0 2-1 0,0 2 0 16,0 0 1-1,0-2 3-15,0 4-3 16,0-2 0-16,0 0 0 16,0 4 0-16,0 2 0 15,0-2 0-15,0 3 0 16,0-7 1-16,0-2 0 16,0-2-2-16,0-2 1 15,0-2 0-15,0-1 1 16,0-1-1-16,0 1-1 15,0-3 1-15,0 0 0 16,0-1-1-16,0-1 0 16,0 0 1-16,0 0 2 15,0 0-2-15,0 0 2 16,0 0 0-16,0 0 3 16,0 0-5-16,0 0 0 0,0 0-1 15,0 0-2-15,2 0 1 16,0 0 1-16,1 0 1 15,-1 0 0-15,-2 0 0 16,4 0 0-16,0 0 1 16,-1 0-1-1,2 3 0-15,-3-3 0 0,-2 1-2 16,0-1 0 0,0 3-3-16,0-3 2 15,0 0 3-15,0 0 0 16,0 0 1-16,2 0 0 15,2 0-2-15,-1 0 0 16,-3 0 1-16,0 0 1 16,0 0-1-16,0 0 1 15,0 0-1-15,0 0 1 16,2 0 4-16,-2 0 0 16,0 0-2-16,4 0-3 15,-2 0 0-15,8 0 0 16,1 0 0-16,-3-8-4 15,0 4-3-15,-4 2-6 16,-2-5 2-16,0 6 2 16,-2 1 7-16,0 0 0 15,0 0 0-15,0 0 2 16,0 0 0-16,0 0 0 0,0 0-5 16,0 0-5-1,0 0-34-15,0 0 24 16,0 0 1-16,0 0 6 15,0 0 3 1,-2 0 1-16,-4 0 0 0,-4 1 7 16,8-1 2-16,2 3 9 15,0-3 3-15,0 0-11 16,0 0 2-16,0 0 5 16,0 0 0-16,0 0-4 15,0 0 9-15,0 0 6 16,0 0-11-16,0 0 43 15,0 0-50-15,0 0 14 16,0-3-15-16,0-4-1 16,9 0-21-16,7-2-30 15,2 0-67-15,-14 5-121 16</inkml:trace>
  <inkml:trace contextRef="#ctx0" brushRef="#br2" timeOffset="155415.79">1456 15543 31 0,'85'-5'185'0,"-54"5"-185"16,-6 0-19 0,0 0 9-16,-1 0 42 15,0 0-9-15,1 0 13 16,-2 0-15-16,-4 0-6 15,-19 0-15-15,0 0-98 16</inkml:trace>
  <inkml:trace contextRef="#ctx0" brushRef="#br2" timeOffset="156493.64">12 15579 7 0,'0'-53'89'16,"0"21"-75"-16,0-4 1 16,0 0-30-16,0 28-10 15</inkml:trace>
  <inkml:trace contextRef="#ctx0" brushRef="#br2" timeOffset="169930.96">9954 18580 135 0,'0'0'262'0,"-2"0"-190"15,2 0-16-15,0 0 21 16,0 0-27-16,0 0-28 16,0 0-1-16,0 0 5 15,0 0 8-15,0 0 1 16,0 0 0-16,0 0-1 15,0 0-9-15,0 0-7 16,0 0-6-16,0 0-11 16,4 0-1-16,19-7-2 15,10 0 2-15,7-3 0 16,3-2 3-16,3 5 0 16,-3-4-2-16,-1 3-1 15,-8 2 0-15,-3-2 1 16,-6 4-3-16,-10 1 4 15,-6 0-2-15,-9 3 2 16,2 0-1-16,-2 0 7 16,3 0 0-16,3-4-1 15,0 4-6-15,2-4 4 16,-4 4 5-16,1 0 5 16,-3 0-11-16,-2 0 2 0,0 0 5 15,0 0-7-15,0 0 1 16,0 0-1-16,0 0-4 15,0 0-5-15,0 0-26 16,0 0-19-16,0 0-35 16,0 0-54-16,0 0-111 15</inkml:trace>
  <inkml:trace contextRef="#ctx0" brushRef="#br2" timeOffset="170733.57">9910 18374 303 0,'0'0'11'0,"7"0"26"15,22 0 62-15,13-8-14 16,1-6-15-16,3 0-14 15,3-2-8-15,-9 6 7 16,2-2-7-16,-1-3-8 16,-1 2 14-16,-3 1-24 15,-1 1-5-15,-2-3-2 16,-3 6-2-16,-5 3-7 16,-5-4-5-16,-5 1 0 15,-3 5 4-15,-7 0-8 16,-2-1-2-16,-4 4 0 15,0 0 1 1,0 0 1-16,0 0-1 0,0 0 0 16,0 0-4-16,0 0-40 15,0 0-20-15,0 9-9 16,-6-4-37-16,-9 8-37 16,7-8-34-16,-2-5-121 15</inkml:trace>
  <inkml:trace contextRef="#ctx0" brushRef="#br2" timeOffset="171452.36">10324 18316 321 0,'0'0'69'15,"0"0"-59"-15,0 0-7 0,137-71 37 16,-89 53 5-16,1 0-11 15,-2 0-17 1,-6 0 3-16,-8 8 48 16,-8 2-44-16,-12 8-8 0,-7 0 4 15,-6 0-7 1,0 0 38-16,-15 10 40 16,-35 16 4-16,-18 6-51 15,-19 8-41-15,-7-5 1 16,1-3 0-16,10-2 3 15,25-10 9-15,22-8-10 0,23-6 9 16,13-6-15-16,0 0-5 16,23-2-51-1,30-14-13-15,19-8 69 16,9-6 0-16,9 2-2 16,7-10-2-16,-10 1 2 15,-12 9 4-15,-21 10-2 16,-33 10 1-16,-15 8 0 15,-6 0 1-15,-8 0 4 16,-40 22 25-16,-16 10 16 16,-20 8-47-16,-5 1-16 15,4-5 16-15,12-6 0 16,21-12 5-16,25-8 12 16,21-8-14-16,6-2-3 15,13 0-50-15,49-16 39 16,17-16 11-16,2 0 4 15,-2-3-1-15,-33 13-3 16,-12 8 0-16,-14 6 3 16,-8 7-2-16,-12 1-1 15,0 0 4-15,0 0 6 16,-19 9 6-16,-14 9 5 16,-9 9-7-16,3-3-14 15,6-4-14-15,8-10 12 16,15-2-4-16,5-8-15 15,5 0 7 1,9 0-72-16,22 0 31 0,12-16 47 16,-3-8-1-16,-11-7-51 15,-25 22-99-15,-4-4-334 16</inkml:trace>
  <inkml:trace contextRef="#ctx0" brushRef="#br3" timeOffset="186697.05">5160 3918 61 0,'0'0'26'0,"0"0"-15"16,0 0-11-16,0 0-4 15,0 0 4-15,0-2 12 16,-3 2 38-16,-1-4-42 16,-1 2-8-16,3 0-65 15</inkml:trace>
  <inkml:trace contextRef="#ctx0" brushRef="#br3" timeOffset="187840.89">5015 3685 189 0,'2'-18'94'0,"-2"8"-48"16,2 1-19-16,-2 0 49 15,0-1-14-15,0 2 79 16,0 0-85-16,0 2-6 16,0 2-3-16,0 2-32 15,0-2-6 1,0 0 4-16,0 2-8 15,-2 0 2-15,0 2-1 0,0 0-2 16,0 0-3 0,2-2 0-16,0 2 0 15,0 0-1-15,0 0-2 16,0 0 1 0,0 0 0-16,0 0 0 0,0 0 1 15,0 0 4 1,0 0-2-16,0 0 4 15,0 0 4-15,0 0 5 16,0 0 2-16,0 0-12 16,-2 0-5-16,-12 0-9 15,-4 2 4-15,-6 18 5 16,-5 2 4-16,4 2-4 16,0 5 1-16,4 3 8 15,0 16 0 1,7 4-4-16,10 4-5 15,4 0-2-15,0-12-1 16,16-8 1-16,11-3 2 16,6-10 0-16,3-5 4 15,4-5 1-15,0-6-1 16,9-7 5 0,-4 0-4-16,-7 0 1 0,-5-7-2 15,-13-11 6-15,-2-7 0 16,-2-9 22-1,-1-20 7-15,-3-12 1 16,-4-10-24-16,-6-4 7 16,-2 11-15-16,0 7-1 15,0 8 2-15,-16 10-6 16,-7 10 10-16,-4 8 3 16,-5 5 5-16,-10 12-21 15,0 9-2-15,-4 0 1 16,0 6-5-16,9 22-4 15,-4 6 8-15,7 4 2 16,11 14-41 0,9-4-196-16,14-28 19 15,0-3-157-15</inkml:trace>
  <inkml:trace contextRef="#ctx0" brushRef="#br3" timeOffset="188247.62">5040 3816 511 0,'4'0'27'0,"-4"0"-26"16,4 0 48-16,3 8-22 15,1 2-16 1,2 6-2-16,1 0 52 15,-3 4-23-15,2 2 31 0,5 8-35 16,3 6 4 0,2 2-19-16,5 2-7 15,-3-4 3-15,1 0-9 16,-4-1 1 0,1-5 0-16,-4-6 0 15,-5-10 5-15,-4-6-5 16,-7-8 10-16,2 0 6 15,-2 0 8-15,0 0 10 16,0 0 19-16,0 0-35 16,0 0-7-16,0 0-14 15,0-10-4-15,0-2-2 16,0-4-24-16,0 1-82 16,0 8-117-16,-4-1-253 15</inkml:trace>
  <inkml:trace contextRef="#ctx0" brushRef="#br3" timeOffset="188763.05">5342 3846 96 0,'0'0'126'0,"3"0"-70"15,-1 0-19-15,-2 0-3 16,2 0-9-16,-2 0-6 15,0 0 5-15,0 0 11 16,0 0 18 0,0 0 42-16,0 0-74 15,0 0 0-15,0 14-4 16,0 8 36 0,0 2 12-16,0 4-30 0,5 0 17 15,-1 0-35-15,2-4-1 16,1 0-11-1,0-3 3-15,0-6-1 16,-3-2-5-16,1-8 5 16,-3-1-4-16,-2-1 3 15,0-2-4 1,0-1-1-16,0 0 3 0,0 0-4 16,0 0-1-16,0 0-4 15,0-4-54 1,0-8-156-16</inkml:trace>
  <inkml:trace contextRef="#ctx0" brushRef="#br3" timeOffset="188997.41">5323 3643 424 0,'-7'-16'189'0,"5"10"-159"16,2 4 94-16,0 0-53 15,0 2-49-15,0 0-22 16,0 0-3-16,0 0 2 16,0 0-56-16,0 0-87 15,0 0-79 1</inkml:trace>
  <inkml:trace contextRef="#ctx0" brushRef="#br3" timeOffset="189700.17">5483 3840 425 0,'0'0'119'0,"0"0"-115"15,0 0-3-15,0 0 80 16,18 8-56-16,-12 0-19 16,1 2-6-16,2 2 8 15,-2 4-2-15,-3 4-4 16,1 2 14-16,-1 2-8 16,0-2 0-16,1 0 0 15,-3-6-1 1,0-4-2-16,0-3 3 0,-2-9 2 15,3 0-1-15,-3 0-2 16,0 0 9-16,2-11 18 16,0-11 77-16,1-8-62 15,3-6-47-15,1-2 1 16,-1 2 3 0,-1 4-6-16,0 6 0 0,-3 5 0 15,2 6 0-15,-2 8 0 16,-2 7 0-1,2 0 0-15,1 0-7 16,5 29-13-16,4 5 5 16,3 8 15-16,1-4 4 15,4 0-3 1,-6-6 0-16,-2-12 1 0,-2-8-4 16,-8-12 0-16,0 0 0 15,1 0 1 1,-1-12 2-16,0-18 67 15,0-6-61-15,-2-2-1 16,0-6-3-16,0 6-2 16,0 10 1-16,0 8-2 15,0 16 2-15,0 4-2 16,0 0-4 0,2 20-5-16,9 18-16 0,3 8 25 15,4 0 2 1,-3-10 0-16,1-6-2 15,-3-4-1-15,0-6 0 16,-3-6-17-16,-2-4-4 16,-3-3-40-16,-3-6-56 15,-2-1-55-15,0 0-139 16</inkml:trace>
  <inkml:trace contextRef="#ctx0" brushRef="#br3" timeOffset="190215.66">5869 3735 587 0,'0'-22'228'15,"0"22"-200"-15,0 0 30 16,0 11-58-16,0 27 6 16,0 12-6-16,2 8 9 15,4-10-2-15,5 0-4 16,-4-4 2-1,6 5-3-15,0-8 2 16,1-9-3-16,-3-5-1 16,-7-18 0-16,-1-4-1 15,-1-5 1-15,-2 0-12 16,0 0-99-16,0-28 19 16,-2-8-93-16,-13-25 104 15,-2-5 52-15,4-2 14 16,2 0-5-1,4 24 20-15,1 12 25 0,4 8 102 16,2 8 1 0,0 7 28-16,0 5-124 15,6 4-26-15,17 0-6 16,1 0-4 0,3 17 2-16,-3 6 0 0,-6 2 0 15,-5 3-8-15,-8-2 9 16,-5 4-11-1,0-4 10-15,-20 0 4 16,-11-4 3-16,2-4 11 16,4-2-2-16,3-6-14 15,9-6-59 1,13-4-273-16,0 0 47 0</inkml:trace>
  <inkml:trace contextRef="#ctx0" brushRef="#br3" timeOffset="190715.21">6183 3709 593 0,'0'-7'52'16,"0"4"-43"-16,0 2 55 16,0 1 42-16,0 0-102 15,0 0-4-15,0 14-24 16,0 12 16-1,0 6 8-15,0 8 7 16,2 0 18-16,2-2-14 16,3-6-2-16,1-4-3 15,2-8-4-15,-6-10 2 16,3-4-4-16,-5-6 0 16,2 0 0-16,4-2 9 15,0-34 5 1,1-10 13-16,-3-6-24 15,0-4-1-15,-6 12-2 16,0 5-1-16,0 11-3 16,0 13 4-16,0 8 7 15,0 5 1-15,0 2 6 16,0 0-14-16,0 2-2 16,4 24-26-16,11 9 23 15,1 1 5-15,3 0 2 16,-2-6-1-1,-5-2 2-15,2-10-4 16,-3-4 1-16,0-8-5 16,-1-6-40-16,-4 0-69 15,-6 0-33-15,0-10-41 16</inkml:trace>
  <inkml:trace contextRef="#ctx0" brushRef="#br3" timeOffset="191211.92">6410 3734 197 0,'0'0'129'16,"2"-49"-61"-1,-2 48 46-15,0 1 16 0,0 0-24 16,2 0-55-16,4 0-51 16,8 15-2-16,3 16-11 15,6 5 13-15,0-2 3 16,-1 2-3 0,-5-6-5-16,-5-6-24 0,-1-2 15 15,-7-8 12-15,-4-6 2 16,0-6 2-1,0-2 10-15,0 0 57 16,0-18 39-16,0-12-1 16,-6-6-71-16,1 0-12 15,5-6 1 1,0 7 3-16,0 9-26 0,0 11 2 16,0 10-4-16,0 3 0 15,3 2-7 1,14 0-17-1,5 0-223-15,5 0 59 0,-2 0-115 16,-2 0 142 0,-8 0 161-16,-7 0 13 15,-6 0 114-15,-2 0 9 16,0 0-4-16,0 0-28 16,0 16-19-1,0 12-37-15,0 11-46 0,0 5 11 16,0-10 0-16,6-6-10 15,2-8-2-15,5-6-1 16,-1-6 2-16,1-4 1 16,0-4-1-16,5 0 9 15,-2-24-11 1,-11 4-112-16,-5-6-243 16</inkml:trace>
  <inkml:trace contextRef="#ctx0" brushRef="#br3" timeOffset="191336.89">6657 3485 410 0,'-15'-14'134'0,"13"14"-134"0,2 0-105 16,0 0-57 0</inkml:trace>
  <inkml:trace contextRef="#ctx0" brushRef="#br3" timeOffset="191836.78">6700 3854 238 0,'0'0'95'0,"0"0"5"0,0 0-15 15,0 18-1 1,0-20-6-16,11-22 22 16,4-8-15-16,-4-11-51 15,-2-3 11-15,-7 2-36 16,-2 0 5-16,0 4-1 15,0 8-8-15,-2 12-1 16,-11 10 3-16,-3 10-7 16,1 0-6-16,-5 28 0 15,1 28 6 1,11 5 2-16,8 1-8 16,0-8-1-16,16-25 2 15,10-6 0-15,3-9 3 16,-3-4-2-16,4-8 4 15,1-2 14-15,2 0 0 16,10-18 1-16,-5-13-13 16,-9-2-2-16,-25 16-101 15,-4 6-317-15</inkml:trace>
  <inkml:trace contextRef="#ctx0" brushRef="#br3" timeOffset="192876.87">4884 4293 307 0,'-27'0'38'15,"20"0"-37"1,4 0 154-16,3 0-82 16,-2 0-23-16,0 0 6 15,2 0 0-15,0 0 5 16,0 0-10-16,0 0 31 15,0 0-55-15,0 0-7 16,0 0-12-16,10-2-8 16,21 0 0-16,15-4 6 31,14-2 32-31,17-2-9 0,11-2-12 16,48-6-11-1,14 0 1-15,8 0-4 16,6 1-1-16,-27 6-1 15,1 1 1 1,-7-2-1-16,-7 0 2 0,-18 2-5 16,-24 0 2-16,-17 3 0 15,-21 6 0 1,-15-2 0-16,-16 3 0 0,-9 0-3 16,-4 0 3-16,0 0 9 15,0 0-3 1,6 0 6-16,2 0-8 15,3-6-10-15,3 2 6 16,-1 0 2-16,-4 0-1 16,-2 3-1-16,-5 1 0 15,-2-3-2-15,2 3-6 16,-2 0-21-16,0 0-41 16,0 0-59-1,-4 0-9-15,-8 0-72 16,-3 0-179-16</inkml:trace>
  <inkml:trace contextRef="#ctx0" brushRef="#br3" timeOffset="193673.54">5743 4373 512 0,'3'-14'30'0,"-3"8"34"15,0 4 67-15,0 0-70 16,-3 2-29-16,-12 0-10 15,-8 0 4-15,-4 0 9 16,-8 18-16-16,-19 16 16 16,-3 8-25-16,1 7 18 15,3 1-14-15,24-8-6 16,13-6-4-16,14-2-4 16,2-2-4-1,34-10-5-15,14-10 8 16,12-8-10-16,-6-4 1 15,4-2 5 1,-7-20-7-16,-6-6 2 0,-12-2-59 16,-13-4 42-16,-9 4 21 15,-9 2 6 1,-2 6 9-16,0 11 19 0,0 10 27 16,-4 1-17-16,-7 0-23 15,-3 22-14 1,6 18 4-16,8 2-9 15,0-2-3-15,0-8-5 16,11-18 7-16,5-8 0 16,1-6 5-16,1 0 0 15,-1 0 7 1,-1-18 4-16,-3-8-2 0,-7-10 0 16,-6 6 1-1,0 3 7-15,0 12 2 16,-14 11 0-16,-7 4-9 0,-5 0-10 31,-10 19-19-31,-2 16-64 0,23-19-108 16,6-2-189-16</inkml:trace>
  <inkml:trace contextRef="#ctx0" brushRef="#br3" timeOffset="193954.72">6133 4453 744 0,'12'-10'13'0,"-8"10"-10"16,1 0 14 0,-1 14-17-16,0 18-19 15,-2 0 19-15,-2 3 12 16,0-3-5-16,0-4 9 15,-8 0 12-15,-8-4-12 16,3-6-9-16,2-4-6 16,9-10-1-16,-4-4-5 15,6 0-159-15,-4 0-143 16</inkml:trace>
  <inkml:trace contextRef="#ctx0" brushRef="#br3" timeOffset="194174.04">5962 4480 619 0,'0'0'293'16,"0"0"-238"-16,0 0-50 15,0 0 27-15,0 0-26 16,22 31-3-16,23-7 14 16,30 2 3-1,8-3 27-15,-2-7-35 16,-10-6-5-16,-30-6-2 15,-7-4-3 1,-14 2-1-16,-11 0-1 0,-9-2-210 16,0 0-153-16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2:28:30.84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5855 3730 312 0,'2'0'14'15,"0"0"23"-15,0 0 16 16,0 0-19 0,1 0-13-16,-3 0-1 0,3 0 7 15,-3 0 0-15,0 0 2 16,0 0-2-16,0 0-1 15,0 0 6-15,0 0 1 16,0 0 3-16,0 0-1 16,0 0-7-16,0 0 1 15,0 0 1-15,0 0 33 16,0 0-38-16,0 0 0 16,0 0-1-16,-10 0-7 15,-9 0-4-15,-6 0-11 16,-4 0 2-16,2 0 0 15,-2 0-3-15,-2 4 4 16,0 1 2-16,-1 4 6 16,1-1-3-16,-2 2 0 15,2 2 1-15,0-4-6 16,-3 4 3 0,3 0-1-16,0-2 4 0,0 8-5 15,-3-2-1-15,-1 4-1 16,-12 6 0-1,5 0-3-15,1-2 6 0,5 2-6 16,5-2 0 0,-2 2 0-16,-3 3-1 0,-1-2 1 31,3 4 2-31,1-3-1 0,2-1-1 0,4 2 1 16,2-5-2-1,5 0 1-15,5 2-1 16,-1-2 0-16,1 4-1 15,1 2 1-15,-1 0 0 16,-4 10 1-16,4 0-2 16,-1-4 1-16,3 0 0 15,-1-10 0-15,4 1 1 16,-7-1 0-16,4-2-1 16,1 2 1-16,-5 2-2 15,-1 2 1-15,1-2 0 16,-1 0 1-16,-2 0-1 15,2-2 0-15,0 1 0 16,5-1 0-16,-2-2 0 16,-1-2 0-16,1 6 2 15,-1 0-2-15,5-2-2 16,-1 2 2-16,6-6 0 16,1 2 1-16,1 2-1 15,0 4 0-15,-4 2 1 16,-1 4-1-16,3 5 0 15,2-4 0-15,2-1 1 16,-1 5-1-16,-2-3 0 16,1 4-1-16,-1 2 1 15,1-2 0-15,0 3 1 16,0 6 0 0,1 3-1-16,1-1 1 0,-3-3-1 15,5-10 0-15,-2-4 0 16,2 0 1-16,0-2 3 15,0-4-2-15,0 4 1 16,0-1-3-16,0-1 1 16,0 1 0-16,0-2-1 15,0-1 0-15,0 2 2 16,0 0 0 0,5 0 0-16,2 2-1 0,8 6 2 15,3 3-2 1,1-3 0-16,4-6 2 15,-5-10-3-15,-1 1 3 0,2 0-3 16,3-1 2-16,-2 2 6 16,0-4-4-16,2 0 0 15,3 4 4-15,-1 0-6 16,1-2 1 0,-1 4-2-16,-1 1 2 15,3 0-3-15,-2 6 0 0,1-1 3 16,6 6-3-1,-4-4 1-15,4 6-1 16,-2-2 1-16,-2-6-1 16,-7 2 0-16,-2-4 0 15,0 0 0 1,-3 7 1-16,4 1-2 0,-7 4 1 16,-1 4 0-16,-1 0 2 15,-4 0-1 1,1 2-1-16,-3-2 2 15,4 1-1-15,-4-2 1 16,0 0-1-16,1 9-1 16,-3-2 1-16,-2-6-1 15,0-1 1-15,0-11 2 16,0-3-1-16,0 3-2 0,-15-3 1 16,-6-3 5-1,-4 2 2-15,-1-4-2 0,-6-2 0 16,1-2 4-16,-2 0-2 15,0-2-3 1,-1-2 3-16,1 2-3 16,-3-2 0-16,1 2 4 15,-12 4-6-15,-5 1 4 16,-1-4-3-16,-7-1 2 16,6-3 2-16,-2-1-5 15,1 0 4-15,6-4-1 16,4-2-2-16,7-2-1 15,9-2 0-15,5 0 0 16,2-4 0-16,2 2-2 16,1-4-1-16,4-2 2 15,1 2-2-15,4-2 1 16,3 2-1-16,1 0 0 16,0 0-1-16,4 0 0 15,2-2 1-15,0 0-1 16,0 0 0-16,0 0-1 15,0 0-3-15,0 0 3 16,0 0-3-16,0 0 0 16,0 0 4-16,0 0-2 15,0 0-1-15,12 6 3 16,3 0 1-16,6 2 1 16,1 0-1-16,2 4 4 15,10 2-4-15,2 0 1 16,1 2-1-16,3 0-3 15,-9-4 2-15,5 0 2 16,-5 1-1-16,-2-4 0 16,2 3 1-16,-2 3-1 15,2-5 0-15,-2 5 0 16,-4 2-1-16,-2 1-2 16,-4 2 2-16,1 0-5 15,-3 0 5-15,-2 4-2 16,-1 2 2-16,-6 14 1 15,-1 8-1-15,-5 4-3 16,-2 6 4 0,0-4 2-16,0 3-2 0,0 1 0 15,-9 0 2-15,1-2-1 16,-2 3 0-16,1-1-1 16,1 4 1-16,-2-1-1 15,-1 2 0 1,1 1 1-16,-4-2 1 0,3-2-2 15,-3 1 0-15,1-1 0 16,0 16 1 0,-1 6 1-16,3 4-2 15,0-4 0-15,2-13 1 16,2-5-2-16,-3 0 1 0,-2 4 0 16,3 1 2-16,-2 1-2 15,2 2 1-15,-2-2-1 16,-1 0 0-16,-1 0 0 15,3-2 0 1,-7-5 2-16,0-1-3 16,3-6 1-16,4 0 0 15,-2 10 0-15,3-2 1 16,0-3 0-16,3-3-1 16,-4-12 0-16,4 0-1 15,-1 4 2-15,-1 2 0 16,4 0 2-16,-6 5-3 15,3-3 0-15,3-4 1 16,0 0-2-16,2-4 2 16,-6-1-1-16,4 2 1 15,4 0 1-15,0-3-4 16,0 0 2-16,0 6 0 16,0 0 0-16,0 2-1 15,0-2 1-15,4-9 0 16,8-1 0-16,-1-3 0 15,-3 2-1-15,4-1 1 16,1 0-2-16,-1 0 4 16,-1 0-2-16,4 0 0 15,1 0 0-15,6 1-1 16,0-2 2-16,3-1 0 16,2 3-1-16,-1-7 2 15,12 12 5 1,5-2-5-16,-3-4-2 0,4-4 0 15,-9-14 0-15,0 0 0 16,-2 0-2-16,0 0 2 16,1 1 4-16,-3-2-4 15,4 3 1-15,1-1 0 16,-1 3-2-16,4-2 0 16,-8-4 1-16,3 0 2 15,-3-4-2-15,4-2-3 16,1-4 0-16,24-4 2 15,7-4 1 1,13 0 8-16,6-4 5 16,-9-8 0-16,0 0-4 0,-5 6 0 15,-3 0-8 1,-9 2-1-16,-11 4 3 0,-7-2-3 16,-10 2 1-16,-6 0-1 15,-8-2 0 1,-9 0 0-16,-4 2-2 15,-5 0 1-15,0 0-7 0,0 0-9 16,-5-2-5 0,-22-4-21-16,-10-2-70 15,12 2-139-15,9 0-346 16</inkml:trace>
  <inkml:trace contextRef="#ctx0" brushRef="#br0" timeOffset="1715.66">1604 8322 202 0,'-5'-7'76'0,"5"6"-76"16,-2-2 34-16,0 2 32 15,0-3-20 1,0-1-17-16,0 1-2 15,2 0 26-15,-4 3 13 0,2-3 3 16,2 1-22-16,0 1 9 16,0 1 7-16,0-2 0 15,0 2-13-15,0 1-10 16,0 0-3-16,0 0-2 16,0 0 2-1,0 0 27-15,0 0-40 16,0 0-3-16,-2 0-8 15,2 0-7-15,0 0-3 16,0 0-3-16,0 10-3 16,0 24-6-16,12 22 9 15,7 14 4-15,6 14-3 16,4 4 3-16,2 5-3 16,2-7 0-16,-3-2 1 15,-4-4 1-15,-5-11-2 16,-6-11 1-16,-3-12 3 15,-4-14 1-15,-3-10-1 16,-1-12 8-16,-2-6 4 16,0-4 7-16,-2 0 9 15,0-10 14-15,0-22 3 16,0-19-17-16,0-10-18 16,0-34-10-1,7-3-3-15,4-8-2 16,2-7 0-16,-1 29 0 15,-1 4-1-15,2 18 1 16,-1 14 1-16,-2 12 0 16,-1 11-1-16,-4 11 0 15,-2 7 0 1,-3 4 3-16,0 3-3 0,0 0-1 16,0 0 0-16,0 0-3 15,0 0 0-15,0 0-15 16,0 0-11-16,0 18-18 15,0 7-19-15,0 3-16 16,0 2-115-16,0-20-205 16</inkml:trace>
  <inkml:trace contextRef="#ctx0" brushRef="#br0" timeOffset="2164.63">2297 8879 411 0,'2'0'141'16,"-2"0"-104"-16,0-2 74 15,0 2 45-15,0-2-49 16,0 2-24-16,0 0-23 0,0 0-17 16,0 0-19-1,0 0-9-15,0 18-15 0,-2 10-1 16,-3 12 1-16,3 9 6 16,-3-2 1-1,3 10 3-15,2-2-2 16,-2-2 2-16,0-5-3 15,2-4 9-15,0-12-9 0,0-8 2 0,0-9-7 16,0-12 0-16,0-3 2 16,0 0-3-16,0 0 0 15,0 0-1-15,0 0-1 16,0-3-27-16,0-18-28 16,0 5-63-16,-7 2-230 15</inkml:trace>
  <inkml:trace contextRef="#ctx0" brushRef="#br0" timeOffset="2520.77">1992 8981 736 0,'0'0'39'0,"0"0"-36"15,0 0 118-15,0 0 16 16,-21-16-129-16,30 16 12 16,16 0 23-16,17-8 0 15,11 0-10-15,12-6 5 16,11 0-15-16,-3 2-5 16,1 0-3-16,0 2-5 15,-8 2-3-15,-10 4-6 16,-16 2 1-16,-18 0-2 15,-13 2 0-15,-9 0 1 16,0 0 4 0,0 0 14-16,0 0 26 0,0 0-45 15,0 0 0-15,0 0-14 16,0 0-39 0,-6 0-51-16,-7 0-266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5:34:52.0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7317 4874 267 0,'0'-3'58'0,"0"3"-55"16,0 0 4-16,0 0 47 15,0 0 3-15,0 0-11 0,0 0 0 16,0-3 1-16,0 3 12 15,0 0-8 1,0 0 25-16,0 0-48 0,0 0 3 16,0 0 4-1,0 0-12-15,0 0 10 16,0 0-11-16,0 0 12 16,0 0-28-16,0 0 3 15,0 0 8-15,0 0-17 16,0 0 4-16,0 3-3 15,0 7-1-15,0 0 29 16,0 4-20 0,4 2 2-16,1 8 14 15,1 0-7-15,-2 4-9 0,3 0-2 16,-2 0 24 0,-3 4-23-16,0 2 2 15,1 0 7-15,-3 6-10 16,0 2-5-16,0 19 1 15,0 3 11-15,0-2-13 16,0 0-1-16,-3-12 12 16,-3-2-12-16,1 2 6 15,0 15-6 1,-1-5 13-16,2 0-12 16,1-6-1-16,1-14 10 15,2-4-8-15,0-6-2 16,0-1 3-16,0-6 2 15,0 2-5-15,0-5 0 16,0 3 4-16,0 0-2 16,0-3-2-16,0-4 0 15,0-4 0-15,0-2 4 16,0-2-4 0,0 4 0-16,0-4 5 15,0 0-7-15,0 2 2 16,0-6 0-16,0 0 0 15,0 0 0-15,0-2 0 16,0 0 2-16,0 2-2 16,0-2 0-16,0 4 0 15,0 2 0 1,0 2 0-16,0 0 0 0,0-2 2 16,0 2-2-1,0-2 0-15,0 0 0 16,0-2 2-16,0-2-2 15,0 0 0-15,0-2 3 16,0 0-3 0,0 0 0-16,0 2 1 0,0-1-1 15,0 1-1-15,0 0 1 16,0-3 1 0,0 1 0-16,2 0-1 15,-2-2 0-15,0 0 0 16,0 0 4-16,0 0-4 15,0 0 0-15,0 0 16 16,0 0-11-16,3 0-1 16,-3 0-2-16,0 0 1 15,0 0-3 1,0 0 0-16,0 0-6 16,0 0 7-16,0 0-2 15,0 6 2-15,0 2-2 16,0 5 1-16,0 2 0 15,0 3 7-15,0-1-7 16,0-3 0 0,0-2 2-16,0-4 6 15,0-2-8-15,2-5 0 0,-2-1 4 16,0 0-3 0,0 0-1-16,0 3 0 15,0 1 2-15,0-2-4 16,0 2 4-16,0-2-2 15,0 0 1-15,0-2-1 16,0 1 1-16,0-1 0 16,0 0-2-16,0 5 1 15,0-1 0 1,0 4-2-16,0 0 2 16,0-2 0-16,0-2 5 15,0-4-9-15,0 2 4 16,0-2 0-16,0 0 5 15,0 0 0-15,0 0 3 16,0 0-6-16,0 0 10 16,0 0-8-16,0 0-4 15,0 0 14-15,0-4-14 16,0 0 0 0,0-4 0-16,0-2-10 15,0-1-19-15,0-2-11 16,0-1 2-16,0-4-29 15,0-5-34-15,0 14-78 16</inkml:trace>
  <inkml:trace contextRef="#ctx0" brushRef="#br0" timeOffset="1733.99">7413 4574 32 0,'6'-10'195'16,"-6"3"-182"-16,2 2 24 15,0-1 13-15,-2 2 14 16,0 0-11-16,0 0 1 16,0 2 22-16,0-2-10 15,0 1-1-15,0 3-4 16,0 0-6-16,0-1 7 16,0 1-31-16,0-3-12 15,0 2 4-15,-4 1-19 16,-5 0 13-16,0 0-7 15,-6 0 1 1,-1 0 9-16,-2 0-16 0,0 0 4 16,3 8-8-16,-1-1 8 15,1 4-1-15,-1-1-2 16,1 2 11-16,-1-2-15 16,3 4-1-16,-3-2 9 15,5 4-6-15,-1 0-3 16,1 2 2-16,3 0-1 15,-4 0 12-15,1-2-10 16,5 0 0 0,-3 8 7-16,2-2-8 15,2 1-2-15,1 0 2 16,4-6 6-16,0 1-8 16,0-4 0-16,0-3 3 15,0 1 0-15,0-2-6 16,0 1 10-16,9 3-3 15,4-3-3-15,0 0 1 16,3-1 4-16,0-2-5 16,2-2-1-16,4-2 1 15,10-2 4 1,-4-2 7-16,4 0-10 16,-4 0 5-16,-4 0-4 15,-1 0-3-15,0 0 0 16,-8 0 2-16,3 0 0 15,-5 0 0-15,1-2-2 16,1-6 4-16,3-2-4 16,-3-2 0-16,1-2 2 15,-5 0 1-15,0-3-3 16,1-1 0 0,-4-8 8-16,1 1 0 15,-4-2 3-15,2 1-5 16,-5 8 9-16,-2 2-12 15,0 0 5-15,0-2 4 16,0 2 0-16,0-2-5 16,-4 2-7-16,-10 2 16 15,1 2-11 1,-6 0-1-16,4 4 5 16,-5 2-7-16,-3 2-2 15,0 2 0-15,-14 0 4 16,0 2-3-16,-1 0-1 15,-4 0 5-15,11 0-4 16,2 0 0-16,4 0 1 16,7 0 1-16,3 0-4 15,5 4 7-15,4 2-10 16,1 2 4 0,3 0-5-16,2 4-15 15,0 2-34-15,-2-6-28 16,2-8-171-16,0 0-275 15</inkml:trace>
  <inkml:trace contextRef="#ctx0" brushRef="#br0" timeOffset="12003.24">7315 12324 157 0,'0'0'47'0,"0"0"-24"16,0 0 22-16,0 0 16 16,0 0-14-1,0 0 63-15,0 0-46 16,0 0-16-16,0 0 5 15,0 0-10-15,0 0-7 16,0 0 9-16,0 0 43 16,0 0-41-16,0 0-22 15,0 0-1 1,0 0-2-16,0 0-4 0,0 0 8 16,2 0-6-1,-2 0-5-15,0 0 7 16,0 0-12-16,0 0 20 15,0 0-25-15,0 0 6 16,0 0-11-16,0 0 2 16,0 6 6-16,0 2-7 0,0 0 19 15,0 0-20-15,0 0 15 16,0 6-7 0,0 2-2-16,0 2 5 15,0-2-11-15,0-2 14 16,0-1-11-16,0 0-3 15,0 10 10-15,0-4-6 16,0 6-1-16,0 1 3 16,0-4-6-16,0 0 0 15,0 2 0 1,2-2 12-16,2 0-5 16,-1 0-2-16,1 2-1 0,0 4 6 15,3 2-10 1,0-2 0-1,-3-2 8-15,1-5-8 16,-1-3 3-16,0-4 2 16,-2 4-2-1,1-4 4-15,-1 0-7 16,-2-2 9-16,0-6-7 16,0-2 0-1,0 0 1-15,0-2 0 16,0-2-6-16,0 0 6 0,0 0 0 15,0 0-1 1,0 0-2-16,0 0 0 16,0 0 4-16,0 0-5 15,0 0 1-15,0 0 0 16,0 0 3 0,0 0-3-16,0 0-1 0,0 0 7 15,0 0-10-15,0 0 4 16,0 0-8-1,0 0 8-15,0 0-21 16,0 0 19-16,0 0-1 0,0 0-1 16,0 0 2-1,0 0-1-15,0 0-1 16,0 0 4-16,0 0 0 16,0 0 0-1,0 0 4-15,0 0-7 16,0 0-10-16,0 0-18 15,0 0-48-15,0 0-40 16,0 0-50-16,0 0-39 16,0 0-472-16</inkml:trace>
  <inkml:trace contextRef="#ctx0" brushRef="#br0" timeOffset="13346.68">7417 12954 466 0,'0'2'1'0,"0"-2"44"15,0 0 59-15,-2 0-47 16,0 0-27-16,-6 0-1 16,4 0 14-16,-5 0 41 15,3 0-39-15,-8 0-3 16,3 0-23-16,-4-2 4 15,1-2-11-15,3 2 3 16,-5 2-2-16,5 0-3 16,-9 0 25-1,3 0 2-15,1 0-9 16,1 0-13-16,3 0-4 16,3 0 4-1,-2 0-13-15,2 0 15 16,0 0-7-16,0 2-4 0,3 4-4 15,-6 2-2 1,4 0 2-16,-1 2 1 16,-1-2 3-16,4 2-6 15,2-2 0-15,-1 2 2 0,-1 4 0 16,0 0-3-16,2 0 1 16,2 2 4-16,-2-4-4 15,4 0 0 1,-2 2 3-16,2-2-2 15,0-2-2-15,0 2 2 0,0 0 0 16,0 2-1 0,0 1 0-16,2-4 0 15,6 3 3-15,2-2-4 16,-4 2 1-16,1-3 0 16,4 3 3-1,-2-4-3-15,0-2 0 0,-3 0 0 16,4-5 0-16,-4 4-2 15,3-1 5 1,0-1-3-16,-2-1 0 0,2 1 1 16,-3-3 0-16,1 0-1 15,2 0 0-15,-2 0 0 16,-1-2 2-16,3 2 0 16,1-2-2-16,0 0 5 15,3 0-4 1,1 0 0-16,1 0-1 15,1-4 4-15,-3 0-4 16,1-3 0 0,-1 2 2-16,1 1-1 15,-3 0-2-15,0-2 2 0,-2 2-2 16,0-2 1 0,0-1 0-16,-3 3 2 15,1 0 0 1,0 1-2-16,-1-4 0 15,1 2 0 1,-1-5 3-16,4 2-3 16,-4-1 6-16,-1 1-6 15,-1 0 0-15,-2 1-2 16,3 0 4-16,-5 0 2 16,3 0-2-16,-1 3 2 15,0 0-3-15,-2-3-1 16,2 2 2-16,-2-3-2 15,0 3 10-15,0-4-9 16,0 1-1-16,0 0 13 16,0-4-9-1,0 4 15-15,-6-2-15 16,-4 2 11-16,1 2-10 16,-1-2-2-16,-6-2 10 15,0 0-13 1,-4 0 8-16,2 0-8 0,-2 2 9 15,-4-2-9 1,-1 2 1-16,2 0 0 16,4 2 2-16,1 4-6 15,5-2 3-15,-1 2-1 16,1 2 0-16,1 0-2 16,-1 0-7-16,0 0 3 15,2 0-19-15,0 6-16 16,0 6-11-1,8-8-37-15,1 2-118 0</inkml:trace>
  <inkml:trace contextRef="#ctx0" brushRef="#br0" timeOffset="14723.31">7326 13371 339 0,'0'-6'77'15,"0"4"-55"1,0 0 94-16,0 2-99 16,0-2-1-16,0 2 12 15,0 0 11-15,0 0 19 16,0 0-2-16,0 0 40 15,0 0-62-15,0 0 6 16,0 0-13 0,0 0 3-16,0 0 13 15,0 0-7-15,0 0 2 16,0 0 13-16,0 0-21 16,0 0-2-1,0 0-21-15,0 10 4 0,0 6-6 16,0 4 8-16,0 2 9 15,0 4-18 1,2 2 10-16,0 2-9 0,0 0 7 16,0 4-9-1,5 9 5-15,-2-3 0 16,-1 4-3-16,1 0-1 16,-1-10-4-16,-2 0 2 15,0 0 5-15,2 6-6 16,-1 0 9-16,1 0-8 15,-1-6 3 1,-1-11-5-16,-2-4 0 16,2-2 7-16,1-3-6 15,-3-5 5-15,2 2 0 16,-2-4-4-16,0 2-2 16,0-1 0-16,0-4 5 15,0 0-3-15,0 0-2 16,0 0 0-16,0 2 4 15,0 2-7 1,0 2 3-16,2-2 0 16,0 2 0-16,0-2 0 15,0 2 0-15,-2-2 4 16,0 0-8-16,0-2 8 16,0 2-5-16,0-2 1 15,0 2 0-15,0-6 0 16,0-2 3-16,0 2-5 15,0-2 2-15,0 0 0 16,0 0 1 0,0 0-1-16,0 0-5 15,0-4-20-15,0-10 12 16,0 0-19-16,0 4-17 31,0 0 6-31,0 0-40 0,0 2-194 16,0 6 23-16,-2 0-64 15</inkml:trace>
  <inkml:trace contextRef="#ctx0" brushRef="#br0" timeOffset="15979.34">6744 14233 222 0,'0'-2'44'0,"0"0"-17"16,0 0 51-16,0 0-71 15,0 0 5 1,0-2 26-16,0 2 6 16,0 2 15-16,0 0 15 15,0 0 1-15,0 0-8 16,0 0 1-16,0 0 51 16,0 0-78-16,0 0 1 15,0 0-2-15,0 0-10 16,0 0 5-1,0 0-14-15,0 0 21 0,0 0-33 16,0 0 0-16,20 0 13 16,9 0-1-1,7 0-3-15,10 0-13 16,3 0-2-16,5 4 13 16,1-4-15-16,21 2 1 15,0 0 0-15,2-2 0 16,2 0-2-1,-18 0 1-15,0 0 1 16,-3 0-2-16,-4 0 0 16,-5 0 0-16,-2 0 2 0,4-2-2 15,10 0 0-15,-2-2 1 16,1 4-1-16,-10-6 0 16,-25 4 0-16,-8 2 0 15,-9-2 0 1,-2 2-3-16,-7 0 6 15,0 0-2-15,0 0 14 16,0 0 11-16,0 0-16 16,0 0-3-16,0 0-7 15,0 0-1-15,0 0-3 16,0 0 1-16,0 0-7 16,0 0-6-16,0 0-5 15,-5 0-24-15,-16 0-55 16,-4 0-58-16,11 0-115 15,-3 0-145 1</inkml:trace>
  <inkml:trace contextRef="#ctx0" brushRef="#br0" timeOffset="16650.84">7165 14347 312 0,'-14'0'346'0,"12"-2"-275"0,2 2 81 16,0 0-41-16,0 0-69 15,0 0-21 1,0 0 1-16,0 0 2 15,0 0 1-15,0 0-10 16,0 0-5-16,0 0 2 16,0 0 15-16,0 0-18 15,0 0-5-15,9 0 7 16,16 0 1-16,1 0 14 16,14 0-20-1,5 0 6-15,-1 0-12 16,6 0 2-16,-8 0-2 15,3 0 5-15,-3 0-8 16,-4 0 4-16,-3 0-1 16,-1 0 0-16,0 0 0 15,1 0 0 1,-1 0 4-16,-8 0-5 0,-8 0 1 16,-14 0 0-16,-4 0 3 15,0 0-2 1,0 0 4-16,0 0 10 15,0 0-16-15,-11 0-7 16,-6 0-27-16,-3 0-4 16,-3 0-46-16,12 0-52 15,-1 0-504-15</inkml:trace>
  <inkml:trace contextRef="#ctx0" brushRef="#br0" timeOffset="17119.25">7149 14560 202 0,'-2'0'0'16,"0"0"0"-1,2 2 32-15,0-2 60 0,0 0-67 16,0 0 33-16,0 0 38 15,0 0 13 1,0 0-30-16,0 0-2 16,0 0-14-16,0 0-35 15,0 0-19-15,0 0-9 16,0 0-14 0,0 2-28-16,0-2 13 15,0 2 12-15,0-2-18 16,0 0-20-16,0 0-26 15,0 0-40-15,0 0-84 16</inkml:trace>
  <inkml:trace contextRef="#ctx0" brushRef="#br0" timeOffset="18348.8">7145 14640 304 0,'-7'-6'95'0,"7"4"-75"16,0 2 22-16,0 0 62 16,0 0-34-16,0 0-15 15,0 0 10-15,0 0 25 16,0 0 9-1,0 0 73-15,0 0-123 0,0 0-10 16,0 0-22 0,0 0 2-16,13 0-10 15,14 0-4-15,11-8 25 16,13 0-14-16,8 2-9 16,14-6 3-16,1 6 6 15,-10 0-16-15,-6 4 0 16,-24 0 3-16,-11 2-2 15,-6 0-1 1,-11 0 0-16,-6 0 3 16,0 0 1-16,0 0 14 15,0 0 2-15,0 0-20 16,0 0-6-16,0 0-9 16,0 0-56-16,-2 0-11 15,-7-2-56-15,-7 0-59 16,7 0-73-16,1 2-47 15</inkml:trace>
  <inkml:trace contextRef="#ctx0" brushRef="#br0" timeOffset="25901.3">8005 13345 249 0,'-2'-8'55'0,"2"2"-50"16,0 4 3-16,0 0 72 16,0 0-13-16,0 2-26 15,0-2-2-15,0 2 3 16,0 0-4-16,0 0 20 15,0 0 1 1,0 0 79-16,0 0-95 16,0 0-3-16,0 0-2 15,0 0-10-15,0 6 3 16,0 8-9-16,8 2 1 16,1 0 19-16,3 6-21 15,3 12 1 1,1 0-15-16,3 2 11 0,0-2-4 15,-3-8-8-15,-3-4 6 16,0-1-11 0,3-2 4-16,-3-5 1 15,-4-1 7-15,0-8-13 16,-7-5 1-16,0 3 4 16,0-3 0-16,-2 0-5 15,0 0 2-15,0 0 19 16,0 0-14-16,0 0-6 15,0 0 5 1,0 1-5-16,3 2-2 16,-1-1 0-16,0-2 1 0,-2 0 2 15,0 0-2 1,0 4 1-16,0-4-1 16,0 0 0-16,0 0 0 15,0 0-15 1,0 0 12-16,0 1-12 0,0 2 5 15,0-2 1 1,2 2 9-16,3-3 0 16,-5 1 1-16,0-1-4 15,2 3 3-15,-2-3 0 16,0 2 2-16,0-2-1 16,0 0-1-1,3 0 1-15,-3 0-4 0,2 0 3 16,-2 0-4-16,0 0-2 15,0 0 2 1,0 0 3-16,0 0 1 16,2 0 1-16,-2 0-1 15,0 0 0-15,0 0 2 16,2 0-2-16,-2 0 0 16,0 0-3-16,0-5 3 15,2-3 1 1,5-10-1-16,2-1 2 15,2-6-1-15,4-3-1 16,-1 4 0-16,-1-2 0 16,3 0 3-16,-5 2 0 15,-2 0-3-15,2 4 5 16,-4 2-5-16,1-2 0 16,2 4 5-16,-3-2 1 15,-1 4-6-15,-2 4 0 16,1 2-1-16,-3 2 3 15,3 0-3 1,-3 2 1-16,0-2 2 16,1 4-2-16,-1 0 0 15,-2 0-1-15,0-3 2 16,0 5-2-16,0 0 2 16,0 0-1-16,0 0 0 15,0 0-5 1,0 0 3-16,0 0-16 15,0 0 4-15,0 0-7 0,0 5-29 16,0 7-29 0,-12 4-24-16,5-10-221 15,-1 2 25-15</inkml:trace>
  <inkml:trace contextRef="#ctx0" brushRef="#br0" timeOffset="26557.82">8335 13629 300 0,'0'0'100'16,"0"-2"-67"-16,0 2 168 16,0 0-148-16,0 0-12 15,0 0 6-15,0 0 10 16,0 0 9-16,0 0-12 16,0 0-17-16,0 0 8 15,0 0-13 1,0 0-2-16,0 0 10 15,0 0-19-15,0 0-14 16,0 0-6-16,0 0-2 16,4 17 7-16,-1 3-6 15,-1 2 9-15,4 0-1 16,1 2-8-16,0 0 1 16,2-2 1-16,-3-6 0 15,-2-4-1-15,-1-8-1 16,-3-4 4-16,0 0-4 15,0 0 0 1,2 0 1-16,-2 0-1 16,0 0-10-16,0 0-15 15,0 0-29-15,0 0-18 16,0 0-49-16,0 0-47 16,0-4-264-16</inkml:trace>
  <inkml:trace contextRef="#ctx0" brushRef="#br0" timeOffset="27347.93">8388 13569 394 0,'0'-5'123'16,"0"2"-116"-16,0 1 68 15,16-2-34 1,1 2 5-16,6 0 1 16,1 0-7-16,1 2-9 0,0 0-8 15,-4 0 14 1,11 0-9-16,-3 2 1 16,-3 6-24-16,-1-2 1 15,-10-2 0-15,-5-4-5 16,-4 0 3-1,-6 2-3-15,0-2 12 0,0 6 11 16,0 3-19-16,0 9 6 16,-14 1-6-1,-7 2 7-15,-4-3-12 16,0-7 3-16,1 0 17 16,0-4-14-16,-3 0 0 15,2-5 32-15,7-2-22 16,7 0-7-16,11 0-8 15,0 0 1 1,0 0-2-16,0 0-1 16,0-2-2-16,11-9-14 15,7 4 10-15,7-4-12 16,2 6 11-16,-1 0-1 16,-1 1 8-16,-5 4-1 15,-3 0 0-15,-1 0-1 16,-5 0 3-16,1 0-8 15,-6 4 8 1,1 6 0-16,-5-2 2 0,-2 5-1 16,2-3-2-1,-2 4 0-15,0-1 1 16,0 2 7-16,0-3-6 16,0 6 5-16,-15-2 1 15,-12 2 25-15,-6-4 3 16,0-4 5-16,1-2 8 15,-1-4-15 1,2-4 3-16,6 0 10 16,0 0-27-16,7 0-19 15,10 0 8-15,-1 0-3 16,5-2-5-16,-1-2-1 16,0 0-26-16,3 0-10 15,0 2-36-15,2 0-76 16,0-2-60-16,0 2-131 15</inkml:trace>
  <inkml:trace contextRef="#ctx0" brushRef="#br0" timeOffset="28048.12">8758 13535 407 0,'-3'-2'197'0,"3"2"-87"15,0 0-12-15,0 0-58 16,0 0-12 0,0 0-11-16,0 0 10 0,3 0 20 15,15 0-5-15,7 0 18 16,10 0-21-16,5 0-1 16,5-2-14-16,-3 0-7 15,-4 0-11-15,-7-2-1 16,-9 4-4-16,-9 0-1 31,-7 0 0-31,-6 0 4 0,0 0-4 0,0 0 2 16,0 0-7-16,0 0-19 15,0 0-36-15,-12 0-50 16,5 0-94-16</inkml:trace>
  <inkml:trace contextRef="#ctx0" brushRef="#br0" timeOffset="28439.12">8778 13655 204 0,'0'0'360'0,"0"0"-261"15,0 0 22 1,-13 7-31-16,13-7-41 15,0 0-14-15,0 0 5 16,4 0-4-16,12 0 7 16,4 0-5-16,7 0 2 15,17-8-13-15,5 0-3 16,2 2-10 0,-2-1-6-16,-17 6 6 0,-10-2-14 15,-5 3 1 1,-7 0 1-16,-6-2-2 15,-4 2 0-15,0 0 0 16,0 0 5-16,0 0-5 16,0 0-15-16,0 0-23 15,0 0-49-15,0 0-35 16,0 0-109 0,0-1-126-16</inkml:trace>
  <inkml:trace contextRef="#ctx0" brushRef="#br0" timeOffset="29245.2">9299 13363 128 0,'0'-4'179'16,"0"4"-102"-16,0-2 10 15,0 2 18 1,0 0-32 0,0 0 2-16,-2 0-57 0,-4 0 8 15,-4 0 0 1,2 0 24-16,1 0 3 15,-1 0-7-15,0 6 3 16,4 0-5-16,-3 2-8 16,1 4-4-16,-1 6-9 15,0 2-23-15,0 2 1 16,5-2 11-16,-2-2-4 16,4 4 0-1,0-4 6-15,0 1-12 16,0-4-2-16,0-1 0 15,4 4 3-15,12-4-2 16,2 1-1-16,-2-5 2 16,-3-5 3-16,1 2-2 0,-4-5-3 15,11-2 1 1,0 0 18-16,0 0-15 16,-1-2 2-16,-5-13-4 15,1 1 6 1,-5 0-8-16,-2-4 0 0,-3 0 27 15,-1 0-10 1,-2 0 8-16,-3-10-15 16,0-4 11-16,-3-4-5 15,-21 2-4-15,-1 6 23 16,-6 9-23-16,6 8-5 16,-6 4 3-16,6 6-10 15,6-1-10 1,1 2-3-16,11 0-3 0,3 0-20 15,2 0-15 1,2 0-38-16,0 2-581 16</inkml:trace>
  <inkml:trace contextRef="#ctx0" brushRef="#br0" timeOffset="32379.92">7932 5632 1082 0,'-18'-28'0'16,"9"20"-986"-1</inkml:trace>
  <inkml:trace contextRef="#ctx0" brushRef="#br0" timeOffset="32459.73">7804 5227 361 0,'0'0'0'0</inkml:trace>
  <inkml:trace contextRef="#ctx0" brushRef="#br0" timeOffset="35164.68">7963 4552 456 0,'2'-6'51'16,"-2"-1"-25"-16,0 7 103 15,0 0-61-15,0 0 13 16,0 0-28-16,0 0 50 16,0 0-58-16,0 0-5 15,0 0-7 1,0 0-10-16,0 0 10 0,0 0-14 16,0 3-9-16,0 15-2 15,5 4-6 1,-1 8 16-16,4 4 16 15,-1 0-20-15,3 6-11 16,-2-6 2-16,3 0 11 16,3 5-15-1,1 1-2-15,1 0 3 0,-3 0 6 16,3-8-8-16,-3-2 0 16,-1-6 2-1,-1-8-1-15,-5-6-1 0,-2-8 2 16,-1-2 1-16,-3 0 8 15,0 0-7 1,0 0 36-16,2 0-25 16,-2 0 0-16,0 0-2 15,0 0-8 1,0 0 21-16,0 0-19 0,0 0 9 16,0 0-13-16,0 0-3 15,0 0 0 1,0 0 0-16,0 0 1 15,0 0-1-15,0 0 0 16,0 0 4-16,0 0-4 16,0 0 0-16,0 0 4 15,2-4 26 1,-2-8-14-16,0-4-4 0,5-6-2 16,2-6-8-1,1-6-4-15,6-8 4 16,3-6-3-16,2-5 1 15,8-15 0-15,-4 6-2 16,0 6 2-16,-3 10-1 16,-9 22 0-16,-5 8 1 15,2 6 1 1,-8 4-1-16,2 3 2 16,-2 3-1-16,0 0-2 0,0 0 0 15,0 0-8 1,0 0 8-16,0 0-14 15,0 0-3-15,0 0-14 16,0 0-1-16,0 9-5 16,0 5-15-16,0 2-10 15,-10 2-72-15,6-14-139 16,0-2-161-16</inkml:trace>
  <inkml:trace contextRef="#ctx0" brushRef="#br0" timeOffset="35935.1">8714 4812 401 0,'0'-2'140'0,"0"2"-98"16,0 0 168-16,0 0-128 15,0-1-12 1,0-2-15-16,0 3-10 15,-9-1-2-15,-7 1-3 16,-1 0-28-16,-6 0 11 16,-10 0-9-1,-3 0 16-15,3 7-14 16,-4 4 4-16,14-3-4 0,0 2-13 16,1 1 8-1,1 0-11-15,2 3 4 16,3 1-4-16,3 2 0 15,-1 6-3-15,7 4 1 16,3-1 0-16,4 2-1 16,0-4 2-16,0 0 1 0,9 0 1 15,17 0 0 1,4-2 1-16,1-6 1 16,0-8-3-16,-4-6 0 15,-3-2 7-15,-1 0-7 16,1 0 4-16,-6-6 3 15,0-10 2-15,-7-2-9 16,-5 0 0 0,-6 2-3-16,0 4-5 15,0 4-11-15,0 6-13 0,0 2-40 16,-6 0-33 0,-5 0-183-16</inkml:trace>
  <inkml:trace contextRef="#ctx0" brushRef="#br0" timeOffset="36513.11">8510 4995 627 0,'0'0'166'15,"-2"-4"-128"-15,2 4 10 16,0 0 108-16,0 0-131 15,0 0-25-15,0 0 1 16,0 0 2 0,0 0-3-16,16 0 0 15,7 0 1-15,1 0 14 16,2 0-14-16,6 0 1 16,-1 0 5-16,-6 0-5 15,-5 0-2-15,-11 0 2 16,-5 0 4-16,-4 0-8 15,0 0 4 1,0 0 52-16,0 0-22 16,0 0-21-16,0 0-5 15,0 0-2-15,0 0-8 16,0 0 3-16,0 0-4 16,0 0-2-16,0 0 2 15,0 22 5-15,0 8 3 16,0 6 7-16,-2 4-4 15,2-2-6-15,0-2 10 16,0 2-9 0,0 6-1-16,0-5 6 15,0-7-3-15,0-6-3 16,0-16 0-16,0-6 6 16,0-2-5-16,0 2 0 15,0-4 9-15,0 0 0 16,0 0-5-16,0 0-5 15,0-14-29-15,0-14-90 16,0 12-84-16,0 2-167 16</inkml:trace>
  <inkml:trace contextRef="#ctx0" brushRef="#br0" timeOffset="37084.71">8876 4810 571 0,'-13'0'114'0,"11"0"-40"16,2 0 190-16,0 0-209 15,0 0-11-15,0 0-7 16,0 0-37 0,0 0 0-16,0 0 0 15,6 0 6-15,7 0 4 16,10 0 10-16,19 0 17 16,9 0-17-16,3 0 5 15,0 0-12-15,-19 0-12 16,-6 0 13-16,-7 0-14 15,-4-1 1 1,-11-2 0-16,-5 3-1 16,-2 0 0-16,0 0 2 15,0 0-9-15,0 0 7 16,0 0-19-16,-5 0-154 16,-10 10 60-1,4-3-163-15,-5-3-428 16</inkml:trace>
  <inkml:trace contextRef="#ctx0" brushRef="#br0" timeOffset="37439.82">8909 4977 203 0,'0'0'410'0,"-8"10"-340"16,8-10 86-16,0 0-75 15,0 0-25-15,0 0-28 16,0 0 4-16,8 0 16 16,10 0 1-16,7 0 10 15,9 0-25-15,16 0-16 16,6-2 11-16,2-4-20 16,-4 0 0-1,-27 4-7-15,-10 2 4 16,-11 0-6-1,-6 0 0-15,0 0 3 16,0 0 4-16,0 0-7 16,0 0 1-16,0 0-3 15,0 0-11-15,-2 0-8 16,-9 0-35-16,-4 2-39 16,6 0-64-1,-2-2-149-15</inkml:trace>
  <inkml:trace contextRef="#ctx0" brushRef="#br0" timeOffset="38558.11">9476 4606 744 0,'0'-2'0'16,"0"2"72"-16,0 0 36 16,0 0-76-1,0 12-30-15,2 16 3 0,11 4 1 16,5 10 23 0,-1 2-10-16,8 17-7 15,2-2 33-15,0-5-37 16,0-3 3-16,-8-19-9 15,-1-6 6 1,-3-4-8-16,-5-8 0 0,-3-8 10 16,-5-2 1-16,0-4 30 15,-2 0-21 1,0 0 15-16,2 0-2 16,-2 0 1-16,4-6 21 15,4-12-11-15,0 0-20 16,5-10-12-16,1-2-4 15,4-6-8-15,0-5 0 16,-1 4 11-16,3-6-7 16,-1-3-2-16,-2 4 0 15,-1-2 3-15,-1 4-9 16,-3 6 8-16,-1 0 7 16,-3 6-8-1,0 5 4-15,-4 8-1 0,-4 8 1 16,0 6-9-1,0 1 2-15,0 0 0 16,0 0-2-16,0 0-10 16,0 0 3-16,0 0-17 15,0 0 7 1,0 0-23-16,0 0-22 0,0 8-204 16,0-2-62-16</inkml:trace>
  <inkml:trace contextRef="#ctx0" brushRef="#br0" timeOffset="38942.33">9943 4831 445 0,'3'3'173'0,"-3"-3"-123"15,2 0 37 1,0 0 65-16,-2 2-72 0,2 7-46 16,0 5-8-1,0 8-13-15,6 14-13 16,-2 4 19-16,1 2-13 16,-1 0 9-16,1-8-8 15,2 0 5 1,2-6-8-1,-2-4-2-15,3-4 20 0,-6-6-15 16,-2-3 4-16,1-6-9 16,-3-3 3-1,0-2-5-15,0 0 2 0,-2 0 10 16,2 0-12 0,-2-6-25-16,0-6-51 15,0-6-433-15</inkml:trace>
  <inkml:trace contextRef="#ctx0" brushRef="#br0" timeOffset="39241.91">9961 4805 779 0,'0'0'189'0,"0"0"-160"15,-11-19 2 1,11 19 83-16,0 0-60 15,0 0-55-15,11 0-1 16,13 0 0-16,3 0 2 16,9 0 0-16,1 0 2 15,6 0 2-15,2 0-4 16,-3 0 5-16,0 0-4 16,-15 0-2-1,-8 0 1-15,-17 0-9 0,-2 0-20 16,-12 10-60-16,-11-6-132 15,-2 2-106 1</inkml:trace>
  <inkml:trace contextRef="#ctx0" brushRef="#br0" timeOffset="39445.6">9919 4955 629 0,'0'0'155'16,"0"0"-126"-16,0 0 39 15,-17 12 63-15,27-12-35 16,13 0-39-16,8-10-18 16,17-4-23-1,6 0 2-15,-2 2-18 16,-6 0-1-16,-17 6 1 0,-9 3-45 16,-20 3-52-1,0 0-98-15</inkml:trace>
  <inkml:trace contextRef="#ctx0" brushRef="#br0" timeOffset="39773.61">10322 4814 380 0,'0'0'420'0,"0"0"-359"16,0 0-53-16,9-8 110 15,-6 8-90-15,1 0-28 16,0 17-6-16,1 16 6 16,1 7 3-16,-2 5-1 15,4-1 6-15,-4-10-5 16,-2-4 4-16,1-4-2 16,-1-4 6-1,0-8 26-15,-2-4-26 16,2-8 1-16,0-2-9 15,0 0 1-15,-2 0 0 16,0 0-4-16,0 0-11 16,0-4-89-16,0-6-194 15</inkml:trace>
  <inkml:trace contextRef="#ctx0" brushRef="#br0" timeOffset="40398.44">10382 4786 783 0,'0'0'17'16,"0"0"78"-16,-11-32 41 16,11 28-105-1,0 4-15-15,0-4 14 0,0 2-22 16,18 0-3-1,4 0-5-15,16 2 3 16,3 0-4-16,1 0 1 16,-7 16-1-16,-12 4 2 15,-10 0 0 1,-11 2-1-16,-2 2-7 0,0 1 6 16,-24-1 2-1,-15-1 0-15,-13-1 18 16,-2-3 3-16,7-7 16 15,13-4-10-15,24-8-2 16,5 0-22-16,5 0-3 16,0 0 8-1,0 0-12-15,0 0 0 16,0 0 6-16,5 0-1 0,10 0-2 16,5 0 0-1,11-2 0-15,5 0 0 16,7 2-21-16,1 0 13 15,7 2 6-15,-11 20-8 16,-9 4-9-16,-15-2 6 16,-16-4 4-16,0-2 6 15,-22 0-1 1,-32 6 4-16,-6-6 63 16,-2 2-39-16,1-6 8 15,22-7-15-15,10-6-2 16,8-1-5-16,13 0-5 15,5 0-10-15,3 0-10 16,0-1-22-16,0-10-69 16,3-3-211-16</inkml:trace>
  <inkml:trace contextRef="#ctx0" brushRef="#br0" timeOffset="40763.71">10741 4867 6 0,'7'0'654'15,"-7"0"-514"-15,0 0 34 16,2 0-42-16,4 0-67 16,6 0-38-16,8 0-11 15,11 0-4-15,7 0 41 16,6 1-49-16,4 2 10 16,2 0-13-16,-10-3 1 15,-9 4-1-15,-12-1 3 16,-17-2-5-16,-2 2 1 15,0-2-5 1,-13 9 2-16,-26 3-188 16,15-8-76-16,-5-1-238 0</inkml:trace>
  <inkml:trace contextRef="#ctx0" brushRef="#br0" timeOffset="41047.86">10723 5021 632 0,'0'0'216'0,"0"0"-162"16,0 0 110-16,-6 10-118 15,24-10-16-15,5 0 2 16,11 0 26 0,7 0-22-16,5 0-23 15,8 0 3-15,-1 0-6 16,3 0 10-16,-7 0-18 15,-16 0 0-15,-10-2-2 16,-17 2 1-16,-6-2-2 16,0 2 1-16,0 0-18 15,-6 0-11 1,-13 0-510-16</inkml:trace>
  <inkml:trace contextRef="#ctx0" brushRef="#br0" timeOffset="41578.97">11500 4734 389 0,'0'0'73'16,"0"0"-32"-16,16-10 112 16,-16 10 27-16,-8 0-117 15,-8 0-27-15,-7 0-6 16,2 4-26-16,-6 10 11 16,-2 6-2-16,0 2-12 15,0 10 35 1,2 4 8-16,6 1-30 15,8-1-14-15,13-12-2 16,0-2-1-16,0 0 3 16,13-6 6-16,16-2-2 15,3-4 11-15,6-4-13 16,17-6 3 0,3 0-2-16,0 0 5 15,0-8 36-15,-20-10-27 0,-3-4 4 16,-8 0 17-1,-4-8-12-15,-3-2 25 16,-11-2-39-16,-3 2 9 16,-6 7-21-16,0 5 2 15,-4 0-5 1,-23 6-24-16,-8 2-160 0,16 12-60 16,0-2-418-16</inkml:trace>
  <inkml:trace contextRef="#ctx0" brushRef="#br0" timeOffset="41984.56">11535 4453 807 0,'0'0'104'16,"0"-12"-84"-16,0 12 66 15,0 0-12-15,0 0-65 16,0 11-9-16,0 17-5 16,0 9 5-16,0 7 40 15,0 25-10 1,0 9 0-16,2 2-25 16,2 3 12-16,0-22-10 15,1 0-4-15,-3-3 15 16,-2-6-12-16,2-2 8 15,-2-5-12-15,2-5 7 16,-2-3-9-16,0-5 1 16,0-7 5-16,0-7-6 15,0-10 1-15,2-4-1 16,-2 2 0 0,3-6 0-16,2 0-44 15,-5-4-72-15,0-12-147 16,0-3-521-16</inkml:trace>
  <inkml:trace contextRef="#ctx0" brushRef="#br0" timeOffset="42765.66">11720 4949 674 0,'0'0'78'15,"21"-32"-60"-15,-14 32 115 16,-2 0-22-16,-1 0-45 16,-2 0-23-16,7 0 36 15,-3 15-71-15,4 8 3 16,1 15-11 0,0 6 1-16,3 4 7 15,-1 0-7-15,-4-10-1 0,0-7 2 16,-5-8 1-1,-2-9-2-15,0-8-1 16,1-6 3-16,1 0 0 16,0 0 8-16,2-18 26 15,2-10 2-15,5-10 5 16,1-2-42-16,3-2 6 16,-1-4-6-16,4-4-2 15,0 3 0 1,-4 10 1-16,1 11-4 15,-10 16-4-15,-2 6 3 16,-3 4 2-16,-2 0 2 16,3 0-3-1,1 12-15-15,2 17-1 0,5 10 8 16,1-1 11 0,1 0 3-16,-1 0-1 15,-4-4-4-15,-1-10 4 16,-1-4-2-16,-2-12 0 15,2-8 0-15,-4 0 1 16,0 0 0-16,0 0 4 16,5-10 6-16,1-16 2 15,13-18 15 1,3-6-25-16,1-4 6 16,1-1-9-16,-6 18 0 15,-3 6-1-15,-7 13 5 16,-5 9-6-16,-3 6 5 15,-2 3 17-15,0 0-10 16,0 0-10-16,0 25-4 16,4 11-13-16,4 10 15 15,-2-6 2-15,0 0 0 16,1-4 6 0,-3 0-6-16,2-4 0 15,-4-8 6-15,-2-8-10 16,2-6 4-16,-2-4-15 15,0-2-18-15,0-2-30 0,0-2-55 16,0 0-130 0,0 0-172-16</inkml:trace>
  <inkml:trace contextRef="#ctx0" brushRef="#br0" timeOffset="43212.06">12684 4842 790 0,'0'-1'141'15,"2"1"7"-15,-2 0-41 16,0 0-45 0,0 0-28-16,0 0-27 15,-8 0-7-15,-19 8-13 0,-7 7 13 16,-1 2 28-1,-4 2-13-15,12-2 36 16,12-2-51-16,7 0 1 16,8-7-1-16,0 6-5 15,10-2 3-15,19 4 4 16,5-2 10-16,3 2-10 16,4-2 1-16,-3 4-3 15,-5 0 0 1,-12 0 0-16,-11-4 0 15,-10 0-1-15,0-2-1 16,0-2-6 0,-31 4 8-16,-14-4 26 15,-5-2 1-15,-6-4-18 0,8-4-2 16,6 0-5 15,7-10-2-31,4-6-15 0,26 8-158 16,3 2-135-16</inkml:trace>
  <inkml:trace contextRef="#ctx0" brushRef="#br0" timeOffset="60984.75">19273 6707 123 0,'-7'4'0'15,"2"2"0"-15,0 2 11 16,3-4 7-16,0 1 12 16,0-1-1-16,0-3 9 15,2 2-22-15,0-2-14 16,0-1 1 0,0 0 1-16,0 0-4 0,0 0 0 15,0 0 0-15,0 0-11 16,0 0-16-1,0 0-45-15</inkml:trace>
  <inkml:trace contextRef="#ctx0" brushRef="#br0" timeOffset="63846.86">19250 5799 336 0,'0'-10'17'0,"0"2"6"16,0 2 65-16,0 0-38 15,0 2-23-15,0 2-25 16,0 0 12-16,0 2 18 16,0 0-16-16,0 0 11 15,0 0 12-15,0 0-12 16,0 0 0-16,0 0-4 16,0 0-15-16,0 0 0 15,2 0-8 1,0 8 3-16,3 14 0 15,-1 4 22-15,-1 2 13 16,-1 4-17-16,0 4 16 16,1 3-25-16,1 1 6 15,-2 2-12-15,-2 2-1 16,0 10 10 0,0 0 0-16,0 0 6 0,0 0-5 15,0-7-7 1,0-2 6-16,0 1-13 15,0 12 3-15,-6 1 8 16,-1-1-10-16,2-4 1 16,0-10-2-16,3 0 6 15,0-1-6-15,-4-1-1 16,1-2 10-16,3-4-11 16,-2 0 5-16,1 0-3 15,3 0-1-15,0-2 10 16,0-2-9-16,0 2-1 15,0-2 3 1,0-1 2-16,0 1-6 16,0 6 0-16,-2-2 7 15,-1 2-7-15,1-4 0 16,2-6 2-16,0-2 1 16,0 2-5-16,0-2 4 15,0 0 0-15,0 1 0 16,-2-4-2-16,2 6 2 15,-2-1 1 1,0-2-1-16,0 0 0 16,-1-4 0-16,3-4 9 0,0-2-11 15,-2 4 0 1,0-2 8-16,2 4-8 16,-2 2 0-16,2-4 3 15,0 0 3-15,0 0-6 16,0 0 1-16,0 3 3 15,-2-1-4-15,2 0 0 16,-2 6 3 0,-1-2 2-16,0 0-4 0,1-2-1 15,0-6 6 1,2 2-5-16,-2 0-1 16,0 8 0-16,2 0 4 15,0 0-4-15,0-2 0 16,0-8 3-16,0 2-1 15,0 2-2-15,0-1 0 16,0 2 1 0,0 0 4-16,0-3-4 0,0 4 2 15,0 2-3 1,0 2 0-16,2 4 0 16,0-2 0-16,2 0 3 15,-1 0-3-15,2 4 0 16,-3 0 5-16,0 3-6 15,0-5 0-15,0-5 1 16,1 2 2 0,-1-4-2-16,0 2 0 15,-2-3 4-15,0-2-3 0,2 4-2 16,-2 8 2 0,0 2 3-16,0 4-4 15,0-1 0-15,0-6 7 16,0 2-7-16,0-3 0 15,0 6-2 1,0-4 6-16,0 0-4 0,0-2 0 16,0-8-2-1,0 0 3-15,0 0-1 16,0 2 0-16,0 0 1 16,0 1-2-16,0-1 3 15,0 6 2-15,0 0-1 16,0 0-3-16,0-4 0 15,0-4 0-15,0 2 4 16,0-2-4 0,0 6 0-16,4 0 4 15,1 2-4-15,0 2 0 16,-5-8 0-16,2 3 7 16,-2-5-7-1,0 2 0-15,0 0 8 16,0-1-8-16,0 0 2 0,0 11 0 15,0 0 5 1,0-4-7-16,0 4 1 16,0-10 3-16,0 0-2 15,0 6-2-15,0 4 1 16,0 0 4-16,0 3-5 16,0-3 0-16,-2-6 5 15,0 0-5 1,-1 0 2-16,3-2-1 15,-2 2 4-15,-1 0-5 16,1 2 0-16,-4 11 4 16,-1-3-3-16,1 0 4 15,-2 2-3-15,6-10-1 16,0-2 2-16,0-2-3 16,0 6 0-1,2-2 4-15,0 2-2 16,0-2 0-16,0-5 0 15,0-2-2-15,-5 1 0 16,3-4 0-16,2 3 9 16,-2-3-9-16,2 0 6 15,-2 4-5-15,2 0 0 16,-2-2-1-16,2-4 0 16,-2-2 2-16,2 0 1 15,0 4-3 1,0 8 0-16,0 1 4 15,0 1-4-15,0 0 0 16,0-10 2-16,0-3-2 16,0-1 1-16,0 0-2 15,0-3 7-15,0 1-12 0,0 0 12 16,0 4-5 0,0 4 1-16,0-2-1 0,0 0-1 15,0-2 1-15,0 0-1 16,0 3 0-1,4 6 0-15,-2 5 2 16,2 1-2-16,3-1 0 16,-3-4 2-16,1 0-5 15,0 2 3-15,-5-4 0 16,2 0 2-16,-2-2 0 16,0-2-2-16,2 6 4 15,0 0-8 1,0 0 4-16,1 1 0 15,-3-9-2-15,0 2 2 0,0-2 0 32,0 10 0-17,0 0 3-15,0 0-3 16,0 0 0-16,0-6 0 16,0 0 0-16,0 2 0 15,0 2 3-15,0-1-3 16,0 0-4-16,0 7 4 15,0 7 0 1,0-3 0-16,0 0 0 0,4-10-1 16,-2-6 6-16,-2 0-8 15,0 2 3 1,0 4 0-16,0 0 1 16,0-6-1-16,0 0 1 15,0-9 3-15,0-1-8 16,0 1 4-16,0 2 0 15,0 5-1-15,0 0 3 16,0 2-4-16,2 4 6 16,3-2-8-16,0-4 4 15,-1 0 0 1,3-4 1-16,-1-2 0 0,-2-2-1 16,3 2 9-1,0-6-3-15,-2 0-6 16,-1-4 0-16,-4-6 2 15,2 0-1 1,-2 0 1-16,0 0 6 16,0 0-3-16,0 0-8 0,0 0 8 15,0 0-5 1,0 0 0-16,0 0-8 16,0-18-2-16,0-14-16 15,2-14 0-15,-2-20-27 16,0 22-58-1,0-23-574-15</inkml:trace>
  <inkml:trace contextRef="#ctx0" brushRef="#br0" timeOffset="65294.3">19254 5761 407 0,'-6'0'121'16,"4"-2"-110"-16,2 0 21 15,0-2 84 1,0 2-15-16,0 0-66 0,0 2 38 16,0 0-21-16,0 0-6 15,0 0-6 1,0 0-11-16,0 0 0 0,0 0-1 16,0 0-2-1,0 0-20-15,0-2 1 16,10-4-1-16,11 0-1 15,4 0 7-15,4 2 0 16,2 0-8-16,11 1 12 16,5 3-14-16,1-1-1 15,8 1 1 1,-6-2-1-16,5 0-1 16,7 0 0-16,10-2 2 15,8 4 1-15,4-3-5 16,6 2 4-16,32-2-4 15,7 0 2-15,8-5 0 16,5 0 5-16,-28 0-5 16,0-2-1-16,-10-3 1 15,14-1 0 1,-11 2-4-16,-16 5 4 16,-12-1 1-16,-38 3-1 15,-11 1 0-15,-12 3 0 16,-12 1 2-16,-4 0-4 15,1 0 4-15,-3 0 1 16,4 0-3-16,8 0 0 16,1-3 0-16,9 2 2 15,7-2-5-15,2 2 3 16,5-2 0 0,10-1 0-16,4 4 0 15,-6-2 0-15,-4 1 4 16,-16 1-7-16,-6 0 3 15,-9 0 0-15,-5 0-2 16,-4 0 2-16,0 0-6 16,0 0-60-16,-13 0-77 15,-2 0-160-15,-5 0-170 16</inkml:trace>
  <inkml:trace contextRef="#ctx0" brushRef="#br0" timeOffset="73089.72">21957 5649 181 0,'2'-3'204'16,"-2"2"-165"-16,0-2-30 16,2 2 42-16,-2 1 3 15,0-2-33-15,3 2 3 16,-3 0 28-16,0 0-40 15,0-3 4-15,0 3 3 16,0 0 4-16,0-1 1 16,0 1-3-16,0 0 6 15,0 0-17 1,0 0-1-16,0 0 2 16,0 0-4-16,0 0 1 15,0 0 1-15,0 0 26 16,0 0-21-16,0 0-6 15,0 0 2-15,0 0-10 16,0 0-3-16,0 0 1 16,0 7 2-16,0 5 8 0,0 1-3 15,0 1 14-15,0 0 7 16,0 4-19-16,0 4 8 16,0 8-9-1,0 4 18-15,0 0-19 16,0 2 1-16,0-8 8 15,0 2-13-15,2 0 2 16,2 1 4-16,-2 1-5 16,4-2 11-16,-2 2-8 15,-2 4 4 1,2 2-9-16,-2-4 6 16,1 2-5-16,-1-8-1 0,0-4 6 15,-2 2-5 1,4 2-1-16,-2-1 9 15,2-4-6-15,0-1-3 16,-2-5 1-16,2-2 2 16,-1 2-3-1,3-2 5-15,-4 4 0 0,-2-3-4 16,0 2 5-16,0 2-2 16,0 0 12-1,0-2-16-15,0-2 0 16,0-4 3-16,0 0 0 15,0 0-3-15,0 4 2 16,0 0 4 0,0 0-6-16,0 0 1 15,0-4 2-15,0 1-2 16,0-4-1-16,0 5 3 16,0 0 4-16,0-4-7 15,0 7 0-15,0-1 3 16,0 2-1-16,0 2-2 15,0 0 4-15,0 0-2 16,0 0 0-16,0 0-2 16,0-2 1-16,0 2 1 15,0-4 4-15,0 4-4 16,0-2-2-16,-2 6 5 16,0-2-5-1,-2 0 0-15,1 0 7 16,1-5-5-16,-2-2 0 15,4 6-1-15,-2 1 6 16,2 2-7-16,0-2 0 16,0-4 5-16,0 0-5 15,0-2 0 1,-2 8-2-16,-4-2 8 16,6 2-6-16,-2-2 0 15,2-4-3-15,0 2 6 16,0 0-3-16,0 0 0 15,0 2-1-15,0 5-2 16,-2-2 6-16,2 8-3 16,0 3 0-16,-2-2 0 15,0 0 0 1,-1-2 4-16,1-4-6 0,0 0 2 16,0 6 0-1,-2 0 3-15,-4-2 0 16,4 3-7-16,-3-9 10 15,3-1-4-15,2 0-2 16,-2-1 0-16,2 0 7 16,-1 1-7-16,1 2 0 15,2-1 3-15,0 0-2 16,0-2-1-16,0 0 0 16,0 2 0-16,0-2-2 0,0 0 4 0,0 2-2 15,0 4 0 1,0 1 8-16,0 1-8 15,0 0 0-15,0-4-3 16,0-2 3 0,0 2 0-16,0-2 4 15,0 0-4-15,0 2-2 0,0 0 2 16,0 6 1 0,0 2-1-16,0-2 3 15,0-2-3-15,-3-5 2 16,1-3-6-16,2 4 4 15,-2 10 0-15,2 4 5 16,-2 4-5 0,2 4 0-16,0-8-1 0,-3 0-2 15,3 3 3-15,-2-3 0 16,0 2 2-16,2-2 3 16,0-2-10-16,0 8 12 15,0 0-16-15,0 0 9 16,0 1 0-16,0-12 0 15,0 0 0-15,0-3 0 16,0 8 0 0,7 0 5-16,-3 0-5 15,1 4 0-15,-3-10-2 16,-2 0 3 0,3-4-1-1,-3 0 7-15,2-1-7 16,0-5 0-16,-2 0 0 0,4 2-1 15,-2 2 1-15,3 0 0 16,-5 0 0-16,0-4 5 16,2 0-3-16,-2 2-2 15,0 7 0 1,0-1 3-16,0 2-3 16,0 0 3-16,2-6 1 15,-2-2-3-15,0 0-1 16,0-2 0-16,0 0 2 15,0 6-1-15,0-2-2 16,0 12 4 0,0-2-3-16,0 1 0 0,0 3 0 15,0-8 0-15,0-2 2 16,0 4-2 0,0 6 0-16,0-2 2 15,0 2-2-15,0-6 2 16,0-10-1-16,0-1 0 15,0-4-1 1,-2 2 2-16,-3-1 1 0,-3 0-5 16,1 0 4-16,0 10 4 15,0 0-6 1,3 2 3-16,0 0 4 16,4-8-5-16,0 2 0 0,0-4-2 15,-2 10 1 1,2 0 6-16,0 0-6 15,-2 1 1-15,2-9 1 16,0 0-3 0,-3 0 0-16,1 0 1 15,0 4 6-15,-1 0-6 16,1 0 2-16,-3 11-1 16,-1-1-2-16,2-6 0 15,-1 2 4-15,5-10 0 16,-2-4-4-16,0 2 0 15,0 10 1 1,2 0 1-16,0 2-2 16,0 1 2-16,0-11-3 15,0-1 1-15,-3-3 0 16,1 1 4-16,-3-1-4 16,3-4-2-16,0 2 2 15,0 6 2-15,0-2-2 16,-3 0 0-16,5-2 4 15,-2-6-2-15,0 0-4 16,2 0 2 0,-5 7 0-16,5-7 1 15,-2 1-1-15,2-1 1 16,0-1 1-16,0-2-2 16,0 2 0-16,0 1 1 15,0 0-1-15,0 0 2 16,0 2-4-16,0 8 3 15,0-2-1-15,0 4 0 16,0 0 1-16,0-6 3 16,2 2-4-16,1-2 0 15,1 7-3 1,-2-2 3-16,0 0 0 16,1-1 2-16,-3-10 0 15,2 4-2-15,2-2 0 16,-2 0-1-16,0 4 1 15,1 0 0-15,-1 4 0 16,5 10 4 0,0-4-4-16,-5-2 0 15,2-3 12-15,-4-10-11 0,2-1-1 16,-2 0 3 0,0 3 0-16,0-3 11 15,0-4-13-15,0-3 8 16,2-7-7-16,1-1-2 15,-3-1 1-15,0 0 0 16,0 0 11-16,0 2-3 16,0-2 2-16,0 0 13 15,0-1-22-15,0 2 0 16,0-1 3-16,0-2-5 16,0 0 11-16,0 2-11 15,2-2 0-15,-2 2 1 16,0 2 0-16,2 1 1 15,-2 2 1-15,5 3 2 16,-5 0-5 0,5 4 0-16,-3 14 8 15,0 2-5-15,0-2 2 16,0-2-4-16,-2-18 5 16,0-4-6-16,0 0 0 15,0-2 4-15,0 4-4 16,0-4 0-16,0 0 1 15,2-2 1 1,5 0-1-16,-3 0-1 16,1 0-4-16,-5 0 3 0,0 0-21 15,0-2-11 1,-7-22-15-16,-12-8-107 16,-4-10-12-16,12 20-100 15,2-4-119-15</inkml:trace>
  <inkml:trace contextRef="#ctx0" brushRef="#br0" timeOffset="75101.16">22086 8195 17 0,'0'0'106'0,"0"0"-106"0,0 0-71 15,0 0 71 1,0 0 56-16,0 0 68 16,0 0-97-16,0 0-15 15,0 0 2 1,0 0 4-16,0 0-13 0,0 0-5 16,0 0-15-16,0 0-6 15,0 0 7 1,0 0 4-16,0 0 8 15,0 0-24-15,0 0-72 16</inkml:trace>
  <inkml:trace contextRef="#ctx0" brushRef="#br0" timeOffset="77978.64">22017 8195 166 0,'0'0'62'16,"0"0"-35"-16,0 0-3 15,0 0 21-15,0 0 10 16,-2 0-9-16,2 0 45 31,-2 0-63-31,2 0-12 16,-2 0-3-16,2 0-9 0,0 0 25 15,-2 0-1-15,2 0-3 0,0 0 2 16,0 0-4 0,0 0 40-16,0 0-29 15,0 0 0-15,0 0-9 16,0 0-4 0,0 0 17-16,0 0-17 15,0 0 9 1,0-2-29-16,8 0 9 15,7 2-5 1,4-2 5-16,3-2 13 0,5 2-3 16,-1-2-3-16,1 2 10 15,4 0-17 1,2 0 8-16,4 2-10 16,-2 0 8-16,1 0-12 15,-11 0 2-15,-6 0-2 16,4 0-1-16,-3 0 3 15,5-2-4-15,-2 2 7 16,6-4-7-16,9-2-2 16,3 0 1-1,1 0 5-15,3 2-10 16,-10 0 4-16,-1 2 0 0,-5 0-1 16,2 0 4-1,-6-2-3-15,-2 4 4 16,2-2-7-16,-7 2 3 15,2 0 0 1,0 0 0-16,1 0 2 16,-4 0-4-16,1 0 5 0,-1 0-5 15,2 0 2 1,1 0 0-16,-3 0 0 0,1 0 0 16,0 0 0-16,-2 0-1 15,-1 0 3 1,1 0-4-16,2 0 1 0,-1 0 2 15,4 0-1-15,-2 0 0 16,6 0 0 0,-3 0 2-16,1 0-4 0,-4 0 2 15,-2 0 0-15,-2 0 1 16,3 0-1-16,-3 0 0 16,3 0-1-16,0 0 4 15,0 0-6-15,0 0 3 16,-1 0 0-16,4 0-3 15,1 0 2 1,-2 0-3-16,2 0 3 16,-4 0 1-16,-3 0 0 15,-1 0 0-15,1 0-2 16,-2-2 3-16,3 2-2 16,1 0 2-16,0 0-2 15,8 0 1 1,1-2 0-16,-1 2 1 0,1 0-1 15,-6-2 0-15,1 2 0 16,0-2 0 0,4 2 0-16,2-2 0 15,0 0 1-15,0-2-1 16,-8 2 0-16,1 0 1 16,-1 0-1-16,0 0-1 15,-1 0 0-15,1 2 1 16,-2-2 0-16,-1 2 0 15,1 0 0-15,4-2-2 16,-4 2 2-16,1 0-1 16,2 0 1-16,2 0 0 15,1 0 1-15,6-2-1 16,0 2-3-16,-5 0 6 16,-1 0-3-16,-6 0 0 15,-1 0 0 1,1-2 0-16,2 2 0 0,0 0 0 15,-1-2 1-15,-3 2 0 16,6-2-1 0,-1 0 0-16,0 0 2 15,0 2-2-15,-4 0 0 16,1 0 1-16,0 0 1 16,6 0-2-1,0 0 0-15,1 0 7 16,1 0-7-16,-8 0 0 0,2 0 2 15,-6 0 1 1,1 0-6-16,1 0 6 16,-1 0-3-16,1 0 0 15,5 0 0-15,3 0 2 16,-2 0 1-16,4 0-2 16,-5 0-1-16,-2 0 1 15,4 0 3 1,-1 0-4-16,-2 0 8 0,1 0-8 15,1 0 4-15,-2 0-3 16,4 0 2 0,-1 0 2-16,-2 0-5 15,-2 0 1-15,-2 0 1 16,-3 0-1-16,5 0 2 16,2 0-2-16,-2 0 8 15,1 0-9-15,-3 0 1 16,3 0 7-16,-2 0-8 15,10 0 0 1,0 0-1-16,-3 0 5 16,0 0-4-16,-8 0 0 15,-1 0 0-15,1 0 1 16,-1 0-2-16,1 0 2 16,-1 0 0-16,2 0-1 15,3 0 0 1,2 0 0-16,0 0 0 0,3 0-1 15,-3 0 0-15,0 0 1 16,3 2 3-16,8-2-3 16,0 0 1-16,3 0-1 31,0 0-1-31,-7 0 0 16,-3 0 2-16,1 0-1 0,-2 0 0 15,-1 0-3-15,1 0 3 0,2 0 1 16,6 0-1-1,3 0 1-15,-1 0-1 16,1 0 0-16,-7 0 0 16,0 0 3-16,-4 0-3 15,1 0 0-15,-2 0 1 16,3 0-1-16,-4 0 0 16,-1-2 0-16,-2-2 1 31,0 4 2-31,3-2-3 15,-2 0 0-15,2 0 6 16,1 0-6-16,8 2 0 16,-3-2 3-1,-3 0-3-15,1 2 0 16,-9 0 0-16,2 0 1 0,0 0-1 16,9 0 0-1,-1 0 3-15,4 0 0 16,-3 0-3-16,-7 0 0 15,3 0 3 1,0 0-5-16,1 0 5 16,0 0 0-16,1 0-2 0,-2 0 1 15,4 0-2 1,0 0 3-16,0 0-7 16,0 0 4-16,-9 0 0 15,0 0 2-15,0 2-1 16,3-2-1-16,-2 0 3 15,0 0-4-15,-3 0 1 16,-7 2 0-16,2-2 0 16,-2 0 0-1,0 2 0-15,0-2 0 16,1 0 1-16,1 0-1 16,3 0 0-16,-3 0-2 15,1 0 3-15,-1 0-1 16,-3 0 1-16,0 0 2 15,3 0-4 1,-4 0 1-16,5 0 0 16,-2 0 2-16,0 0 0 15,1 0 3-15,-2 0-2 16,3 0 7-16,-5 0-9 16,-1 0 14-16,-6 0-9 15,1 0-1-15,-3 0 8 16,0 0-12-16,0 0 9 15,0 0-10-15,0 0 0 16,0 2 1-16,0-2-1 16,0 0 0-1,0 0 2-15,0 0-8 16,0 0 6-16,0 2 0 16,0-2 0-16,3 0 1 15,-1 0-1-15,-2 0 5 0,2 0-5 16,0 0-4-16,7 0 4 15,-1 0 2 1,6 0-2-16,-1 0 0 16,3 0 0-16,2 0 8 0,6 0-14 15,3 0 6 1,4 0 1-16,-2 0-1 16,-8 0 0-16,-6 0-2 15,-7 0 7 1,-2 0-7-16,-2 0 3 0,0-2-2 15,-4 0 2-15,0 0 0 16,0 0 12 0,0 2-13-16,0 0 12 15,0 0-12-15,0 0 3 16,0 0-8-16,0 0 2 16,-4 0-13-16,-27 0-94 15,-10 2 47 1,-10 14-66-16,29-8-76 0,2-2-102 15</inkml:trace>
  <inkml:trace contextRef="#ctx0" brushRef="#br0" timeOffset="79983.03">22053 9621 367 0,'-4'2'189'31,"1"0"-168"-31,3-2-21 0,0 2 33 16,0-2-33 0,0 2 0-16,0-2 3 15,0 0 4-15,-2 0 3 16,0 0-9-16,2 2 10 16,0 0-11-16,0-2 2 15,-2 0-2-15,0 2 3 16,0-2-4-16,-2 0 3 15,2 0-1 1,2 2 56-16,0-2-18 16,0 0-8-16,0 0-22 15,0 0-3-15,0 0-6 16,0 2 0-16,0-2 6 16,0 0 6-16,0 0 5 0,0 0 1 15,0 0 11 1,0 0-5-16,6 0-7 15,4 0 5-15,8 0 1 16,2 0 2-16,18 0 9 16,7 0 2-16,1 0-32 15,1 0-4 1,-15 0 6-16,-3 0-6 16,-8 0-2-16,-5 0-11 15,-5 0-47-15,-4 0-139 16,-7 0 24-16,0 0-135 15</inkml:trace>
  <inkml:trace contextRef="#ctx0" brushRef="#br0" timeOffset="80455.7">22811 9615 241 0,'6'-2'161'16,"-4"0"-108"-16,3 2-2 15,-1-2 54 1,8 0-46-16,3 0 75 15,1 0-64-15,6-2-22 16,0 0-26-16,3-2-4 16,6 2-8-16,2-4-8 0,3 2 8 15,-1 2-10 1,-1 0 0-16,-10 2-1 0,-3 2-27 16,-4 0-55-16,-5 0-38 15,-1 0-35-15,-11 0-73 16</inkml:trace>
  <inkml:trace contextRef="#ctx0" brushRef="#br0" timeOffset="80792.12">23403 9569 299 0,'0'0'184'0,"0"0"-165"16,0 0-18-16,29 0 77 15,-18 0-3-15,-1 0-46 0,5 0-10 16,1 0 4-16,1 0-6 15,3 0-15-15,2 0-1 16,-2 0-1-16,3 0 0 16,-6 0-10-16,4 0-41 15,-17 0-54 1,0 0-60-16</inkml:trace>
  <inkml:trace contextRef="#ctx0" brushRef="#br0" timeOffset="81010.2">23873 9563 784 0,'0'0'91'16,"0"0"-90"0,0 0 28-16,0 0 35 15,0 0-60-15,123 0-1 16,-105 0-3-16,1 0-30 15,0 0-25-15,-1 0-46 16,-1 0-19-16,-17 0-56 16,4 0-26-16</inkml:trace>
  <inkml:trace contextRef="#ctx0" brushRef="#br0" timeOffset="81213.28">24299 9563 597 0,'0'0'148'0,"0"0"-135"16,0 0 43-16,0 0 50 15,85 0-89-15,-64 0-17 16,6 0-3-16,7 0-57 16,2 0-57-16,-1 0-25 15,-1 0-19-15,-32 0 8 16,0 0-142-16</inkml:trace>
  <inkml:trace contextRef="#ctx0" brushRef="#br0" timeOffset="81369.73">24738 9563 259 0,'0'0'82'16,"0"0"-34"-16,0 0 91 0,0 0-19 16,116 0-41-16,-90 0-34 15,3 0-25-15,-2 0-20 16,-3 0-10-16,-1 0-89 15,-21 0-130-15,-2 0-98 16</inkml:trace>
  <inkml:trace contextRef="#ctx0" brushRef="#br0" timeOffset="81525.95">25170 9595 648 0,'0'0'37'0,"0"0"-30"15,0 0 62-15,0 0-49 16,118 2-20-16,-95 0-40 16,-1 0-31-16,-18-2-105 15,-1 0-44 1</inkml:trace>
  <inkml:trace contextRef="#ctx0" brushRef="#br0" timeOffset="81697.53">25544 9619 392 0,'0'0'48'0,"0"0"-37"15,0 0 44-15,0 0-46 0,91 10-9 16,-68-6-56 0,-19-2 12-16,0-2-143 15</inkml:trace>
  <inkml:trace contextRef="#ctx0" brushRef="#br0" timeOffset="81854.14">25928 9673 417 0,'0'0'178'15,"0"0"-169"1,0 0-7-16,0 0-23 15,0 0-112-15,98 2-58 16</inkml:trace>
  <inkml:trace contextRef="#ctx0" brushRef="#br0" timeOffset="82057.39">26429 9675 404 0,'0'0'191'0,"0"0"-116"16,133 0-29-16,-101 0-37 15,-4 0-9-15,-3 0-1 16,-2 0-1-16,-23 0-37 16,0 0-316-16</inkml:trace>
  <inkml:trace contextRef="#ctx0" brushRef="#br0" timeOffset="82259.89">26919 9675 629 0,'0'0'119'0,"0"0"-105"15,0 0 158-15,0 0-164 16,123 0-8-16,-88 0-7 15,1 0-99-15,-5 0-79 16,-22 0-77 0,-9 0-105-16</inkml:trace>
  <inkml:trace contextRef="#ctx0" brushRef="#br0" timeOffset="82441.03">27293 9675 424 0,'0'0'287'16,"0"0"-260"-1,0 0-19-15,0 0 16 16,76-10 9-16,-54 10-33 0,-2 0-7 16,-15 0-65-1,-1-2-413-15</inkml:trace>
  <inkml:trace contextRef="#ctx0" brushRef="#br0" timeOffset="82600.07">27534 9655 826 0,'0'0'146'16,"0"0"-131"-16,0 0-3 15,0 0 1 1,44-20-13-16,-39 18-301 15,-2 0-130-15</inkml:trace>
  <inkml:trace contextRef="#ctx0" brushRef="#br0" timeOffset="84776.28">22011 11227 11 0,'0'0'0'16</inkml:trace>
  <inkml:trace contextRef="#ctx0" brushRef="#br0" timeOffset="87775.58">22011 11227 48 0,'0'0'44'0,"0"0"-14"16,-2 0 70-1,2 0-57-15,0 0-6 0,0 0-15 16,0 0-21 0,-2 0 6-16,-4 0-3 15,2 0 7-15,0 0-6 16,-1 0 19-16,3 0 4 16,0 0 13-16,2 0 11 15,0 0-16-15,0 0-13 16,0 0 13-16,0 0-25 15,0 0-8 1,0 0 16-16,0 0 2 16,0 0 6-16,-2 0 3 15,0 0 0-15,-3 0-18 16,2 0 2-16,1 0 6 16,2 0 14-16,0 0-32 15,0 0 3 1,0 0 4-16,0 0-8 0,0 0 9 15,0 0 4-15,0 0 5 16,0 0 22 0,0 0-17-16,0 0 9 15,0 0-15-15,0 0 2 16,0 0 2-16,0 0-4 16,0 0 4-16,0 0-17 15,0 0 11-15,2 0-6 16,6 0 10-16,9 0 4 15,3 0-4-15,5 0 15 16,2 0-24-16,-1 0-2 16,1 0 6-16,-3 0-8 15,8 0 2 1,-6 0 1-16,1 0-7 16,2 0-3-16,-4 0 1 15,-3 0 4 1,2 0-5-16,1 0 0 0,0 0 5 15,-4 0-5-15,4 0-1 16,6 0 1 0,0 0-1-16,3 0 3 15,-3 0-2-15,-6 0 0 16,1-2 4-16,3 0-6 16,5-2 2-16,1 2 1 15,-1 2-1-15,-3-2 0 16,-6 0 0-16,-3 2 3 15,1 0-5 1,-2 0 2-16,4-2 0 0,-5 2 0 16,2-2 1-16,7-2-2 15,0 4 5 1,0-4-8-16,0 0 4 16,-6 2 0-16,-3 0 1 15,-3 0-1 1,4 0 0-16,-2 2 3 15,-3 0-7-15,-1-2 4 0,-3 2 0 16,-3 0-3 0,5-2 3-16,-4 2 0 15,3 0 2-15,1 0-2 16,-1-2-1-16,10 2 1 16,-5-2-1-16,1 2 1 15,0-2 0-15,-7 2 0 16,2 0 3-16,2 0-4 15,-3 0 1-15,5 0-4 16,-2-2 7-16,-1 0-3 16,3 0 0-16,4 0 3 15,2-2-5 1,-1 2 2-16,2 2 0 0,-6-2 0 16,-1 0 0-16,-3 2 0 15,1 0 0 1,-3-2 1-16,4 2-3 0,-5-2 2 15,5 0 0-15,-2 2 1 16,-1 0-1 0,-2-2 0-16,0 2-1 15,-1 0 1-15,4 0 0 16,-3-2 1-16,1 2-1 16,3 0 0-16,-1-2 0 15,1 2 0-15,1-2 1 16,-1 0-2-16,5 0 1 0,-6 2 0 15,1-2 0-15,-5 0 0 16,2 2 0-16,-1-2 0 16,0 2 1-16,5 0-2 15,0 0 1 1,3 0 0-16,1-2 0 16,0 0 0-16,0 0-2 15,-4 0 1 1,5 0 1-16,-1 0 0 0,1-2 0 15,2 2 0-15,-1-2 0 16,1 0 0-16,3 2 1 16,-5 0 1-16,2 0-2 15,-1 0 0-15,-5-2 0 16,2 2 0-16,-4 0 0 16,8-2 0-16,-2 2 1 15,5 0-1-15,-2 0 0 16,-5 0 0-16,-3 2 0 15,-1-2 0 1,-1 2 0-16,-1-2 1 0,-1 0-1 16,-2 0 0-1,7 0 0-15,1 2 0 16,-2-2 0-16,5 0 0 16,-1 0 1-16,-4 0-1 15,6 2 0 1,1-2 0-16,0 0-1 15,1 2 1-15,-1-2 0 0,-3 2 1 16,-2 0-1 0,2 0 0-16,-3 0 0 0,-1-4 0 15,4 2 0-15,-2 2 0 16,1 0 0-16,3 0 0 16,-2 0 0-16,4 0 0 15,0 0 0-15,-3 0 1 16,1 0-1-16,-1 0 0 15,2 0 0 1,3 0-1-16,0 0 1 16,-2 0 0-16,-8 0 1 15,3 0 0-15,-2 0-1 16,0 0 0-16,-3 0-2 0,-1 0 4 16,-1 0-2-1,-1 0 0-15,-4 0 0 16,1 0 0-16,0 0 0 0,-4 0 0 15,3 0 0-15,3 0 0 16,3 0 0 0,5 0-2-16,4 0 2 15,0 2 0-15,-1-2 0 16,-5 0 2-16,2 0-2 16,-2 2 0-16,3-2 0 15,1 0 0-15,-2 0 1 16,2 0-1-16,-1 0 0 0,-1 2-1 15,4-2 1-15,-1 0 0 16,-2 2 0-16,2-2 2 16,1 0-4-16,-1 0 2 15,14 0 0 1,-1 0-1-16,1 0 0 16,-1 2 1-16,-6-2 0 15,-2 0 0 1,5 0 0-16,-3 0-2 0,2 0 2 15,-2 0 1-15,-2 0-1 16,6 0 1 0,-2 0-2-16,0 0 1 15,1 0 0-15,-10 0 0 16,2 0 0-16,-2 0 0 16,3 0 0-16,0 0 1 15,-1 0-1-15,0 0 0 16,-8 0 0-16,-3 0 1 15,3 0-1-15,-5 0 0 16,3 0 2-16,-1 0-4 16,0 0 2-16,3 0 0 15,-1 0-1-15,-1 0 2 16,1 0-1-16,1 0 0 16,-3 0 3-16,1 0-5 15,-1 0 2 1,-4 0 0-16,0 0-1 0,2 0 1 15,-2 0 0-15,0 0 4 16,6 0-7 0,1 0 3-16,2 0-2 15,2 0 2-15,-7 0 0 16,3 0 0-16,1 0 4 16,2 2-7-16,1 0 3 15,-1-2 0-15,0 2-1 16,-1-2 3-16,-3 2-2 15,5 0 0 1,-5 0-1-16,2 0 1 16,0 0 0-16,-3 0 1 15,1-2-1-15,3 2 0 16,-1-2 4-16,4 0-4 16,-1 0-2-16,0 0 2 15,6 2 1 1,-3-2-1-16,0 2 0 0,-6-2 0 15,-3 0 4-15,-1 2-6 16,1-2 2 0,1 2 0-16,5-2 2 15,-1 2-2-15,2-2 0 16,-6 0 5-16,1 0-8 16,-1 0 3-16,1 0-1 15,-1 2 1-15,-1-2 1 16,1 0 0-16,1 2 5 15,3-2-9 1,-2 0 3-16,1 0 0 0,-5 0 2 16,-2 2-2-16,1-2 0 15,-2 0 0 1,2 0 0-16,-1 0 0 16,-5 0 0-16,3 0 3 15,1 0-2 1,-2 0-1-16,1 0 0 0,-5 0 6 15,2 0-10-15,-2 0 8 16,-2 0 4 0,2-2-4-16,3 2 4 15,-7-2 9-15,0 2-16 16,0 0 7-16,0 0-8 16,0 0 0-16,2 0 1 15,-2 0-1-15,0 0 2 16,0 0 1-16,0 0-6 15,0 0 3 1,0 0-24-16,0 0-72 16,-4 0-48-16,-3 0-141 0,-1 0-283 15</inkml:trace>
  <inkml:trace contextRef="#ctx0" brushRef="#br0" timeOffset="90264.42">27949 7918 23 0,'0'0'0'0,"0"0"0"16,0 0 30 0,0 0 21-1,0 0-32-15,0 0 18 16,0 0 62-16,0 0-54 0,0 0-4 15,0 0-13-15,0 0 1 16,0 0 13-16,0 0-7 16,0 0 7-16,0 0 9 15,0 0-5 1,0 0 26-16,0 0-50 16,0 0 4-16,0 0-13 15,0 0 0-15,0 0 11 16,0 0-3-16,0 0 60 15,0 0-54-15,0 0 16 16,0 0-15-16,0 0-1 16,0 0-2-16,0 0-18 15,0 0-1-15,0 0 4 16,0 0-5 0,0 3 17-16,0 3-9 15,0 6-9-15,-3 2-1 16,-4 5 2-16,3 4 1 15,2-1-3-15,0 6 13 16,-1 2-8-16,3 2 0 16,0 2-6-16,0 6 0 15,0-4-2-15,0-2 2 16,0-6 3-16,0-7-5 16,0-7 0-16,0 1 4 15,0-2-3 1,0-4-1-16,0-2 4 15,0-4 11-15,0 0-10 16,0-2-5 0,0 2 4-16,0-1-2 0,0-2-4 15,0 2 4-15,0-2 0 16,0 0-2 0,0 0 0-16,0 0-1 15,0 0 1-15,0 0-36 16,0 0-15-16,0 0-20 15,0-4-3-15,3-14-217 16,-3 8 47-16,0-1-190 16</inkml:trace>
  <inkml:trace contextRef="#ctx0" brushRef="#br0" timeOffset="90764.8">27924 8047 192 0,'-7'-6'78'15,"5"4"32"-15,-1 0-12 16,1 0-12-16,2 2 8 16,0 0-28-16,0 0-15 15,0 0 8 1,0 0 30-16,0 0-32 16,0 0-10-16,0 0-6 0,0 0-16 15,0 0-20 1,0 0 3-16,5-2 0 15,15 0 6-15,9-3-2 16,20 0 2-16,12-3-1 16,1 0-8-16,2 0 8 15,-15 4 0-15,-8 1-12 16,-12 2 12 0,-14 1-11-16,-7 0-1 15,-8 0 4-15,0 0-6 16,0 0 1-16,0 0-2 15,0 0-2-15,-2 0-29 16,-8 0-150-16,-1 4-32 16,3-2-65-16</inkml:trace>
  <inkml:trace contextRef="#ctx0" brushRef="#br0" timeOffset="91170.46">27987 8139 542 0,'0'0'95'0,"0"0"-94"0,0 0 34 16,0 0 29-1,0 0-33-15,0 0 21 16,2 0-29-16,11 2 15 16,5-2 14-16,7 0-31 15,4 0-4 1,8 0 3-16,-1 0 1 16,1 0-21-16,-1 0 13 0,-7 0-13 15,-9 0 0 1,-9 0 3-16,-7 0-3 15,-4 0 0-15,0 0 0 16,0 0 5-16,0 0-10 16,0 0-89-16,-4 4-23 15,-2-2-77-15,-3-2-111 16</inkml:trace>
  <inkml:trace contextRef="#ctx0" brushRef="#br0" timeOffset="91577.14">27926 8328 444 0,'0'0'273'16,"-6"8"-245"-16,6-6-23 16,0-2 41-16,4 2-11 15,16-2-19-15,4 0 33 16,7 0-2 0,17 0-17-16,-2 0 30 15,-1 0-25-15,-1 0 3 16,-17 0-14-16,-4 0 4 15,-8 0-9-15,-1 0-1 16,-6 0-9-16,-6 0 0 16,-2 0-9-16,0 0-1 15,0 0-2-15,0 0-31 16,0 0-29-16,0 0-57 16,0 0-114-16,0 0-71 15</inkml:trace>
  <inkml:trace contextRef="#ctx0" brushRef="#br0" timeOffset="92123.65">28585 8279 381 0,'0'-1'179'15,"0"1"-130"-15,0 0 33 16,0 0 19-16,0 0-54 16,-4 0 26-16,-14 0-67 15,-6 0 2-15,-3 0 29 16,-2 0-5 0,-2 7 18-16,2 5-14 15,2 1 38-15,7-1-51 16,3 2-8-16,8 4-15 15,4 4 5-15,5 2-6 16,0 4 1-16,11-6 0 16,14 0 9-16,1-4-8 15,15-8-2 1,1-4 1-16,5-4 7 16,1-2-3-16,-10 0 3 15,-9 0 6-15,-8 0-12 16,-11-6-2-16,-4-4-32 15,-6 2-25-15,0 4-133 16,-6 0-229-16</inkml:trace>
  <inkml:trace contextRef="#ctx0" brushRef="#br0" timeOffset="93522.2">28020 9449 276 0,'0'-9'202'0,"0"4"-164"16,0 2-21-16,0 3 91 15,0-4-21 1,0 4-44-16,0 0 47 15,-2-2-46-15,0 2-4 0,-1 0 11 16,1-1-24 0,2-2-3-16,0 3-5 15,0 0 15-15,0 0-33 16,0 0 2-16,0 0 0 16,0 0 0-16,0 0 2 15,0-1-5-15,0-2 6 16,0 3 15-16,0 0-15 15,0 0 2 1,0 0 9-16,0 0-10 16,0 0 12-16,0 0 0 0,0 0-11 15,0 0-1 1,0 0-7-16,0 0-7 16,-3 8 4-16,-3 10-6 15,1 6 9-15,1 13 1 16,0 2 8-16,2 0-7 15,-1 1-2-15,3-10 4 16,0-6-1-16,0 0-4 16,0-6 1-1,0-6 1-15,0-1 1 16,13-6-2-16,3-5 6 16,6 0-4-16,5 0 0 15,6 0 1-15,1-10 0 16,-1-2-4-16,-2 2 1 0,-4 2 0 15,-9 0-20 1,-7 2-13-16,-9 0-24 16,-2 0-70-16,0 2-113 15,-2 0-172 1</inkml:trace>
  <inkml:trace contextRef="#ctx0" brushRef="#br0" timeOffset="93881.25">27987 9388 176 0,'-12'-10'584'0,"12"8"-511"15,0 2-64-15,0 0 74 16,0 0-22-16,0 0-34 16,12 0-23-16,5 0 7 15,14 0 22-15,4 0-19 16,4 0 14-16,1 0 5 16,-5 0-27-16,-3 0 8 15,-3 0-14 1,0 0 0-16,-9 0-59 15,-11 0-31-15,-7 0-47 16,-2 0-63-16,-4 0-103 16</inkml:trace>
  <inkml:trace contextRef="#ctx0" brushRef="#br0" timeOffset="94186.72">27899 9529 620 0,'0'0'102'0,"0"0"-98"15,0 0 35-15,-8 6 65 16,8-6 12-16,8 2-45 16,10 2-33-16,16-4-3 15,6 0-9 1,6 0-4-16,8 0-8 15,-9 0-7-15,-7 0-2 16,-7 0-5-16,-6 0 0 16,-8 0-5-16,-9 0-24 15,-2 0-27-15,-6 0-48 16,0 0-63 0,0 0-137-16</inkml:trace>
  <inkml:trace contextRef="#ctx0" brushRef="#br0" timeOffset="94588.18">28390 9571 763 0,'0'0'51'15,"0"0"-25"-15,6 4 4 32,-6-4 22-17,2 4-52-15,-2 2-2 0,0 10 2 0,0 4 3 32,-4 8 42-32,-7 8 18 0,4-2-27 0,2-2-32 15,5-2 11-15,0-11-12 31,0-4 6-15,0-2-7-16,10-5-1 0,3-2 25 0,2-2-11 16,6-3 4-16,8-1-13 15,4 0 3-15,2 0-9 16,-1-7-22-16,-7-4-21 31,-5 0-53-31,-22 4-100 16,0 2-207-1</inkml:trace>
  <inkml:trace contextRef="#ctx0" brushRef="#br0" timeOffset="94997.34">28554 9454 582 0,'0'0'46'0,"-11"-1"-3"16,5 1 31-16,1 0-70 0,-2 0 3 15,3 1-4 1,-3 12-1-16,5-1 0 15,2-2 8-15,0-2-9 16,0-2 1 0,9-4 18-16,9-2 11 15,4 0 0-15,0 0-8 0,-3-12 15 16,-4-5-19 0,-1 6-2-16,-8-4 4 15,-4 4 0-15,-2 3 6 16,0 2 1-16,0 2-23 15,-14 4-5-15,-5 0-55 16,3 0-83-16,5 0-172 16</inkml:trace>
  <inkml:trace contextRef="#ctx0" brushRef="#br0" timeOffset="96753.11">27975 10279 261 0,'-2'-8'62'15,"-1"4"-48"-15,3 2 36 16,0 2 39 0,0 0-21-16,0-3-8 15,0 3-32-15,0-1-5 0,0 1 11 16,0 0-2 0,0 0 10-16,0 0 24 15,0 0 56-15,0 0-90 16,0 0-16-16,0 0 12 15,0 0-12-15,0 6-9 16,0 6 10-16,-2 6 11 16,2 0-2-16,0 2 9 15,0 10-21 1,0 0 28-16,0 2-36 16,0 2 9-16,0-2-13 15,0-1 4-15,0-2 2 16,0-3-4-16,0-4-4 15,0-5 1-15,7-6 8 16,7 0-8-16,3-5 0 16,10-4 5-16,6-2-4 15,6 0 19-15,5-4-19 16,-2-12-1 0,-1-1 3-16,-8 3-6 15,-10 7 1-15,-10 0-16 16,-9 6 2-16,-4-2-23 15,0-1-41-15,0 4-49 16,0-1-447-16</inkml:trace>
  <inkml:trace contextRef="#ctx0" brushRef="#br0" timeOffset="97119.82">27975 10261 654 0,'-9'-7'214'0,"9"7"-208"15,0 0 30 1,0 0 81-16,16-3-111 16,10-1-2-16,5 0 11 15,8 0 0-15,-1 0 4 16,-1 0 9-16,-3 2 8 16,-8 2-33-16,-9 0-3 15,-7 0-5-15,-10 0-56 16,0 0-27-16,0 11-55 15,-6-7-61-15,-12 1-203 16</inkml:trace>
  <inkml:trace contextRef="#ctx0" brushRef="#br0" timeOffset="97380.96">27928 10461 560 0,'0'0'310'0,"0"0"-274"16,-8 8-35-16,8-8 47 31,8 0-5-31,22 0-10 16,9 0 10-16,6 0-25 15,2 0 0-15,2 0-5 16,-3 0-10-16,0-2 5 15,-13 2-8-15,-8 0-48 16,-8 0-74-16,-17 0-105 16,0 0-136-16</inkml:trace>
  <inkml:trace contextRef="#ctx0" brushRef="#br0" timeOffset="97680.83">28253 10493 179 0,'0'0'603'0,"0"0"-490"15,0 0-111-15,8 20 19 16,-6-2-21 0,-2 8 1-16,2 7-1 0,0-1 19 15,-2 4-6 1,0 8 18-16,4-2 31 15,1-2-43-15,1-8-15 16,2-14 5-16,-4-8 5 16,0-2-9-16,1-6 10 15,-3-2-12-15,2 0-3 16,3 0-33-16,0 0-27 16,-5 0-69-16,0-12-162 15</inkml:trace>
  <inkml:trace contextRef="#ctx0" brushRef="#br0" timeOffset="97962.43">28298 10535 774 0,'0'0'233'16,"0"0"-233"-16,3-24 10 15,23 18-4-15,8 0 17 16,3 0-22 0,11 2 14-16,-6 2 18 15,-7 0-13-15,-8 2-7 16,-14 0-7-16,-8 0-6 16,-3 0-13-16,-2 0-34 15,0 0-40-15,0 4-241 16,-4-2-23-16</inkml:trace>
  <inkml:trace contextRef="#ctx0" brushRef="#br0" timeOffset="98187.65">28303 10672 563 0,'0'0'299'15,"0"0"-280"-15,0 0-7 16,-11 10 118-1,13-10-78-15,13 0-15 0,18 0 5 16,6 0-26 0,5-4 8-16,2-5-22 15,-7 4 1-15,-6 1-3 16,-6 4-23 0,-22 0-78-16,-5 0-466 15</inkml:trace>
  <inkml:trace contextRef="#ctx0" brushRef="#br0" timeOffset="98531.32">28746 10557 363 0,'0'0'352'16,"0"0"-299"-16,9-6 42 15,-9 6-27-15,0 0-47 16,0 0 12-16,0 2 20 16,0 14-39-16,0 8 31 15,0 2-22-15,0 6 8 16,0 11-19-16,0-3-12 16,0-2 12-16,2-10-12 15,5-12 2-15,-1-6 1 16,-1-4 1-1,2-2-8-15,0-4-32 16,1 0-26-16,-1 0-31 16,-3 0-11-16,-4 0-62 15,0-6-155-15</inkml:trace>
  <inkml:trace contextRef="#ctx0" brushRef="#br0" timeOffset="98977.88">28782 10553 430 0,'0'0'342'0,"0"0"-282"15,0 0 84-15,7-50-84 16,10 46-50 0,8 0 7-1,-1 4 4-15,5 0 20 0,2 0-30 16,-6 4 3-16,-1 12-7 15,-10 6 6 1,-8 2 8-16,-4-2-19 0,-2-1-1 16,0-3-2-16,-6-4 7 15,-21 0-6 1,2-6 11-16,4-2 7 16,0-6-2-16,11 0-8 15,0 0 3 1,6 0-11-16,-1 0 0 0,5 0 6 15,0 0-6-15,0 0 4 16,0 0-2 0,0 0 2-16,0 0 1 15,0 0-9-15,-2 0 4 16,-6 0-9-16,-2 0 1 16,-3 0-18-16,2 0-1 15,0 0 2-15,6 0-19 16,3 0-36-16,2 0-105 15,0 0-96 1</inkml:trace>
  <inkml:trace contextRef="#ctx0" brushRef="#br0" timeOffset="100243.21">27886 11073 407 0,'0'-4'202'0,"0"2"-191"15,0 2-5 1,0 0 192-16,0 0-121 16,0 0-23-16,0 0-12 15,0 0 4-15,0 0-3 16,0 14-7-16,0 8 12 16,0 4-19-16,0 4-4 15,0 14-10-15,7 0 4 16,2 2-13-16,-1 3-2 15,-1-18-3-15,2 0 0 16,-4-7 1 0,1-4-2-16,-4-6 2 15,3-6 0-15,-3-4-2 16,-2-4 3-16,0 0-3 16,3 0 1-16,-3 0-1 15,4 0-40-15,5-4-24 16,-1-12-59-16,-3 4-178 15,-3-2-307 1</inkml:trace>
  <inkml:trace contextRef="#ctx0" brushRef="#br0" timeOffset="100524.39">27899 11067 1005 0,'0'0'46'16,"0"-12"-32"0,0 6-6-16,5 0 43 15,17-2-25-15,5 2-15 16,4 2-6-16,7 4 13 16,14 0 0-16,-4 0 30 15,-3 0-35-15,-7 0-4 16,-25 0-5-16,-7 0 1 15,-3 0-10 1,-3 4-2-16,0 2-33 16,0 2-110-16,-9-7-119 0,-6 2-147 15</inkml:trace>
  <inkml:trace contextRef="#ctx0" brushRef="#br0" timeOffset="100828.72">27895 11257 643 0,'0'0'73'15,"0"0"-73"-15,-14 6 0 16,30-6 47-16,7 0 14 15,8 0-28 1,7 0 49-16,2-3-49 16,5-2 10-16,-6 1-8 15,-3 2-31-15,-7 2 4 16,-9 0-8-16,-9 0-18 16,-4 0-41-16,-5 0-38 0,-2 0-45 15,0 0-88-15,-9 0-76 16</inkml:trace>
  <inkml:trace contextRef="#ctx0" brushRef="#br0" timeOffset="101141.15">27910 11462 648 0,'0'0'188'16,"0"0"-176"-16,0 0-11 16,-4 4 53-1,26-4-21-15,12 0 65 16,6 0-67-16,9 0-10 16,-3 0 1-16,4 0-8 15,-4 0 12-15,-3 0-3 16,-10 0-19-16,-8 0-4 15,-12 0-22-15,-9 0-45 16,-4 0-83 0,0-2-84-16,-4 2-88 15</inkml:trace>
  <inkml:trace contextRef="#ctx0" brushRef="#br0" timeOffset="101641.03">28311 11301 830 0,'0'0'83'16,"0"0"-74"-16,0-9 88 16,0 9-21-16,0 0-52 15,2 11-24 1,6 14 14-16,-2 2-14 15,-1 4 6-15,-1-3 6 16,2 0-5-16,2 0 2 16,3 0-3-16,-1-4 0 15,2-4-5-15,-3-6 1 16,0-4 2-16,-3-4-1 16,-1-4 9-16,0 0 3 15,-5-2-5-15,2 0 27 16,2 0-16-1,7-2-8-15,9-18 15 16,3-12-12-16,4-4-3 16,-6 2-8-16,4-2 21 15,0 3-14-15,-3 5-5 16,-7 10 19-16,-6 4-22 16,-5 9-4-16,-1 2 0 15,-3 2 4-15,0 1-4 16,0 0-6-16,0 0-7 15,0 0-33-15,0 0-16 16,0 0-23 0,0 0-451-16</inkml:trace>
  <inkml:trace contextRef="#ctx0" brushRef="#br0" timeOffset="160886.69">15157 9494 221 0,'0'0'147'0,"0"0"-113"15,0 0-27-15,0 0 15 16,0 0 45-16,0 0 30 16,0 0-60-16,0 0 3 15,0 3-3 1,0-3-5-16,0 0 6 0,0 0-8 15,0 0-11-15,0 0 1 16,0 0 0 0,-2 0-3-16,2 0 12 15,0 0-18-15,0 0 4 16,0 0 0-16,0 0 5 16,0 0-10-16,0 0 3 15,0 0 9-15,0 0-2 16,0 0-5-16,0 0 0 15,0 0 1 1,0 0-6-16,0 0-1 16,0 0 6-16,0 0-8 0,0 0 0 15,0 0 1 1,0 0 4-16,0 0-8 16,0 0 1-16,0 0 7 15,0 0-10 1,0 0 1-16,0 0 4 15,0 0-4-15,0 0 6 0,0 0-9 16,0 0 10 0,0 0-7-16,0 0 0 15,0 0 1-15,0 0-2 16,0 0 0-16,0 0-2 16,0 0 0-1,0 0 0-15,0 0 0 0,6 0 1 16,4 0 0-1,3 0-1-15,-2 0 0 16,5 0 0-16,-1 0 1 16,-1 0 0-16,1 0-1 15,5 0 1-15,3 0-3 16,-2 0 0-16,4 0-3 16,-5 0 4-16,-2 0-9 15,2 0 3 1,-6 0 0-16,1-3-7 0,-6-1-8 15,-2 3-14-15,-5 1-25 0,-2 0-53 16,0 0-36 0,0 0-44-16,0 0-110 15</inkml:trace>
  <inkml:trace contextRef="#ctx0" brushRef="#br0" timeOffset="161465.14">15699 9440 286 0,'2'0'90'16,"-2"0"-76"0,0 0 37-16,0 0 69 15,0 0 33-15,0 0-107 16,0 0-11-16,0 0 0 15,0 0-8-15,0 0-4 16,2 0-2-16,0 0-13 16,3 0 0-16,1 0-7 15,6 0 0 1,1-1 7-16,5-2-5 16,-1 2 5-16,-1-2-5 15,-1 2 8-15,1-2-8 16,0 3 1-16,0 0 15 15,-3-2-10-15,-2 2-4 16,0-1-3-16,-2-2 1 16,0 2-3-16,-2-2 0 15,-3 3-1-15,0 0 1 16,3 0-13 0,3 0-14-16,-2 0-114 15,3 0 33-15,-9 0-64 16,-2 0-72-16</inkml:trace>
  <inkml:trace contextRef="#ctx0" brushRef="#br0" timeOffset="161910.51">16175 9432 326 0,'2'4'151'0,"0"-4"-116"15,4 0-16 1,0 0 105-16,1 0-68 16,1 0-22-16,4 0 12 15,-1 0-25-15,4 0-3 16,1 0 6 0,2 0-3-16,4 0-13 0,0 0 1 15,12 0 5 1,-5 0-7-16,2 0-1 15,-2 0-3-15,-9 3-2 16,-2-3-2-16,-2 1 1 16,-3 3-8-1,-3 1-119-15,0-1 6 0,-10-3-63 16,0-1-38-16</inkml:trace>
  <inkml:trace contextRef="#ctx0" brushRef="#br0" timeOffset="162330.17">16713 9457 278 0,'0'0'122'0,"0"0"-96"16,19 1-10-16,-12-1 90 15,2 0-24-15,2 0-25 0,-3 0-12 16,13 0-19 0,1 0 20-16,1 0-22 15,-1 0-3-15,0-1-10 16,1-2 8-1,1 2-10-15,2-2-7 16,-3 2 5-16,-1-2-6 16,-1 1-2-16,0 2 1 31,2 0-3-31,-5 0-18 16,2 0-57-16,-7 0-10 15,-2 0-61-15,-11 0-66 16</inkml:trace>
  <inkml:trace contextRef="#ctx0" brushRef="#br0" timeOffset="162748.47">17218 9431 314 0,'0'0'188'0,"4"0"-113"16,-2 0 33 0,6 0-86-16,-2 0 7 0,3 0 9 15,2 0-9 1,-2 0-19-16,2-3-1 15,0 1-3-15,5 2 4 0,-1-1 3 16,5-2 6 0,7 2-4-16,0-3-10 15,0 1-3-15,0 2 2 16,-3-2-4 0,0 1 0-16,1 0-1 0,-2 2 1 15,0 0-10-15,0 0-18 16,2 0-39-16,-5 0-14 15,-1 0-39-15,-16 0-41 16,-3 0 28-16</inkml:trace>
  <inkml:trace contextRef="#ctx0" brushRef="#br0" timeOffset="163038.66">17815 9403 623 0,'0'0'73'0,"0"0"-71"16,0 0 5-16,53-3 43 16,-32 3-13-1,1 0-28-15,0 0-2 0,0 0-5 16,-5 0 0-16,-2 0-2 15,5 0 0 1,-3 0 0-16,4 0 0 16,-1 0-7-16,-3 0-40 15,4 0-24-15,-17 0-73 16,-2 0-92-16</inkml:trace>
  <inkml:trace contextRef="#ctx0" brushRef="#br0" timeOffset="163275.63">18272 9428 287 0,'0'0'395'16,"0"0"-329"0,0 0-64-16,80 0 35 15,-53 0 41-15,-2-2-59 16,1 2-19-16,1 0 0 15,2 0-3 1,-3 0-35-16,1 0 2 0,-6 0-23 16,-6 0-40-1,-15 0-92-15,0 0-19 16</inkml:trace>
  <inkml:trace contextRef="#ctx0" brushRef="#br0" timeOffset="163525.57">18666 9426 299 0,'0'0'169'15,"0"0"-80"-15,0 0 9 16,96 0-50-16,-65 0-32 16,2 0-10-16,3 0-5 15,3 0-2-15,-6 0-7 16,-2 0-6-16,2 0-3 15,-6 0 4-15,-2 0 7 16,-6 0-24-16,-10 2-24 16,1-2-51-16,-10 0-47 15,0 0-20 1</inkml:trace>
  <inkml:trace contextRef="#ctx0" brushRef="#br0" timeOffset="163603.07">19125 9428 160 0,'0'0'0'0,"0"0"-62"15</inkml:trace>
  <inkml:trace contextRef="#ctx0" brushRef="#br0" timeOffset="165723.31">15551 10574 396 0,'0'0'150'0,"0"0"-132"16,0 0 1-1,0 0 46-15,0 0-48 0,0 1 3 16,0-1 12-16,0 0-3 16,0 0-10-1,0 0-8-15,7 0-8 16,9 0-3-16,1 0-48 15,-10 0-57-15,2 0-117 16</inkml:trace>
  <inkml:trace contextRef="#ctx0" brushRef="#br0" timeOffset="165950.01">15897 10575 666 0,'0'0'44'0,"0"0"-37"16,0 0 20-16,100-18-27 16,-71 16-1-16,2 2-38 15,-6 0-6-15,-1 0-2 16,-1 0-42-16,-21 0-7 16,0 0-139-16</inkml:trace>
  <inkml:trace contextRef="#ctx0" brushRef="#br0" timeOffset="166068.23">16262 10560 153 0,'0'0'257'0,"0"0"-257"16,0 0-30-16,0 0 16 16,73 0 1-16,-71 0-108 15</inkml:trace>
  <inkml:trace contextRef="#ctx0" brushRef="#br0" timeOffset="166196.59">16496 10560 366 0,'0'0'87'16,"0"0"-87"-16,0 0-12 16,0 0 11-16,82 0-17 15,-74 0-95-15,-6 0-73 16</inkml:trace>
  <inkml:trace contextRef="#ctx0" brushRef="#br0" timeOffset="166384.04">16710 10560 150 0,'0'0'84'16,"0"0"-84"-16,0 0-87 16,0 0 80-16,80 0 7 15,-51 0 39-15,2 0 18 16,5 0-9-16,-1 0-2 15,-6 0-12-15,-2 0-33 16,-20 0-1 0,-2 0-113-16</inkml:trace>
  <inkml:trace contextRef="#ctx0" brushRef="#br0" timeOffset="166493.94">17098 10571 142 0,'0'0'143'0,"0"0"-143"15,0 0-71-15,0 0 67 16,58 3-36-16</inkml:trace>
  <inkml:trace contextRef="#ctx0" brushRef="#br0" timeOffset="166681.18">17343 10574 298 0,'0'0'40'16,"0"0"11"-16,122-9 10 15,-91 5-14-15,-4 3-42 16,-4-4-5-16,-4 3-41 15,-3 2 34-15,-1 0-2 16,6-2 6 0,1 1 3-16,3-2 0 0,1 2 2 15,-3 1-2-15,-1 0-15 16,-18 0-61 0,1-3-113-16</inkml:trace>
  <inkml:trace contextRef="#ctx0" brushRef="#br0" timeOffset="167040.47">17980 10539 387 0,'0'0'36'16,"0"0"-36"-16,0 0 0 16,0 0 17-16,87 0 0 0,-74 0-17 15,8 0 2 1,0 0 33-16,4 0-25 15,2 0-9-15,-5 0 4 16,3 0-3 0,-1 0-2-16,0 0-1 15,3 0 1-15,0 0-3 0,2 0 3 16,9 0-10 0,2 0 7-16,-2 0 3 15,-2 0 2-15,-5 0 7 16,2 0-3-16,1 0 7 15,10 0 4 1,-1 0 14-16,-1-2-22 16,-5 0-3-16,-10-2 8 15,-4 2-13-15,-7 1-1 16,-16-2-43-16,0 2-422 16</inkml:trace>
  <inkml:trace contextRef="#ctx0" brushRef="#br0" timeOffset="168628.78">16958 9573 146 0,'0'-2'98'16,"0"0"-60"0,0 2 15-16,0 0 63 0,0 0-80 31,0 0-11-31,0 0 18 0,0 0-13 0,0 0 12 15,0 0-4-15,0 0 3 16,0 0 47-16,0 0-50 31,0 0-6-15,0 0-23-16,0 0-6 0,0 0-3 0,0 0 1 16,0 0 6-16,0 0-5 15,0 0 7 1,0 12 18-16,0 0-19 0,0 6 0 15,0 2-4-15,0 6 5 16,0 12-6 0,0 4-2-1,0 10 23-15,0 5-9 16,0 5 5-16,0 24-1 16,0 2 2-16,0 1-5 15,-6-7 0 1,6-22 11-16,0-6-17 0,-4-8-5 15,2 6 4 1,-5-4-1-16,3-10-7 16,0-6 0-16,2-15 12 15,0-7-8-15,2-5 4 16,0-1-8-16,0-1 7 16,0-1-8-16,0-2-7 15,0 0-5 1,0 0-17-16,0 0-13 15,0-13-29-15,-3 3-33 16,0-4-7-16,3 9-23 16,-4-2-82-1</inkml:trace>
  <inkml:trace contextRef="#ctx0" brushRef="#br0" timeOffset="169128.84">16728 10341 316 0,'-5'-6'103'0,"5"4"-78"16,0 0 72-16,0 0 25 0,0 0-50 15,0-2-16-15,0 4 8 16,0-2-1-16,0 2-4 16,0 0-17-16,0 0-9 15,0 0-1-15,0 0-11 16,0 0 4-16,0 0-10 16,13 4-1-1,10 12 34-15,6 4-33 16,2 2 0-16,-6-4-8 15,2 2 7-15,-5-2-9 16,-5-2-4-16,0-4 8 16,-7-2-9-16,-3-4 1 0,-3 0-1 15,0-2 7 1,0-2-10-16,-4 0 3 0,2-2 0 16,-2 0 4-16,0 0-4 15,0 0 1 1,0 0-1-16,0 0-18 15,0 0-13-15,0 0-15 16,0 0-19-16,0 0-52 16,0 0-78-16,0 0-47 15</inkml:trace>
  <inkml:trace contextRef="#ctx0" brushRef="#br0" timeOffset="169530.76">17109 10243 593 0,'0'0'10'0,"0"0"3"0,9-10 80 15,-9 10-27 1,0 0-46-16,0 3 15 15,-12 12 3-15,-5 3 1 16,-6 4 8-16,-10 16 7 16,0 2 19-16,-5 2-39 15,0-2-16-15,9-10 11 16,5-1-9-16,1-6-2 16,5-5 6-16,9-1-8 15,1-10 1-15,8 0-15 16,0-6-4-1,0-1-18-15,0 0-8 0,6 0-14 16,5-5-73-16,-8-5-167 16,-1-3-265-1</inkml:trace>
  <inkml:trace contextRef="#ctx0" brushRef="#br0" timeOffset="170433.41">16924 9541 411 0,'-11'0'111'16,"4"0"-101"-16,-1 0 10 16,-4 0 143-16,-1 6-126 15,-12 18 18-15,-4 4 16 16,2 4-5-16,-4 6 8 15,9-10-35-15,4 0-1 16,5-8-6-16,4-4-8 16,4-6-3-16,3-3-14 15,2-4 10-15,0-3-16 16,0 0 6 0,0 0 2-16,0 0-1 15,9-6-2-15,9-13-5 16,5-6 4-16,6-7-5 15,-1-2-5-15,3 2 1 16,-2 4 4-16,-11 10 0 16,3 0-2-16,-6 6 2 15,1-1-5 1,-1 2-4-16,-3 4 2 16,-4 4 3-16,-4 3 1 15,1 0-1-15,3 6 2 16,4 22 2-16,3 8 8 15,4 4 20-15,-2 0-27 16,5 0 3-16,-1-6-4 16,1-7 0-16,-2-9-5 15,-6-13-12-15,-1-2-61 16,-13-3-114 0,0 0-277-16</inkml:trace>
  <inkml:trace contextRef="#ctx0" brushRef="#br0" timeOffset="171481.7">17421 9894 317 0,'11'-7'54'0,"-9"3"-20"15,0-1 99 1,0-4-17-16,1 1-49 15,-3 1-1-15,2-4 12 0,-2 0-27 16,0-2-12 0,0 0-9-16,0 3-26 15,-9-1-4-15,-4 5 0 16,-5 2-15-16,1 4-5 16,-4 0 20-1,-1 0 7-15,1 6-6 0,-2 14 1 16,-6 12 7-1,4 3 0-15,4-2 4 16,8 2 9-16,11-11-19 16,2-2 2-16,0-2 5 15,0-8-8 1,9-4 15-16,5-4-3 0,1-4 6 16,1 0-4-16,-1 0-2 15,3-10 4 1,0-8-15-16,2-2 6 15,-3 0-4-15,2-4 8 16,-1 2-12-16,-7 6 6 16,-1 2 4-16,-2 6-10 15,-8 8 3-15,2 0-4 16,-2 0 1-16,0 0 0 16,2 0-7-1,0 0 1-15,3 22 2 16,-1 1 3-16,0 10 6 15,1 5-5-15,-1 8 9 16,1 6-1-16,-1 2-7 16,-1 0-2-16,1 4 0 15,-2-5 0-15,0-11 0 16,3-8 0-16,-3-18 2 16,-2-6-2-16,2-6 2 15,0-4 0 1,-2 0 9-16,5 0-1 15,-3 0 12-15,5-14 2 16,2-14-1-16,2-6-4 16,2-4-10-16,0-7 0 15,5 6 3-15,1-1-5 16,0 0-7 0,-5 5 0-16,-1 9 0 0,-4 4-5 15,-7 14-11-15,-2 2-13 16,0 2-19-1,0 4-36-15,0 0-487 0</inkml:trace>
  <inkml:trace contextRef="#ctx0" brushRef="#br0" timeOffset="172075.83">17723 9756 418 0,'0'-21'187'0,"0"13"-158"16,0 4-23-16,0 2 43 15,0 2 19-15,0 0-15 16,0 0 0-16,0 0-11 15,0 0 5-15,0 0 5 16,0 0-12-16,0 0-13 16,0 6-15-16,0 18 2 15,0 18 23-15,12 5 2 16,3 5-28-16,1 2-5 16,-3-12 4-16,3-2-3 15,-1-6-7 1,1-4 17-16,-3-8-15 15,-1-8 16-15,-3-7-8 16,-1-6 4-16,4-1 0 16,1 0-3-16,2-10 19 15,3-16-8-15,3-8-7 16,-4-4 9 0,4-16-12-16,-3-1 14 15,-3-4-20-15,1 2 7 16,-7 17-12-16,-3 4 0 15,-2 8 2-15,-2 10-3 16,1 4-5-16,-3 8-7 16,0 6-10-16,0 0-16 15,0 0-24-15,-9 10-7 16,-11 12-72-16,11-12-200 16,-2-2-248-16</inkml:trace>
  <inkml:trace contextRef="#ctx0" brushRef="#br0" timeOffset="172418.99">17993 9940 428 0,'2'4'86'0,"-2"-4"-68"0,2 0-18 15,-2 0 123-15,0 0-44 16,0 0-9-1,0 0-9-15,3 0 62 16,0 6-87-16,1 8-10 16,0 8-8-16,1 6 15 15,3 2 4-15,-1 4-22 16,0-2 15-16,2-2-25 16,-1-2 9-16,-1-6-10 15,-2-5-3 1,0-7 8-16,-1-5-9 15,0-2 0-15,-2-2 1 0,1-1-1 16,-3 0-3 0,2 0-119-16,0 0 2 15,-2 0-63-15,0-4-44 16,0-6-99 0</inkml:trace>
  <inkml:trace contextRef="#ctx0" brushRef="#br0" timeOffset="172668.92">18040 9926 552 0,'0'0'195'16,"0"0"-72"-16,0-39-5 0,0 35-62 16,5 3-42-16,8 1-8 15,3 0 17-15,-1 0-8 16,1 0-8-16,-3 0-1 15,3 0-5-15,-3 0 2 16,-4 0-3-16,2 0-6 16,-4 0-6-16,-7 5-41 15,0 0-71-15,0-3-71 16,0 0-184 0</inkml:trace>
  <inkml:trace contextRef="#ctx0" brushRef="#br0" timeOffset="172918.86">18040 9926 618 0,'-29'150'107'0,"29"-150"-102"16,0 0 41-16,0 0 75 16,0 0-51-16,0 0-17 15,7 0-17 1,6 0 62-16,5 0-73 0,7 0-8 15,2-2-17-15,10-4 1 16,3-2-3 0,-4 2-8-16,-2 2-30 15,-17 2-251-15,-17 0-25 16</inkml:trace>
  <inkml:trace contextRef="#ctx0" brushRef="#br0" timeOffset="173200.06">18344 9928 716 0,'0'0'168'16,"0"0"-140"-16,0 0 33 16,2-6-45-16,-2 30-3 15,0 12 30 1,0 6-17-16,0 6-12 15,0-10-7-15,0-4-6 0,4-6 8 16,3-1-8 0,1-9 2-16,2-4-3 15,-2-9 0-15,-1-5-10 16,1 0-33 0,0 0-38-16,-6 0-94 15,-2-11-608-15</inkml:trace>
  <inkml:trace contextRef="#ctx0" brushRef="#br0" timeOffset="173733.58">18383 9910 137 0,'0'0'412'16,"0"0"-340"-16,0 0-49 15,-2-42 82 1,2 38 12-1,0-4-69-15,15 2-39 0,8-1 1 16,19 7 11 0,7 0 6-16,1 0 5 15,0 0 16-15,-19 4-12 0,-8 13-18 16,-7 1-7 0,-14 4-11-16,-2 0-7 15,-5 0 15-15,-28 0 9 16,-9-2-3-16,-14-2 2 15,5-2 11 1,6-6-9-16,14-2-4 16,22-4 2-16,9-4-16 15,0 0-1-15,0 0-17 16,15 0 18-16,12 2 7 16,2 2-2-16,2 2-3 15,3 0-1-15,7 8-2 16,-2 0-6-1,-3 2 6-15,-11 2 1 16,-15-4 0-16,-8 2-2 16,-2-1-2-16,0 0-3 0,-24 2 7 15,-18-2 8-15,-14 0 16 16,-4-5-11-16,2-4-3 16,9-1 18-16,8-1-16 0,10-1 0 15,10-3-12-15,5 0-2 16,13 0-19-1,3 0-55-15,0-4-911 16</inkml:trace>
  <inkml:trace contextRef="#ctx0" brushRef="#br0" timeOffset="177231.61">16017 12821 64 0,'0'-6'143'0,"0"2"-77"16,0 0-48-16,0 2 7 15,0 0 15-15,0 2-3 16,0-2-7-16,0 2 10 16,0 0-12-16,0-2 13 15,0 2-2-15,0 0-6 16,0-2-2-16,0 2 12 15,0 0-9-15,0 0 3 16,0 0 3 0,0 0 19-16,0 0-32 15,0 0-10-15,0 0 0 16,0 0-7 0,0 0 5-16,0 0 2 15,0 0-7-15,0 0 2 0,0 0-11 16,0 0 4-1,0 0-1-15,0 0 0 16,0 2-1-16,0 10 2 16,0 2 2-16,0 7-4 15,-2 1 5-15,-2 7 10 16,-1 4-18-16,3 5 8 16,2 0-8-16,0 6 10 15,0-2 4-15,0-4-5 16,0-2 6-16,0-16 1 15,0-3-4-15,0-6 4 16,0-7-6-16,0-1-5 16,0-3 1-16,0 0-4 15,0 0 9-15,0 0-7 16,0 0-2 0,0 0 3-16,0 0-5 15,0 0 0-15,0 0-9 16,0 0 2-16,0-9 7 15,0-3 3-15,0-4 1 16,2-2-1-16,3-4-6 0,-1-2 3 16,2-2-2-16,-4-6 2 15,1-2 4-15,2-4-2 16,-5-2-4-16,0 4 4 16,0 4-1-16,0 5-1 15,0 5 2 1,0 10-2-16,0 5 0 15,0 4 2-15,0 3-1 16,0 0-2-16,0 0-5 16,0 0-1-16,0 0 7 15,0 17 0-15,0 5 6 16,13 14-4 0,2 1 3-16,1 4-5 0,2 1 0 15,-5-10 3-15,-2-2-2 16,1-4-1-1,1 2 0-15,-5-6 4 16,2-4-4-16,-6-4-1 16,1-8-1-16,-3-4 4 15,-2-2-2-15,2 0 0 16,-2 0 3-16,0 0-3 16,0 0 0-16,0 0 1 15,0 0 6-15,0 0-6 0,0 0-1 16,4 0 0-16,4-4-3 15,2-10 3-15,3-6 12 16,3-10-8 0,2-6 12-16,0-4-13 15,2-4-1-15,-7 6 0 16,3 2-2 0,-3 1 0-16,0 3 0 15,1 6 0-15,-3 6 1 0,1 8-2 16,-8 4 2-1,0 6 1-15,1 0-1 16,-5 2 0-16,0 0 4 0,0 0-5 16,0 0 0-1,0 0-1-15,0 0-3 16,0 16 2-16,0 12 2 16,2 7 16-16,2 2-9 15,0 3-1 1,2-1 0-16,-2-1-6 15,-2-2 0-15,3-4 0 16,-3 4 1-16,2-5 0 16,-2-6-1-16,0-7 1 15,0-10 0-15,-2-4-2 16,3-1 1 0,-3-3 0-16,2 0-1 15,-2 0-3-15,3 0 2 16,-1 0-31-16,0 0-30 15,-2-13-56-15,0 8-135 0,0 1-139 16</inkml:trace>
  <inkml:trace contextRef="#ctx0" brushRef="#br0" timeOffset="177778.34">16512 13156 392 0,'4'2'199'15,"-2"-2"-158"-15,0 0 5 16,4 0 49-1,4 0-14-15,5 0 34 16,6-8-64-16,1-8-20 16,-2 0-20-16,2-4-5 15,-1-2 1-15,-4 0-5 16,-1 0 4-16,-7 2-5 16,-3 2 2-16,-3-2 2 15,-3 4-4-15,0 4-1 0,0 0 0 16,-12 4-12-1,-5 5 5-15,-5 3 1 0,1 0-9 16,-10 7 14 0,2 21-5-16,8 6 14 15,-2 0-3-15,13-4 11 16,8-2-5 0,2-4-3-16,0 0 9 0,2-6-4 15,17-2-7-15,5-4-6 16,7-10 8-1,5-2-7-15,4 0 0 16,3 0-1-16,-10-8-1 16,-6-6-18-16,-5 0-34 15,-22 6-83-15,0 0-571 16</inkml:trace>
  <inkml:trace contextRef="#ctx0" brushRef="#br0" timeOffset="178137.66">16850 12673 764 0,'0'0'139'16,"0"0"-139"-16,0-18 22 15,2 22 26-15,5 24-30 16,-2 6-3-16,-1 6 25 15,-1 4-10-15,1 1-1 16,-2-1 6-16,7-2-24 16,-5-2-3-16,8-4 3 15,1-8-1-15,1-8-2 16,1-6 5-16,1-8-12 16,-3-2 1-16,7 0 0 15,9-4 1 1,2 0-3-16,1 0-17 15,-8-4 6-15,-11-4-31 16,-6 0-35-16,-7 0-49 16,0 4-54-16,0 0-85 15</inkml:trace>
  <inkml:trace contextRef="#ctx0" brushRef="#br0" timeOffset="178966.13">16779 13024 575 0,'0'0'232'0,"-16"-10"-235"16,47 6 3-16,14 0 83 16,0 2-31-16,0 0-40 15,-1-2-2-15,-4-2 4 16,3-4 9-16,-1 0 54 16,-3-3-56-16,4-2 10 15,-12 1-11 1,-6 0-14-16,-10 3 5 0,-13 7-9 15,-2 0 10-15,0 4-2 16,0 0-5 0,-13 0-8-16,-13 0-16 15,-3 7 14-15,2 15-2 16,-2 6 7 0,0 4 2-16,2 2-1 0,5-2 7 15,10-2-5-15,10-6 1 16,2-4-2-1,0-8-2-15,16-8 6 16,6-2-5-16,1-2 11 16,-1 0-8-16,3-4 3 15,4-14 1-15,-2 2-6 16,-4-2-2-16,-7 4-6 16,-7 8 1-16,-7 2-2 15,-2 4-3 1,0 0 2-16,0 0-46 15,0 14 45-15,0 2 5 16,0 0 4-16,0-4-5 16,0-6-3-16,0-2 3 15,0-4 1-15,12 0-3 16,3-8-1 0,16-28-14-16,3-10-50 15,-1-4-10-15,-4-5-16 16,-11 8 39-16,0-2 41 15,-9-1 6-15,-7 0 2 16,-2 6-7-16,0 8 17 16,-4 8 33-16,-12 10 58 15,1 8 8-15,3 6-28 16,-1 4-28-16,1 0-28 16,2 4-15-16,-3 16 0 15,1 22 8 1,7 6 32-16,5 8-10 15,0 5-6-15,0-10 7 16,13-2-10-16,8-1-6 16,4-8 4-16,-3-10-3 15,-5-6-9-15,2-6-5 16,-6-10-4 0,0-2-3-16,0-6-37 0,1 0-51 15,-14 0-134-15,0-10-195 16</inkml:trace>
  <inkml:trace contextRef="#ctx0" brushRef="#br0" timeOffset="181282.28">20072 12864 339 0,'7'-6'97'0,"-5"2"-91"16,0 1 115-16,0 2-30 15,-2-2-12-15,0 2 3 16,0-6 4-16,0 5-21 16,0-2-8-1,0 0-8-15,0 4-7 0,0-1-26 16,-8 1 0 0,-13 0-9-16,-6 0-2 15,-4 0-4-15,0 9 1 16,2 5 1-1,0 3 7-15,3 1 11 0,4 4-8 16,-1 4 5-16,6 2-13 16,5 10-2-1,6 0-3-15,6 0 2 16,0-2-3-16,0-10 1 16,0-6 0-16,10-2 2 15,13-4-1-15,2-6-1 16,4-6 4-16,4-2-4 15,0 0 0-15,-2-14 0 16,1-6 9 0,-5-4-9-16,-5 0 3 15,-5-2 1-15,-3-2 0 16,-7-10 0-16,-5-2 6 16,-2 0 8-16,0 2-1 15,-7 12 2-15,-11 3 4 16,-4 7-14-16,-7 6 9 15,3 6-15 1,-5 4-14-16,2 0-21 16,6 0-13-16,3 4-6 15,15 2-62-15,5-2-121 16</inkml:trace>
  <inkml:trace contextRef="#ctx0" brushRef="#br0" timeOffset="181719.19">20289 12909 119 0,'6'0'112'16,"-6"0"-18"-16,0 0 30 16,0 0 32-1,0 0-41-15,0 0 66 16,0 3-108-16,0 3-41 16,-9 4-7-16,-5 6-7 15,-3 10-1-15,-1 4 19 16,1 2 25-16,-2 2-37 15,7-4-2-15,2 0-3 16,6-6-8 0,4-6-10-16,0-4 0 15,0-10-1-15,0-1-13 0,0-3-7 16,0 0-26 0,0 0-181-16,0-11 40 15,0 1-74-15,0-2-225 16</inkml:trace>
  <inkml:trace contextRef="#ctx0" brushRef="#br0" timeOffset="181969.14">20162 12984 400 0,'0'0'226'16,"0"0"-154"-16,0-22 4 0,0 22 85 16,0 0-67-1,0 0-57-15,10 0-2 16,9 8 2-16,4 14-9 15,4 0-2-15,-2 0-3 16,4 0-15 0,0-2-4-16,-4-4-2 15,-4-2 3-15,-9-6-5 16,1-2-9-16,-3 0-24 16,-2-6-45-16,3 0-42 15,-2 0-92-15,-9 0-78 16,0 0-73-16</inkml:trace>
  <inkml:trace contextRef="#ctx0" brushRef="#br0" timeOffset="182234.69">20553 12950 598 0,'0'0'160'0,"0"0"-144"16,0-16-13-16,0 16 86 15,0 0-32-15,0 18-46 16,0 16 22 0,0 0 33-16,0 2-37 15,8-4-13-15,0-10-5 0,-1-4-2 16,-1-6-6 0,2-2-6-16,-2-4 0 15,-2-2 1-15,3-4-39 16,-3 0-51-16,-2 0-56 15,-2-6-64-15,0-8-96 16</inkml:trace>
  <inkml:trace contextRef="#ctx0" brushRef="#br0" timeOffset="182375.29">20571 12851 37 0,'0'0'728'16,"0"0"-728"-16,0 0-72 15,-4-18 24-15,4 22-161 16,0 6-67 0</inkml:trace>
  <inkml:trace contextRef="#ctx0" brushRef="#br0" timeOffset="183227.46">20752 13016 276 0,'0'0'52'0,"0"0"-47"0,0 0-5 16,0 0 26-16,80 4-20 16,-67-14 2-1,-4-4 9-15,-5 2 11 16,6-2 33-16,-10 2 21 16,0 4-13-16,0-2-11 15,-5 4-9-15,-13 6 11 16,-4 0-47-16,-5 0-11 15,0 3-1-15,3 18 10 16,0 5 35 0,3 0-7-16,11 2 12 0,3-2-36 15,7-2-7 1,0-4-8-16,9-6 1 31,11-6-2-31,0-8 2 0,2 0-1 16,1 0 15-16,0-12 3 15,9-20-7-15,-6-4-2 16,1-8-2-16,-4-4-6 16,-15 4 0-16,4-2 5 15,-10 3-6 1,-2 7 0-16,0 10 4 16,0 12 4-16,0 8 29 15,0 6-3-15,0 0-5 16,-2 20-29-16,-5 13 2 15,0 4-6-15,5 8 8 16,2 0-6 0,0 10 2-16,0-7 6 15,7-4-3-15,11-8 0 16,-1-14 9-16,1-8-8 16,5-6 8-16,-4-4-4 15,6-4 14-15,4 0-15 16,2-1-2-16,9-28-5 15,-4 1 1-15,-6-6-3 16,-7-4-3-16,-13 2-2 16,-6-4 5-16,-4 1-1 15,0 6 0 1,0 7-2-16,0 12 1 16,-14 7 2-16,-1 7-12 15,-5 0 12-15,-3 25 4 16,2 11-2-16,5 6 28 15,9 4-11-15,7-2-8 16,0 6 2 0,11-8 8-16,18-8-16 0,2-10 6 15,0-16 2-15,3-8-9 16,2 0 8 0,8-2-4-16,-2-20-5 15,-5-4-1-15,-16 2-18 16,-21 6-19-16,0 12-55 15,-6 4-203 1</inkml:trace>
  <inkml:trace contextRef="#ctx0" brushRef="#br0" timeOffset="186294.39">23796 12376 258 0,'0'-10'449'0,"-6"8"-401"16,2 0-48-16,0 2 50 15,2 0 64-15,-3 0-65 16,3 0-44-16,-2 0 12 15,-8 0 6-15,1 0 8 32,-11 0-2-32,-2 4 25 15,-3 8-24-15,-4 2-10 0,2 2 0 16,-2 2-8 0,-1 6-2-16,1-2 4 15,7 3-9-15,3 0 10 16,6-3-12-16,3 3 5 15,8-3-5-15,4-6-3 16,0 2 1-16,0-8 0 16,0 0-2-16,10-2-5 15,23-2 6 1,9 0-3-16,10 0 0 16,6 0 1-16,-10 4-11 15,-1 4 2-15,-5 4-4 16,-4 2-1-16,-9 0 8 15,-9-1-24-15,-15-1 26 16,-5 5 1-16,-9-1 5 16,-32-2 21-16,-9 1-2 15,-13-9 7-15,-3-2-8 16,-9-5 4 0,-7-2 11-16,15-3 16 15,14 0-25-15,15 0-17 0,25 0 4 16,8-3-11-1,3-5-7-15,2-2 1 16,0 2-32-16,2-3 15 16,25-2-16-16,24 1-33 15,9 1-89-15,-31 7-172 16</inkml:trace>
  <inkml:trace contextRef="#ctx0" brushRef="#br0" timeOffset="186668.91">24205 12695 717 0,'0'0'0'0,"0"0"4"15,0 0 53-15,-6 0 92 16,-4 0-108-1,-1 0-28-15,-4 6 37 16,-5 10-20-16,0 0-12 16,0 0 9-16,6 0-3 15,6 0 11-15,3 4 4 16,5-2-4-16,0 2-23 16,0-1-9-16,7-1 8 15,22-4-10 1,4-3 0-16,5-7 6 15,-3-4-7-15,-1 0 4 0,0 0-4 16,1-11-4 0,-8-11-25-16,-5-3-37 15,-22 11-49-15,0 2-231 16</inkml:trace>
  <inkml:trace contextRef="#ctx0" brushRef="#br0" timeOffset="186840.76">24288 12457 804 0,'0'0'153'0,"0"-4"-153"16,0 4-280-16,-5 0 271 15,3 4 7 1,-1 0-248-16</inkml:trace>
  <inkml:trace contextRef="#ctx0" brushRef="#br0" timeOffset="188012.34">24216 12480 329 0,'-13'-9'419'0,"2"6"-419"15,-3 3-12-15,-6 0 12 16,1 0 102-16,-2 0-75 16,-1 15-9-16,2 3 44 15,0 2 3-15,7 0 8 16,5 1-59-16,8-2 1 15,0-7-11-15,0-2 0 16,4-8 3 0,13-2-6-16,8 0 11 15,1 0 0-15,1-8-3 16,0-10 3-16,-5-2-12 16,-8-2 0-16,-6 4 0 0,-3 6 0 15,-5 6 4-15,0 2-3 16,0 4 0-1,-25 0-1-15,-8 7-67 16,-7 19-85-16,19-12-127 16,11-1-156-16</inkml:trace>
  <inkml:trace contextRef="#ctx0" brushRef="#br0" timeOffset="188833.02">23497 13204 629 0,'2'-18'134'15,"-2"14"-134"-15,0 2 7 16,2 2 98-16,-2 0-24 16,0 0-42-1,0 0 0-15,0 0 1 16,0 0-20-16,0 23 4 16,0 14 10-16,0 7 2 15,0 6-6-15,0 1-19 16,0 3-5-16,0 0 11 15,0 6-17 1,2-2 6-16,3-11-5 16,-1-9 6-16,-1-18-6 15,-1-10 0-15,0-2-1 16,0-6 0-16,1-2-34 16,1 0-48-16,2 0-11 15,-6-24-89 1,0 6-70-16,0-4-152 15</inkml:trace>
  <inkml:trace contextRef="#ctx0" brushRef="#br0" timeOffset="189116.54">23512 13182 768 0,'0'0'115'15,"0"0"-107"-15,31-34 87 16,-6 34-44-16,12 5-29 15,2 22 2-15,-3 7-15 16,-10 6 6-16,-15-7-14 16,-11-4 2-16,0 2 5 15,0-3-6 1,-25-2 29-16,-12-2-17 16,-13-4 10-16,-5-4-16 0,-7-6-5 15,11-4-3 1,9-6 0-16,13 0-143 15,29 0-128-15,0 0-162 16</inkml:trace>
  <inkml:trace contextRef="#ctx0" brushRef="#br0" timeOffset="189438.17">24023 13275 536 0,'0'0'154'0,"0"0"-130"15,0 0 43-15,2-4 174 16,4 4-201-16,8-5-15 15,3 1-20-15,4-1-2 16,1 1 5-16,0-5-8 16,0 8-2-16,1-3-3 15,-3 1-2-15,-2 3-10 16,-2 0-48-16,-3 0-54 16,-13 0-99-16,0-2-215 15</inkml:trace>
  <inkml:trace contextRef="#ctx0" brushRef="#br0" timeOffset="189783.05">24413 12962 986 0,'0'0'0'0,"0"0"-19"0,0 0 19 0,0-16 78 16,4 46-50 0,-2 8 9-16,0 8-10 31,3 4 2-31,-3-6-4 0,2 0-17 0,0 1 5 31,6-8-11-31,-1-2 4 16,5-9-5-16,-1-6 2 15,9-2-3-15,0-8 0 0,2-2-2 0,3-8-27 32,-6 0-34-32,-4-8-12 15,-15-6-81 1,-2-2-86-16</inkml:trace>
  <inkml:trace contextRef="#ctx0" brushRef="#br0" timeOffset="190376.11">24355 13198 823 0,'0'0'152'0,"0"0"-152"16,0-22 0-16,33 14 58 31,9 4-23-31,5-2-23 16,9 1-12-1,-5-2-4-15,-6-1-16 16,-12 2 9-16,-22 4-24 0,-5-2-6 0,-6 4 25 15,0 0 16-15,0 0 11 32,0 0-1-32,0 0 13 0,0 0-11 15,-2 0 6-15,2 12 10 16,0 14-12-16,0 4-2 0,0 5 14 16,0 1-17-1,19 8-8-15,-2-4-3 16,-1-10-1-16,-1-6 1 15,-5-12-5-15,0-4 0 16,1-6-6 0,1-2 6-16,-1 0-9 0,3-18 13 15,-4-14-4-15,1-14 4 32,-3 1 0-17,-4 4 2-15,0 6 3 0,-4 21 1 0,2 6 2 16,-2 4 28-16,0 4 7 15,0 0 7 1,0 22-47-16,0 18-1 0,-8 10 4 16,-10 7 2-1,-3 7 3-15,2-2-8 16,-2-2-1-16,6-6 2 16,1-12-6-16,6-6 3 15,6-11-18-15,2-11-15 16,0-8-58-16,0-6-37 15,4 0-120-15,7-2-147 16</inkml:trace>
  <inkml:trace contextRef="#ctx0" brushRef="#br0" timeOffset="190878.05">25020 13214 1055 0,'0'0'83'16,"0"12"-83"-16,0 31 0 16,0 11 18-1,8 8 15-15,0-2-19 0,-1 2-13 16,1-5 8-16,2-12-7 16,-3 0 1-1,-1-13 6-15,-2-13-9 16,1-4 0-16,-2-13-2 15,-1-2-10-15,0-2-25 16,-2-27-31-16,0-11-39 16,0-7-19-16,-2-8 26 15,-12-5 39-15,3-2 15 16,5 0 10 0,4 16 33-16,2 11 108 15,0 13 8-15,2 8-25 16,19 6-22-1,6 4-48-15,4 4-11 0,1 0-2 16,-3 0-3-16,-3 8-1 16,-3 13-1-16,-12 5 0 15,-7-1 3-15,-4-2-3 16,-2 1 8-16,-25-4 21 0,-6 0 7 16,-3-4-3-1,-8-2-16-15,3-6-7 31,8-4-57-31,8-4-93 16,25 0-180-16,0 0-326 16</inkml:trace>
  <inkml:trace contextRef="#ctx0" brushRef="#br0" timeOffset="191242.08">25321 13393 671 0,'0'0'324'15,"48"-32"-324"-15,-22 12 2 16,3 0 18-16,3-4 39 16,-9 2-39-16,-4 0 1 15,-11-2 0 1,-8 2 2-16,0 1-2 0,-6 6-11 15,-23 8-10-15,-9 7-15 16,-5 0 12 0,-12 20 3-16,4 18 14 15,11 6-5-15,19 6 10 16,21-5 5-16,3-3-9 16,36-4 8-16,15-4-10 15,15-10 0-15,9-10 6 16,5-8-19-16,5-6-10 15,-61 0-64-15,-13-12-279 16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10:36:02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22098 10449 213 0,'0'0'83'0,"0"0"-70"16,0-4-8 0,0-2-2-16,4 2 3 15,3 2-4-15,-5 2-2 16,-2 0 0-16,0 0-4 0,0 0 4 15,0 2 11-15,0 14-6 16,-4 6 3-16,-15 0-3 16,-5-2-1-16,2 0-4 15,2-5 0 1,7-5-5-16,5-6 4 0,8-4 1 16,0 0 0-16,0 0 1 15,19-17-1 1,5-2-1-16,3-2 1 15,-16 9 0-15,-2 4-1 16,-7 6 1-16,-2 2 0 16,0 0-4-16,0 0-22 0,-13 8 22 15,-10 10 3 1,2 0-2-16,-2 0-10 16,5-8 5-16,9 1 8 15,7-10 0-15,2-1 0 16,0 0 0-16,29-12 12 15,17-16-1-15,4 0-10 16,-8 2 0-16,-22 14-1 16,-13 6-10-16,-7 4-17 15,0 2 5-15,-18 0 8 16,-18 6 10-16,3 12 2 16,-1 0 2-16,5 0 0 15,14-4 3-15,5-6 10 16,8-3 12-16,2-5-18 15,0 0-5-15,12 0 6 16,24-5-4 0,-1-8-4-16,-21 2-34 0,-3 3-57 15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6:17:59.2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4616 15940 8 0,'9'15'0'16</inkml:trace>
  <inkml:trace contextRef="#ctx0" brushRef="#br1" timeOffset="11383.65">17958 1642 371 0,'0'2'111'0,"0"-2"-92"16,0 0 21-16,0 0 49 15,0 0-58-15,0 0-22 16,0 0-3-16,0 0 10 16,0 0-4-16,0 0 3 15,0 0 17-15,0 0-13 16,0 0 6-16,0 0 5 16,0 0-18-16,0 0 7 15,0 0-15-15,0 0-3 16,0 0 13-16,0 0-13 15,0 0 10-15,0 0 14 16,0 0-6-16,0 0 15 16,0 0-7-1,0 0-7-15,0 0 29 0,0 0-33 16,0 0 2-16,0 0-8 16,0 0 18-1,0 0-9-15,0 0-8 0,0 0 21 16,0 0-12-16,0 0-2 15,0 0 5-15,0 0-20 16,0 0 15-16,0 0-11 16,0 0-5-16,0 0 21 15,0 0-16-15,0 0 5 16,0 0-1-16,0 0 4 16,0 0-15-16,2 0 0 15,16 0 11-15,20 0-7 16,11 0 12-1,8 0-10-15,3 0 1 16,-6 0-5-16,-2 0-2 16,-6 0 0-16,-3 0 3 0,-12 0-3 15,-14 0 0-15,-5 0-1 16,-10 0 8-16,-2 0-14 16,0 0 7-1,0 0 0-15,0 0 9 16,0 0-5-16,0 0-4 0,0 2 6 15,0-2-10 1,0 0 4-16,0 0-2 16,0 0-8-16,0 0-8 15,0 0-13-15,-4 0-10 16,-4 0-28-16,-2 2-16 16,-5 0-21-16,-4 0-93 15,9-2-73 1,2 0-93-16</inkml:trace>
  <inkml:trace contextRef="#ctx0" brushRef="#br1" timeOffset="12214.95">18087 1791 210 0,'0'0'140'0,"-2"0"-94"16,2 0-38-16,-3 0 60 15,3 0 7 1,-4 0 37-16,2 0-81 0,-2 0-12 16,-1 0 17-1,0 0-5-15,1 0 3 0,1 0-3 16,1 0-12-16,-2 0 12 15,2 0-7-15,-2 0-3 16,-1 0 3-16,1 0-23 16,1 0 3-16,-2 0 9 15,5 0-12-15,0 0 18 16,0 0 2-16,0 0 0 16,0 0 43-16,0 0-30 15,0 0 0-15,0 0-17 16,0 0 16-1,0 0-19-15,0 0-2 0,0 0 11 16,0 0-17-16,0 0 5 16,3 0-6-16,2 0 2 15,4 0 7-15,6 0-12 16,9 0 0-16,5 0 29 16,7 0-29-16,7-3 11 15,-1 3-11-15,0 0 15 16,-1 0-17-16,-10 0 0 15,-4 0 4-15,-12 0-4 16,-7 0 0-16,-2 0 0 16,-6 0 6-16,0 0-8 15,0 0 4-15,0 0-2 16,0 0 8-16,0 0-7 16,0 0-1-16,0 0 0 15,0 0 2-15,0 0-11 16,0 0 9-1,0 0-15-15,-8 0-22 0,0 0 17 16,-1 0-4-16,-3 0-24 16,1 0 24-1,-2 0-40-15,-3 0-25 0,-2 0-38 16,12 0-166 0,-1 0-100-16</inkml:trace>
  <inkml:trace contextRef="#ctx0" brushRef="#br1" timeOffset="12976.87">17949 1666 9 0,'-2'-2'346'0,"2"0"-277"16,0 2-61-1,0 0 57-15,0 0 23 0,0 0-24 16,0 0-10-16,0-2-25 16,0 2-2-16,0 0 18 15,0 0-4-15,0 0 12 16,0 0-4-16,0 0-16 16,0 0 13-16,0 0-21 0,0 0-4 15,0 0 16-15,0 0-20 16,2 0 0-16,17 0-5 15,18 0 31 1,5-2-28-16,2 0-1 0,3 2 6 16,-11 0-17-16,-3 0 5 15,-2 0-8-15,-8 0 1 16,-5 0 2-16,-7 0-3 16,-9 0 0-16,0 0 3 15,-2 0 1-15,0 0-4 16,0 0 0-1,0 0 3-15,0 0-3 16,0 0-1-16,0 0-2 16,0 0-9-1,-2 0-25-15,-7 0-44 16,-2 0-26-16,-5 0 36 16,0 0-55-16,-1 0-28 15,10 0-73-15,0 0-120 16</inkml:trace>
  <inkml:trace contextRef="#ctx0" brushRef="#br1" timeOffset="13698.25">18007 1831 339 0,'0'0'25'0,"-2"0"30"0,0 0 43 16,2 0-6-1,0 0-33-15,0 0-20 16,0 0 6-16,0 0-5 16,0 0 16-16,0 2-3 15,0-2-15-15,0 0 10 16,0 0-7-16,0 0-6 0,0 0-8 16,0 0-14-16,0 0 8 15,6 0-15-15,14 0 39 16,9 0-22-16,4 0-7 15,3 0 5-15,9 0-17 16,-6 0 16 0,-2 0-20-16,-4 0 0 15,-16 0 13-15,-5 0-11 0,-10 0-1 16,-2 0-1-16,0 0 5 16,0 0-6-16,0 0 1 15,0 0 0-15,0 0 6 16,0 0-6-1,0 0 0-15,0 0-5 16,0 0 5-16,0 0-44 0,0 0-58 16,-9 0-54-1,-2 0-65-15,-5 1-223 16</inkml:trace>
  <inkml:trace contextRef="#ctx0" brushRef="#br2" timeOffset="21612.38">15136 4935 332 0,'0'0'37'0,"0"0"-37"15,0 0 6-15,0 0 51 16,0 0-30-16,0 0 2 16,0 0-5-16,0 0 32 15,0 0-23 1,0 0 6-16,0 0 10 0,0 0-19 15,0 0 0-15,0 0 0 16,0 0-12 0,0 0 49-16,0 0-53 15,0 0 13-15,0 0-11 16,0 0 6-16,0 0-4 16,0 0-15-16,0 0 36 15,0 0-35-15,0 0 17 16,0 0-20-1,0 0 11-15,6 0-5 16,2 0-5-16,5 0 19 16,3 0-18-16,2 0 6 15,9 0 3-15,-1 0-6 16,-3 0-6-16,0 0 5 16,-8 0-3-16,1 0-2 15,-3 0 0 1,-3 0 5-16,0 0-2 15,-3 0-6-15,-5 0 7 0,0 0-1 16,-2 0-3 0,0 0 0-16,0 0 3 15,0 0 0-15,0 0-5 0,0 0 2 16,0 0-45 0,0 0-98-16,0 0-16 0,0 0-66 15,-4 0-153-15</inkml:trace>
  <inkml:trace contextRef="#ctx0" brushRef="#br2" timeOffset="22145.46">15668 4899 255 0,'8'-3'83'0,"-8"3"-43"16,0 0 64-16,0 0-28 16,0 0-10-16,0 0-15 15,4 0-25-15,-1-1 5 16,3 1-2-16,2 0-6 16,0 0-20-16,5 0 7 15,5 0 0-15,3 0-4 16,-2 0 23-16,6 0-17 15,0 0 6 1,8 0 14-16,-4 0 4 16,0-4-23-16,-10 2-13 15,-9 2 16-15,-8 0-14 16,-2 0-2-16,0 0 5 16,0 0-2-16,0 0-6 15,0 0-56-15,0 0-33 16,0 0-77-1,-4 0-50-15,0 0-218 0</inkml:trace>
  <inkml:trace contextRef="#ctx0" brushRef="#br2" timeOffset="22629">16285 4903 304 0,'0'2'72'0,"0"-2"7"16,0 0 65-1,0 0-38-15,0 0-23 16,0 0-38-16,2 0-3 16,0 0-29-1,-2 0-9-15,6 0 9 16,-1 0-13-16,4 0 0 15,4 0 6-15,0 0-10 16,6 0 4-16,-1 0 0 16,-1 0 0-16,-3 0 3 15,-1 0-3-15,-2 0 4 16,-2 0-11-16,2 0 7 16,-2 0-27-16,-2 0-20 15,0 0-28-15,-7 0-27 16,0 0-84-1</inkml:trace>
  <inkml:trace contextRef="#ctx0" brushRef="#br2" timeOffset="23066.42">16844 4905 8 0,'8'2'330'0,"-5"-2"-274"0,1 0-24 16,1 0 65-16,-1 0-1 16,5 0-17-1,0 0 4-15,5 0-56 16,-1 0-14-16,5 0 16 16,11 0-16-16,4 0 2 15,3 0 2 1,-1 0-12-16,-10 0-5 0,-3 0 0 15,-2 0-5 1,-4 0 3-16,-3 0-43 16,-3 0-51-16,-10 0-104 15,0 0-87-15</inkml:trace>
  <inkml:trace contextRef="#ctx0" brushRef="#br2" timeOffset="23393.89">17436 4896 375 0,'0'0'31'15,"18"-5"-17"-15,-9 3 118 16,2 2-33-16,1-3-57 0,-2 2-8 16,4 1-3-1,-1-3-29-15,6 2 2 0,-2 1 2 16,5-3-6-16,3 3 0 16,2-1 0-16,1 1-6 15,-1 0-49-15,-20 0-99 16,2 0-92-1</inkml:trace>
  <inkml:trace contextRef="#ctx0" brushRef="#br2" timeOffset="23628.74">17991 4871 637 0,'0'0'11'0,"0"0"-3"15,0 0 43-15,54 0-17 16,-39 0-18-16,-1 0-3 16,1 0-13-16,1 0-3 15,-3 0-69-15,5 0-62 16,-16 0-73-1</inkml:trace>
  <inkml:trace contextRef="#ctx0" brushRef="#br2" timeOffset="23878.69">18352 4871 600 0,'0'0'89'0,"0"0"-89"16,0 0-17 0,54 0 17-16,-33 0-6 0,4 0-74 15,-18 0-56-15,0 0-80 16</inkml:trace>
  <inkml:trace contextRef="#ctx0" brushRef="#br2" timeOffset="24113.04">18737 4873 498 0,'0'0'174'0,"0"0"-162"16,0 0 16-16,47 0-11 15,-28 0-15-15,7 0 1 16,-2 0-6-16,3 0-31 16,-4 0-87-16,-21 0-16 15,0 0-62-15</inkml:trace>
  <inkml:trace contextRef="#ctx0" brushRef="#br2" timeOffset="24331.17">19034 4873 484 0,'0'0'171'0,"0"0"-146"16,0 0-17-16,22-9 64 15,-9 5-51 1,12 3-20-16,2 1-7 16,2-3-56-16,0 2-73 15,-25-2-22-15,3 1-51 16</inkml:trace>
  <inkml:trace contextRef="#ctx0" brushRef="#br2" timeOffset="24534.74">19414 4836 387 0,'0'0'112'0,"0"0"-62"15,0 0 198-15,0 0-194 16,54-12-30-16,-38 11-6 16,4 1-17-1,2 0-1-15,1 0 0 16,2 0-78-16,-4 0-11 0,4 0-35 15,8 0 11 1,-24 0 10-16,0 0-29 16</inkml:trace>
  <inkml:trace contextRef="#ctx0" brushRef="#br2" timeOffset="24706.08">19780 4834 330 0,'0'0'144'15,"0"0"-93"-15,0 0 25 16,0 0-3-1,41 0-33-15,-30 0-28 16,4 0-12-16,3 0-42 16,7 0-69-16,-1 0-20 15,-15 2-31-15</inkml:trace>
  <inkml:trace contextRef="#ctx0" brushRef="#br2" timeOffset="24862.89">20063 4855 381 0,'0'0'91'0,"0"0"-75"16,0 0 113-16,20 1-122 15,-13-1-6-15,7 0-2 16,5 0-51-16,4 0-42 16,1 0-3-16,-15 0-23 15,-3 0-62-15</inkml:trace>
  <inkml:trace contextRef="#ctx0" brushRef="#br2" timeOffset="25034.71">20349 4874 117 0,'0'0'156'0,"0"0"-80"16,0 0 177-16,0 0-170 16,31 3-28-1,-20-3-12-15,7 0-43 0,-1 0-3 16,8 0 2-16,2 0-45 15,-19 0-71 1,4 0-112-16</inkml:trace>
  <inkml:trace contextRef="#ctx0" brushRef="#br2" timeOffset="25190.34">20719 4877 461 0,'0'0'136'15,"0"0"-120"-15,0 0-12 16,0 0 27-16,50 0-31 0,-42 0-20 16,0-3-99-1</inkml:trace>
  <inkml:trace contextRef="#ctx0" brushRef="#br2" timeOffset="25339.22">21074 4859 86 0,'0'0'240'16,"0"0"-208"0,0 0-29-16,0 0 47 15,0 0-50-15,94-13-2 0,-90 13-77 16,4 0-14 0</inkml:trace>
  <inkml:trace contextRef="#ctx0" brushRef="#br2" timeOffset="25546.65">21421 4846 203 0,'0'0'132'15,"0"0"-82"-15,0 0 23 16,0 0 42-16,0 0-45 16,28 0 9-16,-21 0-16 15,8 0-35-15,6 0-26 16,1 0-7-16,2 0-35 15,-2 3-37-15,1 0-3 16,2 1-56-16,-19-1-15 16,-2-3-97-16</inkml:trace>
  <inkml:trace contextRef="#ctx0" brushRef="#br2" timeOffset="25687">21737 4878 113 0,'0'0'213'16,"0"0"-148"-16,0 0-28 15,0 0 90-15,0 0-103 16,75 0-16-16,-57 0-8 16,2 0-24-1,-15 0-95-15,1 0-11 16</inkml:trace>
  <inkml:trace contextRef="#ctx0" brushRef="#br2" timeOffset="25905.37">22053 4886 254 0,'0'0'58'16,"0"0"-24"-16,0 0-15 15,0 0-19-15,64 3-6 16,-52-3 5-16,1 0-19 16,2 0-1-16,1 2 14 15,3-2-18-15,-2 0 14 16,1 1-3-16,4-1-6 15,-17 0-79-15,1 0 15 16</inkml:trace>
  <inkml:trace contextRef="#ctx0" brushRef="#br2" timeOffset="26092.82">22414 4903 296 0,'0'0'59'16,"0"0"-35"-16,0 0-24 15,54 2-3-15,-41-2-53 16,-2 0 7-16,5 0 13 16,-1 0-41-16,1 0 38 15,-3 0-8-15,3 0 17 16,-10 0 30 0,-1 0-8-16</inkml:trace>
  <inkml:trace contextRef="#ctx0" brushRef="#br2" timeOffset="26233.89">22770 4905 222 0,'0'0'63'0,"0"0"-56"0,0 0-1 16,0 0-1-16,78 0-5 16,-75 0-56-1,1-2-72-15</inkml:trace>
  <inkml:trace contextRef="#ctx0" brushRef="#br2" timeOffset="26359.02">22957 4896 270 0,'0'0'71'0,"0"0"-69"0,0 0-2 16,0 0-3 0,0 0-30-16,68-7-51 15,-66 7-53-15</inkml:trace>
  <inkml:trace contextRef="#ctx0" brushRef="#br2" timeOffset="26545.86">23127 4889 74 0,'27'0'137'16,"-16"0"-107"-1,0 0 2-15,4 0 11 16,-2 0-43-16,3 0-2 16,5 0-54-16,3 0-62 15,0 0 34-15,1 0 84 16,-5 0 6-16,-2 0 44 15,-2 0 71-15,-1 0-69 16,5 0-41 0,-18 0-38-16,3 0-242 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6:19:18.457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8354 3950 145 0,'0'0'65'0,"-2"0"-60"16,2 0 7 0,-2 0 15-16,2 0 2 0,0 0-26 15,0 0-1-15,-2 0 1 16,2 0-2-1,-2 0 0-15,0 0 9 16,0 0 9-16,-1 0-3 16,1 0-2-16,2 0 6 15,0 0-8-15,0 0 7 16,-2 0-11-16,2 0 8 16,0 0-14-16,0 0 6 15,0 0 12 1,-2 0-1-16,2 0 17 15,0 0 10-15,0 0-19 16,0 0 12-16,0 0-19 16,0 0 33-16,0 0-35 15,0 0 13-15,0 0 4 16,0 0-22 0,0 0 23-16,0 0-24 0,0 0-3 15,0 0 9-15,0 0-11 16,2-4-7-1,13 0 5-15,1 0 0 16,4 0-5-16,-2 0 0 16,2 0 2-16,2 2 0 0,3 0-2 15,1-2 0-15,-1 4-2 16,-5-2 2-16,-4 2 0 16,-6 0-2-1,0 0 3-15,-1 0-2 16,-3 0 2-16,-2 0-3 0,-1 0 2 15,1 0 0 1,1 0 0-16,-3 0 0 16,1 0-1-16,-3 0-1 15,2 0 2-15,-2 0-10 16,0 0 10 0,0 0-14-16,0 0-6 0,0 0 18 15,0 0-4-15,0 0 6 16,0 0-1-16,0 0 1 15,0 0 0-15,-10 0 4 16,-1 0-4-16,-2 0 0 16,-1 0 0-16,-3 0 3 15,-5 0-1-15,-3 0-2 16,0 0 0-16,1 0 1 16,4 0 2-16,-5 0-3 15,5 2 0 1,7 0 0-16,2 0 0 0,9-2 0 15,0 2 3 1,2-2 1-16,0 0-8 16,0 0 8-16,0 0 4 0,0 0-8 15,0 0 1 1,0 0 11-16,0 0-9 16,0 0 2-16,0 0-5 15,0 0 1-15,0 0-1 16,4 0 0-1,18 0 2-15,5 0 2 0,2 0-4 16,-2 0 0-16,-3 0 0 16,1 0 0-1,-1 2 6-15,-4 0-12 16,1 2 6-16,-9 0-2 16,0-2-5-16,-5 0 6 15,-5 0-5-15,0-2 6 16,-2 0 0-16,0 0-1 15,0 0 5 1,0 0-6-16,0 0 2 16,0 0 0-16,0 0 2 15,0 0-2-15,-2 2 6 16,-19-2-4-16,-1 2-2 16,-4 0 6-16,-3 0 3 15,-2 2-8-15,-14-2-1 16,7 2 2-16,0-2 3 15,7 0 1-15,13 0 0 16,7-2-5-16,5 0 23 16,3 0-12-1,3 0 21-15,0 0-33 16,0 0 13-16,0 0-13 31,0 0 0-31,0 0 9 0,0 0-9 16,7 0 0-16,12-2 5 15,8-6-2-15,16 0-3 16,1-2 0-16,4 6-2 16,-6 0 2-16,-18 4 0 15,-6 0-1-15,-7 0-1 16,-4 0-3 0,-7 0-14-16,0 0 17 15,0 0 2-15,-7 0 0 16,-15 0 4-16,-7 8 4 15,-2 2-16-15,2-2 20 16,4 0-14-16,5 0 2 16,-2 0 0-1,8-2-1-15,1-2 8 0,9 0-13 16,4-4 6 0,0 2 0-16,0-2-10 15,0 0 10 1,0 0-20-16,2 0 19 15,16 0-5-15,2 0 6 16,0 0 0-16,2-2 8 16,0 2-8-16,-2-2 0 15,-4 2 7-15,-3 0-14 16,-4 0 7 0,-7 0-3-16,-2 0-6 15,0 0 6-15,0 0-5 16,0 0 8-16,-11 8 0 15,-18 2 5-15,0-2-5 16,3 0 7-16,8-4-6 16,11-2 3-16,5-2-3 15,2 0 7-15,0 0-16 16,0 0 17-16,0 0-9 16,0 0 3-16,4 0-1 15,19 0-1 1,1-6 8-16,1-2-14 15,-6 4 5-15,2 0 0 0,-5 0 1 16,1 4-1 0,-6-2 0-16,1 2 4 15,-8 0-10-15,-4 0 6 16,0 0-1-16,0 0-4 16,0 0 10-16,0 0-10 15,0 0 12-15,-2 0-5 16,-16 0-2-1,-2 4 0-15,4 2 7 16,7-2-7-16,7-4 0 16,2 0-1-16,0 0 4 15,0 0-10 1,0 0-6-16,7 0 8 0,13 0 10 16,7 0-4-16,-1-6 0 15,3 2 7 1,-2-2-16-16,-2 2 18 15,-5 2-12-15,-5 2 3 0,-6 0-1 16,-4 0 0 0,-5 0 0-16,0 0-5 15,0 0 1-15,0 0 4 16,0 0-1-16,0 0 1 16,0 0 0-1,0 0 6-15,2 0-11 16,0 0 5-16,0 0-1 15,1 0-9-15,1 0 8 16,-4 0-2-16,4 0-2 16,-2 0 3-16,5 0 3 15,0 0 0-15,0 0-4 16,-1 0 4-16,-1 0 0 16,-3 0 0-16,0 0 6 15,0 0-11 1,-2 0 5-16,0 0 1 15,0 0 1-15,0 0-2 16,0 0 0-16,0 0 4 16,3 0-11-16,-1 0 14 15,0 0-11-15,-2 0 4 16,3 0 0-16,-1 0 0 16,2 0 4-16,-2 0-8 15,-2 0 4-15,0 0 0 16,2 0 0-1,5 0 0-15,2 0 0 16,-2 0 6-16,-1 0-12 16,-3 0 6-16,-3 0 0 15,0 0 0-15,0 0 0 16,0 0 0-16,0 0 0 16,0 0 6-16,0 0-5 15,0 0-1-15,0 0 1 0,0 0 9 16,0 0-7-16,0 0-2 15,0 0 5-15,0 0-1 16,-21 0 8 0,-7 4-13-16,-8-2 6 15,-4 4-3-15,4-4-3 0,1 0 0 16,-3 2 9-16,2-4-10 16,2 2 11-16,1 0-10 15,4-2 0-15,0 0 0 31,5 0 0-31,4 0 4 16,2 0-4-16,9 0 0 16,3 0 0-16,1 0 16 15,3 0-14 1,0 0 18-16,2 0-15 0,0 0 18 0,0 0-23 16,0 0 0-16,0 0 11 15,0 0-11-15,0 0 0 16,0 0 0-16,0 0-2 31,0 0 2-31,9 0 0 16,10 0 2-16,4 0-1 0,-5 0-1 15,3 0 0-15,2 0 2 16,6 0-7 0,4 4 5-16,-2 0-7 0,-2 0 6 15,-4 1-2-15,-7-4-3 16,-3 3-8-1,-2-2 8-15,-1 2 0 16,-5-2-9-16,1 0 5 16,-2 1 5-16,-4-3-10 15,-2 1 10-15,0-1 0 16,0 0 5-16,0 0 0 16,0 0 16-1,0 0-14-15,-2 3 6 16,-23-2-1-16,-6 1-6 15,-3 2-1-15,-4 3 0 16,-2-3-1-16,-4 0 3 16,1-1-4-16,1 0 4 15,4-3 2-15,2 0-4 16,10 0 0-16,3 0 6 16,9 0 1-16,12 0 1 15,0 0-5-15,2 0-2 16,0 0 23-1,0 0-20-15,0 0 7 0,0 0-8 16,0 0-4-16,4 0 1 16,15-5 0-1,5 0-3-15,8-4 12 16,7 0-15-16,-1 2 9 0,14 1-6 16,-10 6 3-1,-4 0 0 1,-2 0-6-16,-19 0 6 15,-1 0 0-15,-7 0-6 16,-3 0 0 0,-4 0-23-16,-2 0 13 0,0 0 8 15,0 0 7 1,0 0 1-16,0 0 2 0,0 0 4 16,0 0-6-16,-4 0 0 15,-20 0 1-15,-7 0 1 16,-8 0-2-16,2 2 0 15,1-2 3-15,3 0-1 16,4 0-2-16,8 0 0 16,11 0 1-1,3 0 6-15,7 0-3 16,0 0 7-16,0 0-8 0,0 0-6 16,0 0 3-1,0 0 0-15,13-2 0 16,10-3 3-16,-1 1-6 15,2-3 7-15,1 3-8 16,-1 2 4-16,-3 1 0 16,-6 1-9-16,-6 0 9 15,-4 0-2-15,-3 0 1 16,-2 0-20 0,0 0 3-16,0 0 18 15,0 0 6-15,-12 0-5 16,-12 0 0-16,-6 0-1 15,-1 0 2-15,0 3-5 16,5 1 6-16,2-2-2 16,5-2-1-16,9 0 0 15,5 0 0-15,5 0 8 16,0 0-16-16,0 0 8 16,0 0-23-1,0 0 18-15,13 0-5 16,10 0 10-16,1 0 5 15,-2 0-10-15,-2 0 5 16,1 0 0-16,-8 0-11 16,-5 0-5-16,0 0 14 15,-8 0-11-15,0 0 12 16,0 0-6-16,0 0 7 16,0 0 11-16,0 0-11 15,-12 0 0-15,3 0 0 16,-4 5-3-1,2 0-50-15,-2 1-56 16,-1 2-11-16,5-4-62 16,5-4 10-16,2 0-34 15</inkml:trace>
  <inkml:trace contextRef="#ctx0" brushRef="#br1" timeOffset="33418.87">8448 3796 151 0,'0'0'27'0,"0"0"-14"16,0 0 54-16,0 0-39 15,0 0-5-15,0 0-2 16,0 0 1-1,0 0 12-15,0 0 5 0,0 0-12 16,0 0 11-16,0 0-16 16,0 0-2-1,0 0 2-15,0 0-1 16,0 0 7-16,0 0 2 16,0 0 13-1,0 0-21-15,0 0 1 0,0 0 24 16,0 0-12-16,0 0-12 15,0 0-1 1,0 0 10-16,0 0-13 16,0 0 0-16,0 0 2 15,0 0-13-15,0 0 16 16,0 0-13-16,0 26 20 16,0 16-29-16,0 20 44 15,0 14 9-15,2 18-41 16,3 15 6-1,-2 7-15 1,-3 4 25-16,0-7-26 0,0-7 0 16,0 6 7-1,0-11-6-15,0-13 13 16,0-14-16-16,0-28-1 16,0-8 17-16,0-6-14 15,0-10 1 1,0-6 7-16,0-7-13 0,0-9 1 15,0 0 0-15,0 0 9 16,0 0-9 0,0 0 6-16,0 0-6 15,-3-13-6-15,3-9-52 0,0-8-41 16,0-2 1 0,0 4-100-16,0 18-94 15</inkml:trace>
  <inkml:trace contextRef="#ctx0" brushRef="#br1" timeOffset="34121.83">8061 5119 550 0,'-10'0'1'15,"8"0"96"-15,2 0 7 16,0-2-62-16,0 2-19 16,0 0-14-16,0 0-5 15,0 0 10-15,0 0-13 16,16 0-1 0,15 0 24-16,11 0 24 15,19 0-3-15,11-2-3 16,11-4 13-16,15-2-37 15,8 0 5-15,-6 2-2 16,-11 4-7-16,-14 2-14 16,-9 0 1-1,-20 0 2-15,-17 0-2 0,-11 0-1 16,-18 0 0-16,0 0 6 16,0 0-6-1,0 0 0-15,0 0-2 16,0 0 5-16,0 0-3 15,0 0 0-15,-14 0-23 16,-3 4-10-16,-10 2-30 16,-6 2-240-16,15-8 56 15</inkml:trace>
  <inkml:trace contextRef="#ctx0" brushRef="#br1" timeOffset="34715.94">8342 5235 441 0,'0'0'106'16,"-36"7"-92"-1,36-7-3-15,0 0 79 16,0 3-16-16,0-3-74 0,0 0 1 16,11 0-1-1,16 0 24-15,15 0 6 16,14 0 17-16,4-2-7 15,9-6-16-15,3 0 24 16,3 2-27 0,-15 6 7-16,-13 0-25 0,-21 0-3 15,-20 0 0-15,-6 0-10 16,0 6 8 0,-12 10 4-16,-19 5 3 15,-9 3 1-15,-5-2 3 16,-8 6-8-16,3-6 5 15,13 0 2-15,8-8-8 16,20-8 0-16,7-2 2 16,2-4-1-1,0 0-2-15,0 2-25 16,0 0 23-16,9 0-8 16,8-2 11-16,3 0 14 15,3 4-12-15,-6-2-2 16,-3 4 3-16,-5 0-5 15,-7 0 2-15,-2 6-10 16,0 2-1-16,0 0-35 16,-15 0 22-16,-4-6 24 15,4 0 4-15,4-4 8 16,11-4-9 0,0 0 4-16,0 0-7 15,0 0-7-15,6 0-2 16,12-2 9-16,5-6-13 15,-15 4 0-15,-3 2-568 16</inkml:trace>
  <inkml:trace contextRef="#ctx0" brushRef="#br2" timeOffset="70841.14">8620 3992 588 0,'-2'-14'45'16,"2"8"-37"-1,0 2 24-15,0 4 84 0,0-2-38 16,0 2-53-16,0 0 4 16,0-2-13-16,0 2 4 15,0 0 14-15,0 0-2 16,0 0 6-16,0 0 1 16,0 0-13-16,0 0-22 15,0 0 3-15,0 0-2 16,0 12-1-1,0 12-1-15,13 4 2 16,-1 4-5-16,0 0 16 0,1 7-15 16,1 5 0-1,1-2 6-15,-1 4-6 16,-1-6 7-16,-1-6-8 0,-3-4 0 16,-3-8 6-1,-2-10-3-15,-1-4 9 16,-1-6-9-16,-2-2 10 0,3 0 0 15,-3 0 7 1,0 0 15-16,2 0-16 16,2-8 7-16,3-14 11 15,-1-6-27-15,3-6 2 16,-2-6-6-16,2-2-1 16,0-4 12-16,2-3-10 0,-2 3-3 15,0 2-1 1,-1 2 4-16,-2 4-9 15,0 6 2-15,-2 6 1 16,-1 6 0-16,-1 8-1 16,-2 4 2-1,0 6 1-15,0 0-6 0,0 2-1 16,0 0-15-16,0 0 7 16,0 0-17-16,0 0 3 15,0 0-4-15,0 0-13 16,0 0 1-16,0 0-48 15,0 10-53-15,0-4-56 16,0 0-110-16</inkml:trace>
  <inkml:trace contextRef="#ctx0" brushRef="#br2" timeOffset="71598.28">9054 4205 352 0,'0'0'125'15,"9"-10"-85"1,-7 10-10-16,-2-2 144 16,2 2-130-16,-2 0 4 15,0 0-7-15,0 0 0 16,0 0 20-16,0 0-23 15,0 0-8-15,-6 0-14 16,-9 0 5-16,-6 2-3 16,-6 8 1-16,-4 2-13 15,0 0 3-15,2 2 1 0,2 0-7 16,8-2 7-16,5 0-4 16,7-4-3-1,5-6-11-15,2 0 8 16,0 0-14-16,0 0 9 0,9 2 4 15,18-4 2 1,6 0 10-16,3 2-11 16,-3 2-8-16,-4 4 7 15,-2 2-13-15,-5 4-3 16,-3 2 9-16,-6 0-10 16,-5-2 16-16,-6 0-2 15,-2 0 1-15,0-4-2 16,0 2 4-16,-2-2-6 15,-23-2 9-15,-8 2 43 16,-5-6-8-16,-8-4-6 16,3 0 1-16,6 0-8 15,8-4-1-15,13-10-23 16,7 0-5-16,7-2 2 16,2 0-24-16,0 2-16 15,2 0-22-15,23 2-29 16,6 0-22-16,0-2-20 15,-17 10-28-15,-3 0-56 16</inkml:trace>
  <inkml:trace contextRef="#ctx0" brushRef="#br2" timeOffset="71896.66">9139 4221 109 0,'0'0'135'0,"0"0"-97"15,0 0-4-15,29-22 56 16,-29 22-17-16,0 0-21 15,0 0-8-15,0 0-10 16,0 0-1-16,0 0 5 16,0 8-23-16,0 8 70 15,0 6-18-15,0 4-19 16,0 0-26-16,0 6-7 16,2-2 6-16,3-6-20 15,-1-6 8-15,0-8-9 31,-4-4 4-31,5-2-3 0,-3-2-1 0,0-2 0 16,3 0 6-16,0 0-6 16,1 0-6-16,1-2-107 15,-7-8-69 1,0 2-204-16</inkml:trace>
  <inkml:trace contextRef="#ctx0" brushRef="#br2" timeOffset="72348.62">9217 4124 658 0,'0'0'159'0,"0"0"-139"0,0 0-10 16,0 0 49-16,49-15-45 15,-26 15-11-15,-4 0 33 16,-1 9-28-16,-5 8 13 15,-8 1-21-15,-5 6 0 16,0 2 0 0,-13 0 0-16,-10-4 3 0,6-8 31 15,3-6-13 1,5-2 13-16,9-4-18 16,0-2-9-16,0 0-7 0,0 0-10 15,0 0 2-15,5 0-4 16,9 0 12-1,5 0 13-15,4 0-12 16,-1 2 2-16,-3 6-2 0,-5 0-1 16,-3 4 0-1,-7 4-1-15,-4-2-5 16,0 2 12-16,0-4-2 16,-8 0 28-16,-13 0-6 15,2-2-4-15,-3 0-13 16,-8-2-8-16,4-8 8 0,-3 0-9 0,-5 0-28 15,23 0-58-15,-2-4-152 16</inkml:trace>
  <inkml:trace contextRef="#ctx0" brushRef="#br2" timeOffset="75648.38">12862 1618 509 0,'0'-4'76'0,"0"2"-57"16,0 0 70-16,0 2 7 15,0 0-42-15,0 0-32 16,0 0 20-16,0 0-3 15,0 0 13-15,0 0 2 16,0 0-24-16,0 0-8 16,0 0-3-16,0 0-6 15,0 0 11-15,0 0-21 16,0 0-3-16,0 4 6 16,0 10 8-16,0 2 6 15,0 6-20-15,0 0 25 16,0 14-21-1,5 2 7-15,-1 5 6 0,5-2-17 16,-3-9 10-16,2 1-8 16,-2-7 0-16,1 0 11 15,-3-6-13-15,-2-2 3 16,6-2 3-16,-4-4-5 16,-2-4 6-16,2-4-1 15,-4 0-4-15,0-2 15 16,0-2-9-16,0 0-1 15,0 0-5-15,0 0 4 16,0 0-3-16,0 0 0 16,0 0 11-16,0 0-9 15,0 0 0-15,0 0 4 16,0 0-7-16,0 0 3 16,0 0-5-16,0 0 0 15,0 0 2-15,0 0-2 16,0 0 0-1,0 0 0-15,0 0 2 16,0 0-2-16,0 0 0 0,0 0 1 16,0 0-1-1,0 0 0-15,0 0 1 16,0 0 7-16,0 0-13 16,0 0 5-16,0 0 0 15,0 0 5-15,0 0-2 16,0 0-3-16,2 0 10 0,1 0-8 15,1-2 17-15,2-14-5 16,6-4-7 0,-1-2 6-16,5-6-11 15,-1-6-2-15,3-2 5 0,6-16-8 16,-3 2 3 0,1-1 0-16,-2 7 1 15,-9 16-1-15,-2 8 0 16,-5 6 0-16,-2 2 6 15,0 6-9-15,-2 2 3 0,0 0 0 16,0 4 3 0,0 0-3-16,0 0 0 15,0 0 0-15,0 0-3 16,0 0-1-16,0 0 2 16,0 0-6-16,0 0 7 15,0 0-6-15,0 0 7 16,0 0-15-16,0 0 11 15,0 0-27-15,0 2-15 16,0 8 19-16,0 2-4 16,0 0-13-16,-4 0-22 15,-2 2-35-15,-1 0-24 16,5-10-53-16,-2-2-37 16</inkml:trace>
  <inkml:trace contextRef="#ctx0" brushRef="#br2" timeOffset="76301.25">13250 1827 179 0,'6'0'223'0,"-6"0"-148"16,0 0-30-16,0 0 58 16,0 0-24-16,0 0-11 0,0 0-12 15,0 0 15-15,0 0-13 16,0 1-7-16,0 2 22 15,-13 0-71-15,-12 4 17 16,-1-2-14-16,-8 8 1 16,3-3 4-16,6 2-3 15,8-4 8-15,13-4-15 16,2 2 0-16,2-4-1 16,0 2-16-16,0 2 17 15,0-3-5-15,2 4 5 16,6-1 11-16,5-2-10 15,6 4 4-15,-3-2-3 16,3 6 1-16,6 0-3 16,-3 2 0-16,3 2 1 15,-3 2-1 1,-4 2 0-16,-5-6-2 0,-9 2 0 16,-4-8 1-16,0 2-6 15,-9 0-10-15,-15-2 17 16,-7 2 1-16,-5-6 12 15,1 2 0-15,3-2-11 16,8-4 3-16,6 0-5 16,7 3 0-16,9-3 4 15,2 0-9-15,0 0-30 16,0 0-58-16,13-17-76 16,-2 5-95-1,7-2-130-15</inkml:trace>
  <inkml:trace contextRef="#ctx0" brushRef="#br2" timeOffset="76598.03">13403 1837 642 0,'0'0'82'0,"0"0"-60"15,0 0 72 1,12-10-24-16,-10 10-53 15,3 0-17-15,-3 10-5 16,0 9 5-16,-2 6 3 16,2 3 23-16,2-2-12 15,-1 0 0-15,1-4-4 0,1-2-5 16,-1-4 1-16,1-4-6 16,-3-2 0-1,-2-4 7-15,2-2-6 16,-2 0-1-16,0-2-27 15,0-2-60-15,0 0-76 16,0 0-31-16,0-4-56 16</inkml:trace>
  <inkml:trace contextRef="#ctx0" brushRef="#br2" timeOffset="77090.47">13457 1869 477 0,'0'0'234'15,"0"0"-124"-15,0 0-20 16,0 0-34-16,0-27-28 16,23 26-17-16,3-2-9 15,8 3-1-15,-5 0 9 16,-3 0-4-16,1 3 2 16,-9 9 21-16,-7-1-18 15,-7 6 0-15,-4-2-7 16,0 6 3-16,-13-1-5 15,-14 0 21-15,-6-2-4 16,2-2 14-16,2-4-23 16,6-4-4-16,12 0-2 15,9-8-8 1,2 4 4-16,0-2-17 0,0 0 12 16,7 4 4-16,3-2 1 15,6 4 8-15,3 0-5 16,-4 2-1-16,3 0-2 15,-1 2 0-15,4 2 2 16,-4 0-1-16,-1 0-1 16,-5-2 0-16,-9 2-6 15,-2-1 6-15,0-2-18 16,-33 3 18-16,-51 2 6 16,-28-2 11-16,-11 0-13 15,-4-1 1-15,38-5-10 16,11-4 5-16,18-2-77 31,55-2-137-31,5 0-253 0</inkml:trace>
  <inkml:trace contextRef="#ctx0" brushRef="#br2" timeOffset="85448.17">10447 5901 39 0,'0'0'13'0,"0"0"-2"16,0 0 0-16,0 0 23 0,0 0-30 15,0 0-4-15,0 0 0 16,0 0 2 0,0 0 6-16,0 0 5 15,0 0-6-15,0 0-7 16,0 0-10-16,0 0-16 15,0 0-66-15</inkml:trace>
  <inkml:trace contextRef="#ctx0" brushRef="#br2" timeOffset="93728.66">10380 5927 182 0,'0'0'125'15,"0"0"-94"1,0 0-24-16,0 0 157 0,0 0-101 16,0 0-15-16,0 0-8 15,0 0 4 1,0 0-6-16,0 0 0 15,0 0 10-15,0 0-21 0,0 0-6 16,0 0 5-16,0 0-23 16,2 0 2-16,0 0-5 15,-2 4 0-15,2 6 11 16,3 4-8-16,0 2 11 16,4 6 1-1,-1 2 9-15,-1 1-19 0,5-1-5 16,-6 2 15-1,5 4-11-15,-2 0 1 16,0 0 8-16,0 0-11 16,-5-4 14-16,0-4-16 15,4 2 0-15,-4-2 18 16,3-1-18-16,-3-3 5 16,2-3 1-16,0-1-1 15,-2 1 1-15,0-4-6 16,1 3 0-16,1-1 5 15,1-4-4-15,-2 2-1 16,-3-4 4-16,2 4-5 16,1-1 1-16,1 0 0 15,-2 2 7-15,1 0-7 16,0 4 0 0,-1-4 2-16,-2 0 4 0,3 0-3 15,-3-4-3-15,2 2 0 16,-2 0 3-16,3 2-3 15,-1 0 0 1,1 0 1-16,0 0 1 0,-3-2-2 16,2-2 0-16,-2 2-1 15,3 2 2 1,-1 0-1-16,3 1 2 0,0 2 1 16,-1-3-5-16,1 2 2 15,-1-1 0-15,2-4 3 16,-2 1-3-16,-1-1 0 15,3 3-2-15,0-5 6 16,-2 4-4-16,1-3 0 16,-1 2 1-16,0-2 0 31,4 2-1-31,-3 0 0 16,3 2 2-16,2 8-5 0,1-2 3 0,-2 0 0 15,3-2 4-15,-3-6-4 16,-2-2 0-16,2 0-2 15,0 2 3-15,0-4-1 16,2 2 0-16,-2 2 0 16,1-4 2-16,-1 0-2 31,-3 2 0-31,6 0 0 0,-1-2 4 0,3 2-4 16,-1-2 0-16,2 2-1 31,0 0 1-16,1 1 0-15,0-4 0 0,0 1 6 0,-8-2-10 0,4 3 4 32,-5 0 0-32,3 0 0 0,-4-2 0 0,1 1 0 31,3 1 0-31,-2-2 5 0,1 4-9 0,3-4 4 16,-1 2 0-1,1-4 1-15,-1 4-1 0,-2-3-2 16,3 0 7-16,1 2-8 15,-1-2 3 1,-1 1 0-16,-3 0 2 16,0-1-1-16,1-3-1 15,-5 3 0-15,8-1 0 16,-1-1 0-16,-1 2 0 0,1-2 0 16,0-2 1-16,-4 2-1 15,4-1 0 16,-1-1 0-31,-1 4 1 0,2-1-1 0,1-1 0 16,1 2-1-16,3 0 1 31,-1-2 0-31,6 4 0 0,-3-2 1 0,-5-2-1 32,4 2 0-32,-9 0 0 15,7 2-1-15,-5 0 2 0,5-4-1 0,-5 2 0 16,5-2 0-16,-5 0-3 0,1 2 3 15,1-2 0 1,-1 2 3-16,1-4-4 16,3 2 0-16,2 0 1 15,8 0 0-15,-3 2 0 16,-2-4 0-16,0 2-1 31,-5-2 3-31,0 0-2 16,3 2 0-16,-3 0 0 15,4 0 1-15,-1 0 0 16,-3 2-1-16,4-4 1 16,-3 4 1-16,-3-2-2 0,1-2 0 0,-1 4 7 31,-2-2-7-31,3 0 0 16,-3 0-2-16,3 2 4 0,0-2-3 0,2 0 1 15,-5 0 0-15,1 2 2 16,-1-4-2-16,-2 4 0 15,0-2 0-15,2-2 2 16,-3 4-2-16,3-4 0 16,1 4 2-16,-2-2-2 15,1-2 0 1,3 2 0-16,1-2 7 0,0 2-1 16,1 0-2-16,-3-2-4 15,6 2 12 1,1 0-12-16,-5 0 1 15,4 0 8-15,-8-2-8 0,1 0-1 16,-4 0 0-16,3 0 3 16,-1 0-4-16,1 0 3 15,-1 2-2-15,1-2 2 16,0 0 1-16,1 0-5 16,1 0 2-1,1 0 9-15,1 0-9 0,1 0 0 16,-2 0 9-16,2 0-8 15,0 0-1 1,-1 0 0-16,1 0 1 16,-5 0 0-16,3 0-1 15,-5 0 0-15,3 0 2 16,1 0 1-16,-1 0-3 0,-1 0 0 16,0 0 3-1,3 0 0-15,-3 0-1 16,-1 0-2-16,-1 0 8 15,-1 2-8-15,4 2 0 16,-1-4 0-16,3 0 3 16,2 0-3-16,0 0 0 15,2 0 2-15,-5 0 3 16,6 0-7-16,-2 0 2 16,-1 0 0-1,-2 0 3-15,0 0-1 16,0 0-2-16,-1 0 0 15,3 0 8-15,-5 0-11 16,3 0 3-16,-3 0-1 16,3 0 2-16,-1 0-1 15,1 0 0-15,4 0 7 16,0 0-9-16,3 0 2 16,-2 0 0-16,0 0 5 15,-1 0-5-15,-1 0 0 16,2 0-1-16,-4 2 8 15,1 0-9-15,3-2 2 16,-4 2 0-16,3-2-2 16,-1 0 2-1,0 0 0-15,1 0 7 0,3 0-10 16,1 0 3-16,0 0 0 16,10 0 3-1,1 0-3-15,4 0 0 16,-4 0 1-16,-6 0 5 0,0 0-7 15,0 0 1-15,-1 0 0 16,1 0 2-16,0 0-2 16,5 0 0-16,0 0 3 15,2 0 2-15,-1 0-3 16,3 0-2-16,-3 0 9 16,1 0-9-16,-3 0 0 15,-1 0-3-15,4 0 10 16,-1 0-10-1,-1 0 3-15,-1 0 0 16,-4 0 3-16,-2 0-2 0,4-2-1 16,0-2 2-1,0 2 4-15,3 0-4 0,-3-4-2 16,0 2 0-16,-2 0 0 16,0 0 0-1,0 0 0-15,0 0 11 16,-7 0-12-16,2 2 1 15,-3-4 0-15,1 0 1 16,4 0 0-16,1-2 2 16,4 0 2-16,-2 2-2 15,2-2 0-15,8-2-3 16,-1 0 0-16,4 2 0 0,1-3 0 16,-4 2 0-1,1-1 0-15,2-4 8 0,1 4-13 16,-3-2 5-1,-2-1 5-15,0 4-4 16,-2-4 6-16,1 2-2 16,5-7 0-16,-1-1 2 15,-5 3-7-15,-1-2 0 16,-8 2 5-16,0 0-4 16,2-2-1-16,0 2 1 15,4-2 6-15,-4 2-9 16,-2 0 2-16,-1 4 0 15,-3 0 3-15,3-2 0 16,1 2-3-16,2-2 7 16,3 0-9-16,1 2 2 15,-2-4 0-15,13-6 5 16,-1 2-5-16,1 0 0 16,1-3 4-16,-9 9 1 15,-3 1-6-15,1 0 1 16,-3 1 0-16,-2 0 7 15,-5 4-6-15,-2-2-1 16,3 0 1-16,-3 2 5 16,1-2-4-1,-2 2-2-15,2-2 5 0,0 0-5 0,-1 2 0 16,2-4 1-16,5-2 6 16,0-2-10-16,0 0 3 15,0 2 0-15,-9 4 0 16,2 0 0-16,-2 2 0 15,1 0-1-15,-2-2 7 16,-1 2-11-16,1-2 5 16,0 0 0-16,3 0 0 15,-1-2 0 1,3 0 0-16,2 2 3 16,-1-2-9-16,2 2 6 0,-2-1 0 15,6 0-1 1,0 1 1-16,0-1 0 15,-2 1 0-15,-2 5 5 16,-3-4-9-16,3 0 4 0,2 0 0 31,-2-3 0-31,0 0 0 16,-3 4 0-16,-4-4 0 16,2 2 7-16,-4 2-12 15,0-2 5-15,-2 0 2 16,1 4-2-16,3-4 0 15,-1 0 0-15,7-2 5 16,-2-2-10-16,1 4 5 16,0-2 0-1,-8 6 0-15,1 0 0 0,-3 0 0 16,-1 0 0-16,1 0 5 16,-1 2-7-16,-1 0 2 15,1 0 0-15,-1-2-2 16,1-2 2-1,3 2 0-15,-3-2 6 16,1 2-11-16,-1 2 5 0,1 0 0 16,-2 0-1-1,3 0 1-15,-3 2 0 16,1-2 0-16,-3 1 5 16,-1-1-10-16,3 3 5 15,-3-1 0-15,4 0 0 0,-1 2 3 16,-1-2-3-16,-1 2 0 15,-1-2 2-15,2-3-6 16,1 4 4 0,3-3-1-16,-1 2 1 15,1 0 0-15,0-3 0 16,4 4 5-16,5-6-9 16,1 3 4-16,0 1 0 15,-5-1-1-15,-1 4 1 16,-3-3 0-16,0 2 0 15,-5 1 4-15,2-3-8 16,2 3 4-16,-4 0 0 16,2-1-1-16,-1-2 3 15,-1 3-2-15,-3-1 3 16,4 1-7-16,-4-2 4 16,2 2 0-16,7-3 0 15,2 2 1-15,2-2-1 16,-1 2 0-16,-6-2 3 15,1 3-6-15,1-1 3 16,3 1 0-16,1 0 0 16,0 0 0-16,0-3 0 15,1 3-1-15,0-2 4 16,1 0-5-16,-3 2 2 16,-3-2-2-16,1 1 4 15,1 1-3-15,0-3 1 16,4 3 0-1,-1-1-3-15,0-2 3 0,-2 3 0 16,1-1 0-16,-4-2 1 16,3-1-1-16,3 1 0 15,-2-4 1-15,2 3-1 16,2 0 0-16,-1-2 0 16,2 2-2-16,3-2 3 15,2 0-1-15,1 0 2 16,-1 0-4-16,-2 0 2 15,-2 0 0-15,2 0 0 16,-3 0 0-16,-1 0 0 16,2 2 0-1,-10 0 1-15,4 2-1 0,1 0 0 16,0 0 0-16,-2 2-1 16,3-2 4-16,-4 0-4 15,2-2 1-15,1 2 0 16,1 0 0-1,0 0 0-15,0 2-1 0,0-2 3 16,1 0-3-16,-2 0 1 0,9 0 0 16,-2 0 0-1,-2 2 0-15,2 0 0 16,-4 0 0-16,-3 0 1 16,0 0-1-16,-2 0 0 15,-2-2 0-15,0 2-1 0,-2 0 1 16,-1 0 0-16,-1 0 0 15,-1 0 1 1,-3 0-1-16,4 0 1 16,1 0-2-16,4 0 1 15,-2-2 0-15,6 2-1 16,-1-2 3-16,3 2-2 16,-4 0 0-16,-2-2 0 15,-1 2 0-15,-1 0 0 0,1 0 0 16,0 0-2-16,2 0 3 15,3 0-1-15,-2 0 0 16,4-2 1-16,0 2-1 16,-1-4 0-1,1 2 1-15,-1 0-1 0,3 0 0 16,-1-2-1-16,6 2 1 16,-1 0-1-1,0 0 1-15,2-2 0 16,-6 2-2-16,2-2 2 15,-4 0-2-15,2 0 2 16,-3 0 0-16,0 0-1 0,-3 0 1 16,-3 0 0-1,-3 0-1-15,3-2 4 16,-1 2-4-16,2 0 1 16,0 0-1-16,1 0 1 15,1 2 0-15,6-6 0 16,-4 4 3-16,2 0-5 15,0 0 2-15,-7 4 0 16,2 0-3-16,0-2 3 16,-3 2 0-16,4-2 0 15,-3 2 4-15,-1 0-5 16,3 0 1-16,1 0 0 0,-2 0-1 16,2 0 1-1,-1-2-2-15,2 2 8 16,-2 0-10-16,-3-2 4 15,8 2 0-15,0-2-1 16,-1 2 2-16,1 0-1 16,-3 0 0-16,-2 0 6 15,0 0-10-15,2-4 4 16,-2 4 0-16,3-2-2 16,0 0 2-16,-2 2 0 15,4 0 0-15,-5 0 7 16,2 0-11-16,0 0 4 15,1 0-1-15,4 0 1 16,-3 0 0-16,8 0 0 16,-4 0 5-16,1 0-9 15,-5 0 4-15,-3 0 0 16,-1 0-2-16,2 0 3 31,0 0-1-31,1 0 0 0,-2 0 4 16,-2 0-7-16,5 0 3 15,1 0 0-15,-3 2-1 16,5 0 2-16,-5-2-1 16,-7 2 6-16,6 0-10 15,-1-2 4-15,5 4 0 16,1-2-2 0,-2 2 2-16,-3-2 0 15,-4-2-2-15,1 0 7 0,0 0-8 16,4 2 3-16,1 0 0 15,3 0-3-15,-1 0 3 16,-1 0 0-16,-4 0-1 16,3 0 8-1,-1 2-12-15,0 0 5 0,3 0-1 16,-5-2 1-16,-3 0 0 16,6 2-1-1,-3 0 9-15,7-2-13 16,-1 2 5-16,-1 0 0 15,4 2-1-15,2 0 2 16,2 2-1-16,1-2 0 0,-1 2 5 16,-2 0-9-16,-2-2 4 15,0 2 0-15,0-2-1 16,-2-2 1 0,-2 2-42-16,2-2-14 15,6 2 15-15,2 2-17 16,15 6-40-16,0 0 11 15,0 0-46-15,-6-2-14 16,-42-10-17-16,-2-2-104 16</inkml:trace>
  <inkml:trace contextRef="#ctx0" brushRef="#br2" timeOffset="100479.25">10750 4997 46 0,'2'0'160'0,"-2"0"-127"0,0 0-6 16,2 0 34-16,-2 0-22 15,0 0-17-15,2 0 5 16,-2 0-9-16,0 0 10 16,0 0-9-1,0 0-3-15,0 0 24 0,0 0-15 16,0 0-23-16,0 0-2 16,0 0-1-1,-8 10 1-15,-11 12 0 16,-2 6 31-16,-2 6 2 0,-1 8-6 15,-1 12-3 1,-4 12 2-16,0 9 1 0,1-1-26 16,3-4 9-16,3-10 2 15,1-8-7-15,6-9-4 16,1-7 3 0,3-10 5-16,3-6-9 15,3-7 0-15,0-4 5 16,3-3-5-16,2-4-2 15,0 0-6-15,0-2-28 16,0 0-18-16,0 0-27 16,0 0-52-16,0 0-27 15</inkml:trace>
  <inkml:trace contextRef="#ctx0" brushRef="#br2" timeOffset="100854.62">10770 5462 407 0,'0'0'0'15,"0"0"0"-15,0 0 0 16,31-4 4-16,-28 4 3 15,-3 0 23-15,0 12-21 16,0 6 29-16,-3 2 36 16,-19 14-25-1,-7 5-9-15,-4 3-12 0,-7 3-11 16,4 0 12-16,-5 5-12 16,-1 2 1-16,0 0 5 15,2-2-4-15,9-4-8 16,2-6-8-16,9-8-2 15,4-7 1-15,5-10-2 16,9-4-77-16,2-7-98 16,0-4-1-16,0 0-37 15</inkml:trace>
  <inkml:trace contextRef="#ctx0" brushRef="#br2" timeOffset="101156.27">10706 5899 183 0,'0'0'53'0,"0"0"-24"16,0 0-20-16,0 0 50 15,4 80 0-15,-29-35-3 16,-2-3-5-16,-8 4-12 15,-1 2 1-15,-1-2 19 16,3-2-13-16,8-6 5 16,7-6-19-16,9-7-26 0,2-6-6 15,8-9-4 1,0-3-32-16,0-7-193 16,5 0 97-16,6 0-201 15</inkml:trace>
  <inkml:trace contextRef="#ctx0" brushRef="#br2" timeOffset="101406.25">10866 6222 221 0,'0'0'195'15,"0"0"-195"-15,0 0 23 16,0 0 59-16,-33 84-46 15,4-48-23 1,2-4 16-16,2-2 7 0,2-2-14 16,15-11 1-16,4-5-23 15,4-5-8-15,0 0 6 16,0-7-119-16,0 0-10 16,10 0 11-16</inkml:trace>
  <inkml:trace contextRef="#ctx0" brushRef="#br2" timeOffset="101625.14">11020 6427 549 0,'0'0'0'0,"0"0"0"15,0 0 0-15,-98 114 53 16,82-86 0-16,7 0-48 15,3-6-5 1,4-2-8-16,2-6-31 16,0-6-10-16,0-4-51 15,0-4-42-15,0 0-180 16</inkml:trace>
  <inkml:trace contextRef="#ctx0" brushRef="#br2" timeOffset="101870.6">11229 6593 581 0,'0'0'24'0,"0"0"-24"16,0 0 0-16,0 0 72 15,-53 150-29-15,30-96-34 16,6-4-5-16,7-19-3 15,8-11 5-15,2-10-6 16,0-6-9-16,0-4-15 16,23 0-52-16,8-2-23 15,-16-10-14-15,3 0-91 0</inkml:trace>
  <inkml:trace contextRef="#ctx0" brushRef="#br2" timeOffset="102089.3">11730 6743 478 0,'0'0'68'0,"0"0"-54"15,0 0 5-15,0 0 86 16,0 0-61-16,-49 99-28 0,22-63 8 16,3-2 7-1,8-6-23-15,10-10-25 16,6-6 17-16,0-10-52 15,0-2-84-15,35 0-8 16,-12-4 15-16,-4-10-200 16</inkml:trace>
  <inkml:trace contextRef="#ctx0" brushRef="#br2" timeOffset="102308.62">12111 6822 550 0,'0'0'18'16,"0"0"5"-16,0 0-23 16,-69 128 63-16,32-82-26 15,5-6-36-15,12-8 4 16,18-20-9-16,2-6 4 16,0-6-34-16,4 0-76 15,25 0 13-15,-13-8-15 16,1-4-58-16</inkml:trace>
  <inkml:trace contextRef="#ctx0" brushRef="#br2" timeOffset="102534.6">12448 6930 334 0,'0'0'212'16,"0"0"-212"-16,-69 112 1 15,33-74 9-15,5-1 54 16,8-9-31-16,13-13-30 16,8-4 5-16,2-10-8 15,0-1-58-15,17 0-8 0,20 0 8 16,-14-12-48-16,2-2-156 16</inkml:trace>
  <inkml:trace contextRef="#ctx0" brushRef="#br2" timeOffset="102771.9">13052 6936 547 0,'0'0'56'0,"0"0"-28"0,0 0 56 16,-41 136-61-1,8-88-21-15,-5 0 17 16,2-5 26-16,7-14 14 15,11-6-35 1,14-15-21-16,4-6-6 16,0-2-14-16,4 0-59 15,23 0-19-15,10-12 12 16,5-9 9-16,-22 8-46 16,-1-1-36-16</inkml:trace>
  <inkml:trace contextRef="#ctx0" brushRef="#br2" timeOffset="103037.47">13640 6956 321 0,'0'0'129'0,"0"0"-88"16,0 0-27-16,-71 140 84 15,30-104-6-15,6-4-30 16,12-3-38-1,10-9 1-15,9-8-18 0,4-2-8 16,0-8-4 0,0-2-28-16,31 0-1 15,17-24 26-15,10-11-27 16,12-7-58-16,-11 5-65 16,-38 18 27-16,-1 1-132 15</inkml:trace>
  <inkml:trace contextRef="#ctx0" brushRef="#br2" timeOffset="103280.45">14184 6847 274 0,'0'0'125'16,"0"0"-43"0,122-25 18-16,-122 41-19 15,0 14-60-15,-9 8 30 16,-35 20 8-16,-6 0-13 16,-3 0-18-16,2-2 0 15,20-20 22-15,8-8-20 16,10-10-30-16,8-9 0 15,5-7 1-15,0-2-3 16,0 0-10-16,12 0-41 0,17-11-27 0,11-14 63 16,5-5-27-1,3-9-164-15,2-5 49 16,-33 26 12-16,-1-4-107 16</inkml:trace>
  <inkml:trace contextRef="#ctx0" brushRef="#br2" timeOffset="103549.93">14870 6625 442 0,'0'0'73'0,"0"0"-63"15,0 0 15-15,0 0 95 16,-31 140-40-16,-12-73-1 16,-1-3-36-16,-1-2 0 15,7-8-14-15,0-2-22 16,11-14 5-16,10-8-11 15,5-12-1-15,12-15 0 16,0-3-6-16,0 0-19 16,14-7-54-16,15-19 8 0,7-8 60 15,3-6-66 1,3-8-12-16,-1-8-56 16,-28 30-26-16,1 0-82 15</inkml:trace>
  <inkml:trace contextRef="#ctx0" brushRef="#br2" timeOffset="103815.52">15327 6414 482 0,'0'0'107'15,"0"0"-100"-15,0 0 17 16,0 0 37-16,4 137 2 16,-45-75-23-16,-1-2-28 15,2-2 1-15,1-7 19 16,2-8-19-16,6-10 11 15,9-13-18-15,9-8 12 16,8-10-18-16,5-2-4 16,0-2 3-16,25-26-15 15,8-12-2-15,1-3-16 16,3-9-14-16,4 0-17 16,-1-2-17-16,6-10-23 15,4-4-14-15,-38 44-21 16</inkml:trace>
  <inkml:trace contextRef="#ctx0" brushRef="#br2" timeOffset="104064.89">15612 6226 173 0,'0'0'170'16,"0"0"-117"-16,0 0-48 15,0 0 48 1,0 0 14-16,39 58 55 16,-83 21-50-16,-1-7-44 0,-3 6 7 15,1-4 1-15,5-8-16 16,8-8 7-16,10-12-26 15,5-11 10-15,11-20-11 16,3-7 1-16,5-8-5 16,0 0 2-16,0 0 2 15,11-15 0-15,16-15-4 16,6-9-44-16,21-19-34 16,4-8 8-1,9-8-13-15,-38 38-48 16,-9 10-20-16</inkml:trace>
  <inkml:trace contextRef="#ctx0" brushRef="#br2" timeOffset="104308.72">16166 6072 386 0,'0'0'113'0,"0"0"-74"16,0 0 55-16,0 0-34 15,50 104 31-15,-102-22-44 16,-8-2-32-16,0-1 28 15,2-11-10-15,18-28-1 16,15-14 9-16,9-12-31 16,10-8-4-16,6-6-3 15,0 0-3-15,0 0-4 16,22-14-9-16,14-14-53 0,11-8 60 16,1-7-56-1,6-4-197 1,-33 26 68-16,-6-1 31 15</inkml:trace>
  <inkml:trace contextRef="#ctx0" brushRef="#br2" timeOffset="104741">16503 6122 420 0,'0'0'137'0,"0"0"-103"16,0 0-25-16,-52 152 52 15,6-98-11-15,1-5-12 0,7-12-7 16,9-10 17-1,14-11 17-15,10-10-41 16,5-6-24-16,0 0 1 16,10-4 12-16,27-24-9 15,9-11-4-15,8-4-18 16,-9-2-67-16,-1-1-7 16,4-6 40-16,0-2-20 15,2 4-21-15,0 8-54 16,2 14 15-16,-7 12 103 0,-5 14 29 15,-11 2 42 1,-10 0-12-16,-11 20 100 16,-8 14-79-16,-5 12 36 15,-22 2 3-15,-18 12-42 16,3-10-6-16,2-10 18 16,9-10 6-16,19-20 26 15,6-6-60-15,6-4-4 16,0 0-28-16,0 0 0 15,18-6-16 1,10-16-14-16,17-6-12 16,9-4-69-16,-34 14-45 15,2 2-71-15</inkml:trace>
  <inkml:trace contextRef="#ctx0" brushRef="#br2" timeOffset="104947.04">17430 5959 192 0,'0'0'471'0,"0"0"-386"16,-44 133-77-16,-2-91 9 15,5-6 59-15,7-10 5 16,7-8-53-16,11-8-11 16,12-6-3-16,4-4-13 15,0 0-2-15,9 0-34 16,46-22-43-16,20-16-19 15,-36 16-33-15,3-4-159 16</inkml:trace>
  <inkml:trace contextRef="#ctx0" brushRef="#br2" timeOffset="105212.81">18196 5863 616 0,'0'0'146'0,"0"0"-117"15,-4 126 11-15,-39-83 62 16,1-9-31-16,7-8-38 16,10-10-18-16,18-12-5 15,5-4 4-15,2 0-14 16,0 0-1-16,11 0-6 16,22-8-30-16,12-14 14 15,6-4-11-15,1-5-53 16,1-1-38-16,-2-6-14 15,-33 24-210-15,-1 0 101 16</inkml:trace>
  <inkml:trace contextRef="#ctx0" brushRef="#br2" timeOffset="105403.71">18649 5843 119 0,'0'0'174'0,"0"0"-55"16,0 0-68-16,0 0 76 16,0 0-33-16,77 68-4 15,-104-38-9-15,1-4-33 16,4-8-6-16,4-4-12 0,11-7-5 15,7-6-21 1,0 2 6-16,0-3-11 16,9 0-13-16,24 0-24 15,15-8-19-15,25-15-53 16,-42 11-61-16,2-2-100 16</inkml:trace>
  <inkml:trace contextRef="#ctx0" brushRef="#br2" timeOffset="105778.69">19524 5807 475 0,'0'0'156'0,"0"0"-115"15,0 0 205-15,0 0-191 16,0 0-19-16,-93 88-24 16,76-82-11-1,15-2 1-15,2-4-2 0,12 0-23 16,28 0 18-16,14 0-85 15,8-14 25-15,5-2-51 16,-3 0-57-16,1 0-54 16,-7 0 46-16,0 0 85 15,-7 4 96-15,-7 4 141 16,-12 6-66-16,-16 2 86 16,-12 0 5-16,-4 0-54 15,0 0-53-15,-4 14 5 16,-12-2-10-16,3 0 4 15,7-2-43-15,6-6-12 16,0-2-3-16,0 0-8 16,25-2 8-16,11 0 0 15,11 0-76-15,7 0 0 16,-33-2-67-16,2-4-143 16</inkml:trace>
  <inkml:trace contextRef="#ctx0" brushRef="#br2" timeOffset="105939.77">20618 5797 433 0,'0'0'308'16,"0"0"-154"-16,0 0-107 15,-38 26-14-15,0-16 15 16,11-2-45-16,-2 0-1 0,10-4-2 16,7-2-11-16,6-2-39 15,6 0-17-15,0 0-46 16,0 0-5-16,0 0-212 15</inkml:trace>
  <inkml:trace contextRef="#ctx0" brushRef="#br2" timeOffset="106064.72">20618 5797 295 0,'-132'28'262'16,"132"-30"-215"-16,-4 2-25 16,-16 0-20-16,-4 0-2 15,-3 0-49-15,21 0-134 16,-2 0-82-16</inkml:trace>
  <inkml:trace contextRef="#ctx0" brushRef="#br2" timeOffset="108558.78">11200 6807 127 0,'0'0'135'15,"0"0"-124"-15,0 0 14 16,0 0 18-16,2 0-19 15,-2 0 5-15,0 0-7 16,0 0 32-16,0 0-2 16,0 0-16-16,0 0-8 15,0 0 2-15,0 0-2 16,0 0 15-16,0 0-12 16,0 0 1-16,0 0 12 15,0 0-2-15,0 0-14 16,0 0-8-16,0 0-13 15,0 0 14-15,0 0-20 16,0 0-2-16,0 0 1 16,0 0 0-1,-4 11 14-15,-14 5-4 16,-5 4 12-16,0 0-16 0,-10 4 8 16,-6 2 15-16,-8 8-17 15,-11 2-2-15,-10 6 5 16,-17 4-1-16,-11 4 32 15,-18 4-33-15,-15 0 14 16,-5 3 9-16,-4-3 12 16,2 0-31-16,6-4-12 15,4-6 15-15,-10 0-16 16,20-9-4-16,22-7 0 16,16-4 4-16,38-12-4 15,7-2 0-15,6-4-2 16,8-2-5-16,2 0 2 15,9 0-10-15,-4-2 5 16,3 2-14-16,1-2 9 16,-4 2-4-16,3-4-8 15,3 0 8-15,4 0 0 16,0 0-2-16,2 0-34 16,0 0-21-1,0 0-22-15,0-8-32 16,0 0-27-16,2 4-101 0</inkml:trace>
  <inkml:trace contextRef="#ctx0" brushRef="#br2" timeOffset="109230.5">9366 7407 416 0,'0'0'105'0,"4"0"-63"16,-4 0 26-16,0 0-23 15,0 0-4 1,0 0-8-16,0 0 1 16,0 0 16-16,0 0-22 15,0 0 9-15,-6 12 12 16,-9 4-13-16,-3 2-1 16,-3 3-23-16,-2-2 4 15,-10 8 8-15,2 0-13 0,-2 0 5 16,2 1 6-1,5-2 13-15,-1-2-26 16,7-4-2-16,1-4 7 0,6 0-14 16,9-4 0-1,0-2-2-15,4-4-2 16,0-2 2-16,0-2 0 16,0 0 2-16,0 2-1 15,0-2 3-15,15 2-2 16,7 0 10-16,5-2-8 15,7 4 5-15,5-2-7 16,4 0 0-16,1 0 11 16,4-4-5-16,-4 2 3 15,-4-2-9-15,-9 2 12 16,-9 0-12-16,-11 0 0 16,-9 0 5-16,-2-2-5 15,0 2 1-15,0 0 2 16,0-2 2-16,0 2-7 15,0-2 2-15,0 0-19 16,0 0-25-16,-2 0-45 16,-4 0-28-16,-1 0-56 15</inkml:trace>
  <inkml:trace contextRef="#ctx0" brushRef="#br2" timeOffset="110308.62">8390 7014 463 0,'0'-2'31'0,"0"2"33"15,0 0 62-15,0 0-53 16,0 0-31-16,-11 0-22 16,-4 0-12-16,-3 0 19 15,0 0-13-15,-4 10 12 16,-5 4 21-16,-2 4-31 15,-4 2 9-15,-1 5-1 16,3 0-6-16,4 5 23 16,3 5-27-16,5-2-12 15,7 2 13-15,5 1-16 16,5 0-3-16,2-4 4 16,0 2-3-1,6-6 3-15,15-8 0 16,5-6 3-16,-4-12-2 0,7-2 1 15,7 0 26-15,9-14-3 16,8-12 4-16,5-6-18 16,2-2-4-16,-4-4 3 15,-9 2-8-15,-9-4-1 16,-14-2 6-16,-11-5 21 16,-6-1-11-16,-7-2 8 15,0-2 11-15,-13-4-3 16,-21 6-1-1,1 12 1-15,-2 11-21 0,6 20 2 16,0 5-14 0,-3 2-12-16,-1 0 11 15,-3 5-13-15,2 13-12 0,1 4-20 16,4 5-6-16,5 1 7 16,8 0-29-1,7 2-40-15,9-24-322 16,0 4 115-16</inkml:trace>
  <inkml:trace contextRef="#ctx0" brushRef="#br2" timeOffset="110761.7">8319 7229 443 0,'0'0'31'16,"0"0"2"-16,4 0 41 16,-4 0 5-16,0 0-4 15,2 0 19-15,-2 0 0 16,0 0 14-16,0 2-48 16,0-2-32-16,0 4 0 15,0 6-27-15,8 3 2 16,1 10 3-16,1 7-3 15,9 8 18-15,-2 8-14 16,5 8-5-16,3 4 11 16,2 3 0-16,2-5-10 15,-4-4 1-15,1-6 4 16,-6-8-6-16,-9-12 1 16,-2-8 8-16,-6-14 0 15,-1-2-4-15,-2-2-3 16,0 0-3-16,0 0 11 15,0 0-10-15,0 0 5 16,0-6-7-16,0-14-19 16,0-10-16-16,0-2-75 15,0 18-365-15,0 0-36 16</inkml:trace>
  <inkml:trace contextRef="#ctx0" brushRef="#br2" timeOffset="111162.56">8724 7233 346 0,'0'0'135'16,"0"0"-100"-16,0 0 47 15,19-30 41 1,-17 30-45-16,-2 0-7 15,0 0-10-15,0 0-28 16,0 0 4-16,0 0 5 16,0 10-32-16,0 12-3 0,0 8-1 15,0 4 5-15,0 4 1 16,0 4-11-16,0 0 7 16,0-4-8-1,0-4 12-15,0-7-12 16,0-8 0-1,0-5 5-15,0-6-3 16,0-5-3 0,0-3 1-16,0 0 0 0,0 0-6 15,0 0 1-15,0-7-40 16,2-15-9 0,2-6-17-16,0-4-104 0,-4 14-117 15</inkml:trace>
  <inkml:trace contextRef="#ctx0" brushRef="#br2" timeOffset="111650.87">8769 7113 639 0,'0'0'175'0,"0"0"-150"0,0 0 32 15,0 0 35-15,16-23-66 16,0 21-26-16,5 0-1 15,6 2 1-15,0 0 8 16,-2 0-5-16,-3 4 29 16,-11 16-15-16,-5 2-6 15,-6 6-6-15,0 9-2 16,-10-3-4 0,-19 0 4-16,-5-2 8 0,7-16 44 15,7-4-32-15,9-6-7 16,7-4 11-16,4-2-24 15,0 0-3-15,0 0-1 16,0 0-7-16,0 0 3 16,0 0 5-16,2 0-19 15,11 0 19-15,5 0-2 16,3 0 2-16,2 0 0 16,12 16-2-1,-4 6 3-15,-5 4-1 16,-4 4 3-16,-13-8 0 15,-9-1-6-15,0-2 3 16,-19-2 0-16,-29 1 0 0,-14-3 25 16,-9-4 5-16,-2-4 4 15,3-7-23-15,8 0 10 16,9 0-21 0,10-15-24-16,41 5-80 15,2-1-153-15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6:24:24.8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9669 6926 499 0,'0'0'0'16,"0"0"16"-16,2 0-15 15,-2 2 62-15,0-2-33 16,0 0-21-16,0 0-9 16,0 0-2-16,0 2-15 15,0-2-50-15,0 0-30 16</inkml:trace>
  <inkml:trace contextRef="#ctx0" brushRef="#br1" timeOffset="6562.06">9054 7195 304 0,'0'0'12'0,"0"0"-11"16,0 0-1-16,0 0 38 16,0 0-38-16,0 0 1 15,0-2-1-15,0 2 3 16,0-4 19-16,0 4 11 15,0 0 17-15,0 0 48 16,0 0-62-16,0 0-13 16,0 0-1-16,0 0 12 15,0 0-10-15,0 0 8 16,0 0 8-16,0 0-2 16,0 0 17-16,0 0-19 15,0 0-3-15,0 0 14 16,0 0-19-16,0-3-1 15,0 3-4-15,0 0-15 16,0 0 21 0,0 0-16-16,0 0 25 0,0 0-34 15,5-1 6-15,3-6-9 16,17-4 3 0,6-2 12-16,5-1-16 15,7 1 0-15,-10 4 0 16,0 1 3-16,-4 2-3 0,-6 2 0 15,-4 0 1-15,-7 3-2 16,-8 1 1-16,-1 0 0 16,-3 0 9-16,0 0-7 15,0 0 24 1,0 0-9-16,0 0-5 0,0 0-12 16,0 0 0-16,0 0-3 15,0 0 1 1,0 0-6-16,0 0-19 15,0 0-23-15,-5 0 0 16,-7 4-95-16,6-4-73 16,0 1-88-16</inkml:trace>
  <inkml:trace contextRef="#ctx0" brushRef="#br1" timeOffset="7202.54">9524 6846 350 0,'0'0'137'15,"0"0"-126"-15,2-67-6 16,-2 58 130 0,0 0-74-16,0 5 1 0,0 0-22 15,0 4-3-15,0 0-3 16,0 0-20-16,0 0 2 16,0 0-16-16,0 4-1 15,0 17-15-15,-6 7 14 16,-3 12 2-16,-2 6 17 15,4 6-17-15,1 0 14 16,3-4-12-16,3-6-2 16,0-10 0-16,0-1 0 15,0-9 10-15,9-8-5 16,3-4-1-16,-1-10 14 16,4 0-9-16,7 0 6 15,7-20 9-15,0-13 15 16,0-5 6-16,-2-7-30 15,-4-4 0-15,-6-5 16 16,-1-2-13 0,-5 2 9-16,-3 1-6 0,-2 7 15 15,-6 4-29-15,0 8 12 16,0 6 12 0,0 6-26-16,-14 10 11 15,-7 4-16-15,-2 8-16 16,-8 0 13-16,-10 6-19 0,-6 18-18 15,2 8-21 1,3 4-56-16,7 0-27 0,28-19-105 16,5-5-104-16</inkml:trace>
  <inkml:trace contextRef="#ctx0" brushRef="#br1" timeOffset="7509.19">9567 6968 550 0,'0'0'269'0,"0"0"-222"0,0 0-43 15,11 22 49-15,-7-4 0 16,3 10-51 0,5 6 10-1,-2 5 22-15,1 2 0 0,3 6-18 16,1-5 2-16,5 12 7 15,-1-4-23 1,-4-8 8-16,1-4-10 16,-10-16 0-16,-1-8 18 15,1-2-18-15,-2-4 1 16,2-2 3-16,-2 1-1 0,-2-4-6 16,3 1-34-1,-3-1-34-15,2-3-8 16,-4 0-78-16,0 0-497 15</inkml:trace>
  <inkml:trace contextRef="#ctx0" brushRef="#br1" timeOffset="8480.14">9819 7077 317 0,'0'0'318'0,"0"0"-298"16,0 0 86-16,0 0-20 15,0-11-54 1,0 11-32-16,0 16 0 0,4 8 13 16,0 1 7-16,5 1 9 15,-2-1-24-15,0 2 8 16,-1-1-5-16,-1-4-4 15,-1-2 0-15,-2-2-4 16,6-2 0-16,-4-2 3 16,0-4-2-16,1-4 2 15,-3 0 2-15,-2-4-3 16,0 0-2-16,0-2 0 16,0 0 14-16,4 0-11 15,-2 0 6-15,0-16 6 16,2-4-13-16,-4 0-3 15,0-2 1-15,0 2-13 16,0 0 13-16,0 2-21 16,0 0-8-16,0 2 6 15,0-1-3-15,0-1-7 16,0 0-21-16,-6 3 53 16,0-2-1-16,-1 1-5 15,5 0 5 1,0 0-10-16,0 0 8 0,0 4 8 15,2 4-2-15,-2 4 34 16,2-2 5-16,0 2-2 16,0-2-21-16,0 0-15 15,0 2 9-15,6 0-12 16,5 2 0-16,3 2 7 16,5 0-6-1,1 0 23-15,1 0-20 16,-4 12 5-16,-6 2-9 15,-4 6 0-15,-7 2-3 0,0 2 5 16,-2 4-2-16,-22-2 0 16,-6 1 6-16,-1-5-1 15,4-7 2-15,7-2 5 16,7-8 12-16,11-2-24 16,2-3 14-16,0 0-11 15,0 0 3 1,0 0-12-16,0 0-4 15,11 0 24-15,9 0-13 0,5 0 3 16,12 0-4 0,1 0 1-16,0 0-5 15,-5 0 3-15,-10 10 1 16,-5 4-6-16,-7 0 6 16,-5 2-3-16,-6 4 1 15,0 0-10-15,0 2 9 0,-8 2 2 16,-26 2 1-16,-6-2 0 15,-7-4 4 1,3-4 10-16,5-6-13 0,8-6-2 16,10-4-6-16,11 0-64 15,10-16-34 1,0 0-171-16,5-4-68 16</inkml:trace>
  <inkml:trace contextRef="#ctx0" brushRef="#br1" timeOffset="8902.09">10126 7032 576 0,'13'-26'63'0,"-11"20"-58"16,-2 4 63-16,0-2 14 16,0 2-51-16,0 2-2 15,0 0-16-15,0 0 12 16,0 0 24-16,0 0-13 15,0 0 6-15,0 0-28 16,0 8-11-16,0 12-3 16,0 4 11-16,0 2-6 15,0 0 11-15,0-2-14 16,0 1 4-16,0-2 1 16,0-5-3-16,5-4-4 15,11-1 0 1,2-5 17-16,6-4-13 0,5-4 5 15,4 0 1-15,4-12-9 16,-2-12 21-16,-6-6-21 16,-10-7-1-16,-12-1 15 15,-7-2 17-15,0 2 24 16,-13 4-13-16,-12 6-14 16,-4 6 27-16,0 8-29 15,0 6-27-15,-8 8-19 16,-5 0-55-16,19 6-107 15,1 6-445-15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6:25:01.58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5988 11789 451 0,'-6'-22'76'16,"1"8"-56"-1,1 0 35-15,2 0 54 16,0 0-12-16,0-1-2 16,2-3-71-16,0 4 2 15,0 3 15-15,-5-2-2 16,5 3 2-16,-5 0-7 15,5 2-3-15,0 2-1 16,0 2-13-16,0 0-8 16,0 0 6-16,0 4-15 15,0 0 8-15,0 0-4 16,0 0-2-16,0 0-4 16,0 0-7-16,0 12-5 15,0 14 8-15,5 14 6 16,12 13 15-16,6 5-10 15,15 28 2-15,5 0-7 16,1 0 1-16,-2-1 1 16,-11-27-1-16,-4-2-1 15,-5-12 0-15,-3-10-1 16,-7-12 1-16,-5-12 0 16,-1-8 1-16,-3-2 4 15,2 0-5-15,-1-26 15 16,5-20 27-16,-1-14 21 15,4-9-45-15,-1-4-10 16,-2-10 12-16,7-17-14 16,-1 2 3-16,1 8-8 15,1 11 6-15,-1 31-2 16,-3 10-5-16,-1 8 0 16,-3 6 0-16,-3 6 0 0,1 2-3 15,-2 6-1-15,-3 3-6 16,-2 6 8-16,0 1-11 15,0 0-7 1,0 0-46-16,0 1 3 0,0 22-65 16,-10-9-108-1,2 0-243-15</inkml:trace>
  <inkml:trace contextRef="#ctx0" brushRef="#br0" timeOffset="377.5">6644 12005 667 0,'0'0'30'16,"4"5"-20"-16,-4-5 19 15,0 0 103-15,0 5-48 16,0 9-32-16,2 6-21 16,3 9 11-16,-3 7 11 15,0 5-14 1,-2 4 14-16,0-1-37 0,0-2-8 16,2-8-7-1,0 0 7-15,4-8-8 16,-2-8 2-16,0-6-2 15,-2-8 0-15,-2-4-1 16,0 0-5-16,0 0-24 16,0-8-21-16,-14-18-59 15,1 10-209-15,-5 2-250 16</inkml:trace>
  <inkml:trace contextRef="#ctx0" brushRef="#br0" timeOffset="643.61">6385 12093 848 0,'0'0'151'16,"0"0"-138"-16,0 0 78 15,0 0 18-15,-17-25-78 16,29 25-20-16,24 0-10 16,18-4 2-16,12-5 22 15,17 1-8-15,4 0 1 16,-5 0 15-16,-8 2-19 15,-18 2-14-15,-18 0 3 16,-16 4 0-16,-15 0-3 16,-7 0-4-16,0 0-10 15,-12 0-25-15,-26 4-17 16,14 3-95-16,-2-2-479 16</inkml:trace>
  <inkml:trace contextRef="#ctx0" brushRef="#br0" timeOffset="1231.33">7477 11522 607 0,'0'0'39'0,"0"0"-32"16,0 0 111-16,4-40 13 15,-4 40-66 1,0 0-37-16,0 0 40 16,0 0-48-16,0 0-13 0,0 6 4 15,-16 38-6 1,-10 22 26-16,-8 21-12 15,1 15-8-15,11 2 20 16,4 0-17-16,9-2-2 16,9-5-6-16,0-17-4 15,7-8-3-15,18-14 1 0,4-12 0 16,4-11 11-16,0-9-11 16,1-11 6-16,-3-6-6 15,0-3 1-15,-2-6-1 16,-4 0-7-16,-1 0-33 15,-6-8-85 1,-18-6-107-16,0-2-214 16</inkml:trace>
  <inkml:trace contextRef="#ctx0" brushRef="#br0" timeOffset="1684.36">7689 11817 559 0,'0'0'185'0,"0"0"-164"16,0 0-20-16,0 0 135 16,-25-50-52-16,25 50-55 0,0 0-29 15,0 22-8 1,0 12 8-16,2 8 48 0,13 8-22 15,6 6-14 1,1 2 6-16,5 0-6 16,0 1-12-16,1-7 4 15,3 0 0-15,-4-14-2 16,-9-12-2-16,-5-12 8 16,-10-14-4-16,2 0 27 15,1-10 7-15,1-28-3 16,4-12 25-16,0-14-38 15,-2-2-12-15,2-6 0 16,-6-9-8-16,-1 3 11 16,1 6-13-16,-3 18-1 15,0 18 1-15,-2 18-3 16,0 9-9-16,0 9-34 16,0 2-10-16,-6 27-90 15,-1-5-222-15,0-5-93 16</inkml:trace>
  <inkml:trace contextRef="#ctx0" brushRef="#br0" timeOffset="2278.54">8308 12029 507 0,'0'0'154'0,"0"0"-148"15,0 0 27 1,11-18 126-16,-11 18-71 16,0 0-29-16,-13 0-20 15,-18 2-6-15,-8 14-18 16,-1 4-13-16,-6 0 28 0,7-2 3 16,4 0-8-16,6 0-2 15,12-1-12 1,5-3-7-16,10-4-13 15,2-2 6-15,0 0-15 16,16-1 0-16,28 0 10 16,8-3-6-16,1 0-2 15,-4 0-8-15,-16 4-8 16,-8 2 14-16,-7 2-18 16,-11 2 10-16,-7-2 15 15,0 4-12-15,-7-4 23 16,-26 2 1-16,-6 0 36 0,-3-4 8 15,2-2-16 1,7-4 32-16,4-4-57 16,6 0-4-16,7 0-35 15,14-18-63-15,2-4-86 16,0 10-58-16,16 0-209 16</inkml:trace>
  <inkml:trace contextRef="#ctx0" brushRef="#br0" timeOffset="2528.36">8446 11973 918 0,'0'0'84'0,"0"0"-83"16,0 0 30-16,14-8 20 15,-6 36-51-15,1 8 0 16,5 4 4-16,1 2-3 15,-1 2 2-15,-1-1-2 16,-2-3 3-16,-2-6-5 16,-2-8 1-16,-1-4 0 15,-4-6-5 1,1-6-5-16,-1-4-177 0,-2-6-16 16,0 0-103-16</inkml:trace>
  <inkml:trace contextRef="#ctx0" brushRef="#br0" timeOffset="3002.27">8547 12033 681 0,'0'0'293'16,"0"0"-288"-1,0 0 10-15,0 0 8 0,0 0-17 16,131-38-1-16,-75 38-1 15,-12 0-3 1,-13 15-2-16,-20 4-8 16,-11 1-11-16,-6 0 19 15,-32 2 2-15,-9-3 6 16,-4-1 6-16,4-6-7 0,11-5 17 16,14-3-10-1,13-4 4-15,9 0-4 16,0 0-13-16,0 0-13 15,25 0 5-15,12 0 4 16,11 0 4-16,10 0-4 16,-3 0 1-16,-4 0 1 15,-9 15 2-15,-15 1-1 16,-13 2 1-16,-10 2-2 16,-4 0 4-16,-2 4-2 15,-29 0 33-15,-14-4-4 0,-6-2 1 16,-2-8-7-16,5-4-15 15,6-2 3-15,11-4-25 16,9 0-39-16,9-2-66 16,13-8-156-16,0-6-182 15</inkml:trace>
  <inkml:trace contextRef="#ctx0" brushRef="#br0" timeOffset="3408.77">8925 11492 484 0,'0'0'160'0,"0"0"-153"15,-22-80 14-15,22 76 148 0,0 4-68 16,0 0-51-16,0 0-22 15,0 0-16-15,0 0-8 16,2 8 4-16,20 18 8 16,12 6 28-16,10 10-25 15,8 14 8 1,8 10-22-16,4 17 4 16,-1 8-8-16,-8 10 4 0,-5 23-5 15,-24-3 3 1,-17-7-11-16,-9-12 5 15,-26-33 3-15,-30-9-10 16,-11-16 23-16,-7-10-12 16,3-8-1-16,11-12 5 15,11-10 4-15,16-4-9 16,15 0-64-16,18-14-66 16,0-4-202-16</inkml:trace>
  <inkml:trace contextRef="#ctx0" brushRef="#br0" timeOffset="3783.35">9727 11967 713 0,'0'0'98'15,"0"0"-92"-15,0 0 118 16,0-16-13-16,0 16-82 16,3 0-26-16,15-2 0 15,8 2 8-15,12 0 1 16,6-4 5-16,4 0 4 15,4 0-13-15,-4 0 30 16,-6 2-37-16,-9 0 9 16,-8 0-10-16,-7 2-3 15,-12 0-16-15,-6 0-59 16,0 4-83-16,-22 2-218 16</inkml:trace>
  <inkml:trace contextRef="#ctx0" brushRef="#br0" timeOffset="3971.21">9759 12118 368 0,'0'0'528'0,"0"0"-502"16,0 0-11 0,0 0 45-16,0 0 47 15,126 1-64-15,-70-10-16 0,-2 0-3 16,-5 4-22-1,-10 0-4-15,-14 1-32 0,-25 4-120 16,0 0-267-16</inkml:trace>
  <inkml:trace contextRef="#ctx0" brushRef="#br0" timeOffset="18006.41">10972 11484 599 0,'-12'-22'94'0,"9"16"-94"16,3 2 2-16,0 2 64 15,0 2-11-15,0-2-12 16,0 0 18-16,0 2-17 16,0 0-18-16,0 0 3 15,0 0 9 1,0 0-10-16,-2 0 7 15,2 0-19-15,0 0-5 16,0 0 7-16,0 0-18 16,0 0 1-16,0 12 0 15,0 12 4-15,13 2-4 16,3 6 1 0,1 8 10-16,8 4-12 15,0 6 2-15,0 5 4 16,-2-4 0-16,4 10-6 15,-4-7 1-15,-3-10 5 16,-5-6-1-16,-6-18-1 16,0-6 4-16,-4-6-7 15,-1-4 15 1,-2-4-5-16,0 0 6 16,1 0-10-16,-1 0 9 15,-2 0 4-15,7-4-8 16,0-26 24-16,3-12 6 15,7-12-19-15,-2-10-22 16,7-22 6-16,3-7-7 16,2 9 3-16,1 6-5 15,-8 26 2-15,-2 12 0 16,-5 4 0 0,1 8 5-16,-5 10-5 15,-5 4 2-15,-2 10-5 16,-2 4 3-16,0 0-11 31,0 0 9-31,0 0-26 16,0 11-67-16,0 11 42 0,0 7-33 0,0-15-154 31,0 0-108-31</inkml:trace>
  <inkml:trace contextRef="#ctx0" brushRef="#br0" timeOffset="18349.7">11672 11733 615 0,'2'2'201'15,"-2"-2"-201"-15,0 1 1 31,0 6 72-15,3 19-27-16,-1 12-22 16,2 8 16-16,0 6 9 15,-4-10-27-15,6-2 3 16,-6-2 10-16,4-6-20 0,0-3-6 0,1-7-6 16,-3-4 4-16,2-7-6 15,-2-1-1-15,-2-6 0 16,2 0-4-16,-2-4-24 15,4 0-48-15,-4-4-40 16,0-11-22 0</inkml:trace>
  <inkml:trace contextRef="#ctx0" brushRef="#br0" timeOffset="18631">11474 11787 629 0,'0'0'264'0,"0"0"-201"16,-38-34-62 0,38 32 119-16,0 2-28 15,14-4-76-15,19 1-9 16,13 2-7-16,10-3 3 16,0-2 0-16,4-1-3 15,5-2 0 1,-7 0 4-16,0 4-9 0,-12 0 5 15,-10 3-4-15,-12 2-68 16,-12 0-63 0,-12 0-70-16,0 0-153 31</inkml:trace>
  <inkml:trace contextRef="#ctx0" brushRef="#br0" timeOffset="19052.66">12150 11736 632 0,'0'0'89'16,"0"0"-83"-16,19-18 15 16,-19 18 122-16,0 0-72 15,0 0-41 1,0 12 22-16,-22 20-43 15,-10 11 23-15,1 3-15 16,2 2 4-16,5 6 2 31,6-2-10-31,14-4-8 0,4-5 2 0,0-10-14 16,18-4 6-16,22-14 1 16,10-12 6-16,9-3-1 15,-4-18 13-15,-1-21-13 16,-12-2-1-1,-15-20 10-15,-21 1 1 32,-6 0 8-32,-12 4-5 15,-28 18 9-15,-10 8-16 0,1 10-6 0,0 14-5 16,0 6-52-16,34 0-79 16,1 11-326-16</inkml:trace>
  <inkml:trace contextRef="#ctx0" brushRef="#br0" timeOffset="20567.93">13218 11616 746 0,'-15'-24'0'0,"11"20"11"15,1 0 27-15,3 2 69 16,0 0-77 0,0 0-26-16,0 2 32 15,-2 0-2-15,0 0-28 16,-9 6 0-16,0 28 0 16,-3 10 11-16,1 11-2 15,9-3 21-15,-2-2-18 16,6-2 3-1,0 2-4-15,0-6 0 16,6-6-11-16,5-8-1 16,-5-13 5-16,-4-10-10 15,3 1 2-15,0-5-4 16,-1 1-11-16,-2-4-46 16,-2 0-28-16,0 0-33 15,0 0-98-15,0 0-173 16</inkml:trace>
  <inkml:trace contextRef="#ctx0" brushRef="#br0" timeOffset="20857.9">12907 11881 762 0,'0'0'33'0,"-21"-12"-28"0,21 12 104 15,0 0-13 1,0 0-81-16,0 0-15 16,18 0 0-16,14 0 9 0,7 0-2 15,31-4 8 1,10-4 4-16,9-4-12 16,2 2 4-16,-17-2 14 15,-7 4-9 1,-12 2-5-16,-14 0-4 15,-16 1-7-15,-15 5-12 16,-10 0-40-16,0 0-13 16,-13 0-101-16,-15 0-99 15</inkml:trace>
  <inkml:trace contextRef="#ctx0" brushRef="#br0" timeOffset="21839.58">14729 11289 386 0,'-11'-22'392'0,"5"18"-356"16,4 4-25-16,-6 0 56 15,2 0-65-15,-7 8 0 16,-10 17 1-16,1 8 2 15,0 3 29-15,-3 9-11 16,7 1-2-16,3 16-9 16,8 2-1-16,7-4-11 15,0-6 0-15,0-17 3 16,16-16-3-16,10-2 0 16,12-16 25-1,4-3 5-15,8 0-18 16,3-25 5-16,-6-14 5 15,0-5-13-15,-3-4 14 16,-11-2 1-16,-6 4 4 16,-15-4 47-16,-12 2-57 15,0-9 8 1,-25 6-9-16,-12 6 11 0,-6 9-4 16,5 20-19-16,0 10 15 15,1 6-20 1,-17 0-20-16,-2 20-83 15,2 14 22-15,8 7-46 16,19-8-103-16,27-21-132 16</inkml:trace>
  <inkml:trace contextRef="#ctx0" brushRef="#br0" timeOffset="22151.88">14596 11522 547 0,'0'0'85'0,"0"0"-60"15,15 16 138 1,-6-4 53-16,2 10-185 16,5 6 33-16,1 4-10 15,2 4-33 1,0 4 2-16,4 0-7 0,1 1-12 16,1-1 12-16,0-4-15 15,-4-2 0-15,0-4 6 16,-4-6-6-16,-1-4 3 15,-5-8-4-15,-1-2 2 16,-4-4 1-16,-2-2-3 16,1-2-2-1,-3-2-57-15,-2 0-24 0,0 0-45 16,0 0-101-16,0-12-105 16</inkml:trace>
  <inkml:trace contextRef="#ctx0" brushRef="#br0" timeOffset="22433.05">15005 11504 667 0,'0'0'86'0,"0"0"-79"16,2-22-7-16,-2 22 97 15,0 10-28-15,0 14-28 16,10 6-5-16,5 20-16 16,1-2-17-16,4 1 0 15,0-3-3-15,-5-18 0 16,-1-4-1-16,-1-6 1 16,-3-6-21-1,-4-6-154-15,-6-6-31 16,0 0-87-16</inkml:trace>
  <inkml:trace contextRef="#ctx0" brushRef="#br0" timeOffset="22991.82">15099 11528 422 0,'0'0'530'15,"0"0"-515"-15,-7-36 40 16,7 30 7-16,0 4-52 16,16-4-1-16,10 2-8 15,3 2-2-15,3 0 1 16,4 2 0-16,4 0 3 16,0 0 0-16,-11 0-1 15,-9 12-2 1,-20 8-16-16,0 4 15 0,-12 4 2 15,-46 4 2 1,-17 0 15-16,0-6 1 16,1-6-16-16,34-13 11 15,17-4 18 1,15-3-22-16,8 0-1 0,0 0-9 16,0 0-8-16,24 0-7 15,14 0 0-15,10 0 8 16,8 0 4-16,0 6-15 15,-2 3-4-15,-8 0 16 16,-7 4 2-16,-6 2 2 16,-11 2 2-1,-11-2-2-15,-11 3 4 0,0-1-2 16,-14-1 27-16,-23 2-7 16,-15-4-1-1,-8 0-7-15,-2-4 12 16,-1-4-19-16,11-2-2 15,6-4-3 1,15 0-1-16,18 0-30 16,13-4-44-16,0-4-96 15,9 0-181-15</inkml:trace>
  <inkml:trace contextRef="#ctx0" brushRef="#br0" timeOffset="23319.25">15716 11542 454 0,'7'-6'256'0,"-7"6"-223"16,0 0 98-16,3 0-60 15,1 0-40 1,5 0 8-16,3 0-11 16,9 0 16-16,4-4-28 15,8-2-2-15,11 2-2 16,-1-2-10-16,-5 4 3 16,-7 2-5-16,-15 0-7 15,-5 0-1-15,-5 0-74 16,-6 0-118-1,0-2-388-15</inkml:trace>
  <inkml:trace contextRef="#ctx0" brushRef="#br0" timeOffset="23788.37">16271 11351 527 0,'0'0'258'16,"0"0"-227"-16,4-8-30 16,-4 8 77-16,-15 7-30 0,-8 16-23 15,-1 8-7 1,0 5 10-16,1 6-6 0,5 0 4 15,10 2-12-15,3-2-11 16,5-4 7-16,0-6-10 16,11-8 0-1,20-7 3-15,5-9 6 16,11-8 0-16,-3 0 7 16,8-12 9-16,-1-19-17 15,0-2 4-15,-4-10 4 16,-9 1-9-16,-9-2 31 15,-11-2-8-15,-9 0-4 16,-9 0 12-16,0 3-25 16,-11 5 5-16,-20 8-2 15,-4 8-10-15,-2 8 22 16,-16 12-28-16,1 2-34 16,1 0-42-16,5 23-45 15,36-10-87-15,6-3-323 16</inkml:trace>
  <inkml:trace contextRef="#ctx0" brushRef="#br0" timeOffset="23897.24">16271 11351 783 0</inkml:trace>
  <inkml:trace contextRef="#ctx0" brushRef="#br0" timeOffset="24054.04">16271 11351 783 0,'85'107'232'0,"-83"-101"-167"0,6 6 50 0,9 8-78 0,5 8-26 15,7 4 26 1,2 4-22-16,5 2-9 16,-1 0-1-16,1 1-1 15,-1-6-4-15,1-2 0 16,-7-9-2-16,-11-6-2 16,-5-8-14-16,-8-4-17 15,-5-4-51-15,0 0-97 16,0 0-228-1</inkml:trace>
  <inkml:trace contextRef="#ctx0" brushRef="#br0" timeOffset="24303.39">16686 11494 488 0,'8'-30'411'15,"-8"26"-352"-15,0 4-33 16,0 0 68-16,2 0-58 15,7 18-35 1,5 24-1-16,3 6 30 16,-1 2-20-16,-1-1-10 15,-1-16 0-15,-5-4-5 16,3-7-1-16,-6-8-12 16,-1-6-8-16,-5-2-42 0,0-6-74 15,0 0-145 1,0 0-191-16</inkml:trace>
  <inkml:trace contextRef="#ctx0" brushRef="#br0" timeOffset="24858.5">16815 11516 717 0,'0'0'32'0,"0"0"-5"15,0 0 103 1,0 0-93-16,0-28-7 16,0 22-6-16,0 0 12 15,0-4-14-15,4 2-19 16,19 0-4-16,1 2-4 16,8 2 1-16,-1 1-3 15,-10 3 7-15,2 0-4 16,-7 0 3-1,-3 5-1-15,-7 7 4 0,-6 4 6 16,0 6-1-16,-15 6-1 16,-34 0 7-1,-9 0-10-15,-7-4 4 16,21-12-7-16,13-6 1 16,13-4 23-16,13 0-11 15,5-2-4-15,7 0-5 16,24 0-4-16,10 0 0 15,5-4 4 1,4 4-1-16,-4 0-3 0,-6 0 0 16,-6 10-1-16,-10 8-1 15,-6 0 0-15,-10 0 0 16,-8 3 2-16,0-3 2 16,-17 1 5-16,-30-1 6 15,-9-1 12-15,-11-3-22 16,1-6 12-1,12-2-14-15,14-2-2 16,18-4-22-16,19 0-36 0,3 0-74 16,0-10-164-16,14 2-96 15</inkml:trace>
  <inkml:trace contextRef="#ctx0" brushRef="#br0" timeOffset="25220.16">17336 11498 820 0,'21'-18'79'0,"-21"18"-55"15,-6 0 108-15,-15 10-61 16,-2 18-59-16,3 8 13 16,5 6-19-16,6 2 3 15,6 6-9 1,3-7 0-16,0-11 6 0,18-4 4 15,13-23 8-15,5-2-1 16,11-3-1 0,18-7 12-16,-1-25-14 15,-10-9 3-15,-14-9-10 16,-32 3 4-16,-8-3 14 16,-4 6-22-16,-36 6 9 15,-16 6-9-15,-13 14-6 16,-9 10-2-16,-26 8-42 15,4 3-55-15,61 14-215 16,6 1-374-16</inkml:trace>
  <inkml:trace contextRef="#ctx0" brushRef="#br0" timeOffset="26198.65">14712 12242 53 0,'-63'10'71'16,"37"-4"-55"-16,-1-2-11 15,6-2 11-15,6 2 9 16,3-4-12-16,-1 0-9 15,-3 0 7 1,-1 0-5-16,1 0 1 16,1 0 0-16,4 0 18 0,-1 0 19 15,4 0-8 1,-1 0 12-16,-3 0 68 16,4 0-30-16,-1 0-7 15,-3-4 0-15,6 0-1 16,2 2-12-16,4 2 4 15,0-2-13-15,0 0-20 16,0 2 6-16,0 0-13 16,0 0-2-16,20 0-15 15,15 0-2-15,14 0 40 16,15 0-24-16,13-2-6 16,16-2 2-16,12 0-12 15,17 0 8-15,17 2-16 16,8-2 1-16,57 2-4 15,8 0 0-15,6 2-3 16,7 0 4-16,-44 0-1 16,-5 0 0-16,-2 0 1 31,33 6 3-31,-13 0-4 16,-9-2 3-16,-18-4-2 15,-55 0-1-15,-10 0 0 16,-11 0 3-16,-12 0 3 15,-8 0-4-15,-11 0 2 16,-12-2-4-16,-5 0 0 16,-14 2 0-16,-12-2-2 15,-7 2-6-15,-10 0 0 16,0-2-12-16,0 2 12 16,0 0-14-1,-29-2-73-15,-14 0-36 16,-13 0-107-16,35 0-98 15</inkml:trace>
  <inkml:trace contextRef="#ctx0" brushRef="#br0" timeOffset="27167.19">16133 12457 433 0,'13'-17'135'16,"-11"9"-127"-1,0 4 48-15,-2 2 184 16,0 0-161-16,0 2-18 15,-6 0 0-15,-14 0-36 16,-6 0-21-16,-8 0 21 16,5 6-9-16,-4 10 6 15,2 4 1 1,-8 15-10-16,6 5 17 16,6 4-29-16,12 2 11 15,15-4-12-15,0-4 0 16,2-2-2-16,27-4-1 15,6-6 1-15,11-8-7 16,2-8 6-16,21-10 3 16,1 0-7-16,-4-1 7 15,-5-22-8-15,-26 3 1 16,-10-4-2-16,-12 2-8 16,-13-2 10-1,0 6 6-15,-11 6 11 16,-20 10-5-16,-3 2 28 15,-2 0-20-15,5 18 2 16,9 6 13-16,10 0-16 16,10 1-12-16,2-6-4 15,2-2 3 1,32-8-2-16,7-9 3 0,7 0-3 16,-3 0 3-16,-1-12 0 15,-3-6-1 1,-17-8-12-16,-10 2 8 15,-14 2 5-15,0 6-2 16,-27 8 2-16,-18 8-4 16,-4 0-4-16,-2 0-2 15,4 0-25-15,14 6-25 16,8 4-47-16,17 0-149 16,8-8-60-1,0-2-82-15</inkml:trace>
  <inkml:trace contextRef="#ctx0" brushRef="#br0" timeOffset="27417.12">16730 12548 793 0,'25'-9'72'15,"-25"9"-25"1,0 0 75-16,0 16-69 15,-7 12 0-15,-2 6-27 16,0 2 7-16,-2 0-12 16,2 4-13-1,-2-8 2-15,2-8-10 16,0-6-6-16,0-12-6 0,-2-6-38 16,7 0-57-1,-5 0-101-15</inkml:trace>
  <inkml:trace contextRef="#ctx0" brushRef="#br0" timeOffset="27605.16">16503 12571 870 0,'0'0'240'0,"0"0"-236"15,0 0 34-15,96 88 52 16,-38-52-66-16,0-2-5 15,2-4-14-15,-9-4-5 16,-13-8-78-16,-36-18-143 16,-2 0-434-16</inkml:trace>
  <inkml:trace contextRef="#ctx0" brushRef="#br0" timeOffset="44708.1">18739 12136 384 0,'-4'0'101'16,"4"0"-94"-16,0 0 38 15,0 0 44 1,0 0-33-16,0 0 2 15,0 0-22-15,0 0-8 0,0 0 20 16,0 0 17 0,0 0-18-16,0-3-4 15,0 3 39-15,0-1-41 16,0 1-9-16,0 0-12 16,0 0 18-16,0 0-11 15,0 0-11-15,0 0 7 16,0 0-20-16,0 0 12 15,0 0-15 1,0 0 14-16,0 0-14 16,10 0 0-16,19 0 7 15,10 0-4-15,15-3 17 16,6 0-15-16,14-4 7 16,10-2-11-16,6-1 2 15,16-4-3 1,-10 3 6-16,-16 4-9 0,-22 0 3 15,-36 7 0-15,-12-1 1 16,-6-2-1 0,-4 1 0-16,0 2 4 15,0 0-3-15,0 0-1 16,0 0-6-16,-2 0 4 16,-12 0-13-16,-1 2-17 15,-3 6-85-15,-4 2-17 16,10-6-140-16,-3 0-89 15</inkml:trace>
  <inkml:trace contextRef="#ctx0" brushRef="#br0" timeOffset="45100.54">19005 12256 757 0,'-23'10'5'0,"19"-6"1"16,2 2 122-16,2 2-58 16,0 2-46-16,0 0-16 15,0-2 17-15,0-2 22 32,0 0-23-32,22-2 8 15,18-4 15-15,16 0-8 16,13 0-10-16,7 0-7 15,6 0 10 1,3-2-21-16,-5 0 6 0,-4-2 6 16,-12 2 3-1,-14 0-17-15,-17 0-3 16,-18 2 8-16,-10 0-14 16,-5 0 0-16,0 0-3 15,0 0 7-15,0 0-8 16,-5 0-18-1,-12 4-60-15,1 4-10 16,-1-4-71-16,14-4-144 0,-1 0-176 16</inkml:trace>
  <inkml:trace contextRef="#ctx0" brushRef="#br0" timeOffset="46187.03">20707 11835 522 0,'-5'-18'85'16,"5"12"-82"-16,0 2 15 16,0-2 61-16,0 3 56 15,5-2-81-15,4 3-10 16,-2 0-11-16,-5 0 4 16,2 2-18-16,-1 0 2 15,1 0 7-15,3 4-20 16,4 26 14-1,2 6 44-15,3 6-38 16,1 4-21-16,-1-6-1 16,0 0 9-16,2-1-13 15,-2-7 0-15,-1 0 0 16,1-5 3-16,-3-2-4 16,0-5-1-16,-3-6 7 15,-4-8-5-15,0-4 1 16,-3-2 5-16,-1 0-4 15,-2 0 19 1,4 0-13-16,4-2 35 16,4-20-28-16,11-10 3 15,-4-6-7-15,4-8-4 16,2-5 16-16,-1-9-20 16,5-2 4-16,-2-2 3 15,-1-2-5-15,9 1-1 16,-4 7 1-16,0 10 10 15,-3 10-8-15,-8 14 2 0,-4 6-10 16,-7 8 1 0,-3 2-3-16,-3 6-10 15,-3 2 6-15,0 0-24 16,0 0-15-16,0 0-11 16,0 6-25-16,-9 18-40 15,3-8-114-15,-4-2-437 16</inkml:trace>
  <inkml:trace contextRef="#ctx0" brushRef="#br0" timeOffset="46517.85">21421 11937 627 0,'10'8'100'0,"-10"-8"-31"15,0 0 51-15,0 6-47 16,0 14-39 0,0 8-25-16,0 6 27 15,0 4-6-15,0-4 8 0,0 5-11 16,0-3-10 0,0 6 1-16,0-6-13 15,0-10 4-15,0-4-8 16,0-10-1-16,5-4 0 15,1-2-3-15,-2 0 3 16,4-4-23-16,-6-2-82 16,0 0-25-16,-2 0-95 15,0 0-88 1</inkml:trace>
  <inkml:trace contextRef="#ctx0" brushRef="#br0" timeOffset="47142.68">21236 12065 426 0,'0'0'566'15,"0"0"-564"-15,0 0 117 16,-19-18-24 0,24 14-83-16,19 0-7 15,8-4-5-15,3 5 5 16,5-2-5-16,3 3 1 15,17 0-5-15,0 0-11 16,3 0 10-16,-3 2-2 16,-20 0-7-16,-5 0-12 15,-10 0-40 1,-10 0 0-16,-1 0-76 16,-8 0 98-16,-1 0 9 0,-1 0 31 15,-4 0 4 1,0 0 7-16,0 0 32 15,0 0 11-15,0 0-14 16,0 0 14 0,0 0-15-16,0 0 36 15,0 6-37-15,0 6-3 16,-2 8-30-16,-11 9 2 16,-7 4 23-16,-3 3-12 15,1 7-1-15,4-1 5 16,5-2-14-16,11 2-4 15,2-4 0-15,0-6 1 16,13-10-1-16,18-10 0 16,9-12-2-16,12 0 5 15,26-6-2 1,-1-28 2-16,-8-8 3 16,-13-6-2-16,-40-4 0 15,-16-1 14-15,-7 2 6 16,-42 2 23-16,-11 9-4 15,-13 8 8-15,-1 10-46 16,-4 14-5-16,16 8-13 16,21 0-87-16,41 4-95 15,0 8-625-15</inkml:trace>
  <inkml:trace contextRef="#ctx0" brushRef="#br0" timeOffset="49172.03">22826 11696 475 0,'0'-11'154'0,"0"6"-154"15,0 3 2-15,0 2 45 16,0 0 16 0,0-2-37-16,0 2 13 15,0 0-5-15,0-2 20 0,0 2-11 16,0 0-2 0,0 0 0-16,0 0-19 15,0 0 4-15,0 0-8 16,0 0-8-16,0 0 11 15,0 0-21-15,0 6 1 16,0 18 4-16,0 11-1 0,0 6 23 16,0 4-8-1,0-1-2-15,0 4 4 16,0-4-6-16,0 0-11 16,0-3-2-16,0-5 9 15,0 1-3-15,0-5-5 16,2-7 14-16,0-7-16 15,0-10-1-15,1-6 0 16,-3 0 4-16,3-2-6 16,-3 0 2-16,0 0-7 15,2 0 3-15,-2 0-24 16,0 0-11-16,0-4-21 16,0-8-27-16,0 4-322 15,0 2 106-15</inkml:trace>
  <inkml:trace contextRef="#ctx0" brushRef="#br0" timeOffset="49515.18">22547 11995 605 0,'0'0'80'0,"0"0"-76"15,0 0 86-15,-42-20 82 16,42 18-22-16,0 2-115 15,0-2-11-15,0 2-3 16,0-4-18 0,16 0 6-16,10 0 8 0,14-2-4 15,14 0-1-15,10-4-2 16,13 2-10-16,5-2 22 16,0 2-16-16,-11 4 0 15,-13 2 14-15,-15 2-19 16,-19-2 0-16,-14 2-1 15,-8 0 1-15,-2 0-5 16,0 0 4-16,0 0-4 16,0 0-9-16,-18 0-25 15,-9 0-47 1,9 4-122-16,0-2-145 16</inkml:trace>
  <inkml:trace contextRef="#ctx0" brushRef="#br0" timeOffset="55118.3">23811 11520 610 0,'-5'-14'25'0,"5"10"-25"0,0 2 0 15,0 2 76 1,0-2 18-16,0 2-88 16,0 0 11-16,0-2 27 15,0 2 0-15,0 0-7 16,0 0-8-16,0 0-9 15,0 0 11-15,0 0-18 16,0 0-2-16,0 0 4 16,0 0-14-16,0 0 1 15,0 8 6-15,3 10 7 16,7 4 10-16,6 8-14 16,-3 0-2-16,3 8 6 15,0 2 0-15,0-1-9 16,1 1-5-16,5 4 7 15,-3 0-7-15,0-8-1 16,-3-4 3 0,-5-10 1-16,1-8 0 0,-6 0-4 15,1-4 1-15,-1-4 4 16,-4-2-3-16,0-2-1 16,4 0 8-16,-4 0-8 15,-2-2 4 1,0 0-5-16,0 0 9 15,0 0-9-15,0 0 4 0,0 0 1 16,0 0-2 0,0 0 0-16,0 0-3 15,0 0 0-15,6 0 21 0,-3-10-9 16,1-4-1-16,4-6-11 16,0-4 7-16,-2-6-7 15,5-6 0-15,-4-6 0 16,0-2 0-16,0-8 0 15,-5-5 0 1,0-3 8-16,-2 0-13 16,0 0 5-16,0-2 0 15,0-9 3-15,0 3-1 16,0 10 6-16,0 6 6 16,0 24-11-16,0 6 0 15,0 4-3-15,0 6 0 16,0 0 5-16,0 6-5 15,0 0 0-15,0 0-1 16,0 2 3-16,0 0-7 16,0 2 5-16,0 2-5 15,0 0 5-15,0 0 0 16,0 0-2-16,0-2 2 16,0 0-4-16,0 0-1 15,0-1 5-15,0 2 0 16,0-1 0-16,0 2 0 15,0-2-1-15,0 2 0 16,0 0-2-16,0-2-1 16,0 0-3-16,2 0 4 15,-2-1 3-15,0 2-3 16,0-2 3-16,0 3-3 16,0-1 1-16,0 1 2 15,0-2-1 1,0 0 1-16,0 0 0 0,2 0 0 15,0-3 1-15,1 4-4 16,-3-3 3-16,0-2 0 16,0 4 2-16,0 0-2 15,0-1 1-15,2 3-1 16,-2-1 2-16,0-2-5 16,0 2 3-16,2-3 2 15,-2 2-2-15,0 2 0 16,0-3-3-16,0 3 6 15,0 0-6-15,0 0 0 16,0 0 0 0,0 0-2-16,0 0 5 0,0 0 0 15,0 0-4-15,0 0 9 16,0 0-10-16,0 0 5 16,0 0 0-16,0 0-3 15,0 0 3 1,0 0-3-16,0 0-4 15,0 0 4-15,0 0-5 0,0 0 3 16,0 0 1 0,0 0 4-16,0 0 0 15,0 0 1-15,-4 0 2 0,-1 0-3 16,5 0 0-16,0 0 0 16,-2 0-2-16,2 0 5 15,0 0-3-15,0 0 0 16,0 0 3-16,0 0-8 15,0 0 5 1,0 0-8-16,0 0 8 16,0 0 0-16,0 0-4 15,16 0 8-15,17 0-5 16,18 0 1-16,14 0 0 16,11 0 6-16,11 0-4 15,13 0-2-15,14-4 0 0,11 0 6 0,6 0-11 16,2 4 5-16,1 0 0 15,-4 0 4-15,-4 0-3 16,3-1-1 0,-2-5 6-16,2 2-6 15,-3-3 0-15,-9 1 0 16,15 1 0-16,-14-2 0 16,-11 1 3-16,-11 2 7 15,-29 3-8-15,-9 1 9 16,-5 0-11-16,-1 0 0 15,-10 0 3-15,-4 0-2 16,-5 0-1-16,-4 0 2 16,-2 0 2-16,-2 0-4 31,-3 0 0-31,-5 0 3 16,-1 0-3-16,-7 0 0 0,-3 0 2 15,-3 0 2 1,-3 0-5-16,0 0 1 15,0 0 0-15,0 0-4 16,0 0 1-16,-25 0-33 16,-15 0-15-16,15 0-110 0,-6 0-230 15</inkml:trace>
  <inkml:trace contextRef="#ctx0" brushRef="#br0" timeOffset="56259.89">24305 11396 328 0,'-19'-6'304'0,"9"6"-260"16,8 0-33-16,2-3 119 16,0 3-11-16,0 0-43 0,0-1-45 15,0-2 6-15,0 3 6 16,0-4-20-16,0 3-22 16,14-1 9-1,8-2 7-15,7 1-16 16,9 2 4-16,6 1-2 15,14 0 0-15,0 0 6 16,-5 0-9-16,-8 14 3 16,-22-2-10-16,-10 4 5 15,-11-3-4-15,-2 12-3 0,-11 3-18 16,-32 0 14 0,-12 2 10-16,-3-4 1 0,-4 0 3 15,4 0-1 1,2 0 7-16,12-4 8 15,7-6-8-15,18-2-3 16,9-6 6-16,8-3-10 16,2-1-2-16,0 0 1 15,2-1 1-15,19 1 18 16,8-1-16-16,2-2 6 16,7-1 15-1,5 0-17-15,9 0 2 16,9 0-4-16,6 0-1 15,0 0 10-15,-3-4-11 16,-13 3-2-16,-12 1-12 16,-18 0-23-16,-9 0-24 15,-12 0-43 1,0 0-100-16,-16 0-139 0</inkml:trace>
  <inkml:trace contextRef="#ctx0" brushRef="#br0" timeOffset="56950.47">25028 11626 305 0,'0'0'335'15,"46"-56"-300"-15,-34 38-33 16,-8 0 113-16,-2 0 18 15,-2 0-82-15,0 0-10 16,-4 0-9-16,-21 6 3 16,-6 6-31-16,-7 2 4 15,-7 4-11-15,-1 0 3 16,-1 0 9-16,3 16-6 16,5 6 6-16,8 2-5 15,14 6-4-15,8-2 5 16,9-2-5-16,0-6 0 15,4-12-4-15,18-2 6 16,5-6-2-16,6 0 2 16,4 0-2-16,-2-4 13 15,3-10-13-15,-3 0 2 16,-2-2-4-16,-4 0-3 16,-6 4 0-16,-8 2 0 15,-3 4 8-15,-8 6-3 16,-4 0 13-16,0 0 21 15,0 0-22-15,0 10-12 16,0 22-6-16,0 16 6 16,-4 12 21-16,-4 6-16 15,4 2-5-15,4-5 7 16,-2-3-5-16,0-8-2 16,0-8 0-16,2-10 0 15,0-8 0 1,0-7 0-16,0-11 4 15,0-4-1-15,0-4-2 0,0 0 12 16,0-14 13 0,16-26 14-16,5-11-36 15,4-3 3-15,-5 8 1 0,2 4-7 16,-2 4 1-16,1 2-2 16,-4 8 0-16,-1 3-6 15,-5 7-3-15,3 9-31 16,-8 0-37-16,-6 9-62 15,0 0-101 1</inkml:trace>
  <inkml:trace contextRef="#ctx0" brushRef="#br0" timeOffset="57372.6">25535 11358 645 0,'0'0'51'0,"2"-22"-49"15,1 15 71-15,-3 6 49 16,0 1-64-16,0-3-25 15,0 3 5-15,-3 0-27 16,-16 0-3-16,-8 0-8 16,-6 8 0-16,-8 14 10 15,-1 10 4-15,2 9 7 16,7 7 14-16,8 6-17 16,9 0-15-16,14 0-1 15,2 1-1 1,12-15 2-16,19-6-3 0,9-14 8 15,0-16-7-15,-3-4 15 16,4 0-16-16,-8 0-11 16,-8 0-36-16,-23-6-99 15,-2-4-163-15</inkml:trace>
  <inkml:trace contextRef="#ctx0" brushRef="#br0" timeOffset="57575.33">25240 11612 975 0,'0'0'22'0,"0"0"-2"16,0 0-20-16,0 0 58 16,106-46-43-16,-54 40-15 15,0 4-5 1,-7 2-13-16,-34 0-290 0,-6 0-18 15</inkml:trace>
  <inkml:trace contextRef="#ctx0" brushRef="#br0" timeOffset="58075.7">25763 11564 663 0,'0'0'152'0,"0"0"-152"16,0 0 0-16,0 0 102 16,0 0-28-16,17-2-55 15,-17 2-2-15,-10 0 4 16,-22 4 2-16,-11 10-9 15,-3 0-9-15,3 2-5 16,10-2 12-16,11 0 6 16,11-2-4-16,6-2-19 15,5 1 3-15,0-4-17 16,9 5-10-16,32 6 9 16,9 3-26-16,4-3 16 15,0 2-26-15,-17-4 11 16,-3-2 30-16,-10 1 5 15,-7-2 10-15,-11-7-1 16,-6 2-3-16,0-2 4 16,-27-2 6-16,-20 2 59 15,-8-2-17-15,-7-4-34 16,-2 0 27-16,11 0-18 16,8 0-2-16,12 0-21 15,16-12-11 1,9-4-42-16,8-4-90 0,0 10-51 15,14 6-74-15</inkml:trace>
  <inkml:trace contextRef="#ctx0" brushRef="#br0" timeOffset="58465.74">26090 11373 293 0,'0'0'451'15,"0"0"-413"-15,0 0-20 16,20-19 136-16,-20 19-36 16,0 0-70-16,0 0-24 15,0 0 4 1,0 0-23-16,0 0 2 15,0 10 0-15,0 16 2 0,-6 10-5 16,-2 14-4 0,4 0 10-16,2 0-10 15,2-4 0-15,0-14-2 16,-2-8-6-16,2-8 3 16,0-3-8-16,0-9-11 0,0-3 4 15,0-1-50-15,0 0-69 16,-2 0 2-16,0-5 22 15,-1-9-120 1</inkml:trace>
  <inkml:trace contextRef="#ctx0" brushRef="#br0" timeOffset="58700.34">26055 11530 200 0,'0'0'87'0,"0"0"-61"16,0-118 37-16,0 96 18 16,0 15 41-16,0 6-11 15,0 1-21-15,0 0 17 16,0 0-27-16,6 0-46 15,6 8-21-15,5 18-8 16,6 6 11-16,3 2-3 16,3 2-4-16,-2 0 2 15,5-2-7-15,3-4-4 16,-4-4 0-16,0-3 0 16,-4-10 2-16,-10-4-2 15,-3-9-3-15,-9 0-14 16,-3 0-49-16,-2-9-50 15,0-3-56-15,0-2-227 16</inkml:trace>
  <inkml:trace contextRef="#ctx0" brushRef="#br0" timeOffset="58965.63">26353 11203 726 0,'0'0'234'15,"0"0"-231"-15,0 0 9 16,0 0 63-16,-4-18-36 16,4 50-37-16,0 11-1 15,0 2 26-15,0 5-16 16,0 3-11-16,0-1 11 16,0 0-11-16,0-6 2 15,0 0-2-15,2-8-8 16,3-8-36-16,-3-8-56 15,-2-22-99-15,0 0-131 16</inkml:trace>
  <inkml:trace contextRef="#ctx0" brushRef="#br0" timeOffset="59825.03">26460 11468 57 0,'0'0'543'0,"0"0"-543"16,0 0-23-16,-11-8 65 16,11 6-38-16,0 2-4 15,0 0 0 1,-2 0 8-16,2 0 1 0,0 0 8 15,-2 0 0-15,2 0-17 16,0 0 8-16,0 0-8 16,0 0 0-16,0 0 5 15,0 0-4-15,0 0-1 16,0 0 0-16,0 0 2 16,0 0 3-16,0 0-3 15,0 0-1-15,0 0 3 16,0 0-4-16,0 0 2 15,0 0-1-15,0 0 12 16,-2 0-10-16,2 0-3 16,0 0 7-16,-3 0-7 15,3 0-2-15,-3 0 1 16,3 0-6-16,-2 0 4 16,2 0 3-16,0 0 0 15,0 0 2 1,-2 0-2-16,2 0-33 0,0 0-95 15,-2 0-116-15</inkml:trace>
  <inkml:trace contextRef="#ctx0" brushRef="#br0" timeOffset="60864.86">26511 11458 440 0,'-2'-4'185'16,"2"2"-185"-16,0 2 28 15,0 0 1-15,0 0-12 16,0 0-13-16,0 0 9 15,-2 0 23 1,-2 8 18-16,1 8 3 16,1 4-23-16,-1 2-9 0,-1 6 29 15,4 0-23-15,-2 0-9 16,2-4 2-16,0-4-13 16,0-8-2-16,0-3 2 15,0-5-8 1,0-3 21-16,0-1-2 0,0 0 4 15,0 0-9-15,0 0 7 16,0 0-15 0,0-22 13-16,4-2 7 15,8-10-24-15,-6 6-5 16,3 0 6-16,0-2-3 16,-2 6-3-16,2 0 0 0,-3 3 0 15,1 7 1-15,0 7-1 16,-5 1 0-16,1 1 0 15,-3 5 2 1,0 0-7-16,0 0 0 16,0 0 3-16,0 0 0 15,8 31 2-15,8 9 5 0,-1 6-4 16,4 2 0-16,-4-6-1 16,-1-4 1-16,1-3-1 15,-2-8 0-15,1-3 0 16,-6-6-2-16,-1-1-10 15,0-8-4-15,-5-2-23 0,-2-3-21 16,0-2-2 0,0-2-334-16,0 0 48 15</inkml:trace>
  <inkml:trace contextRef="#ctx0" brushRef="#br0" timeOffset="61087.09">26431 11594 667 0,'0'0'251'0,"0"0"-232"15,-9-22 2 1,20 16 76-16,18 4 22 0,7-2-99 16,9 4 10-1,-1-2-30-15,14 2 1 16,-7 0-1-16,-7 0-25 15,-12 0-61-15,-32 0-154 16,0 0-296-16</inkml:trace>
  <inkml:trace contextRef="#ctx0" brushRef="#br0" timeOffset="62257.56">24018 12328 220 0,'0'0'69'0,"-37"0"-57"0,25 0 14 15,3 0 36-15,1 0-34 16,-2 0-13-16,-3 0-15 15,0 0 0-15,-1 0 7 16,5 0 20-16,1 0 38 31,0 0-19-31,-2-2-6 16,3 0 6-16,3 0 8 16,-1 2-22-16,5-2-10 15,-5 2 4-15,1-2-14 16,0 2-8-16,1 0 29 15,3 0 12-15,0 0 15 16,0 0-2-16,0-2-19 16,0 0 3-16,0 2-4 15,0 0-20-15,13 0 6 16,12 0-9-16,13 0 10 16,13 0 10-16,12 0-17 15,10 0 14-15,12 0-28 16,4 0 18-16,11 0-15 15,43 0-2-15,11 0-3 16,8 0 4-16,6 0-10 16,-31 0 4-16,2 0 0 15,1 4 2-15,-2 4-2 16,4-2 0-16,1 0-1 16,-7-4 6-16,-2-2-11 15,-7 0 2-15,-2 0 4 16,0 0-5-16,-3 0 5 15,-10 0-1-15,-10 0 6 16,-8 0-6-16,10 0 1 16,-10 0 0-16,-7 0 13 15,-15 0-6-15,-30 0 5 16,-7 0 0-16,-8 0-11 16,-2 0 10-16,-8 0-11 15,-5 0 3-15,-8 0 5 16,-4 0-8-16,0 0 0 15,0 0 0 1,0 0-4-16,-23 0-32 0,-12 0-23 16,-12 0-37-16,-2 0-98 15,22 0-114 1,0 0-113-16</inkml:trace>
  <inkml:trace contextRef="#ctx0" brushRef="#br0" timeOffset="63207.66">25388 12522 285 0,'0'0'386'16,"16"-24"-350"-1,-12 16 77-15,-1 1 9 16,-3 0-61-16,0 3-16 15,0 0-17 1,0 0-8-16,-5 4 21 0,-13 0-27 16,-4 0-9-16,-4 0-3 15,-6 2-1-15,-5 15 9 16,-2 3-7-16,1 3 2 16,5 8 20-16,2 1-19 15,6 4 1-15,10 4 2 16,8-2-6-16,7 2-8 15,0-2 5-15,5-4 1 0,19-6-1 16,16-7-6-16,5-12 4 16,6-4-15-16,5-5 13 15,-10 0-15-15,2-6-9 16,-11-15-11-16,-8-1-36 16,-9-2-4-16,-11-3-2 15,-9-4 0-15,0 3 53 16,0 4 28-16,0 8 8 15,-2 8 56-15,-7 4 161 16,0 4-145-16,2 0-40 16,1 0-14-16,-8 14-26 15,3 18 1-15,0 8 13 16,8 3-5-16,3-11-4 16,0-5 5-16,0-4-10 15,12-7 5-15,1-9-5 16,3-4 0-16,9-3 4 15,4 0-1-15,6-13-2 0,3-13 8 16,-5-3-8 0,-8-6 6-16,-8 3-7 15,-9 2 6-15,-8 4-5 16,0 2 0-16,-29 10 8 16,-14 6-9-16,-4 8-2 15,2 0-23-15,3 0-50 16,3 14-85-16,27-6-193 15,3-4-105-15</inkml:trace>
  <inkml:trace contextRef="#ctx0" brushRef="#br0" timeOffset="63700.83">26061 12633 450 0,'0'-2'173'0,"0"2"-166"0,0 0-2 16,0 0 58-16,-2 0-27 16,-5 0-35-16,1 0 1 31,-6 2 37-31,-3 10 66 0,1 2-54 15,-7 6-21-15,-4 4 17 16,-11 14-4 0,1 2-14-16,4 0 8 15,6-3-17-15,11-13-7 16,1-6-13-16,7-4 2 16,-2-6 1-16,6-4-3 0,2-4-7 15,0 0-28-15,0 0-69 16,0-3-56-16,0-8-41 15,0-4-211 1</inkml:trace>
  <inkml:trace contextRef="#ctx0" brushRef="#br0" timeOffset="64077.98">25801 12597 713 0,'0'0'234'0,"0"0"-234"16,0 0 0 0,0 0 9-16,8-10 8 0,-3 10-16 15,3 0 9-15,2 6 30 16,5 10-11 0,1 8-2-16,1 0 9 15,6 6-27-15,-5-4 0 16,2 4-8-16,2 0 4 15,-1-2 0-15,-2-1-5 0,1-8 0 16,-5-1 2-16,2-4 1 16,-5-6-3-16,2 1 0 15,-7-5 2 1,-1-4 1-16,-6 0-3 16,0 0 7-16,0 0-5 15,0 0-1-15,0 0-1 16,0 0-23-16,0 0-38 15,0-3-98-15,0-3-235 16</inkml:trace>
  <inkml:trace contextRef="#ctx0" brushRef="#br0" timeOffset="72775.47">27623 10636 125 0,'-16'0'56'0,"12"0"-49"16,-1 0 19-16,5 0 36 16,0 0-23-16,0 0-2 15,0 0-15-15,-6 0 5 16,6 0-18-16,0 0 8 16,0 0 6-16,0 0-2 15,0 0 3-15,0 0-12 16,0 0-4-16,0 0 0 15,0 0-8-15,0 0-3 16,0 0-34-16,0 0 15 16,0 0-6-16,0 0 6 15,0 0 5 1,0 0-35-16,0 0-11 0,0 0-15 16,0 0-77-16</inkml:trace>
  <inkml:trace contextRef="#ctx0" brushRef="#br0" timeOffset="73381.14">27482 10668 184 0,'0'0'62'0,"-4"0"-60"15,4 0-2-15,0 0 23 16,0 0-23 0,0 0-2-16,0 0-14 0,-2 0-26 31,2 0-85-31</inkml:trace>
  <inkml:trace contextRef="#ctx0" brushRef="#br0" timeOffset="75178.34">27912 10684 335 0,'0'0'114'0,"-8"-4"-114"0,8 2 0 31,0 2 60-31,0 0 8 0,0 0-33 16,0 0-4-16,0 0 1 15,0 0 14-15,0 0 43 16,0 0-49-16,0 0-23 16,0 0-5-16,-2 0 4 15,-5 0-10 1,-5 4 8-16,-3 12 28 16,-1 0 1-16,1 2-6 15,-5 4-18-15,-2 2 3 16,-5 2 0-16,-2 4-8 15,0 2 11-15,-4 6-10 0,-3 4-6 16,-2 5 9 0,-4 4-13-16,0 6 9 15,1 5-12-15,3 2 4 16,1 5 2-16,-6 14-5 16,3 4 15-16,4 1-9 15,5 4-3-15,7-17 8 16,1-3-9-16,1-4 9 15,2 0-12-15,5 0-2 16,-1 4 16-16,5-1-13 16,2 3 1-16,2 0 3 15,7-6-5-15,0 0 5 16,0-6-1-16,0-4 6 16,0-3-12-16,12-7 1 15,7 8 2 1,2 0 1-16,1-1 0 0,2-4-4 15,-6-12 0-15,-3-7 6 16,1-2-4-16,-1-2-2 16,-1-4 0-16,1 2 5 15,2 2-6-15,0-2 1 16,1 2 0-16,0 2 4 16,-1-4-4-16,0 4 2 15,0-3 2-15,1-4-5 16,-1 4 1-16,4-5 0 15,-5 0 2-15,-1-6-2 16,-1-2 0-16,-8-4 4 16,1-2-1-16,-3-2 5 15,0-2-8-15,-1 0 0 16,4 0 14-16,-3 2-12 16,1-2 4-16,1 0 6 15,-4 0-11 1,5 0 10-16,0-2-8 0,0 4 13 15,1-2-16-15,-1 0 2 16,5 2 0 0,-2-2 3-16,-1 0-8 15,-2 0 3-15,-2-2 0 0,-1 0 6 16,-2 2-6 0,5 0 1-16,-1 0 2 0,2 2 2 15,0-2-7-15,-1 0 2 16,-1 0 0-16,1 0 1 15,-4-2-1-15,-1-2 0 16,2 0 3 0,-4 0-3-16,2 0 0 0,-2 0 0 15,0 0 2 1,3 0 0-16,-3 0-1 16,0 0-1-16,2 0 0 15,0 0-5-15,2 0 5 0,0 0 0 0,4 0-1 31,-4 0 1-31,1 0 0 0,-3 0-1 0,0 0-9 16,0-2 3 0,-2-2-57-16,0-2 32 15,0-2-23-15,0-2-14 0,0-10-37 16,0-6-73 15,0 10-32-31,0-2-140 16</inkml:trace>
  <inkml:trace contextRef="#ctx0" brushRef="#br0" timeOffset="77286.92">27683 11893 337 0,'0'-16'89'0,"0"8"-79"15,0 2 2-15,0-2 43 16,0 4-17-16,0 0-7 16,0 0 30-16,0 0-14 15,0 4-11-15,0-2 21 16,0 0-8-16,0 2 3 16,0-2 0-16,0 2-15 15,0 0-17-15,0 0-9 16,0 0-2-1,0 0-7-15,0 0 3 0,0 4-5 16,0 12 0-16,0 6 49 16,7 4-15-16,1 6-10 15,2 4-1-15,1 5-17 16,0 0 15-16,5 4-14 16,-3 0-7-16,1 1 10 15,1-1-9-15,1-1-1 16,-3-2 3-16,3-6-4 15,-3-6 1-15,1-2 0 16,-6-10 4 0,-1-5-4-16,-3-6 0 0,-4-4 0 15,0-3 5-15,0 0-3 16,0 0 2-16,0 0-3 16,2 0 15-16,-2 0-16 15,0 0 3-15,0 0-3 16,0 0-6-1,2-5 2-15,-2-4-15 16,0-6 16-16,0-1-18 0,0-2-21 16,0-8-2-1,0-4-19-15,0-2-12 16,0-4-81-16,-4 0-12 16,0 24-44-16,2-2 9 15</inkml:trace>
  <inkml:trace contextRef="#ctx0" brushRef="#br0" timeOffset="77771.42">27946 11510 412 0,'0'0'152'16,"0"0"-99"-16,27-100 11 15,-23 90 52-15,-4 4-54 16,0 2-22-16,0 1-20 15,0 3 13-15,0 0 5 16,0 0-6-16,0 0-15 16,0 0 1-16,0 3-18 15,0 23 13-15,0 10 20 16,-9 10-7-16,3 10-11 16,-3 4-3-16,0 24 10 15,0-2-20-15,2-3 18 16,3-1-16-16,0-24 0 15,1-2 10-15,3-4-14 16,0-3 1-16,0-5-1 16,0-2 2-16,0-2 1 15,0-6-3-15,0 0 0 16,0-8 1-16,0-4 2 16,0-2-3-16,0-6 0 15,0-2-1-15,0-4 1 16,0-4 0-1,0 0-4-15,0 0-4 0,0 0-23 16,0 0-9-16,0 0-20 16,0 0-3-16,0-20-69 15,0-4-84-15,0 10-49 16,0-4-138-16</inkml:trace>
  <inkml:trace contextRef="#ctx0" brushRef="#br0" timeOffset="78927.38">27904 11474 34 0,'0'0'358'0,"0"0"-356"16,0 0 43 0,0-16 37-16,0 14-37 15,0 2-1-15,0 0 8 16,0 0 14-16,0 0-2 16,0 0-7-16,0 0 11 0,0-2-26 15,0 2 0 1,0 0 0-16,0 0-22 15,0 0 5-15,0 0 5 0,0-2-15 16,0 0 16 0,0 2 2-16,0 0-12 15,0 0-10-15,0 0-1 0,4 0-7 16,8-2-2 0,1 2 13-16,9-2-13 15,10 2 1-15,7-2 3 16,15 2-5-16,8-2 0 15,7 0-1-15,8 2 2 16,4 0 0-16,0 0-1 16,1-3 0-16,-4 2-3 15,1-3 2-15,-8 0 1 16,-7-1 1-16,-6 1 2 16,-7-1-3-16,0-1 0 15,-8-1 13-15,-7 4-10 16,-3-3 9-16,-11 1 2 15,2 5-10-15,1-1 17 16,-2 1-20-16,-6 0 3 16,-3 0-4-16,-6 0 2 15,-3 0-3-15,-5 0 1 16,0 0 0-16,0 0 1 16,0 0 0-16,2 0 5 15,-2 0-4-15,0 0-1 16,0 0-1-1,0 0 0-15,0 0 3 0,0 0-3 16,0 0 0-16,0 0 4 16,0 0-2-16,0 0-2 15,0 0 0-15,0 0 1 16,0 0 1-16,0 0-2 16,0 0 0-16,0 0-2 15,0 0 4-15,0 0-4 16,0 0 2-16,0 0-1 15,0 0 1-15,0 0 0 16,0 0-1 0,0 0 3-16,0 0-4 15,0 0 0-15,7 0 2 16,2 0-1-16,0 0 1 16,-3 0 0-16,4 0 0 0,-2 0 3 15,-1 0-5-15,-1 0 2 16,6 0 0-1,-5 0 2-15,-3 0-2 16,2 0-1-16,-6 0 5 16,0 0-2-16,0 0-2 15,0 0 0-15,0 0 2 16,0 0-2-16,5 0 0 16,-2 0-2-16,-3 0 7 15,0 0-8-15,0 0 3 16,0 0 0-16,0 0-1 0,0 0 1 15,0 0 0-15,0 0-1 16,0 0 4 0,0 0-6-16,0 0-3 15,0 0 2-15,0 0-13 16,0 0-21-16,0 0-19 16,-16 0-84-16,1 0-165 15,1 0-150-15</inkml:trace>
  <inkml:trace contextRef="#ctx0" brushRef="#br0" timeOffset="80920.42">28060 11871 458 0,'-5'-2'101'0,"3"2"-87"16,2-2 25-16,0 2 52 16,0-2-20-1,0 2-18-15,0-4 12 0,0 4-19 16,0 0-10-16,0 0 12 15,0 0-29-15,0-2-7 16,15-2 0-16,10 2-10 16,6 0-2-16,5 2 0 15,4 0 0 1,2 0 7-16,0 0-7 0,1 0 0 16,-7 0 2-16,-7 0-5 0,-12 2 2 15,-7 4-7 1,-10 4 8-16,0 2-15 0,-5 4 15 15,-24 2 23 1,-9-2-14-16,-6 2 3 16,-4 0-10-16,4 0 0 0,2 2 6 15,2-2-7-15,4 0 6 16,5-2 2 0,6 0-7-16,8 0 13 15,3 0-14-15,3 1 6 0,5 1-7 16,4 2 0-1,-1-7 1-15,3 0 2 16,0-3-4-16,0-6 1 16,0 0 0-16,3 0 1 0,12 0 2 15,9-2 7-15,5-2 3 16,9 2-12-16,3-2 8 16,1 0-9-16,0 0 0 15,1 0 3-15,-6 0-3 16,-3 0 12-16,-7 0-10 15,-10 0 14-15,-8 0-11 16,-6 0-5 0,-3 0 10-16,0 0-9 0,0 0-2 15,0 0-7-15,0 0-33 32,0 0-32-32,0 0-63 0,-5 0-146 15,-2-6-169-15</inkml:trace>
  <inkml:trace contextRef="#ctx0" brushRef="#br0" timeOffset="81454.17">28602 11927 379 0,'0'0'32'16,"2"0"-32"-16,-2 0 0 0,2 0 32 15,0 0-6-15,0 0-16 16,0 0 20-16,-2 0-12 16,2 0-12-16,-2 0 5 15,0 0-11-15,0 0 5 16,0 0-5-16,0 0 11 16,0 0 14-16,0 0 5 15,0 0-2 1,0 0 2-16,0 0 9 15,0 0-16-15,0 0-15 16,0 0-1-16,0 0-7 16,0 0-3-16,0 0-9 15,0 0-22-15,0 0 1 0,0 0-5 16,0 0-5 0,0 0 43-16,0 0 4 15,0 0-4-15,0 0-3 16,0 0-30-16,0 0-71 15,0 0-58-15</inkml:trace>
  <inkml:trace contextRef="#ctx0" brushRef="#br0" timeOffset="82141.66">28548 11748 100 0,'0'0'521'16,"0"-15"-497"-16,0 15 50 0,0 0 11 15,0 0-38-15,0 0-29 16,0 0 7 0,0 0 6-16,0 0-5 0,-2 11 6 15,2 18-15 1,-3 3 20-16,1 6-1 0,2 4-22 15,0 0-3-15,-2 2 0 16,2 2 0-16,-2-2 12 16,0-1-14-16,2-1-4 15,-3-6 8 1,1-4-9-16,-1-2-3 16,3-8 4-16,-2-2 3 0,2-6-8 15,0-6 0 1,0-2 4-16,0-6-4 15,0 0-1-15,0 0-10 16,0 0-33-16,0 0-5 16,0-2-44-16,12-12-52 0,-10 4-57 15,2 0-99-15</inkml:trace>
  <inkml:trace contextRef="#ctx0" brushRef="#br0" timeOffset="82594.03">28673 11937 459 0,'0'0'171'0,"0"0"-145"16,0 0 27-16,8-24 87 0,-8 24-15 16,0 0-72-1,0 0-44-15,0 12-9 16,-8 12 29-16,-3 6 15 15,-1 2-40-15,5 3 14 16,7 1-15-16,0-3-3 16,0-1 3-16,0-3-3 15,5-15 0-15,15-2 0 16,3-8 0-16,6-2 8 16,2-2-8-16,4 0 8 15,5-14 15-15,-2-11-22 16,-5-3 7-16,-2-3 0 15,-6-8-4-15,-9 3 47 16,-5-2-26-16,-9 2-1 16,-2 4-20-16,0 0 14 15,0 10 0 1,-11 4-14-16,-11 4 2 0,-7 8-6 16,-7 2-12-16,-4 4-4 15,-2 0-34-15,4 0-23 16,7 0-38-16,4 0-65 15,6 0-51-15,21 0-55 16,0 0 16-16</inkml:trace>
  <inkml:trace contextRef="#ctx0" brushRef="#br0" timeOffset="82945.03">28779 11733 677 0,'0'0'148'0,"0"0"-117"15,0 0 39-15,7-8 43 16,-7 8-49-16,0 0-41 16,0 0-7-16,0 8-8 15,0 20-7 1,0 5 50-16,0 12-21 16,0 3-11-16,0 2-16 0,0 20 12 15,0 1-7 1,0-3-6-16,0-2 10 15,0-16-10-15,0-6 5 16,0-6 3-16,0-4-9 16,0-8 1-16,0-6 0 0,0-5 0 15,0-8 6-15,0-3-8 16,3-1 3 0,-3-3-4-16,0 0 1 15,0 0-14-15,0 0-33 16,0 0-31-16,0-7-135 15,0-4-323 1</inkml:trace>
  <inkml:trace contextRef="#ctx0" brushRef="#br0" timeOffset="83282.78">28918 12200 820 0,'0'0'70'16,"0"0"-46"-16,0 0-24 15,0 0 98-15,4 12-61 16,-4 14-7-16,0 4 19 16,0 4-26-16,0 0 0 15,0 2-1-15,-4-2-18 16,4-5 16-16,0-3-16 0,0-4-2 15,0-8 5-15,0-3-6 16,0-4-1-16,0-6-1 16,0-1-6-16,0 0 4 15,0 0-31-15,2-5-28 16,6-17-31-16,-5-5-108 16,-3 13-80-16,0 2-55 15</inkml:trace>
  <inkml:trace contextRef="#ctx0" brushRef="#br0" timeOffset="83504.17">28874 12196 328 0,'0'0'415'0,"0"0"-357"0,0 0-51 15,44-20 60-15,-20 20 16 16,3 0-39-16,2 0-21 15,-3 0-7-15,-3 0-10 16,-5 0-3-16,-9 0-6 16,-7 2-27-16,-2 0-104 15,0 0-83-15</inkml:trace>
  <inkml:trace contextRef="#ctx0" brushRef="#br0" timeOffset="83722.27">28870 12286 235 0,'0'0'541'16,"0"0"-484"-16,0 0-54 15,0 0 66-15,0 0 30 16,72 4-69-16,-40-4-13 16,-3 0 32-16,2 0-27 15,-2 0-2-15,0 0-20 16,-8 0-9-1,-5-2-64-15,-16-2-153 0,0-2-162 16</inkml:trace>
  <inkml:trace contextRef="#ctx0" brushRef="#br0" timeOffset="84785.06">29209 11751 278 0,'0'0'108'0,"0"-4"-75"16,0 4 40-16,0 0 36 16,0 0-4-16,-2 0-55 15,0 0 2-15,2 0 15 16,0 0-17-1,0 0-10-15,0 0 1 0,0 0-3 16,0 0 4-16,0 0-7 16,0 0-12-16,0 0 12 15,0 0-17-15,0 0-7 16,0 0 4-16,0 0-13 16,0 10 5-16,0 16-4 15,0 6-2 1,0 8 35-16,0 2-30 15,0 4 7-15,0 4-12 0,2 17 6 16,0 2-7 0,3 2 0-16,-2-5 11 15,-3-18-11-15,0-6 7 16,0-6-1-16,0-4-3 16,0-8 0-16,0-8-3 15,0-8 0-15,0-4 6 0,0-4-4 16,0 0-2-1,0 0 2-15,0 0-2 16,0 0 0-16,0 0-23 16,0-5 6-16,4-13-28 15,-2-5-14-15,2 1-38 16,3 0-62-16,-7 16-83 16,0 2-96-16</inkml:trace>
  <inkml:trace contextRef="#ctx0" brushRef="#br0" timeOffset="85315.65">29452 11893 115 0,'0'0'136'0,"0"0"-78"15,0 0 5-15,0-2-11 16,0 0 5-1,0 0-16-15,0 2-16 0,0 0-4 16,0 0-17 0,0 0-3-16,0 0 7 0,0 0-8 15,0 0 1-15,0 0-1 16,0 0-10-16,0 0-2 16,0 0-31-16,0 0-12 15,0 0 2 1,0 0-61-16,0 0 33 15</inkml:trace>
  <inkml:trace contextRef="#ctx0" brushRef="#br0" timeOffset="85745.77">29452 11893 206 0,'0'-6'84'16,"0"6"-50"-16,0 0 41 15,0-2 34-15,0 2-34 0,0 0-20 16,0 0-11-1,0 0 6-15,0 0 111 16,0 0-90-16,0 0 6 16,0 0-14-16,0 0-14 15,0 0-17-15,0 0-18 16,0 0 7-16,0 0-21 16,0 0 5-1,0 12-2-15,0 14 1 16,0 4 13-16,0 4-2 15,0 2-10-15,0-2 8 16,0 0-12-16,2-3-1 16,-2-2 3-16,0-2 4 15,0-5-7-15,0-4 0 16,0-6 11-16,0-4-10 16,2-4-1-16,-2-2 0 15,0-2-1-15,0 0 0 16,3 0-17-16,-3 0-13 15,0 0-4-15,0-6-43 16,0-10-73-16,0-2-97 16,0 10-45-16,0 2 20 15</inkml:trace>
  <inkml:trace contextRef="#ctx0" brushRef="#br0" timeOffset="86090.68">29346 12051 392 0,'0'0'100'16,"0"0"-75"-16,0 0 73 15,-11-10 23-15,11 10-29 16,0 0-29-16,0 0-8 16,0 0-1-16,0-2-3 15,0 2-41-15,0 0 3 16,6 0 13-16,25 0-18 15,9 0 2 1,2 0-7-16,12 0 1 0,-14 0-3 16,-2 0 0-16,-2 0-1 15,-11 0 15-15,-8 0-12 16,-3 0 3-16,-10 0 6 16,-4 0-12-16,0 0 14 15,0 0-14 1,0 0-8-16,0 0-122 0,-14 0-40 15,8 0-121-15,-3 0-96 16</inkml:trace>
  <inkml:trace contextRef="#ctx0" brushRef="#br0" timeOffset="86797.32">29720 11847 0 0,'0'0'469'0,"0"0"-437"0,8-36-31 15,-8 34 108-15,0 0 13 16,2 2-38 0,-2-2-16-16,3 2 13 15,-3 0-52-15,0 0-9 0,0 0-14 16,0 0 9 0,0 0-15-16,0 22 0 15,0 8 11-15,0 2 23 16,3 0-19-16,-1 0 0 15,-2 2-10-15,0-4-10 16,0 0 4-16,0 1 1 16,0-8 14-16,0-1-13 15,0-4 8-15,0-5 0 16,0-7 14-16,0-2-13 16,0-4-10-16,2 0 8 0,0 0-5 15,0 0 2 1,1 0 1-16,-1 0-1 15,2 0 22-15,5-2-7 16,2-10 2-16,5-6-7 16,0-4-12-16,1-5-1 15,1-3-1-15,3-6 3 0,-2-2 6 16,-1-2-10 0,-3 4 3-16,-1 2 15 15,-3 6-9-15,-5 6 1 0,2 6-8 16,-2 0 22-1,-3 5-21-15,1 4-2 16,-2 0 5-16,-2 6-6 16,0 1-3-16,0-3-8 15,0 3-17-15,0 0 3 16,0 0-29-16,0 0-47 16,0 3-83-16,0 1-181 15,-4 0 15-15</inkml:trace>
  <inkml:trace contextRef="#ctx0" brushRef="#br0" timeOffset="87437.29">30079 11955 410 0,'0'0'172'0,"0"0"-137"15,23 0 43 1,-19 0 58-16,-4 0-62 0,0 0-34 16,0 0-7-16,0 0-8 15,0 0-19-15,0 2 35 16,-6 2-28-16,-11 2 6 15,-3 2 2-15,-1-2-14 16,0 4 9 0,2-2-5-16,4 0 0 0,-1 0-8 15,8-2-3-15,1-2 1 16,5-1-1 0,2 0 0-16,0-3-10 0,0 2-3 15,0 0 3 1,4 0-7-16,16 0 3 0,4 2 2 15,5 0-16-15,1 4 15 16,1 1 2-16,-2 0-30 16,2 0 14-16,-2-2 0 15,-7 1 4 1,-2 0-10-16,-10 1 23 16,-10-4 6-16,0 2-16 0,0-1 20 15,-17-2 56 1,-14 4-13-16,-9-6 3 15,-3-1-18-15,-1 3 27 0,0-4-32 16,-1 3 5 0,10-3-2-16,3 0-20 15,12 0-4-15,7 0 4 0,7 0-6 16,6 0-1 0,0 0-20-16,0 0-189 15,4 0 72-15,2-4-108 0,3 0-174 16</inkml:trace>
  <inkml:trace contextRef="#ctx0" brushRef="#br0" timeOffset="87780.96">30239 11939 356 0,'0'0'358'0,"0"0"-340"16,17-6-16 0,-14 6 68-16,0 0 4 0,-3 14-65 15,2 6 17-15,0 0 20 16,-2 6-22-16,2 0-2 16,-2 4 2-16,0 2-14 15,0-1 1-15,0 1-1 16,0-5-7-16,0-2 12 15,2-7-11-15,-2-4 4 16,2-6-7-16,0-4-1 16,1-2 0-16,3-2-34 15,4 0-34-15,-2 0-41 16,-6 0-55-16,-2-2-111 16</inkml:trace>
  <inkml:trace contextRef="#ctx0" brushRef="#br0" timeOffset="88312.66">30250 11999 569 0,'0'0'97'16,"0"0"-97"-16,0 0 0 0,0 0 60 15,69-26-5 1,-47 26-3-16,1 0 15 0,-3 0-31 15,0 0 4-15,-4 0 1 16,-3 0 1-16,-7 6-18 16,-6 0-16-16,0 2-8 15,0 2-3 1,-11 0 48-16,-18 2-22 16,-8-2-14-16,1 1 13 0,3-4-8 15,12-3 4 1,11-1-18-16,7-3 1 15,3 0-1-15,0 0 0 0,0 0-7 16,0 0 1 0,0 1-19-16,18 3 15 0,4 2 7 15,7 2-2 1,0 0 5-16,5 5-17 16,-1 1 3-16,2 5 11 15,-3 2-1-15,-1 3 4 16,-9 0-1-16,-13 0-3 15,-9-2 3-15,0-2 1 16,-23-6 5-16,-23-8 7 16,-12-4 17-16,-9-2-11 15,-1 0-17-15,2 0 12 16,11-6-13-16,4-10 0 16,11-2-41-16,9-4-52 15,31 12-113-15,0 0-140 16</inkml:trace>
  <inkml:trace contextRef="#ctx0" brushRef="#br0" timeOffset="89295.88">29390 11361 145 0,'-15'0'230'0,"8"0"-229"15,2 0 27-15,0 0 25 16,-1 0-19-1,0 0 9-15,1 0 10 16,1 0 6-16,2-1 5 0,2-1-8 16,-3 2 24-16,3-3-6 15,0 3-23-15,0 0 0 16,0 0-23-16,0 0-8 16,0 0 13-16,0 0-12 15,0-1 5-15,3-2-5 16,20 2-8-16,18 1-10 15,12-3 0-15,36 3 0 16,14 0-3 0,6 0 0-16,11 0 0 15,-17 3 6-15,-5 1-5 0,-4 2-1 16,-14-5 0 0,-16 2 9-1,-12-3-5-15,-17 0 4 0,-12 0 10 16,-10 0-8-16,-9 0 16 15,-4 0-8-15,0 0 26 16,0 0-34-16,0 0-3 16,0 0-7-16,0 0-4 15,0 0-5-15,2 0-26 16,-2 0-19-16,0 0-27 16,0 0-137-16,0 0-146 15</inkml:trace>
  <inkml:trace contextRef="#ctx0" brushRef="#br0" timeOffset="90217.54">30854 11855 397 0,'-4'0'160'0,"4"0"-112"16,0 0 27-16,0 0 41 15,0 0-14-15,0 0-27 16,0 0-3-16,0 0-28 15,0 0 6-15,0 0 33 16,0 0-46-16,0-2-16 16,0 0-11-16,17-2 12 15,16 0-16-15,12 2 2 16,6-2-4 0,-2 4 1-16,5 0 8 0,-5 0-10 15,4 0 2 1,-8 0 22-16,-11 0-11 15,-7 0 5-15,-19 0-15 16,-3 0 20 0,-5 0-16-16,0 0 18 15,0 0-21-15,0 0-3 0,0 0-4 16,0 0-12 0,0 0 4-16,0 0-34 15,-13 0-25-15,-6 0-1 16,-1 0-41-16,5 0-82 0,3 0-76 15,8 0-33-15,4 0-27 16</inkml:trace>
  <inkml:trace contextRef="#ctx0" brushRef="#br0" timeOffset="91536.95">31429 11825 632 0,'0'0'80'0,"4"0"-66"15,-4 0 72-15,0 0 38 16,0 0-39-16,0 0-27 16,0 0-26-16,3 0-3 15,-1 0-4-15,0 12-13 16,2 6 26-16,1 6-17 16,1 6-10-16,4 6 1 15,0-2-11 1,1 0 7-16,3 0-7 15,-1-2 3-15,1-3-4 16,-3 0 0-16,2 0 4 16,-2-5-4-16,-2-8 0 15,0-4 2-15,-4-8-1 16,-5-2 11-16,0 0-9 16,0-2 1-16,0 0 12 15,2 0-10-15,-2 0 8 16,0 0 2-16,2 0-8 15,1 0 16-15,3 0-14 16,-2-10 7-16,5-2-12 16,-2-5-3-16,2-1-2 15,2-4 2 1,-2-3 0-16,2 4-1 0,-2-2-1 16,-5 2 13-16,1 1-12 15,0-4 2 1,-1-10-2-16,0-2 13 15,1-2-12-15,-3-8 0 16,2 4 5-16,0-6-6 16,4-3 6-16,-2 1-7 15,-1 4 4-15,1 6-4 16,2 6 0-16,-4 2 6 16,0 2-6-16,1 6 0 15,-1-1-1-15,-2 10 1 16,2-2-1-16,1 4 1 15,2 0 0 1,-5 3-2-16,0 5 1 16,1-1 1-16,-3 6 0 0,0-3-4 15,0 3 5-15,0 0-1 16,0 0-3-16,2 0 0 16,-2 0 1-16,0 0 2 15,0 0-6-15,0 0 6 16,0 0 0-16,0 0 0 15,0 0-2-15,0 0 1 16,0 0-3 0,0 0 4-16,0 0 0 15,0 0 0-15,0 0-1 16,0 0 6 0,0 0-8-16,0 0 3 0,0 0 2 15,0 0-2-15,0 0 0 16,0 0 0-1,0 0 1-15,0 0-2 0,0 0 1 32,0 0 0-32,0 0 4 15,2 0-4-15,0-1 0 16,7 1 0-16,5-4 3 16,8 0-8-16,14-3 5 15,8 1-3-15,18 1-6 16,14 0 6-16,16 3-16 0,6 0-3 0,2 1 15 15,0 1 1-15,3 0 6 16,-10 0 1-16,-13 0-1 16,-13 0 0-16,-22 0 7 15,-12 0-4-15,-8 0 12 32,-12 0-7-32,-5 0-4 15,-8 0 16-15,0 0-15 0,0 0-1 0,0 0-4 31,6 0 4-31,-6 0-8 0,0 0-8 0,0 0 8 16,0 0-6-16,0 0-14 31,0 0-10-15,0 3-32-16,-21 1-17 0,-8-1-126 0,14-3-88 16,-1 0-239-16</inkml:trace>
  <inkml:trace contextRef="#ctx0" brushRef="#br0" timeOffset="92662.31">32046 11693 345 0,'-9'-8'111'0,"4"8"-109"15,3-5 29-15,-4 3 101 32,1 2-65-32,-2 0-26 15,-2 0 7-15,-1 0 0 16,1-2-8-16,-3 2 5 0,6 0-20 0,-1 0-7 15,1 0-4-15,3 0-3 16,3 0-10-16,0-2 12 16,0 0-8-16,0 2 6 15,0 0 18-15,0 0-1 16,0 0-4-16,0 0 4 16,0 0-5-16,0 0 10 15,5-4-22-15,14 4-7 16,6 0 11-1,4 0-13-15,0 0 15 0,0 0-11 16,2 0 20-16,0 0-21 16,1 6-2-1,-3 2 1-15,-5 3 0 16,-6-1-4-16,-10-1 0 16,-2-3-8-16,-6 5 6 0,0 0-9 15,0 6 7-15,-3 6 4 16,-13 4 2-16,-6 3 2 15,-5 0-4-15,-4-2-6 16,-9-2 6 0,-4-4-3-16,-6-2 1 15,4-2 4-15,1-2-2 0,5 0 4 16,13-6-3 0,7-2 3-16,11-4-4 15,9-2 0-15,0-2 1 16,0 0-1-1,0 0 0-15,0 0 7 0,0 0-2 16,5 0 0 0,15 2 0-16,7 0 10 15,10 3-6-15,8-2 1 16,8 1-8-16,3 3-1 16,4-3-1-16,9 1 0 15,-9-1 11-15,-10-2-6 16,-12 1 8-16,-28-3 0 15,-8 0-9-15,-2 0 4 16,0 0-8-16,0 0-4 16,0 0-4-16,-4 0-33 15,-11 0-19-15,-5-5-51 16,9 0-160-16,1-2-67 16</inkml:trace>
  <inkml:trace contextRef="#ctx0" brushRef="#br0" timeOffset="93193.3">32456 11544 393 0,'9'-22'245'0,"-9"20"-226"15,0 2 6-15,0 0 134 16,0-2-53 0,0 2 3-16,0 0-80 15,0 0 11-15,0 0 0 16,0 0-25-1,0 0 0-15,0 0-9 0,0 2 1 16,0 18-1-16,0 10 14 16,0 18-7-1,-7 6-11-15,-2 7 1 16,-2 3-3-16,4-14 0 16,1 0 3-16,1-2-3 15,1 0 0-15,4-2 7 16,-3-7 5-16,3-7-11 15,0-10 2-15,0-4 8 16,0-4-9 0,0-5 4-16,0-4-2 15,0-1-4-15,0-2 0 16,0-2-9-16,0 0-7 16,0 0-28-16,0 0-19 15,0-11-43-15,0 2-189 16,0-4-159-1</inkml:trace>
  <inkml:trace contextRef="#ctx0" brushRef="#br0" timeOffset="93661.99">32627 11767 525 0,'14'-24'231'15,"-10"24"-205"-15,-4 0-25 16,0 0 96-16,0 0-12 16,0 0-47-16,0 19-10 15,0 10 15-15,0 1-1 16,-6 2-11-16,-6 4-23 16,1 0 0-16,5-4 2 15,-1 0-5-15,7-4-5 16,0-2 0-1,0-5 1-15,0-10-1 0,0 0-1 16,0-10 0-16,13 1 1 16,5-2 10-1,22 0 6-15,4-6 25 16,4-17-38-16,-2-6 8 16,-19-1-1-16,-7-2-10 15,-16-4 27-15,-4 0 0 16,0 6-2-16,0 4-19 15,-15 4 10-15,-21 1-14 16,-4-1 5-16,-4 8-14 16,-6 3-5-16,15 4-32 15,2 3-12-15,-1-1-56 16,14 3-76-16,18 2-95 16,2 0-93-16</inkml:trace>
  <inkml:trace contextRef="#ctx0" brushRef="#br0" timeOffset="93723.93">32627 11767 334 0</inkml:trace>
  <inkml:trace contextRef="#ctx0" brushRef="#br0" timeOffset="94005.66">32627 11767 334 0,'7'-159'361'0,"-2"153"-296"0,1 4 3 0,-2 0 61 16,1 0-29-16,-1 2-42 16,1 0-32-16,-2 0 16 0,1 0-8 15,-2 0-5 1,4 22-5-16,-1 10-6 0,-1 8-4 15,1 9-5-15,-5-1-5 16,0 4 14 0,0 0-15-16,0-2 14 15,0 0-14-15,-3-6 0 16,-5 8-3-16,-3-6 1 16,2-3 4-16,2-7-5 15,5-16 0-15,2-6-2 16,0-4 2-1,0-2-9-15,0-4-51 16,0-4 29-16,2 0-40 16,2 0-42-16,-1-2-135 15,2-8-212-15</inkml:trace>
  <inkml:trace contextRef="#ctx0" brushRef="#br0" timeOffset="94286.72">32759 12073 65 0,'9'-18'565'16,"-3"18"-488"0,-4 0 54-16,3 0-15 15,-5 0-52-15,0 0-21 16,5 9-9-16,-5 16 9 16,0 5 36-16,0 5-58 15,0 2-16-15,0 2-1 16,0 5-1-1,0-2 1-15,2-6 8 0,-2-8-12 16,0-14 1-16,0-5 1 16,0-6 2-16,2-1-8 15,-2 0 0-15,0-2-39 16,0 0-35-16,0 0-90 16,0-12-112-16</inkml:trace>
  <inkml:trace contextRef="#ctx0" brushRef="#br0" timeOffset="94490">32763 12119 286 0,'0'0'590'16,"0"0"-572"0,0 0-9-16,78-30 51 0,-51 30 23 15,0 0-45-15,2 0-16 16,-5 0-2-1,-3 0 4-15,-6 0-28 16,-4 7-7-16,-9 1-83 0,-2-2-139 16,0-2-163-1</inkml:trace>
  <inkml:trace contextRef="#ctx0" brushRef="#br0" timeOffset="94708.08">32712 12200 310 0,'0'0'290'0,"0"0"-276"16,0 0 26 0,0 0 270-16,0 0-251 15,-9 14-7-15,24-14-12 16,22 2-9-16,5 0-2 16,2 2-20-16,3-2 0 15,-16-2-9-15,0 0-7 16,-6 0-4-16,-5 0-89 15,-20 0-166-15,0 0-191 16</inkml:trace>
  <inkml:trace contextRef="#ctx0" brushRef="#br0" timeOffset="95477.04">33073 11558 410 0,'0'0'204'0,"0"0"-184"31,0-10 28-31,0 8 63 16,0 0-48-16,0 0-24 15,0 2 13-15,0 0-11 16,0 0 46-16,0 0-49 16,0 0 12-16,0 0-17 15,0 0-13 1,0 24-8-16,0 10-7 0,0 8 29 16,0 2-19-16,0 6-8 15,0 3 9 1,0 17-10-16,0-2 12 15,0-2-15-15,0-4 1 16,0-16-4-16,0-3 0 16,0-9 7-16,0-6-4 15,0-8 1-15,0-6-2 16,0-8 9-16,0 0-11 16,0-6 1-16,0 0 4 15,0 0-5-15,0 0-4 16,0 0-11-16,0 0-29 15,0-12-5-15,0-12-60 16,0 8-206-16,0 2-191 16</inkml:trace>
  <inkml:trace contextRef="#ctx0" brushRef="#br0" timeOffset="96411.54">32984 10720 311 0,'-9'-20'268'16,"9"12"-246"-16,0 4 67 16,0 0 4-16,0 4-13 15,0 0-31-15,0 0 0 16,0 0-15-16,2 0-2 16,3 0 7-16,1 0-12 15,6 0 2-15,7 12-13 16,6 10 6-16,13 14 19 15,1 10-20-15,9 14 0 16,1 10 5-16,-3 8-14 16,4 9 25-16,-2 3-33 15,-5 4 12-15,1 3-16 16,-10 35 5-16,-7 6-5 16,-17 3 3-16,-10 1 4 15,0-24-7-15,-21-3 0 16,-15-3 6-16,-9 0-4 15,-3-5-2-15,3-7 0 16,-7-2 4-16,6-10 1 16,1-8-5-16,-2-7 0 15,5-9 6-15,2-10-6 16,8-12-1-16,3-12 5 16,3-10-2-16,4-4-1 15,4-6 1-15,7-2-2 16,7-2 0-16,4-4 0 15,0 0 0-15,0 1-19 16,0-3 8-16,0 0-23 16,0 0-10-16,0-13-17 15,0-7-127-15,0 8 6 16,0 0-392-16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6:27:26.44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16229 15270 224 0,'0'-18'3'0,"-2"10"10"16,2-10 2-1,-3 1 37-15,3 2-21 16,0 3 7-16,-2 2 2 16,2-3 2-16,0 5 8 15,0-2-3-15,-2-2 0 16,0 2-15-16,0-2-7 15,-3 0 21-15,2 0-2 16,3-2-2-16,-2-2 11 16,2 2 25-16,0 0-28 15,0 2-27-15,0 2 23 16,0 2-21 0,0 4-6-16,0 2 23 0,0 2-24 15,0 0-2-15,0 0 3 16,0 0-19-16,0 0 11 15,0 0-11-15,0 0 0 16,0 0 1-16,0 2-1 16,0 22-9-16,10 12 7 15,9 14 2-15,6 4 3 16,-2 9-3-16,0 3 10 16,0 6-10-16,4 26 0 15,-5-4 2-15,1-1-1 16,-8-11-1-16,-4-28 0 15,-2-12 3-15,-2-10 1 16,1-8-3-16,1-8 0 16,-2-7-1-16,0-4 3 15,-5-5 1-15,5 0-1 16,4-10-2 0,7-30 28-16,2-16 28 0,7-12-34 15,-3-20-21-15,-2-8 19 16,7-29-21-1,-8 1 4-15,-4 12 6 0,-1 5-8 16,-10 37 2 0,1 10 17-16,0 6-13 0,-2 16 12 15,-1 11-20-15,-2 9 5 16,0 13-5-16,-2 0 0 16,0 5 0-16,0 0 0 15,0 0-24 1,5 10-77-16,1 25 20 0,-2 9-2 15,2 14-94-15,-6-30-108 16,0 2-145 0</inkml:trace>
  <inkml:trace contextRef="#ctx0" brushRef="#br0" timeOffset="359.28">17037 15520 644 0,'0'0'324'0,"14"0"-324"15,-14 0 16-15,0 0 28 16,0 0 48-16,2 0-35 16,3 5-48-16,1 17-7 15,5 10-2-15,1 8 3 16,1 6 3-16,-2 6 22 15,-2-2-22-15,0-2 8 16,-1 2 1-16,4-2-12 16,-1-11 10-16,1-1-13 15,-4-14 4-15,-1-4-3 16,-1-6-1 0,-1-6 0-16,2-2 2 0,-3-4-13 15,-4 0-4-15,2 0-27 16,-2-18 8-16,0-8-45 15,0-6-100-15,-6-4-26 16,-6 19-97-16,-1 3 20 16</inkml:trace>
  <inkml:trace contextRef="#ctx0" brushRef="#br0" timeOffset="601.15">16975 15709 356 0,'0'0'291'16,"0"0"-165"-16,0 0-70 15,0 0 86-15,-102-72-11 16,102 68-70-16,0 0-19 31,0 4-24-31,0-4-11 0,6-1 9 16,21 0-11-16,13-5-4 15,7-2 25-15,11-2-21 16,2-4 1-16,7 1-6 16,0 7 3-1,-5-4-2-15,-10 10-1 0,-19 0-2 16,-14 4-45-16,-16 0-52 15,-3 0-54 1,-3 0-121-16,-16 4-38 16</inkml:trace>
  <inkml:trace contextRef="#ctx0" brushRef="#br0" timeOffset="1254.53">19063 15498 31 0,'0'0'0'0</inkml:trace>
  <inkml:trace contextRef="#ctx0" brushRef="#br0" timeOffset="1397.45">18858 15507 242 0,'-42'5'0'16,"25"-1"-8"-16,2 0 8 15,-1-2 1-15,-1 5-1 16,15-7-57-16,-2 0-121 0</inkml:trace>
  <inkml:trace contextRef="#ctx0" brushRef="#br0" timeOffset="1930.03">19154 15508 54 0,'0'0'62'16,"0"0"55"-16,0 0-111 16,0 0 10-16,0 0 37 15,-135 0 15 1,94 8 2-16,5-4 2 0,10 1-13 16,13-4 1-16,3-1-15 15,8 0-9-15,2 0 13 16,0 0 1-16,0 0 1 15,0 0 11-15,0 0-10 16,0 0-5-16,0 0-25 16,0 0 1-16,18-1 48 15,9-8-50-15,6 1 2 16,11-2-20-16,28-2 8 16,10 2-11-16,7-4 0 15,1 6 17-15,-19 2-15 16,-11 4 5-16,-6 2 3 15,-15 0-7-15,-6 0-6 16,-12 0 1-16,-9 0 2 16,-6 0-5-16,-6 0-3 15,0 0-12-15,0 0-14 16,0 0-74-16,-11 12-18 16,-2-4-17-16,-8-2-160 15</inkml:trace>
  <inkml:trace contextRef="#ctx0" brushRef="#br0" timeOffset="2197.92">19130 15651 289 0,'0'0'378'0,"0"0"-355"16,0 0-17-16,0 0 30 16,-61 44 33-16,61-38 40 15,0 2-69-15,5-4-2 16,15 0-22-16,22-4 36 15,14 0-22-15,13 0-2 16,7 0 16-16,-3-8-28 16,1 2 5-16,-1 2-11 15,-6-4-5-15,-11 4 0 16,-9 2-5-16,-9 2-3 16,-9 0-3-16,-10 0-56 15,-5 0-43 1,-7 0-41-16,-7 0-327 0,0 0 139 15</inkml:trace>
  <inkml:trace contextRef="#ctx0" brushRef="#br0" timeOffset="2978.71">20771 15382 83 0,'0'0'0'0,"0"0"-74"15,0 0 74-15,-15-106 78 16,13 88-21 0,-2-4-20-16,-1-1 37 15,-2 0-21-15,1-4 14 0,-3 5 0 16,2-8 23 0,-2 6 5-16,2 2-6 15,7 4-16-15,0 10 18 16,0 4-16-16,0 0-22 15,0 0 2-15,0 4-33 16,0 0 2-16,0 0-11 0,0 0-10 16,0 20-4-1,0 16 8-15,14 4-3 16,1 9 17-16,4 6-10 16,0 2-11-16,4 1 4 15,8 6-3-15,-2-6-1 16,2-6 0-16,-4-7 2 15,-12-22 2-15,-1-6-3 16,-6-7-1-16,-1-6 0 16,-5 0 10-16,0-4-6 15,-2 0 12-15,0 0 26 16,6-4-9-16,0-24 11 16,3-7-17-16,1-15 2 15,2-4-13-15,1-8-3 16,3-12 5-16,9-20-17 15,-1-1 9-15,0 5-10 16,-1 20 0-16,-10 30 12 16,-4 10-11-16,0 14 2 15,-2 8-3-15,-3-2 8 16,-2 8-16-16,-2 0 8 16,0-1-12-16,0 3 10 15,0 0-35-15,0 0-5 16,0 0-92-16,2 17 32 15,-2 13-121-15,0-14-111 16</inkml:trace>
  <inkml:trace contextRef="#ctx0" brushRef="#br0" timeOffset="3254.81">21276 15320 362 0,'0'0'445'16,"0"0"-428"-16,6 28-17 16,-6-12 83-16,0 20-29 15,2 6-7-15,0 6-16 0,0 5-13 32,1-13 10-32,1-3-21 15,-1 2-3-15,1-11-4 16,-1-2 8-16,1-4-14 15,0-4 6-15,-2-12 0 16,3 2-8-16,-3-4-12 16,-2-4-69-16,0 0-229 0,0 0 62 0</inkml:trace>
  <inkml:trace contextRef="#ctx0" brushRef="#br0" timeOffset="3785.58">21097 15444 262 0,'0'0'636'16,"0"0"-612"-16,0 0-14 31,0 0 64-15,0 0 5-16,-15-42-51 0,43 40-28 0,11-6 0 0,11 2 0 31,27 2 3-15,7-4-8-16,5-2 5 15,0 2 0-15,-19 2 1 16,-6 4 0-16,-8-2-1 16,-5 2 0-16,-16 2 1 0,-10 0-1 0,-14 0 0 15,-11 0-2-15,0 0 2 16,0 0 0 0,-9 20 10-16,-10 10 2 15,-8 6-12-15,0 8 0 16,-4 13 3-16,4 1-1 15,9-4-2-15,9-8 0 32,9-16 1-32,0-10-5 15,2-4 4-15,19-8 0 16,10-6 13-16,11-2-11 0,11 0 25 0,5-14 11 16,1-14-27-16,-11-6 7 31,-15-6-12-31,-17-9 41 15,-16-5 0-15,-6-2-2 16,-39 4-11-16,-35 0-28 16,-9 10 3-16,4 20-9 0,4 8-11 0,39 14-8 15,16 0-83-15,26 0-114 16,0 6-635 0</inkml:trace>
  <inkml:trace contextRef="#ctx0" brushRef="#br0" timeOffset="5350.85">22832 15186 632 0,'0'-14'7'0,"0"7"25"16,0 5 30-16,0 2-14 15,0 0-31-15,0 0 7 16,0 0-8 0,0 0 11-16,0-4 34 0,0 4-10 15,0 0-1-15,0 0-5 16,0 0-34-16,0 14 2 16,0 13-12-16,3 5 6 15,10 6 30 1,0 4-25-16,3 6 8 15,0 0-16-15,-5 6 2 0,-2-4-6 16,0 8 0 0,-5-9 5-16,1-9-3 15,-3-8-2-15,-2-14 0 16,0-10 6-16,0-6-7 16,3-2 1-16,-3 0 0 0,2 0 2 15,-2 0 0-15,0 0-4 16,0 0 2-16,0 0-42 15,0-2-25 1,0-6-485-16</inkml:trace>
  <inkml:trace contextRef="#ctx0" brushRef="#br0" timeOffset="5647.65">22487 15520 845 0,'0'0'191'15,"0"0"-214"-15,0 0 23 16,12-26 24-16,55 16-24 16,20-2 20-16,17-2-19 15,8 0 7-15,-14 2 0 16,-7 4-5-16,-11-2 20 15,-14 6-7-15,-18 2-9 16,-24 0 3-16,-13 2-10 16,-11 0-31-16,0 0-52 15,-25 0-93-15,-4 0-169 16</inkml:trace>
  <inkml:trace contextRef="#ctx0" brushRef="#br0" timeOffset="7568.24">23790 15200 548 0,'-17'-10'203'0,"15"6"-201"15,2 0 11-15,0-1 54 16,0 1 10-16,0 0-48 15,0-2-25-15,6 2 20 16,5-1-23 0,5-2 44-16,-3 1-29 0,8-2 25 15,-3 2-17-15,8 2-4 16,3 0 7 0,-5 4-21-16,5 0 16 15,-4 0-16-15,0 0-3 16,0 0 19-16,0 8-17 15,2 15 2-15,0 9-5 0,-2-2 8 16,-3 6-12 0,-4 0 2-16,2 4 0 15,1-2 3-15,-4 4-2 16,-3 2-1-16,3 2 7 16,-3 0-17-16,-5 11 10 15,-1-3 0-15,-6-10-8 16,-2 0-19-16,0-20 23 15,-15 2 2-15,-20-8-38 16,-8-4 23-16,-4-2-5 16,-4-6 19-16,4-4 3 15,5-2 3-15,8 0 2 16,12 0 1-16,7-12-4 31,8-10 37-31,4-8-29 0,3-6 17 16,3-4-26-16,37-18 11 15,14-6 2 1,8-3-13-16,5 1 10 16,-9 12-10-16,4 4-1 15,3 0 25-15,1 2-22 16,-1-1 16-16,-3-1 3 0,-6-2-13 16,-10-2 10-16,-5 0-14 15,-14 2-4 1,-10 0 23-16,-8 8-18 15,-9 5 8-15,0 3-12 16,0 8 16-16,-31-4-18 16,-7 6 1-16,-2 4 17 15,-2 6-16-15,13 10-2 16,5 0 0-16,3 4-11 16,10 0 0-16,0 2-29 15,2 0-24-15,3 0-21 16,6 0-118-16,0 0-203 0</inkml:trace>
  <inkml:trace contextRef="#ctx0" brushRef="#br0" timeOffset="10123.94">25359 14321 604 0,'-7'-2'47'0,"7"0"-47"0,-2 2 47 15,2 0-13-15,-4 0-9 16,2 0-25 0,-5 0 0-16,-4 8 11 15,-2 10 29-15,-6 3 26 16,-2 10-16-16,0 4-27 16,-1 12 20-16,3 10-10 0,-6 5-4 15,2 14 10 1,-1 9-24-16,-1 17 12 15,1 12-2-15,6 8 3 16,5-4-19-16,5-1-5 16,8-7 22-16,0 12-14 15,8-7-5-15,19-17 6 16,10-8-10-16,-1-32 23 16,4-8-26-16,3-1 13 15,1-5 0-15,-2-12-8 16,1-6-5-16,-8-4 19 15,-4-12-15-15,-4-2 24 16,-4 0-13-16,-2-8 1 16,0 0 9-16,-3 0-17 15,-7 0-8-15,-5 0 0 16,-1 0 3 0,-5 0-3-16,0 0 0 0,2 0 0 15,-2 0 0-15,0 0-8 16,0 0-12-16,0-12-24 15,-5-2 0-15,-17 0-39 16,-4-4-74-16,10 14-160 16,1-4-191-16</inkml:trace>
  <inkml:trace contextRef="#ctx0" brushRef="#br0" timeOffset="16987.41">25390 15280 403 0,'0'0'180'0,"0"0"-180"16,0 0 14-16,0 0 14 16,0 0 20-16,0 0-31 15,0 0-4-15,0 0-5 16,0 0 12-16,0-4 24 15,0 4 2 1,0 0 53-16,0 0-60 0,0 0 3 16,0 0-18-16,0 0-4 15,0 0-5-15,0 0-13 16,0 0 11-16,0 0-8 0,0 0-1 16,0 0 17-1,0 0-15-15,0 0 4 0,0 0 0 16,0 0-8-16,0 0 13 15,0 0-15-15,0 0 0 16,0 0 2 0,0 0 0-16,0 12-2 15,0 4 5-15,8 4 0 16,2 6-5-16,3 8 0 16,-1 4 4-16,1 2 2 15,-1-4-6-15,1-4 0 16,-2 0 0-16,2 3 3 15,-2-5-3-15,-1-2 0 0,-2-2 2 32,-1-4-1-32,-1-2-1 15,1-8 0-15,0-2 1 0,0-6 4 16,-3 0-5-16,-4-4 8 0,2 0-6 16,-2 0 2-1,0 0-1-15,0 0 0 16,0 0 10-16,0 0-9 0,0 0-3 15,0 0 14 1,0 0-14-16,0 0 6 0,0 0-2 31,0 0-4-31,0 0 22 16,0 0-17-16,2 0 1 16,-2 0 7-1,0 0-9-15,3 0-5 0,-3 0 4 16,4-4-4-16,1-6 1 15,2-2-1-15,-1 2 4 16,-2-8-2-16,1 4-2 16,1-2 6-16,2-6-3 15,-2-6 14-15,1-3-10 16,-5-5-2-16,4-14 7 16,2-8-9-16,-2-4 4 15,5-8-3-15,-7 2-2 16,8-3 10-16,-5 7-9 15,-1 8 9-15,0 0-11 16,0 4 19-16,-4 0-11 16,0 10-8-16,2 10 16 15,-1 14-17-15,-1 6 0 16,2 2-2-16,-2 1 4 16,0 0-3-16,0 0 1 15,3 0 0-15,-2-2 0 16,-1 5 0-16,0-6 0 15,3 6-2-15,-3 0 3 16,-2-2-1-16,4 4 0 16,3-6-2-16,-1-2 2 15,1 2 0 1,-2 2-2-16,-1 2 5 16,-2 4-4-16,-2 2 1 0,2 0 0 15,-2 0-2-15,0 0 2 16,0 0 0-16,0 0-2 15,0 0 5-15,3 0-5 16,-1-2 2 0,-2 2 0-16,0 0 0 0,0 0 0 15,0 0-1-15,0 0 7 16,0 0-11 0,0 0 5-16,0 0 0 15,0 0-6-15,0 0 6 0,0 0 0 16,0 0-1-1,0 0 5-15,0 0-9 0,0 0 5 0,0 0 0 16,0 0-7-16,0 0 7 16,0 0-4-1,0 0 4-15,0 0-19 16,0 0 6-16,0 0 3 0,0 0 5 16,0 0-4-1,0 0-11-15,0 0-11 16,0 0-36-16,-5 0-38 15,-8 0-104-15,6 0-125 16,3 0 76-16</inkml:trace>
  <inkml:trace contextRef="#ctx0" brushRef="#br0" timeOffset="17671.29">25689 14614 499 0,'-11'-8'197'0,"11"6"-192"16,0 0 6-16,0 2 61 0,0 0 31 15,0 0-76 1,0 0-12-16,5-2-4 16,10 0 1-16,5 0-11 15,22 0 11-15,14 0-12 16,6-4 1-16,17 2 9 16,-6 2-10-16,10 0 6 15,8 0 15-15,7 0-21 16,6 2 16-16,4 0 1 15,-2 0-14-15,-1 0 20 16,0 0-6-16,-2 0 6 16,1 0 3-16,-6 2 7 15,-7-2-22-15,-12 2 5 16,-12-2 18-16,-7 0-17 16,-14 0 1-16,-8 0 7 15,-18 0-16-15,-11 0 12 16,-9 0-21-16,0 0 4 15,0 0 0-15,0 0-4 16,0 0 0-16,0 0-1 16,0 0-16-16,0 0 8 15,0 0-16 1,0 0-13-16,0 0-98 0,0 0-25 0,-7 0-98 16,-4 0-110-16</inkml:trace>
  <inkml:trace contextRef="#ctx0" brushRef="#br0" timeOffset="19450.37">25774 15132 286 0,'0'0'69'0,"0"0"-35"16,0 0 21-16,0 0 24 15,0 0 2-15,0 0-25 16,0 0-6-16,0 0 3 16,0 0 5-16,4 0-1 0,12 0-31 15,-5 0-11 1,4 0 16-16,6 0-15 16,-3 0-15-16,9-3 3 0,13 3 2 15,-3 0-5 1,-4 0-1-16,-3 0 9 0,-20 0-9 15,0 0 14 1,-8 0-2-16,-2 3-8 16,0 10-4-16,-12 5-14 0,-21 5 14 15,-9 0 16-15,-10 8-13 16,0-8 8 0,4 6-11-16,6-5 2 0,13-6-2 15,11-4 0 1,12-2 0-16,6-8-7 15,0 0 6-15,0-4-2 16,20 0 3-16,9 0 26 16,7 0-11-16,6 0-4 15,0 0-6-15,5 0-1 16,-1 0-3-16,6 0-1 16,-3 0 0-16,-3 0 1 0,-3 0-1 15,-14 0-1 1,-29 0-213-16,0 0-107 15</inkml:trace>
  <inkml:trace contextRef="#ctx0" brushRef="#br0" timeOffset="20325.21">26540 15107 563 0,'0'0'115'0,"0"-2"-107"16,0 2-3-16,0 0 86 0,0 0-26 15,-6 0-29-15,-10 0 6 16,-4 0-27 0,-6 0 4-16,-6 10 44 15,-2 7-29-15,3 2-19 16,2 3-5-16,1 10 2 15,5 3-12-15,7-5 0 16,12 2 0-16,4-14 2 16,0-4-3-16,12 2 1 15,16-4 0-15,10 0-2 16,7-8 2-16,10-4 0 16,6 0 4-16,1 0-2 0,-2-12 1 15,-2-4-3 1,-9-4 13-16,-13 2-1 15,-10-4-4-15,-12 0 23 16,-14-6-14-16,-4-7-1 16,-32 3-4-16,-15 4-10 15,-1 6-2-15,4 4-12 16,0 0 6-16,8 6-26 16,7 4-52-16,8 2-26 15,5-2-91-15,20 6-43 16,0 0-179-16</inkml:trace>
  <inkml:trace contextRef="#ctx0" brushRef="#br0" timeOffset="20652.68">26498 14839 525 0,'0'0'123'0,"0"0"-118"16,0 0 33-16,11-28 93 15,-11 28-49-15,0 0-22 16,0 0-34-16,2 0 4 15,1 22-23-15,3 14-7 16,1 6 22-16,0 10-8 16,-3 6 18-16,1 8-30 15,-3-2 7-15,0 11-3 16,-2 15-3 0,0-2 4-16,0-6-7 15,2-6 0-15,0-23 3 0,0-13-3 16,3-4 0-16,-1-10-1 15,1-8 6-15,4-4-6 16,-3-6 1-16,3-6 0 16,3-2-2-16,-1 0-57 15,-9 0-86-15,2 0-708 16</inkml:trace>
  <inkml:trace contextRef="#ctx0" brushRef="#br0" timeOffset="20926.34">26730 15498 686 0,'0'0'289'16,"0"0"-289"0,0 0 9-16,0 0 45 0,0 0-47 15,15 28 7 1,-10 11 7-16,4 11-14 15,2-4 13-15,0-2-14 16,-2-4-4-16,0-18 6 16,-3-6-4-16,-1-6-4 15,-5-4 0-15,0-4-6 0,0-2-21 16,0 0-100-16,0 0-141 0,0-8-147 16</inkml:trace>
  <inkml:trace contextRef="#ctx0" brushRef="#br0" timeOffset="21100.98">26748 15543 462 0,'0'0'240'15,"0"0"-232"-15,0 0-2 16,0 0 45-16,44-67 23 16,-19 63-54-16,2 4-6 15,-4 0-4-15,-4 0-7 16,-6 0-6-16,-13 0-20 15,0 0-443-15</inkml:trace>
  <inkml:trace contextRef="#ctx0" brushRef="#br0" timeOffset="21288.92">26748 15543 360 0,'15'116'259'0,"12"-116"-259"0,4 0 5 16,5 0 15 0,-1-8 18-16,1 2-35 15,0 2 10-15,-3 1-13 16,-9 2-2-16,-24 1-43 16,0-4-221-16</inkml:trace>
  <inkml:trace contextRef="#ctx0" brushRef="#br0" timeOffset="22327.22">26119 14979 329 0,'0'0'57'0,"0"0"-55"16,4 0-2 0,-1 0 37-16,1-4 26 0,-1 2-39 15,-1 2 23-15,-2 0-6 16,0 0 2 0,0 0 4-16,0 0-17 15,0 0 8-15,2 0 10 16,-2 0-12-16,0 0 0 15,0 0-19-15,0 0-9 0,0 0 15 16,0 0-8-16,0 0 6 16,0 0-5-16,0 0-10 15,0 0 10-15,0 0-8 16,0 6 1-16,0 12-4 16,0 6 2-16,0 28 10 15,0 11-17 1,0 10 8-16,0 12-8 0,0-9 0 15,0-2 10 1,0 2-9-16,0-13 7 16,0-5-6-16,0-8 0 0,0-10-2 15,2-10 0-15,1-10 0 16,-1-8 6 0,2-8-5-16,-4-4-3 0,4 0-97 15,-1 0-143 1,-1-4-148-16</inkml:trace>
  <inkml:trace contextRef="#ctx0" brushRef="#br0" timeOffset="23308.75">27048 15009 213 0,'0'0'104'15,"0"-6"-88"1,0 2 90-16,0 2-57 16,0 2-26-16,0-2-13 15,0-2 19-15,0 4 27 16,0-2 1-16,0 2-7 15,0 0-1-15,0-4-1 16,0 0 8-16,0 2-23 16,0 0-6-16,0 2 8 15,0 0-18-15,0 0 7 0,0 0 0 16,0-2-16 0,0 2 22-16,0 0-6 15,0 0-5-15,0 0-15 16,0 0 3-16,0 0-7 15,0 0 5-15,0 2-6 16,0 18 2-16,0 8-1 16,0 8 11-16,0 12-8 15,4 6 6-15,4 9 1 16,-4-1-9-16,0 6 13 0,3-2-6 0,-5-2 4 16,0-2 4-1,0-5-16-15,-2-7 11 16,0-6-10-16,0-8 9 15,0-4-10-15,0-10 0 16,0-4 2-16,0-10 0 16,0-8-2-16,0 0 0 15,0 0-14-15,10 0-16 32,-1-22-63-32,4-4-34 0,-11 12-139 15,-2 0-165-15</inkml:trace>
  <inkml:trace contextRef="#ctx0" brushRef="#br0" timeOffset="23779.59">27324 15159 123 0,'0'0'185'15,"5"-18"-146"-15,-5 18-30 16,2-4 66 0,1 0-7-16,-1 0-29 0,0 2-5 15,0 2 32-15,-2-2-4 16,0 2 28-16,3 0-12 15,-1 0-14-15,-2 0-12 16,0 0-19-16,0 0 0 16,0 0-1-16,0 0 1 15,0 7-2-15,0 15-31 16,0 10 19-16,0 4-18 16,0 0 10-16,0 12-7 15,0 2-1 1,0-4 7-16,0-2-10 0,0-14 0 15,0-8 1-15,2-8 4 16,0-6-10-16,-2 1-12 16,0-8-33-16,0-1-15 15,0 0-102-15,0 0-70 16,0 0-99 0</inkml:trace>
  <inkml:trace contextRef="#ctx0" brushRef="#br0" timeOffset="23998.67">27231 15326 675 0,'0'0'89'0,"0"0"-81"0,0 0 20 16,0 0 44-16,6-22-22 16,15 20-22-16,5 2-6 15,4 0 9 1,3 0-27-16,7 0-4 0,5 0 0 15,-1 0-44-15,10 0-70 16,-39 0-66 0,-1 0-83-16</inkml:trace>
  <inkml:trace contextRef="#ctx0" brushRef="#br0" timeOffset="24435.68">27696 15136 600 0,'0'0'126'0,"0"0"-110"15,0 0 68-15,0 0 24 16,0 0-17-16,0-29-49 16,0 29-26-16,0 2-7 15,0 22-9-15,0 6 0 16,0 11 3-16,0-1-1 15,8 0 10-15,-2 2-12 0,3-4 0 16,2-2 9 0,3-6-6-16,-6-6 3 15,1-12-5-15,-4-2 13 16,2-10-4-16,-1 0-4 16,1 0 32-16,6-22 12 15,0-8-20-15,-2-4-5 16,1-6-18-16,1-4 15 15,-3-4-12-15,2-2-8 16,-1-3 7-16,-3 3-4 16,2 0-5-16,-5 10 0 15,-3 14 3-15,0 4-5 16,-2 10-13-16,0 6-10 16,0 6-26-16,0 0-42 15,0 0-145-15,0 2-286 16</inkml:trace>
  <inkml:trace contextRef="#ctx0" brushRef="#br0" timeOffset="25170.29">28340 15280 255 0,'0'0'49'0,"0"0"-14"15,0 0 32 1,0-18 17-16,0 14-25 16,0 4-13-16,0-6 46 15,-10 4-8-15,-4 0-44 16,-1-2 18-16,-4 4 4 16,0 0-2-16,-6 0 1 15,-2 0-17-15,-2 0 6 0,-4 0-21 16,-3 0-11-1,-1 10 9-15,3-2-1 16,3 2-14-16,9-2-10 16,3 0 3-16,11-2-5 15,6 2 0-15,2-6-8 16,0 4 7-16,0 0-8 16,17 2-1-16,12-4-6 15,7 6 15-15,2-2-6 16,4 2-14-16,-2 2 18 15,1 2-20-15,-6 4 1 16,-4-4 16-16,-6 2 3 16,-10 0-2-16,-8 0 5 15,-2-6-7-15,-5 2 7 16,0 2-1 0,0-5-6-16,-20 0 7 0,-18-5 32 15,-3-2-22-15,-5-2-4 16,4 0 6-16,3 0-9 15,10 0-6-15,8-2-1 16,5-10-38-16,11 4 7 16,5 2-38-16,0-6-36 15,0 2-50-15,21 2-133 16,4-2 186-16,8 0 40 16,-20 6-24-16</inkml:trace>
  <inkml:trace contextRef="#ctx0" brushRef="#br0" timeOffset="25888.47">28311 15316 6 0,'0'0'201'0,"0"0"-141"16,0 0 14-16,127-98 10 16,-113 89 13-16,-5 5-16 15,-7 4 6-15,-2 0 10 16,0 0-2 0,0 0-36-16,0 4 12 0,0 17-61 15,0 7 5-15,0 4-14 16,0 12 5-1,0 4-6-15,0-6 2 16,0-4 2-16,4-14-4 16,0-8 0-16,2-2 1 15,-4-10 2-15,0-2-3 0,-2-2 0 16,0 0-10-16,2 0-11 16,3 0-23-16,-1-6-14 15,-2-16 15 1,2-4-116-16,-4-2 100 0,0-4 5 15,0 2 54 1,0-4 6-16,0 6 26 16,0 6 34-16,-4 8 40 15,4 10 3-15,0-4-40 16,0 6-34-16,0-2 1 16,0 4-16-16,12-4-1 15,7 4-19-15,6 0 2 0,0 0-2 16,2 0 9-1,-6 0 0-15,-1 4 58 16,-3 10-62-16,-9-4 5 16,-3 6-8-16,-5 2-3 15,0-4 1-15,-13 4 0 16,-6-4 35-16,6-2-25 16,2-6-3-16,4 0-1 15,5-4-5-15,2-2-2 16,0 4-2-16,0-4-13 15,0 0 3-15,17 4-15 16,8 0 10-16,4 2 4 16,0 2-29-16,-4 4 29 15,-3 0 14-15,-7 4-3 16,-12 2 3 0,-3 4 0-16,0-4 2 0,-27 4 7 15,-11-12 41-15,-6 3-33 16,-8-9-12-16,-1-3 27 15,0-1-25-15,1 0-7 16,3 0-7-16,3-5-76 16,10-12-62-16,32 11-178 15</inkml:trace>
  <inkml:trace contextRef="#ctx0" brushRef="#br0" timeOffset="27393.59">27583 14598 83 0,'-2'0'218'16,"2"0"-193"-16,0 0-14 15,0 0 61-15,0 0 13 16,0 0-35-16,0 0-1 16,0 0 9-16,0 0-23 15,0 0 20-15,0 0 3 16,0 0-3-16,0 0 6 16,0 0-24-16,0 0-2 15,0 0 9-15,0 0 28 16,0 0-49-16,0 0-7 15,2 0 8-15,27 0-9 16,15 0-6-16,15-4-2 16,14 2-5-16,-7 2 1 15,6 0-2-15,8 0-1 16,5 0 22-16,4 0-16 16,5 0 2-16,-3 0 3 15,-6 0-11-15,-5 0 9 16,-13 0-9-16,-14 0 0 15,-10 0 13-15,-14 0-8 16,-12 0 8-16,-8-4-8 16,-4 4 10-1,-3-2-13-15,-2 2-2 16,0-2 10-16,2 2-7 0,-2 0-3 16,0 0 0-16,3 0 2 15,1 0-8-15,-2 0 6 16,2 0 0-16,-1 0 0 15,-1 0 0-15,0 0 0 16,0 0 0-16,1 0 0 16,-3 0 0-16,0 0-5 15,0 0-1-15,0 0 3 16,0 0-2 0,0 0 4-16,0 0-2 0,0 0 2 15,0 0 1 1,0 0-12-16,0 0 11 15,0 0-34-15,0 0-6 0,0 0-28 16,0 0-52-16,0 0-51 16,0 0-65-1,0 0-67-15</inkml:trace>
  <inkml:trace contextRef="#ctx0" brushRef="#br0" timeOffset="29290.72">29198 15200 350 0,'-4'0'60'15,"4"0"-53"-15,0 0 29 16,0 0 56-16,0 0-3 16,0 0-25-16,0 0 6 15,0 0 12-15,0 0-14 16,0 0-1-16,0 0-15 16,0 0 46-16,0 0-70 15,0 0 2-15,0 0 5 16,0 0-22-1,0 0 9-15,0 0-12 0,2 0-7 16,16 0 16-16,11 0-19 16,11-5 3-16,9 4-2 15,6 1 3-15,6 0-7 16,1 0 3-16,0 0 0 16,-6 0 0-16,-14 0 0 15,-11 0 0-15,-10 0 2 16,-15 0 6-16,-4 0-4 15,-2 0 7-15,0 0 4 16,0 0-15 0,0 0-8-16,0 0 5 0,0 0-28 15,-4 0-5-15,-9 0-63 16,5 0-95-16,2 0-123 31</inkml:trace>
  <inkml:trace contextRef="#ctx0" brushRef="#br0" timeOffset="30745.84">29907 15186 516 0,'0'0'68'0,"0"0"-54"15,4-4 84-15,-2 4 34 16,-2 0-57-16,0 0-13 15,2 0 1-15,-2 0-3 16,0 0-5-16,0 0-2 16,0 0-25-16,0 0 3 15,0 0-24 1,0 0 9-16,0 0-16 0,0 0-3 16,6 4 0-16,0 28 3 15,7 0 12 1,5 12-12-16,4 4 2 15,0-6 3-15,5 2-3 16,-4-4-2-16,-1-4 0 16,-2-6 3-16,-4-7-2 0,-1-1-1 15,-3-8 0-15,-4-9 1 16,-1-1 0 0,-3-1-1-16,-2-3 4 15,1 0 6-15,-3 0-9 16,0 0 0-16,0 0 12 15,2 0-11-15,0 0 11 16,3 0 2-16,-1-7-12 16,1-3 13-16,1-3-16 15,-1-1 0-15,1-3 10 16,-1 2-10-16,-3-2 9 0,3-7-2 16,-1-2-4-1,3-8 22-15,-3-2-15 16,1-8 20-16,0-6-25 15,-1-4 3-15,2-8-1 16,3-37-3-16,1-7 4 16,-2-1-8-16,1 7 0 15,-3 38 2-15,2 8 2 16,-4 10-3-16,-2 8 6 16,0 8-6-16,0 10 13 15,1 8-14-15,-3 4 0 16,2 2 2-16,-2 4 0 15,0 0-4-15,0 0-6 16,0 0 1-16,0 0 6 16,0 0-3-16,0 0 1 15,0 0-4-15,0 0 4 16,0 0-2-16,0 0-1 16,0 0-2-16,0 0 7 15,0 0-6-15,0 0 6 16,2 0-11-16,-2 0 9 15,0 0-1-15,0 0-1 16,0 0-1-16,0 0 5 16,0 0 1-16,0 0-5 15,0 0 1-15,0 0-2 16,0 0-2 0,0 0 0-16,0 0 8 15,0 0 0-15,0 0-2 0,0 0 6 16,0 0-6-16,0 0 2 15,0 0 0-15,0 0 0 16,0 0 2-16,0 0-2 16,0 0 0-16,0 0 6 15,0 0-6-15,0 0 1 16,0 0-1-16,2 0 2 16,2 0-2-16,19 0 1 15,12 0 3 1,21 0-5-16,15 0 1 15,8 0 0-15,8 0 0 16,6 0 0-16,3 0 0 16,-2 0 0-16,-3 0 6 0,-2 0-9 15,-4 0 3-15,-1 0 0 16,-3 0-2 0,-4 0 3-16,-1 0-1 15,-7 0 1-15,-11 0-6 16,-10 0 5-16,-19 0 0 15,-12 0 6-15,-13 0-1 16,-4 0 8-16,0 0-4 16,0 0-4-16,0 0-6 15,0 0 1-15,0 0 0 16,0 0-6-16,0 0 6 0,0 0-2 16,0 0-1-1,0 0-16-15,-8 0-5 16,-9 0-99-16,-6 0 54 15,-4 0-58-15,0 0-65 16,-4 0 21-16,20-2-102 16,1 2-132-16</inkml:trace>
  <inkml:trace contextRef="#ctx0" brushRef="#br0" timeOffset="32334.28">30544 14989 87 0,'-14'-10'359'16,"10"6"-329"-16,0 2-23 15,-1 0 91-15,3 0 20 16,0 0-29-16,0 2-16 16,2 0-8-16,0 0-4 15,0 0-9-15,0 0 6 16,0 0 21-16,0 0-34 16,0 0-21-16,0 0 2 15,0-4-10 1,0 0-13-16,9 0 6 0,7-2-9 15,3 2-1-15,8 4-4 16,0 0 5-16,2 0 0 16,0 0 0-16,-2 0-2 15,0 0-3-15,-8 4 5 16,-5 2-1-16,-8 2-5 16,-1 0 1-16,-5 6-6 15,0-2 0-15,0 6 4 16,0 4 5-16,-19 10-2 15,-6 4 0 1,-8 0-2-16,-4 5 1 16,1-15 4-16,3 0-7 15,-3-2 5-15,12-6 0 16,3-6 3-16,8-2 5 0,7-6-5 16,6 0-2-16,0-2-1 15,0-2 1 1,0 2-4-16,0 0 6 15,0-2 8-15,0 4-7 16,15 0 14-16,24-4 2 16,7 4-16-16,12 0 19 15,7 0-20-15,-7 2 1 16,2-2 3-16,-4-2-3 16,-6 2-1-16,-7-2 0 15,-12 4 1-15,-11-6-9 0,-11 0-17 16,-6 0-37-16,-3 0-53 15,0 0-80 1</inkml:trace>
  <inkml:trace contextRef="#ctx0" brushRef="#br0" timeOffset="33310.75">31070 14757 371 0,'2'-5'75'16,"0"5"-75"-16,-2 0-45 15,0 0 41-15,0 0-15 16,0 0-17-16,0 0-2 16,0 0-34-16,0 2-61 15,0-2 81-15,0 0 96 16,0 0-29-16,0 0 56 15,0 0-24-15,0 0 8 16,0 0 5 0,0 0-5-16,0 0 35 15,0 0-4-15,3 0-15 16,-3 0-5-16,0 0-8 16,0 0-8-16,0 0 3 0,0 0-12 15,2 0 5-15,-2 0-13 16,0 3-9-1,0-3 2-15,0 4-8 16,0 5-9-16,0 14-2 16,0 9 12-16,0 22-2 15,0 12-8-15,0 4 10 16,-9 2-18 0,3-12 4-16,0-3-3 15,0-7 3-15,2-2-1 16,-1-8-3-16,1 0 3 0,2-8 19 15,0-6-17-15,-1-4 4 16,3-8 3-16,0-6-10 16,0-4 2-16,0 2-5 15,0-6 7-15,0 0-7 16,0 0-10 0,0 0-31-16,3-14-52 0,7-8-23 15,-1 0-166-15,-7 10-32 16</inkml:trace>
  <inkml:trace contextRef="#ctx0" brushRef="#br0" timeOffset="34141.41">31241 15132 390 0,'0'0'45'15,"0"0"-9"-15,0 0 85 16,87-95-12-16,-85 91-3 15,-2 4-13-15,0 0-34 16,0 0-10 0,0 0 27-16,0 0-54 15,-2 10-9-15,-11 12 6 16,-3 8-16-16,3 4-2 16,2 2 0-16,2 4-1 15,7-5 2-15,2-7 0 16,0 2-2-1,0-4 3-15,8-6 1 0,13-4-5 16,3-12 4-16,5-4-3 16,5 0 25-16,8 0-20 15,3-12 10-15,1-10 7 16,-3-2-18-16,-5-6 22 16,-5-2-2-16,-8-4 2 15,-10-3 16-15,-15 2-1 16,0 2-21-16,-7 3-4 15,-24 10-2-15,-18 0-14 16,-2 8 5 0,-7 4-10-16,-2 4 0 0,18 6-22 15,3 0-20-15,12 0-23 16,10 0-14 0,11 0-201-16,6 0 89 15,0 0-23-15,2 0 57 16,15-2 113-1,4-10 19-15,-1-2-68 16,-5-8 98-16,-1 4 81 0,-1-4 28 16,2 0 19-1,-1-2-4-15,-3 3-32 0,-2 6 24 16,-4 7-38 0,-1 4-13-16,0-1-2 0,-2 5-11 15,-2 0 2-15,0 0 12 16,0 0-31-16,0 0 4 15,0 9-23-15,0 17-15 16,0 16 2 0,-10 12 2-16,-2 6-3 15,1 4 0-15,0-2 7 0,6 14-8 16,-2-1-1 0,1-3 5-16,4-8-4 15,2-16-1-15,0-16 0 16,0-2 3-1,0-12-2-15,0-12-1 16,0-2-4-16,0-1-11 0,0-3-33 16,0 0-43-1,0 0-68-15,0-4-511 16</inkml:trace>
  <inkml:trace contextRef="#ctx0" brushRef="#br0" timeOffset="34484.55">31676 15218 651 0,'26'-14'37'16,"-10"10"-13"-1,-3 4 9-15,-3 0-26 0,-1 0 37 16,-5 0-6-1,-2 4 10-15,0 14-10 0,-2 10-20 16,0 6 16-16,0 2 4 16,0 4-9-16,0-4 9 15,0 4-27-15,0-8 2 16,0-2 0-16,0-6-10 16,0-6 0-16,0-6-3 15,0-7 4-15,0-5 1 16,0 0-6-16,0 0-45 15,0 0-84-15,0 0-92 16,0-5-201 0</inkml:trace>
  <inkml:trace contextRef="#ctx0" brushRef="#br0" timeOffset="34705.5">31710 15268 958 0,'0'0'2'16,"0"0"-2"-16,0 0 52 16,0 0-2-1,0 0-14-15,98-34-18 0,-69 34-15 16,-12 0-3-16,-3 0 0 16,-8 0-6-1,-6 0-18-15,0 0-388 16,-2 0-101-16</inkml:trace>
  <inkml:trace contextRef="#ctx0" brushRef="#br0" timeOffset="34908.03">31710 15268 413 0,'-52'94'454'0,"52"-94"-433"15,9 0-17-15,16 0 36 16,4 0 18-1,12 0-42-15,2 0-8 16,-1-2-10-16,0 2-5 0,-15 0 2 16,-2 0-13-1,-23-4-77-15,-2 0-609 16</inkml:trace>
  <inkml:trace contextRef="#ctx0" brushRef="#br0" timeOffset="35657.85">32032 14761 426 0,'0'0'146'15,"0"0"-128"-15,2-18 52 0,-2 15 55 16,0 3-29-16,0 0-16 16,3 0-19-1,-1 0-30-15,-2 0 24 16,0 0-38-16,0 0 9 15,0 18-21-15,0 17-5 16,0 6 20 0,0 12 19-16,0 9-34 15,0-4-3-15,0 8 12 0,0 11-11 16,0-5 4 0,0-6 1-16,0-6-8 15,0-20 11-15,0-6-8 16,0-10 1-16,0-8 7 15,0-2-9-15,0-10-1 16,2 0 0-16,0-4 4 0,-2 0-3 16,3 0-2-1,-3 0-12-15,2-2-113 16,1-8-56-16,-3 0-305 16</inkml:trace>
  <inkml:trace contextRef="#ctx0" brushRef="#br0" timeOffset="37259.5">32188 14107 489 0,'0'0'83'15,"0"0"-46"-15,0 0 49 16,0 0 6-16,0 0-3 15,0 0-28-15,0 0-33 16,0 0 1-16,0 0-16 16,0 12 50-16,7 6-32 15,9 4 4-15,1 10-11 16,17 18-7 0,4 12 3-16,6 12 5 0,8 8-11 15,-8-5 16-15,1 1-17 16,-3 6-5-16,-4 8 6 15,-7 9-6-15,-11 1 20 16,-11 6-25-16,-9-5 0 16,0-3 17-16,-36 2-15 15,-17-6-4-15,-12-5 7 16,-2-11-7-16,3-14-1 16,6-8 0-1,2-8 4-15,12-16-2 16,15-6-1-16,14-14-1 15,15-14 5-15,0 0-7 16,0 0 2-16,0-4-24 16,15-20-6-16,1-10-44 15,-12 14-148-15,-2 4-371 16</inkml:trace>
  <inkml:trace contextRef="#ctx0" brushRef="#br0" timeOffset="42538.96">23873 12661 277 0,'0'2'46'15,"0"-2"-37"-15,0 0 60 16,0 0 33-16,0 0-41 0,0 0-18 0,0 0 4 31,0 0-17-31,0 0 8 16,0 0 0-16,0 0-6 16,0 0 13-16,0 0 3 0,0 0-16 0,0 0-5 15,0 0 5-15,0 0-10 16,0 2-10 15,0-2 15-31,0 4-17 16,0 2-1-16,0 0 11 15,0 2-15-15,9 4 7 0,-2 2-8 0,2 2-3 16,4 4 17-16,-1 4-14 0,3 2-1 16,1 2 1 15,-1 2 0-31,1 1-2 0,-3-2-2 15,3 2 1-15,-7-3 1 16,7 6-2 0,-1-4 0-16,-5-2 5 0,4-6-8 15,-5-8 3 1,0 0 0-16,0-4 2 0,0 2 3 16,0-1-5-16,-3-4 3 15,1 1 1-15,2-2-2 16,-2-2-2-16,-1-2 0 15,1 2 9-15,-2-2 0 16,-1-2-3 0,0 3-3-16,1-3 15 0,4 0 0 15,2 0-11 1,2 0 15-16,3 0-12 16,-3-7 2-16,1-1-1 15,3-2-10-15,4-4 9 16,1-2-10-16,2-2 0 15,3 2 5-15,-2 2-5 0,-1 0 0 16,1 4-1 0,0 0 7-16,-2-2-10 15,2 2 4-15,0 2 3 16,-3 2-3-16,4 0 0 16,-1 2 6-16,0 0-2 15,-3 2 1-15,-7 2-5 16,1 0 0-16,-1 0 6 15,-1 0-5-15,-3 0 1 16,5 0-2-16,-3 0 5 0,3 0-7 16,2 0 2-16,0 0 0 15,1 4 3 1,2 2-2-16,1 2-1 16,-2 0 5-16,2 0-8 15,5 4 3 1,2 0 0-16,0 2 2 0,2 0-2 15,-4-4 0-15,0 2 0 16,-1 2 5-16,3 0-8 16,0-2 3-16,-2 2 0 15,0 0 1-15,-3 0-1 16,1 4 0-16,-3-1 0 16,-2 2 3-16,-2 2-8 15,-5 1 4-15,1 0-4 16,-3 0 5-16,2 4 0 15,1-2-1 1,-3-2 7-16,-3-2-9 0,0-6 3 16,-2-2 0-16,-2-2 0 15,1-2 0-15,-3 0 0 16,0 0-1-16,0-2 5 16,-2-2-8-16,0-2 4 15,0 0 0 1,2-2 1-16,-2 0-1 0,0 0 0 15,0 0 7-15,0 0-10 16,0 0 3 0,2 0 0-16,-2 0 8 15,4 0-7-15,0 0 1 16,0 0 9-16,7-4-10 0,3-12 22 16,1-4-23-16,8-2 0 15,1-6 1-15,5-2 0 16,7-4-1-16,-1-4 0 15,5-2 4-15,-2 1-7 16,0 7 3-16,2 4 5 16,-6 6-1-16,8-2-1 15,-2 0 2 1,0 2-1-16,4 0-3 16,-7 8-1-16,0-2 0 15,-1 2-1-15,-3 0 1 16,3 2 0-16,-1 2 0 15,0 2 5-15,0 0-6 0,-2 4 1 16,-6 4 0 0,-5 0 1-16,-8 0 0 15,-3 0-1-15,-3 0 1 16,0 0-6-16,2 0 5 16,1 0 0-16,3 6 0 15,1 0 4-15,-3-2-4 16,5-2 0-16,6-2 5 15,1 0 0-15,6 0-5 16,3 0 0-16,2 0 4 16,3-2 1-16,-3-7-5 15,2-2 0-15,-6-3 1 16,-3-1 1-16,1-3-2 16,0-4 12-16,0-3-9 15,0-11 14 1,-4-3-12-16,-5 3-3 0,-7 4 12 15,-6 10-14-15,-5 4 0 16,-2 0-3-16,0 8-21 16,0 4-17-16,0 4-19 15,0 2-23-15,-19 0-13 16,-17 10-156-16,13 2-68 16,-1 2-203-16</inkml:trace>
  <inkml:trace contextRef="#ctx0" brushRef="#br0" timeOffset="43793.08">24997 13449 313 0,'15'-20'226'0,"-9"12"-199"16,-4 4 106-16,4 4-13 0,-6 0-43 15,0 0-26-15,0 0 2 16,0 0-27-16,0 0-1 15,0 0-19-15,0 2 4 0,-6 18 27 16,-9 6-24-16,-5 10 14 16,-5 10-10-16,-3 7-11 15,-8 9 10-15,-4 3-16 16,-4 6 2 0,1 1 22-1,1-6-21-15,4-8-3 16,5-9 10-16,2-9-11 15,6-8 1-15,7-10 0 16,7-6 7-16,4-8-7 16,5-2 0-16,-3 0-1 15,3-2 4-15,2-4-8 16,-2 0 5-16,-1 0-23 0,3 0-10 16,-2 0-35-16,-2 0-9 15,-3-14-1 1,1-8-178-16,-4-6 218 15,4-2 38-15,2-2 4 16,-1-11-2-16,5 1 11 16,0 0 0-16,0 6-6 15,0 14 28-15,0 4-13 16,0 10 21-16,0 2 29 16,0 4-13-16,0 2 10 15,0 0 8-15,0 0-23 16,0 0 2-16,0 4-42 15,-2 24-10-15,-7 6 30 16,0 7-9-16,2 2-2 16,3 1-20-16,2 5 7 15,2-5-10-15,0-8 2 16,0-10 10-16,0-16-11 16,0-2 7-16,11-8 11 15,13 0-13-15,12 0 19 16,16 0 2-16,12-6-6 15,7-10 0-15,2 0-21 16,-3 0 0 0,-12 4-2-16,-16 2 1 0,-11 2-11 15,-14 0-26-15,-11 2-2 16,-6-4-50 0,-23 6-120-16,-12 0-456 0</inkml:trace>
  <inkml:trace contextRef="#ctx0" brushRef="#br1" timeOffset="52419.41">15206 14115 261 0,'-11'-38'63'15,"11"13"-36"-15,0 3-6 16,0 4 12-16,0 4 13 16,0 0-9-16,0 5 10 15,0-2-11-15,0-1 18 16,0 4 4-16,-3 3-20 15,1-2 13-15,0 7 37 16,-2-2-60-16,4 2 23 16,0 0-25-16,0 0 14 15,0 0-23-15,0 0-6 16,0 0 15-16,0 0-14 16,0 0 3-16,0 0 3 15,0 0-16-15,0 0 5 16,0 10-7-16,0 12 0 15,0 9 7-15,0 2-3 16,8 12 7-16,0 4 0 16,0 8 3-16,1 1-7 15,0 6-5-15,-2 10 11 16,6 25-7 0,0 7-4-16,3 8 7 0,-1 9-6 15,-1-15 4-15,1 2-7 16,-1 4 0-16,-1 1 7 15,1-9-6-15,1 2-1 16,1-5 0-16,-1-5 8 16,-1-4-12-16,-3-6 5 15,0-6-1-15,-2-1 12 16,0-9-2-16,0-2 4 16,-5-4-13-16,3 6 18 15,-2-5-11-15,-1-5-8 16,-2-2 13-16,-2-12-11 15,0-4 3-15,0 0 1 16,0 6-4 0,0-9 20-16,0-5-19 15,0-6 11-15,0-16-13 16,0-4 2 0,0-10-3-16,0 0 0 0,0 0 0 15,2 0 0-15,-2 0 4 16,3 0-4-1,-3 0-13-15,0-4-8 16,0-14 1-16,0-6 17 16,0-7-29-16,0-9-21 0,0-6-29 15,-13-12-110 1,5 36-126-16,0-8-146 0</inkml:trace>
  <inkml:trace contextRef="#ctx0" brushRef="#br1" timeOffset="57475.42">14924 13976 396 0,'4'-12'97'15,"0"10"-95"-15,-4-3 5 16,7 0 13 0,-1 1 33-16,4-2-29 0,-2 0 4 15,5 2 15-15,1-2 0 16,11 2 32-1,8 4-13-15,7-8 6 16,12 4-14-16,0-2-9 16,9 2-5-16,5 0-5 0,8 0-7 15,2 2 0 1,9 0-10-16,6 2-5 0,7 0 4 16,5 0-9-1,1 0 10 1,5 0-18-16,5 0 11 15,2 6-10-15,2-2 1 0,1 2 2 16,41-6 1 0,2 2 0-16,8 0-5 15,5 2 1-15,-30 2-2 16,5-2 5-16,1 4-4 16,-3-2 4-16,-11 4 2 15,-6-2-5-15,-8 0-1 0,-7 1 0 16,-6-5 7-16,-2 1-6 15,4 4-1 1,-3-4 11-16,-2 3-14 16,-7-3 3-16,0 0 0 15,21-1 0-15,1 1 3 16,-1-4-3-16,-5 2 0 16,-25-3 4-16,-2 1-8 15,3-1 4-15,-3 0 0 16,-3 0 2-16,1 3 1 15,0-3-3-15,-2 1 0 16,4-1 5-16,1 3-5 16,1-2 0-16,-1 2 0 15,-3-3 0-15,-2 0 0 16,2 0-2-16,20 0 7 16,5 0-13-16,-1 0 8 15,0-4 0-15,-21-4 1 16,-1 4-1-16,0-5 0 15,0 4 0-15,0 0 5 16,-7 1-5-16,-1 3 0 16,-6-3 0-16,-3 0-2 15,1-1 5-15,0 3-2 16,-1-1 3-16,-1-1-10 16,-6 0 6-16,-3-3 0 15,17 1-3 1,-2 0 5-16,6-2-2 0,2 3 0 15,-14 2 2-15,-5-1-6 16,-1 4 4-16,-3-2 0 16,1 0 0-16,-3 0 2 15,0 0-2-15,-2 0 0 16,-2 2 5-16,0-4-1 16,2 2-2-16,-3 0 14 15,5-2-12-15,-4 2-3 16,0 0 1-16,11 0 4 15,-1-2-9 1,4 0 3-16,5 2 0 16,-14 0 4-16,-1 0-3 0,-4 0-1 15,-6 2 0-15,2 0 1 16,-3-2-4-16,-3 0 3 16,4 0 0-16,0 2-4 15,4-2 4 1,2 0 0-16,6-2 5 15,-1 0-8-15,1 0 3 0,0 2 0 16,12-2 1 0,2 2-1-16,-3 0 0 15,1-2 0-15,-16 4 6 16,2-2-8-16,0 2 2 16,0 0 0-16,0 0 1 15,-2 0 0-15,2 0-1 0,3 0 0 16,-3 0 7-1,6 0-4-15,-1 0-3 16,7 0 1-16,-1 0-1 16,-4 0 0-16,1 0-2 15,11 0 7-15,4 4-11 16,4 0 6-16,1 2 0 16,-10-4 1-16,0 2 1 15,2 0-2-15,1 0 0 16,-3 0 4-16,2-2-2 15,0 0-2-15,0 0 0 16,-1 0 5-16,-4 0-4 16,-4 0-1-16,-1-2 5 15,-3 2 0-15,4 0-5 16,5 0 0-16,20 6 3 16,4 0-3-16,-9 0-1 15,2 2-1-15,-19-4 4 16,0 0-8-16,1-2 6 15,-1 0 0-15,-1 4-1 16,-4-4 2-16,-2 2-1 16,-1-2 0-16,0 0 2 15,3 0-1-15,0 1-1 16,2-1 0-16,1 1 1 16,-1-1-1-16,-3 1 0 15,20-4 1 1,-6 3 1-16,3-4-2 0,1 3 0 15,-16-3 3-15,1 0-1 16,-2 0-4-16,-2 0 2 16,-3 0 0-16,2 0-1 15,-4 0 1-15,0 0 0 16,1 0-2-16,1 0 2 16,-1 0-1-16,1-4 1 15,-2 0 0-15,-1-1 0 16,-1 1 0-16,11-4 0 15,-2 2 3 1,0 2-5-16,-4-1 2 16,-17 1 0-16,0-1 2 0,-2 1-2 15,1 0 0-15,2 0-1 16,0 2 5-16,-3-2-7 16,2 4 3-16,-4-2 0 15,5 0 4 1,1 0-4-16,2-1-2 15,11 0 6-15,-3 1-8 0,2-2 4 16,15 2 0 0,-6 0-2-16,-5 0 2 15,2 2 0-15,-18 0-2 16,4 0 2-16,2 0 0 16,22 0 0-1,2 0-3-15,3 6 3 0,3 0 0 16,-14 0 1-1,-3-2 3-15,0 0-6 16,-1 0 2-16,0-1 0 16,1 2 1-16,-9-5-1 15,13 2 2-15,-2 5 4 16,1-3-9-16,4 0 3 16,-14-3 0-16,2 1-2 15,-3 0 2 1,3-2 0-16,-4 0 3 15,-4 0-4-15,-2 0 1 16,-16 0 0-16,-7 0-1 16,-4 0 1-16,-9 0-1 15,-5 0 7-15,-5-2-8 16,0 2 2-16,-4 0 0 16,-2 0 8-16,1 0-7 15,-3 0 0-15,0-2-1 16,0 2 8-16,0 0-13 15,0 0 5 1,0 0-2-16,0 0 2 16,0 0 0-16,0 0-4 15,0 0 0-15,0 0-1 16,0 10-5-16,2 15 8 16,2 3 2-16,0 0 0 15,3 16 0 1,0 2 6-16,0 6-9 0,-3 4 3 15,0-4 0-15,1 6 8 16,-3 3-8-16,5-3 0 16,-2 4 2-16,-1 2 4 15,-4 6-8-15,0 6 2 16,0 5 0-16,0 3 1 16,2 6 0-16,0-10-1 15,-2 1 5-15,0-5-6 0,0-6 1 16,0 12 0-16,0-6 1 15,0-5-1-15,0-9 0 16,-4-16 0-16,-3 2 6 16,2-2-10-16,-1 2 4 15,1-4 0-15,3-4-1 16,-2 1 3-16,0-5-2 16,-1 4 0-16,3-4 4 15,-1 0-9-15,3-8 5 16,0-2 2-16,0-4-2 15,0 0 0-15,0 0 0 16,0 0 6-16,-2 0-11 16,0 6 5-16,-3-2 0 15,1 1 7-15,0-4-7 16,2 0 0-16,-1-1 0 16,1 0 5-16,0-4-6 15,-3 4 1-15,5-8 0 16,-5 2 1-1,3 2-1 1,-2 4-1-16,2 2 8 0,0 2-13 16,2-4 6-16,-5-4 0 15,3 0 2 1,-4 4-1-16,-2-8-1 16,4-6 0-16,0 2 7 0,-3-6-3 15,1 5-4-15,-4-4 0 16,4 8 17-16,-5 1-16 15,1-5 2-15,2 8-3 16,-3-7 6 0,-1 4-10-16,3-2 4 15,1-6 2-15,-1 2-1 0,-5-4-1 16,-17 0 0 0,-11-4 4-16,-18 0 1 15,-16 0-5-15,5 0 1 0,-12-4 3 16,1-8-4-16,-3 6 0 15,-8-8-1-15,-7 2 0 16,-10-2-4-16,-6 0 3 16,-2 1 2-16,-2 0 1 15,-2-1-1-15,-6 1 1 16,8-1 7-16,-2 10-8 16,-1 0 0-16,-30 4 0 15,-3 0 12 1,2 0-12-16,4 0 0 15,32 0 0-15,0 0 5 0,-2 0-6 16,1 0 1 0,4 0 0-16,1 0 4 0,-2 0-3 15,8 0-1-15,-2 0 0 16,-4 0 6-16,3 0-7 16,-1-6 1-16,1 2 4 0,4 4-4 15,5-4 0-15,-30 4-3 16,7-4 5-1,-4 0-6-15,-2 2 4 16,29 2 0-16,-6 0 1 16,2-4-1-16,-2 4 0 15,2-4 0-15,7 4 3 0,1-4-7 16,0 4 4-16,0 0 0 16,-4 0 6-1,1 0-6-15,5 0-3 16,3 0 5-16,-1 0-7 15,5 0 5-15,-29 0-1 32,3 0-6-32,-6 0 7 15,-3 0 0-15,18 4 0 0,2-4 0 16,2 4-5 0,1-4 5-16,3 6 0 0,-2-2 1 15,-2 0-1-15,-3 4 0 16,5-8 0-16,2 6 3 15,8-2-10 1,1 4 7-16,2-3-4 16,-4 4 6-16,-1 0-2 15,-32-4 0-15,-10 4 1 16,2-5 0-16,-1 0-1 16,28-3 0-16,8 3 3 15,3 1-3-15,-24 3 0 16,0-3 3-1,-1 0-1-15,3-1-2 16,25-4 0-16,-1 4-4 16,-8-4 4-16,0 0-10 15,0 0 10-15,4 0-6 16,4 0 6-16,-14 0 0 16,-1 0-1-16,0 0-2 15,0 0 3-15,20 0-4 16,-6 0 4-16,-1 0-1 15,-1 0 1-15,-9-4-3 16,7 0-2-16,3-1 4 16,3 5 0-16,4 0 1 15,2 0 0-15,1 0-1 16,-3 0 1-16,-3 0-1 16,1 0 1-16,-4 0 0 15,-30 0-1 1,-2 0 2-16,-1 0 1 0,1-5-2 15,29 1 0-15,3 4 1 16,-1 0 2-16,-4 0-3 16,-1-4 0-16,4 4 0 15,8 0-1-15,-3 0 1 16,2 0 0-16,-9-5-3 16,2 1 1-16,-5 4 2 15,2-1 3-15,0-3-4 16,2 0 1-16,-20-1 0 15,7 5 0-15,2 0 4 16,5 0-4 0,19 0 0-16,3 0 0 0,-8 0 0 15,0 0 0-15,-1 0 0 16,0-4 0-16,4 0 3 16,2-2-8-16,-1 6 5 15,-3-4 0 1,-4 4 2-16,-3-4-2 15,-1 4-2-15,-1-4 4 0,-1 4-2 16,-22 0 0 0,7 0 1-16,2 0 0 15,10 0 0-15,27 0-1 16,-1 0 2-16,3 0 3 0,-2 0-6 16,-3 0 1-16,-2 0 0 15,-2 0 6-15,6 0-6 16,5 4 0-16,4 0-1 15,3 0 8 1,-1 1-7-16,1 0 0 16,0-1-4-16,1 1 8 15,-10 3-4-15,3 2 1 16,3-2 5-16,3 2-10 16,14-6 4-16,6 0 0 15,4 6 2-15,2-6-1 16,1 4-1-16,2-2 0 0,-3 2 7 15,3-4-11 1,-1 2 4-16,3-2 0 16,4 0-1-16,3 0 1 15,-1 2 0-15,3 2 8 16,-5-4-11-16,-6 6 3 16,-1-6 0-16,6 4 1 15,-3-6-1-15,10 2 0 16,7 0 2-16,6-4 3 15,5 4-3-15,3-4-2 16,0 0 0-16,0 0 4 16,0 0 1-16,0 0-5 15,0 0 3-15,0 0 3 16,0 0-7-16,0 0 1 16,0 0-1-16,0 0 1 15,0 0-15-15,0 0-10 16,0 0-37-16,0 0-12 15,-6 0-43-15,-3 0-159 16,2 0-297-16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06:52.44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5742 6495 63 0,'0'0'177'0,"0"0"-173"16,0 0 2-16,0 0 23 16,0 0 30-16,0 0-11 15,0 0-14-15,0 0-12 16,0 0 0-16,0 0 2 15,0-19-5-15,0 16 1 16,0 3-9 0,0-3-7-16,0 0 6 15,0 3-3-15,0-3 4 16,0 3 5-16,0-3-4 16,0 3 8-16,0-7-5 0,0 5-10 15,0-5 14-15,0 1-9 16,0 0-1-16,0 3 6 15,0 0-14-15,0 0 12 16,0 0 8-16,0 3 5 0,0 0 6 16,0 0-8-1,0 0 8-15,0-4 1 0,0 4-13 16,0 0 3-16,0 0-3 16,0 0-4-16,0 0 4 15,0 0-19 1,-4 0 0-16,4 7 5 15,0 8-4-15,-4 7 7 16,4-1-8-16,0 4 1 16,0 3 3-16,0 5-4 15,-4 8-1-15,4 5 7 16,0 9-4-16,0 1 11 16,0 9-5-16,0 3 1 0,0-1 6 0,0 4-15 15,12-9 2-15,-3-1 18 16,-1 1-20-1,0-6 10-15,-4-4-5 0,1-6-4 16,-1-6 17-16,0-6-14 16,-4-9-4-16,0-10 12 15,0-2-4 1,0-10 1-16,0-1-4 16,0-2 1-16,0 4 12 15,0-4-12-15,0 0-2 16,0 0 5-16,0 0-8 15,0 0-2-15,0-16-26 16,-17-8-50-16,5-4-71 16,4 13-129-16,3 2-129 0</inkml:trace>
  <inkml:trace contextRef="#ctx0" brushRef="#br0" timeOffset="10819.05">5657 6541 258 0,'0'0'54'16,"0"0"-42"0,0 0 63-16,0 0 46 15,0 0-53-15,0 0-17 16,0 0-12-16,-46 0 2 0,46 0 4 0,0 0 1 15,0 0-10-15,0 0-9 16,0 0-14-16,4 0 11 16,5 0-17-16,3 0 15 15,13 0 2-15,3 0 1 16,9 0 6-16,4 0-14 16,8 0-7-16,-4 0 10 0,17 0-15 15,3 0 2-15,18 0-2 16,11 0-4-16,0 0 1 15,10 0-2-15,-2 0 0 16,4-3 1-16,6 0 2 16,11 3-3-16,-4 0 0 15,4 0 1 1,-4 0 1-16,-5 0-2 16,-2 9 0-16,-5 0 4 15,-5-6-3-15,-3-3 2 0,3 7-2 16,1-7 0-16,-1 2-1 0,1-2 0 15,-4 3 0-15,-10-3-3 16,7 0 5 0,2 0-2-16,0 0 0 0,1 0 0 15,-1 0 1-15,1 0-1 16,-4 0 0-16,-1 0 8 16,-4 0-5-16,1 0 2 15,-10 0-2-15,-2 0-3 16,-2 0 4-16,6 0-4 15,3 0 0 1,0 0 4-16,0 0-4 16,4 0 0-16,-3 0 0 15,-1 0 1-15,4 0-3 16,1 0 1-16,3 0 1 0,-3 0 0 16,3-3 3-1,-4 3-3-15,-3 0 0 0,2 0 3 16,-3 0-1-16,1 0-2 15,-1 0 0-15,-8 0 0 16,0 0 2-16,0 0-2 0,0 3 1 16,5 1 0-16,-6-1-2 15,5 0 1-15,-8 0 0 16,4-3 0-16,-4 0 2 16,4 0-2-16,4 0 0 0,-4 0 2 15,5 0 1-15,-2 0-3 16,-6 0 0-16,6 0 2 15,-2-3-1-15,-2 3-1 16,5 0 0-16,-3 0 1 16,-6 0-1-16,-3 0 0 31,0 0 0-31,-13-3 3 0,1 3 0 0,-5-7-3 16,1 7 0-16,7-3 1 15,5 3-1-15,0 0 0 16,-5 0 0-16,9 0 0 15,-9-6 0-15,5 3 0 16,0 0 0-16,0-3 1 16,-5 3-2-1,5-3 1-15,-4 3 0 0,-9-4 3 16,0 4 1 0,-4 3-4-16,-4-3 2 0,-7 3-1 15,-1 0 1 1,-9 0-2-16,-4 0 0 0,1 0 4 15,-4 0-4 1,4 0 0-16,-5 0 2 0,1 0-1 0,-1 0-2 16,-4 0 0-16,-3 0 1 15,-5 0-1-15,-4 0 1 16,-4 0-4-16,0 0-29 16,0 0-33-16,-16 3-48 15,-22 7-46-15,19-10-49 16,-10 3-151-16</inkml:trace>
  <inkml:trace contextRef="#ctx0" brushRef="#br0" timeOffset="12759.83">5771 7709 403 0,'0'0'162'16,"0"0"-158"-16,0 0 5 15,0 0 19-15,0 0 32 16,0 0-15-16,0 0-6 15,74 0 10-15,-49 0-8 0,-1 0-20 32,9 0 8-32,0 0 3 15,4 0-15-15,8 0 4 16,1 0-13-16,15 0-3 0,13 0 3 16,4 0-7-16,16 0 4 15,1-3 5-15,7 0-3 16,9 3 12-16,0 0-18 15,4 0-1-15,-9 0 3 0,-7 9-3 16,-4 4 0-16,-1-5 3 16,0 5-3-16,1-7 1 15,-1 0 0-15,1-3-1 16,3 0 2-16,9 1-2 16,-1-4 0-16,6 0 3 15,-2 3-1-15,-3-3-4 0,3 0 1 16,-2 0 1-16,-6 0 0 15,1 0 0-15,-8 0 0 16,-1 0 3-16,0 0-3 16,5 0 4-16,-5 0-4 15,0 0 1-15,-7 0 2 0,-1 6-1 32,-1 0-2-32,-2-3 10 15,-1 3-8-15,-4 1 7 16,-4-2-8-16,-4-1-1 0,-1 2 7 15,2-6-5 1,2 0-1-16,5 0 10 16,8 0-2-16,1 0 1 15,-1 0-6-15,-4 0-1 0,-4 0 2 0,0 0-5 16,-4 0 0-16,-5 0 5 16,2 0-4-16,-6 0 0 15,1 0-1-15,0 0 0 16,-5 0 1-16,5 0-1 15,3 0 0-15,6 0 4 16,-2 0-3 0,6 0-2-16,-2 0 1 15,-2 0 0-15,-2 0-2 16,1 0 2-16,8-3 0 16,-8-4-2-16,8 2 5 15,-8-2-3-15,0 1 0 16,-1 0 0-16,-2 3-3 0,-1 0 6 15,-5 3-3-15,1 0 7 16,-1 0-1-16,-3 0 4 16,3 0-5-16,6-3-3 15,-10 3 6-15,5-3-6 0,-5 3-1 16,5 0 7-16,0-4-5 16,-1 1 4-16,1 3-3 15,-1 0-2-15,-7 0 2 0,3 0-4 16,5 0 1-1,1 0 5-15,-2 0-2 0,9 0-3 16,-5 0-1-16,10-5 0 16,-2-2 0-16,-3 4 0 15,0-3 0-15,-5 6 1 16,2 0 1 0,-9 0-1-16,-1 0-1 15,-3 0 0-15,-6 0 3 16,-2 0-2-16,0 0-1 15,-10 0 5-15,-3 0-4 16,-8 0 1-16,-4 0-2 16,-9 0 0-16,1 0 0 0,-5 0 0 15,-4 0 0-15,0 0 1 16,0 0 3-16,-4 0-5 16,-4 0 1-16,0 0 0 15,0 0 0-15,0 0 0 0,0 0 0 16,0 0-7-16,-16 0-48 15,-8 0-61-15,-9 0-74 32,4-7-53-32,17 2-70 0</inkml:trace>
  <inkml:trace contextRef="#ctx0" brushRef="#br0" timeOffset="13375.89">14543 6615 235 0,'0'0'104'0,"0"0"-63"15,0 0 4-15,0 0 4 16,0 0-2 0,0 0 4-16,-15-93 9 15,15 84-21-15,0 6 10 16,0 0 21-16,0 3-35 15,0 0-24-15,0 0-5 0,0 0 3 16,0 0-6-16,0 0 4 16,0 0 7-16,0 0-14 15,0 0-2-15,0 21-2 16,0 14 4-16,0 5 23 16,0 9-21-16,0 6 2 15,0 10 10-15,0 9-4 16,0 3 10-16,0 6-16 15,0 0 3-15,0 4 5 0,0-1-4 16,0-3 3 0,-4-6 2-1,-1-12-9-15,1-9 7 16,4-10-4-16,0-6 3 16,0-3 15-16,0-9-14 0,0 3 11 15,0-10-7-15,0-6-10 16,0-2 3-16,0-10-6 15,0 0-2-15,0-3 0 0,0 0-53 16,0 0-32-16,0 0-43 16,-8-6-264-16</inkml:trace>
  <inkml:trace contextRef="#ctx0" brushRef="#br0" timeOffset="14733.71">8559 4892 28 0,'0'0'375'0,"0"0"-294"0,0 0-66 16,0 0 100-16,0 0-10 15,119-108-14-15,-107 95-57 16,5 8-10-16,-13-2 7 0,0 7-25 16,-4 0 10-16,0 0 21 15,0 0-10-15,0 0-18 16,0 0-9-16,-12 0-10 16,-17 0 10-16,-9 12 0 15,-7 7 3 1,-8 2-3-16,-13 7 4 15,-7 15-4-15,-18 10 4 16,-7 12-3-16,-25 14 3 16,-17 11-4-16,-8 9 0 15,-8 6 7-15,-8-7 1 16,-5-2 17-16,5-10-19 16,8-6 6-16,21-9 6 0,16-3-14 15,16-9-1-15,17-1 2 16,12-5-3-16,-4-7 3 15,4 0-4-15,-3-3 3 16,-2 0-8-16,10-6 1 0,-1 0 3 16,4-6-3-16,13-6 5 31,16-7-4-31,12-5 2 16,8-8 0-16,17-1-1 0,0-4-42 15,0 0-11-15,0 0 6 16,17 0 21-16,16-9 11 15,4-4-85-15,-25 4-135 16,5 0-326-16</inkml:trace>
  <inkml:trace contextRef="#ctx0" brushRef="#br0" timeOffset="18695.93">16243 4885 214 0,'0'0'17'0,"0"0"-11"16,0 0 54-16,0 0 47 15,0 0-6-15,0 0-19 16,34-64-26-16,-34 64-4 15,0 0-1-15,0 0-2 16,0 0-16-16,0 0-6 0,0 0-2 16,0 0-21-16,0 0-4 15,-5 0-9-15,-15 3 9 16,-18 15 10-16,-3 13-3 16,-24 9 6-16,-9 15 2 15,-16 20-9-15,-13 17 12 16,-12 4-14-1,0 5 6-15,-4 8-1 16,0-2-3-16,0 1 7 16,-1-6-5-16,10-10-7 0,12-8 6 15,3-7-5 1,13-10 0-16,0-2-1 0,8-9 0 16,0-7-1-16,8-6 11 15,13-6-8-15,8-9 1 0,8-6-3 16,12-7-1-16,4-6 2 15,9 0-2-15,4-6 0 16,-1 4 2-16,6-7 1 16,-1 3-6-16,0 0-6 15,4-3-12-15,0 0-3 16,0 0-17 0,0 0-4-16,0 0-9 15,0 0-59-15,0 0-104 16,8 0-209-16</inkml:trace>
  <inkml:trace contextRef="#ctx0" brushRef="#br0" timeOffset="23180.86">8435 4793 292 0,'0'0'130'15,"0"0"-78"1,0 0-8-16,0 0 54 15,0 0-44-15,0 0-34 16,0 0 6-16,144-22 18 16,-74 10-10-16,11 3 14 15,15-3 2-15,6-1-11 16,4 7 1-16,10 0-23 16,-5 3 1-16,8-3-7 0,8 2-6 15,8 4 1-15,13-2-2 16,12 2 2-16,9 0-4 15,7-7 3-15,8 4-5 16,5 0 0-16,-4 3 2 16,-12 0 0-16,-9 0-2 15,-4 0 0-15,-13 0 4 16,9 0-2 0,-4 0-4-16,0-6 2 0,0 0 0 15,0 3-3-15,0-3 3 16,-4 2 0-16,-9 1 3 15,-3 1-1 1,-13-2-2-16,0-2 2 0,-12-3-1 16,0 3 2-16,4-4-3 0,-9 1 0 15,2 3-4-15,-10 0 5 16,4 0-1-16,2 2 0 16,-2-1 0-16,4 1-2 15,-3 4 0-15,-8 0 2 0,3 0 3 16,-11 0-1-1,-10 0-2-15,-2 0 0 0,-10 0 2 32,-11 0-3-32,-2 0 1 15,-2 0 0-15,4 0 1 0,-6 0 1 0,6 0-2 16,4 0 0-16,3 0 0 0,5 0-1 16,-5 0 1-16,1 0 0 31,-5 0-2-31,-4 0 3 15,-7 0-1-15,-2 0 0 0,-2 0 1 16,3 0-4-16,-3-3 2 16,2 3 1-16,6 0 1 15,-1-3 0-15,4 3-1 16,-3 0 0-16,-9 0 1 16,-5 0-2-16,-3 0 1 0,-8 0 0 15,-4 0 0-15,-5 0 1 16,1 0-1-16,2 0 0 15,-2 0 1-15,12 0-3 16,0 0 2-16,0 0 0 16,-4 0 1-16,2 0 0 15,-2 3-1 1,-8 0 0-16,-1 1 2 16,-3 1-4-16,-1-5 1 15,-8 0 1-15,0 4 2 16,9-4-1-16,-9 0-1 15,0 0 1-15,0 0 0 0,0 0-1 16,-4 0 0-16,3 0 0 16,-3 0 4-16,0 0-4 0,0 0 0 15,0 3 2-15,0-3 0 16,0 3-4-16,0-3-2 16,0 0 4-16,0 0-3 15,0 0 3-15,0 0 0 16,5 0 0-16,-5 0 0 15,4 0-2 1,-4 0 2-16,4 0 0 16,-4 0 0-16,0 0 1 15,0 0-1-15,0 0 0 16,0 0 1-16,0 0-2 0,0 0-2 0,0 0 3 16,0 0-2-16,0 3 2 15,0-3-1 1,0 0 0-16,0 0-2 0,0 0 3 15,0 3-8-15,0-3 0 16,0 3 7-16,0 6-14 16,-4 4 6-1,-24 12 5-15,-26 11 4 0,-20 16-15 16,-25 19 2-16,54-33-84 16,-4 5-184-1</inkml:trace>
  <inkml:trace contextRef="#ctx0" brushRef="#br0" timeOffset="24670.74">16268 4719 199 0,'0'0'49'15,"0"0"-11"-15,0 0-33 16,0 0-5-16,0 0 12 16,0 0 21-16,0 0 34 0,20-59-46 15,-16 56 5-15,-4 1 7 16,8-2 2-16,-4 1 9 16,1 0-16-1,-1 0-26-15,0 3 3 0,-4-3-4 16,4-3 13-16,4 3 0 15,-4-3 0-15,0 2 5 16,1 1 13-16,-1-3 21 16,0 0-23-16,0 3-19 15,4-3-5-15,-4 3-1 16,5-1-4-16,-5 1 3 16,-4-3 3-16,4 6 16 15,-4-3 14-15,4 0-14 16,-4 3 1-16,0 0 2 15,0 0-6-15,0 0 5 16,0 0-13-16,0 0-7 16,0 0 0-16,0 0-5 0,0 0 0 15,0 0 0 1,0 0-10-16,0 6 2 16,4 13 2-16,5 12 6 15,-1 9 1-15,-4 3 0 16,4 10-1-16,-4 5 4 15,8 7-2-15,-4 12 0 16,-4 9-2-16,4 7 1 0,-4 2 0 16,-4 0 0-16,0 4-1 15,0-6 4-15,0-1-4 16,0-12 5-16,0-6-5 16,0-15 0-16,0-13 4 15,0-15-2-15,0-13-2 16,0-9 13-16,0-5-1 0,0-4 10 15,5 0 1-15,-5 0 6 16,0 0 5-16,0 0-16 0,0 0-4 16,0 0-2-16,0 0-12 15,0-4-2 1,0-8-54-16,0-3-43 16,0 9-114-1,0-1-258-15</inkml:trace>
  <inkml:trace contextRef="#ctx0" brushRef="#br0" timeOffset="25976.95">16535 5856 141 0,'0'0'83'16,"0"0"-69"-16,0 0 26 0,0 0 7 15,0 0 15-15,0 0 14 16,0 0-18-16,36-79 0 16,-36 75-13-16,4 1-6 15,-4 3-12-15,4 0-6 16,-4 0 6-16,0-3 11 15,0 3-9-15,0 0 8 16,0 0-5-16,0 0-14 16,0 0 0-16,0 0-18 15,0 0-7-15,0 0 5 16,0 0-17-16,-4 0 5 16,-7 15 14-1,-14 13 4-15,-8 0 8 16,-4 6-9-16,-8 0 1 15,-4 9 7-15,-5 0-10 0,-7 10 1 16,-5-1 2 0,-8 7-3-16,-12-1 4 0,0 7-5 15,-5-1 3-15,1 2-4 16,0-2 1-16,3 4 0 0,6-3 10 16,6 3-7-16,6-1-4 15,3-5 1-15,1 3 0 16,3-10-3-16,5-3 6 0,7-2-3 15,1-4 1 1,7 0 3-16,2-6-1 0,-1 0-3 16,3-6 8-16,2-3 11 15,7-6-19-15,0-4 1 0,13-2 7 16,-1-4-8-16,5-3 2 16,-1 4-2-16,-3-4 0 15,-4 7 3 1,0-4-3-16,-1-2 0 15,4-1 5-15,5-6-3 16,8 0 2-16,4-3-4 16,0 1-6-16,0-4 3 15,0 3-2-15,0-3-2 16,0 0 1-16,0 0-2 16,0 2 6-16,0 1 1 15,0-3-3-15,0 0 2 0,0 0-5 16,-4 0 1-16,4 0 6 15,0 0 0-15,0 4 5 16,0-4-5-16,0 0 1 16,0 0-1-16,0 0-21 0,0 0-2 15,0 0 12-15,0 0 2 32,0 0 2-32,-4 0-13 15,-1 0 1-15,1 3 15 16,-4-3 2-16,0 0 4 0,4 3-2 15,-5 0 0-15,5 3 0 16,-4-3-3-16,5 0 1 16,-10 0-3-16,9 4 4 15,-4-4 1-15,0 3 0 0,-5 0 2 16,9 3-4-16,-8-3 2 16,8 0-3-16,-5-2 2 15,5 2-2-15,4-6 3 16,-4 3 0-16,4-3-22 15,0 3-84-15,0-3-131 16,0 0-92 0</inkml:trace>
  <inkml:trace contextRef="#ctx0" brushRef="#br0" timeOffset="26253.94">14823 7422 481 0,'0'0'71'0,"0"0"-52"16,0 0-14-16,0 0 9 15,0 0 41-15,0 0-9 0,-99 102-44 16,74-87 9-16,2-2-11 15,2-4-5-15,-8 0-31 16,8-2-67-16,17-7-75 16,4 0-45-16</inkml:trace>
  <inkml:trace contextRef="#ctx0" brushRef="#br0" timeOffset="31223.49">4360 7114 45 0,'0'0'150'0,"0"0"-136"16,0 0-10-16,0 0-3 15,123-15-1-15,-107 15-2 16,-5 0-13-16,-2 0 3 0,-5 0-26 15,-4 0-23 1</inkml:trace>
  <inkml:trace contextRef="#ctx0" brushRef="#br0" timeOffset="31794.62">4240 7151 99 0,'0'0'63'0,"0"0"-39"0,0 0 15 15,0 0 66-15,0 0 29 16,0 0-62-16,-45 0-15 15,45 0 18-15,0 0-15 16,0 0-6-16,0 0-2 16,0 0-9-1,0 0-1-15,0 0-9 16,0 0-11-16,0 0 0 16,4 0-16-16,9 0 11 15,6 0 3-15,10-6-15 16,9 3 9-16,11-6-8 15,12 5-6-15,5-1 6 16,12-2-5-16,0 1-1 0,12 0 7 16,4 0-7-16,6 3 7 0,-2 3-7 15,-4 0 1-15,-3 0-2 16,-14 0 1 0,-2 0 0-16,-10 0-1 15,-7 0 6-15,-6 0-5 0,-6 0 0 16,-9 0 0-16,-8 0 0 0,-8 0 0 15,-10 0 0-15,-7 0-2 32,-4 0-4-32,0 0-21 0,0 0-22 0,0 0-35 31,-11 0-99-31,-6 0-271 16</inkml:trace>
  <inkml:trace contextRef="#ctx0" brushRef="#br0" timeOffset="36953.21">9700 2783 64 0,'0'0'312'0,"0"0"-251"15,0-120-48-15,0 92-5 16,0 3-7-16,0 4 31 16,0-1 5-16,0 1 1 15,0 6 17 1,0-1-46-16,0 4-5 0,0 0 3 15,0-1 11-15,0 7 7 16,0 0 7-16,0 3 15 16,0 3 1-16,0 0-19 15,0 0-5-15,0 0-21 16,0 0-3-16,0 0-9 16,0 12-6-16,0 9 15 0,0 7 7 15,0 3-7-15,0 3 5 16,0 3-4-16,0 6 0 15,0 4 8-15,0 5-7 16,0 7 11-16,0 8 5 16,0-5-5-16,4 9 8 15,0 0-10-15,5 2-3 16,-5 8 2 0,0-4-8-16,0-3 8 0,-4 3 11 15,0 0-17-15,0-9 6 16,4-9-9-16,0-13 2 15,-4-19 2-15,3-2-3 16,-3-13-2-16,0-8 8 0,0-4-2 16,0 0 8-16,0 0-11 15,0 0 1-15,0 0 6 16,0 0-9-16,0 0-1 16,0 0 7-16,0 0-3 15,0 0 0-15,0 0-4 16,0 0-2-1,0 0-10-15,0-4-9 0,0 1-3 16,9-6-6 0,-1-3-35-16,-4-4-33 15,4 4-31-15,-4 2-47 16,0 5 46-16,1 1 88 0,-5 1 39 16,0 0 3-1,0-6 0-15,0 6-10 0,0-3-142 0</inkml:trace>
  <inkml:trace contextRef="#ctx0" brushRef="#br0" timeOffset="37553.75">10040 2839 261 0,'0'0'104'0,"0"0"-67"16,0 0 32-16,0 0-7 16,0 0-6-1,0 0-13-15,0 0 5 0,0-12-13 16,0 12 16-16,0 0-13 16,0 0-18-16,0 0-8 15,0 0-12-15,0 0 0 16,0 0-12-16,0 0 3 15,0 15 9-15,0 13 6 16,0 5 16-16,0 8 5 16,0 5-14-16,0 6 9 15,0 1-6-15,0-4 3 16,0 0-5-16,4-9-12 16,0-6-2-16,-4-6 4 15,9-3-3-15,-5-7 7 0,0 0-4 0,0-2-3 16,0-10 7-16,0 0-6 15,-4-2-1 1,0-1-1-16,0-3 1 0,0 3 1 16,0-3-2-16,0 0-35 15,0 0-24-15,0 0-34 16,0 0-12-16,0 0-55 0,0 0-118 16</inkml:trace>
  <inkml:trace contextRef="#ctx0" brushRef="#br0" timeOffset="40109.21">15898 5706 59 0,'0'0'41'0,"0"0"-33"16,0 0 0-16,0 0 2 15,0 0-10-15,0 0-6 0,-115 33-30 16</inkml:trace>
  <inkml:trace contextRef="#ctx0" brushRef="#br0" timeOffset="58539.71">4137 5499 267 0,'0'0'0'16,"0"0"-2"-16,-33 114-4 15,33-96 1 1,4-2-15-16,9-16-26 16,3 0-72-16</inkml:trace>
  <inkml:trace contextRef="#ctx0" brushRef="#br0" timeOffset="61047.82">4125 3378 53 0,'0'0'30'0,"0"0"-9"15,0 0 10-15,0 0 16 0,0 0-21 16,0 0-24-16,0 0 9 16,-41-18 39-1,41 18 2-15,0-4-30 16,0 1 26-16,0 3-23 15,-5 0-14-15,5 0 2 16,0 0-1-16,-4-3-11 16,0 3-1-16,4 0-4 15,-3 0 4-15,-5-2 1 16,8 2 1-16,-4 0-1 0,4-4 5 16,0 4-4-16,0 0 0 15,0 0-1-15,0 0-1 16,0 0 4-16,0 0 4 15,0 0 16-15,0 0 9 0,-4 0-11 16,-1 0 4 0,1 0-9-16,0 0-2 0,4 0 13 0,0 0-14 15,0 0 9-15,0 0 14 16,0 0-14-16,0 0-1 16,0-3 0-16,0 3 1 15,0 0 2-15,0 0-10 16,0 0 3-16,0-3-6 15,4 3-12 1,9 0 20-16,2 0-2 16,14 0 3-16,4 0 1 15,17-3-6-15,7 0-6 16,13-6 2-16,7 3-2 16,10-1 1-16,3 1-11 15,0 3 4-15,5 0 7 0,-1 0-11 16,9 0 2-16,-4 3-1 15,-1 0 1-15,-4 0 0 16,-3-3-2 0,-1 3 0-16,5-3 1 15,-1 3-1-15,-4 0 0 16,-3 0 1-16,-14 0 2 16,2 0-3-16,-6 0 0 15,1 0 0-15,4 0-1 0,0 0 1 16,3 0 0-16,-2 0 1 15,-2 0 2-15,2 0-6 16,-2 0 3-16,10 0 0 16,-2 0-3-16,5 0 3 15,-3 0 0-15,-1 0 3 16,0 0-2-16,-4 0 1 0,9 0-2 16,-6 0 0-16,-3 0 0 15,0-4 0-15,-4-1 0 16,-4-2 2-16,-1 4 0 15,-3-3-1-15,0 6-1 16,4-6 0-16,0 3 2 16,-1-3-2-16,-3 2 0 0,-5 1-2 15,6-3 4-15,-7 3-2 32,7 0 0-32,-9-3 1 15,-6 3-4-15,2 0 3 0,-5 3 0 0,0-3 1 0,-3 3 1 16,-5 0-3-16,-1-3 1 31,2 0 0-31,-1-1-1 16,-1 4 1-16,2-3 0 0,3 0 2 15,-4 0 0-15,4-3-3 16,0 6 1-16,-3-3 0 16,2 0-1-16,2 0 1 15,-1 0 0-15,-5 3 2 16,6-4-1-16,-1 4-1 0,-7-5 0 15,2 5 0-15,-3-4-1 16,-4 1 1-16,0 0 0 16,-5 0 0-16,-3 3 4 15,-4 0-5-15,-5 0 1 16,-3 0 0-16,-5 0-2 16,-4 0 1-1,-4 0 1-15,0 0 6 16,4 0-6-16,13 0 11 15,2-3-6-15,10 0-4 16,-4 3-1-16,0-3 0 0,0 3 0 16,-5 0-1-16,-11 0 1 15,-9 0-1-15,-13 0-11 16,-20 0-122-16,-8 0-249 16</inkml:trace>
  <inkml:trace contextRef="#ctx0" brushRef="#br0" timeOffset="63208.68">4079 3332 172 0,'0'0'57'0,"0"0"-34"15,0 0 36-15,0 0 45 0,0 0-29 16,0 0-42-16,0 0 16 15,0-12-12-15,0 12-9 16,0 0 9-16,0 0-2 16,0 0-4-1,0 0-6-15,0 0-7 16,0 0 3-16,0 0-12 16,0 0-5-16,0 0-4 15,0 0-4-15,-4 0-10 0,4 0 12 16,0 12 4-16,-4 6 3 15,1-2 0-15,-1 9 6 16,0 3-1-16,4 2-4 0,-4 10-2 16,4 3 5-16,-4 3-1 15,4 10-2-15,-5-1-2 16,5 4-1-16,0-4 10 16,-4 4-1-16,4-4-8 15,-4 8 9-15,4 1-12 16,-8-2 5-1,8 9 1-15,-4-7 0 16,0-5 3-16,-1 0-5 16,1-1-2-16,0-2 11 15,4-4-8-15,0 7-1 16,0-4-5-16,0-3 1 0,0 7 6 16,0-4-5-16,0-5 10 15,0 5-4-15,0 1-8 16,4-4 3-16,0 9 3 15,1 8-4-15,-5-5 4 16,4 1-5-16,-4 0 2 0,0-7 7 16,0-2-2-16,0-1-1 15,0-2-7-15,0-1 3 16,0 3 2 0,0-2-2-16,0 0-2 15,0-8 6-15,0 2-6 16,0-4 1-16,0 3 1 15,0-2-1-15,0-4 6 16,0-4-8-16,4 2 1 16,4-5 6-16,-4-5-5 0,0 3 1 15,1 3 1-15,-1-4-4 16,0 1 2-16,4-6 1 16,-5 0-3-16,5 3 8 15,-3 0-8-15,-1 2 5 16,4 4-3-16,-4-6-1 15,0 6 4-15,-4-4-5 0,0-5 0 16,0 3 8 0,0-7-6-16,4 1-2 15,-4-1 1-15,0-5 1 16,0 3-3 0,0-4 3-16,0 0-2 0,0 4 4 15,0 3-3-15,0 2-1 16,0-2 3-16,5-1-2 15,-5-2 1-15,0-1-2 0,0-6 0 16,0 4 6-16,4-4-4 16,-4 7 2-16,0-4 4 0,8 4-8 15,-8-1 7 1,4 1-5-16,-4-1 2 16,0-2-2-16,4-4-1 15,-4-3-1-15,0-2 3 0,0-7-2 16,0 0-1-16,0 0 2 0,0 0-2 15,0 0 0-15,0 2 1 16,4 1-1-16,-4-3 0 16,0 4 1-16,0 2-2 15,0 0 1-15,0 0 0 16,0 0 1 0,0 1 0-16,0-2-1 15,0 2 0-15,0-1 2 16,0 3-3-16,0-3 1 15,0 1 0-15,0-1 1 16,0-4-1-16,4-2 0 16,-4 0 2-16,0 0-1 15,0 0 2-15,0 0-3 0,0 0 1 0,0 0-1 16,0 0-13-16,0 0-25 16,0 0-18-1,5-2-38-15,-1-11-13 16,4-8-287-16</inkml:trace>
  <inkml:trace contextRef="#ctx0" brushRef="#br0" timeOffset="65756.42">10250 3141 261 0,'0'0'140'0,"0"0"-78"16,0 0 5-16,0 0 49 15,0 0-36-15,0 0-23 16,0 0-32-16,4-22-8 0,8 16 3 16,1 3 11-16,-1 0 2 0,5 0-8 15,-2-1-8 1,10 4 9-16,4-2-12 15,12-1-1-15,1 0 6 0,19-4-12 16,1 1 0-16,3 0 8 16,1-3-10-16,3 2 2 31,-3 5-6-31,4-5 1 0,-8 1-1 16,3 6-1-16,1-3 0 15,0 0 2-15,11 0 1 16,5 0-3-16,17-3 0 15,8 3 1-15,8-4-1 16,0 1 0-16,0 6-2 16,-9 0 2-16,1 0-19 0,-4 0 2 15,-5 0 9-15,-3 0-2 0,-5 0 7 16,-4-3-6-16,4 0 9 16,1 0-3-16,-5 3 2 15,-3-3-3-15,-6 3 4 16,2 0 0-16,2 0-6 15,5 0 0-15,5 0-11 0,3 0 8 16,0 0-9-16,-3 0 6 16,7 0 3-1,0-3 5-15,6 0 1 0,2-3 0 16,-3-1 3-16,0 4 0 16,-5 0 2-16,-4 0-2 15,-3 0 0 1,-9 0 0-16,1 3-1 15,-6-6 1-15,1 3 0 16,0 0 1-16,12-3 0 0,9 3 1 16,8-4 11-1,-1 1-8-15,5 6-1 16,0-3-1-16,8 0 1 0,0 3 5 16,0 0-5-16,-4 0-4 15,-8 0 0-15,-9-3 2 0,-8 3-3 16,-7-3 2-16,-1 0-1 15,-4 3 4-15,-4-7-1 16,0 4 1-16,-1 0 0 16,6-3-1-16,-6 3 9 15,6 0-11 1,-2 0 4-16,2 0 1 16,3 3-5-16,-5-3 10 15,10-1-10-15,-1 2 1 16,5 2 1-16,-10-3-3 15,-3-1 0-15,-4 1 2 16,0 3 0-16,0-3 7 16,-5 3-5-16,-3 0-2 0,-4 0 0 0,-1 0-2 15,6 0 0-15,-11 0 7 16,-2-3-4-16,-4 3-2 16,-2-3-1-16,2 3 1 15,0 0 2-15,-6 0-3 16,6 0 0-16,-13 0 6 15,-5 0-5 1,-3 0 2-16,-9 0-3 16,-3 0 0-16,-9 0-2 15,-4 0 2-15,-4 0 0 16,0 0 4-16,0 0-4 0,0 0 11 16,0 0-4-1,0 0-5-15,0 0 2 0,0 0-4 16,0 0 0-16,0 0-3 15,0 0 5-15,0 0-4 16,0 0 2-16,0 0-3 0,0 0 0 16,0 0 2-16,0 0 1 15,0 0-4-15,0 0 4 16,0 0-1-16,0 0 1 31,0 0 0-31,0 0-4 0,0 0 4 16,0 0 0-16,0 0-1 15,0 0 3-15,0 0-4 16,0 0-2-16,0 0-4 16,0 0 4-16,0 0-6 15,0 0 8-15,0 0-2 16,0 0 8-16,0 0-2 0,0 3-2 16,0 0 0-16,0-3 2 15,0 0-2-15,0 0 0 16,0 3 2-16,0-3 0 15,0 0 0-15,0 0-2 16,0 0-2-16,0 0-7 0,0 7-59 16,0-2-33-16,0-1-88 15,0-1-138-15</inkml:trace>
  <inkml:trace contextRef="#ctx0" brushRef="#br0" timeOffset="69484.57">18825 2854 226 0,'0'0'101'0,"0"0"-74"15,0 0 54-15,0 0 3 16,0 0-37-16,0 0-28 0,0 0 0 16,0 3-10-16,0-3 3 15,0 0 16-15,0 0-4 16,0 3-6-16,0 0-1 0,0 0-4 16,0 6 24-16,0-2-2 15,0 2-20-15,9 3 14 16,-5 7-5-16,4 0 6 15,0 5 1-15,-4 7-16 16,5 3 16-16,3 9-13 0,-4 0-4 16,-4 7-1-16,8 5-9 15,-8 6 3-15,0 7 4 16,-4 13-9-16,0 8 5 16,0 9-4-16,0 7 2 15,0-6-1-15,0 6 0 16,0-9-2-1,0 8 10-15,0-5-7 16,0-4 10-16,0-2-10 16,-4-13 4-16,0 0 4 15,0-3-4-15,1-3-3 16,3-3 6-16,0 3-6 0,0-6 3 16,0-3-1-16,0 2-5 15,0-2 9-15,0 0-5 16,0-4 1-16,-5-2 0 0,5 0-7 15,-8-4 11-15,8-5-10 16,-4-1-2-16,-4-6 5 16,8-3-5-16,-4-3 0 15,4-6 4-15,0-9-2 16,0-4-1 0,0-9-1-16,0 4 0 15,0-7 3-15,0-3-3 16,0 0 0-16,0 3 0 15,0-3 1-15,0 3-1 16,0 3 1-16,0 1 0 16,0 2 4-16,0-6-5 15,0 6 0-15,0-9 5 0,0 7-2 0,0-4-2 16,0 3-1-16,0 1 0 16,0 2 4-16,0 4-4 15,-5 2 0 1,5 0 8-16,0-2-8 0,0-4 1 15,0-6 0-15,-4-6-1 16,4 3 2-16,0-3-2 0,0 0 0 31,0 0 7-31,0 0-6 16,0 0 0-16,0 0-1 16,0 0 2-16,0 0-4 15,0 0 2-15,0 0 0 0,0 0-3 0,0 0 4 0,0 0-2 31,0 0-5-31,0 0-41 16,-8 0-42-16,0 0-97 16,0 0-194-16</inkml:trace>
  <inkml:trace contextRef="#ctx0" brushRef="#br0" timeOffset="72588.23">15422 6042 226 0,'0'0'134'16,"0"0"-113"-16,0 0 31 15,0 0 48-15,0 0-42 16,0 0-19-16,0 0-8 0,-13 0-2 0,13 0 14 16,0 0 1-16,0 0-5 15,0 0-14-15,0 0-20 16,0 0 5 0,0 0 0-16,0 0-4 15,9 0 6-15,11 0 7 0,5 0 7 16,12-7-14-1,9 1-8-15,-2 3-1 16,10 0-1-16,7 3-2 0,-3-3 3 16,12 0 0-16,-1 0-1 15,10 0-1-15,-6 3 1 16,6-4 9-16,-6 4-7 0,1-3-1 16,-8 3 4-16,4 0-6 15,-9 0 0-15,1 0-1 16,-5 0 0-16,-3 7-3 15,-5-1 3-15,4-3 0 16,1 0 3 0,7-3-3-16,5 3 3 15,4 0-3-15,-9 0 0 16,-3-3-1-16,-1 0-1 16,-3 0 2-16,-5 0 1 15,4 0 2-15,5 0-5 16,-6 0 2-16,2 0 0 15,0 0-1-15,-1-3 1 0,-4 0 0 16,5 0 3-16,-10-3-1 16,6 6-4-16,-13 0 2 15,0 0 0-15,4-3 0 16,-4 3-1-16,4 0 1 0,0 0 4 16,-4 0-3-16,0 0-1 15,-8 0 0 1,3 0 0-1,-3 0 10-15,0 0-3 0,-4 0-6 16,4 0 5-16,-9 0-4 16,0 0-2-16,-3 0 0 15,-1 0 1-15,5 0-1 16,-5 0 0-16,9-3 0 16,0 3 2-16,3-7-1 0,5 5-1 15,0 2 0-15,-4-7 1 16,-4 4-4-16,-10 3-2 15,2 0 5-15,-9-3-2 16,-4 3 5-16,-4-3-3 16,4 3 2-16,0 0-1 15,-4 0 1-15,0 0-1 0,0 0 0 0,0 0 11 16,0-3-11 0,0 3 0-16,5 0-1 31,-5 0-1-31,0 0 0 15,0 0-1-15,4 0 2 0,8 0-4 16,-4 0 5-16,5 0-1 0,-1 0 0 16,5 0 0-16,-1 0-3 15,-8 0 1-15,8 0 2 16,-4 0 1-16,1 0 0 16,-1-3-1-16,5 3 0 15,-5 0 1-15,-4 0-2 16,-3 0 1-16,-5 0 0 0,0 0 2 15,0 0 0-15,0 0-2 16,0 0 4-16,0 0-3 16,0 0-2-16,0 0 1 0,4 0 0 15,-4 0-1-15,0 0 1 16,0 0 0-16,4 0-1 16,-4 0-1-1,0 0 1 1,0 0-34-16,0 0-35 0,0 0-82 15,0 0-166 1</inkml:trace>
  <inkml:trace contextRef="#ctx0" brushRef="#br0" timeOffset="78085.53">10040 1741 235 0,'0'0'192'0,"0"0"-192"16,0 0 2-16,0 0-2 16,0 0 39-16,0 0 39 15,0 0-43-15,0 0-6 0,-4 62 14 16,8-37-1-16,8 6-23 15,5 5 45 1,-1 11-34-16,5 2-9 16,0 6 9-16,8 4-11 15,-5-4 5-15,4-2-14 0,1-7-2 16,-4-6 6-16,-4 0-13 16,0-9 5-16,-6-3 6 15,-3-6-8-15,1-4 12 16,-9-9 5-16,0-3-11 0,-4-3 1 15,0-3-1-15,0 0 6 16,0 0 14-16,4 0 2 0,-4 0-4 16,0 0-10-16,4 0 0 15,-4 0 3-15,5 0-8 16,-5 0 5-16,4-9 7 16,4-9-3-1,0-13 6 1,13-12-21-16,-5-3-6 0,5-13 1 15,0-6-1-15,3-15-1 16,0-6 0-16,9-1 0 16,0 7-4-16,0 16 1 15,-5 8 3-15,1 13-1 16,-8 12 0-16,-4 7 1 0,-9 11 5 16,0 1-5-16,-4 6 1 15,-4 6-1-15,0 0 1 16,0 0-3-16,0 0 1 15,0 0-6-15,0 0 4 0,0 0-7 16,0 0 5 0,0 0-3-1,0 0-3-15,0 0 5 16,0 0-10-16,0 0 0 16,0 0-4-16,0 6-19 0,4 3 1 15,1 3-55-15,-5-3-80 16,0-5-83-16,0-4-128 15</inkml:trace>
  <inkml:trace contextRef="#ctx0" brushRef="#br1" timeOffset="93000.42">5776 8107 198 0,'0'0'48'16,"0"0"-34"-16,0 0 26 16,0 0 44-16,0 0-22 0,0 0-13 15,0 0-27-15,20-96-1 16,-16 90 14-16,0 0-19 15,-4 3-12-15,0 0 9 16,0 0-5-16,0-1 1 16,5 4-2-16,-5 0 12 0,0-3 8 15,0 1-10 1,0 2-4 0,0 0 8-16,0-4-20 15,0 4 1-15,0 0-2 0,0 0 2 16,0 0-1-16,0 0-1 15,0 0 0-15,0 0-3 16,0 0-2-16,0 0-2 16,0 0-4-16,0 0-7 0,0 4 14 15,0 14 4-15,0 4 3 16,0 8 8-16,0 1 15 16,0 9-10-16,0 3-2 15,0 16 6-15,0 6 5 16,0 9-14-16,0 6-2 15,0-6 16 1,0-9-18-16,0-4-1 16,0-5-4-16,0-7 0 15,0-9 8-15,-5-6-7 16,5-6 0-16,-4-13 9 16,4-2-11-16,0-8 0 15,0-2 7-15,0 1-7 0,0-4 7 16,0 0-5-16,0 0-2 0,0 0 3 15,0 0-4 1,0 0-15-16,0 0-26 0,0 0-63 16,0-7-46-16,0 2-148 15</inkml:trace>
  <inkml:trace contextRef="#ctx0" brushRef="#br1" timeOffset="95107.7">8928 8267 242 0,'0'0'129'0,"0"0"-116"15,0 0-9-15,0 0 50 16,0 0 40-16,0 0-23 0,21-56-36 16,-21 53-1-1,4 1 4-15,-4-5 1 0,0 7-5 16,0 0-2-16,0-3-8 15,0 3-17-15,0 0-1 32,0 0 3-32,0 0-7 0,0 0-3 15,0 0 1-15,0 0-5 16,0 0 3-16,0 0-12 16,0 0-1-16,0 0 9 15,0 10 3-15,4 8 3 0,0 4 1 16,-4 5 0-16,4 10 1 15,0-3-2-15,-4 3 0 16,0 0 2-16,0 3 0 16,0-6-2-16,0 3 0 15,0-3 2-15,0-3-2 16,0-4 6-16,0-2 0 0,0-6 7 16,0-4-11-16,0-3 1 15,0-3-3-15,0-2 1 16,0 2-1-16,0-3 0 0,0-6 0 15,0 3 3 1,0 0 0-16,0-3-2 0,0 0-1 31,0 0 1-31,0 0 2 16,0 0-3-16,0 0 0 0,0 0 8 16,0 0-7-16,0 0 3 15,0 0-4-15,0 0 1 16,0 0-1-16,0 0 0 15,0 0 0-15,0 0 5 16,0 0-3-16,0 0 0 0,0 0-2 16,0 0 1-16,0 0 3 15,0 0-4-15,0 0 1 16,0 0 10-16,4 0-11 16,5 0 4-16,7 0-4 15,4 0 0-15,0-6-4 16,9 3 4-16,-4-3 0 0,8 3 0 31,-1-3 2-31,6 0-2 16,3-1 5-16,4-2 5 15,-4 6 8-15,0-3-5 0,-12 3-2 0,-8 3-3 16,-9 0-4-16,-4 0-6 16,-4 0 2-1,-4 0-6-15,0 0 5 16,0 0-14-16,0 0-10 0,0 0-50 15,-16 6 19-15,-1 0-79 16,1-6-124-16</inkml:trace>
  <inkml:trace contextRef="#ctx0" brushRef="#br1" timeOffset="96386.14">5972 8585 103 0,'0'0'133'0,"0"0"-125"0,0 0-7 16,0 0 70-16,0 0 17 15,0 0-36-15,0 0-13 16,-24-10 17-16,24 10-4 15,0 0 0-15,0 0-7 16,0 0-5-16,0 0-4 0,0 0-21 16,0-3-1-16,0 3 6 15,0-3-11-15,4 3 9 16,12 0 16-16,0 0-11 16,9-6 1-16,8 3-17 15,9 0-1 1,6-3 14-16,14 0-17 15,7-1 13-15,6-2-10 0,-2 3-2 16,6 3 1-16,7 0-4 16,-4 3-1-1,8 0 2-15,0 0 0 16,-7 0-2-16,-2 0 0 0,2 0 1 16,-10 0-1-16,2 0 0 15,-6 6 0-15,6 0 2 0,-10-3-2 16,-3 0 0-16,-1 0-1 15,-3 1 1-15,-1-4 1 16,9 0-1-16,8 0-4 16,-5 0 4-16,6 0 0 15,-6 0 4-15,-7-7-4 16,-5 4 0 0,-8 0-2-16,-3-3 2 15,-9 0 0-15,-1 6 2 16,-11-6 2-16,-4 6-4 15,-5 0 0-15,-8 0 0 0,-8-7-4 16,5 7 4 0,-5-3 0-16,4 3 0 0,0 0 0 15,0 0 0-15,0 0-2 16,0 0 2-16,-4 0-2 0,4 0 1 16,-4 0-12-16,0 0-14 15,0 0-26 1,0 0-56-16,0 0 10 15,0 3 54-15,-4 0 22 0,-4 1 2 16,0 2 7 0,-1-3-15-16,1 0-91 15,0-3-130-15</inkml:trace>
  <inkml:trace contextRef="#ctx0" brushRef="#br1" timeOffset="97610.45">6432 8304 174 0,'0'0'133'0,"0"0"-95"16,0 0 16-16,0 0 46 0,0 0-42 15,0 0-25-15,0 0 2 16,12-12-13-16,-12 12 8 16,0 0-15-16,0 0-15 15,0 0-6 1,-4 0 1-16,-17 3 5 15,-3 15 14-15,-8 7-11 16,-10 9-1-16,-7 0 36 16,-8 6-25-16,-1 3 7 15,1-3 1-15,3 0 4 16,13-6 15-16,8-6-23 16,13-6-3-16,4-7-12 0,7-6-1 0,5-6 2 15,4-3-3-15,-4 3 0 16,4-3 6-1,0 0-6-15,0 3 3 16,0 0 1-16,0-3 2 0,0 0 19 16,0 0 5-16,0 0 4 15,0 0-3 1,0 0-18-16,0 0 3 16,0 0-11-16,0 0-4 15,0 0 2-15,0 0-3 16,0 3 0-16,4 1 0 15,-4-4 0-15,0 3 0 16,0-3-1-16,0 2-1 16,0-2-2-16,4 4 4 0,-4-1 0 15,5-3 4-15,-1 0 0 16,4 3-2-16,0 3-2 16,4 0 0-16,4 3 2 0,1 1-2 15,12 2 0-15,0 1 3 16,12 2-2-16,3 0 0 15,10-2-1-15,0-1 2 0,-6-6-5 32,-2 0 3-32,-9 0 0 0,-9-3 2 0,-11 1-1 15,-9-4-1-15,-4 0 0 16,0 0 0-16,0 0 3 31,-4 0-3-31,0 0 1 0,0 0 4 16,0 0-5-16,0 0-1 15,0 0-34-15,0 0-68 0,0 3-85 16,0 0-114-16</inkml:trace>
  <inkml:trace contextRef="#ctx0" brushRef="#br1" timeOffset="98710.5">10566 8547 52 0,'0'0'12'0,"0"0"-12"31,0 0-37-31,0 0 37 15,0 0 0-15,0 0-17 16</inkml:trace>
  <inkml:trace contextRef="#ctx0" brushRef="#br1" timeOffset="98812.67">10566 8547 8 0,'-74'-5'90'16,"65"5"-34"-1,1 0-34 1,-3 0-21-16,2 0-1 16,5 0-12-16,0 0-84 15</inkml:trace>
  <inkml:trace contextRef="#ctx0" brushRef="#br1" timeOffset="99816.9">10304 8542 142 0,'0'0'69'0,"0"0"-51"0,0 0-9 15,0 0 51-15,0 0 33 16,0 0-21-16,-29 0-21 16,29 0 1-16,0 0-12 15,0 0-15-15,0 0-3 16,0 0-21-16,0 0-1 15,0 0 7 1,8 0 0-16,13-4 27 16,2 4-3-16,6-3-5 15,8 0-1-15,5 0-17 16,6 0 6-16,10 0 9 16,0 3-5-16,7 0-1 0,-3 0-12 15,3 0-4 1,-3 0 2-16,8 0-3 0,4 0 0 0,-1 0 2 15,-2 0 1-15,2 0-1 16,-3 0-2-16,8-6 0 16,9 0-2-16,-1-4 3 15,0 1-1-15,0 0 0 16,4 2 5-16,-3-2-5 16,-1 3 0-1,-4 0 0-15,4 0-3 16,-4 6 2-16,0-6 1 15,-8 6-1-15,0-7 4 16,0 4-2-16,-8 1-1 0,3-5 0 16,-7 4-1-1,4 3 1-15,-9-3 0 16,1 3-1-16,-9 0 4 0,0 0-3 0,-3 0 0 16,-6 0 1-16,1 0-3 15,-4 0 2-15,9 0 0 16,-2 0 1-16,2 0 1 15,-1-6-2-15,-4 6 0 16,-4 0 0-16,0 0-3 16,-8 0 3-1,-1 0 0-15,-3-3-2 16,0 3 6-16,-1 0-5 16,1 0 1-16,4-3 0 15,3 0-2-15,1-4 1 16,0 4 1-16,4 0 0 15,-5-3 3-15,2 3-3 16,-5 0 0-16,-5 0 0 0,-3 0-4 16,-4 3 3-16,-1 0 1 15,-5 0 1-15,6-3 2 16,0-1-2-16,-1 4-1 0,1-2 0 16,3 2 0-16,1-3 0 15,0 0 0-15,-2 3 1 16,-2 0 2-16,-1 0-3 0,1 0 0 15,-5 0 0 1,1 0-3-16,-5 0 3 16,0 0 0-16,0 0 1 15,-3 0 3-15,3 0-4 0,0 0 0 16,0 0 0 0,4 0-4-16,-4 0 4 15,9 0 0-15,-5 0 4 16,0 0-1-16,1 0-3 15,-1 0 0-15,-8 3 0 16,5-3-3-16,-9 3 3 16,0-3 0-16,0 0 2 15,0 0 0-15,0 0 1 0,0 0-3 16,0 0-3-16,0 0 2 16,0 2-61-16,-5-2-80 15,1 4-112-15,-8-4-127 0</inkml:trace>
  <inkml:trace contextRef="#ctx0" brushRef="#br1" timeOffset="100471.81">14018 8233 433 0,'0'0'165'0,"0"0"-146"16,0 0-13-16,0 0 154 15,0 0-73-15,0 0-35 16,-37-31-11-16,37 31-12 16,0 0-6-16,0 0-5 15,0 0-17-15,0 0 1 0,0-3 3 16,0 3-3-16,0 0 4 15,4 0-4-15,9 0 6 0,7 0 16 32,5 0-14-32,4 7 4 0,-1 2-7 0,9 0-1 15,0 0 0-15,0 0-5 16,0 0 0-16,-4 4 1 16,-4-4 1-1,0 4-3-15,-9-1 0 16,1 3 2-16,-6-6-4 15,-6 4 0-15,-1-4 2 0,-4-3-3 16,-4 1-1 0,0-1 3-16,4-4 1 15,-4 5-3-15,0-4 2 16,0 0-5-16,0 3-1 0,0 0 6 16,0 0-8-16,0 7 3 0,-12 2 0 15,-12 1 6-15,-9 5 0 16,-4 1 0-1,-9-4 0-15,-2 4 2 16,-2-3-1-16,1-4-1 0,4-3 1 16,8 1 1-1,8-5-2-15,12-1 0 16,5-7 0-16,12 3-1 16,0-3 0-16,0 0-5 15,0 0-5-15,0 0-10 16,0 0-33-16,17 0-25 15,7 0-34-15,-11 0-102 16,-5-3-98-16</inkml:trace>
  <inkml:trace contextRef="#ctx0" brushRef="#br1" timeOffset="101020.29">14376 8131 257 0,'0'0'185'16,"0"0"-138"-1,0 0-7-15,0 0 79 16,0 0-43-16,0 0-9 15,0 0-17-15,-13-58-1 16,13 58-7-16,0 0-22 16,0 0-1-16,0 0-9 15,0-3-7-15,0 3 1 0,0 0-4 32,0 0-3-32,0 0 1 15,0 0-7-15,0 12 9 0,0 10 1 16,0 5 0-16,0 7 5 15,0 7-6 1,5 8 0-16,-1 9 7 0,0 1-2 16,0 5 10-16,0-2-3 15,-4-3-8-15,4-7 9 16,-4-5-10-16,0-2 2 0,3-7 5 16,-3-7-10-16,0-4 5 15,0-8-5-15,0-7 0 16,0-2 4-16,4-5-2 15,-4-1-2-15,0-1 5 16,5 0-3-16,-5-3-4 0,0 3-8 16,4-3-57-16,-4 0-76 0,0 0-123 15</inkml:trace>
  <inkml:trace contextRef="#ctx0" brushRef="#br1" timeOffset="104822.95">6428 5246 310 0,'0'0'201'16,"0"0"-157"-16,0 0-30 0,0 0 58 15,0 0 0-15,0 0-22 16,0 0-16-16,0-74-19 16,0 71 5-16,0 3 16 15,0 0-6-15,0-3-5 16,0 0-15-16,0 3-7 15,0 0 1 1,0 0-4-16,0 0-4 0,0 0 3 16,0 0-11-1,0 3 10-15,0 16 2 0,4 2 1 16,0 7 1 0,4 6-2-16,1 6 0 0,-1 0 2 15,0 6 2-15,4-3-4 16,-3-6 0-16,-1 3 0 0,-4-9 1 15,0-3-1-15,5-6 0 16,-9-7 0-16,4-2 2 16,-4-8-1-16,0-2-1 15,4-3 0-15,-4 0 7 16,0 0-5-16,0 0 7 16,4 0 10-1,-4 0 1-15,0 0 25 16,0-3-9-16,0-12-29 15,4-10 1-15,0-3-5 0,0 1-2 16,-1-7 3 0,2-3-2-16,-1 3-4 15,0 0 1-15,-4 3 1 16,4 7 0-16,-4-1 0 0,0 0 0 0,0 10 0 16,0 0 2-16,0 5-3 15,0 4 1-15,0 3-3 16,0 0 1-1,0 3-10-15,0 0-4 0,0 0 8 16,4 12 2-16,9 16 6 16,-1 3 0-16,0 6 0 0,5 3 1 15,-1-3-1-15,1-3 0 16,4 3 2-16,-9-9 0 16,4-4-2-16,-8-5 0 0,0-4 0 15,0-2-1 1,-4-7 1-16,1-4 0 15,-5-2 8 1,0 0-8-16,0 0 8 16,0 0-1-16,4 0 0 15,0 0 11-15,0-5 9 0,0-20-17 0,4-6 4 16,-3-9-12-16,-5-6 7 16,4-7-7-16,0-8-1 15,-4-4-1 1,0-3 0-16,0 3 0 0,0 13 1 15,0 12 3-15,0 9-4 16,0 9 1-16,0 7 3 16,0 9 14-16,0-1-15 15,0 5-1-15,0-1-4 16,0 3-3-16,0 0-7 16,0 0-38-1,0 0-40-15,0 9-38 16,0-3-142-16,0 3-104 15</inkml:trace>
  <inkml:trace contextRef="#ctx0" brushRef="#br1" timeOffset="106942.71">5357 6085 149 0,'0'0'164'16,"0"0"-145"-16,0 0-6 0,0 0 101 0,0 0-12 0,0 0-61 31,0 0-16-31,-33-22 5 0,33 22-1 0,0 0-4 16,0 0 10-16,0 0-9 15,0 0-6-15,0 0 2 16,0 0-9-16,0 0 2 16,16 0-2-1,5 0-6-15,7 12 1 16,1 10-8-16,12 2 5 15,1 4 2-15,2 3-6 0,2-3 1 16,-5 3-2-16,-1-7 1 16,-7 7-2-16,-4-9 1 15,0 0 0-15,-12-7 2 16,-1-3 1-16,-8 1-5 0,4-7 2 16,-8-4-39-16,-4-2-111 15,0 0-197-15</inkml:trace>
  <inkml:trace contextRef="#ctx0" brushRef="#br1" timeOffset="110483.14">8020 4435 242 0,'0'0'9'0,"0"0"-9"0,0 0 3 0,0 0 26 16,0 0 17-16,0 0 4 15,0 0-18-15,-12-18-4 16,12 18 3-16,0 0-6 16,0 0 8-16,0 0-14 15,0 0-6-15,0 0 12 16,0 0 0-1,0 0-11-15,0 0-8 16,0 0-5-16,0 6-1 16,12 10 16-16,9-1 2 15,-4 4-1-15,12 2 4 16,-5 3 4-16,8 4 15 16,6 6-15-16,3 3-11 0,4 3 10 15,-4 1-3-15,4 4-9 16,5-1-12-16,-6-1 1 15,2-6 1-15,-9-6-2 16,-33-28-87-16,-4-3-182 0</inkml:trace>
  <inkml:trace contextRef="#ctx0" brushRef="#br1" timeOffset="124093.18">6296 5668 41 0,'0'0'38'16,"0"0"3"-16,0 0 22 0,0 0-12 15,0 0-26 1,0 0-4-16,0 0 10 0,0 0 21 16,38-21 3-1,-38 21 9-15,0-3-12 0,0 3-21 16,0 0-14-16,0 0-16 16,0 0-1-16,0 0 0 0,0 0-2 15,0 0-1-15,0 0-3 16,0 0 6-16,0 0-1 15,0 0 1-15,0 0 0 16,0 0 20-16,-9 3-18 16,5 3 7-16,-4-3-4 15,0 7 2 1,-1-1 3-16,1 0-4 16,-4 3 10-16,-5 1 1 0,-7 5-7 15,-9 7 0 1,-4 5-7-16,-12 1 7 15,8 6 0-15,-8 1-2 16,3-2 3-16,2-2 14 0,-2-3-7 16,5 0 6-16,5-4-4 15,-6 1-15-15,1-6 0 16,0 2-5-16,-4-8 0 16,12-1 4-16,4-2-2 0,9-4-3 15,3-3 4-15,9-2-3 16,8-4 3-16,0 0-3 15,0 0-5 1,0 0 3-16,0 0-13 16,0 0 10-16,0 0-5 15,0 0 10-15,0 0-3 16,0 0 3-16,0 0-11 16,0 0-4-16,0 0-11 15,0 0-6-15,0 0-20 16,0 0-12-16,0 0-15 0,0 0-23 15,0-4-44-15,0 1 5 0</inkml:trace>
  <inkml:trace contextRef="#ctx0" brushRef="#br1" timeOffset="124812.25">5657 5989 223 0,'0'0'222'15,"0"0"-176"-15,0 0-23 16,0 0 27-16,0 0-23 15,0 0-17 1,4 0-10-16,-4 0-5 16,0 0 1-16,0 3 4 15,0 7 41-15,-8-1 0 16,-5 3-28-16,1 7 0 16,-9-1 12-16,0 0-8 15,1 4 0-15,-1-1-1 16,5 1-6-16,-4-4 13 0,7 1-3 15,-3-7 6-15,8-2-10 16,8-4-6-16,-4-3-6 16,4 0-1-16,0 0-2 15,0-3 6-15,0 0-4 0,0 0 1 16,0 0 0-16,0 0 0 16,0 0 0-1,8 0-3 1,17 0 8-16,3 0 23 0,5-3-15 15,8-3-11-15,-8 0-2 0,3 0-3 16,-3 2 1-16,-4 1-1 16,-4 0 0-16,-8 3-1 15,-5 0-1-15,-8 0 1 16,-4 0-8-16,4 0-49 16,-4 0-27-16,4-2-52 15,-4-2-22-15,0 1-131 16</inkml:trace>
  <inkml:trace contextRef="#ctx0" brushRef="#br1" timeOffset="126170.85">7976 4728 127 0,'0'0'44'16,"0"0"-20"-16,0 0 28 15,0 0-2-15,0 0-4 16,0 0 10-16,0 0-24 16,0 0 4-1,0 0-9-15,-8 0-15 16,-1 0 11-16,-7 10-8 0,-1 2 7 16,-3 0 9-1,-9 10 3-15,-3 5 15 0,-10 1-14 16,-7 9-7-16,-4 3 35 15,-9 4-18-15,-4 5-10 16,1 0-4-16,-6 3-15 0,11-5-3 16,2-4-4-16,8-6-2 15,6-6-4-15,11-7-3 16,-1-2 2-16,5-4 3 16,10-2-5-16,-2-4 1 15,1 1-1-15,7-1-9 16,1-3 8-1,8-6-6-15,-1 0 3 16,5-3-7-16,0 0-34 16,0 0-24-16,0 0-18 15,0 0 8-15,21-3-39 0,-13-6-92 16,1 0-8-16</inkml:trace>
  <inkml:trace contextRef="#ctx0" brushRef="#br1" timeOffset="127034.74">7685 4805 81 0,'0'0'26'15,"0"0"-16"-15,0 0 59 16,0 0 19-16,0 0-17 16,0 0-17-16,0 0-8 0,-17 4-2 15,17-4 0-15,0 0-5 16,0 0-1-16,0 0-7 15,0 0 0-15,0 0-8 0,4 0-3 16,13 0 23-16,6-4 3 16,11-8-6-16,11-3-10 15,9-1-19-15,3 1 2 16,9-4-7-16,-1 4 0 16,-7 6 3-16,-10-4-7 0,-15 10-1 15,-8 0 2-15,-12 0-2 16,-5 3 0-16,-8 0 1 15,0 0-1-15,0 0-1 16,0 0 0-16,0 0 0 31,0 0 7-31,0 0-4 0,0 0 0 16,0 0-3-16,0 0 0 16,0 0-4-16,0 3-4 15,-8 16 7-15,-13 2 0 16,-8 7 2-16,-3 3 3 15,-5 3 15-15,4-3-6 16,-5-4-2-16,14-5-9 0,0-4-2 16,7 1 0-16,1-10-70 15,3 3-47-15,13-12-33 0,0 0-118 16</inkml:trace>
  <inkml:trace contextRef="#ctx0" brushRef="#br1" timeOffset="130684.36">16568 4682 197 0,'0'0'79'0,"0"0"-69"16,0 0-7-16,0 0 31 0,0 0 29 16,0 0-36-1,0 0-13-15,11 0 0 0,-2-3 6 16,-5 3 3-16,-4 0 11 16,0 0-7-16,0 0-10 0,0 0-10 15,0 0 0-15,0 0-4 16,0 0-3-16,0 0 0 15,0 0-4-15,0 0 0 16,0 0 4-16,0 0 4 16,0 0-3-16,0 0 2 15,0 0-1 1,0 0 14-16,0 0-16 16,-4 0 2-16,4 0 3 15,0 0-2-15,0 0 8 16,0 0-3-16,0 0 9 15,0 0 9-15,0 0-6 16,0 0-5-16,0 0 2 0,0 0-10 16,0 0-4-16,0 0-3 15,0 0 0-15,0 0-2 16,0 0-3-16,8 0 5 0,13 0 3 16,3 0 1-1,14 0 2-15,10 0-6 0,10-9 0 16,16 3 8-16,12-3-8 15,0-1 0-15,5 1 4 0,-14 0-3 16,-6-1 0-16,-19 4-1 16,-10 0 0-16,-13 6-2 15,-13-3-3-15,-3 0-3 16,-9 3-40-16,-4 0-68 16,0 0-34-16,0 0-6 15</inkml:trace>
  <inkml:trace contextRef="#ctx0" brushRef="#br1" timeOffset="131758.67">16625 5804 163 0,'0'0'56'15,"0"0"-49"-15,0 0 21 16,0 0 31-16,0 0-20 16,0 0-9-16,0 0-3 0,0 6-3 15,0-6 35-15,0 0 3 16,0 0-15-16,0 0-15 16,0 0-7-16,0 0 4 15,20 0 0-15,5 0 5 16,8 0 6-16,8 0-23 15,12 0 8 1,9-9-8-16,8-6-7 16,4 2-9-16,-5 1 9 15,-3 3-8-15,-13-4 4 16,-7 7-6-16,-13 0 1 16,-13 3-2-16,-8 0 1 0,-8 0-1 0,-4 3-2 0,0 0-10 15,0 0-14 1,0-3-39-1,0 3-9-15,0-4 11 0,0 4-29 16,0 0-66 0,8 0 108-16,-4-2-68 15,-4 2-39-15</inkml:trace>
  <inkml:trace contextRef="#ctx0" brushRef="#br1" timeOffset="132837.84">17014 4978 174 0,'0'0'66'0,"0"0"-35"0,0 0 7 16,0 0 52-16,0 0-19 16,0 0-37-16,-4-10-10 15,4 10-13-15,0 0-3 16,0 0 6-16,-4 0-3 16,4 4 0-16,-3 17 20 0,3 10 15 31,0 9-3-31,0 6-14 0,0 13 10 0,0 0-3 15,0-4-22-15,0-3-4 16,0-2-2-16,0-10-4 16,0-3-2-16,0-6-2 15,0-10 2 1,0-6 0-16,0 1-1 16,0-9-1-16,0-5 6 15,0 4-6-15,0-6 4 16,0 0-2-16,0 0 6 15,0 0 10-15,0 0 5 0,0 0 18 16,0 0 14-16,0 0-13 16,0-15-31-16,7-6-5 15,6-1-5-15,-1-6 2 0,1-3-3 16,-1 1 0-16,-4 2-2 16,0 0 5-16,5 3-6 15,-5 7 3-15,0 0-2 16,5 2 1-16,-1 7-4 15,-4-1 3 1,-3 5-1-16,3-2-2 16,-1 4 2-16,1 3 0 15,1-3-4-15,3 3-2 16,-8 0 7-16,0 0-3 16,5 6 1-16,-1 16-3 15,0 9 7-15,5 2 3 16,-5 5-2-16,0-5 5 0,-4 2-6 0,4-8 0 15,-3-2 2-15,-1-4 1 16,-4 4-2-16,4-12-1 16,-4-5 0-16,4-1 0 15,-4-4 1-15,0-3-1 16,0 0 7-16,0 0-3 16,0 0 5-1,0 0-9-15,0 0-28 16,0-3-24-16,0-12-143 15,0 5-55-15,0 1-78 16</inkml:trace>
  <inkml:trace contextRef="#ctx0" brushRef="#br1" timeOffset="133810.2">16760 4833 76 0,'0'0'78'0,"0"0"-56"16,0 0 3-16,0 0 47 15,0 0 11-15,0 0-21 16,0 0-21-16,21-15-2 0,-17 8-4 16,-4 7 2-1,4-2-21-15,-4 2 0 16,0-7-2-16,0 4 5 16,0 3 18-16,0 0-11 15,0 0-6-15,0 0-3 16,4-3-15-16,0 3 8 15,1 0-1-15,-5 0-6 16,0 0 0-16,0-3-2 0,0 3-1 16,0 0 10-16,0 0-9 15,0 0 0-15,0 0-1 16,0 0 0-16,0 0-2 16,0 0 2-16,0 0 0 15,0 0 3-15,0 0-2 16,0 0-2-16,0 0 1 0,0 0-4 31,0 0 4-31,0 0-4 0,0 0-2 16,0 0 5-16,0 0-11 15,0 0-8-15,0 0-27 16,0 0-9-16,0 0 1 0,0 0-33 16,0 0-80-16,0 0-16 15</inkml:trace>
  <inkml:trace contextRef="#ctx0" brushRef="#br2" timeOffset="158528.76">14982 6692 159 0,'0'0'68'0,"0"0"-53"0,0 0 9 16,0 0 37-16,0 0-9 15,0 0-29-15,0 0-11 16,0 0 7 0,0-10 2-1,0 10 4-15,0 0 0 0,0 0-2 16,0 0-5-16,0 0-3 15,0 0 12-15,0 0 0 16,0 0-4-16,0 0-4 16,0 0-1-16,0 0 1 15,0 0-7-15,0 0-6 0,0 0-1 16,0 0-5-16,0 0-1 16,0 0 1-16,0 0-1 15,0 4 1-15,9 11 11 16,11 10-6-16,5-1 7 0,8 10-4 15,5 6 6 1,2 4 15 0,1 2-22-16,9 3 2 15,7-6 1-15,5 4-7 16,3-11 6-16,5-1-4 16,-1-5-1-16,2-2 1 0,-9-6 0 15,-6-7 4-15,-2 1 4 16,-9-8-6-16,0-1 4 15,-4-4-2-15,-3-3-3 16,-6 0 7-16,1 0-2 0,-4 0 6 16,0 0 4-16,-9-3-7 15,0-4-1-15,-8 4-9 16,1 1-3-16,-9 2 1 16,0 0-2-16,-4 0 0 15,0 0 6-15,0 0-5 0,0 0-1 16,0 0-1-16,0 0-12 15,0 0-24-15,0 0-21 16,0 0 0-16,0 0 2 16,0-3-43-16,-4-1-40 0,0-2-61 15,-5 6 19 17</inkml:trace>
  <inkml:trace contextRef="#ctx0" brushRef="#br2" timeOffset="158894.06">15977 7077 202 0,'0'0'82'0,"0"0"-52"16,0 0 49-16,0 0 56 15,0 0-34-15,0 0-40 0,0 0-21 16,-33-59-22-16,33 59-10 16,0 0-6-16,0 0 1 15,0 0-3-15,0 19 15 16,16 3-1-16,5 3-1 15,-1-4-10-15,4 7-1 16,-3-1 10 0,-4 1-10-16,-1 0 3 0,-8-1-5 15,-4 4 3 1,-4-3 1-16,0 3-2 16,0 0 3-16,-20 0 4 0,-17 3-2 15,-5-10 8-15,2 1-7 16,3-7-4-1,8-6 0-15,8-5-4 0,13-4-1 0,8-3-2 16,0 0-53-16,0 0-63 16,8 0-109-16,5 0 97 15,3 0-60-15</inkml:trace>
  <inkml:trace contextRef="#ctx0" brushRef="#br2" timeOffset="159611.87">16456 7172 267 0,'0'0'195'16,"0"0"-145"-16,0 0-35 16,0 0 54-16,0 0-19 15,0 0-49 1,0-12-1-16,0 12-10 16,0 0 8-16,0 22 2 15,0 3 21-15,0 3-4 16,0 5-4-16,0 1-7 15,0 6 5-15,0-9-1 16,4 0-9-16,-4 3 10 0,0-9 1 16,0-7 0-16,0-6-3 15,5-5-3-15,-5-4 3 16,0-3 0-16,0 0 33 16,0 0 18-16,4 0 10 0,-4 0 7 15,4-13-7-15,0-14-55 16,8-4-13-16,1-9 14 15,-1-3-16-15,9-1 0 0,-9 1 1 16,9 3-1 0,-1 6 0-16,-4 6-6 0,1 1 6 15,-1 11 0-15,-3 4-6 16,-1 6 5-16,-8 6 0 16,4 0-7-16,-3 0 0 15,7 18-11 1,-4 19 19-16,1 6 3 15,2 3 0-15,-3 7-1 16,-4-7-2-16,-4 1 0 16,4-14 3-16,-4-2-3 15,0-9 0-15,0-7 0 16,0-5 1-16,0-7-2 0,0 0-10 16,0-3-28-16,5 0-18 0,-1 0-26 15,0 0-43 1,8-6 23-16,5-13-64 15,-9 6-4-15,4 1 13 0</inkml:trace>
  <inkml:trace contextRef="#ctx0" brushRef="#br2" timeOffset="159900.97">16945 7179 44 0,'0'0'294'0,"0"0"-221"15,0 0-65-15,25-108 98 16,-21 96-46-16,0 2-8 15,0 4-11-15,-4 0 12 0,0 6 17 16,0 0-19 0,0 0-51-16,0 6 3 0,0 22-3 15,0 6 39-15,0 3 1 0,0 3-19 16,0 0-13 0,0 0 7-16,0-3-12 0,0 0-1 15,5-9 3 1,-1-3-4-16,0-13 1 15,-4-3-2-15,4 1-1 0,0-8 0 16,-4-2-17 0,0 0-67-16,3 0-21 15,-3 0-19-15,0 0 20 16,0-6-204-16</inkml:trace>
  <inkml:trace contextRef="#ctx0" brushRef="#br2" timeOffset="160119.59">16818 7299 508 0,'0'0'135'16,"0"0"-104"-16,0 0 101 15,0 0-25-15,0 0-80 0,0 0-26 16,8-18 13 0,29 11 14-16,8 1-10 15,9 0 5-15,-6 0-13 16,2 0-8-16,-9 3-2 0,-4-1-3 15,-9 4-52 1,-11 0-93-16,-17 0-165 16,0 0-143-16</inkml:trace>
  <inkml:trace contextRef="#ctx0" brushRef="#br2" timeOffset="163416.16">16091 7968 173 0,'0'0'179'16,"0"0"-145"-16,0 0-22 16,0 0 97-16,0 0-55 0,0 0-27 15,0 0-13-15,-8 0 7 16,8 0 4-16,0 0 1 15,0 0-9-15,0 0-1 16,0 9 12-16,0 13 1 16,0 5 10-16,0 8-2 15,0 4-12-15,0 8 8 0,-4 5-16 0,-4 4-7 16,0-1-10 0,3-2 7-16,1-7-7 15,0-9 1-15,0-12 1 16,0-7-2-16,4-6 0 0,-4-12 5 15,4 0-4-15,0 0-1 16,0 0 0 0,0 0-7-16,0-12-39 15,0-16-82-15,0-6-28 16,4-3 7-16,-4 19-34 16,0 6-20-16</inkml:trace>
  <inkml:trace contextRef="#ctx0" brushRef="#br2" timeOffset="163700.84">16050 8021 48 0,'0'0'345'0,"0"0"-253"16,0 0-42-16,0 0 43 15,0 0 7-15,0 0-8 16,0 0-39-16,4-84-20 16,-4 84-33-16,4 0-5 15,9 16 5-15,3 12 19 0,1 12 5 0,8 0-7 16,7 3-12-1,9-3 4-15,0 0-8 16,4 3 1-16,4 0 3 16,-3-6-5-16,-5-6 0 0,-9 0 2 31,-11-7-2-31,-4-5 0 16,-5-7-9-16,-8-5-13 0,-4-5-8 15,0 1-62-15,0-3-15 16,0 0-27-16,0 0-83 15</inkml:trace>
  <inkml:trace contextRef="#ctx0" brushRef="#br2" timeOffset="164039.29">16473 7937 550 0,'0'0'96'0,"0"0"-88"15,0 0 75-15,0 0 24 16,0 0-27 0,0 0-37-16,-17-58-43 15,17 58-4-15,0 18-5 16,0 13 9-16,0 9 29 16,0 13-13-16,0-4-5 15,0 6-8-15,0-2 9 0,9 2-4 16,-5-6-6-16,0-2 0 15,4-4 2-15,-4-6-4 0,0-10 2 16,-4-5-2-16,5-9 0 16,-5-8 0-16,0-5 0 15,0 0-37 1,4 0-47-16,0 0-50 16,-4-5-69-16,4-8-247 15</inkml:trace>
  <inkml:trace contextRef="#ctx0" brushRef="#br2" timeOffset="164355.01">16708 8125 610 0,'0'0'82'0,"0"0"-71"0,0 0 35 15,0 0 62 1,0 0-71-16,0 0-37 0,0-12-11 16,0 39 11-16,0 11 9 15,0-5-4-15,0 7-3 0,0-5 2 16,0-1-4-16,0-7 0 16,0-5 2-16,0-7-2 15,0-3 0-15,0-8-5 16,0-4-57-16,0 0-67 15,0 0-4-15,0-10-34 16,0-8-141 0</inkml:trace>
  <inkml:trace contextRef="#ctx0" brushRef="#br2" timeOffset="164649.91">16679 8187 77 0,'0'0'101'0,"0"0"25"16,0 0-1-16,-13-102 4 15,13 96-52-15,0 0-31 16,0 6-22-1,0 0 2-15,13 0-14 0,7 6 1 0,8 12 14 16,5 7-21-16,4 3-5 16,5 6 7-16,-6 0-8 15,-3-3 0-15,-8 2 0 16,-5-2 5-16,-11 0 7 16,-5-6-4-16,-4-4-5 15,0-2 3 1,0-1 3-16,-29 1 7 15,-17-1-11-15,2-6 2 16,-6-2 2-16,9-7-9 16,8-3-1-16,9 0-29 0,16 0-70 15,8 0-101 1,0-6-126-16</inkml:trace>
  <inkml:trace contextRef="#ctx0" brushRef="#br2" timeOffset="164956.26">17191 8079 641 0,'0'0'118'15,"0"0"-113"-15,0 0 26 16,0 0 70-16,0 0-101 16,0 0 8-1,0 0 2-15,83-25-4 16,-47 19 6-16,5 0-9 16,1 3 0-16,-13 3-3 15,-6-3-3-15,-6 3-25 16,-13 0-72-16,-4 0-95 0,0 0-129 15</inkml:trace>
  <inkml:trace contextRef="#ctx0" brushRef="#br2" timeOffset="165173.56">17162 8178 555 0,'0'0'121'0,"0"0"-119"0,0 0 12 15,0 0 107-15,0 0-44 16,0 0-37-16,79 6-22 0,-38-12-1 16,4-4-13-1,0 4-4-15,-8 3 0 16,-5 0-33-16,-11 3-98 16,-21 0-75-16,0 0-161 0</inkml:trace>
  <inkml:trace contextRef="#ctx0" brushRef="#br2" timeOffset="165823.51">17832 7965 285 0,'0'0'153'0,"0"0"-85"16,0 0 14-16,0 0 26 15,0 0-56-15,0 0 0 16,0 0-22-16,-12-37-8 16,12 37 4-16,0 0-5 15,0 0-5-15,0 0 0 16,0 0-9-16,0 0-1 16,0 0-6-16,0 18 3 0,0 13 5 15,0 6 2-15,0 6 1 16,0 7-1-16,0-1-2 0,0-3 2 15,4 1 3 1,-4-4-9-16,8-3 2 0,-8-7-6 16,4-2 1-16,-4-6 2 31,0-10-3-31,0-8 1 16,0-7-1-16,0 0-3 0,4 0-34 15,0 0-58-15,-4-19-67 16,9-15-121-16,-9 22 54 15</inkml:trace>
  <inkml:trace contextRef="#ctx0" brushRef="#br2" timeOffset="166195.6">18061 7965 271 0,'0'0'109'15,"0"0"-58"-15,0 0 42 16,0 0 41-16,0 0-34 31,0 0-14-31,46-65-17 0,-46 65-25 16,0 0-34-16,0 0-10 15,0 19 0-15,0 8 13 16,0 10-6-16,0 4-3 16,0 2 7-16,0-3-10 15,0 3 3-15,0-3 8 16,0-6-11-16,0-3 6 0,0-4-6 15,4-2 0-15,-4-7 1 16,8-5-1-16,-8-7-1 16,0 0 1-16,4-6 0 0,-4 0-1 15,5 0 0 1,-5 0 0-16,4 0-14 0,0 0-41 31,4-15-69-31,-4 2-31 16,-4 4-107-16</inkml:trace>
  <inkml:trace contextRef="#ctx0" brushRef="#br2" timeOffset="167136.04">18184 7986 17 0,'0'0'332'0,"0"0"-294"16,0 0 17-16,0 0 71 15,0 0-43-15,0 0-38 0,-8-12-16 16,8 12-3-1,0 0-4-15,0 0 8 0,0 0 1 16,-4 0-17-16,0 0-8 16,1 0-6-16,-1 19 16 15,-5 2 7-15,5 4-15 16,0 3 11-16,0 2-2 0,0 4-10 0,4 0 1 16,0 3-5-16,0 0 0 15,0-3 2-15,0 0-5 16,0-3 1-16,12-4 7 15,-3-2-8-15,-1-3 3 16,3-10-2-16,-3 0-1 16,1-5 4-1,-1-1-4-15,0-6 8 16,9 0 26-16,3 0-13 16,1-9-4-16,8-13-9 15,-5-3-4-15,1-3 3 16,-1-2-5-16,-3-7 8 15,-4-3 20-15,-5 0-16 0,-4-7 0 16,-8 1-1-16,0 0-2 16,0 0 9-16,-4 3-8 15,-12 6 6-15,-5 6 12 16,0 6-24-16,-3 7 7 0,-4 2-13 16,3 10-4-16,-4 6 4 15,-8 0-10-15,4 0 5 31,1 15-2-31,-6 13-15 0,9 6-10 16,0 0-33-16,17 3-35 16,12-3-78-16,0-25-70 15,4-6-126-15</inkml:trace>
  <inkml:trace contextRef="#ctx0" brushRef="#br2" timeOffset="167693.47">18423 7533 65 0,'0'0'373'0,"0"0"-286"16,0 0-67-16,0 0 117 0,0 0-51 16,0 0-15-16,0 0-26 15,0-21-12-15,0 21-17 16,0 0-13-16,0 0 0 16,0 0-3-16,0 0-3 15,0 6-1-15,-4 19 4 16,4 6 16-1,0 9-4-15,0 0-3 0,0 6 2 16,0-6-3-16,0-3-8 16,0-6 7-16,4-7-7 15,0-8 1-15,-4-4 0 16,4-6 1-16,1-2-4 16,-5-4 1-16,4 0-21 15,-4 0-98-15,0 0-90 0,0 0-158 0</inkml:trace>
  <inkml:trace contextRef="#ctx0" brushRef="#br2" timeOffset="168260.23">18735 7536 195 0,'0'0'168'0,"0"0"-141"16,0 0 1-16,0 0 139 0,0 0-63 15,0 0-13 1,53-73-2-16,-53 73-11 16,0 0-33-16,0 0-29 15,0 0-11-15,-8 0-6 16,-13 0 6-16,-3 0-5 15,-5 9 5-15,5 0-5 16,3 6 0-16,0 1-1 16,13 3-5-16,0 5 0 0,4 4 3 15,4 3-4-15,0 0 3 16,0-4-2-16,16 1 3 16,13 0 1-16,8-7-2 15,-4 1-16-15,12-1-3 16,-12-2-13-16,-4-1 0 15,-9-2-1-15,-11-7-15 0,-9-3 6 16,0 4-15-16,0-5 61 16,-29-1 21-16,-8-4-7 15,-1 0 14-15,2 0 85 16,3-16-21-16,8-8-33 16,5-1-19-16,16-3 8 0,4-2-25 31,0-5-22-31,20 2 3 15,17-1-3-15,8 0-1 0,9 6-1 16,-1 3-35 0,8 4-27-16,-7 2-32 0,-37 19-95 15,-13 0-205-15</inkml:trace>
  <inkml:trace contextRef="#ctx0" brushRef="#br2" timeOffset="168922">19084 7968 379 0,'0'0'194'16,"0"0"-134"-16,0 0 12 15,0 0 75-15,0 0-67 16,0 0-22-16,0 0-42 16,4-43-3-16,-4 43-13 15,0 0 0-15,-17 21-2 16,-12 14 5-16,-11 10-2 0,-5 14 7 16,-9 12-2-16,-11 12 2 0,-1 13-7 15,-4 5 0 1,0-2 0-16,9-13-1 15,11-18-42-15,9-18 39 0,20-19 5 16,10-13-3-16,7-6 1 16,4-9-3-16,0-3-8 15,0 0-63-15,4 0-14 0,20-6-12 16,-12-9-89-16,1 0-150 16</inkml:trace>
  <inkml:trace contextRef="#ctx0" brushRef="#br2" timeOffset="170067.24">18990 8286 209 0,'0'0'77'0,"0"0"-67"0,0 0 58 15,0 0 59-15,0 0-8 16,0 0-37-16,8-31-37 16,-8 27-5-16,0 4 9 15,0-2-12 1,0 2-13-16,0 0-5 15,0 0-10-15,0 0-1 16,0 0-6-16,0 0-2 16,0 0 6-16,0 0-5 15,0 0 2-15,0 0-3 16,0 0 0-16,0 0 0 16,0 0 2-16,0 0-2 0,-13 0 0 15,5 2-1-15,-8 5 1 0,3 8 2 16,-7 4 0-1,3 2-4-15,2 10 2 16,2 0-1-16,9 3 1 16,-4 0-2-16,8-3 0 0,0-4 1 15,0-5-4 1,8-10 1-16,9-2 4 16,2-4-2-16,6-6 2 15,0 0 2 1,0 0-2-16,-1-9 2 0,1-13-2 15,-5-3-1-15,1-3 1 16,3-3 0-16,-7-5 1 16,-1-1-1-16,-3-1 0 0,-1 11 7 15,-8-1-6-15,-4 9 4 16,0 10 2-16,4 0 6 16,-4 9 4-16,0 0-10 15,0 0-7-15,0 0-16 16,0 3 6-16,0 22 10 15,0 6 1-15,0 2 0 0,5 5-2 16,-1-11 1-16,0-2 0 0,3-7 2 16,1-5-1-16,-3-7-1 15,-1-3 0 1,-4-3 1-16,4 0 10 16,4 0 29-16,0-19 11 0,5-5-25 15,-1-10-12 1,9-6-1-16,-5 0-9 15,5 6-1-15,-4 3-2 16,-2 4 2-16,-3 11-3 16,-7 7 1-16,-5 6 0 15,0 3 1-15,0 0-2 16,0 0-18-16,0 21 17 16,0 10 1-16,0 3 0 0,0-3 4 15,0-4-3-15,0-5-2 16,0-6 1-16,8-7-1 15,0-6 0-15,-4-3-2 16,5 0 3-16,-1 0 3 0,0 0 8 16,13-22 1-1,-5-6-8 1,9-5-3-16,-5-1 1 16,5 3-2-16,-5 0 0 0,-3 9 1 15,-5 7 1-15,-8 6 0 0,0 9 1 16,-4 0 12-16,0 0-15 15,0 0-4-15,0 6-5 16,0 16 9-16,5 9 1 16,3-4 2-16,0 4-2 15,0 0 0-15,5-6-2 16,-5-4-7-16,-4-5-24 16,8-1-11-16,-8-6-56 0,-4-9-59 15,0 0-163-15</inkml:trace>
  <inkml:trace contextRef="#ctx0" brushRef="#br2" timeOffset="170664.66">19708 7870 76 0,'0'0'297'0,"0"0"-230"15,0 0-29-15,0 0 96 16,0 0-62-16,0 0 10 16,0 0-38-16,-29-68 11 0,29 68-13 15,0 0-19-15,0 0 7 16,0 0-14-16,0 0-3 15,0-3-13-15,0 0 7 16,12-4-7-16,13 4 7 16,4-3-6-16,-1 6 2 15,9 0 4 1,-8 0 8-16,0 0 5 0,-8 6-20 16,-9 12-3-16,-8 7 3 15,-4 0 3 1,0 6 2-16,-16-3 0 15,-17-1 0-15,-4-5 6 0,3-3-7 16,15-10 0-16,11-6-2 16,3-3-2-16,5 0-4 0,0 3-11 15,0-3 3-15,20 3 12 16,13-3 2-16,0 0 1 16,4 0 0-16,-8 6-1 15,-5 0-3-15,-3 4 1 16,-13 2-7-16,-4 3-1 15,-4 1 8 1,0-4 0-16,-8 7 12 16,-17-4-2-16,-11 0 7 15,-10-2-2-15,-3-4-9 16,-12 0-6-16,40-9-36 0,-4 0-237 16</inkml:trace>
  <inkml:trace contextRef="#ctx0" brushRef="#br2" timeOffset="202951.31">5841 10363 86 0,'0'0'17'16,"0"0"-13"-16,0-3 8 16,0 3 9-16,0 0-12 15,0 0 5-15,0 0 11 16,0 0-21-16,0 0-2 16,0 0 4-16,4 0-2 0,-4-3-4 15,0 3-1-15,0 0-13 16,0 0-33-16,0 0-56 15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12:39.89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5792 10557 131 0,'0'0'64'0,"0"0"-56"15,0 0 22-15,0 0 37 16,0 0 21 0,0 0-25-16,0 0-27 0,0 0-9 15,4-3 4-15,-4 3-5 0,0 0-7 16,0 0-6 0,0 0-2-16,0 0 9 15,0 0-2-15,0 0-3 16,0 0 1-16,0 0-14 0,0 0 3 15,0 0 0-15,0 0-5 16,0 0 0-16,0 0-2 16,0 7 2-16,4 8 6 0,-4 6-4 15,0 7-2-15,0 9 1 16,0 9 13-16,4 4-6 16,-4 2-5-16,0 0-3 15,0-36-60 1,0-4-201-16</inkml:trace>
  <inkml:trace contextRef="#ctx0" brushRef="#br0" timeOffset="1589.86">14491 10304 354 0,'0'0'149'0,"0"0"-120"15,0 0-11 1,0 0 56-16,0 0-24 0,0 0-19 31,0 0-10-31,-9-12 1 16,9 12-9-16,0 0-1 15,0 0 24-15,0 0 5 0,0 0-13 16,0 0-11-16,0 0-5 16,0 0 6-16,0 0-10 15,0 0-6-15,0 0 2 16,0 0-4-16,0 0 5 0,0 0 6 15,0 0-4-15,0 9-1 16,0 16 7-16,0 15 3 16,4 13-6-16,5 8-10 0,3 7-1 31,-12-40-206-31,0-12 32 16</inkml:trace>
  <inkml:trace contextRef="#ctx0" brushRef="#br0" timeOffset="3956.44">10135 10582 20 0,'0'0'42'0,"0"0"-35"15,0 0 27-15,0 0 10 16,0 0-19-16,0 0-8 0,0 0-4 16,0 0 4-16,0 0 2 15,0 0-7-15,0 0 18 16,0 0 31-16,0 0-5 15,0 0-4-15,0 0-11 16,0 0-7-16,0 0-10 0,0 0-8 31,0 0 3-31,0 0-3 16,0 0-3-16,0 0 13 16,0 0 1-16,0 0-2 15,0 0 1-15,0 0-9 16,0 0 1-16,0 0-2 15,0 0 2-15,0 0 12 16,0 0-11-16,0 0-4 0,0 0-13 16,0 3 5-16,0 9-10 15,0 1 3-15,0 2-74 0,0-12-51 16,0 0-145-16</inkml:trace>
  <inkml:trace contextRef="#ctx0" brushRef="#br0" timeOffset="5428.83">7832 10730 83 0,'0'0'100'0,"0"0"-81"16,0 0-17-16,0 0 20 15,0 0 14-15,0 0-8 0,0 0-7 16,0 0 10-16,0-3 30 15,0 3-15-15,0 0 1 16,0 0-14-16,0 0-18 16,0 0-3-16,0 0-8 15,0 0 2-15,0 0 0 16,0 0 4-16,0 0-1 0,0 0-9 16,0 0 0-16,0 0 5 15,0 0-4-15,0 0 3 16,0 0-3-16,0 0 0 0,0 0 5 15,0 0-6-15,0 0 0 16,0 0 1-16,0 0 2 31,0 0-4-31,0 0 1 16,0 0 0-16,0 0 0 0,0 0 0 16,0 0 0-16,0 0 3 15,0 0-2-15,0 0-2 16,0 0-10-16,0 6 11 15,0 7 6-15,0 5-6 16,0-6-5-16,0 6-43 0,0-18-155 16,0 0-114-16</inkml:trace>
  <inkml:trace contextRef="#ctx0" brushRef="#br0" timeOffset="6534.14">12659 10659 74 0,'0'0'73'16,"0"0"-60"-16,0 0-6 15,0 0 16-15,0 0 24 16,0 0-4-16,0 0 20 16,-4-43 4-16,4 37-36 0,0 0 6 15,0 2 13-15,0 1-15 16,0-2 5-16,0 5-13 16,0-4-11-16,0 1 1 0,0 3-17 15,0-6 0-15,-4 3 8 16,4 0-6-16,0-3-2 15,-4 6 3-15,1 0 2 32,3-3 12-32,-5 0 6 0,5-1-19 15,0 4 7-15,0 0 5 16,0 0-2-16,0 0-13 16,0 0-1-16,-4 0 7 15,4 0 0-15,0 0 5 16,0 0-7-16,0 10 0 15,0 8 4-15,0-3-9 0,0 1-1 16,0-10-72-16,0-3-134 16</inkml:trace>
  <inkml:trace contextRef="#ctx0" brushRef="#br0" timeOffset="11623.22">5763 10878 305 0,'0'0'113'0,"0"0"-105"16,0 0 36-16,0 0 46 15,0 0-30-15,0 0-26 16,0 0-21-16,-4 3 3 15,4-3 6-15,0 3 5 16,0-3 16 0,0 0-5-16,0 0-2 0,0 0 8 15,0 0-12 1,0 0-6-16,0 0-4 0,0 0-10 16,0 0 10-16,0 0 2 0,0 0-6 15,0 0 3-15,0 0-7 16,0 0 7-16,0 0-1 15,0 0-14-15,0 0 4 16,0 0-4-16,0 0-2 16,0 0 3-16,0 0-7 15,0 0 0-15,0 0 0 16,0 0 3-16,8 0-2 0,9 0-1 16,-1 0 0-16,8 0 0 15,5 0 0-15,8 0 0 16,0 0 2-16,8-6 0 0,9 3 1 15,-9 0-3-15,-5-4 1 16,-6 4-5-16,-10-2 2 31,-7 5 2-31,-5 0 0 0,-8 0 5 16,-4 0-5-16,0 0 2 16,5 0-2-16,-1-4 3 15,-4 4-3-15,4 0-7 16,-4 0 7-16,0 0-16 15,0 0-1-15,0 0-7 16,0 0 2-16,0 0 10 16,0 0-6-16,0 0 4 0,0 0 10 15,0 0-7-15,0 0 8 16,0 0-6-16,0 0-8 16,0-3 11-16,0 3-7 15,0 0 6-15,0 0 7 0,0 0-5 16,0 0 5-16,0 0-1 15,0 0 1 1,0 0-3 0,0 0 3-16,4 0 0 15,-4 0 7-15,0 0-6 0,0 0 6 16,0-3-3-16,0 3-4 16,0 0 11-16,0 0-11 15,0-3 3-15,0 3 6 16,4-6-7-16,0 0 10 0,0-4-12 15,0 1 2-15,1-3-2 16,-1-3 0-16,3-7 0 16,1 4 2-16,1-4 0 15,-1-6-2-15,0 3 0 16,-4-2 0-16,-4 2 2 16,0 10 0-1,0 8-2-15,0 2 4 0,0 5-3 16,0 0 2-16,0 0-3 15,0 0 1-15,0 0-4 16,0 0 1 0,0 12-11-16,0 9 12 0,0 10 1 15,4 9 6-15,0 3-5 16,5 4 1-16,-1-1 0 0,-4-3-2 16,0-6 0-16,5-9 3 15,-5-7-1-15,0-8-2 16,-4-7 0-16,4-3 2 15,-4-3-6-15,4 0 3 16,-4 0 1-16,0 0 9 16,0 0-6-1,0 0 5-15,0 0 4 16,4 0-3-16,4-12 10 16,1-10-19-16,-1-6 0 15,0-6 8-15,1-3-7 0,-2 4 2 16,1-8-3-16,4 1 1 15,-3 3-5-15,-1-3 4 16,0 12 0-16,-8 4 1 0,4 9 1 16,-4 2-2-16,0 10 0 15,0 0 0-15,0 3-3 16,0 0 2-16,0 0-11 16,0 0 0-1,0 6-8-15,0 19 17 0,0 6 3 16,0 5 0-16,5 11-1 0,3-1 2 15,0 0-1-15,0-3 1 16,1-3 0-16,-1-6 2 16,-4-6-3-16,0-9 0 15,0-4-2-15,-4-9 2 16,9-3 0-16,-9-3-2 0,0 0 4 31,0 0 4-31,4 0 2 16,-4-3 7-16,4-16 20 15,0-5-34-15,0-7 0 16,0-6 6-16,0-3-5 0,-1-6-1 16,2-1-1-16,-5 1 0 15,4 0-3-15,-4 6-3 16,0 9 1-16,0 7 4 0,0 8-2 16,0 7 3-16,0 6 0 15,0 3 0-15,0 0-1 16,0 0-5-16,0 0-8 15,0 3-4 1,0 22-9-16,4 18 27 16,8 6 0-16,1 3 2 15,-1 4-1-15,0-7-1 16,5-2 0-16,-5-7 3 16,1-10-3-16,-5-5 1 15,0-6-1-15,-4-17 0 16,1 5-3-16,-1-7 3 15,-4 0 0-15,0 0 7 16,4 0 0-16,-4-7 14 0,4-14-4 16,-1-10-16-16,5-3 6 15,-3-3-7-15,-1 1 0 16,0-5 0-16,-4 7 2 0,4-3-1 16,-4 3-1-16,0 10 0 15,4 2-2-15,-4 4 2 16,0 5 0-16,4 4 0 15,-4 3 3-15,4 3-5 0,0 0 2 16,-4 3-1-16,0 0-1 16,0 0-4-16,5 0-8 15,-1 21-2-15,12 16 11 16,-3 16 5-16,3-1 2 16,-3-2 1-1,3-7-2-15,-3-3-1 16,-2-6 0-16,1-10 2 15,1-2 0-15,-9-10-2 16,0-2 0-16,-4-7 1 16,4-3-2-16,-4 0 2 15,0 0-1-15,0 0 7 16,4 0-7-16,-4 0 8 0,0 0-4 16,0 0-1-16,0 0 8 15,4-3-10-15,1-13 6 16,-1-9-2-16,0-2-4 0,0-4 3 15,0-3-4-15,-4 0 0 16,0 0 1-16,0 6-1 31,4 4 0-31,-4 5 1 16,0 7 3-16,0 5-7 0,0 5 3 16,0 2 0-16,0 0 0 15,0 0-6-15,0 0-5 16,0 0-6-16,0 0-22 15,0 0 9-15,0 0 8 16,0 6-2-16,0 3-16 0,0-3-10 16,0 0-21-16,4 0-16 15,-4-2 6 1,0-1 24-16,0 3-4 16,0-3 4-16,4 0 4 15,-4 0-20-15,0 0 4 0,5-3-3 16,-5 0 0-16,4 0-32 15</inkml:trace>
  <inkml:trace contextRef="#ctx0" brushRef="#br0" timeOffset="12126.07">6921 10739 27 0,'0'0'63'15,"0"0"-24"-15,0 0-9 16,0 0 6-16,0 0 24 16,0 0 8-16,0 0 9 15,0 3-19-15,0-3 0 0,0 0-3 0,0 0-5 16,0 0-11-16,0 0-2 15,0 0-1 1,0 0-9-16,0 0 3 16,0 0-3-16,0 0-21 0,0 0 1 15,0 0-7-15,4 0-2 16,8 0 2 0,5 0 26-16,7 4-6 15,13-4 4 1,8 0-7-16,9 0 6 0,3 0 3 15,5 0-16-15,7 0 14 16,6 0-22-16,-6 0 7 16,5 0 4-16,0 0-12 15,-4 0 5-15,-13 0-6 0,-4 0 1 16,-11-4 0-16,-13 4-1 16,-14 0 0-16,-2 0-1 15,-13 0 4-15,0 0 2 0,0 0 31 16,0 0-4-16,0 0-7 15,0 0-22 1,0 0-2-16,0 0-1 0,0 0 1 0,0 0-3 16,0 0-1-16,0 0 2 15,0 0-4-15,0 0-7 16,0 0-26-16,-9 0-12 16,-10 0-77-16,6 0-89 15,1 0-112-15</inkml:trace>
  <inkml:trace contextRef="#ctx0" brushRef="#br0" timeOffset="14883.09">7729 10792 124 0,'0'0'29'0,"0"0"-20"16,0 0 49-16,0 0-17 15,0 0-23-15,0 0-4 0,0 0 8 0,0 0 30 16,0 0 17-1,0 0 4-15,0 0-7 16,0 0-22-16,0 0-10 16,0 0-5-16,0 0-13 15,0 0 4-15,0 0 15 16,0 0 2-16,0 0 2 16,0 0-9-16,0 0-5 15,0 0 9-15,0 0-15 0,0 0-2 31,0 0 3-31,0 0-12 0,0 0 5 16,0 0-4-16,0 0-4 16,4 0 9-16,0 0-10 15,9 0 18-15,3 0-4 16,5 0-15-16,0 0 5 16,7 0-5-16,0 0-2 0,10 0 4 15,-1 0-5-15,4-3 0 16,-1 0 3-16,6-4-1 15,4 4 0-15,-2-3-2 16,-2 0 0-16,-5 3-1 16,-5 0 2-16,-7 0-1 15,0-1 0-15,-8 2 4 0,-9-1-4 16,-8 3 0-16,0 0 2 16,0 0-2-16,-4-4 0 0,0 4 0 15,5 0 1 1,-5 0 4-16,0 0-6 0,0 0 1 15,0 0 0-15,0 0-3 16,0 0 3 0,0 0 0-1,0 0-4-15,0 0 3 0,0 0-1 16,0 0-7-16,0 0-2 16,0 0 1-16,0 0-3 15,0 0 4-15,0 0 6 16,0 0-3-16,0 0 4 15,0 0 2-15,0 0 0 0,0 0-2 16,0 0 2-16,0 0-1 16,0 0-2-16,0 0 6 15,0 0-1-15,0 0-1 16,0 0 0-16,0 0 4 16,0-6-3-16,0-6-2 15,4-1 0 1,0-5 3-16,0 0-7 0,4-4 2 15,-4 0-8-15,1-2 9 16,-1-1-4 0,-1 0 5-16,-3 10 4 15,0-1-2-15,4 11-4 0,-4 1 2 16,0 4 0-16,0 0-2 16,0 0 1-16,0 0-7 0,0 0 4 15,0 0-15-15,0 0 1 16,0 9 8-16,0 19 10 15,0 6 12-15,0 3-9 16,0 3 0-16,8 6 8 16,-4-6-8-16,5 3 3 15,-1-2-4 1,4-4-1-16,-8-6-1 16,5-10 2-16,-5-5-2 15,0-7 2-15,-4-9 2 16,4 0-2-16,-4 0 9 0,4 0 20 15,-4 0 6-15,4 0-2 16,-4-16-2-16,4-8-11 16,-4-10-21-16,5-6 5 0,-5-1 1 15,0-2-5-15,4-3-1 16,-4 0-1-16,0 3 0 16,0 6-1-16,0 9 3 15,0 6-3 1,4 10 1-16,-4 6 0 0,0 6-2 15,0 0 2-15,0 0-4 0,0 0 1 16,0 0-11-16,0 0-4 16,4 15-11-16,0 20 29 15,4 8 0-15,1 0 0 16,3 6 0-16,-4-6 4 16,4 0-2-16,-4-6-2 0,0-6 1 31,0-6 1-31,5-7-4 15,-9-6 2-15,0-5 0 0,0-4 1 16,0-3 0 0,-4 0-1-16,0 0 1 0,5 0 5 15,-1-3 7-15,0-19-7 16,0-6-4-16,0-5 10 16,0-2-12-16,0-1 3 0,-4-1-3 15,9 0 0-15,-5 6-1 16,-4 3 1-16,4 10 0 15,-4 5 2-15,0 4 0 16,0 3-2-16,0 0 0 16,0 6-1-16,0 0-1 15,0 0 0 1,0 0-7-16,0 0 3 16,0 3-19-16,4 18 0 15,0 13 25-15,9 6 0 16,-9 0 7-16,8 0-7 15,-5 1 0-15,2-8 0 16,-1-1 4-16,-4-8-5 0,4-2 1 16,-4-10 0-16,1-6-1 15,-5-6 1-15,0 0 0 0,4 0 5 16,-4 0-4 0,0 0 11-16,4 0-3 0,0-12 0 15,0-13 4-15,0-2-12 16,4-5-1-16,-3-1 4 15,-5-4 0-15,4 0-3 0,0 3-1 16,-4 0 0-16,0 6 0 16,0 3 0-16,0 4 0 15,0 6-2-15,0 5 5 16,0 4-4-16,0 3 1 16,0 3 0-16,0 0-2 15,0 0-1 1,0 0-6-16,0 0 5 15,0 0-21-15,0 22 9 16,0 8 11-16,0 13 5 16,4 4 3-16,0-1-3 15,4-3 0-15,-3 1 5 16,7-8-3-16,-4-5-2 0,-4-6 0 16,9-10 0-16,-10-3 0 0,1-5 0 15,-4-7 0-15,0 0 4 16,4 0-3-1,-4 0 9-15,0 0-1 0,4-7 3 16,0-14 4-16,1-13-14 16,-1 0 2-16,0-3 1 15,4-3-3 1,-4-6 1-16,-4 2-3 16,4 1 0-16,-4 6-1 15,0 6 1-15,0 13 0 16,0 12 0-16,0 0 3 15,0 6-3-15,0 0 0 16,0 0-6-16,0 0 1 16,0 0-12-16,4 18 4 0,5 10 13 15,3 12 0-15,-4 6 3 0,5-2-2 16,-1 2-1 0,-3-6 1-16,3-3-1 15,0 0 0-15,-3-12 4 16,-2-7-1-16,-3-9-4 0,-4-6 1 15,4-3 0-15,-4 0 2 0,0 0-2 16,4 0 6-16,0-6 13 16,0-15-10-1,-4-7 1-15,9-6-8 0,-9 0 1 32,4-3 2-32,-4 3-5 15,4 3 0-15,-4 10 4 16,0 8-4-16,0 4 9 0,0 6-1 15,0 3-5-15,0 0-3 16,0 0-1-16,0 0-13 0,0 0 9 16,0 0-19-1,0 0 7-15,0 0 7 16,0 9 3-16,0-2-5 16,0-4-11-16,4 3-8 0,0-3-7 15,5 3-69-15,-5-3-46 0,-4-3-127 16</inkml:trace>
  <inkml:trace contextRef="#ctx0" brushRef="#br0" timeOffset="15642.63">9096 10730 145 0,'0'0'122'16,"0"0"-55"-1,0 0 27-15,0 0 0 0,0 0-35 16,0 0 8-16,0 0-3 15,0 0 0-15,-4-19 5 0,4 19-32 16,0 0-7-16,0 0-13 16,0 0-7-16,0 0 2 15,0 0-11-15,8 0 5 16,9 0 13-16,12 0-12 16,-1 0 4-1,9 0-3-15,9 0-2 16,2 0 9-16,10 0-11 15,4 0 6-15,7 0 7 16,10 0-17-16,-2-6 7 16,2 0 2-16,-2 3-8 15,-2-3 0-15,-14 0-1 16,-12 0 0-16,-11 3 2 0,-10-1 1 16,-16 1-3-16,0 0 0 15,-3 0 0-15,-9 3 2 16,4 0-2-16,-4 0 0 0,0 0 4 15,0 0 0 1,0 0-2-16,0 0-2 0,0 0 1 31,0 0 3-31,0 0-4 16,0 0-2-16,0 0 1 0,0 0-25 16,0 0-4-16,0 0-20 15,0 0-19-15,0 0-23 16,0 0 2-16,-4 0-24 0,-1 0-132 15</inkml:trace>
  <inkml:trace contextRef="#ctx0" brushRef="#br0" timeOffset="19960.48">9996 10708 259 0,'0'0'185'0,"0"0"-177"0,0 0-6 16,0 0 74-1,0 0 21-15,0 0-50 16,-21 10-36-16,21-10 8 0,0 0 11 15,0 0 13-15,0 0 1 16,0 0-13-16,0 0-4 16,0 0 6-1,0 0-10-15,0 0-4 16,0 0-11-16,0 0-5 16,4 0 9-16,13 0 2 15,3 0-4-15,8 0 3 16,9 0-10-16,1 0 5 15,11-3-8-15,4-7 1 16,1 4 1-16,7 0-2 0,1 0 0 16,-5 3 0-16,-4 3 5 15,1-6-5-15,-13 6 0 16,-9-7 0-16,-7 7 2 16,-8 0-2-16,-13-3 0 15,0 3 3-15,-4 0-1 0,0 0 4 16,0 0-2-1,0-3 1-15,0 3 3 16,0 0-8-16,0 0 0 16,0 0-2-1,0 0-7-15,0 0-14 0,0 0-7 16,0 0-3-16,0 0 8 16,0 0-2-16,0 0 0 15,0 0 13-15,0 0-2 0,0 0 5 16,0 0 1-16,0 0 2 15,0 0 8-15,0 0-6 16,0 0 6-16,0 0-3 16,0 0 6-16,0 0-1 15,0 0-2-15,0 0 3 16,0 0 6-16,0 0-9 0,0 0 2 16,0 0-2-16,0 0 2 0,0 0 1 15,4-6 0 1,0 6 6-16,-4 0 4 15,0 0-6-15,4 0 2 16,-4 0 10-16,0 0-7 0,0 0-1 31,0-3-5-31,0 3-4 0,0 0 3 16,0 0-5-16,0 0 0 16,0 0 2-16,0 0 0 0,0 0-2 15,0 0 11-15,0 0-4 16,0 0 9-1,0 0-12-15,0 0-2 16,0 0 5-16,0 0-6 0,0 0 3 16,0 0 0-16,0 0 0 15,0 0 11-15,0 0-4 16,0 0 0-16,0 0 5 16,0-12-6-16,0-1 1 15,9-5-11-15,-9-3 0 16,4-4 0-1,0 0 0-15,0 0 0 16,0-6 2-16,-4 7 0 0,4 2-3 16,-4 7 2-16,0 5-1 15,0 7 0-15,0 3 0 16,0 0-1 0,0 0-3-16,0 0-6 0,0 0 1 15,0 0-10-15,0 22 9 0,9 9 9 16,-5 9 2-16,4 6-1 15,0 10 2-15,4-4 0 16,0 7 1-16,-4-7-3 16,5-3 0-16,-5-8 0 15,0-8-5-15,-4-11 4 16,-4-10-1 0,0-9 3-16,4-3-1 15,-4 0 3-15,5 0-2 16,-5 0 14-16,4 0 9 15,0-25-7-15,0-5-10 16,-4-7-7-16,4-3 8 0,0-3-7 16,0-7 0-16,1 1-2 15,3-3 1-15,-4-4 0 16,0 4-4-16,-4 6 7 0,0 8-3 16,4 14 0-16,-4 15-1 15,0 2 0-15,0 7 1 16,0 0-7-16,0 0 6 15,0 0-20-15,0 25 4 16,4 12 16-16,9 9 1 0,-2 3 4 16,2 4-4-16,3 0 0 15,-4-4 3-15,5 0 0 16,-9-12-2-16,1-3-1 16,3-13 0-16,-8-8 0 15,0-4 0-15,0-6 0 16,-4-3 2-1,0 0-1-15,4 0 10 16,-4 0 0-16,0-18 7 16,5-10-1-16,-1-9-12 0,0 0-2 15,0-9 5 1,-4-1-7-16,0 2 1 0,4 4-2 16,-4 7 0-16,0 3-1 15,0 16 1-15,0 3 0 16,0 3 3-16,0 9 1 0,0-4-6 15,0 4 2-15,0 0-7 16,0 0 0-16,0 9-15 16,4 22 14-16,0 9 8 15,8 10 2-15,0-1 4 16,1-3-6 0,-5-6 0-16,4-2-1 15,-3-11 1-15,-1-5 0 16,-4-13 1-16,0-3 3 15,-4-6-6-15,0 0 3 16,0 0-1-16,0 0 10 16,4-15 0-16,-4-10-1 15,4-12-1-15,-4 0-7 0,4-6 5 0,-4 0-6 16,5-3 0-16,-5 8-1 16,0 8 1-1,0 11 0-15,0 7 8 16,0 6-3-16,0 3 18 0,0 3-15 15,0 0-6 1,0 0-2-16,0 0-11 0,0 3-7 0,0 21 14 16,4 7 4-16,4 3 6 15,-4 9-6-15,4-2 0 16,1 2-1-16,-1 3 1 16,4-9 0-16,-4-4 3 15,0-10-1-15,0-5-4 16,0-6 0-1,-3-2-5-15,3-7-1 16,-8-3-6-16,4 0-4 16,-4 0 17-16,0 0 1 15,4-3 13-15,-4-22-4 0,8-9-8 16,-4-6 0-16,1-7-1 16,-1-2 0-1,-4-6 4-15,0 2-2 0,0 4-4 0,0 9 1 31,4 15 1-31,-4 10 1 16,0 5 0-16,0 7-1 16,0 3 9-16,0 0-9 15,0 0-5-15,0 10-18 16,0 21 18-16,4 9 1 16,8 3 4-16,1 6 0 0,-1-3 5 15,-4 1-1-15,9-7-5 16,-6-7 1-16,2 2 0 15,-5-11 1-15,-4 1-1 16,4-10 0-16,1-3-3 16,-5-5 2-16,-4-4-4 0,4-3-5 15,-4 0-2-15,0 0 11 16,4 0-1-16,-4-12 2 0,0-10 0 16,0-3-4-1,0 1 3-15,0 2-9 0,0 1 7 16,0 5-1-16,0 1 1 15,0 5-18-15,0 4 18 32,0 3-29-32,0 0-19 0,0 0-3 15,0 3-28-15,0 0 8 16,0 0 41-16,0-3 6 16,0 3-20-16,0 0-9 15,0 0 33-15,0-3 18 16,0 3 5-16,0-6 2 15,0 6-2-15,0-7 9 0,0 4 9 16,4 0-13-16,0-3 6 16,1 0 12-16,-5 0 15 15,0 3 17-15,0-4 4 16,0 1-7-16,0 0-22 16,4 0-19-16,-4 3 15 0,0-3-10 15,0 3-5 1,0 0 1-16,4 3-12 0,-4 0 0 0,0 0 1 15,0 0 0 1,0 0-2-16,0 0-7 0,0 0-12 16,0 0 0-1,0 0 11-15,0 3 8 0,0 6 1 16,4 0-36 0,0 1-9-16,4-1-3 15,1-6-11-15,-5 6-17 16,0-6-22-16,0 0-45 15,-4 0 40-15,0 0 28 16,0-3 38-16,0 3 37 16,0-3 9-16,0 0 80 15,0 0 12-15,0 0-15 0,0 0-10 32,0 0-22-32,4 0-11 0,0 0-5 15,-4 0-11-15,0 0 1 16,0 0-10-16,0 0 3 15,0 0 6-15,4 0-25 16,1 0 1-16,6 0-2 0,5 0 9 16,9 0 8-16,12 0-8 15,1 0-3-15,10 0 12 16,6 0 4-16,4-6 1 16,7 3-11-16,5 0-3 15,4 0 2-15,4-3-11 16,4 3-1-16,4 0 7 0,-8-4-5 15,4 1-2-15,-4 0 0 16,-4 6 1-16,-8-6 0 16,-1 3-1-16,-15 0 0 0,-13 3 0 15,-12-3 4 1,-9 3-5-16,-13 0 1 0,-3 0 0 16,0 0-1-16,0 0 1 31,0 0 0-31,0 0 10 0,0 0-10 15,0 0 17-15,0 0 3 16,0 0-4-16,0 0-16 0,0 0-14 16,-3 0-52-16,-17 0-98 0,7 0-21 15,5 0-91-15</inkml:trace>
  <inkml:trace contextRef="#ctx0" brushRef="#br0" timeOffset="22718.03">12610 10650 287 0,'0'0'103'16,"0"0"-102"-16,0 0-1 15,0 0 123-15,0 0-59 16,0 0-35-16,0 0-11 0,-16 0 11 15,16 0 0-15,0 0 2 16,0 0 17-16,0 0 12 16,0 0-21-16,0 0-6 15,0 0-7-15,0 0-5 16,0 0-11-16,8 0 7 16,5 0 14-16,-1 0-7 0,0 0-21 15,0 0 12-15,-4 0-11 16,4 0 1-16,1 0 5 15,-5 0-10-15,9 0 1 0,-5 0 6 16,0 0-5 0,5 0 0-16,0 0-2 0,-5 0 0 31,-1 0 0-31,6 0 0 16,-1 0 0-16,9 0 1 0,8 3 0 15,0-3-1-15,12 0 0 16,9 0 2-16,3 0-2 15,0 0 0-15,1 0 0 16,-5 0-1-16,-16 0 1 16,-12 0-1-16,-13 0-6 0,-12 0 2 15,0 0 3-15,0 0 1 16,0 0 1-16,0 0 16 16,-16 0-15-16,-1 0-1 15,1 0 0-15,7 0 0 16,-3 0 3-16,12 0-3 15,0 0-5 1,0 0 4-16,0 0-11 16,0 0 6-16,0 0-5 15,0 0-4-15,0 0 11 16,0 0-1-16,0 0 5 0,0 0-3 16,-4 0 5-16,4 0-4 15,0 0 2-15,0 0 0 16,0 0 0-16,0 0 0 15,0 0 0-15,0 0 5 0,0-6-2 16,-4-4-2-16,0 1 0 16,0-3 5-1,-4-4 2-15,8 1-6 16,-4-6-1-16,4-1 6 16,0-3-6-16,0 1-1 0,0-4 1 0,0 3 1 15,0 0-3-15,0 10 2 16,0 3-1-16,0 12 16 15,0 0-10-15,0 0 3 16,0 0-9-16,0 0 1 16,0 0-3-16,0 0-4 15,0 12 6 1,4 13 8-16,8 5-6 16,-4 8 4-16,4 5-6 15,1 3 3-15,-1-3-5 16,0 3 2-16,-3-2 0 15,-1-10 2-15,0-7 2 0,-4-9-6 16,1-8 2-16,-5-4 0 16,4-6 0-16,-4 0 2 15,0 0 1-15,0 0 14 0,4 0-5 16,-4-3 15 0,4-18-15-16,0-7-9 0,0 0 3 15,0-12-2-15,5 0-3 16,-5-3 9-16,0 0-10 15,0-4 5 1,-4 7-5-16,4 3 1 16,-4 16-2-16,3 2 1 15,1 10 0-15,1 3-1 16,-5 6 4-16,0-3-6 16,0 3 3-16,0 0-5 15,0 0-1-15,0 0-13 16,4 12-10-16,0 19 25 0,4 9 4 0,4 9 6 15,1 1-6-15,3-1 1 16,-3 0-2-16,-1-6 1 16,1-2 0-1,-5-11 3-15,0-8-3 0,-4-3-1 16,0-14-21-16,1-2 22 16,-5-3-1-1,0 0 3-15,4 0-2 16,-4 0 29-16,4-3-13 15,-1-21 3-15,1-7-17 16,0-6-2-16,0-3 12 16,5-3-12-16,-5 0 2 15,-4 3 12-15,0 2-14 16,4 5 6-16,-4 5 0 0,0 0-5 16,4 3 2-16,-4 7-3 15,0 3 0-15,4 5-1 0,-4 7 4 16,0 0-6-16,4 3 2 15,-4 0-8-15,0 0-3 16,0 3-11 0,4 19-1-16,5 15 24 0,-1 6 1 0,0 0 5 15,5 3-6-15,-5-3 0 16,4-3-1-16,1-2 1 16,-1-8 0-16,-4-2 2 15,1-6 2-15,-2-10-6 16,-3-6 2-16,-4-3 0 15,4-3 1 1,-4 0-1-16,0 0 3 16,0 0 13-16,4 0-5 15,-4-15 7-15,4-16-10 16,1-6-8-16,-1-3 9 16,0-3-5-16,-4-3-3 15,0 3 7-15,0-4-4 0,0 4-4 16,0 6 0-16,0 9 0 15,0 10 0-15,0 11 0 16,0 2 0-16,0 5-2 0,0 0-1 16,0 0-1-16,0 0-10 15,0 3-9-15,0 21 8 16,0 10 14-16,8 9 1 31,0 7 4-31,5-7-2 0,-1 6-1 16,5-6-1-16,-1 0 0 15,-3-6-1-15,3-9-3 16,-9-6 4-16,2-10-5 16,-1-6 4-16,-4-6-1 15,0 3-10-15,0-3-4 16,0 0 10-16,1 0-4 0,3 0 3 16,4-15 6-16,-3-7-13 15,3-2 7-15,-8-4-3 16,-4-6 5-16,0 3 4 15,0-2-5-15,0 8 4 16,0 9 1-16,0 4 2 0,0 9 0 16,0 0 6-1,0 3-3-15,0 0 1 16,0 0-5-16,0 0-8 16,0 0 4-16,0 0-6 15,0 0 9-15,0 12 1 16,0-3 0-16,0 1-2 15,0-1 0-15,0-3-10 16,0 0-2-16,0 1-16 0,0-5 7 16,0 1-3-16,0 4 13 15,0-7 12-15,0 3-6 16,0 0 7-16,0 0 1 0,0 0 0 16,0-3-1-16,0 0 0 15,0 0 1-15,0 0 1 16,0 0 0-16,0 0 3 15,0 0 14-15,0 0-2 0,0 0 10 16,4 0-15-16,-4 0-11 16,4 0 2-16,9 0-3 15,-1 0 0-15,9 0 4 16,7 0-2-16,9-6-2 16,4 0 0-1,12-1 0-15,5 2-1 16,0-5 1-16,3 7 0 15,1 0 13-15,-5 3-5 16,-4 0 13-16,-11 0-12 16,-5 0-2-16,-13 0 1 15,-12 0-8-15,-4 0 1 16,-8 0 9-16,0 0 0 0,4 0 20 16,-4 0-12-16,0 0-5 15,0 0 0-15,0 0-13 16,5 0 2-16,-5 0 1 0,0 0-2 15,0 0-1-15,0 0 0 16,0 0 0 0,0 0 1-1,0 0-1-15,0 0-13 16,0 0-24-16,-13 0-84 0,1 0-171 16,-5 0-272-16</inkml:trace>
  <inkml:trace contextRef="#ctx0" brushRef="#br0" timeOffset="28018.65">4630 10949 305 0,'0'0'118'16,"0"0"-111"-16,0 0 73 16,0 0 22-16,0 0-43 15,0 0-23-15,0 0-2 0,0 0-9 16,-49-13 3-16,49 13-2 15,0 0-2-15,0 0 9 16,0 0-13-16,0 0-8 16,0 0 8-16,0 0-15 0,0 0 0 15,4 0-3-15,12 0 17 16,5 0 8-16,11 0-9 16,14 0-3-16,11 0 9 15,9 0-22-15,8 0 10 16,4 0-12-16,4 0 1 15,0 0 1 1,1 0-1-16,-10 0-1 16,-7 0 3-16,-9 0-3 0,-16 0-3 15,-8 0-4-15,-12 0-11 16,-5 0 9-16,-8 0-19 16,-4 0 7-16,-4 0-1 15,0 0-10-15,0 0 6 16,0 0-3-16,0 0-24 0,0 0-52 15,-4 0-87 1,0 0-154-16</inkml:trace>
  <inkml:trace contextRef="#ctx0" brushRef="#br0" timeOffset="28735.99">4679 10909 419 0,'0'0'55'16,"0"0"-45"-16,0 0 53 15,0 0-6 1,0 0-9-16,0 0-40 0,0 0-8 0,-21-9 0 15,6 24 5-15,-10 6 18 16,-8 14 14-16,4-2 14 16,4 7-13-16,4 3-20 15,10-12-10-15,7-3-7 16,4-9-1-16,0-10 0 16,0-3-2-1,20-6 2-15,9 0 8 16,-1-3 18-16,14-19-15 15,-9-5 6-15,-1-4-15 16,-7-3 7-16,-5 0-1 16,-11 0 2-16,-9 0 12 15,0 3-6-15,-9 6 2 16,-20 4 10-16,-4 9-24 0,-3 5-4 16,-5 7-45-16,24 0-78 15,-7 4-204-15</inkml:trace>
  <inkml:trace contextRef="#ctx0" brushRef="#br0" timeOffset="29390.84">3780 10588 397 0,'0'0'134'0,"0"0"-134"16,0 0 2-16,0 0 34 31,0 0-24-31,0 0-9 16,-16-9 16-16,20 15 25 0,12 19 22 15,0 9-32-15,5 6 6 16,0 6-8-16,4 0-18 16,-1 0 0-16,5 1 2 15,-5-4-5-15,5-6-2 16,-4-3 1-16,-5-13-7 0,1-5 10 16,-13-7-4-16,1-6 13 15,-5-3 11-15,0 0 4 16,0 0 10-16,3-9 4 15,2-25 2-15,7-6-10 16,1-9-28-16,3-4 1 16,1-5 0-16,0-4-10 0,8-3 3 0,-6 7-9 15,-2 5 4 1,0 13-2-16,-5 9-2 16,-7 13 0-16,3 9-5 0,-12 2 1 15,4 7-28-15,-4 0-62 31,0 0-160-31,0 0-251 16</inkml:trace>
  <inkml:trace contextRef="#ctx0" brushRef="#br0" timeOffset="31797.74">14547 10569 111 0,'0'0'0'0,"0"0"-97"16</inkml:trace>
  <inkml:trace contextRef="#ctx0" brushRef="#br0" timeOffset="32315.23">14547 10569 109 0,'67'-36'32'0,"-63"32"-22"16,-4 1 36-16,4 3 20 0,-4-2-8 16,0 2 15-16,0 0-3 15,0 0 7-15,0 0-17 16,0 0-2-1,0 0-2-15,0 0-8 16,0 0-5-16,0 0-20 16,0 0-15-16,0 0 13 15,0 0 1-15,0 0-21 16,0 0-1-16,0 0 0 16,0 5 7-16,-4 11-7 15,0 3-1-15,4-4 1 0,0 3-8 16,0 4 8-16,0-10 0 15,0 1-2-15,0-4 0 16,8-6 0-16,0 0 2 16,4-3-1-16,1 0 4 0,-1 0-3 15,4 0 10-15,-4-15-10 16,5-4 9 0,-9 1-2-1,0-7-4-15,5 7 7 16,-9-4-10-16,-4 4 3 15,0 5 13-15,0 1-12 0,0 3 3 16,-17 5-7-16,1 4-34 16,-5 0-38-16,13 0-96 15,1 0-174-15</inkml:trace>
  <inkml:trace contextRef="#ctx0" brushRef="#br0" timeOffset="32777.74">14794 10557 228 0,'0'0'72'0,"0"0"-62"0,0 0 36 16,0 0 59-1,0 0-45-15,0 0-38 0,-8 4-2 0,8-4-1 16,0 0-9-16,8 0 7 16,13 0 15-16,15 0 13 15,10-7-19-15,12-2-16 16,11 0 5-16,9-1 12 15,0 1 12-15,-4 3-16 16,-9 0-21-16,-7 0-1 16,-13 0 1-16,-12 6 1 15,-8-3 0 1,-13 3-3-16,-12-4 0 16,4 4 8-16,-4 0 32 15,0 0 0-15,0 0-13 16,0 0-27-16,0 0-7 15,4 0-52-15,-4 0-65 16,0 0-42-16,0 0-141 16</inkml:trace>
  <inkml:trace contextRef="#ctx0" brushRef="#br0" timeOffset="33851.71">15533 10453 221 0,'0'0'109'16,"0"0"-102"0,0 0-5-16,0 0 65 15,0 0-24-15,0 0-31 16,0 0-8-16,9 0 8 16,-9 0 16-16,0 0 37 15,0 0-5-15,0 0-16 16,0 0-11-16,0 0-26 15,0 0-4-15,0 0-3 0,0 0 2 0,0 0-4 16,0 0 2 0,0 0 0-1,0 0-4-15,0 0 4 16,0 0 0-16,0 0-2 16,0 0 3-16,0 0-1 0,0 0 0 15,0 0-2-15,0 0-1 0,0 0-9 0,0 0-6 16,0 0 7-16,0 0-12 15,0 0-1-15,0 0 3 16,0 0-8-16,0 0-4 16,0 0 13-16,0 0 11 15,0 0 9-15,0 0-3 16,0 0 3 0,0 0 0-16,0 0 1 15,0 0-1-15,0 0 0 16,0 0 0-16,0 0-1 15,0 0 0-15,0 0-5 0,0 0 2 16,0 0-6-16,0 0-3 16,0 0 8-1,0 0-7-15,0 0-18 0,0 0-19 0,0 0 4 16,0 0-14-16,0 0-23 16,0 0-64-16</inkml:trace>
  <inkml:trace contextRef="#ctx0" brushRef="#br0" timeOffset="35376.58">15603 10459 220 0,'0'0'133'16,"0"0"-89"-16,0 0 26 0,0 0-19 15,0 0-34-15,0 0-5 16,0 0 7-16,0-4 8 16,0 4-2-16,0 0-2 0,0 0 2 15,0 0-9 1,0 0-9-16,0 10 32 0,0 8-3 16,0 4-21-16,0 2 19 15,0 8 10-15,0-1-26 31,4 2-6-31,4-2-7 0,4-7 1 0,-7-2-3 0,-1 0-3 16,4-4 4-16,-4-2-4 16,0-4 0-16,0-3 5 31,1-2-5-31,-5-1-1 0,4-4-41 16,0 2-44-16,0-1 1 15,-4 0-48-15,0-3-50 16,0 0 56-16,0 0 13 15</inkml:trace>
  <inkml:trace contextRef="#ctx0" brushRef="#br0" timeOffset="35949.07">15488 10829 365 0,'0'0'85'15,"0"0"-77"1,0 0 39-16,0 0 46 0,0 0-80 31,0 0-13-31,0 0-7 16,-17 6 7-16,34-6 9 0,4 0 1 15,3 0 0-15,4 0 8 16,1 0-2-16,13-6 2 16,-5-1 7-16,3 2-5 15,1 1 3-15,-3 1 0 16,-9 0-22-16,-9 0 0 0,-13 3-1 15,-2 0-6-15,-5 0-5 16,0 0-24-16,0 0 13 16,-8 9 22-16,-16 3 0 15,-10 1-6-15,-3 6-8 16,0-1 10 0,5-3-1-16,-5 4-9 0,4-7 14 15,12-3 7 1,5-3-7-16,7 1 4 15,9-7-2-15,0 0-2 16,0 0-5-16,0 3-1 0,17-3 6 16,3 0 11-1,5 0-9-15,4 0 4 0,-4 0 1 16,-1 0-3-16,-12 0 5 0,1 0-9 16,-5 3 0-16,-8 3 0 15,0 0-4-15,0 7 4 16,0-1 7-16,0 0-6 15,-8-6 8-15,3 1-6 16,5-7 5-16,0 0-8 16,0 0-13-16,13 0 11 0,16 0-2 31,-21 0-87-31,0-7-467 16</inkml:trace>
  <inkml:trace contextRef="#ctx0" brushRef="#br0" timeOffset="47012.46">6190 9975 304 0,'0'0'67'16,"0"0"-67"-16,0 0 0 16,0 0 39-16,0 0-1 15,0 0-9-15,0 0-5 16,0 0 8-16,0 0 13 16,-4-22 17-16,4 22-14 15,0 0-14-15,0-3-24 0,0 3-5 16,0 0 7-16,0 0-1 15,0 0 4 1,0 0-11-16,0 0 7 16,0 0 13-16,0-3-16 15,0 3-7-15,0 0-1 16,0 0-6-16,0 0 2 16,0 6 3-16,0 16 1 15,0 9 13-15,0 6-13 0,0 9 1 16,0 0 7-16,0 0-6 0,0 1 1 15,0-10-2 1,0-6-1-16,0-7 5 0,0-5-5 16,0-7 0-16,0-6 3 15,0 0-1-15,0-3 3 16,0-3-5-16,0 0 0 16,0 0-1-1,0 0-46-15,0 0-28 16,4-3-29-16,0-6-94 15,-4-1-57-15</inkml:trace>
  <inkml:trace contextRef="#ctx0" brushRef="#br0" timeOffset="47467.87">6219 10000 7 0,'0'0'267'0,"0"0"-243"15,0 0-23-15,0 0 103 16,0 0 32-16,0 0-86 15,40-96-44-15,-27 96 3 16,3 0 6-16,-3 0 17 16,-1 0-12-16,5 6-20 0,-9 13 7 15,0-1-7-15,-8 10 3 16,0 3-1-16,0 2-2 16,0-2 0-16,-16 0-1 15,-5-6-9-15,0-4 10 16,-4-2 1-16,6-4 25 15,2-6-3 1,1 1-12-16,12-10-3 0,-1 3 2 16,5-3-5-1,0 0 6-15,0 0-2 16,0 3-8-16,0-3-1 16,0 0-6-16,5 3 6 0,3-3 5 15,8 9 2-15,1-6 4 16,3 4-2-16,0-2-5 15,-3 2 1-15,8-1-5 0,-9 0 0 16,-4 0-2-16,1 4-5 16,-5-4-23-16,5-3-69 15,-6 3-54-15,-7-6-58 16,0 0-80-16</inkml:trace>
  <inkml:trace contextRef="#ctx0" brushRef="#br0" timeOffset="47884.12">6715 9916 418 0,'0'0'0'0,"0"0"15"16,0 0-11-1,0 0 79-15,0 0 11 16,0 0-40-16,0 0-20 16,-21 68-9-16,-2-28 14 15,-2 3 2-15,-8 13-17 16,0 2 4-16,0 1-7 15,1 0-15-15,3-10 7 0,4 0 1 16,4-12-13-16,5-9 5 16,7-10-2-16,1-2-3 15,4-10 4-15,4-3-4 0,0-3-2 16,0 0-2 0,0 0-28-16,0 0-8 15,0 0-31-15,0 0 2 16,16-3-20-16,-7-6-91 0,-1 2-95 0</inkml:trace>
  <inkml:trace contextRef="#ctx0" brushRef="#br0" timeOffset="48400.46">6715 10240 148 0,'0'0'341'0,"0"0"-329"15,0 0-11-15,0 0 42 16,0 0 17-16,0 0-19 16,29-34-31-16,-29 34-10 15,0 0 3-15,0 6-3 16,0 13 22-16,-8 6-5 0,-9 2-4 16,-3 4-7-16,0-6 2 15,-1-1 15-15,13-2-16 0,0-10-4 16,4-3 3-16,4-3-5 15,0 1 1 1,0-4 2-16,4 0-4 16,12-3 0-1,1 0 5-15,-2 0-3 0,10 0 8 16,-4-13-8-16,4-2-2 16,-5-3-10-16,1-1-20 15,-5 3 7-15,0-5-18 16,-8 2-1-16,0 7 11 15,-3-6 4-15,-5 9 24 16,0 5 3-16,0 1 2 0,0 3 31 16,0 0 14-16,0 0-10 15,0 0-30-15,0 0-2 16,0 19 9-16,0 5 16 16,-9 10-6-16,9 3-7 15,0 3-17-15,0 1 2 16,0-1 2-16,0 0-4 0,0-6-57 15,0-25-42-15,0-9-191 16</inkml:trace>
  <inkml:trace contextRef="#ctx0" brushRef="#br0" timeOffset="49319.36">8451 10039 228 0,'0'0'160'16,"0"0"-100"-16,0 0-28 15,0 0 79-15,0 0-17 16,0 0-41-16,0 0-27 15,0-8-5-15,0 8 6 16,0 0-8-16,0 0 2 16,0 0-8-1,0 0-8-15,0 0-2 16,0 12-2-16,0 12 13 0,0 10 3 16,0 3-17-16,0 3 7 15,5-3-7-15,3-3 0 16,0-6 1-1,-4-6-1-15,0-1 0 0,5-9 3 16,-9-2-3-16,4-8-5 0,0 2-37 16,0-4-75-16,-4 0-38 15,0 0-143-15</inkml:trace>
  <inkml:trace contextRef="#ctx0" brushRef="#br0" timeOffset="49737.66">8530 9941 502 0,'0'0'58'0,"0"0"-58"16,0 0 0-1,0 0 8-15,0 0 16 16,0 0-14-16,98 0-2 0,-81 21 3 15,-5 4-9-15,-4 3 2 16,-3-4-1-16,-5 4-2 16,0-6 3-16,0 3-1 15,-21-4 11-15,-12-2 14 16,-4 2 5 0,5-9-5-16,3 1 16 15,8-7-8-15,8-6 4 16,9 0-20-16,4 0-3 15,0 0-8-15,0 3-9 16,0 3-6-16,0 0 6 16,13 6 2-16,7 1 2 15,1-1-4-15,4-2 0 0,-1 2 5 16,-4-3-4-16,1-2-2 16,-9-2-12-16,5-5-63 15,-9 7-73-15,-8-7-80 16,0 0-216-16</inkml:trace>
  <inkml:trace contextRef="#ctx0" brushRef="#br0" timeOffset="50076.92">8924 10003 79 0,'0'0'592'16,"0"0"-590"-16,0 0 5 16,0 0-7-16,0 0 20 15,0 0-13-15,8 24 12 16,-29 10-2-16,-12 9 13 16,1 7 24-16,-9-4 4 15,0 0-24-15,-4-3-15 0,8-9 4 0,8-6 1 16,8-10-13-16,9-2-11 15,8-13 0-15,0 0-11 16,4-3-69-16,0 0-74 16,0 0-21-16,4 0-22 15,4 0-78-15</inkml:trace>
  <inkml:trace contextRef="#ctx0" brushRef="#br0" timeOffset="50563.46">8940 10175 501 0,'0'0'92'0,"0"0"-88"16,0 0 19-16,0 0 60 16,0 0-52-16,0 0-10 0,13-25 0 15,-13 41-20-15,0 5 27 16,-17 10 15-16,-8 0-23 15,5-3 12-15,3-1-11 32,6-5-4-32,7-6-9 0,0-4-8 15,4-6 4-15,0 0-4 16,0-6 0-16,0 0-4 16,8 0 2-16,7 0 2 15,10 0 3-15,-4 0-3 16,-1-6-21-16,-3-6-21 15,-5-1 1-15,5-2-5 0,-9-4 10 16,-4 4 2-16,0-3 18 16,1 2 16-16,-5 7 0 15,0 3 2-15,0 2 1 16,0 2 45-16,0 2 16 16,0 0-32-16,0 0-19 0,0 15-8 15,0 7 3-15,0 6 1 16,0 2-7-16,0-2 4 15,0 6-6-15,0 0-22 0,0-10-91 16,0-17-134-16,0-7-262 31</inkml:trace>
  <inkml:trace contextRef="#ctx0" brushRef="#br0" timeOffset="51480.89">10783 9935 284 0,'0'0'134'16,"0"0"-134"-16,0 0 4 15,0 0 69-15,0 0-25 0,0 0-32 16,-4 0-14-16,4 0 16 15,0 0 32-15,0 0 5 16,0 0 4 0,0 12-2-1,0 3-16-15,0 7-4 0,0 2-15 16,0 4 5-16,4 3-3 16,0 0-12-16,0 3 2 15,5-6-8-15,-1 2-4 16,-4-8 7-16,0-3-8 15,0-10 1-15,-4-3-1 0,0-3 0 16,0-3 7-16,4 0-7 16,-4 0-1-16,0 0 11 15,0 0-11-15,0 0-33 16,0 0-66-16,0-6-110 0,0-4-110 16</inkml:trace>
  <inkml:trace contextRef="#ctx0" brushRef="#br0" timeOffset="51913.62">10829 9889 339 0,'0'0'87'0,"0"0"-83"0,0 0 32 15,0 0 40-15,0 0-35 0,0 0-1 16,94-40 0-1,-78 40-6-15,-3 0-3 16,-1 9-6-16,-4 6-20 16,-4 4-1-16,-4-1 8 15,0 7-11-15,0-4 9 0,0 4-3 0,-12 2 0 16,-9-8 5-16,-3 3-11 16,4-10 7-16,-5 1 10 15,9-8-2-15,3-1 13 16,9-4-14-16,4 0 0 15,0 0-1-15,0 0-11 16,0 0-3 0,0 0-3-16,0 0 3 15,12 9 7-15,5-6 12 16,4 9-12-16,-2-2 2 0,6 2-6 16,-4 0-2-1,-1-3 2-15,-3-2 0 0,-1-1-6 16,-7-3-17-16,-5 0-67 15,0 0-45-15,0 0-35 16,-4-3-101-16,0 0-20 0</inkml:trace>
  <inkml:trace contextRef="#ctx0" brushRef="#br0" timeOffset="52244.42">11186 9839 530 0,'0'0'104'16,"0"0"-92"-16,0 0 1 16,0 0 24-16,0 0-16 0,0 0 30 15,4 50-19-15,-4-14-21 16,-16 8 2-16,-5 8 8 0,-4 1-12 15,1-1 3 1,-5-6 2-16,4-3-8 0,5-12 12 16,4-6-6-16,7-10-12 15,5-9 3-15,0 1-3 16,4-7-13-16,0 0-51 0,0 0-50 16,8 0-9-16,1 0-146 15</inkml:trace>
  <inkml:trace contextRef="#ctx0" brushRef="#br0" timeOffset="52798.65">11317 9969 568 0,'0'0'94'16,"0"0"-94"-16,0 0 12 16,0 0 61-16,0 0-38 0,0 0-33 15,17 12 22 1,-25 15 6-16,-9 4-19 0,-8 6 12 16,5-6 1-16,3-6-9 31,5-10-1-31,8-8-12 15,4-1-2-15,0-6 3 0,0 0-2 16,0 3-2-16,0-3-3 16,0 0 4-16,8 0 9 15,8 0-9-15,1 0-2 16,4 0-7-16,-1 0-25 16,-3-3-12-16,3-10-22 0,-8-2 4 15,4 2 14-15,-7-5 2 16,-5 0 10-16,0 2 19 0,-4 1-8 15,0-4 9 1,0 4 16-16,0 5 2 16,0 2 17-16,0 1-3 0,0 7 24 31,0 0 39-31,0 0-22 16,0 0-1-16,0 22-14 0,-8 9 33 15,4 9-20-15,-1 6-25 16,1-3-5-1,4 3-7-15,0-6-16 0,0 0 3 16,0-9-3-16,0-9-45 16,0-22-91-16,0 0-129 0</inkml:trace>
  <inkml:trace contextRef="#ctx0" brushRef="#br0" timeOffset="53919.25">13202 9922 136 0,'0'0'31'0,"0"0"-23"16,0 0 43-16,0 0 19 15,0 0 3 1,0 0-11-16,0 0-9 16,-9 0 6-16,9 0 0 15,0-3 14-15,0 3-6 16,0 0-4-16,0 0-9 0,0 0-19 15,0 0-13-15,0 0-12 16,0 0-10 0,0 3 0-16,0 16 17 0,0 5-1 15,0 7-1-15,0 6-15 0,0 4 3 16,0-5 6-16,5 1-9 16,3-6 4-16,-4-3-4 15,-4-9 0-15,0-7-2 16,4-6 0-16,0-3 0 15,0-3-36 1,4 0-57-16,-8 0-59 16,0 0-102-16</inkml:trace>
  <inkml:trace contextRef="#ctx0" brushRef="#br0" timeOffset="54321">13250 9802 537 0,'0'0'63'0,"0"0"-58"15,0 0 27-15,0 0 33 16,0 0-58-16,0 0 9 16,123-12-4-16,-110 30-7 0,-9 7-1 15,-4 0-1-15,0 2-3 16,-17 4 8-16,-15 0-7 15,-5-9 4-15,4 2 0 16,0-14 28-16,9 2 26 16,16-6-24-16,0-3-20 15,8 0-11 1,0 3-3-16,0 4 9 16,12 8 9-16,12-5 3 15,1 5 8-15,12-3-23 0,-4-5-3 16,8-1 8-1,-1 0-10-15,-6-9-1 0,-1 6-1 16,-4-6-8-16,-6 3-42 16,-6 0-57-16,-5-3-35 0,-12 0-54 15,0 0-182-15</inkml:trace>
  <inkml:trace contextRef="#ctx0" brushRef="#br0" timeOffset="54690.25">13677 9781 446 0,'0'0'119'0,"0"0"-71"16,0 0 45-16,0 0-6 15,0 0-34-15,0 0-19 16,0 0-8-16,21-34-16 0,-21 40-8 16,0 22 34-16,0 5-6 15,-21 7-12-15,-3 13-6 16,0 2 1-16,-5 4 10 31,0-6-20-31,4-1-1 0,4-12 3 16,6-9-3-16,2-10-1 15,5-8-1-15,4-11 0 16,4 2-2-16,0-4-58 16,0 0-47-16,0 0-61 15,0 0 20-15,12-4-144 16</inkml:trace>
  <inkml:trace contextRef="#ctx0" brushRef="#br0" timeOffset="55269.6">13801 9889 303 0,'0'0'137'16,"0"0"-99"-16,0 0-20 0,0 0 73 16,0 0-44-16,0 0 6 15,36-40-10-15,-36 40-20 16,0 5-2-16,-4 17 47 31,-17 6-36-31,-6 3-8 0,2 3 3 16,0 0 1-16,4 2-4 15,9-8-13-15,4-6-2 16,4-4 0-16,4-6-9 16,0 1 2-16,0-7 5 15,16-3-5-15,5 0 1 16,8-3-1-16,0 0 8 0,3 0-5 15,1 0-5-15,-8 0 0 16,-1 0-2-16,1 0-25 16,-8-3-57-16,-9-6-29 15,-4-6-11-15,-4-4-24 16,0 0-78-16,0-5 129 0,-12 0 97 16,3-4 12-1,-3 6 45 1,4-3 1-16,4 10 23 15,-1 3-14-15,5 2-6 0,0 7 14 16,0 3 20-16,0 0-17 16,-4 0-15-16,4 3-39 15,0 25 0-15,0 12 51 16,0 6-30-16,0 7-25 0,0-4-7 16,0 1-13-16,0-2 2 15,0-7-2-15,0-7-57 16,0-10-91-16,0-24-136 15,0 0-166-15</inkml:trace>
  <inkml:trace contextRef="#ctx0" brushRef="#br1" timeOffset="69505.07">7281 11038 153 0,'0'0'53'15,"0"0"-50"-15,0 0-3 16,0 0 32-16,0 0 17 16,0 0-39-16,0 0-6 15,0 0 10-15,-8 0 14 16,8 0-2-16,0 0-8 16,0 0-9-1,0 0-6-15,0 0-1 0,0 0-2 16,0 0 0-1,0 0 0-15,0 0 0 0,0 0-1 16,0 0 1-16,0 0-11 16,0 0-4-16,0 0 13 0,0 0 2 15,0 0 1-15,0 0 0 16,0 0-1-16,0 0-6 16,0 0-24-16,0 0-18 15,0 0-6-15,0 0-27 16,0 0-77-16</inkml:trace>
  <inkml:trace contextRef="#ctx0" brushRef="#br1" timeOffset="95787.28">7106 11155 324 0,'0'0'187'0,"0"0"-163"16,0 0-23-16,0 0 40 0,0 0 30 15,0 0-28-15,0 0-42 16,-9 0 0-16,9 0 13 15,0 0 21-15,0 0 20 16,0 0-25-16,9-6-10 16,6 0-6-16,2-3-8 15,3 0 4 1,14-1-7-16,-6 1 2 16,10 0 3-16,-6 6-8 15,-3-4 1-15,-9 7-1 16,-7 0 0-16,-5 0-1 15,-8 0-11-15,0 0 4 16,0 16 0-16,-4 9 8 0,-17 0 2 16,-12 2 17-16,4 1-12 15,1-7 3-15,3-2-7 0,9-4 11 16,8-9 4 0,4-3-18-16,4-3-7 0,0 0 1 15,0 0 0 1,0 0 6-16,8 0 0 0,8 0-2 15,5 0-8-15,0 0 6 0,2 0 4 16,2 0-1-16,-8 0-3 16,-1 0 2-16,-3 4 2 15,-5 5-4-15,-8 0 3 16,4 0-9-16,-4 4 8 16,0-1 2-16,0 3 0 15,-12 1 13 1,-9-1 10-16,-4 4-9 15,0-7 3-15,6 4-6 16,-6-11 1-16,8 5 1 16,-3-7-12-16,7 0 8 15,5-3-6-15,0 0-2 0,8 0-1 16,-4 0-7-16,4 0-32 16,0 0-24-16,0-3-24 15,0-3-17-15,0-1-54 0,0 2-82 16,0 1 11-16</inkml:trace>
  <inkml:trace contextRef="#ctx0" brushRef="#br1" timeOffset="96457.61">7437 11140 415 0,'0'0'120'15,"0"0"-113"-15,0 0 20 16,0 0 49-16,0 0-21 15,0 0-27-15,0-3-10 16,0 3 9-16,0 0-6 0,0 0-6 16,0 0 1-16,0 0-10 15,0 0-1-15,5 0-4 16,3 3 18-16,0 6 7 16,0 7-12-16,5-1-5 15,-5 3 8 1,5 4-7-16,-1 0-2 15,-4-1 0-15,5 1-6 16,-5-4 1-16,0-2-2 16,-4-7-1-16,0 0 7 15,-4-3-3-15,3-2 4 0,-3-1 1 16,0 0-2-16,0-3 4 16,0 0 2-16,0 0 0 15,0 0 9-15,5 0-7 16,-5 0 3-16,0 0 11 15,4 0 1-15,-4-16-21 16,4-2-8-16,0-7 0 0,4 3 1 16,-4-8-2-16,1 2 0 31,-1-3 2-31,0 1-2 16,0 5 2-16,0 0-2 0,0 12 0 15,-4 5 0 1,4 1 1-16,-4 7-1 0,0 0 0 15,0 0-1-15,0 0-1 16,0 0-10-16,0 0-29 16,0 0-7-16,0 0-41 0,0 10-2 15,0 2-81-15,0-6-138 16</inkml:trace>
  <inkml:trace contextRef="#ctx0" brushRef="#br1" timeOffset="96943.17">7902 11001 461 0,'0'0'192'0,"0"0"-171"15,0 0-17-15,0 0 95 16,0 0-2-16,0 0-52 16,0 0-27-16,8-12 4 0,-8 12-10 15,0 3-6-15,-4 19 4 31,-17 2 6-31,0 7-2 0,-7 9-4 0,-5 4 1 16,0 4-6 0,-8 8-1-16,1-1 4 0,-2 4-1 15,9-16 9 1,4-3-3-16,4-12 5 0,14-9-10 16,-1-1-8-16,8-9 1 15,-1 0-2 1,-3-5 0-16,8-1 1 15,-4 0-6-15,4-3-14 0,0 0-8 16,0 0-19-16,0 0-31 16,0 0-48-16,0 0-93 0,0 0-184 15</inkml:trace>
  <inkml:trace contextRef="#ctx0" brushRef="#br1" timeOffset="97544.52">7885 11239 314 0,'0'0'114'0,"0"0"-109"0,0 0-1 15,0 0 35-15,0 0 21 16,0 0-33-16,12 18 12 16,-32 7 18-16,-8 5-11 15,3 1 1-15,-4 0-10 16,4-3-1-16,5-4-1 16,3-8-13-16,13-4 0 0,0-2-22 15,4-1-12-15,0-3 12 16,0-3 9-16,16 0-4 15,5-3 6-15,4 0-5 0,0 0-5 16,-1 0-1 0,0 0 0-16,-3 0-8 15,0 0-5 1,-5-6-23-16,-8-6-15 16,-3-1 10-16,3-2 3 0,-4-3 3 15,0-1-9 1,0 3-15-16,-4 1 19 0,0-1 3 15,0 8 27 1,0 1 10-16,0 4 13 0,0 3 59 16,0 0 9-16,0 0-9 0,0 0-16 15,0 0-25-15,0 16-12 16,0 9 35-16,-4 5-3 16,0 4-12-16,4 0-30 15,0 0 1-15,0 3-4 16,0-6-6-1,0-1 0-15,0-8-33 16,0-4-50-16,0-18-59 16,0 0-110-16</inkml:trace>
  <inkml:trace contextRef="#ctx0" brushRef="#br1" timeOffset="101020.31">9552 11063 285 0,'0'0'141'15,"0"0"-111"-15,0 0 11 0,0 0 80 16,0 0-33 0,0 0-9-16,-4-19-30 15,4 19-3-15,0 0-12 16,0 0-6-16,0 0-1 0,0 0-14 16,0 0-1-1,0 0-1-15,0 10 10 16,12 5 13-16,5 3-17 15,-2 7-14-15,2-3 6 16,4 2-9-16,-5 1 0 16,1-7 5-16,-5 1-5 15,1-3 2-15,-5-4-2 16,-4-6 1-16,4 0-1 0,-8-6 1 16,0 0-1-16,4 0 8 15,-4 0-8-15,9 0 6 16,-5 0-3-16,0 0 0 15,4-12 12-15,-1-10-13 0,6-3 1 16,-1-5 1 0,1-1-3-1,3-3-2-15,-3 0 0 16,-1 4-11-16,-4 5 12 0,-4 3-12 0,5 7-4 16,-5 6-18-16,0 2-55 15,-4 1-33-15,0 6-86 16,0 0-113-16</inkml:trace>
  <inkml:trace contextRef="#ctx0" brushRef="#br1" timeOffset="101721.2">9996 10989 307 0,'0'0'222'0,"0"0"-176"0,0 0-43 16,0 0 20-16,0 0 32 0,0 0-7 15,0 0-15 1,-67 101 10-16,30-54 18 0,-3 5-7 16,-6 4-11-16,1 6 2 15,-4-7-13-15,8 4-19 16,8-7 0-1,4-12 2-15,12-12-14 16,10-7-1-16,3-11-3 16,4-4-7-16,0-3-34 15,0-3-23-15,0 0-45 16,11 0-2-16,2 0-49 0,-1-9-177 16</inkml:trace>
  <inkml:trace contextRef="#ctx0" brushRef="#br1" timeOffset="102169.4">9909 11353 348 0,'0'0'136'0,"0"0"-124"15,0 0 38-15,0 0 61 16,0 0-38-16,0 0-14 15,91-59-26-15,-71 50-7 16,0 3-5-16,1 3-9 16,-5-1 0-1,-8 4-6-15,1 0-6 16,-9 4 2-16,0 20 13 16,0 4 0-16,-9 3 2 15,-19 3-14-15,-4-6-1 16,-2-1 22-16,5-5-6 15,9-7 7-15,12-8-15 16,3-2-9-16,5-5-1 0,0 0-1 16,0 0-1-16,0 0 2 15,9 0 4-15,20 0 4 16,8-5-7-16,3-5 1 16,1 1-2-16,-3 3-2 0,-1 0 1 15,-5-1-2-15,-3 4-17 31,-4 3-46-31,-5 0-47 16,-20 0-59-16,0 0-119 0</inkml:trace>
  <inkml:trace contextRef="#ctx0" brushRef="#br1" timeOffset="109816.16">11937 11001 11 0,'0'0'49'15,"0"0"24"-15,0 0-9 16,0 0 2-16,0 0-1 16,0 0 13-16,0 0-25 0,0 0-17 15,0 0-10-15,-5-9 11 16,5 9 7 0,0 0-3-16,0 0-6 0,0 0-3 0,0 0 1 15,0 0 8-15,0 0 2 16,0 0-13-16,0 0-8 15,0 0-14-15,0 0 5 16,0 0-2-16,0 0 0 16,0 0 6-16,0 0-12 15,0 0 1 1,0 0 1-16,0 0 5 0,0 0 1 16,9 3-7-16,-5 6 1 15,4 7 13-15,0-1-10 16,1 4-1-16,3 2-3 15,-4 7-5-15,1-3 5 16,3 0-6-16,-4-4 1 16,1-3 2-16,3-2-3 15,-4-4 0-15,-4-6 4 16,0 0-4-16,1-6 3 16,-2 0-3-16,-3 0 0 0,0 0 10 15,4 0-5-15,4-6 5 16,5-12 2-16,-1-7-10 31,4-3 7-31,-3-6-7 0,-1 7-1 16,5-7 1-16,-5 3-2 15,-4 0 0-15,1 0 0 16,-1 4 2-16,-8 5-2 16,0 7 0-16,0 2 0 15,0 7 1-15,0 6-1 16,0 0 0-16,0 0-2 0,0 0-10 15,0 0-27-15,0 0-7 16,0 12-45-16,0 7-46 16,0-4-49-16,0-9-76 15,0 1-23-15</inkml:trace>
  <inkml:trace contextRef="#ctx0" brushRef="#br1" timeOffset="110241.27">12434 10930 413 0,'0'0'210'16,"0"0"-188"-16,0 0-21 15,0 0 70-15,0 0 22 16,0 0-44-16,0 0-23 16,12-12 1-16,-12 15-19 0,-8 19 17 15,-13 6 22-15,-8 12-15 16,-4 3 2-16,-3 6-3 16,-1 6-4-16,4-5-3 15,0-1-15-15,5-6-1 16,7-3-6-16,0-9-2 15,13-9-4 1,0-7 1-16,4-9 3 16,4-3-8-16,0 1-27 15,0-4-26-15,0 0-30 16,0 0-14-16,4 0-10 16,4 0-87-16,-4 0-123 15</inkml:trace>
  <inkml:trace contextRef="#ctx0" brushRef="#br1" timeOffset="110736.07">12483 11149 249 0,'0'0'150'0,"0"0"-118"15,0 0-10-15,0 0 90 16,0 0-38-16,0 0-36 0,32-9-8 16,-32 9 14-16,0 0 10 15,0 6-8-15,0 13-11 16,-8 2-6-16,-12 7 3 15,-4 0-1-15,-1 2-3 16,0-2 1-16,0-6 0 16,9-1-4-16,3-5-10 0,6-7-9 15,7-3-2-15,0-2-4 16,0-2 0-16,0-2-3 16,0 0 3-16,20 0 10 15,13 0-9-15,0 0-1 0,8 0 0 31,0 0 0-31,0 0-2 16,-4-9 0-16,0 3-10 0,-13 0-9 16,-7 0-15-1,-9 0-19-15,-8-4-18 0,0 1-25 16,0 0-38-16,-25-3-49 16,-7-1-20-16,20 7 7 15</inkml:trace>
  <inkml:trace contextRef="#ctx0" brushRef="#br1" timeOffset="110773.93">12483 11149 117 0</inkml:trace>
  <inkml:trace contextRef="#ctx0" brushRef="#br1" timeOffset="110977.75">12483 11149 117 0,'28'-3'79'0,"-28"-3"-11"0,0 6 2 0,0-3 20 0,0 3-20 0,0 0 2 16,0 0 6-16,0 0 16 0,0 3-3 31,0 15-35-31,0 13 0 16,0 3 1-16,0 12-5 15,0 4-21-15,0-4-19 16,0 3-5-16,9-6-4 16,-1-3-1-16,0 0-2 0,-4-12 0 15,0-3-44-15,-4-10-30 16,9-8-54-16,-9-7-82 0,0 0-180 16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15:47.36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5767 12025 25 0,'0'0'0'0,"0"0"0"16,0 0 24-1,0 0 10-15,0 0 8 16,0 0-2-16,0 0-2 16,0 0-12-16,0 0 2 15,0 0 7-15,0-16-4 0,0 16-7 16,0 0-7-16,0 0-3 16,0 0-6-16,0-3 7 31,0 3-1-31,0 0-6 0,0-3-1 15,0 3 3 1,0 0 1-16,0 0 0 0,0 0-9 16,0 0 1-16,0 0-3 15,0 0 1-15,0 0 2 16,0 0-3 0,0-3 0-16,0 0 4 0,0 3-3 0,0 0-2 15,0 0-2-15,0 0 3 16,0-6 2-16,0 6-2 15,0-4-3-15,0 2 1 16,0-5 4-16,0 4 1 16,-4 0-3-16,4-3 0 0,0 3 6 15,0-6-2-15,0 2 10 16,-4 1 5-16,4 4 0 16,0-2-6-16,0-2 2 15,-4 3 9-15,4 3-2 0,0 0-16 16,0 0 8-16,0-3 1 15,0 3-4-15,0 0 3 32,0-7 6-32,0 7-9 0,0 0 0 15,0 0-4 1,0 0 3-16,0 0-4 0,0 0-5 16,0 0 4-16,0 0-5 15,0 0 1-15,0 0 2 16,0 0-1-16,0 0 0 15,0 0 2-15,0 0-4 0,0 0 3 16,0 0-2-16,0 0 0 16,0 0-1-16,0 0-5 15,0 0 3-15,0 0-1 16,0 0 3-16,0 4 5 16,0 11 1-16,0 4 0 0,0 2 0 31,0 7 7-31,0 3 4 0,0 0-3 15,0 6-1 1,0 2 5-16,0 2-13 0,0 8 1 16,0 3 0-16,0 7 10 15,0 3-9-15,0-4 3 16,0 7-5-16,0 0 3 16,8-3 1-16,0-1-7 0,-3-3 7 15,3 1-6-15,-4 0-3 16,0 0 5-16,0-1-2 15,4-2 1-15,-8-1 3 16,9 4-6-16,-9-1 13 16,3 0-6-16,-3 5-3 15,0-5-1 1,0 0 3-16,4 4-2 16,-4-10 0-16,4-5-3 0,-4-1 4 15,4-6-4 1,-4 0-2-16,0 0 4 15,4 0-3-15,-4 3 2 16,0-3 1-16,5 1 3 0,-1-4-1 16,0-4-6-16,-4-8 8 0,0-3-1 15,4-4-7-15,-4-5 5 16,0-7-5-16,0-4 2 16,0 2 3-16,0-4-3 15,0 0-2-15,0 0 2 16,0 0 3-16,0 0 1 15,0 0-3-15,0 0 0 0,0 0 2 16,0 0-5-16,0 0-9 16,0 0-11-16,0-9-34 15,0-13-35 1,0-6-21-16,0-5-38 0,0 17-129 16</inkml:trace>
  <inkml:trace contextRef="#ctx0" brushRef="#br0" timeOffset="1362.37">5676 11997 65 0,'0'0'14'0,"0"0"23"16,0 0 22-16,0 0-7 15,0 0-7-15,0 0 8 0,0 0 18 16,25-58-27-16,-25 54 4 15,0 1 3-15,0 0-12 16,0 3 0-16,0 0-12 16,0-3 0-16,0 3-1 15,0 0-7 1,0-3 0-16,0 3-8 16,0 0-5-16,0-3 4 15,0 3-5-15,0-4 1 16,0 4 2-16,0 0-5 15,0 0 5-15,0 0-1 16,0 0-2-16,0 0-5 16,0 0-3-16,0 0-4 0,0 0 1 0,0 0-9 15,0 0-1 1,0 19 12-16,0 9 4 16,-12 6 10-16,-5 6-10 15,2 3 1-15,-2 0 25 0,5-2-21 16,-5-8 8-16,5 1-10 31,-1-9 2-31,1-1 19 0,4-8-20 16,4-4 0-16,-1-6 14 15,5 1-17-15,0-5 1 16,0-2-2-16,0 0 0 0,0 0 4 16,0 0-2-16,0 0-1 15,0 0 8-15,0 0-9 16,0 0 6-16,0-5-3 15,0-20 4-15,5-3-3 16,7-6-3-16,9 0-1 16,-5 1 0-16,5-2 0 15,-5 4-2-15,4-2 2 0,1 2 0 16,-5 3 0-16,1-3 0 16,-5 7 0-16,1-1 3 0,-1 3-3 15,-8 4 0 1,4 3-1-16,-3 5 1 15,3 1-1-15,-8 6 1 16,4 3 0-16,-4 0 2 0,0 0 1 16,0 0 8-16,0 0-7 15,0 0-3 1,0 0-1-16,0 0-9 16,0 3 8-16,8 16 1 15,5 2 1-15,-6 3 4 16,5-5-4-16,1 3 0 15,-1-7 4-15,-4 0-5 16,5-2 0-16,-1-4 3 16,-4 0-1-16,1-2-4 0,-5-1-9 15,4 6-81-15,-8-12-116 16,0 3-242-16</inkml:trace>
  <inkml:trace contextRef="#ctx0" brushRef="#br0" timeOffset="2417.96">5492 14065 149 0,'0'0'0'0,"0"0"-2"15,0 0 2-15,0 0 5 16,0 0-1-16,0 0-2 16,21-6-1-16,-17 6-2 15,0 0-3-15,-1 0-33 16,2 0-71-16</inkml:trace>
  <inkml:trace contextRef="#ctx0" brushRef="#br0" timeOffset="15969.62">5578 14164 51 0,'0'0'64'0,"0"0"-35"15,0 0 2-15,0 0 23 16,0 0 3-16,0 0-14 16,0 0-11-16,0 0 19 0,-41 0-12 15,41 0-22-15,0 0-11 16,0 0-4-16,-4 0-1 15,-5 0 4-15,2 0 3 0,-1 0-3 16,0 0 31 0,-1 0-12-16,5 0 2 0,4 0 0 31,0 0-3-31,0 0 3 16,0 0-15-16,0 0 3 0,0 0-9 15,0 0 6-15,0 0-10 16,0 0 2-16,0 0 6 15,0 0 7-15,13 0 23 0,3 3 28 0,8-3-21 16,1 0-24 0,4 0-1-16,4 0-10 15,0 0 3-15,7 0-4 0,1 0-1 16,5 0-5-16,-2 0 9 16,10 0-13-16,-8 0 10 15,6 0-7-15,6 0 3 16,-4 0-2-16,3 0-2 15,5 0-2-15,3 0 3 16,1 0 0-16,-1 0-2 16,-3-3-1-16,-4 0 0 15,-5 0 0-15,5 0 0 0,3-1 0 16,-3 4 4 0,4 0-2-16,-1 0-2 0,-8 0 0 31,0 0 0-31,-3 0-1 15,-1 0 2-15,4 0-1 0,-3 0 1 16,3 0 1-16,0 0-2 16,1 0 0-16,-5 0 0 15,0 0 2-15,5 0 0 16,-5 0-2-16,4 4 1 16,1-1 0-16,-6-3-2 15,2 6 0-15,-5-6 1 0,4 0 3 16,-4 3-2-16,9 0-1 15,-1-3 1-15,-3 3 0 16,3-3-2-16,-8 0-1 16,4 0 2-16,1 0 0 15,-2 0 1-15,6 0-1 0,0 0 0 32,-1 0 0-32,5 0-3 0,-1 0 0 15,-4 0 3 1,1 0-2-16,-1 0 7 0,0 0-5 15,1 0 0 1,-5 0 0-16,0 0 1 0,-3 0 0 16,-2 0-1-16,2 0 0 15,3 0 3-15,-8 0-1 0,12 0-2 16,-11 0 1-16,6 0-3 16,6 0 0-16,-4 0 2 15,-2 0 4-15,2 0-1 16,4 0-3-16,-2 0 0 15,2 0-2-15,4 0 2 16,3 0 0 0,-7 0 2-16,-2 0 0 15,10 0 2-15,-8 0 2 0,3 0-2 16,1 0-1-16,3 0 2 16,1 0-3-16,0 0-2 15,-5-3 10-15,1 0-9 16,-2 0 4-16,-2 3-3 15,0 0 1-15,3-3-1 0,1 0-2 16,3 3 0-16,1 0 3 16,0 0 0-16,-1-3-4 15,-8-1 1-15,4 4 0 16,-7-3 1-16,-1 3-1 16,0 0 0-16,-4 0 0 15,-3 0 4-15,2 0-5 0,2 0 1 16,-5 0 0-16,13 0-1 15,-6 0 1-15,6 0 0 16,-1 0 0-16,-8 0 5 0,5-3-5 16,-6 3 0-1,2-2 0-15,-1 2-4 0,1-4 4 32,2 4 0-32,2-3-3 15,0 0 7-15,-2 0-4 0,-2-3 0 16,-1 2-1-16,0 2 0 15,0-1 1 1,-4 0 0-16,4 3 1 16,-8 0 4-16,0 0-6 0,5-4 1 15,-2 1 0-15,-3 3 0 0,9-3-3 16,-2 3 3-16,-3-3 2 16,1 3 0-16,-1-3-1 15,-1 3-1-15,-2 0 0 16,3 0-2-16,-1 0 2 15,-7 0 0-15,5 0 1 16,-5 0 2 0,3 0-1-16,-3 0-2 0,8 0 0 15,-4 0 4-15,4 0-2 16,0 0-2-16,5 0 14 16,-1 0-11-16,-5 0 10 15,6 3-13-15,-1-3 0 16,-4 3 4-16,0-3-4 15,-4 3 0-15,0-3 2 0,-5 0 3 16,6 7-5-16,-5-7 1 16,8 0-1-16,-9 0 2 15,5 0-2-15,0 0 0 16,5 0-1-16,-6 0 4 16,5 0-3-16,1 3 0 0,-2-3 0 31,5 0-1-31,-7 0 1 0,7 0 0 15,-5 0 0-15,-6 0 4 16,3 0-3-16,0 3-1 16,-5-3 0-1,-3 0-1-15,4 0 1 0,0 0 0 16,-1 0 2-16,5 0 1 16,1 0-3-16,3 0 0 0,-9 0 0 15,1 0-1-15,-4 0 1 16,0 0 0-16,0 0 0 15,3 0 4-15,1 0-3 0,-4 0-1 16,4 0 0 0,0 0-2-16,-5 0 3 15,1 0-1 1,4 0 2-16,0 0 2 16,3 0-5-16,-3 0 1 0,0 0 0 15,9 0 1 1,-10 0-1-16,1 0 0 15,0 0 3-15,0 0-1 16,0 0 0-16,3 0-2 0,1 0 1 16,-4 0-2-16,-4 0 1 0,-1 0 0 15,5 0 5-15,0 0-3 16,1 0-1-16,-1 0-1 16,-1 0 0-16,-8 0-1 15,5 0 1-15,-4-3 0 16,-4 0 2-16,-2 3 0 15,6 0-2-15,-8-4 0 0,-1 1 1 16,5 0-3-16,-9 0 2 16,5 3 0-16,-5-3 7 15,1 0-1-15,2 3 0 16,6 0-6-16,-5 0 2 16,1 0-4-16,-5 0 2 15,5 0 0 1,-1 0 1-16,-3 0 2 15,-1 0-3-15,-3 0 0 0,2 0 0 16,-3 0 2 0,-4 0-2-16,0 0 0 15,1 0 2-15,-5 0 0 16,0 0-1-16,0 0-1 0,0 0 1 16,0 0 3-16,0 0-4 0,0 0 0 15,0 0 3-15,0 0 0 16,0 0-3-16,0 0 0 15,0 0 0-15,0 0 0 16,0 0 0-16,0 0 0 16,0 0 1-16,0 0 2 15,0 0-3 1,0 0 0-16,0 0 0 16,0 0-1-16,0 0 1 15,0 0 0-15,0 0-1 16,0 0 0-16,0 0 1 0,0 0-1 15,0 0 0-15,0 0-2 16,0 0 1 0,0-3 2-16,-13-3 2 0,-6-3-2 15,-6-4-2-15,-4 1-3 0,-8-1 3 16,-1 1 1-16,2-3 1 16,-9 2 0-1,-1 1 0-15,6 0 3 16,-1 0-4-16,3 2 2 0,9 4-1 15,2 0 3 1,10 0-3-16,5 6 0 16,3 0 0-16,9 0 3 15,0 0-6-15,0 0 0 16,0 0 3-16,0 0-2 16,0 0-2-16,0 0 4 15,0 0-1-15,0 0-2 16,0 0 0-16,0 0 0 0,0 0 3 15,0 0 1-15,0 0-1 16,0 0 0-16,0 0-2 16,9 0 6-16,7 0 2 0,8 6-6 15,1 0 0-15,4 3 5 16,4 3-2 0,0 1-3-16,3-1 1 0,-7-2 1 15,0-1-3-15,0 0 1 0,-8-3 0 16,-2 1 1-16,-2-2 1 15,-1 2-2-15,-3-1 0 16,-1-3 1-16,-4 3-2 16,5-3 1-16,-5 0 0 15,4 4 1 1,-3-7 1-16,-5 3-2 16,0-1 0-16,-4-2 1 15,0 0-4-15,0 0 2 16,0 4 1-16,0-4-6 15,0 0 4-15,0 0 1 16,0 0-2-16,0 3 0 16,0 0 3-16,0 0-12 0,0 0 12 15,0 3-4-15,-13 0 6 16,-7 4-2-16,-13 5 8 16,-4 0-2-16,-4 4 0 0,-4 6-3 15,-1-1 2-15,10 1 8 16,-1-4-9-16,8-2 0 15,12-7 0 1,5 0-4-16,4-2 1 16,-1-7-1-16,9 0 0 15,0-3 9-15,0 0-6 16,0 0-1-16,0 0-1 16,0 0 0-16,0 0 4 15,0 0-5-15,0 0 0 16,0 0 1-16,0 0 2 0,0 0-6 15,0 0-3-15,0 0-37 16,0 0-4-16,0 0-32 0,0 0-49 16,0 0-93-1,-4 0-100-15</inkml:trace>
  <inkml:trace contextRef="#ctx0" brushRef="#br1" timeOffset="32062.07">5640 12348 136 0</inkml:trace>
  <inkml:trace contextRef="#ctx0" brushRef="#br1" timeOffset="32409.19">5640 12348 136 0,'69'-12'92'0,"-73"12"-85"0,4 0 3 0,0 0 90 0,0 0-31 0,0 0-31 16,0 0-9-16,0 0 13 0,0 0-3 15,0 0-1 1,0 0 2-16,0 0-11 0,0 0-9 15,0 0-7-15,0 0-9 16,0 0-4-16,0 0-2 16,0 0-3-16,0 0 5 15,9 0 6-15,3 0-2 16,4 0 9-16,5 0 10 16,0 0-16-1,-1-3-1-15,4 3-4 16,-3-6 3-16,0 2-5 15,-5 4 2-15,-3 0-1 16,-5 0 2-16,-4 0-3 0,-4 0 1 16,0 0 0-1,0 0 7-15,0 0-6 0,0 0 4 16,0 0 2-16,0 0-8 16,0 0-24-16,0 0-42 15,0 0-31-15,0 0-38 0,-4 0-38 16,4 0-29-16</inkml:trace>
  <inkml:trace contextRef="#ctx0" brushRef="#br1" timeOffset="33047.33">5714 12342 122 0,'0'0'263'16,"0"0"-248"-16,0 0-14 16,0 0 46-16,0 0 35 15,0 0-50-15,0 0-26 16,-25 0-5-16,25 0 2 0,8 0 21 16,0 0-2-16,5 0 8 0,-1 0-16 15,5 0-6-15,3 0-5 16,1 0 5-16,0 0-6 15,2 0 0 1,2 0 2-16,0 0-3 0,-4 0-1 16,-1 0 0-1,-3 0 0-15,-9 0-2 16,-4 0 2-16,-4 0-1 16,0 0 0-16,0 0-3 15,0 0 4-15,0 0-1 16,-8 0-6-16,-13 0-57 15,5 0-34-15,8 0-76 16,3 0-24-16</inkml:trace>
  <inkml:trace contextRef="#ctx0" brushRef="#br1" timeOffset="34853.75">5714 13236 139 0,'0'0'13'0,"0"0"-13"15,0 0 47-15,0 0 4 16,0 0-34-16,0 0-8 16,-5-3 4-16,5 3 6 15,0 0 22-15,0 0 0 0,0 0 2 0,0 0-13 16,0-3-6-16,0 3 5 16,0 0-2-16,0 0-6 15,0 0-8 1,0 0 0-16,0 0-1 0,0 0-12 15,0 0 1-15,0 0-2 16,0 0 2-16,0 0 8 0,0 0 6 16,9-6-5-16,-1 6 1 15,4-6-2-15,1 3-1 16,-1-1 1-16,1 4-8 16,-1-3 5-16,4 0-6 15,-4 0 1-15,4 3 0 0,1-3 0 31,-5 0-1-31,5 3 1 16,-5-3 0-16,1 3 0 16,-5-3 1-16,0 3-2 15,-8-3 0-15,4 3 1 0,-4 0-1 16,0 0 6 0,0 0-2-16,0 0-2 15,0 0-2-15,0 0 0 0,0 0 3 16,0 0-3-16,0 0-3 0,0 0-7 15,-4 0-11-15,-8 0-15 16,4 0-10-16,-1 0-4 16,1 0-27-16,4 3-33 15,0-3 3-15,4 0 2 16</inkml:trace>
  <inkml:trace contextRef="#ctx0" brushRef="#br1" timeOffset="35958.51">5747 12903 111 0,'0'0'0'0,"0"0"16"15,0 0-16-15,0 0 46 16,0 0-15-16,0 0-11 16,0 0 15-16,-13-6 2 15,13 3-5-15,0 3 2 0,0 0 0 16,0-3 1-16,0 3-8 16,0 0-7-16,0 0 10 0,0 0-1 15,0 0-9-15,0-3-3 16,0 3-1-16,0 0 10 15,0-4 0 1,0 4-7-16,0 0 2 16,0 0-5-16,0 0-7 15,0 0-3-15,0 0-3 16,0 0-1-16,0 0 6 16,0 0-2-16,0 0 4 15,0 0-1-15,0 0 0 16,0 0-2-16,0 0-3 15,0 0 1-15,0 0 6 0,0 0-4 16,0 0 3-16,0 0-2 16,0 0-6-16,0 0-2 15,0 0 0-15,0 0 0 16,0 0-1-16,0 0-1 0,0 0 1 16,0 0-6-16,0 0 7 15,0 0 1-15,0 0-1 16,0 0 0-16,0 0-1 15,0 0-2-15,0 0 3 0,0 0 3 16,8 0-3-16,-3 0 0 16,-1 0-3-16,0 0-2 15,-4 0-1-15,0 0-3 16,0 0 6 0,0 0 0-16,0 0 0 15,0 0 2-15,0 0-4 16,0 0-18-16,0 0-31 15,0 0-2-15,0 0-5 16,0 0-27-16,0 0 8 16,0 0 18-16,0 0-2 15,0 0-48-15</inkml:trace>
  <inkml:trace contextRef="#ctx0" brushRef="#br1" timeOffset="36740.01">5628 12841 150 0,'0'0'48'0,"0"0"-43"16,0 0 12-16,0 0 29 15,0 0-34-15,0 0 24 16,0 0-11-16,0 0 2 16,0 0 9-16,0 0 10 15,4 0-5-15,-4 0-18 0,4 0-2 16,0 0 11-16,4 0-6 16,9 0-7-16,-2 0-2 15,2 0-5-15,4 0-5 16,-5 0 3-16,9 0-5 15,-4 0 1-15,-1 0 2 16,-4 0-6 0,0 0 1-16,1 0 0 0,-9 0-3 15,0 0 1-15,-3 0-1 16,-1 0 0-16,-4 0-1 16,0 0 1-16,0 0 10 15,0 0-6-15,0 0 1 16,0 0-5-16,0 0-1 15,0 0-16-15,0 0-18 0,0 0-1 16,0 0-2-16,-13 0-20 16,1 0-16-16,4 0 7 15,-9 3-9-15,13-3-22 16,0 0-104-16</inkml:trace>
  <inkml:trace contextRef="#ctx0" brushRef="#br1" timeOffset="37999.71">5816 13686 106 0,'0'0'31'16,"0"0"-30"-16,0 0 28 15,0 0 49-15,0 0-40 16,0 0-33-16,0 0-4 16,-24 0 10-16,20 0-1 0,4 0 4 0,-4 0 5 15,0 0 9 1,-5 0 0-16,5 0 5 16,0 0 0-16,-4 0-15 15,0 0-7-15,3 0 18 0,-3 0-10 16,4 0-7-1,4 0-3-15,-4 0-7 0,0 0 6 0,4 0-3 16,-4 0-1-16,4 0-1 16,0 0 5-1,-4 0 8-15,4 0-1 0,0 0-5 16,0 0 4-16,0 0 1 16,0 0-7-16,0 0 2 15,0 0-5 1,0 0-3-16,0 0 3 15,0 0-5-15,0 0 2 16,0 0 4-16,0 0-5 16,0 0 3-16,0 0-4 15,0 0-2-15,0 0-1 16,0 0 3-16,4 0 2 16,8 0 1-16,0-3 4 15,5 0-5-15,-5 3 0 16,5-3-1-16,-1 0 5 15,4 3-6-15,-3-3 4 16,-1 3 0-16,1 0-3 16,-5 0-1-16,-4 0 0 15,-3 0 0-15,-5 0 0 16,0 0-3-16,0 0-30 0,0 0-64 16,0 0-143-16</inkml:trace>
  <inkml:trace contextRef="#ctx0" brushRef="#br1" timeOffset="49833.78">7841 12761 17 0,'0'0'37'0,"0"0"-31"16,0 0 34-16,0 0-9 16,0 0-17-16,0 0 29 15,0 0 13-15,32-9-30 16,-32 9-10-16,0 0 15 15,0 0 7 1,0 0 1-16,0 0-16 16,0 0-10-16,0 0-4 15,0 0-5-15,0 0 1 16,0 0-5-16,0 0-2 16,0 0 2-16,0 0 2 15,0 0-2-15,0 0 0 16,0 0 1-16,0 0 1 0,0 0-2 15,0 0 1-15,0 0 0 16,0 0-1-16,0 0 0 0,0 0-4 16,0 0 4-1,0 3 14-15,0 0-5 0,0 0 8 16,0 1-9-16,0-1-7 31,0-3 0-31,0 3-1 16,0-3 0-16,-5 0 5 0,1 0-4 15,-4 0 4-15,4 0 1 16,-3 0 3-16,7 0 17 16,0 0-8-16,0 0 0 15,0-3-10-15,0-4-8 16,0 1-4-16,0 3 2 0,0-3-4 16,0 6 2-16,0 0 0 15,4 0-1-15,-4 0 5 16,3 0-8-16,-3 0-6 15,0 0 8-15,4 0 6 16,0 0-3-16,0 0-60 16,5 0-72-16,-9 0-105 0</inkml:trace>
  <inkml:trace contextRef="#ctx0" brushRef="#br1" timeOffset="52331.59">10025 13079 7 0,'0'0'7'0,"0"0"33"16,0 0-4-16,0 0-9 15,0 0-2 1,0 0-3-16,0 0-10 16,0 0-4-16,0 0-7 15,0 0-1-15,0 0 0 16,0 0-1-16,0 0 0 0,0 0-4 15,0 0-10 1,0 0 1-16,0 0-3 16,0 0-1-16,0 0-17 15,0 0-44-15</inkml:trace>
  <inkml:trace contextRef="#ctx0" brushRef="#br1" timeOffset="54445.49">14568 14053 152 0,'0'0'108'0,"0"0"-94"0,0 0-11 15,0 0 20-15,0 0 16 32,0 0 6-32,0 0-9 15,0-16-11-15,0 16-12 0,0 0 10 16,0 0 14-16,0 0-5 15,0 0-17-15,0 0-5 16,0 0-4-16,0 0 2 16,0 0-6-16,0 0-2 15,0 0 0-15,0 4 6 16,0 8 1-16,0 3 10 0,0 4-7 16,0 2 0-16,0 4 0 15,0 6-5-15,0-4-5 16,0-2 2-16,0 0-1 15,0-7-1-15,0 4 0 16,0-6-16-16,0-16-171 0,0 0-269 31</inkml:trace>
  <inkml:trace contextRef="#ctx0" brushRef="#br1" timeOffset="57807.78">9929 13113 85 0,'0'0'86'0,"0"0"-83"16,0 0 0-16,0 0 19 0,0 0 3 16,0 0-8-1,0 0 13-15,0 0-5 0,0 0 6 16,5 0-4-16,-5 0 8 15,4 0-1-15,0 0-19 16,-4 0-4 0,8 0-8-16,-4 0 0 0,0 0 3 15,0 0-2-15,1 0-4 16,-5 0-6-16,0 0 6 16,4 0 0-16,-4 0 3 15,0 3 3-15,0 0 7 16,0 6-5-16,0 0 1 15,-4-2-8-15,-5-1 1 0,5-3-1 16,0 0-1-16,-4-3 0 16,0 0 8-16,-1 0-1 15,5 0 18-15,-4 0 18 16,8 0-11-16,0 0-2 16,0-6-16-16,0 3-14 15,0 0 1 1,0 3 7-16,0-4-8 15,0 1-7-15,0 3-39 0,0 0-93 16,0 0-106 0</inkml:trace>
  <inkml:trace contextRef="#ctx0" brushRef="#br1" timeOffset="60119.63">12750 13498 16 0,'0'0'29'0,"0"0"-5"16,0 0-8-1,0 0-10-15,0 0-2 16,0 0-4-16,0 0 0 15,0 0-3-15,0 0-2 16,0 0 1-16,0 0 4 16,0 0 1-16,0 0 6 15,0 0 16-15,0 0 7 16,0 0 3-16,0 0-1 0,0 0-6 16,0 0-7-16,0 0-7 15,0 0-7-15,0 0-3 0,0 0-1 16,0 0-1-1,0 0 0-15,0 0 0 16,0 0-1-16,0-3-1 16,0 3-5-16,0 0-6 15,0 0-6-15,0 0-22 16,0 0-26-16,0 0 6 16,0 0-1-16</inkml:trace>
  <inkml:trace contextRef="#ctx0" brushRef="#br1" timeOffset="60790.15">12738 13489 27 0,'0'0'25'16,"0"0"-4"-16,0 0 30 15,0 0-9-15,0 0-9 16,0 0 0-16,-5 0-13 0,5 0 1 31,0 0-3-31,0 0 1 16,0 0-16-16,0 0 1 16,0 0-4-16,0 0 7 0,0 0 3 15,0 0 4-15,0 0-9 16,0 6 8-16,0 0 3 15,0 0-12-15,0-2 1 16,0-1 4-16,0-1-3 0,0 2 13 16,0-4-1-16,-4 0 3 15,4 0 10-15,0 0 21 16,0 0-12-16,0 0-38 16,0-4 7-16,0-1 5 15,0 1-14-15,0-2-20 16,0 6-109-1,0 0-311-15</inkml:trace>
  <inkml:trace contextRef="#ctx0" brushRef="#br1" timeOffset="67294.95">4741 12370 114 0,'0'0'0'0,"0"0"-63"16,0 0 63-16,0 0 40 0,0 0 2 31,0 0-26-31,-37-28 19 0,33 25 23 15,-1 0-5-15,1 0-7 16,0 0 10-16,4 0 6 16,0-1-19-16,0 4 10 15,0-2-13-15,0-1 6 16,0-1-12-16,0-2 2 0,0 6-1 16,-4-6-3-16,4 6 12 15,0-3-12-15,0 0-6 16,0 3-2-16,0-3-5 15,0 0-4-15,0 3-1 16,0 0-3-16,0 0 0 16,0-3 5-16,0 3-3 0,0-4 8 15,0 4-2-15,0-3-3 16,0 3-1-16,0 0-8 0,0 0-1 16,0 0 1-16,0 0-7 15,0 0 1 1,0 0-1-16,0 0-3 15,0 0 0-15,0 0-2 16,0 10 0-16,0 5 4 16,8 7 2-16,5 5 1 15,-1 4-2-15,5 0 0 16,3 3 2-16,-3-3-1 16,-5 0-1-16,4-4 2 15,-4-5-1-15,-4-4-1 16,5-5 1-16,-5-1-1 0,5-6 0 15,-9-2 3-15,-4-4 1 16,0 2 18-16,4-2-9 16,-4 0 4-16,0 0 2 15,0 0 7-15,4 0-1 0,-4 0-6 16,4 0 8 0,0 0-1-1,9-15-13-15,-1-3-5 16,5-4-5-16,-1 0 3 15,4-9-3-15,0-2-2 0,1-1 1 16,4-6 3-16,0 0-5 16,-1 0 3-16,-3 2-3 15,-9 11 3-15,4 2 11 0,-8 4-10 16,1 5 6-16,-1 4 6 16,-8 3-5-16,4 2 1 15,-4 5-4-15,0 2 0 16,0 0-2-16,0 0-6 15,0 0 0-15,0 0-2 16,0 0 3-16,0 0-3 16,0 0-1-16,0 0-1 0,0 0 2 15,0 0-3-15,0 0 0 16,0 0 4-16,0 0-22 16,0 0-9-16,0 0-16 15,0 5-18-15,0 11-15 0,0 3-77 16,-12-11-146-16,3-1-251 15</inkml:trace>
  <inkml:trace contextRef="#ctx0" brushRef="#br1" timeOffset="70610">5607 12413 58 0,'0'0'80'0,"0"0"-58"0,0 0 17 16,0 0 20-16,0 0-6 16,0 0-15-16,0 0-16 15,0 0-2-15,0 0 3 16,0 0-5-16,0 0-1 0,0 0-4 16,0 0 9-16,0 0 8 31,0 0-15-31,0 0-3 15,0 0-8-15,0-3-4 0,0 0-3 16,0 0-11-16,0-3-12 16,0 2-14-16,0-1-2 15,0-2-22-15,4 1-25 16,-4 3-13-16,0 3 9 16</inkml:trace>
  <inkml:trace contextRef="#ctx0" brushRef="#br1" timeOffset="73190.78">5607 12413 81 0,'12'-59'35'15,"-12"59"5"-15,0 0 20 16,0 0 12-16,0 0-5 16,0 0-20-16,0 0 2 15,0 0-3 1,0 0-11-16,0 0 1 0,0 0-5 16,0 0 3-16,0 0 5 15,0 0-18-15,0 0 1 16,5 0 3-16,-1 0-6 15,4 0 28-15,-4 0-9 16,9 0-7-16,2 0 5 16,2 4-9-16,3-1 1 0,9 0 6 15,4 3-14-15,4-3-1 16,0 0-9-16,-4 0 3 16,8 3-1-16,-4 3-12 15,-1-2 0-15,6-1 2 16,-9 3 0-16,4 4 0 0,-1-7-2 31,1 3 1-31,1-3-2 16,2-3 1-16,-3 0 0 15,0 1-1-15,1-4 4 0,-6 0-3 16,-3 0 0-16,-5 0 0 16,-3 2-3-16,4 1 3 15,-4 1 0-15,3-4 0 16,0 3 2-16,5-3-2 0,4 3 0 15,0-3 2-15,3 0-6 16,2 0 4-16,-1 0 0 16,0 3 2-16,-5 0 1 15,1 3-4-15,4 0 1 16,-8-3 0-16,4 1-3 16,-5-1 4-16,1 2-1 0,4 2 3 15,-4-4-2-15,0 0-1 16,-1 0 0-16,1 0 1 15,-4 3-3-15,0-3 4 16,-1 4-2-16,-4-4 0 16,1 3 0-16,4-3 0 0,-5 3 0 31,5 0 0-31,-4 0-1 16,-1 0 1-16,0-2 0 15,-4 2 0-15,9-3 2 0,-8 0-2 16,4 0 0-16,-5 0 3 15,5 3-8-15,-5-6 5 16,0 7 0-16,0-2 0 16,-3-1 1-16,3 2-2 0,-3-3 1 15,-1 0 0-15,-4 3-2 16,-4 0-1 0,5 1 1-16,-5-4 2 15,0-1 0-15,0-2 0 16,0 4 0-16,0-1 0 15,5 0 1-15,-5 0-1 16,4 0 0-16,3 0 4 16,-2 0-3-16,3 0 1 15,5 0-2-15,-5 4 0 16,5-7 0-16,-1 6 0 16,-3-3 0-16,3 0 2 15,5 0 0-15,-6 0 2 0,6-3-4 16,0 6 0-16,3-6 8 0,5 7-7 15,-4-2 1 1,-1-2 3-16,5 4-3 0,0-1 2 16,0-3-2-16,4 3-1 15,-5-3 2-15,1 4-3 16,4-1 0-16,-4-4 1 16,4 5 1-16,3-1-2 0,1 0 0 15,9 0 1-15,2 0-2 16,2 4 1-16,8-1 0 15,3 0-1-15,1 0 3 16,-6 1-3-16,6-4 1 16,-4 3 0-16,-1 4-1 15,5-4 1-15,-5 0 0 16,5 3 2 0,0-2-1-16,-5-1-1 0,-3 3 0 15,-2-2 0 1,-2-1 1-16,0 0 0 0,-10 0-1 15,10-3 0 1,-5 1 6-16,-1 1-10 0,2-1 4 16,-1 2 0-16,5 0-1 0,-1 1 4 15,4-4-3-15,0 3 0 16,1 0 1-16,-5 3-5 16,0-5 4-16,1-1 0 15,-1 3-2-15,-4-3 5 16,8 4-3-16,-3-4 0 15,3 0 0 1,0-3-1-16,-3 6 1 16,7-3 0-16,-7 4-1 15,7 2 3-15,-4-3-2 16,1 1 0-16,-1-1 2 16,-8-3-1-16,1 3-1 15,-5 0 0-15,-5-2 1 16,1 5 2-16,-4-3-3 0,-4 0 2 15,3 1-1-15,-3 2-2 0,4-3 1 16,-4 1 0-16,0-1 4 16,-1 3-3-16,1 0 2 15,0-2-1 1,0-1-1-16,4 0 4 0,-1 0-5 16,1 1 3-16,0-1 5 0,4-3-8 15,0 0 6-15,8 0-3 16,1 0 0-16,-2 4 1 15,-3-1-4-15,1 0 0 16,-1-3 7-16,-1 7-6 16,-2-7 4-16,7 6-5 15,-1-6 1 1,2 4-2-16,-1-4 1 16,0 0 0-16,4 0 5 15,-7 0-5-15,7 1 1 16,-4-1-1-16,0 3 0 0,5-3 1 15,-1 0-1 1,-4 4 0-16,0-4 5 16,0 3-1-16,0-3-4 0,-3 0 2 15,-2 3-1-15,1-2 1 0,1-4-2 16,3 3 0 0,-4 0 4-16,0 0-3 15,0 0 0-15,-5 0-1 16,-3 1 0-16,1-1 2 15,-6 0-2-15,6 0 2 16,-11-3 3-16,6 0-4 16,0 4 4-16,0-4-4 15,0 3 1-15,3 0 4 16,-3 0-6-16,4 0 0 16,0-2 4-16,-4 1-2 0,3 2-1 15,-3-1-1 1,0 0 1-16,-4-3-2 0,7 3 1 15,-3 1 0-15,0-2 3 16,0-1 0-16,-4 2-4 0,-5 0 1 16,4 0 0-16,1 0-2 15,0 1 2-15,-1-1 0 16,1-3 3-16,4 0 2 16,-5 0-8-1,5 0 4 1,-4 3-1-16,-1 1 1 0,1-7-1 15,-4 5 0-15,3-1 3 16,-4-1 0-16,5 3-3 16,-8 0 0-16,-1 0 2 15,5-3-3-15,-5 4 1 16,0-2 0-16,5 2 2 0,-1-4 0 16,-3 6-2-16,-1-6 0 15,5 3 0-15,0-3 3 16,-1 4-3-16,0 2 0 15,1-3 3-15,4 3 0 0,-1 0-1 16,1-2-2 0,0-1 0-16,-1 3 2 0,1-3-2 15,-5 0 0-15,1 3 5 16,8-2-3-16,-9-1-2 0,0 3 0 16,5 0 0-1,0-2 1-15,4 2-1 0,0 3 0 16,0-3-1-16,-2 1 4 31,-2-1-3-31,0 0 0 16,-4 1 0-16,-1-5 0 0,1 5-2 15,-5-4 2-15,0 0 2 16,-4-3 3-16,1 3-4 16,-5-2 0-16,-4-1 0 15,0-3 13-15,-4 3-11 16,0-3 5-16,0 0 10 0,0 0-6 15,0 0 2-15,0 0-6 16,0 0-1-16,0 0 12 16,0 0-16-16,0 0 0 15,0 0-1-15,0 0-2 16,0 0-1-16,0 0-21 16,0 0-20-1,0 0-3-15,0 0-5 0,-8 0 8 16,-8 0-12-16,-5 0-35 15,9 0-90-15,-4 0-207 16</inkml:trace>
  <inkml:trace contextRef="#ctx0" brushRef="#br1" timeOffset="74201.28">14799 14416 367 0,'0'0'58'16,"0"0"-50"-16,0 0 77 16,0 0 29-16,0 0-37 15,0 0-8-15,0 0-4 0,0 0-36 16,0-21-25-1,0 21 11-15,0 0-12 0,-5 0-1 16,-3 0 8-16,-8 3 7 16,3 10 3-16,1 8 3 0,-1 4-13 15,5-4-2-15,4 7-8 16,4-7 0-16,0 1 4 16,0-3-2-16,0-4 3 15,4-3-3-15,17 1 10 16,-5-7 23-16,13 0-18 0,-4-3 3 15,7-3-5-15,1 0-7 16,0 0 6-16,4 0-6 16,-5-18 4-16,2-4-1 15,-5-6-5-15,-1 0 2 16,-11-5 6-16,-5 2-2 16,-12-3 4-16,0 3-7 15,0 3 6-15,-24 7 5 16,-5 2 12-1,-9 1-26-15,-6 6-5 16,-6 9-1-16,-8-1-14 0,34 4-62 16,-4 0-163-1</inkml:trace>
  <inkml:trace contextRef="#ctx0" brushRef="#br1" timeOffset="81443.25">12011 13104 512 0,'0'0'13'0,"0"0"0"16,0 0-13-16,0 0 103 0,69-121-20 15,-52 103-36-15,8 6-15 16,-1-4 6-16,5-2 7 16,8-1-15-1,4-2 8-15,13-1-2 16,11-3-3-16,1 1-10 15,11-1-7-15,6 3 1 16,7 1 0-16,1 2 1 16,-1 7 11-16,-4 3-10 15,0 3-3-15,-4-1 0 16,-3 7-11-16,-6 0-3 0,-7 0 2 16,-13 0-4-16,-12 0-1 15,-16 3-2-15,-4 4 2 16,-13-4 0-16,-4 3-29 15,-4 0-24-15,0 0-13 16,0 1-27-16,-21-2-96 16,1-5-115-16</inkml:trace>
  <inkml:trace contextRef="#ctx0" brushRef="#br1" timeOffset="82294.38">12384 12666 156 0,'0'0'223'0,"0"0"-182"16,0 0-31-16,0 0 59 15,0 0 1-15,0 0-37 16,4-9-17-16,-4 9 9 0,0 0-10 16,0 0 12-16,0 0 12 15,0 0-12-15,0 0-13 16,0 0 4-16,0 0-10 15,0 0-1-15,0 0-6 0,0 0 3 16,0 0 0-16,0 0-2 31,0 0 0-31,0 0 3 16,-8 0-2-16,-4 0 5 16,-1 6 1-16,6 3 7 0,-10 0 4 15,-7 10-13-15,-1-1 0 16,-4 4 12-16,-4-1-3 15,-3 7 3-15,-2 0-2 16,1-1-3-16,4-5-5 0,5 3-7 16,3-7 1-16,13-2 3 15,0-4-5-15,7-6-2 0,5 1 1 16,0-4-11-16,0-3 11 31,0 2 6-31,0 2 2 16,21-4 0-16,0 0 7 0,11 0-1 0,13 0-9 15,5 0-1-15,11 0 2 16,1 0-4-16,7 0-2 16,-3 0 3-16,5 3-2 15,-6 0 5-15,-7 3 2 0,-10 0-3 16,-15-3-1-16,-8 3-2 16,-13 1-4-1,-3-4-1-15,-9-1-22 16,0 2-54-1,0-4-59-15,0 0-122 0,-4 0-108 16</inkml:trace>
  <inkml:trace contextRef="#ctx0" brushRef="#br1" timeOffset="83915.78">13969 12345 235 0,'0'0'98'0,"0"0"-76"16,0 0 32-16,0 0 68 0,0 0-32 16,0 0-35-16,0 0-19 15,4-12-1-15,-4 12-12 16,0 0-13-16,0 0-10 16,0 0-3-16,0 0-1 15,0 0 3-15,0 12 1 31,0 4 36-31,0 2-21 0,-9 10-6 16,1 0 18-16,-3 12-16 16,3 0 10-16,3-3-12 15,1 3 0-15,4-13 0 16,0 1-8-16,0-6 4 0,4-4 0 16,13-5-2-1,3-4 12-15,9-6-3 0,4-3 17 16,4 0 1-16,3 0-19 15,6 0-4-15,-5 0 5 0,-4-3-9 16,-9-3 2-16,1 0-5 16,-4-1 2-16,0 1-5 15,-9 3 3-15,1 0-9 16,-9-6-23 0,-4 3-42-16,0-3-8 15,-4-7-34-15,0 4-44 16,0 5-74-16,0-2-27 15</inkml:trace>
  <inkml:trace contextRef="#ctx0" brushRef="#br1" timeOffset="84205.26">13985 12299 484 0,'0'0'62'0,"0"0"-51"16,0 0 2 0,0 0 44-16,0 0-14 15,0 0-2-15,0 0 12 16,75-56 7-16,-42 53-22 16,-5 0-16-16,0 1-2 15,1 2-3-15,4 0-7 16,-4 0-10-16,-9 0 0 0,-3 0 0 15,-5 0-19-15,-8 0-76 16,-4 12-77-16,0-9-73 16,0 3-80-16</inkml:trace>
  <inkml:trace contextRef="#ctx0" brushRef="#br1" timeOffset="84443.4">13908 12441 377 0,'0'0'108'0,"0"0"-88"15,0 0-20-15,0 0 114 16,0 0-45-16,0 0-14 16,123 9-5-16,-78-9-14 0,8 0-17 15,1 0-18-15,3 0 4 0,0 0-5 16,-7 0-3-16,-2 0-31 15,-6 10-116-15,-42-10-76 16,4 0-58-16</inkml:trace>
  <inkml:trace contextRef="#ctx0" brushRef="#br1" timeOffset="84640.57">14605 12478 269 0,'0'0'202'0,"0"0"-177"16,0 0-23-16,0 0 33 15,0 0 32-15,0 0-9 16,136 0 15 0,-107 0 5-16,4 0-32 15,3 0-25-15,-7 0-10 16,0 0-11-16,-13 3-2 0,-3 0-2 16,-13 0-82-1,0-3-97-15,0 0-145 0</inkml:trace>
  <inkml:trace contextRef="#ctx0" brushRef="#br1" timeOffset="84877.56">14605 12573 456 0,'0'0'47'15,"0"0"-33"1,0 0-6-16,0 0 99 15,0 0-46-15,0 0-3 16,82 25-11-16,-41-22-9 16,5-3-19-16,3 0-11 15,0 0-3-15,1 0-5 16,-9 0-3-16,-5 0-56 16,-32 0-123-16,0 0-138 0</inkml:trace>
  <inkml:trace contextRef="#ctx0" brushRef="#br1" timeOffset="85165.33">15377 12533 24 0,'0'0'561'15,"0"0"-478"-15,0 0-79 16,0 0 119-16,0 0 1 16,0 0-63-16,0-21-28 0,0 21-31 15,21 0 4-15,-1-4 2 0,9 4-7 16,-1 0-2-16,1-3-3 16,0 3-8-16,-5 0 0 15,1-2-28-15,-9 2-106 16,-11 0-144-16,-5-3-219 31</inkml:trace>
  <inkml:trace contextRef="#ctx0" brushRef="#br1" timeOffset="85845.27">16100 12460 551 0,'0'0'82'16,"0"0"-73"-16,0 0 52 0,0 0 56 16,114-62-19-16,-114 46-21 15,0 4-27-15,0 0-29 0,0-1-21 16,-12 4-2-16,-13-4-1 15,0 11-1-15,-7 2-6 32,-1 0-1-32,-8 0 6 0,-4 0 4 15,4 15-3 1,4 10 2-16,4-4 2 0,4 4-4 16,9 0 2-16,8-4 1 15,12-2-7-15,0-4 7 16,0 1-10-16,0-7 11 15,4 0 4-15,12-6-3 16,8-3 10-16,5 0-1 16,4 0-7-16,1-9 4 0,2-13-5 15,5-2-1-15,-4-4-1 16,0 0-8-16,-5-6-13 16,2-3-14-16,-6-3-2 15,1 3 0-15,-8 0 11 16,-8 6 26-16,-2 7 2 0,-7 5 3 31,0 10 10-31,-4 5 33 16,0 4-17-16,0 0-31 0,0 0-10 15,0 7-22 1,0 24 32-16,-12 12 7 0,0 3 2 16,0 7-8-16,8-1-1 15,4 0 11-15,0-5-10 16,0-4 6-16,0-12-7 0,0-4 0 15,12-8-3-15,0-7 1 16,-4-2-9-16,4-10-59 16,1 0-71-16,-9 0-22 15,0 0-121-15</inkml:trace>
  <inkml:trace contextRef="#ctx0" brushRef="#br1" timeOffset="86232.85">16510 12204 323 0,'0'0'140'0,"0"0"-76"16,0 0 50-16,0 0-56 0,0 0-11 31,0 0 8-31,29-93-37 0,-29 93-18 16,0 18 1-16,0 17 1 15,0 5 51 1,0 12-31-16,4-3-21 0,0 0 7 15,0 1-5-15,9-10 0 16,-6-6 8-16,1-9-9 16,5-7 8-16,-5-6 0 0,0-9 17 15,5 0 15-15,-5-3-20 16,8 0 6-16,9-12 18 0,4-12-21 16,-1-14-3 15,9-2 8-31,5-6-14 0,-5 0 7 15,-1-4-22-15,-3 4 1 0,-4 13 5 16,-8 2-7 0,-1 9 0-16,-11 7-4 0,-1 8-5 15,-4 7-28-15,-4 0-75 16,0 0-156-16,0 4-95 16</inkml:trace>
  <inkml:trace contextRef="#ctx0" brushRef="#br1" timeOffset="86672.45">17441 12323 556 0,'0'0'104'0,"0"0"-86"16,0 0 63-16,0 0 46 0,0 0-50 16,0 0-28-16,0 0-38 15,-11-36-11-15,-22 60 1 16,-13 13-1-16,-7 9 24 0,-8 13-11 15,-10 12 0 1,-6 6-8-16,-9 0-4 16,-5 0 7-1,5-9-8-15,12-12-1 16,13-10 1-16,15-16 0 0,13-8 1 16,17-6-1-16,8-11 0 15,8-1-3-15,0-1-9 16,0-3-48-1,0 0-27-15,4 0-51 0,8 0 23 16,1 0-141-16</inkml:trace>
  <inkml:trace contextRef="#ctx0" brushRef="#br1" timeOffset="87353.29">17175 12986 546 0,'0'0'70'0,"0"0"-55"15,0 0 131-15,0 0-14 16,0 0-49-16,0 0-35 16,0 0-17-16,12-83-7 15,-28 71-8-15,-1 0-6 16,-7 8-10-16,-13 4-4 0,-4 0 4 16,-5 4-7-16,-2 23 7 15,2 4-1-15,9 3-5 16,9 0 5-16,7 3-10 15,9 0 8-15,12-12-1 16,0 2 2-16,0-14 2 16,4-1 1-16,13-9 0 15,7-3 8 1,4 0 0-16,1 0-3 16,8-9-2-16,1-16-4 15,-6-6-1-15,-7-6-3 0,3-9-1 16,-3 0-7-1,-4-7-10-15,0-2 1 0,-6 9-5 16,-2 6 7-16,-9 18 19 16,0 13 1-16,-4 6 18 0,0 3 0 15,0 0-17-15,-8 24 1 16,-12 19-2-16,-1 10 0 16,1-1-1-16,3-2 0 15,5-1 0-15,7-6-1 16,1-6-10-1,4-9-22-15,0-4 18 16,0-11-2-16,0-4-11 16,0-3-8-16,0-6-28 15,17 0-32-15,4 0-44 16,-13-6-77-16,4-6-60 16</inkml:trace>
  <inkml:trace contextRef="#ctx0" brushRef="#br1" timeOffset="87375.42">17175 12986 142 0</inkml:trace>
  <inkml:trace contextRef="#ctx0" brushRef="#br1" timeOffset="87782.22">17175 12986 142 0,'86'-24'144'0,"-73"-7"-46"0,3 6-6 0,-8 10 52 0,-4 3-32 0,-4 12-10 16,0 0-23-16,0 0-56 16,0 3-12-16,0 24-8 15,0 4 12-15,0 6-4 16,0 3-10 0,-4-3-1-16,1-3 3 0,-2-3-2 15,5-6 0-15,0-13-1 16,0-3 0-16,0-6 7 15,0-3 4-15,0 0 37 16,0 0-1-16,5-12-9 16,18-10-10-16,6-5-26 15,4-4 1-15,0-6 1 0,4-4-1 16,-4 8-3-16,-4-4 0 16,0 9 0-16,-9 7-1 15,-7 8 0-15,-5 7 1 16,-8 6 7-16,0 0 6 15,0 6 0-15,-13 28-8 0,-7 12 11 32,-1 6 3-32,5 4-7 15,7-3 0-15,9-1-2 16,0-9-10-16,0-6 0 16,9-12-3-16,11-7-1 0,9-9-77 15,-21-9-157-15,5 0-518 16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18:14.42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6107 16248 1 0,'0'0'31'0,"0"0"-29"0,0 0-1 16,0 0 4-1,0 0-5-15,0 0 2 16,-61-56-2-16,57 50 0 15,-4 0 0-15,4 3 0 16,0 0 0-16,-5 3-18 16</inkml:trace>
  <inkml:trace contextRef="#ctx0" brushRef="#br0" timeOffset="4376.91">5936 15437 66 0,'0'0'58'0,"0"0"-54"15,0 0-3-15,0 0 35 16,0 0-4 0,0 0 7-16,-33-105-20 15,29 96 1-15,4 3 1 16,-5 0-4-16,1-4-4 0,4 4 4 16,-4 0-4-16,4 0 23 15,0-4 5-15,-4 7-18 16,0-2 24-16,4-2-21 15,-4 1-3-15,4 6-3 0,0-3-4 16,0 3 9 0,0-3-20-16,0 3 4 15,0 0 8-15,0 0-7 16,-4 0 7-16,4 0-7 16,0 0-9-16,0 0 0 15,0 0-1-15,0 0 0 0,0 0-3 0,0 0 6 16,0 12-1-16,0 10-2 15,0 6 1 1,0 5 6 0,0 10-5-16,0 16 6 15,0 3 10-15,0 9-8 0,0 3 3 16,4 3-1-16,4 3-10 16,0 3 12-16,1 3-14 15,-1 7 0-15,0-1 7 16,4-2-6-16,-3-1 0 15,-1-3-1-15,0-2 0 16,-4-1 1-16,4 0-1 16,-4-12 0-16,-4 0 9 15,4-12-9-15,-4-4 4 0,0 0-4 0,0-2 0 16,0-4 13 0,0 0-10-16,0-2-3 15,0-4 12-15,0-3-3 16,0-3 5-16,0-9-11 15,-4 0 0-15,4-4 9 16,0-5-2-16,-4-1 0 16,4-3 3-16,0-2-10 15,0-4 3-15,0-6-6 16,0-3 1-16,0 0-5 16,0 0 3-16,0 0 1 15,0 0-2-15,0 0-3 16,0-21-53-16,0-19-79 15,0-10-29-15,0 26-58 0</inkml:trace>
  <inkml:trace contextRef="#ctx0" brushRef="#br0" timeOffset="5294.66">5857 15443 208 0,'0'0'45'0,"0"0"-45"15,0 0 0-15,0 0 12 0,0 0 41 16,0 0-30-16,-12-34-2 16,12 28 7-16,0 6 32 15,0-6 11-15,0 6-14 0,0-3 2 16,0 0-21-1,-4 3-6-15,4 0 2 0,0 0-22 16,0 0 2-16,0 0-14 16,-4 0-11-16,-1 0 7 15,-3 0 4-15,0 9 1 16,-12 19 6-16,-5 9-6 16,-4 9 3-16,-8 0 2 15,4 4 3 1,1-4 8-16,3-9-8 15,9-3 9-15,-1-10-3 16,13-5-8-16,-1-10 9 16,9-3-16-16,0-6 1 0,0 0-2 15,0 0-7 1,0 0 2-16,0-3 6 0,4-21 21 16,13-7 2-16,4-13-17 15,-1 4 2-15,5-6 0 0,0 0-8 16,-1 3 0-16,-8 9 3 15,5 0-1-15,-5 12-3 16,-3 4 3-16,-5 5-2 16,-4 4 13-16,5 3-10 15,-1 3 0-15,0 0 0 0,-4 0-1 16,0 3-3-16,9 0 1 16,-6 0 0-16,10 3-4 15,3 22 5-15,9 2-1 16,0 4 10-16,0 0-8 15,-1-3 1-15,-3-4-3 16,4-2 0 0,-5-7 0-16,-11 1 0 15,3-7-34-15,-16-9-100 16,0 0-189-16</inkml:trace>
  <inkml:trace contextRef="#ctx0" brushRef="#br0" timeOffset="8575.18">5488 17548 445 0,'0'0'171'16,"0"0"-171"-16,0 0 0 16,0 0 13-16,0 0 65 0,0 0-56 15,0 0-21-15,-8 0 2 16,8 0 6-16,0 0 8 16,0 0 1-16,0-3 13 15,0 3-12-15,0 0 1 0,0 0 11 16,0 0-14-16,0 0-2 15,8 0-7-15,9-3-3 16,2 0 17-16,10 0-3 16,9 0-5-16,3-3 9 0,3 3-19 15,2-4 10-15,-1 5-10 16,4-1-3-16,-4-1 5 16,9 1-6-16,3 0 1 15,-3 0 3 1,8-3 1-16,3 3-5 15,1-3 0-15,3-1 1 16,-7 4-5-16,-1-2 3 16,-3-2 1-16,8 4 1 15,-1-3 3-15,1 0-5 16,4 0 1-16,-4 2 0 0,3 1-3 16,-3-2 3-16,-5 5 0 15,1-4 1-15,-4 4 2 16,-1-6-4-16,-3 0 1 15,3-1 0-15,0 2-2 16,5 2 2-16,-1-4 0 0,1 1 1 16,-1 0 5-16,1 3-6 15,-1-3 0 1,6 3 2-16,-1 3-8 16,-1-6 6-1,1 6 0-15,-5-3 0 0,5-1 4 16,-9-2-4-16,1 3 0 15,-4 3 0-15,2-3-6 16,-2 0 6-16,7 3 0 16,1-3 0-16,4 3 2 0,-5-3-2 15,1 3 0-15,-1-3 0 0,-3 0-2 32,3 3 2-32,1 0 0 0,-4-7 0 15,7 7 7-15,-7-3-8 16,3 0 1-16,-3 3 0 0,0 0-5 31,-6-3 5-31,-2 0 0 0,3 0 1 16,-4 3 4-16,5-6-5 15,-1 6 0-15,5-7 0 16,0 5-2-16,3-1 2 16,-4-4 0-16,0 7-1 15,1-6 5-15,-4 3-5 16,-1 0 1-16,0 0 0 0,5 0-3 15,-5 0 3-15,9 3 0 16,-5-7 1-16,5 4 5 16,-4 1-6-16,-1-5 0 0,0 4 0 15,-4 0 1 1,5-3-1-16,0 3 0 0,-5 0 6 16,5-3-2-16,3-1-1 31,1 4-3-31,-5-3 1 0,0 3-2 15,-3 0 1 1,-5 0 0-16,0 0 0 0,1 0 4 16,-2-1-2-16,2 2-2 15,4-1 0-15,7-4 0 16,-8 7 0-16,5-6 0 0,-1 3 1 16,-3 0 3-16,-1 0-1 15,0 0-3-15,-3 0 0 16,3 0 2-16,5-1-2 15,-5-1 0-15,12 5 1 16,-3-7 4-16,-1 7-1 16,1-3-3-16,-5 3 0 0,5-3 1 15,-4 3-2-15,-1 0 0 16,1-3 3-16,3 3 3 16,-3-6-5-16,8 6-1 15,-1-6 0-15,-3 3 2 16,-1 0-2-16,-3 3 0 15,-4-4-1-15,3 4 7 16,0 0-6 0,4-3 0-16,1 3 0 15,-1-2-1-15,-3-2 1 16,0 1 0-16,-1 0-3 0,-3 3 10 16,-5-3-7-16,4 3 0 15,1 0 0-15,-2-6-1 16,6 6 1-16,0-3 0 15,-5-3-2-15,5 3 7 0,-4 3-3 16,2-4-2-16,-2 4 0 16,3 0-4-16,-3 0 4 15,-5 0 0-15,4 0 2 16,1-3 3-16,0 3-6 16,-6-3 1-1,6 0 0-15,0 0-3 16,-6 3 3-16,2-3 0 15,3 0 1-15,0 3 6 16,1-6-9-16,-1 3 2 16,1 3 0-16,-1 0-1 0,-4 0 1 15,0 0 0 1,5-4-2-16,-1 4 7 0,1 0-6 16,-2-3 1-16,2 3 0 15,4-2-3-15,-1 2 3 16,1 0 0-16,0 0 2 0,-2-4 2 15,-2 4-3-15,-1 0-1 16,-4-3 0-16,5 3 1 16,-5 0-1-16,0 0 0 0,1-3 9 15,-6 3-8-15,2-3 2 16,4 3-3 0,-10 0 2-16,9 0 8 0,1 0-8 15,-5 0 1-15,0 0 13 16,0-3-16-16,-3 0 7 15,-2 3-7 1,1 0 3-16,-3 0-2 16,2 0-1-16,-7 0 0 15,0 0 6-15,4 0-4 0,-12 0 3 16,3 0-5-16,1 0 0 16,-8-3 3-16,-5 3-3 15,-3 0 0 1,-5-3 7-16,-4 3-1 0,0 0-5 0,-4 0-1 15,4 0 2-15,-4 0 0 16,4 0-2-16,-4 0 0 16,5 0 4-16,-5 0 1 15,0 0-5-15,0 0 0 16,0 0 0-16,0 0-3 0,0 0 3 31,0 0 0-31,0 0 5 16,0 0-1-16,0 0-2 15,0 0-2-15,0 0 0 16,0 0-6-16,0 0 6 0,0 0-8 16,0 0 5-16,0-6-29 15,-13 2-3 1,-12-2-31-16,-4 0-30 0,0 0-16 16,1-3-76-16,0 0-4 0,-1-1 30 15,4-5 63-15,0 0 43 16,4-1 45-16,-2-2 11 15,2 2 19-15,0-5 37 16,1 2 16-16,-1 7 3 16,4-7-16-1,-3 10 38-15,3 0-18 16,6-1-6-16,-6 10 21 16,5 0-28-16,4 0-5 15,-1-3-10-15,9 3-19 16,0 0 3-16,0 0-17 15,0 0-15-15,0 0 0 0,0 0 4 16,13 0-7-16,3 7 31 16,5 5-19-16,7 0 14 0,1 0-1 15,4 1-14-15,4 2 10 16,-1-2-19-16,-3-1 0 16,0 1 9-16,-4-1-8 0,-8 0-1 15,-5 0-2 1,-4 0 0-16,-12 7-2 0,0 6-4 15,0 2 6 1,-20 4 18-16,-13 0-16 0,-8 3 3 16,-9-6-5-16,10-3 5 15,7-4-11-15,-4-5 2 16,12-8 3-16,8-1-28 16,17-7-174-1,0 0-339-15</inkml:trace>
  <inkml:trace contextRef="#ctx0" brushRef="#br1" timeOffset="22778.7">4745 16081 265 0,'0'0'12'16,"0"0"-11"-16,0 0 34 15,0 0 18-15,0 0-8 16,0 0-43-16,0 0 0 16,-12-86 9-16,12 80-9 15,8-3-1-15,-4 5-1 0,-4-5-2 16,4 3-2-16,-4 0-9 16,4 0 13-16,-4-3 4 0,0 2 26 15,0 1 29-15,0 0-13 16,0 0 9-16,0 3 0 15,4-7-22 1,-4 8 8-16,0-5 15 0,0 4-29 31,0 0 3-31,0 3 6 16,0 0-12-16,0-3 3 0,0 3-10 16,0 0-8-16,0 0-6 15,0 0-3-15,0 3-18 16,0 25 18-16,0 12 2 15,0 12 5-15,-8 0-7 16,8 1 0-16,-4 0 4 0,4-10 1 16,0-3-10-16,0-7 2 15,8-8 3-15,9-6-2 16,8-7-2-16,7-2 0 16,-3-10 4-16,12 0 0 15,0 0 9-15,4 0-8 16,0-16 0-1,-3-3 5-15,-2-2-6 16,-11 6 0-16,-8-1-3 16,-5 4-43-16,-8 0-51 0,-8 8-76 15,0-2-199-15</inkml:trace>
  <inkml:trace contextRef="#ctx0" brushRef="#br1" timeOffset="23016.96">4654 15875 703 0,'0'0'46'0,"0"0"-46"15,0 0 0-15,0 0 4 16,0 0 18-16,0 0-13 15,62-46-9-15,-21 42 0 16,0 4-1-16,-12 0-2 0,-4 0-66 16,-21 0-73-16,-4 0-120 15</inkml:trace>
  <inkml:trace contextRef="#ctx0" brushRef="#br1" timeOffset="23217.73">4597 16106 404 0,'0'0'57'0,"0"0"-39"0,0 0-10 15,0 0 118-15,0 0-57 16,123 9-45-16,-61-24-13 16,8-1-10-16,-4 4-1 15,-5 3-53-15,-45 9-166 16,-8-4-227-1</inkml:trace>
  <inkml:trace contextRef="#ctx0" brushRef="#br1" timeOffset="25652.12">5911 16137 129 0,'0'0'119'0,"0"0"-107"16,0 0-8-16,0 0 56 16,0 0-19-16,0 0-22 15,0 0-6 1,-37 3-7-16,37-3 1 15,0 0-2-15,0 0 5 16,0 0 28-16,0 0-3 16,0 0 4-16,0 0 13 15,0 0-14-15,0 0-10 0,0 0-16 16,0 0 4-16,0 0 22 0,0 0-19 16,0 0 7-1,0 0 6-15,0 0-21 16,0 0 1-16,0 0-3 15,0 0 4-15,8 0 7 0,4 0-17 16,9 0 5-16,-4 0 5 16,7-6-12-16,4 2 9 15,5-4-6 1,5 1-4-16,7 1 9 16,4 0-7-16,0 0-2 15,-3 3 8-15,-2-4-5 16,-2 1-3-16,3 0 0 15,-1 0 0-15,6 3 0 16,0 3 0-16,2-3 0 16,2-1 2-16,4-1 2 0,-1 2-4 15,5-1 0-15,-5 4 1 16,5-6-3-16,-1 6 5 16,1-6-3-16,0 6 8 15,-5-3-5-15,0 0-2 0,0 3-1 16,-7 0 2-16,4 0-4 15,-10-3 2-15,6 0 0 16,3 0 4-16,-4-1-1 0,5 1-2 16,0 1-1-16,7-2 0 15,1 1 2-15,7 0-2 16,-7 3 0-16,3 0 3 16,-7-3 1-16,-4 0-4 15,-2 3 0 1,-2-3 0-16,-1 0-6 15,-4 3 6-15,5-3 0 16,-5 3 4-16,8-6 2 16,9 2-4-16,-9 1 0 15,4-3 0-15,1 6 7 16,-5-3-9-16,1 0 1 16,-1 0 3-16,4 0 0 0,-7 0-2 0,-5 0-2 15,4 3 0-15,-4 0 0 16,5 0 0-16,-6-4 0 15,-2 4 4-15,-1-2-1 0,-5 2-3 16,1 0 0 0,-3 0 1-16,3 0-6 15,-1 0 5 1,5-3 0-16,1 3 0 16,3-4 3-16,4 1-3 0,0 0 0 15,1 0 2-15,7 0-5 16,-4 0 3-16,0 3 0 15,1-6 1-15,0 3 0 16,-2-4-1-16,6 2 0 16,-4 1 1-16,7-2-4 0,1 3 3 15,-5-3 0-15,5 0 0 16,-4 3 2-16,-1-4-2 16,0 4 0-16,0-3 2 15,5-3 4-15,-4 0-4 16,3 5-2-16,-3-1 7 15,3-2-4 1,-7 4-3-16,-5 0 0 16,4 0 0-16,-7 0 1 15,-5 0-1-15,3 3 0 16,-2-6 2-16,3 3 2 0,4-1-4 16,-4 1 0-1,5 0 0-15,3 1-2 0,-4-2 2 16,5-2 0-16,-5 0 1 15,0 3 3-15,1-1-2 0,-2 2-1 16,6-1 1-16,0 0-2 16,-1-4-2-16,4 1 2 15,4 0 4-15,-3 0-1 16,4 3-3 0,-5 0 0-16,-3-1 0 15,-1-1 14-15,0-2-11 16,-3 7 6-16,3-6 6 15,-4 3-12-15,5 0 9 16,3-3-10-16,-3 0 3 16,-2 2-2-16,2-1-2 15,-4-2-1-15,2 1 6 16,-2 3-3-16,0-3 7 0,6 3-10 0,-2-3 3 16,4 6 10-16,-5-4-9 31,5 4-4-31,-1-3 4 15,0 3-1-15,1-3-5 0,-9 0 2 16,5 3 0-16,-5-3 1 16,-4 3-1-16,0 0 0 0,5-3 0 0,-6 0 4 15,6 0-8-15,-5 3 4 32,-4 0 0-32,4-3 2 15,-4 3-2-15,4-7 0 16,-4 7 1-16,1-2 4 15,-1-1-7-15,-1 3 2 0,2 0 0 16,-1-4-1-16,0 1 2 16,0 3-1-16,0 0 0 15,0 0 4-15,-1-3-8 0,2 0 4 16,-1 3 0-16,1-3-1 16,-2 3 3-1,1 0-2-15,1-3 0 16,-6 0 3-16,5 3-6 0,-4-3 3 0,5 3 0 15,-2 0-1-15,-3 0 4 16,4 0-3-16,-3-3 0 16,-2 3 4-16,1 0-8 15,-4-3 4-15,0-1 0 16,-1 4 2-16,1 0 1 16,0 0-1-1,-8-3 8-15,4 3-9 16,-5 0 8-16,-3 0-9 15,-9 0 0-15,-4 0 10 16,-4-3-7-16,-4 3 4 16,0 0 18-16,0 0-12 15,0 0 2-15,0 0-15 0,0 0 1 16,0 0-2-16,0 0 2 16,0 0-1-16,0 0 0 15,0 0-2-15,0 0 2 0,0 0-10 16,-4 0-7-16,0 0 14 15,0-2-32-15,-4 2-1 16,-5-4-38-16,-3 4-71 31,7 0-93-31,2 0-158 16</inkml:trace>
  <inkml:trace contextRef="#ctx0" brushRef="#br1" timeOffset="27255.26">15107 15631 233 0,'0'0'89'15,"0"0"-59"-15,0 0 30 16,0 0 37-16,0 0-32 16,0 0-27-16,0 0 9 0,0 0-9 15,0 0-13 1,0 0 16-1,0 0-4-15,0 0-10 16,0 0 4-16,0 0-28 16,0 0 8-16,0 0-8 15,0 9-2-15,0 10 23 0,0 6 0 16,0 2 0 0,0 13 13-16,0 7-23 15,0 5 18-15,0 10-16 0,0-4-13 16,0 1 17-16,0 2-20 0,0 1 1 15,0 0 16-15,0-4-14 16,0 1 10-16,0-4-9 16,0-5 0-16,0-1 4 15,0 7-8-15,0-7 3 16,-5-3 9-16,1 4-8 0,4 2-1 16,0-3-3-16,0-3 2 15,0-2-1-15,0-5-1 16,0-1 0-16,0-1 0 15,0-6 9-15,0-4-9 16,-4-2 0-16,0-4 2 31,4-5-7-31,0-4 5 0,0-6 0 16,0 1 2-16,0-5 2 16,0-2-6-16,0 0 2 0,0 0 0 15,0 0-4-15,0 0-10 16,-4 0-41-16,4-12-61 15,-4 6-98-15,0-6-210 16</inkml:trace>
  <inkml:trace contextRef="#ctx0" brushRef="#br1" timeOffset="31469.8">8103 15379 327 0,'0'0'87'16,"0"0"-87"-16,0 0 8 15,0 0 47-15,0 0 26 0,0 0-37 16,0 0-19-16,0 0-25 16,8-13 0-16,-8 13-9 15,-20 3 9-15,-9 19 23 16,-13 6-4-16,-10 15-11 15,-10 12 24-15,-8 7-3 16,4 3-7 0,4-1 15-16,14-2-16 15,6-3-13-15,13-13 5 16,13-9-10-16,3-13-6 16,10-5-1-16,3-7-1 15,0-9-12-15,0 0-32 16,0-3-36-16,3 0-104 15,2-3-158-15</inkml:trace>
  <inkml:trace contextRef="#ctx0" brushRef="#br1" timeOffset="31816.64">7589 15647 389 0,'0'0'75'0,"0"0"-75"16,0 0-38-16,0 0 38 16,0 0 57-16,0 0-25 15,-29 120-3-15,14-77 0 16,7-6 10 0,-1-3-11-16,1-6-10 15,8-7 7-15,0-8-5 0,0-1-16 16,13-9 19-16,14 0 17 15,11-3-6 1,3 0 0-16,13 0-28 16,7-12 0-16,5-4 1 0,-1-2-2 15,1 3-10-15,-9 5 5 0,-11 4-59 16,-42 6-148-16,-4 0-107 16</inkml:trace>
  <inkml:trace contextRef="#ctx0" brushRef="#br1" timeOffset="32888.18">8583 15326 621 0,'0'0'19'0,"0"0"-19"15,0 0 0-15,0 0 66 0,0 0-60 16,0 0 8-16,74-37-13 16,-28 31 0-16,-2 0 6 15,6-1-5-15,-5 2 1 16,0-2 24-16,-8 1-18 0,-8 6-3 15,-4 0-6-15,-17 0-23 16,-8 0-88 0,0 0-215-1</inkml:trace>
  <inkml:trace contextRef="#ctx0" brushRef="#br1" timeOffset="33576.33">9408 15194 325 0,'0'0'134'31,"0"0"-106"-31,123-50-27 15,-94 35 93-15,-16-1-23 16,-5-2-31-16,0 2 32 0,-8 1 1 16,0-6-49-1,0-1 5-15,0 3-17 16,0-2 18-16,-16 5-30 0,-5 10-11 16,0 0 8-16,-7 6-18 0,-6 0 6 15,7 6 15-15,-2 10 0 16,0 14 0-16,4 4 0 15,4 3-5-15,13 3 5 16,4-2-10-16,4-8 10 16,0-8-6-16,0-1 4 0,8-5 1 15,9-7 1-15,-5-6 11 32,5-3 1-32,3 0-12 15,1 0 5-15,7-12 12 0,1-13-16 16,0-9 0-16,-5-9-1 0,-3-6-55 0,0-4-8 15,-9-2-3 1,-5 0 17 0,-2 2 8-16,-5 4 8 0,0 15 33 15,0 6 13-15,0 13 50 16,0 12-3-16,0 3 3 16,0 0-30-16,0 0-33 15,0 5-8-15,8 30 8 16,8 17 13-16,-3 13-1 15,3 3 5-15,5 5-14 0,4-5 1 16,0-9 2-16,-9-4-2 16,8-12-3-16,-3-9-1 15,-9-9-7-15,5-10 7 0,-5-5-51 16,-4-10-39 0,-8 0-131-16,0-3-217 0</inkml:trace>
  <inkml:trace contextRef="#ctx0" brushRef="#br1" timeOffset="33981.65">9873 14793 642 0,'0'0'90'0,"0"0"-90"15,0 0-26-15,0 0 26 16,0 0 8-16,0 0 0 15,61 120 1-15,-41-61 5 16,5 2-10-16,-4-8 5 16,-1-4-7-16,0-9 2 15,1-9 7 1,-1-7-5-16,-7-11-2 16,-5-4 17-16,-4-6-4 15,0-3 5-15,0 0 3 16,5 0 28-16,7-18 19 0,-3-17-50 15,3-8-12 1,0-9 1-16,-4-7-9 0,0-5 6 16,1 5-8-16,-5 4 1 15,0 12 5-15,-3 9-5 0,-1 9-1 16,-4 7 7-16,4 11-6 16,-4 4-2-1,0 3-18-15,4 0-74 0,4 0-76 16,-8 0-61-16,4 10-99 15</inkml:trace>
  <inkml:trace contextRef="#ctx0" brushRef="#br1" timeOffset="34295.55">10656 14712 474 0,'0'0'138'16,"0"0"-116"-16,0 0 13 16,0 0-8-16,0 0-11 15,0 0-13-15,-21 56 19 16,-7 3-6-16,-9 15 1 16,-4 18-3-16,-5 3 2 0,-2 4 8 15,-2-6-7-15,5-10 9 16,4-12 3-16,8-7-19 15,13-14 6-15,7-10-16 32,5-9-2-32,8-16 2 15,0-5-11-15,0-7-68 16,8-3-111-16,9 0-184 0</inkml:trace>
  <inkml:trace contextRef="#ctx0" brushRef="#br1" timeOffset="34743.71">10927 15273 520 0,'0'0'111'16,"0"0"-103"-16,0 0 83 15,0 0 30-15,0 0-81 16,0 0-15-16,16-30-15 16,-16 30-10-16,-4 0-4 0,-21 0-21 15,-7 15 25 1,-9 13 12-16,0 9-12 0,8 3 4 15,5 3-4-15,7 3 0 16,13-8-3-16,4-5 3 16,4-11 0-16,0-6-5 0,0-8 1 15,8-1 4-15,13-7 9 16,11 0-2-16,1-19 12 0,8-18-19 16,0-6 0-1,-4-9-17-15,-9-7-81 0,-7-3-5 31,-8-5-44-31,-13 42-30 16,0 0-64-16</inkml:trace>
  <inkml:trace contextRef="#ctx0" brushRef="#br1" timeOffset="34912.71">10972 14975 415 0,'0'0'135'0,"0"0"-125"16,0 0 4-16,-25 117 11 15,25-55 10-15,0 2-22 16,9 1-5-16,7-10-8 15,5-2 0-15,-5-10 5 0,1-12-5 16,-5-6-1-16,0-13-1 16,0-9-53-16,-12-3-123 0,0 0-22 15</inkml:trace>
  <inkml:trace contextRef="#ctx0" brushRef="#br1" timeOffset="35360.35">11182 15206 407 0,'0'0'193'15,"0"0"-163"-15,0 0-16 16,0 0 64-16,0 0-68 16,0 0-6-16,69-6 5 15,-52 36 4-15,-1 10-1 16,-7 7-11-16,-5-1-1 0,-4-3 13 0,0-3-13 15,0-6 0 1,0-6 16-16,-8-7 11 16,-5-12 23-16,9-2-4 15,0-7-10-15,4 0 0 16,0 0-22-16,0 0 13 16,0-25 23-16,16-12-33 15,9-9-12-15,3-7-5 16,-3 1 0-16,0-3-5 15,0 8 3-15,-9 7-3 16,1 9 3-16,-13 16 2 16,0 12 2-16,-4 3 6 15,0 0 4-15,0 3-12 16,0 31 4-16,0 13-4 0,0 1 15 16,16 5-14-16,8-4 3 15,9-5-4-15,9-11 0 16,-5-11-4-16,-21-22-94 15,-8 0-343-15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8T16:23:3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11349,'0'0'0,"0"0"-4226,0 0 577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29:29.27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21182 1414 313 0,'0'0'45'0,"0"0"-22"16,0 0 66-16,0 0-11 31,0 0-24-31,0 0-5 0,0 0 11 16,0-80-28-16,0 74 14 15,0 3 11-15,0 0-11 16,0 3-4-16,0 0-4 0,0 0-15 16,0 0 5-1,0 0-12-15,0 0-7 16,0 0 0-16,4 0-9 0,-4 0-5 0,0 0-3 15,0 0-14 1,0 22 8-16,0 12 14 0,8 12 4 16,-8 13 9-16,4 8-13 15,-4 10 4-15,0 4 5 16,0 2-8 0,0 3 9-16,0-3-8 15,0 6-1-15,0-8 0 16,0-10 4-16,0-13-5 15,0-18 2-15,0-9 0 16,0-12 7-16,0-10-5 16,0-6-2-16,0-3 5 15,0 0-2-15,0 0 10 16,0 0 0-16,0-6-4 0,0-19-11 16,0-6-63-16,0-9-9 15,0 0-51-15,0 22-83 16,0-4-200-16</inkml:trace>
  <inkml:trace contextRef="#ctx0" brushRef="#br0" timeOffset="355.68">21219 1414 424 0,'0'0'134'16,"0"0"-91"-16,0 0 40 0,0 0 42 16,0 0-44-16,0 0-28 0,0 0-18 15,-4-43-28 1,4 43-4-16,0 0-3 0,0 0 0 16,15 0 2-16,14 0 8 15,4 3 2-15,9 1 6 16,2-4-4-16,6 0 8 15,-5 0-15-15,0 0-4 16,-12 0 3-16,-4 0-4 16,-9 0-2-16,-3 0-4 0,-9 0-23 15,-8 0-3 1,0 0-2-16,0 0-4 0,0 0-54 31,0 0-80-31,-4 0-172 0</inkml:trace>
  <inkml:trace contextRef="#ctx0" brushRef="#br0" timeOffset="686.63">21178 1753 598 0,'0'0'153'0,"0"0"-153"16,0 0 10-16,0 0-7 0,0 0 49 31,0 0-31-31,52 19 4 16,-10-19 32-16,3 0-47 16,1 0 4-16,-2 0 35 15,-11-3-45-15,0 0-1 0,-8 0-3 16,-9 3 0-16,-12 0 5 15,0 0-5-15,-4 0 1 16,0 0-1-16,0 0-32 0,0 0-53 16,0 0-86-16,0 0-114 15,0 0-27-15</inkml:trace>
  <inkml:trace contextRef="#ctx0" brushRef="#br0" timeOffset="1319.91">22158 1806 506 0,'0'0'85'0,"0"0"-69"15,0 0 104-15,0 0 2 16,0 0-61-1,0 0-39-15,0 0-4 0,-28 0-9 16,28 0 1-16,0 0 4 0,4 0-14 16,8 0 0-16,13 0 12 15,4 0 16-15,11 0 2 16,6-6-13-16,7 3-12 16,-4 0 6-16,-4-3-9 15,-3 6 2-15,-13 0-4 16,-13 0 1-1,-4 0-5-15,-12 0-19 16,0 0-29-16,0 0-32 16,0 0-27-16,-20 9 77 15,-5 0-81-15,9-3-83 16,-5-3-102-16</inkml:trace>
  <inkml:trace contextRef="#ctx0" brushRef="#br0" timeOffset="1543.26">22113 1966 418 0,'0'0'110'0,"0"0"-93"16,0 0 55-16,0 0-20 16,0 0 16-16,0 0 7 15,33 22-5-15,-4-19-11 16,0-3-21 0,7 0 6-1,10 0-24-15,-5 0-7 0,4 0-2 16,0 0-11-16,-8 0 5 15,-8 0-5-15,-4 0-24 16,-4 0-53-16,-10 0-100 16,-7 0-31-16,-4 0 8 15,0 0-10-15</inkml:trace>
  <inkml:trace contextRef="#ctx0" brushRef="#br0" timeOffset="2346.32">23316 1951 265 0,'0'0'97'16,"0"0"-59"-16,0 0 91 16,0 0-10-16,0 0 4 15,0 0-38-15,119-89-5 16,-115 73-29-16,-4-2-17 16,0-1-23-16,0 1 2 15,0 3-13-15,-16-1-13 0,-12 4-18 0,-10 5 29 16,-7 7-2-1,4 0-4-15,-4 0 2 0,0 3 4 16,12 16-1-16,4 2 0 16,9 1-7-16,8 6 3 15,8-3-2-15,4-4-3 16,0 1 12 0,0-4 2-16,16-6 2 15,4-5 9-15,0-7-6 16,5 0 5-16,8 0 7 15,9-16-10-15,-2-8-4 16,1-1-5-16,1 3-5 16,-13 1 4-16,-6 5 0 15,-2 7 1-15,-13 3 2 0,-4 6-2 16,-4 0 0-16,0 0 0 0,0 0-2 16,0 0-11-1,0 28-13-15,0 12 25 0,0 12 1 16,0 16 5-16,0 9-3 15,0 6 1-15,0-5-3 32,0-8-18-32,0-8 11 0,0-13 7 15,0-9-2-15,-4-12 2 16,4-9 9-16,0-10-2 16,0-6 3-16,0-3 17 15,0 0 12-15,0 0 14 16,0-3-5-16,0-22 6 15,13-9-28-15,3-12-18 0,13-13-5 16,0-6 0-16,-1-2 0 16,-3 5-1-16,-5 10 0 15,-3 18-2-15,-9 9-7 16,-4 10 1-16,0 9-33 16,-4 2-53-16,0 4-90 0,0 0-162 15</inkml:trace>
  <inkml:trace contextRef="#ctx0" brushRef="#br0" timeOffset="2909.53">23854 1402 302 0,'0'0'217'0,"0"0"-202"16,0 0 33-16,0 0 80 15,0 0-49-15,0 0 24 0,0 0-60 16,8-18-14 0,-8 18 15-1,0 0-37-15,0 0 4 0,0 0-11 16,0 15-27 0,0 16 27-16,0 9 13 0,0 6 2 15,0 7-6-15,0 2-7 16,0 1-2-16,0-4 1 15,0-3 1-15,0-6 3 0,0-5-5 16,0-5 3 0,12-8-2-16,1-3 9 0,-1-10 2 15,5-6-7-15,3-6 15 16,9 0 4-16,7 0 5 16,6-9-6-16,7-12-16 15,-4-1 4-15,-8 0-6 0,-4 4-4 16,-8-1-1-16,-5 4-10 15,-7-4-44-15,-9 4-52 16,-4 15-67-16,0-6-169 16</inkml:trace>
  <inkml:trace contextRef="#ctx0" brushRef="#br0" timeOffset="3179.85">23805 1402 325 0,'0'0'447'0,"0"0"-387"0,0 0-51 16,0 0 74-16,0 0-73 16,0 0-4-16,29-46-4 15,11 40 29-15,6 0-19 16,-5 6-9-16,-1-3 0 15,-7 3-3-15,-4 0-38 16,-8 0-41 0,-9 0-42-16,-3 0-15 15,-9 0-57-15,0 0-27 0</inkml:trace>
  <inkml:trace contextRef="#ctx0" brushRef="#br0" timeOffset="3425.85">23870 1646 192 0,'0'0'462'16,"0"0"-446"-16,0 0-12 16,0 0 55-16,0 0 23 15,0 0-34-15,152 0-25 0,-90-9-4 16,-5-1-4-16,-8 4-14 15,-11 3-2-15,-9 0-36 16,-29 3-112-16,0 0-189 16</inkml:trace>
  <inkml:trace contextRef="#ctx0" brushRef="#br0" timeOffset="4294.72">24901 1646 253 0,'0'0'270'0,"0"0"-251"16,0 0-19-16,0 0 72 15,0 0-5-15,131 3-27 0,-82-3-6 16,5 0 6-16,-5 0-6 16,0 0 3-16,-7 0 12 15,-14 0-42-15,-12 0 2 16,-8 0-9-16,-8 0-1 15,0 6-81-15,0-3-45 16,-8 0 12-16,-8-3-104 16</inkml:trace>
  <inkml:trace contextRef="#ctx0" brushRef="#br0" timeOffset="4526.85">24991 1821 502 0,'0'0'124'0,"0"0"-106"0,0 0 50 16,0 0 27-16,0 0 5 15,0 0-55-15,33 10-11 16,0-10 12-16,12 0-41 16,4 0-5-16,4-3 0 0,1 3-23 15,-1 0 22-15,-12 0-108 16,1 0-89-16,-38 0-45 15,4 0-123-15</inkml:trace>
  <inkml:trace contextRef="#ctx0" brushRef="#br0" timeOffset="5371.03">25858 1658 390 0,'0'0'152'0,"0"0"-123"0,0 0 43 16,0 0 59-16,0 0-45 15,0 0-30-15,0 0-22 0,15-24 1 16,-15 24-6-16,4 0-2 16,-4 0-16-16,0 0-11 15,0 0-5-15,9 9 5 16,-1 18 2-16,4 4 8 16,1 3-8-16,-1 3-2 0,0 0 3 31,5-6 0-31,-5 0 0 15,1-3-3-15,-5-13 1 16,-4-3-4-16,4-6 6 16,-8-6-3-16,5 0 5 15,-5 0 9-15,4-9 29 0,3-15 19 16,9-13-52-16,5-1-3 16,0 2-7-16,-5-4 0 0,9 5 0 15,-8 2 2 1,-1 5 1-16,-4 10 2 0,-4 2-2 15,-4 10 7-15,0 6-10 16,-4 0-1-16,0 0-5 16,0 6-23-16,0 28 6 15,8 12 20 1,-3 4 3-16,7-1-2 16,0-6 2-16,-3-3 0 15,-1-6-4-15,4-13 8 16,-8-5-3-16,5-7-1 15,-9-9 2-15,4 0 5 0,0 0 1 0,4 0 15 16,5-21 21 0,6-7-37-16,2-9-1 0,8-3-3 15,0 6-3-15,0-3 0 16,0 0 0-16,-6 9 0 16,-2 4 0-16,-4 8-3 15,-5 7 3-15,0 9 0 16,-7 0-2-16,-5 0 0 15,4 0-13-15,0 15-10 0,12 19 19 16,1 9 6-16,-5 0 3 16,4 7-1-16,-4-7-1 15,-3-3-1-15,3-3-17 16,-8-9-20-16,4-1-28 16,5-8-63-16,-9-19-104 15,0 0-229 1</inkml:trace>
  <inkml:trace contextRef="#ctx0" brushRef="#br0" timeOffset="6089.46">27241 1769 7 0,'0'0'317'0,"0"0"-227"16,0 0-47-16,0 0 91 15,0 0-35-15,0 0-15 0,24-43-49 16,-20 30 15-16,-4-5 1 16,0 3 4-16,0 2 5 15,0-2-30-15,0 6-20 16,0 0-9-16,-16 2-1 15,-5 4 2 1,-4 3-2-16,-7 0-1 16,-5 0-3-16,0 25 3 15,0 6-6-15,1 9-2 16,7 3 6-16,4 6-4 16,12-2 4-16,5-7-5 15,8-4 8-15,0-5-1 16,0-9 1-16,0-9-2 0,8-8 1 15,13-2 2-15,4-3 12 0,3 0 11 16,13-18-15 0,1-13 1-16,3-3-9 15,-5 0 2-15,-2 1-1 0,-1-2 0 16,-8 5-2-16,-6 8 0 16,-2 7 2-16,-8 6 2 0,-13 9 24 15,4 0 13-15,-4 0-12 16,0 5-29-16,0 20-7 15,4 12 7-15,8 0 18 16,13 3-6-16,4-6-4 16,11-9-3-16,10-6-5 15,12-11-2 1,-41-8-87-16,-6 0-278 16</inkml:trace>
  <inkml:trace contextRef="#ctx0" brushRef="#br0" timeOffset="39519.44">21386 3498 120 0,'0'0'20'0,"0"-3"-15"0,0 3 17 16,0 0 18-16,0-3-22 15,0 3-15-15,0-3 1 16,0 3 1-16,0 0 2 0,0 0-4 15,-4 0 1 1,0 0 0-16,4-3-4 0,-4 0-3 16,0 0-14-16,4 3-10 0,-4 0-6 15,1 0-5-15,-1 0-5 16,4 0 22-16,-5 0 6 16,5-3 15-16,0 3 4 15,0 0 5-15,0-6-5 16,0 2-2-16,0-1 17 0,0-2 6 31,0 1-11-31,0 0 0 16,0 0 33-16,0 3 8 15,0-4 11-15,0 1 5 16,0 0-6-16,0-3-12 16,-4 3 16-16,4 0-18 0,0 0 4 15,0 2-26-15,0 4 31 16,0 0-18-16,0 0-4 15,0 0 8-15,0 0-20 0,0 0-5 16,0 0 0-16,0 0-7 16,0 0 4-16,0 0 6 15,0 7-24-15,0 14-6 16,0 13 6-16,0 6 4 16,4 6 1-1,5 4-2-15,-6 2-1 16,1 1 0-16,4-4-1 15,-4-9 3-15,0-3-4 16,1-9 0-16,-1-7 0 16,0-5 1-16,0-7-1 15,0-3 0-15,0-3 0 16,5-3 5-16,3 0-2 0,0 0 0 16,9 0 5-16,8-18 13 15,3-7-2-15,5-6-7 16,-4-9-5-16,9-6 1 15,-10-6-4-15,1-11 0 0,0-1-1 16,-13-1-3-16,1-3 3 16,-13 4 0-1,-8 5-2-15,0 4 2 16,0 2-2-16,0 7 0 16,-12 9-2-16,-5 6-1 0,5 9-6 15,-4 10 8-15,3 9-10 16,-3 3 1-16,-1 0 0 15,-8 6-8-15,10 22 8 16,-6 9-5-16,13 3 14 16,0 3 0-16,8 0-1 15,0-2 0-15,0-8 0 16,16-8 0-16,9-10 1 16,-1 1 2-16,13-7 1 15,4-9-2-15,5 0 6 16,2 0-7-16,-2 0-14 0,3 0-58 0,-40-9-85 15,-9 6-150 1</inkml:trace>
  <inkml:trace contextRef="#ctx0" brushRef="#br0" timeOffset="40392.07">22027 3730 191 0,'0'0'80'0,"0"0"-72"0,0 0-1 15,0 0 105-15,0 0-16 16,0 0-45-16,0 0 19 15,21-3-14 1,-21-10-18-16,0-2 34 0,0 3-41 0,0-4-9 16,-8 4 1-16,-9 5-22 15,-4 4-2-15,1 3 0 16,-5 0-19-16,-3 10 13 16,-1 20 14-16,0-2-2 15,4 12 9-15,5 6-12 0,11-2-2 31,1-1 0-31,8-9 0 16,0-6-1-16,4-10 2 16,13-6-1-16,-1-2 0 15,5-10 6-15,0 0-6 16,4 0 14-16,3-25-6 0,9-6 22 16,-8-9-22-16,0-3 1 15,-1-12-8-15,-3-7-1 0,-1-3-7 16,-7-9-10-16,-5 3-9 15,-4 9 15-15,-4 10-10 16,-4 12 11-16,0 12 10 16,0 9 13-16,0 7 19 15,0 12 16-15,0 0-4 0,0 0-7 16,0 0-31-16,-4 10-6 16,0 20-32-16,4 13 26 15,0 10 6-15,0 9 1 16,0 2 1-16,0 4-2 15,0-3 3-15,0-3 5 16,0-13-5-16,4-6 3 0,9-3-4 16,-5-12-2-1,4-3 4-15,-8-10-3 16,1-9-1-16,-1-2 1 16,-4-4 0-1,0 0 5-15,4 0-6 0,-4 0-59 16,4-10-39-16,-4 1-85 15,0 0-292-15</inkml:trace>
  <inkml:trace contextRef="#ctx0" brushRef="#br0" timeOffset="41757.41">23439 3325 266 0,'0'0'387'0,"0"0"-387"0,0 0 7 16,0 0-7-16,0 0 64 16,0 0-33-16,0 0-29 15,37-18 12-15,-37 18 4 16,0 3-13-16,0 19 6 16,0 12 12-16,0 6-5 0,-16 9 0 15,-9 10-9 1,0 2 3-16,-3-2-3 0,-9-6-7 15,4-10 0-15,-4-10 6 16,-4-5-2-16,0-9 0 16,0-7 23-16,8-9 3 0,-3 0 3 15,2-3-26-15,10 0 2 16,-5-9 1-16,8-12 2 16,1-7 6-16,8-3-16 15,0-9 3-15,7 0 16 16,5-6-7-1,0-1-9-15,0 1-6 16,0 9 4-16,0 3-4 16,9 6 0-16,7 3 1 15,0 7 0-15,4 0-2 16,-3 11-2-16,4 2 0 16,-1 1-3-16,9 4 1 0,7 0-1 15,2 25 5-15,7 12 5 16,1 15-4-16,2 4 7 0,2 3 2 15,-5-4-10-15,-4 1 2 16,-4-13-2-16,-8-10 1 16,-9-5 3-16,-3-16-4 15,-13-5 1-15,0-4-1 32,0-3-1-32,-4 0-12 0,0 0-22 15,0 0-33-15,4 0-28 16,1-3-56-16,-5-4-110 15,0 1-121-15</inkml:trace>
  <inkml:trace contextRef="#ctx0" brushRef="#br0" timeOffset="42776.62">24195 3215 579 0,'0'0'68'0,"0"0"-56"0,0 0-8 16,0 0 73-16,0 0-37 15,0 0-32-15,8-6-5 0,-8 6-1 16,0 3 22-16,0 15 7 16,0 10 6-16,0 6 19 15,0 6-18-15,0 3-18 16,0 3-13-16,0 4-4 16,0-4 7-16,0 0-10 15,0-3 5-15,0-3-3 0,4-6 1 31,8-6 3-31,5-6-6 16,-1-7 1-16,1-3 11 16,7-6-10-16,5 1 11 0,4-7 14 0,16 0 9 0,0-3-5 15,9-13-17-15,3-3-8 32,-3 1-4-32,-13 0-2 15,-4-4 3-15,-17 4-3 0,-7-7-23 16,-17-3-14-1,0 0-42-15,-4 16-77 0,-21-6-276 16</inkml:trace>
  <inkml:trace contextRef="#ctx0" brushRef="#br0" timeOffset="43016.74">24252 3073 185 0,'0'0'636'16,"0"0"-605"0,0 0-25-16,0 0 66 0,0 0-13 15,0 0-57-15,99-52 4 16,-54 48-1 0,4 1-3-16,-4 3 6 15,-8 0-3-15,-4 0-3 16,-17 0-2-16,-8 0-13 0,-8 7-61 15,0 8-73-15,-8-9-102 0,-12 0-32 16</inkml:trace>
  <inkml:trace contextRef="#ctx0" brushRef="#br0" timeOffset="43264.38">24174 3320 329 0,'0'0'188'16,"0"0"-154"-16,0 0-29 16,0 0 100-16,0 0-13 0,0 0-33 15,41 21 2-15,-8-21-5 16,8 0-21-16,0 0-1 16,9 0-15-16,2 0-7 15,6 0-5-15,0-3-3 0,-13 3-3 16,-8 0-1-16,-12 0-84 15,-25 0-142-15,0-3-219 16</inkml:trace>
  <inkml:trace contextRef="#ctx0" brushRef="#br0" timeOffset="45022.65">25398 3372 455 0,'0'0'65'0,"0"0"-65"16,0 0 0-16,0 0 17 15,0 0 15-15,0 0 3 16,0 0 20-16,77 0-2 16,-52 0-6-16,0 0-2 0,4 0-1 15,7 0-15-15,-3 0-11 16,4 0-6-16,0 0-6 16,-8 6-1-16,-5-3-3 15,-7 0-1-15,-5 1-1 16,-12-1-24-16,0 6-63 15,0-3-72 1,-12-3-47-16,-5 0 12 0</inkml:trace>
  <inkml:trace contextRef="#ctx0" brushRef="#br0" timeOffset="45323.38">25389 3563 234 0,'0'0'167'16,"0"0"-155"0,0 0-8-16,0 0 95 0,0 0-15 15,0 0-23-15,111 10-32 16,-74-10 0-16,5 0 9 16,6 0 9-16,2 0-12 0,7 0 3 15,-4 0-9-15,-3 0 7 16,-6 0-20-16,-15 0-12 15,-8 0 2-15,-9 0-5 16,-12 0-1-16,0 0-16 16,0 0-69-16,0 0-83 15,-8 0-65 1,-4 0-102-16</inkml:trace>
  <inkml:trace contextRef="#ctx0" brushRef="#br0" timeOffset="45888.9">25866 3166 705 0,'0'0'40'0,"0"0"-35"15,0 0 55-15,0 0 25 0,0 0-78 16,0 0-7-16,-4-10-10 16,15 20 10-16,2 2 9 15,11 3 19-15,-3 4 6 16,8 2-30-16,4 4 13 0,3-1-1 15,6 4-13-15,-5-3 21 16,4 0-20-16,-9-1 1 16,-3 1 2-16,-4-3-6 15,-9-4-2-15,-3 4-1 16,-5-4 2-16,-8 4 2 16,0 5-2-1,0 4 1-15,-16 0 8 16,-13 0-7-16,-4 6-2 15,-4-6 0-15,-8 2 0 16,-1-2 0-16,-3 0 6 16,4-3-2-16,0-3-2 15,8-10 2-15,9-3-4 0,7-2 0 16,9-7 3-16,3 0 0 16,9-3-3-16,0 0 1 15,0 0-3-15,5 0-53 0,28 0-36 16,-1 0-82-16,-16 0-102 15</inkml:trace>
  <inkml:trace contextRef="#ctx0" brushRef="#br0" timeOffset="46735.18">26810 3335 373 0,'0'0'174'15,"0"0"-135"-15,0 0 18 16,0 0 95-16,0 0-73 0,0 0-50 16,0 0-19-16,0-12 4 15,0 12-4 1,0 9-1-16,0 15-4 0,-5 14-5 16,5-1 27-16,0 3-15 0,0 6-6 31,0-6 2-31,0-3-6 15,5-3-1-15,11-10-1 16,1-5-4-16,-1-3 3 0,1-7 1 16,2-6 2-16,2 3 2 15,8-6 13-15,4 0 24 16,8-9-20-16,0-16-10 16,4-6-2-16,1-6 2 0,-6-3-6 15,-3-12 3-15,-4 3 2 16,-8-4-2-16,-4 0 3 15,-5 4-9-15,-4 0 6 16,-8 0-8-16,-4 6 3 0,0 2 0 16,0 11-3-16,-13 2 8 15,-2 13-4-15,-6 2-4 32,-8 7-6-32,0 6-4 0,-8 0 9 0,-3 19-6 15,-6 11 6-15,1 7 1 16,16 10-6-1,5-7 2-15,20 6-1 16,4-9 3-16,0-1-2 16,12-8 1-16,16 0 3 15,9-6 0-15,9-6 7 0,4-8-5 16,-6-4 3-16,6 2-5 16,-9-3-8-16,-13-3-73 15,-24 0-195-15,-4 0-320 0</inkml:trace>
  <inkml:trace contextRef="#ctx0" brushRef="#br0" timeOffset="47469.02">27655 3687 255 0,'0'0'204'0,"0"0"-184"16,0 0 7-16,0 0 95 0,0 0-65 16,0 0-43-16,0 0-14 15,-115-56-9-15,82 65 9 32,0 13 17-32,5 5 8 15,-5 7-10-15,8 6 8 16,9-5-18-16,8-2 1 15,8-5-4-15,0-6 0 0,0-7 0 16,4-6 0-16,12-2 20 16,5-7 8-16,8 0 6 15,4 0-2-15,3-19-13 16,-3-12-12-16,8-6 4 16,0-12 15-16,-8-7-20 15,0-8-3-15,-8-10 3 0,-5-6-8 16,-7 2-6-16,-5 4-28 0,-8 16-6 15,0 12 15-15,0 12 25 16,0 12 18 0,0 13 14-16,0 9 24 15,0 0-3-15,0 0-13 0,0 18-40 16,0 22-6 0,-12 16-4-16,-1 9 9 15,9 6 2-15,-8 5-1 16,8-5 3-16,4 3-2 0,0-9 0 15,0-9 1-15,0-10-2 16,4-9 0-16,8-12 0 16,-8-7-3-16,5-5-30 15,-9-11-36-15,8-2-64 16,-8 0-145-16,0 0-198 16</inkml:trace>
  <inkml:trace contextRef="#ctx0" brushRef="#br0" timeOffset="47785.11">28148 3477 558 0,'0'0'178'16,"0"0"-146"-16,0 0 17 16,0 0 106-16,0 0-97 15,0 0-37-15,50-19-8 16,-31 16-10-16,6 0-4 16,4 3 1-16,4-3 0 15,0 3 4-15,-5 0-4 0,1 0 1 16,-4 0-1-16,-9 0-61 15,-12 0-39-15,-4 0-82 16,0 0-201-16</inkml:trace>
  <inkml:trace contextRef="#ctx0" brushRef="#br0" timeOffset="48001.81">28165 3646 420 0,'0'0'314'16,"0"0"-314"-16,0 0 3 15,0 0 96-15,0 0-31 0,0 0-40 0,139 6-17 16,-90-6 1 0,4 0-11-16,-3-9 0 15,-10 3-1-15,-31 6-106 16,-9-3-243-16</inkml:trace>
  <inkml:trace contextRef="#ctx0" brushRef="#br0" timeOffset="50582.74">28710 3902 122 0,'0'0'77'0,"0"0"-72"16,0 0 42-16,0 0 42 15,0 0-31-15,0 0-1 16,0 0-38-16,0 7 3 16,0-7 3-16,0 0-17 15,0 0 5-15,0 0 10 16,0 0-22-16,0 0 34 0,0 0-17 15,0 0-4-15,0 0-10 16,0 0-3-16,0 0-1 16,0 0 0-16,0 0 0 15,0 0 3-15,0 0-2 0,0 0 0 16,0 0 0-16,0 0 0 16,0 0-1-16,0 0 1 15,0 0 10-15,0 0-1 16,0 0 8-16,0 0 4 0,0 0 5 15,0 0 13-15,0 0-5 16,0 0 0-16,0 0-2 16,0 0-9-16,0 0-7 15,0 0 3 1,4 0 0-16,5-10 4 16,3-2-17-16,0-7-4 15,9-2 20-15,-1-4-8 16,5-9-5-16,-1-6-7 15,9-3-2-15,-8-13 1 16,4-2 0-16,-5-1 2 16,-3-2-2-16,3 5-1 0,-3 4 1 0,-4 9-2 15,-1 9 1-15,-3 6 6 16,-5 9 1 0,-5 7 5-16,-3 6 15 15,4 3-8-15,-4 3-10 0,0 0 4 16,0 0-12-16,0 0 0 15,0 0-2 1,0 0-11-16,0 15-4 16,0 13-29-16,0 15 37 15,0 3 7-15,0 0 3 16,0 4 2-16,0-4-5 16,0 4-8-16,0-7 8 15,0-3-9-15,4-13 6 16,4-8-3-16,1-6-1 0,3-8 7 15,-4-5-3-15,1 0 3 0,7 0 6 16,1 0-5 0,8-12 11-16,4-9 1 15,3-4-12-15,5-6 5 16,0-9 2-16,0 0-6 16,-1-9 3-1,-3 2-2-15,-4 1-3 16,-4 0 3-16,-4 3-1 0,-10 3 1 15,-7 3-1-15,5 12-2 16,-9 7 9-16,0 8-8 16,0 7 11-16,0 3 1 15,0 0-11-15,0 0 0 16,0 0-2-16,0 22-13 0,0 12-8 16,-5 12 21-16,1 0 1 15,4 3-1-15,0 7 3 16,0-7-2-16,9-2-1 15,7-10 0-15,1-6 0 16,3-13 1-16,-3-6-2 16,-9-6 1-16,5-6-3 0,-5 0-8 15,0 0-14-15,0-3-42 0,-3-18-56 16,-5 5-149 0</inkml:trace>
  <inkml:trace contextRef="#ctx0" brushRef="#br0" timeOffset="52809.35">30114 3079 368 0,'0'0'100'16,"0"0"-91"-16,0 0 56 16,0 0 16-16,0 0-43 15,0 0-8-15,0 0 3 16,0-6 13-16,0 6 6 15,0 0-5-15,0 0-6 16,0 0-12-16,0 0-9 16,0 3-4-16,0 16-16 15,0 9 15-15,0 5 18 0,0 4-27 0,0 3 4 16,0 0 2-16,8 0-8 16,-4 0 2-16,0 3-5 15,0 1 0-15,-4-4-1 16,5 0 1-16,-1 0 0 15,-4-6-1-15,4-10 2 16,0-2-4-16,0-6 4 0,4-4-2 31,1 0 0-31,3-5-1 16,9-5 1-16,4 1 7 16,11-3-1-16,5 0 20 15,13 0-12-15,-1 0-3 16,0 0-7-16,-3-8 1 0,-14-5 4 15,-7 4-7-15,-12-4-1 16,-5 1 4-16,-12-7-5 16,0-5-23-16,0-1-36 0,-17 13-146 15,1 0-172 1</inkml:trace>
  <inkml:trace contextRef="#ctx0" brushRef="#br0" timeOffset="53141.77">30184 3052 790 0,'0'0'16'15,"0"0"-3"-15,0 0 81 16,0 0-25-16,0 0-54 15,0 0-15-15,0 0 3 16,98-31 22-16,-65 27-2 16,9 1 10-16,-6 1-7 0,5-2-4 15,-4 4-8-15,-8 0-8 0,-8 0-2 16,-5 0-4 0,-12 0 0-16,-4 0-23 0,0 6-55 15,0 7-20-15,-4 2-88 16,-9-9-19-16,-2 1-87 15</inkml:trace>
  <inkml:trace contextRef="#ctx0" brushRef="#br0" timeOffset="53495.85">30184 3320 326 0,'0'0'258'0,"0"0"-222"0,0 0 25 16,0 0 68-16,0 0-58 15,0 0-26-15,65 5 44 16,-19-5-58 0,7 0 13-16,8 0-16 0,6 0-22 15,6 0 42-15,-3 0-33 0,-5 0 6 16,-7 4 5-16,-21-1-19 15,-8 0-7-15,-17 0 0 32,-8-3 5-32,-4 0 0 15,0 0-4-15,0 0 5 16,0 0-6-16,0 0-3 16,-20 0-53-16,-9 0-69 0,13 0-207 15,-1 0-202-15</inkml:trace>
  <inkml:trace contextRef="#ctx0" brushRef="#br1" timeOffset="68991.95">26551 3988 141 0,'0'0'30'0,"0"0"2"0,0 0 67 16,0 0 5-16,0 0-32 16,0 0-20-1,0 0-8-15,0 0-1 0,4-6-4 16,-4 6-6-16,0 0 0 0,0 0-13 15,0 0-6-15,0 0-4 16,0 0-10-16,0 0 0 16,0 3 9-16,-16 13 6 15,-1 2-8-15,-12 10-4 16,-8 6 21-16,-12 12 0 16,-17 9-23-1,-15 7 10-15,-18 6-11 16,-16 3 1-16,-21-3 2 15,-11-6-3-15,-14-10-52 16,-3-6 52-16,-3-12 18 16,2-9 12-16,5-7 14 15,4-8-9-15,16-4-11 16,17-3-8-16,13-3 10 0,19 0 3 16,17 0-18-16,17 0-1 0,19 0 10 15,18 0-20-15,11 0 2 16,6 0-2-16,3 0-12 15,0 0-3-15,0 0-2 16,0 0 10-16,0 0 4 16,0 0-13-1,0 0 14-15,0 0-1 16,0 0-16-16,0 0-30 16,3 0-49-16,10-9-18 15,-5 2 2-15,9-2-40 16,-9 6 20-16,-4 0-35 0</inkml:trace>
  <inkml:trace contextRef="#ctx0" brushRef="#br1" timeOffset="69486.56">24297 4482 254 0,'0'0'119'16,"0"0"-92"-16,0 0 69 0,0 0 51 16,0 0-83-16,0 0 2 15,0 0-9-15,0-25-25 16,0 25-21-16,-17 0-5 16,-2 6 21-16,-14 9-10 15,0 4-5-15,-5 2 5 0,-2 7-11 16,-10 0 4-16,5 3-2 15,1 0-7-15,2-7 2 0,13 1-1 16,4-3-2-16,5-7 2 16,7 1-2-16,9-4-5 15,0-3 1 1,0 0-3-16,4-3 2 0,0 1-5 16,0 2 10-16,8-3 5 15,13 7 3-15,8-8-2 0,8 5 12 16,4 2-9-16,4-6-5 15,9 4 12-15,-5-1-9 16,-8 0 13-16,-13-3-13 16,-3 0-7-1,-12 1 0-15,-5-4 0 16,-8-3 0-16,0 6 1 16,0-3-1-16,0 0-35 0,0 3-57 0,-8-6-63 15,-5 0-192 1</inkml:trace>
  <inkml:trace contextRef="#ctx0" brushRef="#br1" timeOffset="70880.48">21646 5175 376 0,'0'0'94'0,"0"0"-83"15,0 0 45-15,0 0 50 16,0 0-68-16,0 0 0 16,-4-108 8-16,-13 96 19 15,1 0-12-15,-5 5-21 16,-4-2-31-1,-4 3-1-15,-7 6-36 16,-5 0 29-16,-5 0-3 0,5 0 10 16,-4 10-2-1,4 8 2-15,8 3 5 0,4 1 10 0,5 3-14 16,8-1-2-16,12 1-6 16,4-6-1-1,0-7 8-15,0-3 1 0,0-3-1 16,0-6 7-16,8 0 5 15,4 0 8-15,5 0 3 16,7-3-7 0,0-12-3-16,1-4-13 0,0 1 2 15,4-4-2-15,-5 4-6 16,1-4 4-16,-5 4-2 0,-3 2 2 16,-5 4-1-16,1 6 3 15,-9 6 0-15,-4 0-1 16,0 0 2-16,0 0-1 0,0 0 0 15,0 3-6 1,0 21-11-16,8 7 17 16,-4 9 6-1,9 0 2-15,-1 0-4 16,0-2 2-16,0-8-5 0,-8-2 4 16,4-10-8-16,-8-5 3 15,0-7-4-15,4 0-6 16,-4-6-2-16,4 0 9 0,0-6 0 15,9-21 0 1,-5-4 1-16,9-6-8 0,-5-6 8 16,5 2-1-16,-5 4 3 15,-4 6 1-15,5 10 1 16,-9 5 2-16,4 7 18 16,-8 3 5-16,3 6-7 15,-3 0 7-15,0 0-8 16,0 0-19-1,4 6-19-15,5 16 18 16,3 5-2-16,-4 8 5 16,5-5-2-16,-1 1 0 15,-4-6-1-15,5 0 1 0,-5-10 0 16,0-6 1-16,-4-3-1 16,1-6-1-16,-1 0 1 15,0 0 5-15,0 0 0 16,4-22 37-16,9-5-26 0,-6-4 8 15,2-3 4-15,-5 3-8 16,0 0-2-16,-4 4 6 16,0 2-8-16,-4 6-4 15,4 7 10-15,-4 0-12 16,0 6-6 0,0 0-4-16,0 3-5 15,0-1-13-15,0 4-22 16,0 0-35-16,0 0-77 15,0 0-162-15,0 0-114 16</inkml:trace>
  <inkml:trace contextRef="#ctx0" brushRef="#br1" timeOffset="71477.84">22089 5077 365 0,'0'0'123'0,"0"0"-106"15,0 0 64-15,0 0 6 16,115-71-54-16,-107 61-9 16,-4 5 12-16,1 1 15 0,-5-2 20 15,0 3 16-15,-9 0-44 16,-16 3-36-16,1 0-7 16,-9 0 0-16,-5 0 3 15,6 0 15-15,-1 12-2 16,13-3 7-1,-1 7-19-15,13 3-4 16,-1-1-8-16,9-3 1 16,0 0 5-16,0-2-2 15,9-4 4-15,3 0 4 16,9 4-4-16,4-1-2 16,-1 1 0-16,-3 5 2 15,-1 10 0-15,0 12-1 0,-3 12-2 0,-1 13 3 16,-7 0-78-16,-5 5 6 15,-4-8 69 1,0-6-14-16,0-7-12 0,-4-6 18 16,-21-9-2-16,-8-3 13 15,-8-10 9-15,0-8 47 16,0-7 7 0,0-3-15-16,13-3 9 15,-1 0-4-15,4-18-20 16,8-10-4-16,1-6-11 15,12-3 6-15,4-3 0 16,0-3-24-16,0-9 10 16,20 5-7-16,9 1-2 15,13 3 0-15,10 0-1 0,6 2-4 16,0 5 0-16,3 4-50 16,-7 5-104-16,-38 27-73 15,-7-3-290-15</inkml:trace>
  <inkml:trace contextRef="#ctx0" brushRef="#br1" timeOffset="72355.95">22737 5095 0 0,'0'0'11'0,"0"0"32"0,0 0-3 16,0 0-22-16,0 0 5 16,0 0-7-16,0-40-5 15,0 37-6-15,0 0-3 16,0 3-1-16,0 0 13 0,0-6 2 15,0 6 21-15,0-4 82 32,0 1-16-32,0 3-25 15,0-2 4-15,0-1 12 16,0 3-20-16,0-4-9 0,0 4-7 16,0 0-8-16,0 0-19 15,0 0 1-15,0 0-5 16,0 0-22-16,0 0-5 15,0 0-2-15,4 12-20 0,9 16 22 16,3 6 3-16,5 6 2 16,0 7-3-16,-2-4 1 15,-2 0-2-15,-1-3 4 16,-3-6-7-16,-1-12 2 16,-8-7 0-16,0-12 0 15,-4 0 3 1,5-3 5-16,-5 0 26 0,4 0 10 15,4 0 9-15,0-25-16 16,9-9-37 0,-5-2 7-16,4-11-5 15,0-5-2-15,-7 3-4 0,3 2-24 16,-4 7-24-16,-4 10-22 16,0 8-64-16,-4 22-83 0,0 0-82 15</inkml:trace>
  <inkml:trace contextRef="#ctx0" brushRef="#br1" timeOffset="73260.83">23074 5261 154 0,'0'0'105'15,"0"0"-59"-15,0 0 88 0,0 0-43 0,0 0 10 16,0 0 2-16,94 71-18 31,-73-71-29-31,0-18-15 16,-5-7-12-16,1-5 14 15,-2-1-26-15,-7 0 7 0,-3 6-17 16,-5 3-2-16,0 1 0 16,0 9-5-16,-16 5-32 15,-9 7 7-15,0 0-14 16,-3 0 21-16,-6 10 18 15,6 15 4-15,4 5-2 0,7 1-4 16,9 3 2-16,8 0-2 16,0 3 2-16,0-6-2 15,17-7-1-15,7-5 3 0,0-10 1 32,9-3 9-32,4-6-6 0,-4 0 10 0,8 0-14 31,-8-9-6-31,0-16-29 0,-4-6-8 15,0-12-1 1,-14-3 1-16,2-6 1 16,-5-1 32-16,-8 1 1 0,0 2 9 15,-4 7 1-15,0 10 7 16,0 5 65-16,0 16-6 16,0-1-1-16,0 13-2 0,0 0-17 15,-4 0-47-15,0 0-13 16,0 15-22-16,0 16 35 15,-4 13 4-15,4 5-3 16,-1-3 4-16,5 4-5 16,0-1-1-16,0-9 1 15,0-6 0 1,0-6-3-16,9-7 2 16,3-11 1-16,-4-5 0 15,9-5 8-15,4 0-1 0,-5 0 4 16,9-18-11-1,-4-7 0-15,-6 0-11 16,-7 10 2-16,-4 3 7 16,-4 12-5-16,0 0 2 0,0 0-5 0,0 12-36 15,0 19 46-15,0 3 7 16,0-3-2-16,0-3 1 16,0-13-1-16,5-3 0 15,7-9 6-15,0-3 19 16,9 0 21-16,8-12-1 15,0-19-22-15,-5-2-13 0,1-8-13 16,-9 1 4-16,-8 3-2 31,-4 3-4-31,-4 13-3 0,0-1 2 16,-20 10-11-16,-9 9 0 16,-7 3-9-16,-6 0-25 15,1 0-26-15,0 24-25 16,29-11-78-16,4-4-191 15</inkml:trace>
  <inkml:trace contextRef="#ctx0" brushRef="#br1" timeOffset="73778.27">24043 5104 523 0,'0'0'184'16,"0"0"-169"-16,0 0 12 15,0 0 68 1,0 0-71-16,0 0 0 16,0 0-19-16,20-18 12 15,-20 36-17-15,-12 7 5 0,0 6 26 0,3 6-22 16,5 3-5-16,4-3-3 15,0-3 3-15,0-7-8 16,13-2 2-16,7-3 2 16,1-16 5-16,8 0 8 15,3-6 16 1,1 0-13-16,8 0-16 0,-4-12-1 16,-4-16-16-16,0-3-16 15,-4-6 19-15,-13-3-34 16,1 3 14-16,-9 9 32 15,0 10-13 1,-8 9 15-16,0 3 20 16,0 6 3-16,0 0 15 15,-4 9-34-15,-4 22-2 16,-1 2 3-16,5 2-5 0,4 5 0 16,0-7 0-16,0-5 0 15,0-6 5 1,0-10-4-16,13-3-1 0,3-9-15 0,-3 0-46 15,-9 0-88-15,-1-12-174 16</inkml:trace>
  <inkml:trace contextRef="#ctx0" brushRef="#br1" timeOffset="74149.8">24420 4910 564 0,'0'0'0'0,"0"0"-292"15,0 0 292-15,0 0-6 16,0 0-41-16,0 0-134 16,0 0 181-16,58 56 27 15,-46-56 85 1,5 0-10-16,-5 0-1 16,5-6-20-16,-9-7-49 15,0 4-4-15,-4 0 0 16,0 3 6-16,0 3 7 0,-4 3 20 15,0 0-12-15,0 0 1 16,0 0-23 0,0 0-27-16,0 5-26 0,0 17 26 0,0 9 2 31,0 9 18-31,0 9-15 0,0 1-1 16,0 5 0-16,0-2 0 15,0-4-4-15,4-3-20 16,-4-6-9-16,0-6-27 15,0-12-22-15,0-7-43 16,0-15-97-16</inkml:trace>
  <inkml:trace contextRef="#ctx0" brushRef="#br1" timeOffset="74381.97">24523 5188 869 0,'0'0'65'0,"0"0"-63"0,0 0 23 16,0 0-25-16,0 0-14 16,0 0 14-16,29 6 5 15,-9 6 1-15,-4-9 15 16,5 4-16-16,0-7-1 31,-5 0-4-31,5 0-17 0,-5 0-51 16,1 0-79-16,-17 0-89 15,4 0-85-15</inkml:trace>
  <inkml:trace contextRef="#ctx0" brushRef="#br1" timeOffset="74716.28">24708 5206 101 0,'0'0'229'0,"0"0"-199"0,0 0-6 16,0 0 120-16,0 0-70 0,0 0-13 15,20 0-2-15,-8 10-17 16,-3 2-21-16,3 0-16 0,0 0-1 15,5-3 0 1,-5 4-2-16,9-7 5 16,4 0-6-16,-1-3-1 15,-4-3-4-15,-3 0-10 0,-1 0 12 16,-3 0 2 0,-5 0 7-16,-8 0 6 0,0 0 40 15,0 0-8-15,0 0-3 16,0 0-28-16,0 0-14 15,0 0-15-15,0 0-7 16,0 0-8 0,0 0 4-16,0 0 15 15,0 0-4-15,0 0-11 16,0 0-21-16,-8-3-30 16,-1-3-166-16,1 0-142 0</inkml:trace>
  <inkml:trace contextRef="#ctx0" brushRef="#br1" timeOffset="75256.31">24802 5123 186 0,'0'0'379'15,"0"0"-306"1,0 0 10-16,0 0 71 15,0 0-98-15,0 0-32 16,-4-22 8-16,4 22 2 16,0 0-21-16,0 0-9 15,0 19-2-15,4 15 18 0,13 6-2 16,8 3-13 0,3 6 1-16,9-6 2 0,0 1-7 15,4-7 6-15,-9-6-6 16,-7-7 1-16,-4-8 0 15,-5-7 0-15,-3-6-4 0,-1-3-15 16,1 0-33-16,-5-3-35 16,-4-22-31-16,-4-9-72 15,0-3 54 1,0-6 110 0,4-4 24-16,-4 4 55 0,0 7 25 15,0 5 40-15,0 12 11 16,0 7-24-16,0 6-13 15,0 6-32-15,0 0-26 16,0 0-20-16,0 6-16 16,-4 31 0-16,-13 15 10 0,-7 13-5 0,-5 6 1 15,-4 6-6 1,1-3 3-16,-6-6-8 16,5-9 1-16,4-7-14 15,5-12-60-15,4-12 25 0,8-13-28 16,12-15-225-1,0 0-171-15</inkml:trace>
  <inkml:trace contextRef="#ctx0" brushRef="#br1" timeOffset="76006.7">25702 5138 185 0,'0'0'174'15,"0"0"-56"1,0 0-17-16,0 0 72 15,0 0-64-15,0 0-42 16,0 0-7-16,-9-6-57 16,-11 6-4-16,-9 13 1 15,0 8 0-15,8 7 1 16,1 6 0-16,8 2-1 16,8 2 0-16,4-8-6 15,0-8 3-15,0-3 0 16,12-7 3-16,12-9 7 15,1-3-1-15,0 0 8 16,4-13-7-16,-5-17-2 0,-3-7-5 16,-13-10-9-16,-8 4 5 15,0 3-4-15,0 10-10 16,-8 5 15-16,-13 12 0 16,5 10-2-16,-5 3-12 0,9 0-2 15,4 3-6-15,3 13-15 16,5-1 3-16,0-2-6 15,21-7 14 1,12-3 29-16,4-3 14 16,4 0 1-1,4-18 1-15,5-10-16 0,-10-3-13 16,-7 0-22-16,-4-3-13 16,-8 4 13-16,-9 5 7 15,-4 6 28-15,-8 7 32 16,0 6 26-16,0 6 51 0,-12 0-52 15,-9 0-48-15,-3 18-6 16,-1 22 5-16,-4 16-3 16,1 11 1-16,3 17-6 15,4-4 0-15,9 9-2 16,12-9-6-16,0-2 8 0,0-4 0 16,4-10 2-1,13-2-4-15,-1-10-27 16,-12-8-70-1,-4-41-62-15,0-3-365 16</inkml:trace>
  <inkml:trace contextRef="#ctx0" brushRef="#br1" timeOffset="76191.75">25533 5619 170 0,'0'0'558'16,"0"0"-558"-16,0 0 1 15,0 0 69-15,144-67-38 16,-75 57-27-16,1 1 7 16,8 3-12-16,-4-4-28 0,-53 7-50 15,-13 0-219-15</inkml:trace>
  <inkml:trace contextRef="#ctx0" brushRef="#br1" timeOffset="77410.03">21370 6260 372 0,'0'0'235'0,"0"0"-170"0,0 0-32 15,0 0 69-15,0 0-82 16,0 0-13-16,-4 3-3 16,8-3 26-16,8 0-5 0,9 0 33 15,0 0-8-15,8 0-14 16,4 0-13-16,3-12-7 15,5 3-14-15,5-10-1 16,-9-2-1-16,-1-1 0 16,-3 1-17-1,-8-1-9-15,-9 1 7 16,-7-1-20-16,-9-3 24 16,0 3-8-16,-4 4-7 15,-21 6 30-15,-4 9 7 16,-4 3 1-16,-3 0-7 15,-2 12 2-15,5 13 26 16,0 9-3-16,9 2-23 0,12 4 15 16,8 1-18-16,4-1 0 15,0-6 0-15,20-7 3 16,17-2-3-16,0-10 6 16,4-5 6-16,0-7 6 0,0-3-7 15,0 0-5-15,-3-9-6 16,2-13-79-16,-7-6-4 0,-8-6-58 15,0-2-47-15,-25 17-66 16,0 0-38-16</inkml:trace>
  <inkml:trace contextRef="#ctx0" brushRef="#br1" timeOffset="77664.84">21990 5758 529 0,'0'0'86'0,"0"0"-59"15,0 0 97 1,0 0-44-16,0 0-32 0,0 0-13 16,0 0-10-16,12 12-25 15,-12 16 0-15,0 15 42 16,0 7-17-16,0 5-22 0,0 1 7 0,0-1-10 16,9 4 5-16,-5-14-4 15,4 2 4-15,-4-13-5 16,0-9 0-1,-4-4-22-15,5-9-50 0,-5-9-53 16,0-3-117-16,0 0-333 16</inkml:trace>
  <inkml:trace contextRef="#ctx0" brushRef="#br1" timeOffset="78029.72">22138 6223 490 0,'0'0'368'0,"0"0"-364"16,0 0 8-16,0 0 21 15,0 0-8-15,0 0-1 16,91-43-9-16,-67 24-6 0,-4-5 6 16,-3 0-4-16,-5-4 4 15,-8 6-15-15,-4-3 4 31,0 10-5-31,0 3 1 0,-20 5 0 16,-5 7-4-16,-3 0-11 16,-1 0 15-16,-4 25 13 15,8 3-10-15,4 6-3 16,5 3 0-16,12 0-1 16,4-6 0-16,0-4 1 15,12-5 0-15,17-7 1 0,12-8 1 16,-3-4-2-16,6-3-26 15,2 0-78-15,-34 0-132 16,0-7-207-16</inkml:trace>
  <inkml:trace contextRef="#ctx0" brushRef="#br1" timeOffset="78314.89">22631 6032 670 0,'0'0'83'16,"0"0"-77"-16,0 0 120 0,0 0-30 31,0 0-75-31,0 0-21 16,0-6 7-16,-25 27-7 15,-8 10 10-15,4 4-2 0,1 1-2 16,7-1-5-16,9-2-1 16,8-5-1-16,4-3-3 15,0-7 4-15,4-6 1 16,21-9 12-16,3-3-5 15,5 0-2-15,4 0-6 16,0-9-7-16,-1-15-33 0,-3-4-47 16,-8-12-32-16,-21 22-85 15,-4-5-170-15</inkml:trace>
  <inkml:trace contextRef="#ctx0" brushRef="#br1" timeOffset="78518.77">22812 5718 284 0,'0'0'446'16,"0"0"-415"-16,0 0-25 16,0 0 74-16,0 0-40 15,0 117-27-15,0-61-7 16,0 2-6-16,0-3 7 16,0-2-3-16,0-7-3 15,0-6 0-15,0-12 1 0,0-10-2 16,0-8-22-16,0-7-58 15,0-3-67-15,0 0-190 16</inkml:trace>
  <inkml:trace contextRef="#ctx0" brushRef="#br1" timeOffset="79153.66">22783 5995 101 0,'0'0'546'0,"0"0"-502"0,0 0-30 16,0 0 82-16,0 0-45 15,0 0-11-15,81-6-27 16,-48 34-6-16,5 6-2 16,-6 0-4-16,-3 2 5 15,-9 2-3-15,-7-8-1 0,-5-8-1 16,-4-4-1-16,-4-8-5 16,0-7 2-16,0-3 3 15,0 0 31-15,0 0 6 16,-8-3-18-16,0-19-18 0,3-6 1 15,5-2 29-15,0-4-22 32,0 0-9-32,0 0 0 0,21 9 0 15,0 4-6 1,8 2 5-16,3 7-3 16,-3 3-42-16,4 2-55 15,-4 7-33-15,0 0 17 0,-10 0 29 16,2 0-43-16,-9 0 44 15,-3 0 73-15,-9 0 14 0,0 0 43 16,0 0 98-16,0 10-24 16,-4 5-54-16,-13 7-21 15,5 9-5-15,-4-1-8 16,8 7-9-16,4-3-15 16,4-3-5-16,0-9 0 15,0-4-4-15,0-9 4 0,4-5 10 16,7-4 50-16,10 0-25 15,0 0 4-15,-1-16-19 0,5-9-3 16,-4-5-8 0,-5-5-3-16,-7 5 2 15,-5-4 1-15,-4 6-6 16,0 10-3 0,-13 5 0-16,-12 7-4 0,-4 6-3 15,-8 0-14-15,8 3-8 16,1 19-13-16,4 3-23 15,3 2-51-15,17-2-63 16,4-16-98-16</inkml:trace>
  <inkml:trace contextRef="#ctx0" brushRef="#br1" timeOffset="79805.28">23513 6057 495 0,'0'0'176'0,"0"0"-150"16,0 0-20-16,0 0 40 15,-12 117-4-15,12-83-36 16,0-6 0-16,0-10 18 0,0-5-8 16,0-10 46-16,0-3-12 15,0 0-16-15,17 0 20 16,3-10-12-16,4-18-13 15,1 1-23-15,0-4-6 0,-5 0-11 16,1 6-10-16,0 4-24 16,-9 9 31-16,-8 9-3 15,-4 3 17-15,0 0-3 16,0 9-19-16,0 18 17 16,0 11 4-16,0-5 2 15,0-2 4-15,0-6-3 0,12-7-3 16,4-9 2-16,9-5 2 15,-4-4 4-15,16 0 2 16,-4-22-9-16,3-9-1 16,1-3-10-16,-4-6-20 15,0-3 27-15,-9 0 4 16,-7 3 2 0,-5 9 0-16,-12 3 7 15,0 13 20-15,0 9 44 16,0 6-15-16,0 0-14 0,-12 0-44 15,-9 9-6-15,-3 19 3 16,-1 3 0-16,5 3-5 16,7 3-13-16,13-3 5 15,0-7 4-15,0 1 4 0,21-3-1 16,8-4-3-16,3-2 2 16,1-7-1-16,-16 0 11 15,-5-2 0-15,-12-4-2 16,0-3 2-16,-25 0 52 15,-20 0-17-15,-4-3-35 16,0 0-47 0,3 0-66-16,26-6-151 15,12-6-367-15</inkml:trace>
  <inkml:trace contextRef="#ctx0" brushRef="#br1" timeOffset="84943.99">29100 4047 0 0,'0'0'34'0,"0"0"13"0,0 0-4 16,0 0-21-16,0 0-20 16,0 0-1-16,0 0 0 15,0 0 0-15,0 0 9 16,0 0 16-16,0 0-1 15,0 0-6-15,0 0 3 16,0 0 12-16,0 0-12 0,0 0-11 16,0 0 18-16,0 0 24 15,0 0-29-15,0 0-12 16,0 0-7-16,0 0 4 16,0 0 2-16,0 0-2 0,0 0 3 15,0 0 5-15,0 0 1 31,0 0 7-31,0 0-3 16,0 0 1-16,0 0 1 16,0 0-10-16,0 0 3 0,0 0 2 15,0 0-4-15,0 0 3 0,0 0-2 16,0 0-2-16,0 0 0 16,0 0-9-16,0 0-2 15,0 0-1-15,0 0-2 16,0 0 0-16,0 0-2 15,0 0 2-15,0 0 5 16,0 3 2-16,0 13 16 16,0 2 7-16,0 10-5 15,0 6 0-15,0 12 9 16,0 12-24 0,0 7-2-16,0 9 6 15,8 3-6-15,0 3-7 16,1 4-1-16,3-4 1 15,1-6-1-15,3 0 0 16,1-12 1-16,-1-7 2 0,4-6-3 16,-4-6 1-16,1-9-1 15,-5-3 1-15,5-6 6 0,-9-7 5 16,0-2 5 0,1-4 10-16,-1-6-11 0,-4 1 0 15,0-7-15-15,-4 2 1 16,0-2 9-16,0 0-5 15,0 0 4-15,0 0-9 16,0 0-1 0,0 0-26-16,0-12-31 15,0-6-69-15,-8-7-26 16,-5 16-149-16</inkml:trace>
  <inkml:trace contextRef="#ctx0" brushRef="#br1" timeOffset="85600.1">29031 4913 322 0,'0'0'185'0,"0"0"-158"16,0 0 50-16,0 0 26 16,0 0-29-16,0 0-61 15,-25-24-4-15,25 24 27 0,0 0-20 16,0 0 15-16,0 0 22 15,0 0-49-15,0 9 18 16,0 13 16-16,0-1-27 31,0 1 17-31,4 2-20 0,13-2 1 0,-5 3-4 32,9-1-2-32,-6 4-4 0,6 0 1 0,4-1 0 15,-5-2 5-15,5-3-3 16,-4-4 0-1,-9-3-1-15,1-5 1 0,-6-7-4 16,-7-3 2-16,4 0 0 16,-4 0 8-16,0 0 19 15,0 0 4-15,0 0-4 0,0 0-4 16,0 0-5-16,4 0-9 16,-4 0 5-16,8 0-12 15,-8-13-2-15,4 1 1 16,1 0 2-16,-1-4 3 15,4-2 1-15,0-4-2 16,0-5 10 0,5-4-15-16,-1-6 3 15,1-6-3-15,3-4 2 16,1 1-2-16,-1 0 0 16,0 9 0-16,-8 6 1 15,0 13-1-15,-4 2 0 16,1 10-2-16,-5 6 7 15,0 0-3-15,0 0-2 0,0 0-5 0,0 0 5 16,4 0-13-16,-4 0 0 16,0 0 7-16,0 0-17 31,0 0 0-31,0 0-37 0,-4 0-44 16,-1 0-122-16,-7 0-160 15</inkml:trace>
  <inkml:trace contextRef="#ctx0" brushRef="#br1" timeOffset="87121.06">28648 5647 397 0,'0'0'140'0,"0"0"-115"15,0 0 6-15,0 0 69 16,0 0-77-16,0 0-17 16,-4-34 7-16,4 31 17 0,0 3 8 15,0 0-3-15,0 0-8 16,0 0-5-16,0 0-8 15,0 0-14-15,0 9-5 16,0 10 5-16,0 9 6 16,0 5 1-16,0 4-5 15,4 4 4-15,4-5-6 0,1-2 4 16,-9-9-4-16,4-4 1 16,0-8 2-16,-4-7-3 0,4-3 0 15,-4-3 4-15,4 0 1 16,0 0 8-1,5-9 26-15,3-19-13 16,5-6-4-16,-1-3-15 16,1 0-4-16,-1 0 1 15,-4 3-4-15,4 10 0 16,-8 2 0-16,1 10 1 16,-5 2-2-16,0 7 1 15,-4 3-2-15,0 0-5 16,4 0-10-16,0 7 1 15,4 14 16-15,1 7 1 0,3 3 1 16,-4 6 1-16,5-7-2 16,-5-2 1-16,0-6 0 15,-3-7-1 1,3-6-1-16,-8-2 0 0,4-4 3 0,-4-3-2 16,4 0-1-16,3 0 2 31,2-16 17-31,3-9-12 15,4-2-3-15,1-4-3 16,0-3 1-16,-1-3-2 0,-3 7 2 16,-1-1 0-16,-4 15-2 15,-4 4 0-15,0 9-1 16,-4 3 1-16,0 0 0 16,0 3 0-16,0 25 3 0,0 5-3 15,0 8 10-15,0 2-9 16,0-3 2-16,0-3-2 15,5-6-1-15,-1-10 2 16,0-6-2-16,-1-8-25 0,1-4-12 16,0-3-35-16,4 0-32 31,5-6 37-31,-1-19 37 0,5-3-49 16,4-6 12-1,-5 3 17-15,1 1 17 16,-1 5 0-16,-8 7 33 15,-3 8 11-15,-5 10 67 0,0 0 56 16,0 0 12-16,0 7-130 16,0 17 15-16,0 4-17 0,0 6 10 15,0-1-24-15,0-5 14 16,0 0-11-16,0-13-1 16,0-5-2-16,11-10 0 15,5 0 7-15,9 0-7 16,0-15 25-16,0-10-15 15,4-6 13-15,-13-3-20 0,0 3 1 16,-8 0-4-16,-8 1-4 0,0 8 2 16,0 6-13-1,-4 7 12-15,-16 9-3 0,-13 0 6 16,0 0-18 0,-4 9-5-16,12 10-56 0,9 2-59 31,16-11-77-31,0-1-145 0</inkml:trace>
  <inkml:trace contextRef="#ctx0" brushRef="#br1" timeOffset="87911.03">29547 5410 322 0,'0'0'269'0,"0"0"-259"16,0 0 5-16,0 0 106 0,0 0-67 16,0 0-22-16,0 0-19 31,21-68 17-31,-17 108 4 16,0 6 1-16,-4 12-9 0,4 4-13 15,-4 0-5 1,0-1-1-16,0-8-6 0,0-4 1 15,0-9-2-15,0-12 5 16,5-9-5-16,3-13 1 16,-4-6 1-16,0 0 4 0,4 0 0 15,1-16-3-15,3-12 1 16,9-8-2-16,-10 2-1 16,10 0-1-16,4 9-8 15,-5 10 2-15,-3 8-12 16,-5 7 7-16,1 0 4 15,-5 0-10 1,0 13 4-16,-4 12 8 16,0 5 5-16,0 8 1 15,-4-5-1-15,0-2-1 16,0-9-5-16,-8-4-4 0,-12-8 10 0,-9-5 58 0,0-5-27 16,0 0-15-1,0 0-16 1,9-15-1-16,8-3-2 15,4-7-12-15,8 4-7 16,0 2-22-16,0 7 15 16,29-1-34-16,-2 10-39 0,6-3-4 15,9 3 26-15,-1-3-35 16,-1 0 35-16,10-4 44 16,-13-2 18-16,-1-4 10 0,-11 1 4 15,-4 3 4-15,-9-4 4 31,-8 7 19-31,1 6 108 16,-5 3 43-16,0 0-42 16,0 0-16-16,0 0-82 0,0 12-27 15,0 16 1-15,-5 6 8 16,5 0-4-16,0 0-7 0,0-3-2 16,0-7 0-1,0-5 1-15,0-7-3 0,0-3-2 16,0-9-6-16,0 0-48 15,0-2-48-15,0-17-100 16</inkml:trace>
  <inkml:trace contextRef="#ctx0" brushRef="#br1" timeOffset="88042.19">29995 5311 437 0,'0'0'13'0,"0"0"-13"0,0 0-18 16,0 0 13-16,0 0-105 16,0 0-195-16</inkml:trace>
  <inkml:trace contextRef="#ctx0" brushRef="#br1" timeOffset="88359.32">30180 5264 487 0,'0'0'156'0,"0"0"-142"0,0 0 28 16,0 0 29-16,0 0-56 15,0 0-13-15,21 32 21 16,-17 14-3-16,0 12-9 16,0 7-1-1,0 3-2-15,4 3-6 16,0-9-2-16,0 2 4 0,4-8-4 15,-3-7 3 1,-5-6-2-16,0-6 2 16,0-9-2-16,4-10 0 15,-4-5 1-15,-4-7-2 0,0-3 0 16,0-3-1-16,5 0-10 0,-1 0-48 16,0 0-55-16,-4 0-234 15</inkml:trace>
  <inkml:trace contextRef="#ctx0" brushRef="#br1" timeOffset="88745.37">30393 5782 363 0,'0'0'201'15,"0"0"-190"1,0 0 24-16,0 0 60 0,0 0-95 16,0 0 9-1,0 0-4-15,4-9 25 0,-4 31 25 16,0 5 14-16,0 7-31 0,0 1-20 15,0-5-5-15,0-5-9 16,0-7 4-16,0-2 0 16,4-7-5-16,9-6 3 15,3-3 3-15,1 0 12 16,7 0-2-16,1-9-19 16,-4-10-31-1,-6-9-43-15,-15 13-93 16,0 0-151-16</inkml:trace>
  <inkml:trace contextRef="#ctx0" brushRef="#br1" timeOffset="88913.4">30447 5332 720 0,'0'0'218'0,"0"0"-175"0,0 0-24 15,0 0 32 1,0 0-51-16,0 0-37 0,-9-43 10 15,18 62-112-15,-9-7-188 16,4-5-177-16</inkml:trace>
  <inkml:trace contextRef="#ctx0" brushRef="#br1" timeOffset="89146.52">30656 5370 634 0,'0'0'332'0,"0"0"-331"16,0 0 12-16,0 0 33 0,0 0-41 16,28 101-5-16,-15-48 6 15,-5 5-3-15,0-2-5 16,1-1 2-16,3-2-34 16,0-7 7-16,-3-6-13 0,3-16 25 15,-4-8 15-15,1-10-17 16,-1-6-25-1,4 0-9-15,-8 0-28 16,0-9-89-16,-4-7-195 16</inkml:trace>
  <inkml:trace contextRef="#ctx0" brushRef="#br1" timeOffset="89429.59">30661 5662 634 0,'0'0'112'15,"0"0"-102"-15,0 0 62 16,0 0 2-16,0 0-74 0,0 0-7 16,-5-6 7-16,21 6 8 15,9 0 12-15,8 0-7 16,-4 0-9-16,8 0 0 15,-9 0-4-15,1 0-22 0,-4 0-57 16,-9 0-77-16,1 0-22 31,-17 0-54-31,0 0-42 16</inkml:trace>
  <inkml:trace contextRef="#ctx0" brushRef="#br1" timeOffset="89846.14">30952 5638 361 0,'0'0'145'0,"0"0"-63"0,0 0 29 16,0 0-70-16,0 0-37 15,0 0 40-15,0 71-28 16,4-41-10-16,3 4-5 16,6-3-1-16,-1-10 2 15,1 1 1-15,-1-9-2 0,0-10 5 31,1-3-5-31,3 0-1 16,1 0 8-16,4-19-7 16,-2-5 7-16,-2-4-2 15,-5 0-2-15,5 0 9 16,-13 1 1-16,0 5-7 0,0 10 19 16,-4 3 10-16,0 9 7 15,0 0 11-15,0 0-16 0,0 0-38 16,0 18 10-16,-16 19-10 15,-9 15 8-15,-3 16 1 16,-1 6 0-16,0 6-5 16,0 0 0-16,0-3-1 15,1-9-3-15,3-12-71 16,5-13 0-16,3-15-31 0,13-28-186 16,0 0-309-16</inkml:trace>
  <inkml:trace contextRef="#ctx0" brushRef="#br1" timeOffset="90997.28">31666 5718 277 0,'0'0'165'0,"0"0"-129"0,0 0 61 15,0 0 16-15,0 0-52 16,0 0-9-16,4-16 11 15,-4 16-2-15,0 0-3 16,-8 0-26-16,-4 0-11 16,-5 0-18-1,-8 0 6-15,1 19 2 16,7-1-5-16,0 13-6 16,9 0 0-16,8 0-5 15,0-3 0-15,0-4 4 0,8-5 1 16,17-4 0-1,4-9 2-15,4-6 3 16,0 0 4-16,8-9-5 0,-8-15-2 0,-4-4-2 16,-9-6-6-16,-3 3-2 15,-13-3 2-15,-4 3-4 16,0 4-4-16,-25 2-16 16,-4 10-6-16,-12 2 34 15,8 13-6-15,1 0-15 16,3 0 11-1,8 0-21-15,5 3-27 16,16 7-7-16,0-5-9 16,0 2-85-16,16-4 72 15,17-3 63-15,13 0 1 16,2 0-47-16,-2-19-19 16,3-2-32-16,4-7 88 0,-7 0 29 15,-13-5 6-15,-5 2 58 16,-8 3 66-16,-3 6 44 15,-13 10-36-15,0 6 15 16,-4 6-34-16,0 0-10 0,0 0-23 16,0 0-71-16,0 9 2 15,-8 15-3-15,-9 17-3 32,9-1-1-32,0 6-4 0,8 7-1 15,0-1 0-15,0 3 1 16,4 13 0-16,17 0 1 15,-1 3 3-15,5-4-2 16,4 2 1-16,-4-11-6 16,-6-3 3-16,-10-8 0 15,-1-10 7-15,-8-9-6 0,-12-10 3 16,-25-9 9-16,-16-3-11 16,-14-6-2-16,-6 0-56 15,-4-18-48-15,2-16-66 16,9 0-74-16,46 13 18 15</inkml:trace>
  <inkml:trace contextRef="#ctx0" brushRef="#br1" timeOffset="91135.88">31773 5949 245 0,'0'0'218'0,"119"-28"-131"16,-62 22 55-16,0-3-24 15,5 6-74-15,-8-4-44 16,-5 7-4-1,-45 0-178-15,-4 0-316 16</inkml:trace>
  <inkml:trace contextRef="#ctx0" brushRef="#br1" timeOffset="92388.93">28620 6615 531 0,'0'0'5'0,"0"0"41"15,0 0-44 1,0 0 53-16,115 0-48 16,-74-3-4-16,-9-3 0 15,1-4 1-15,1 1-2 0,-5-6 6 16,-6-1 11-16,2 1-8 15,-8 2-2-15,-1-5-2 0,1 3-6 16,-5-4 4-16,1 0-2 16,-5 4-3-16,-4 0 0 15,0-3-6-15,-4 5-3 16,0-2 9-16,0 8 0 16,0 1 13-16,-12 6 71 15,-9 0-19 1,4 0-65-16,-12 0-6 15,1 10 6-15,-4 11 12 16,-6 1-5-16,5 6 12 0,4-1 5 16,9 4 5-1,8 3-11-15,8-3-18 16,4 3-2-16,0-13 2 16,16 1 0-16,25-4 6 0,4-8-3 0,9-8 1 15,3-2 1-15,1 0-5 16,-1 0-2-16,-3-9-68 15,-46 0-104-15,-4 0-126 16</inkml:trace>
  <inkml:trace contextRef="#ctx0" brushRef="#br1" timeOffset="92673.88">29391 6177 687 0,'0'0'16'0,"0"0"-16"0,0 0 0 16,0 0 25-16,0 0-9 15,-16 117-14-15,16-68 1 16,0-2 7-1,0 2-7-15,0-6-3 0,0-3 0 0,4-6 0 16,4-6-81-16,-8-28-66 16,0 0-104-16</inkml:trace>
  <inkml:trace contextRef="#ctx0" brushRef="#br1" timeOffset="93042.85">29491 6584 602 0,'0'0'255'0,"0"0"-255"15,0 0 0-15,0 0 27 16,0 0-26-16,0 0 31 0,0 0-25 16,127-71 2-16,-115 50 0 15,-4-4-3-15,-8 3-6 16,0 4 0-16,0 0 4 15,-8 11 10-15,-13 4 3 0,-3 3-3 16,3 0-14-16,-8 0 0 16,8 22 7-16,2 2-7 15,6 7 2 1,5 0-6-16,8 3 4 16,0-3 0-16,8-4-4 15,16-5 3-15,5-7 0 16,8-8-4-16,0-4 1 15,5-3-7-15,2 0-27 16,2-7-46-16,-30-5-132 16,-3 0-167-16</inkml:trace>
  <inkml:trace contextRef="#ctx0" brushRef="#br1" timeOffset="93289.71">29974 6378 164 0,'0'0'449'0,"0"0"-438"15,0 0-10-15,0 0 89 16,0 0-49 0,0 0-39-16,-106 138 1 15,102-101-2-15,4-3-1 0,0-3 0 16,4-10 1-16,16-5 17 16,1-10-11-16,11-6 13 15,1 0-1-15,4 0-10 16,1-12-9-16,-1-16-63 15,-9-6-64-15,-8-3-75 16,-3-6-10-16,-17 24 72 16</inkml:trace>
  <inkml:trace contextRef="#ctx0" brushRef="#br1" timeOffset="93459.48">30151 6294 223 0,'0'0'236'16,"0"0"-71"-16,0 0-61 0,0 0-80 15,0 0-16-15,0 0-6 16,0 0 18-16,-4 87-6 0,4-38-7 15,0-3 0-15,0 3-5 16,0-9-1-16,0-6-1 16,0-9-25-16,0-6-20 15,0-10-6 1,0-6-40-16,0-3-129 16,0 0-91-16</inkml:trace>
  <inkml:trace contextRef="#ctx0" brushRef="#br1" timeOffset="94767.03">30130 6470 327 0,'0'0'218'15,"0"0"-214"-15,0 0 9 16,0 0 78-16,0 0-62 0,132 6-19 16,-99 13 16-1,0 2-1-15,-8 4 3 0,-9-1 8 16,-5 4-31-1,-2-6 7-15,-9 2 6 0,0-2 2 16,0-9 6-16,0-1 3 0,0-6 4 16,0-6-7-16,-4 0-17 15,-1 0 10-15,2 0-11 16,-1-6-6 0,0-19-4-16,0-2 2 0,4-14 0 15,0-2 1 1,0 6 1-16,15 0-2 15,2 10 0-15,4 11 0 16,3 4-1-16,-3 5 0 16,0 7-2-16,-5 0 1 15,-3 0-7-15,-2 0-33 16,-7 10-9-16,5-1 30 16,-9 0 15-16,0-2 0 0,4-2 5 15,-4-5-1-15,0 0 2 16,0 0 0-16,0 3 3 0,0 1 0 15,0 2 22 1,0 9-14-16,0 10 21 0,0 3-5 16,-4 2-27-16,-1 4 8 31,5-6-8-31,0 0 1 0,0-9-4 16,0-7 3-16,0-6-3 15,9-6 3-15,7 0 26 16,5 0 21-16,4-13-26 15,4-11-13-15,-5-4 1 16,-4-6-5-16,-8 4-1 16,-3-5 6-16,-9 8-6 0,0 2 7 15,-9 13-4-15,-7 2 1 16,-8 10-7-16,-5 0-13 16,4 0-5-16,5 13-10 15,-1 5-22-15,9 4-34 16,8-1-41-16,4-2-7 15,0-7-23 1,0-6-32-16,20-6 115 0,13 0 69 16,0 0 3-16,5-12 3 15,-2-6 4-15,-3-1-1 0,-4 4 45 16,-4 2 20 0,-9 4-11-16,-8 3 6 15,0 6 8-15,-8 0 5 16,0 0 9-16,0 9-19 0,0 16-5 15,0 9-18-15,0 6-23 16,0-3-8-16,0-6-14 16,0-6 10-16,0-13-9 0,0-6 1 15,0-6 20 1,0 0-1-16,0 0 19 0,16-13-1 16,5-11-21-1,4-10-13 1,4 6-3-16,-5-9-2 0,-3 9-2 15,-5 7 0-15,-4 9-1 16,-8 5 1-16,-4 7-1 16,0 0 2-16,0 0 0 15,0 22-7-15,0 9 7 16,0 3 4-16,0-3-3 0,0-1 1 16,0-5-2-16,0-12 0 15,4-8 0-15,4-5 0 16,9 0 0-16,8 0 5 15,0-5-3-15,8-20-4 16,-1-3 0-16,1-3-18 16,0-6 16-16,-4 0-1 0,-4 9 5 15,-10 7-5-15,-2 6 22 16,-5 8-17-16,-4 7 27 16,-4 0-25-16,8 0 27 0,9 22-25 15,3 12-4 1,9 6 3-1,-4 3-3-15,-1-3 0 16,-3-3-6-16,-9-6-15 0,-12-13 9 16,0-2 12-16,-21-10 0 15,-27-3 10-15,-10-3-3 16,-16 0-7-16,8-22 0 16,4 1 2-16,22-7 12 15,15 7-3-15,13-1-11 16,12 7 0-16,0 5-80 0,20 1-81 15,1 9-135-15,0 0-184 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32:24.181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11231 4956 39 0,'0'0'28'16,"0"0"5"-16,0 0-12 16,0 0-11-16,0 0-10 15,0 0 0-15,0 0 6 16,0-9 2-16,0 6-4 15,0 3 1-15,0-3 10 0,0 0 8 16,0 3 5-16,0-3-25 16,0 0 13-16,0 0-7 15,0-3-9-15,0 6 2 16,0-3 0-16,0-1 0 16,4 4-2-16,-4-3 0 0,4-3 5 15,0 3-4-15,0 0-1 16,0-3 0-16,0 3-1 0,1 0-4 15,-1 3-27-15,-4-4-18 16,0 1-27-16</inkml:trace>
  <inkml:trace contextRef="#ctx0" brushRef="#br0" timeOffset="987.18">11493 4809 92 0,'0'0'34'15,"0"0"-32"-15,0 0 8 16,0 0 47-16,0 0-19 16,0 0-12-16,0 0 0 0,33-13-3 15,-33 13-4-15,0 0 17 16,4 0-2-16,-4 0-15 15,0 0-7-15,0 0 0 16,0 0-6-16,0 0 4 16,0 0-9-1,0 0 0-15,0 0-2 16,0 0 1-16,0 0 0 16,0 0-1-16,0 0-2 15,0 0 3-15,0 0 0 16,0 0 1-16,0 0 0 0,0 0-1 15,0 0 0 1,0 0 0-16,0 0 2 0,0 0-2 16,0 0 2-16,0 0-2 15,0 0 0-15,0 0-10 16,0 0-10-16,0 0-19 0,0 0-17 16,0 0 6-16,0 0 6 15,0 0 10-15,0 0 16 31,0 0-4-31,0 0-15 16,0 0-52-16</inkml:trace>
  <inkml:trace contextRef="#ctx0" brushRef="#br0" timeOffset="1071.79">11493 4809 6 0</inkml:trace>
  <inkml:trace contextRef="#ctx0" brushRef="#br0" timeOffset="2235.3">11493 4809 6 0,'37'-19'104'0,"-37"19"-77"0,0 0 25 0,0 0 24 0,0 0-12 16,0 0 9-16,0 0-26 16,5 0-8-16,-5 0 2 15,0 0 0-15,0 0 1 16,0 0-3-16,0 0-4 0,0 0-1 16,0 0-9-16,0 0 3 15,0 0 4 1,0 0-14-16,0 0-4 15,0 0-6-15,0 0 2 16,0 0 12-16,0 0-7 16,0 0-6-16,0 0 5 15,-5 0-9-15,-3 0 9 16,-4 0 7-16,-5 3-5 16,6 3 4-16,-6 0-6 0,1 0-2 15,-1 1 4-15,1 2-10 16,-1 0 3-16,1 4 2 15,-1-1-7-15,1 3 5 16,-8 1-2-16,7-1 0 0,-3 1 3 16,-1-1-8-16,0 3 3 15,1 4 2-15,-9 3-6 16,1-4 6-16,-1 7 3 0,4-3-5 16,-4-1 4-1,0 4-7-15,-3-3 5 16,-1 6-4-16,0-4-2 15,0 1 6-15,1 0-4 16,-1-4 2 0,-5 4 0-16,5 3-2 0,0 0 0 15,1-3 4-15,3 3-6 16,-4-4 2 0,0-2 0-16,1 3 0 0,3-4-1 15,-8 4-2-15,4-3 0 0,0-4 0 16,1 4 1-16,3-3 2 15,0-1-3-15,-4 1 1 16,1 2 0-16,3-2-1 16,-4 2 0-16,0 1 0 15,0-7 2-15,5 4-2 16,7-3 0-16,-4-4 1 0,5 3-2 16,-5 1 3-16,4-3-2 15,-3 2 0-15,-5-3 0 16,0 4 2-16,1 0-1 15,3-4-1-15,-3-3 1 32,3 4-1-32,-4 2 0 15,0 1-1-15,0-7 1 0,9 3 0 0,-4-3 0 16,-1 1 2-16,-4-1-4 16,0 1 2-1,4-1 0-15,0 1 0 16,6-1-1-16,-2 0 1 0,5 3 0 15,-5-2 0-15,4-1-2 16,-3 3 2-16,3-2 0 0,-2-1-1 16,2-3 2-16,0 4-1 15,1-4 0-15,8 0 0 16,-9 6 0-16,9-5-1 16,-5-1 1-16,1 3 0 15,-4-2 0-15,3 5 0 16,-6-3 0-1,-2 4 1-15,4-4-1 16,-3 1 0-16,-1-4 2 16,9 3-5-16,-5-6 2 0,0 0 1 15,10-3 6 1,-1 4-5-16,0-1 1 16,8-6-2-16,-4 3-2 15,-1-3 0-15,5 3 1 0,-4-3 1 0,0 6 0 16,0-3 1-16,0 0-1 15,0 0 0-15,0-3 2 16,-1 3-4-16,1-3 1 16,4 3 1-16,0-3 1 15,-4 0 1-15,4 4-2 16,-4-1 0 0,4-3-7-16,0 0 4 15,0 0-13-15,0 0-32 16,0 0 8-16,0 0-80 0,0 0-71 0,0 0-119 15,0 0-170-15</inkml:trace>
  <inkml:trace contextRef="#ctx0" brushRef="#br0" timeOffset="3157.56">9059 6674 6 0,'0'0'121'0,"0"0"-110"16,0 0 15-16,0 0 19 15,0 0-25-15,0 0 13 16,17-53-6-16,-13 47 23 16,8-6-18-16,-8-1 12 0,5 1 18 15,-5 2-8-15,4-2-6 16,-4 9-21-16,0-6 8 0,-4 3 0 15,4 0-5-15,1 2 9 16,-5 1-20 0,0 3 2-16,4 0 15 0,-4 0-8 15,0 0 0-15,0 0-10 16,0 0-10 0,0 0 5-16,0 0-9 15,0 0 12-15,0 0 8 16,0 0-12-16,0 0 3 15,0 0-13-15,0 0-1 16,0 0-2-16,0 3-11 16,0 10 12-16,0 5 1 15,0 4 2-15,0 0 1 0,0 2-4 16,0 4 1-16,0 3 2 0,0 3-2 16,0 9-1-16,0 0 0 15,0 10 4 1,0 2-4-16,0 1 0 15,0-1 0-15,0 0 4 0,0-6-4 16,0 4 0 0,0-4-2-16,0-2 3 15,0-1-1-15,0 0 0 16,0 0 1-16,-4 1 1 16,-1-7-2-16,1-4 0 15,0-1 0-15,0-5 0 16,4-2 0-16,-4 0 0 15,0-3 1-15,4-4 1 0,-4-2-2 16,-1-4 0-16,1-3-2 16,0-3 5-16,4-2-3 15,0-7 0-15,0 0 1 0,0 0-2 16,0 0 1 0,0 0 0-16,0 0 0 0,0 3 1 15,0 0-1-15,0-3 0 31,0 3 1-31,0-3-2 16,0 3-10-16,0-3-7 0,0 0-10 16,0 0-6-16,0 0-13 15,0 0-46-15,0 0-66 16,0 0-197-16</inkml:trace>
  <inkml:trace contextRef="#ctx0" brushRef="#br0" timeOffset="4649.55">11493 4870 40 0,'0'0'35'0,"0"0"-31"16,0 0-8-16,0 0-11 15,0 0 15-15,0 0 5 16,0 0 0-16,13-21 17 0,-13 21-11 16,0 0-6-16,0 0 11 15,0 0 0 1,4-4 4-16,-4 1-5 0,0 0-3 15,0 3-5-15,0-3-7 0,0 3-8 16,0 0 1-16,0 0-12 16,0 0-16-16,0 0-19 15,0 0-4-15</inkml:trace>
  <inkml:trace contextRef="#ctx0" brushRef="#br0" timeOffset="6176.59">11592 4774 142 0,'0'0'39'15,"0"0"-32"-15,0 0 49 0,0 0 11 16,0 0-9-16,0 0-27 16,0 0 9-16,0 0-9 0,0 0 7 31,0 0 7-15,0 0-4-16,0 0-12 0,0 0-2 15,0 0-1-15,0 0-1 16,0 0-6-16,0 0-13 0,0 0-5 0,0 0-1 15,0 0-1 1,0 0 1-16,0 0 0 16,0 0 0-16,0 0-1 15,0 0 1-15,0 0 3 16,0 7 3-16,0-1-1 16,0 0-5-16,0 0 12 15,0 4-6-15,0-5 1 16,0 5-2-16,0-1-3 0,0-3-2 15,0 4 0-15,0-1 1 16,0 3 1-16,0-2-1 0,0 2 1 16,0 0-2-16,0 7-15 15,0-4-29-15,0 7-46 16,0-19-99-16,-4 2-63 31</inkml:trace>
  <inkml:trace contextRef="#ctx0" brushRef="#br0" timeOffset="6495.81">11518 5148 258 0,'0'0'122'0,"0"0"-103"0,0 0-14 31,0 0 46-31,0 0-27 16,0 0 20-16,-4 6-39 16,4-3 2-16,0 0 27 0,0 6-17 15,0 3 10-15,0 1 17 16,0 2-26-16,0 1-5 16,0-1-8-16,0 6 0 15,0 4-1-15,0 3 0 16,0 0-4-16,0 3-23 15,-4-4-2-15,0-2-59 16,4-4-46-16,-9-17-18 0,9-1-49 16</inkml:trace>
  <inkml:trace contextRef="#ctx0" brushRef="#br0" timeOffset="6727.69">11497 5557 275 0,'0'0'158'15,"0"0"-119"-15,0 0-6 16,0 0 6-16,0 0 3 16,0 0-19-16,0 0-23 15,-8 111 0-15,8-95-14 0,0-1-57 16,0 1-17-16,0-1-38 15,-4-15 4-15</inkml:trace>
  <inkml:trace contextRef="#ctx0" brushRef="#br0" timeOffset="6861.84">11478 5850 26 0,'0'0'96'0,"0"0"-41"16,0 0-25-16,0 0 14 15,0 0 10 1,0 0-36-16,-4 105-18 15,4-102-18 1,-5-3-197-16</inkml:trace>
  <inkml:trace contextRef="#ctx0" brushRef="#br0" timeOffset="7647.1">11501 5924 211 0,'0'0'75'16,"0"0"-47"-16,0 0 39 15,0 0 13-15,0 0-36 16,0 0-11-16,5 0 1 16,-10 0-9-16,-3 0 1 15,-3 10-6-15,-2-1-4 0,-7 3-8 16,-5 4-4-1,-4 2-4-15,0 4-3 16,-7-1-24-16,-1 1-28 16,4-1-76-1,24-14-36-15,1-4 50 0</inkml:trace>
  <inkml:trace contextRef="#ctx0" brushRef="#br0" timeOffset="7900.31">11079 6257 320 0,'0'0'79'16,"0"0"-75"-16,0 0-4 15,0 0 20-15,0 0-17 16,0 0-3-16,0 0-3 15,-107 90-15-15,87-75 12 16,3 1-30-16,-8-4-7 16,6 0-19-16,6-12-2 15,9 0-65-15</inkml:trace>
  <inkml:trace contextRef="#ctx0" brushRef="#br0" timeOffset="8064">10739 6507 156 0,'0'0'75'0,"0"0"-69"16,0 0-6-16,0 0 14 0,0 0-10 31,0 0-4-31,-58 52-21 0,54-46-14 0,-5 4-5 0,5-4 6 16,-4 3 15 15,8-6-3-31,-4-3-30 16</inkml:trace>
  <inkml:trace contextRef="#ctx0" brushRef="#br0" timeOffset="8270.94">10455 6686 259 0,'0'0'36'0,"0"0"-15"0,0 0 1 0,0 0-14 16,0 0-8-16,0 0-21 31,-90 61 0-31,73-51-34 0,0-1-17 16,13-9 29-16,0 0-91 15</inkml:trace>
  <inkml:trace contextRef="#ctx0" brushRef="#br0" timeOffset="8450.04">10254 6871 204 0,'0'0'93'0,"0"0"-69"15,0 0-18-15,0 0 35 0,0 0-27 16,0 0-14-16,0 0-22 0,-79 68-40 16,76-62-71-1,3-6 5-15</inkml:trace>
  <inkml:trace contextRef="#ctx0" brushRef="#br0" timeOffset="8619.06">10025 7065 0 0,'0'0'182'0,"0"0"-111"16,0 0-31-16,0 0 15 15,0 0-13-15,0 0-25 16,-120 92-11-16,99-77-6 15,5 1-16-15,0-4-49 0,-5 4 2 16,21-16 10-16,-8 3-92 16</inkml:trace>
  <inkml:trace contextRef="#ctx0" brushRef="#br0" timeOffset="8804.11">9638 7429 45 0,'0'0'216'0,"0"0"-173"16,0 0-37-16,0 0-2 15,0 0-1-15,0 0-3 32,-73 86-60-32,68-86-45 0</inkml:trace>
  <inkml:trace contextRef="#ctx0" brushRef="#br0" timeOffset="9152.2">9384 7632 136 0,'0'0'77'0,"0"0"-32"16,0 0 34-16,0 0-1 16,0 0-40-16,0 0-21 15,-29 34-6-15,29-31-10 16,-4 3-1-16,-5 4 0 0,5-1-20 15,-4 3-7-15,0-3 16 32,-1 1-14-32,1-2 2 15,-3 5 10-15,3-7 2 0,-1 3 8 16,-3-2 3-16,4-1 2 16,-9 3 0-16,9-3-1 15,-5 1 0-15,1-1 3 16,4 0-4-16,-5 3 3 15,5-6-2-15,0 4 4 0,-1-7 2 16,9 2-5-16,0 1-2 16,-4-3-2-16,4 3-37 0,0-3-88 15</inkml:trace>
  <inkml:trace contextRef="#ctx0" brushRef="#br0" timeOffset="29968.43">12840 4766 31 0,'0'0'116'15,"4"-4"-91"-15,-4 4-11 16,0 0 34-1,0-3-5-15,0 3-6 0,0 0-1 16,0 0 1-16,0 0 9 16,0 0-10-16,0 0-1 15,0 0-8-15,0 0 0 16,0 0 4-16,0 0-7 16,0 0-6-16,0 0-2 15,0 0-8 1,0 0 7-16,0 0-3 15,0 0-3-15,0 0 4 16,0 0-4-16,0 0-1 16,0 0-1-16,0 0-7 0,0 0 3 15,0 0 0-15,0 0-3 16,0 0 3-16,0 0 1 16,0 0-2-16,0 0 0 15,0 0 0-15,0 0 3 0,0 0-5 16,0 0-4-16,0 0-19 15,0 0-19-15,4 0-2 16,0 0-13-16,0 0-7 16,-4 0-8-16,5 0-10 15,-1 0 13 1,0 0 26-16,-4 0 19 16,4 0 22-16,-4 0 0 15,4 0-12-15,-4 0 7 16,0 0 7-16,4 0 8 15,-4-3 12-15,0 3-15 16,0 0-2-16,4-3 33 16,-4 3 1-16,0 0 0 0,0 0 8 15,0 0 13-15,0 0-11 16,0 0-1-16,0 0-2 16,0 0-6-16,0 0-10 0,0 0-13 15,0 0-2-15,0 0-3 16,0 0 3-16,0 0-7 15,0 0-2-15,0 0 8 16,0 0-4-16,0 0 4 0,-4 0-4 16,-4 3 24-16,-4 3-22 15,3 3 4-15,-3-2 5 16,-5 2-4-16,-3 3-7 16,4 0-3-16,-4 7 4 15,-1 0 7 1,-4-1-6-16,-4 4-3 15,0-1-3-15,5 4 2 16,-5 0-6-16,1 2 6 0,-6 1 2 16,1 0-6-1,5 3 5-15,-5 2 1 16,0-2-3-16,4 0 2 16,0 0 0-16,2 0-7 0,-7-1 12 15,6-2-11-15,-1 3 8 0,0-6 5 16,5 0-11-16,-1-4-4 15,0 1 1-15,0-1 0 16,1 1 3-16,-1 3-1 16,-3-7 0-16,3 4-2 15,-4-1 2 1,4-3-2-16,-4 4 0 16,2-4 2-16,2 1 11 15,0 0-10-15,0-1 3 16,4 1 2-16,5-7-8 15,-1 3 0-15,2 1 0 16,-2-4 1-16,5 0 1 16,-5 4-1-16,5-4-1 0,0 0 0 15,-5 4 1-15,1-1-1 0,-1-3 0 16,-3 4 0 0,4-4 2-16,-5 1 0 15,9 2-1-15,-5-3-1 16,1-2 0-16,-1 2-2 15,1-3 1-15,3 3 1 16,-2 1-1-16,2-7 4 16,1 6-3-16,-1-2 0 15,-3 2-1-15,4 1 0 16,-9-4 2-16,8 3 0 16,-3-3-1-16,4 4 0 15,-1-7-1-15,-2 3 3 0,2 0-2 16,-3 0 0-16,-1 4 1 15,1-4-1-15,-1 4 0 16,1-1 0-16,-1-3-2 16,0 3 2-16,6-2 0 15,-5 2 0-15,7-3 1 0,-7 3-2 16,3 1 1-16,-3-1 0 16,3 1-1-16,-3 2-1 0,3-3 2 31,-3 1 0-31,-4 2 0 0,4 0 1 0,-1-2-1 31,-3 2 0-31,7-6 0 16,-3 0 2-16,7-2-2 15,-3-1 1-15,4 3 1 0,-1 0-3 16,-3-5 2-16,1 4-1 16,-2-4 0-16,1 5 0 15,-5-3-1-15,1 0 2 16,3 4-1-16,-3-4 0 15,3-6 0-15,5 3 0 16,4 0-1-16,4-3-3 16,0 0 2-16,0 0-5 0,0 0-12 15,0 0 6-15,0 0-5 0,0 0-14 16,0 0-15-16,0 0-17 16,0 3-5-16,0 0 2 15,0-3-21 1,0 0-55-16,0 0-76 0</inkml:trace>
  <inkml:trace contextRef="#ctx0" brushRef="#br0" timeOffset="30723.48">10858 6439 36 0,'0'0'124'16,"0"0"-103"-16,0 0-5 16,0 0 70-1,0 0-6-15,0 0-24 0,0 0-6 16,20-12-14-16,-20 12-13 15,0 0-2 1,0 0 9-16,0 0 0 16,0 0 2-16,0 0-13 0,0 0-19 15,0 0-1-15,-8 12 1 16,-4-2 8-16,-5 2 8 16,0 0-14-16,1 3 1 15,-5 1-2-15,1-4 6 16,4 0 1-16,4 1 2 0,-5-4 5 15,9-3-10-15,0 3-4 16,8-6 1-16,0-3-2 16,0 0 0-16,0 0-3 0,-5 0 2 15,5 0 1-15,0 0 0 16,0 0-4-16,0 0-7 16,0 0-18-1,0 0-3 1,0 0-19-16,0 0-44 15,0 0-58-15,0 0 27 16</inkml:trace>
  <inkml:trace contextRef="#ctx0" brushRef="#br0" timeOffset="31708.9">10710 6568 31 0,'0'0'157'0,"0"0"-134"15,0 0-11 1,0 0 25-16,0 0 10 0,0 0-16 16,0 0 3-16,0 0 19 15,0 0-2-15,0 0-2 16,0 0-6-16,0 0-11 0,0 0-12 16,0 0 2-16,0 0-1 15,4 0-1-15,-4 0-1 16,0 0-3-16,0 0-2 15,0 0 3-15,0 0-1 0,0 0-10 16,0 0-4-16,0 0-2 16,0 0 0-16,0 0 3 15,0 0-3-15,0 0-2 16,0 0 2-16,0 4 1 16,0-1 3-1,0 6-4-15,0-3-4 16,0 3 4-16,0 1 9 15,0-1-8-15,-4 3-1 16,0 1 8-16,-1-1-8 0,1 3 0 0,-4 4 8 16,4-1 5-16,-4 10 0 15,4 3-8-15,-1 3 2 16,1 3-7 0,0 6 0-16,0-6-1 15,4 0 5-15,-8 0-4 0,8 0 1 16,-9-3 1-16,5 3-2 15,0-3 1-15,0-7-1 16,0 4 0-16,-4-3 0 16,4-4 3-1,0 4-2 1,0 0 1-16,0-3-2 0,0 3 0 16,0-1 0-16,0-2 0 15,-5-4 2-15,9 1-1 0,-8-1-1 16,4-2 0-16,0 2 0 0,0 4 0 15,0-3-1 1,0 2 1-16,4-5 0 0,-5 3 0 16,1-1 0-1,4-2-2-15,0 2 6 16,0-2 1-16,-4-4-3 16,4-2 1-16,-4-1 3 0,4-3-5 15,0 0-1 1,0 1 0-16,0-7 2 0,0 0-1 0,-4 0 0 15,4 0 0 1,0-3 4-16,0 3-4 16,0-3-1-16,0 0 0 0,0 0 1 15,0 0 0-15,0 0-1 16,0 0-12-16,0 0-31 16,0 0-31-1,0 0-14-15,0 0-30 16,0-3-98-16,0 0 13 15</inkml:trace>
  <inkml:trace contextRef="#ctx0" brushRef="#br0" timeOffset="33412.75">10595 6793 10 0,'0'0'52'0,"0"0"-41"0,0 0 18 15,0 0 7-15,0 0-22 16,0 0-8-16,24-61-6 0,-20 55 2 15,-4 0 5 1,4 3 11-16,0-1-4 16,-4 1 7-1,4 0 7-15,-4-3-15 16,0 3-10-16,4-3 3 0,-4 3 2 16,5 0-4-16,-5-1 0 15,0 1-3-15,4 1 1 16,-4-1 5-16,0-4 9 0,0 1-11 15,4 3-1 1,-4 0 5-16,0 3 21 0,0 0-21 16,0-3 1-16,0 3-1 15,0 0-7-15,0 0-2 16,0 0 0-16,0-3 1 16,0 3 10-16,0 0 16 15,0 0 7-15,0 0 4 16,0 0-6-1,0 0-3-15,0 0-9 16,0 0-5-16,0 0 5 16,0 0-7-16,0 0-8 15,0 0 5-15,0 0-10 0,0 0 0 16,0 12 15-16,0 4 0 16,0 5 2-16,0 7-13 15,0 9 3-15,0 3 12 16,-4 6-5-16,-5 4 2 15,9 2 0-15,-4 0-3 0,0 4-1 16,0-4 1-16,4 1 2 16,0-1 2-16,-4 3-8 15,4 1 6-15,0-1-1 16,0-2 0-16,0-4-3 0,0-6-6 16,0-6 0-16,0-3 15 15,0-6-10-15,0-7-9 16,0-2 1-16,0-10 6 15,0 1-3-15,0-5 0 16,0-1-1-16,0-4 4 16,0 3 0-1,0-3-2-15,0 3-2 16,0-3-2-16,0 6 0 16,0-6 1-16,0 3-1 15,0 3 1-15,-4-6 2 0,4 3-5 16,0-3 0-16,0 0-1 15,0 0 1-15,0 0 2 16,0 0 0-16,0 0 1 16,0 0-3-16,0 0-2 0,0 0 1 15,0 0-2-15,0 0 1 16,0 0 2-16,0 0 0 16,0 0 2-16,0 0-2 15,0 0-1-15,0 0-3 31,0 0-9-31,0 0-4 0,0 0 17 16,0 0 0-16,0-6 5 16,0 0-3-16,0-3-2 15,0 0 0-15,0-4-2 16,0-2 2-16,0 0 0 16,0-1 1-16,0 7 0 15,0-4-1-15,0 1-1 0,0 3 0 16,0-3-2-16,0 5-8 15,0 1 4-15,0 0 7 16,0 0 0-16,0 6-6 0,0 0 2 16,0 0 3-1,0 0 0-15,0 0-16 0,0 0 12 16,0 0-8-16,0 12-15 16,0 6 26-16,-4 4-6 0,0-3 8 15,0-4 0-15,4 0 1 16,-4-2 0-16,0-1 1 15,4-6 1-15,0 3-3 16,0-5-3-16,0-1-62 16,0 0-30-1,0-3-23-15,0 0-16 16,0 0-55-16,0 0-11 16</inkml:trace>
  <inkml:trace contextRef="#ctx0" brushRef="#br0" timeOffset="34866.9">12819 4864 182 0,'0'0'79'0,"0"0"-65"15,0 0 26-15,0 0 58 16,0 0-34-16,0 0-19 16,0 0-3-16,0 0-1 0,9 0 19 15,-9 0-8-15,0 0-16 16,0 0-12-16,0 0-19 15,0 0-5-15,0 3 0 16,0 10 0-16,0 2 15 0,-5 0-6 31,1 4-4-31,-4 2-3 16,4 7 0-16,0 0-1 16,0 2 0-16,4 1-1 0,-5-3-1 15,5 3-40-15,0-3-15 16,0-1-23-16,0 1-36 15,0-3-46-15,-4-22 7 16,1 6-34-16</inkml:trace>
  <inkml:trace contextRef="#ctx0" brushRef="#br0" timeOffset="35067.36">12721 5453 97 0,'0'0'51'16,"0"0"-36"-16,0 0 8 0,0 0 29 15,0 0-24 1,0 0 2-16,-8 74 3 16,4-62 12-1,4 3-2-15,0 1-21 16,-4-1-5-16,-1-5-10 16,1 2-7-16,4 0-41 0,-4-12-73 15,4 0-75 1</inkml:trace>
  <inkml:trace contextRef="#ctx0" brushRef="#br0" timeOffset="35220.98">12663 5721 162 0,'0'0'50'0,"0"0"-35"16,0 0-13-16,0 0 4 31,0 0-6-31,0 0-11 15,0 56-56-15,-4-54-90 16</inkml:trace>
  <inkml:trace contextRef="#ctx0" brushRef="#br0" timeOffset="35405.25">12655 5881 107 0,'0'15'82'0,"-4"-8"-64"16,4-4-5-16,0 6 38 15,0 0-2-15,0-2-15 16,0 2-24 0,0 0-8-16,0-3-2 0,0 0-18 15,0-6-63-15,0 0-57 0</inkml:trace>
  <inkml:trace contextRef="#ctx0" brushRef="#br0" timeOffset="36122.54">12619 6054 202 0,'0'0'71'16,"0"0"-45"-16,0 0 55 15,0 0-8-15,0 0-5 16,0 0-41-16,4-12-21 15,-4 12-1-15,0 0 28 16,0 0-25 0,0 9-5-16,0 3 0 15,0 0 0-15,0 1 4 16,0-1-6-16,0 1 2 16,0-1 1-16,0-6-2 0,0 6-2 15,0-6 1-15,0 1-1 16,0-2-41-1,0-1-3-15,0-4-44 0,0 0-34 16,0 0-28-16</inkml:trace>
  <inkml:trace contextRef="#ctx0" brushRef="#br0" timeOffset="36389.08">12619 6054 247 0</inkml:trace>
  <inkml:trace contextRef="#ctx0" brushRef="#br0" timeOffset="36542.87">12619 6054 247 0,'-4'114'109'0,"4"-114"-96"0,-5 0 53 0,-3 3 23 0,0 3-53 15,-4 1-31-15,-5 5-2 16,-4 0 0-16,-3 3 12 0,0 7 20 0,-9 3-8 15,4 2-19 1,-4 4-5-16,4 0-2 16,-7 3-2-16,7 3-26 15,0-6-32-15,4-7-62 16,21-21-54-16,-5-3 25 16</inkml:trace>
  <inkml:trace contextRef="#ctx0" brushRef="#br0" timeOffset="36790.07">12072 6556 334 0,'0'0'105'0,"0"0"-43"15,0 0-40-15,0 0 79 16,-127 59-71-16,106-47-22 0,6 0-8 15,2 4-1-15,5-4-1 16,4 0-20-16,0 1-36 16,4-1-31-16,-4 1-40 15,-1-4 7-15,1-3-21 16</inkml:trace>
  <inkml:trace contextRef="#ctx0" brushRef="#br0" timeOffset="36928.68">11830 6800 11 0,'0'0'96'16,"0"0"-46"-1,0 0 5-15,0 0 7 0,0 0-25 16,0 0-9-16,0 0-11 16,-77 108-4-16,60-93-7 15,5 1-3 1,-9-1-3-16,4 3-25 16,5-2-29-16,8-13-47 15</inkml:trace>
  <inkml:trace contextRef="#ctx0" brushRef="#br0" timeOffset="37144.71">11412 7127 187 0,'0'0'67'0,"0"0"-46"16,0 0-18-1,0 0 26-15,0 0-15 16,0 0-14-16,-86 64-7 0,82-55 0 15,-1-2-33 1,1 2 17-16,0-3 18 16,4-3-9-16,-4 7-20 15,4-10-53-15</inkml:trace>
  <inkml:trace contextRef="#ctx0" brushRef="#br0" timeOffset="37299.37">11227 7311 117 0,'0'0'68'15,"0"0"-61"-15,0 0 42 16,0 0 2-16,0 0-48 16,0 0 12-16,-78 90-15 15,70-78-18-15,-1 4-36 0,1-4-8 16,0-3 9 0,0 4-3-1</inkml:trace>
  <inkml:trace contextRef="#ctx0" brushRef="#br0" timeOffset="37648.01">11005 7543 31 0,'0'0'70'0,"0"0"-11"16,0 0-15-16,0 0-24 15,0 0-20-15,0 0-4 16,-95 61-32-16,80-51-3 0,2-1 15 16,5 0 20-16,-4 0 2 15,-1 4 2-15,1-1 1 16,4-3-1-16,-1 1 0 0,1-1-21 15,-4 0-2-15,3-3 23 16,1 3 7-16,-4 1 45 16,8 2-18-16,-5-3-14 15,2 3-9-15,3 1-7 16,-4-1-3-16,-5 4 4 16,1-4-4-16,-1 1 0 15,1-5-1-15,0 2-1 0,-1-7 0 16,1 3 2-16,8-3 1 31,-5 0 0-31,5 0 0 0,4 0 6 16,0-3-5-1,0 0-3-15,0 0-43 0,0 0-129 16</inkml:trace>
  <inkml:trace contextRef="#ctx0" brushRef="#br0" timeOffset="45123.68">9753 8215 107 0,'0'0'180'0,"0"0"-131"16,0 0 11 0,0 0 25-16,0 0-7 0,0 0-7 15,0-13-35-15,0 1 17 16,-4 0-16-16,-1-1 0 0,1 1 21 15,1-1-30-15,-1 1-12 16,-8 0-12-16,-1 3-1 16,1 2-5-16,-5-1 2 15,1 4-2-15,-1 1 2 16,5 0 0-16,-5 3-1 16,1 0-4-1,-4 0-2-15,-1 3 2 16,1 9 2-16,-5 7 2 15,4 3 1-15,5-1 6 16,3 4-2-16,9-3-2 0,-4-1 0 16,8-2-2-1,0-1 0-15,0-3 0 0,12 1-3 16,5-4 3-16,4-2-1 16,-5-2 1-16,5-1 7 0,-1-1-4 15,-3-6-3-15,-2 0 9 16,6 0-5-16,4 0 1 15,4-3-5-15,4-19-12 16,-21 10-94-16,-3 0-191 16</inkml:trace>
  <inkml:trace contextRef="#ctx0" brushRef="#br0" timeOffset="45543.41">9860 8165 346 0,'0'0'205'0,"0"0"-186"16,0 0-18-16,0 0 30 16,0 0-19-16,0 0-12 15,0 0-17-15,-4 0-18 0,4 0-50 16,-4 0-40-16,0 0-89 16</inkml:trace>
  <inkml:trace contextRef="#ctx0" brushRef="#br0" timeOffset="46091.87">9769 7897 401 0,'0'0'94'0,"0"0"-93"0,0 0 18 15,0 0 38-15,0 0-17 32,0 0-12-32,0 0 21 15,-4 68-8-15,4-28 8 0,0 0-2 16,0 7-23-16,0 5 8 15,0-6-20-15,0 0 7 16,0-6-8-16,0-6-1 16,0-3-4-16,0-9-4 15,0-7 2-15,0-9-3 0,0 0 4 16,0-6-3-16,0 0-2 0,0 0-2 16,0 0-19-16,4-6-79 15,-4-6-98-15,4 3-219 16</inkml:trace>
  <inkml:trace contextRef="#ctx0" brushRef="#br0" timeOffset="46892.66">9913 8113 270 0,'0'0'183'0,"0"0"-159"0,0 0-18 16,0 0 34-16,0 0 12 15,0 0-7-15,21-56-19 16,-9 50-1-16,0 3 10 16,1 0-3-16,3 3-8 15,-3 0-13-15,-1 0-3 0,1 0-2 16,-6 0-3-16,1 9-3 15,0 16-2-15,-8 3-3 16,0 9 4-16,0-3 1 16,0-1 9-16,0 2 0 15,-12-8-4-15,-4-2-2 16,0-6 16-16,-1-4 21 0,9-9-9 16,4-3-9-16,4 0 5 0,0-3-16 15,0 0-3-15,0 0 2 16,0 0-3-16,0-9-7 15,4-13 5 1,13 1 16-16,-1-7-7 0,1-3-11 16,6 4-3-1,-6-11 0-15,4 5-19 16,-5 2 8-16,1 6-14 16,-5 10-2-16,-8-1 27 15,4 7 3-15,-8 6 3 16,0 0-2-16,0 3 3 15,0 0-7-15,0 0 3 16,0 0 4-16,0 0 23 0,0 0-25 16,0 21-5-16,0 7 0 15,-4 6 1-15,4-3-1 0,0 0 4 16,0-3 4 0,0-4 7-16,0-8-11 15,4-4 0-15,5-3-4 16,10-6 1-1,2-3-2-15,4 0 1 16,4 0-4-16,4 0-6 16,3-6-54-16,-24-3-150 0,-7 0-227 15</inkml:trace>
  <inkml:trace contextRef="#ctx0" brushRef="#br0" timeOffset="48398.35">10217 8119 154 0,'0'0'159'0,"0"0"-118"16,0 0-16-16,0 0 42 0,0 0-21 15,0 0-26-15,0 0 7 16,33 0 12-1,-8 0-14-15,4 0-12 0,3-3 20 16,5-6 21-16,4 6-28 0,0-1 9 31,4 1-2-31,-4 1 10 0,1-1-17 16,-10 3-14 0,-12 0-3-16,1 0-8 0,-13 0 4 15,-4 0-4-15,-4 0 0 16,0 0-1-16,0 0 5 15,0 0 0-15,0 0-5 16,0 0-22-16,0 0-20 16,-4 0-65-16,-4 0-63 15,0 0-190-15</inkml:trace>
  <inkml:trace contextRef="#ctx0" brushRef="#br0" timeOffset="48787.35">10483 7953 487 0,'0'0'60'0,"0"0"-55"0,0 0 68 15,0 0 23-15,0 0-79 16,0 0 16-16,-8-7-23 0,8 7 4 15,0 0-3-15,0 0 7 16,0 0-18-16,0 13 25 16,0-1-22-1,8 3 26-15,5 4-23 0,-1 0 0 16,9 2 0-16,-9 1 0 0,5 3-6 16,-5-1 0-1,1-2 0-15,-9-4 9 16,0-3-6-16,-4-2 1 15,0 2 18-15,0-3-21 0,-8 7 8 16,-13-7-9 0,-8 4 8-16,-4-4-24 15,-3 0-2-15,-1-5-113 16,24-7-38-16,1 0-181 16</inkml:trace>
  <inkml:trace contextRef="#ctx0" brushRef="#br0" timeOffset="49720.33">9178 8147 64 0,'0'0'287'0,"0"0"-211"15,0 0-62-15,0 0 82 16,0 0-17-16,0 0-49 16,17 0-19-16,-5 0 16 0,0 0 14 15,5 0-4-15,4-9-1 16,-1 6-12-16,1-4-1 15,3 4-12-15,0-3 0 16,1 3 4-16,-4 3-10 16,0-3 8-16,-1 0-9 15,-7 0-4-15,-2 3 3 0,-3 0 1 32,1-3-4-32,-5 3 0 15,-4 0-21-15,0 0-31 0,0-4-33 0,0 4-25 16,0-3-74-16,0 3-165 0</inkml:trace>
  <inkml:trace contextRef="#ctx0" brushRef="#br0" timeOffset="50274.04">9351 7968 273 0,'0'0'121'0,"0"0"-105"15,0 0-13 1,0 0 83-16,0 0-25 0,0 0-15 16,0 0-12-1,0-6 2-15,0 6 5 0,-5 0 12 16,-7 0-35 0,0 3-18-16,-1 13 0 0,-10 2 24 0,-2 0-17 15,-4-2 4-15,0 2-11 16,4 1 6-16,4-4-4 15,6-3-1-15,-2-2 2 16,9-1-1-16,4-3 1 16,0 0 4-16,4 4-7 15,0-1-13 1,0 3 3-16,0 0 10 16,12 1 0-16,1-1 5 15,7-2 1-15,-4 2-6 16,9 0 2-16,-1 0 2 0,5-5-4 15,-4-1 1-15,0 0 0 16,-1-3-1-16,0 0 0 16,-11-3-107-16,-13 0-106 15,0 0-300-15</inkml:trace>
  <inkml:trace contextRef="#ctx0" brushRef="#br1" timeOffset="70192.81">11276 5074 21 0,'0'0'162'0,"0"0"-130"0,0 0-30 15,0 0 23-15,0 0-12 16,0 0 1-16,0 0-12 15,0 0-2-15,0 0 1 16,0 0 2 0,0 0 4-16,0 0-4 15,0 0-3-15,0 0-2 16,0 0-3-16,0 0-13 16,0 0-40-16,0 0 1 0,0 0-50 15</inkml:trace>
  <inkml:trace contextRef="#ctx0" brushRef="#br1" timeOffset="71167.75">11166 5114 125 0,'0'0'78'15,"0"0"-78"-15,0 0-14 0,0 0 14 16,0 0 8 0,0 0 6-16,0 0-6 0,40-4 21 15,-19 4-1-15,-5-6-12 16,13 3-7-16,0-3-1 15,7 0-4-15,5 0 3 0,9 0-6 16,7-1 1-16,1 4 8 16,0 3 4-16,3-6 1 15,1 3-9 1,-1 0-3 0,5-3 2-16,3 3-5 0,-3-4 0 15,0-1-1-15,-1 1 1 16,-7 1 0-16,-13-3 2 15,-4 6-2-15,-4 0 0 16,-12-4 1-16,0 7-3 16,-14-3 2-16,2 3-41 0,-9 0-24 15,-4 0-14-15,0 0 11 16,0 0-8-16</inkml:trace>
  <inkml:trace contextRef="#ctx0" brushRef="#br1" timeOffset="71664.64">11190 5354 127 0,'0'0'31'0,"0"0"-29"0,0 0 0 15,0 0 1 1,0 0 2-16,0 0-2 16,-78 52-3-16,78-52 1 0,0 0 1 0,0 4 14 15,0-1 4 1,0-3 15-16,8 0 9 0,4 0-34 15,9 0-10 1,8 0 16-16,3 0-10 0,14 0 39 16,7 0-27-16,12-7-10 15,2 1 43 1,10 3-51-16,6 0 21 16,-6 0-5-16,2 0-15 15,-6 3 11-15,-7 0-6 16,-5 0-6-16,-7 0 2 15,-5 0-1-15,-12 0-1 16,-8 0 0-16,-4 0-2 16,-5 0-4-16,-11 0-66 0,-9 0-35 15,0 0-16-15,0 0 35 16</inkml:trace>
  <inkml:trace contextRef="#ctx0" brushRef="#br1" timeOffset="72022.17">10747 5721 110 0,'0'0'41'0,"0"0"-23"16,0 0-12-16,144 6 52 15,-88-6-1-15,6 0 3 16,4 0-21-16,0 0 18 0,-5-3-9 16,1 3-15-16,0 0-10 15,-1 0-14-15,-8 0-3 16,-8 0-3-16,-8 0-3 15,-12 9 0-15,-4 4-61 16,-13-7-9-16,-8 3-33 16,0-6-3-16,-4-3 9 15</inkml:trace>
  <inkml:trace contextRef="#ctx0" brushRef="#br1" timeOffset="72353.73">10747 5943 166 0,'0'0'50'0,"131"-3"-35"16,-70-3 49-16,1-1 43 15,-1 1-35-15,-7 3-45 0,-4 0-1 16,-10 3-22-16,-7 0-3 16,-4 0-1-16,-13 0-1 15,-11 0-10-15,-5 0-69 16,0 6-63-16,-21 7 124 0,4-11-49 15,-12 5-133-15</inkml:trace>
  <inkml:trace contextRef="#ctx0" brushRef="#br1" timeOffset="72653.48">10180 6171 70 0,'0'0'61'0,"0"0"-48"16,0 0-13-16,0 0 0 16,0 0 30-1,0 0-3-15,107 13-7 16,-46-20 18-16,9-2-10 16,-5 2 13-16,6 2 8 15,-2-2 15-15,-3 4-10 16,-4 0-17-16,-1 3-21 0,-7 0-13 15,-18 0-3 1,-3 0-1-16,-21 0-67 16,-7 6-38-16,-5 4-5 0,-5-8 28 0,-19 5 54 15</inkml:trace>
  <inkml:trace contextRef="#ctx0" brushRef="#br1" timeOffset="72938.61">10270 6319 164 0,'115'-22'107'15,"-29"7"-63"-15,-3 3 12 16,-6-1 39-16,-11 4-50 16,-8 6-23-16,-13 0-20 0,-16 3-2 15,-17 0 0-15,-12 0-57 16,-4 3-112-16,-21 3 118 31,-8 0-105-31</inkml:trace>
  <inkml:trace contextRef="#ctx0" brushRef="#br1" timeOffset="73202.98">9827 6442 136 0,'0'0'84'0,"0"0"-55"16,123-9-25-16,-65-3 69 16,7-7 20-16,5 7-38 0,4-4-14 0,-8 4-17 15,-5 6-7 1,-20 3-8-16,-8 3-9 16,-12 0-33-16,-17 0-36 0,-4 0-85 15,-4 0-11-15</inkml:trace>
  <inkml:trace contextRef="#ctx0" brushRef="#br1" timeOffset="73487.1">9511 6565 25 0,'0'0'149'0,"0"0"-136"15,0 0-9-15,0 0 56 16,0 0 42-16,0 0-61 16,164 7 8-16,-102-14-13 15,3-2-33-15,6 3 50 16,-6 0-38-16,-12 6-7 16,-4 0-8-16,-8 0 0 15,-12 0-3-15,-8 0-44 16,-13 6-55-16,-8 9 37 15,0 4-10 1,-20-10 66-16,-5 4-63 0</inkml:trace>
  <inkml:trace contextRef="#ctx0" brushRef="#br1" timeOffset="73726.86">9380 6895 211 0,'0'0'64'0,"0"0"-64"16,0 0-4-16,0 0-12 15,0 0 16-15,0 0 10 16,62 50 1-16,3-50 17 16,9-3 2-16,12-7-9 0,0 1 9 31,0 0 20-31,-4 6-4 16,-12 3-31-16,-9 0-2 0,-19 0-13 15,-13 0-18-15,-17 0-61 0,-12 9-40 16,0-3 15-16,-16 0 51 15</inkml:trace>
  <inkml:trace contextRef="#ctx0" brushRef="#br1" timeOffset="73943.67">9494 7133 187 0,'0'0'0'15,"0"0"-10"-15,0 0-71 16,0 0 81-16,0 0 38 0,0 0-3 15,152 12-6-15,-73-21 10 16,2 0 7-16,-3-4 24 16,0 4 10-16,-11 3-22 15,-11 6-47-15,-18 0-11 0,-14 0-7 16,-15 0-68-16,-9 9-54 16,-4 0 42-1,-21-2 47 1</inkml:trace>
  <inkml:trace contextRef="#ctx0" brushRef="#br1" timeOffset="74194.33">9457 7330 175 0,'0'0'70'0,"-127"46"-69"16,115-37 1-16,12-2-4 0,0-4-15 16,20 0 17-16,22-3 36 15,11 0-19-15,8 0 22 31,14-3 8-31,6-10-15 0,2 4 14 16,-5 0-1-16,3 6 19 16,-11-4-26-16,-12 7-16 15,-9 0-18-15,-16 0-4 0,-16 10-26 16,-17 5-71-16,0 4-38 16,-21 3 62-16,-8-13-7 15,-4 3-69-15</inkml:trace>
  <inkml:trace contextRef="#ctx0" brushRef="#br1" timeOffset="74395.48">9565 7579 229 0,'0'0'100'0,"-119"35"-80"16,110-32-20-16,9 0-1 15,0-3-42-15,32 0 43 16,14 0 13-16,8 0-4 16,3-3-9-16,5-7 3 15,-1 4 3-15,5-3-4 0,-13 3 32 31,0 3-8-31,-20 3-14 16,-8 0-12-16,-13 0-3 16,-12 0-87-16,0 6 21 15,0 3 5-15,-24-3-85 0</inkml:trace>
  <inkml:trace contextRef="#ctx0" brushRef="#br1" timeOffset="74580.08">9536 7728 384 0,'0'0'0'15,"0"0"-86"-15,0 0 61 16,0 0 25-16,0 0 40 16,131 0-26-16,-69-7-2 15,7-5-5-15,1 3-3 16,0-1 4 0,0 1 27-16,-5 0 24 15,-3 3-40-15,-17 3-19 0,-41 3-98 16,-4-3-134-1</inkml:trace>
  <inkml:trace contextRef="#ctx0" brushRef="#br1" timeOffset="75531.28">9621 6232 191 0,'0'0'96'0,"0"0"-68"16,0 0 19-16,0 0 0 16,0 0 27-16,0 0-45 15,0 0 1-15,29-18 31 16,-4 12-48-16,8-3 22 15,12 2 1-15,4-1-19 16,9-2 30-16,11 4-17 16,-2-6-12-16,10 5 3 0,6-2-17 15,-2 3 3 1,5 0-7-16,-3 6 0 0,-10-3 7 16,-7-1-7-16,-12 4-1 15,-14 0-32-15,-6 0-29 16,-14 0-5-16,-3 0 8 0,-9 0-3 15,-4 0-25-15,-4 0 22 16,0 0 27-16,0 0-23 16,0 0 22-16,0-3-36 15</inkml:trace>
  <inkml:trace contextRef="#ctx0" brushRef="#br1" timeOffset="75867.28">10327 6069 213 0,'0'0'31'0,"0"0"-27"15,0 0-3 1,0 0 57-16,0 0 0 15,120-52 7-15,-75 42-12 0,4 1-5 16,9-3 6-16,7 0-16 16,6-1-4-16,2 1-6 15,-3-1-10 1,4 4 13-16,-4 3-18 0,-9 0-12 16,-7 3-1-16,-17 3-4 15,-18 0-43-15,-10 0-50 16,-9 0-34-16,0 0-8 15,-36 0 88-15,7 0-14 0,-4 0-105 16</inkml:trace>
  <inkml:trace contextRef="#ctx0" brushRef="#br1" timeOffset="76083.53">10812 5924 84 0,'0'0'61'0,"-135"0"-36"16,106 0-16-16,12 0 16 16,13 0 6-16,4-3-16 0,4-6-15 15,29 0 0-15,9-3 2 0,3-1-2 16,12-2 18-1,1-4-11-15,-1 0-6 16,13 1 6-16,-5-3 16 16,-3 2-3-16,0-2 1 0,-13 5-3 15,-8 4 2-15,-4 0-15 16,-20 2-5 0,-9 4 0-16,-8 3-6 15,0 0-43 1,-8 3-35-16,-9 0-10 0</inkml:trace>
  <inkml:trace contextRef="#ctx0" brushRef="#br1" timeOffset="76285.42">10972 5666 133 0,'0'0'2'16,"0"0"-2"-16,0 0-1 16,0 0 1-16,0 0 2 15,160-93 6-15,-106 72-7 16,-1-2 17-16,1 2 17 15,-10-1 28-15,-3 10 4 0,-16 3-15 32,-12 0-31-32,-13 6-11 0,0 0-10 15,-9 3-33-15,-11 0-16 16</inkml:trace>
  <inkml:trace contextRef="#ctx0" brushRef="#br1" timeOffset="76552.81">10858 5490 147 0,'0'0'30'0,"0"0"-30"16,0 0-50-16,0 0 50 15,0 0 40-15,0 0-19 16,77-9 11-16,-40-4 7 16,0 1 24-16,12-1 15 15,1-2-16-15,8 0-19 0,-2 2-7 16,2 1-3-16,-4 3-20 0,-5 0-7 15,-8 2-6 1,-16 4 3-16,-9 0-3 16,-12 3-47-16,-4 0-69 15,-16 0 8-15,-21 0 97 0,-13 3-49 32,-7 7-95-32</inkml:trace>
  <inkml:trace contextRef="#ctx0" brushRef="#br1" timeOffset="76769.92">11095 5394 107 0,'0'0'13'0,"0"0"-12"15,0 0-1 1,0 0 6-16,0 0 6 0,0 0-12 16,-94 9-4-16,127-12 4 15,8-3 3-15,4-6 10 0,1-4 7 16,-2 1 21-16,6-4 10 16,7 1-16-16,-4 0-6 15,5-1 7 1,3-2 6-16,-7 2-1 0,-5-2-7 15,-16 5-18 1,-9 4-14-16,-7 5-2 16,-13 1-15-16,-4 0-39 15,0 6-57-15,-4 0-58 0</inkml:trace>
  <inkml:trace contextRef="#ctx0" brushRef="#br1" timeOffset="77086.57">11383 5046 309 0,'0'0'94'15,"0"0"-73"-15,131-55-6 16,-73 42 87-16,-1 1-50 16,17-4-6-16,-1 4-25 15,2 3-4-15,6-4-8 0,-2 1-9 16,-10 3 7-16,-3 3-7 16,-12-1-4-16,-9 1-45 15,-8 3-26-15,-17 0 0 0,-20 3-89 16,0 0-90-1</inkml:trace>
  <inkml:trace contextRef="#ctx0" brushRef="#br1" timeOffset="77419.63">11474 4991 96 0,'0'0'162'0,"135"-13"-116"16,-62 1-34-1,6 2 85-15,-2-2 11 0,-2 0-43 16,2 3-36-16,-3 2-9 15,-4 1-18-15,-12 6 2 0,-14 0-4 16,-15 0-1-16,-16 0 1 16,-13 0-66-16,0 0-67 15,-9 6 58-15,-24 7 69 16,9-7-92-16,-9-3-65 16</inkml:trace>
  <inkml:trace contextRef="#ctx0" brushRef="#br1" timeOffset="77689">11428 5188 127 0,'0'0'14'0,"0"0"-10"16,0 0 55-16,0 0 42 0,169 28-28 0,-96-28-25 15,10-4-11-15,-2-11 4 16,-2 6 28-16,2-4-16 15,1 4-5-15,-7 6-20 16,-10 3-23-16,-16 0-1 16,-16 0-4-16,-20 0-4 15,-13 6-36 1,-4 13-120-16,-42-1 146 16,9-8-141-16,1-5-93 15</inkml:trace>
  <inkml:trace contextRef="#ctx0" brushRef="#br1" timeOffset="77874.42">11703 5323 44 0,'0'0'25'16,"0"0"58"0,0 0-49-16,0 0-26 15,0 0-8-15,0 0 40 16,0 0-3-16,94 12-1 0,-53-12 8 16,5 0-5-16,-2-3-6 15,-2-2 11-15,-5 1-26 16,-16 4-14-16,-13 0-4 15,-8 0-155-15,-8 0 42 0,-17 0 21 16</inkml:trace>
  <inkml:trace contextRef="#ctx0" brushRef="#br1" timeOffset="79529.23">10098 7210 132 0,'0'0'134'0,"0"0"-110"15,0 0-22-15,0 0 43 16,0 0 22-16,123-25-39 0,-82 19 14 16,5-3 14-16,2-1-8 15,2 1 1-15,-1 3-27 16,-8 3-13-16,-12 0-9 15,-13 3-9-15,-3 0-25 16,-9 0-19-16,-4 0-31 16,0 0-13-16,-4 0 8 15,-13 0 80-15,5 0-176 16</inkml:trace>
  <inkml:trace contextRef="#ctx0" brushRef="#br1" timeOffset="79752.2">10081 7197 198 0,'0'0'39'0,"0"0"-35"0,0 0-4 16,0 0 5-16,144-27 18 15,-103 21-21-15,-3-4 0 16,-2 4 0-1,-7 3-1-15,-13 0-2 16,-3 0-27-16,-13 3-43 16,0 0 1-16</inkml:trace>
  <inkml:trace contextRef="#ctx0" brushRef="#br1" timeOffset="79984.62">10020 7157 276 0,'0'0'38'16,"0"0"-38"-16,0 0 0 0,0 0 9 16,0 0 44-16,0 0-11 15,0 0-30-15,152-21 23 16,-111 12-24-16,-4-1 9 16,8-2 14-16,-9 6 10 15,-2 0-13-15,-14 6-22 16,-12 0-9-16,-3 0-48 0,-5 0-154 15,0 0 50-15</inkml:trace>
  <inkml:trace contextRef="#ctx0" brushRef="#br1" timeOffset="84112.73">11682 4799 236 0,'0'0'100'15,"0"0"-95"-15,0 0 4 16,0 0 47-16,0 0-18 15,0 0-29-15,0 0-5 16,13 0 3 0,-5-3 8-16,0 3 21 15,9-6 6-15,-5 3-8 0,9 0-7 16,-1-3-11 0,8-1 2-16,6-2-5 15,3 3-2-15,7 0 8 0,2-1-2 16,7 5-12-16,0-4 7 15,1 2-6-15,0 1 0 0,-2 0-5 16,-6 3 0-16,-1 0-1 16,-4 0 2-1,-8 0-1-15,0 0 3 0,-8 0-4 16,-9 0-3-16,-4 0 3 16,-3 0-34-16,-2 0-4 15,-3 0 1 1,-4 0-14-16,4 0 7 15,0 0-12-15,-4 0-45 16,0 0-27-16,0 0-49 16</inkml:trace>
  <inkml:trace contextRef="#ctx0" brushRef="#br2" timeOffset="98958.9">12586 4053 234 0,'0'0'84'0,"0"0"-73"16,0 0 15-16,0 0 102 15,0 0-56-15,0 0-49 16,0 0-15-16,4-15 13 16,-4 15 12-16,0 0-2 0,0 0-4 15,0 0-10-15,0 0-8 0,0 0 3 16,0 0-10 0,-4 0 3-16,-9 0-5 15,-3 0-3-15,-9 15 3 16,0 4 1-16,-7 5 17 0,-5 7 4 15,-4 6-5 1,-4 6 11-16,0 10-2 16,-5 2-16-16,9 16-4 15,-8 6-6-15,8 6 0 16,4 1-1-16,4-10 4 16,13-7-3-16,3-8 4 15,1-9-2 1,3-7-1-16,1-3 3 0,4-3-4 0,-1-3 1 15,-3-4 1-15,4-8-2 16,4-7 0-16,-5-2 0 16,5-4-1-16,-3 0-13 15,7-6-9-15,0-3-10 0,0 0-18 16,-4 0 14 0,4 0-12-1,-8 0-78-15,-1-12-80 16,5-1 35-16</inkml:trace>
  <inkml:trace contextRef="#ctx0" brushRef="#br2" timeOffset="99329.36">11765 4898 159 0,'0'0'40'16,"0"0"-26"-16,0 0 62 15,0 0 29-15,0 0-8 16,0 0-39-16,0-28-20 15,0 28-7-15,0 0-5 16,0 0 0-16,0 6 34 16,8 10-29-1,0-1-16-15,4 1-6 16,0-1-6-16,1 0 5 16,-1-2-3-16,1-4-1 15,-1-3 3-15,-4 0-7 16,0-2 9-16,5 1 10 0,-5-5 3 15,5 0-4-15,2 0 5 16,6 0 9-16,8 0 5 0,12-5-14 16,0-11-8-16,4-6 2 15,4 1-10-15,-7-1-2 0,-6 1-3 16,-7 2-2 0,-8 4-24-16,-13-1-49 15,-8 7-68-15,0 6-106 0</inkml:trace>
  <inkml:trace contextRef="#ctx0" brushRef="#br2" timeOffset="101055.84">12979 3656 203 0,'0'0'104'0,"0"0"-91"16,0 0 19 0,0 0 67-16,0 0-35 15,0 0-15 1,0 0-41-16,0-53 7 0,0 50 10 16,0 0-21-16,0 0 29 15,0 0-8-15,0-3-3 0,0 3-6 0,0-1-12 16,0 4 16-16,0-3-7 15,0 3-11-15,0 0 2 16,0 0 0-16,0 0-2 0,0 0-1 16,0 0 0-1,0 0 0-15,0 0-1 16,0 0 0 0,0 0-9-16,0 0 0 0,0 0 0 15,0 3-10 1,0 13 19-16,0 6 7 0,0 5-7 15,0 4 5-15,0 6-5 16,-4 0 1-16,-4 3 0 16,0 0 1-16,4-3-2 15,0-3 3-15,-1-3-2 0,1 0 5 16,0-7-4-16,1-2-2 16,-1-4 0-16,0-2 1 15,4-4-3-15,0-6 1 16,0 1 1-16,0-1 5 15,0-3-4-15,0 0 0 16,-4 0-1 0,4-3-4-16,-9 3-17 15,5 0 12-15,-4 3 3 16,0-3 5-16,-1 0-25 16,-7 4 7-16,3-4 11 0,-3 0-7 15,-5 0 11-15,5-3 4 16,0 0 0-1,8 0 8-15,0 3-2 0,4-3 8 0,4 0 2 16,0 0-8 0,0 0 6-16,0 0-14 0,0 0-6 15,0 0 4-15,0 0 4 16,8 0-2-16,7 0 17 16,6 0-5-16,8 0 10 15,0-3 3 1,4-6-5-16,7-1 19 15,2 4-26-15,-5-3-3 16,0 6-6-16,-13 0-2 16,-8 0 2-16,-12 3-4 15,-4 0-1-15,0 0-45 16,0 0-67-16,-20 0 23 16,4 0-149-16,0 0-10 0</inkml:trace>
  <inkml:trace contextRef="#ctx0" brushRef="#br2" timeOffset="101455.59">12713 3668 373 0,'0'0'47'0,"0"0"-45"0,0 0 11 15,0 0 40-15,0 0-29 16,0 0-14-16,0-55 0 16,16 51 9-1,1 4 9-15,4-6 21 0,-1 3 3 16,8-3 5-16,5-3-9 15,13 2-9-15,2-2-12 0,6 3 14 16,-4 3-18-16,2 0-15 16,-14 3 0-16,-5 0-7 15,-13 0-1-15,1 0 0 0,-13 0-42 16,0 0-33 0,-4 0-31-16,0 0-20 0,-4 0-51 31,0 0-132-31</inkml:trace>
  <inkml:trace contextRef="#ctx0" brushRef="#br2" timeOffset="101836.78">13419 3692 532 0,'0'0'94'15,"0"0"-94"-15,0 0 3 16,0 0 39-16,0 0-18 15,0 0-23-15,0 0 16 16,62 0 1-16,-26-3 3 16,-3-6-8-16,4 3-1 0,0 3-1 0,-4 3-10 15,-13 0 2 1,1 0-3-16,-13 0-1 16,-4 0-8-16,-4 0-90 15,0 0-45-15,0 0 50 0,-12 3-49 16,-9 3-145-1</inkml:trace>
  <inkml:trace contextRef="#ctx0" brushRef="#br2" timeOffset="102060.42">13402 3798 138 0,'0'0'176'0,"0"0"-157"0,0 0-19 31,0 0 0-31,0 0 27 16,0 0 64-16,4 18-23 0,29-18-16 15,0 0 1-15,9 0-2 16,-6-3-16-16,9-3-12 16,-3-1-11-16,-2 5-11 15,-7-2 0-15,-4 1-2 16,-4 3-70-16,-25 0-140 16,0 0-87-16</inkml:trace>
  <inkml:trace contextRef="#ctx0" brushRef="#br2" timeOffset="102826.25">14334 3421 293 0,'0'0'93'0,"0"0"-56"0,0 0 44 15,0 0-7-15,0 0-20 16,0 0-42-16,-8-2-12 0,-8 2 23 15,-1 5-1-15,-4 11 11 16,1 8-22-16,0 4 6 16,-1 3-14-16,1 9 5 15,3 0-4-15,5 0-2 16,4 6-2-16,8-5 0 16,0-8-3-16,0-5 1 0,0-6 2 15,12-7 5-15,5-5 0 16,3-1-5-1,5-9 10-15,-1 0 14 0,9 0 8 16,12 0 9-16,-3-16-25 16,-2-5 8-16,1-1 10 15,-8-6-21 1,0 0 11-16,-13-5 9 0,1 2-15 16,-13-3 7-16,-8 3 0 15,0 1 0-15,0 2 6 16,0 3-14-1,-25 3-7-15,-3 1-10 0,4 6-4 16,-10 2 4-16,6 7-12 16,-1 3-3-16,-3 3-8 0,3 0-24 15,4 0 10-15,8 0-21 16,1 9-28-16,3 6-3 16,5 1-17-16,8-7-28 15,-4-6-138-15</inkml:trace>
  <inkml:trace contextRef="#ctx0" brushRef="#br2" timeOffset="103127.01">14232 3637 467 0,'0'0'247'0,"0"0"-199"0,0 0-45 0,0 0 11 15,0 0 10-15,0 0 5 16,94 40-19-16,-61-12-7 16,-1-3 1-16,1 8 3 15,0 2-1-15,-4 1-2 16,0-2 4-16,-5 0-8 16,1-9 0-16,-9-4 2 0,-3-2 0 31,-5-10-2-31,-4-3 4 0,-4 0-2 15,4-6-2-15,-4 4-41 16,0-4-64 0,0 0-69-16,0 0-142 15</inkml:trace>
  <inkml:trace contextRef="#ctx0" brushRef="#br2" timeOffset="104701.06">14909 3538 126 0,'0'0'43'0,"0"0"-20"16,0 0 33-16,0 0 25 15,0 0 1-15,0 0-19 16,0 0-20-16,50-27 12 0,-50 27-7 16,4 0-15-16,-4 0-5 15,0-6 4-15,0 6-5 16,0 0-1-16,0 0-3 16,0 0-15-16,0 0 5 15,0 0-13-15,0 0-4 16,0 0-3-16,0 0 3 0,-4 12 2 0,-13 9 4 15,-8 7 2-15,-8 6 5 16,0 9 0 0,-11 10 11-16,-2 5 2 15,-7 10-17-15,-8 3-2 0,-1 3 5 16,-8-6-4-16,8-4-2 16,-3-5 0-1,16-10-1 1,-1-8 3-16,17-11-4 15,9-8 2-15,3-7-5 0,13-6 4 16,4-5-2-16,4-4-5 16,0 0-5-16,0 0 9 15,0 0 1-15,0 0-15 16,0 0-9-16,17 0-39 0,-1 0-17 16,-8 0-54-16,0-4-118 15</inkml:trace>
  <inkml:trace contextRef="#ctx0" brushRef="#br2" timeOffset="105172.71">14794 3905 234 0,'0'0'120'0,"0"0"-64"15,0 0-16-15,0 0 79 16,0 0-22-16,0 0-33 16,32-49-27-16,-32 49 12 15,0 0-2-15,0 0-12 0,0 0-17 31,0 0-18-31,0 0-13 16,0 22 13-16,0 2 1 16,-11 4 22-16,3 6-18 15,4-3 8-15,0-1-11 0,-1-2 2 16,5 0-3-16,0 0 1 16,0-10 0-16,0 1 0 15,0-7-2-15,9 0-1 0,-1-5 1 16,4-2 1-16,0-1 4 15,4-4 4-15,9 0-3 16,-4 0 1-16,8 0-6 16,-5 0-2-16,-4 0-21 15,-8 0-41-15,-7 0-45 16,-5 0-67-16,0-4-194 0</inkml:trace>
  <inkml:trace contextRef="#ctx0" brushRef="#br2" timeOffset="105397.07">14585 4093 517 0,'0'0'97'16,"0"0"-97"-16,0 0 0 0,0 0 57 15,0 0 3-15,139-49-15 16,-89 40-7-16,7-1-8 15,-4 4 2 1,-7 0-23-16,-2 6-9 0,-19 0-13 16,-25 0-167-1,0 0-136-15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38:57.79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21690 7823 135 0,'0'-3'46'0,"0"-3"-38"16,0 3 11-16,0 0 32 15,0 3-26 1,0-6-11-16,0 6 16 16,0-3-10-16,0 0 17 15,0-1 15-15,0 4-17 16,0-3-22-16,0 0 24 15,0 3-4-15,0-3-24 16,0 0-3-16,0 0 6 16,0 0-5-16,0 0 1 0,0 0-1 15,0-1 10-15,0 1-7 16,4 3 5-16,-4 0 2 16,0 0-11-16,0 0-6 15,0 0 0-15,0 0 4 0,0 0 14 16,0 0-14-1,0 0-1 1,0 0-6-16,0 0-7 16,0 3 10-16,-4 19 0 0,-8 3 5 15,-1 9 2-15,-2 6-2 16,-2 9 8-16,-3 3 6 16,-1 4-5-16,5-1-14 15,-1-2 5-15,5-7-2 16,-1-6 35-16,5-6-19 0,0-6-8 15,4-4 14-15,4-8-19 16,-4-4 11-16,4-2-12 16,0-7-4-16,0-1 16 15,0-2-14-15,0 0 6 16,0 0 10-16,0 0-8 16,0 0 12-16,0 0-2 0,0-8-2 15,0-20 7-15,8-6-26 16,8-10 0-16,-3-1 0 15,-1-8-1-15,0-5-24 16,1-4-3-16,-5-3 18 0,0-3-13 16,1 7 17-1,-1 5 6 1,0 6-8-16,-4 11 8 16,5 5 2-16,-5 6 2 0,0 10 5 15,0 2-5-15,-4 7 8 16,4 3-5-16,-4 2-6 15,0 4 1-15,0 0-1 16,0 0-1-16,0 0-4 16,0 7-22-16,0 21 24 0,3 12 2 15,5 6 1-15,9 3 6 16,-5 10-4-16,9-4 3 16,0 1 6-16,-1-4-7 15,1 1-2-15,-8-7-3 16,6-3 3-16,-6-6 0 15,-1-3 0 1,-4-7-1-16,0 1 0 16,-3-9-2-16,3-1 0 15,-4-5 0-15,0-4 2 0,-4-3-2 16,0-3 0-16,0-3 1 16,0 0-2-16,0 0 2 15,0 0-2-15,0 0-10 16,0 0-34-16,0 0-22 15,0-18-124-15,0 5-36 16,-8 4-19-16</inkml:trace>
  <inkml:trace contextRef="#ctx0" brushRef="#br0" timeOffset="286.31">21547 8036 98 0,'0'0'389'15,"0"0"-337"-15,0 0-48 16,0 0 55-16,0 0 23 15,0 0-45-15,0 0-26 0,-13-55 2 16,34 55 13 0,4 0 9-16,4 0 0 15,8 0 10 1,3 2-25-16,-3 11-3 0,5 2-15 16,-9-5-1-16,-1-2 0 15,-7-1-1-15,-5-1 5 16,-7-3-5-1,3-3-7-15,-7 0-13 0,-1 0-59 16,0 0-12-16,0 0-21 16,-4 0-19-16,-4-3 6 0,0 0 36 15,0 0-30-15</inkml:trace>
  <inkml:trace contextRef="#ctx0" brushRef="#br0" timeOffset="719.79">21937 7981 133 0,'0'0'69'0,"0"0"-56"15,0 0-7 1,0 0 42-16,0 0 32 16,0 0-43-16,0-78-19 15,0 75 35-15,0 3 8 16,0 0-7-16,0 0-7 0,0 0-6 16,0 0-13-16,0 0-23 15,0 6 5-15,4 16 12 16,8 12 13-16,-4 3-3 0,4 3-5 15,1 0-8-15,-1 0-11 16,1-6 4-16,-5-3-3 16,4-9-7-16,-7-4 1 15,3-3 1-15,0-8-2 16,-8-4 5-16,0-3 18 16,4 0 11-1,0 0 18-15,5-16 14 16,7-18-21-16,-5-6-24 15,10-3-14-15,-4-6-2 16,-5 3-7-16,0-1 1 16,-12 10 4-16,5 3-5 15,-5 13-4-15,0 9 4 0,0 2 0 16,0 10 0-16,0 0-14 16,0 0-45-16,0 0-47 15,0 25-49-15,-5-10-11 16,1 4-217-16</inkml:trace>
  <inkml:trace contextRef="#ctx0" brushRef="#br0" timeOffset="1308.54">22310 8076 605 0,'0'0'97'0,"0"0"-96"15,0 0 42-15,0 0 36 16,0 0-47-16,0 0-12 15,71-93-7 1,-60 75 4-16,-11-4 8 16,0 4 20-16,0-4-28 0,0 4-15 15,-4-1 7 1,-12 10 4-16,0 6-10 16,-9 3-1-16,-4 0-2 15,0 0 0-15,-4 12-1 0,-3 13 1 16,15 3-2-16,1 3 1 0,11 0-8 15,5-1 5-15,4 1 4 16,0-3-5-16,0-1 5 16,17-2 2-16,8 0-1 15,4-1-1-15,-10 4 1 16,2 6-1-16,-1 6 0 16,-3 12 0-1,-5 7-1-15,-3 9-104 16,-5-3 102-16,-4-4 3 15,0-2-37-15,0-10 28 16,0-3 7-16,-21-6 2 16,-8-5 0-16,4-8 8 0,-7-8-5 15,3-7 0-15,9-9 27 16,3-3 3-16,1 0 26 16,7-3-9-16,1-28 8 0,8-15 15 15,0-13-72-15,0-9 13 16,29-11-14-16,8-2 15 15,9-2-3-15,6 18-12 16,-6 10 1-16,-1 15-3 16,0 9-1-1,-8 6-2-15,0 7-52 16,-8 5-122-16,-29 13-67 16,0 0-357-16</inkml:trace>
  <inkml:trace contextRef="#ctx0" brushRef="#br0" timeOffset="1679.9">22623 8168 744 0,'0'0'194'0,"0"0"-192"16,0 0 25-16,0 0 32 16,0 0-49-1,0 0-10-15,-5-3-51 16,5 3-94-16,0 0-147 0</inkml:trace>
  <inkml:trace contextRef="#ctx0" brushRef="#br0" timeOffset="2772">23152 7940 111 0,'0'0'76'0,"0"0"-63"0,0 0-12 16,0 0 37-16,0 0-10 0,0 0 9 15,0 0-5-15,0-65 5 16,0 56 28-16,0 0 2 16,0 0-13-16,0 6-3 0,-9-3-10 15,1 2-21 17,0 4-11-32,-9 0-9 0,-2 0 0 15,-2 0-2-15,-4 7-1 16,-4 14 3-16,0 10 0 15,2 9 1-15,-2 7-1 16,12-2 0-16,0-1-2 16,17-4 3-16,0-6-1 15,0-7 2-15,13-2 12 0,12-6 6 16,0-7-1-16,7-6 6 16,-4-6-5-16,6 0 0 15,-1 0-2-15,3-15-8 0,-7-10-3 16,0-6 7-16,0 0-1 15,-9-5-11-15,-3-5 11 16,-6 4-12 0,2-3 0-16,-5 9-1 15,-4 10 0-15,0 9 3 16,0 5 6-16,-4 7 21 16,0 0-23-16,0 0-7 15,0 13-11-15,0 21 8 16,-4 6 3-16,0 6 0 15,0-6 0-15,4-3 0 0,0-9 1 16,0-4-1-16,0-2 0 16,0-13-1-16,8-2 2 0,-4-7 0 15,9 0 4 1,-1 0 11-16,0-13 15 16,5-15-18-16,0 1-11 15,-1-7-2 1,-3-3 0-16,-2 3-5 0,-7 3-9 15,-4 10 9-15,4 5 3 16,-4 10 2-16,0 3 0 16,0 3-1-16,0 0-5 15,0 0-3-15,0 25-1 0,0 5 10 0,0 1-1 16,8 3 1 0,5-3 0-16,-1-3-1 15,1-4 2-15,-1-5-1 16,5-7 0-16,-9-3 0 15,0-9-1-15,9 0-9 16,-5 0-31-16,5 0-52 16,-6-12-68-16,-11 0-87 15,0-1 16-15</inkml:trace>
  <inkml:trace contextRef="#ctx0" brushRef="#br0" timeOffset="3154.18">23595 7897 406 0,'0'0'114'0,"0"0"-102"16,0 0 34-16,0 0-10 15,0 0-23-15,0 0-7 16,21 37 53-16,-13 0-21 16,0 3-27-16,5 0-4 15,-5 1-6-15,4-2 3 0,-3-8-2 16,-1-6 0-16,-4-6-2 15,0-10 1-15,-4-3-1 0,3-6 5 16,-3 0 3-16,0 0 42 16,0-13 47-16,0-11-76 15,4-10-6-15,1 0 17 16,-1-6-32-16,4 0 3 16,-4 3-3-16,4 3 6 0,-3 9-2 31,-1 10-1-31,4 3 0 15,0 9-3-15,-4-1-8 16,-4 4 7-16,4 0-10 0,-4 0-60 16,9 0-52-16,-9 0-102 15,4 0-253-15</inkml:trace>
  <inkml:trace contextRef="#ctx0" brushRef="#br0" timeOffset="3537.94">23837 7903 631 0,'0'0'158'0,"0"0"-158"16,0 0-78-16,0 0 78 0,0 0 20 15,0 0-10-15,12 130-2 16,1-90-4-1,-5-3 1-15,0-3-6 16,1-7 1-16,-5-2 0 0,4-10 9 0,-4-5-3 16,0-1 22-16,-4-9 6 15,0 0 4-15,4 0 51 16,-4-12 6-16,5-16-55 16,-1-3-32-16,4-9 0 15,0-3-3-15,5-4-2 16,3 4-3-16,-3 3 0 15,-2 7 1-15,-3 14-4 0,5 7 3 16,-5 5-21-16,-4 7-39 16,0 0-74-16,0 0-43 15,-4 4-24-15,0 5-80 0</inkml:trace>
  <inkml:trace contextRef="#ctx0" brushRef="#br0" timeOffset="3893.54">24113 8029 285 0,'0'0'92'16,"0"0"-38"-16,0 0 146 16,0 0-70-16,0 0-64 15,0 0-42-15,0 0-13 16,123-39-7-16,-102 17 0 16,-5-3-2-16,-13 4-2 0,-3-1 3 15,0 7 3-15,0 2-6 16,-15 13 2-16,-10 0-2 15,-4 0-1-15,-8 13 1 16,4 17-1-16,1 8 1 0,3-1-2 16,16-1 2-1,13-5 0 1,0-3 2-16,0 0-2 16,21-10 9-16,4-5 14 15,3-7-12-15,1-3 6 0,4-3-4 16,0 0-13-16,8-3-9 15,-13-12-43-15,-3-7-43 16,0 1-32-16,-13-7-48 16,-12 18-38-16</inkml:trace>
  <inkml:trace contextRef="#ctx0" brushRef="#br0" timeOffset="4600.5">24392 7940 436 0,'0'0'85'16,"0"0"-68"-16,0 0 101 15,0 0-19-15,0 0-47 16,0 0-21-16,8-12-20 0,-8 12-11 16,0 0-6-1,0 18 6-15,0 10 5 0,0-3-5 16,0 2 0 0,0 4 0-16,0-9 2 0,0 3-2 15,0-13 0 1,0-3 1-16,0 1 2 0,0-7-3 0,0-3 0 15,0 0 21-15,0 0 10 0,0 0 9 16,0 0 3 0,13-7 2-16,-2-14-27 15,10-7-13-15,-5-3-1 16,1-3-4-16,-5-2 0 0,-4 8 4 31,-3 3-3-31,-1 12 4 0,-4 4 1 16,0 9 12-16,0 0 0 15,0 0-18-15,0 9-18 16,0 22 18-16,0 4-1 16,12 1 1-16,5-5 1 15,-1-6-1-15,4-3 0 16,-4-7 0-16,1-6 5 0,-1-3-4 16,-3-6 5-16,8 0-2 15,3 0 11-15,1-15-10 16,3-10-1-16,-7 1-4 15,-5-4-2-15,1-6-9 16,-13-6-26-16,-4-6-16 16,0-7-34-1,0-5-45-15,-4-7-25 16,-13 9-1-16,5 4-10 0,-1 12 168 16,5 12 108-1,8 6 52-15,-4 10-65 0,0 9-1 16,4 0-8-16,0 3-38 15,0 0-48-15,-4 25 1 16,0 18 1-16,4 9 17 0,0 10 1 16,0 3-5-16,0-6-7 15,4 2-5-15,8-9-2 16,1-6-1-16,3-11 2 16,-8-8-2-16,1-11-8 15,-5-7-52-15,-4-6-63 16,0-3-89-16,0 0-126 0</inkml:trace>
  <inkml:trace contextRef="#ctx0" brushRef="#br0" timeOffset="4747.7">24638 7851 86 0,'0'0'600'0,"0"0"-515"16,0 0-68-16,0 0 99 31,0 0-48-31,0 0-51 16,127-65-14-16,-81 62-3 0,-5 3-10 15,-26 0-161-15,-10 0-269 16</inkml:trace>
  <inkml:trace contextRef="#ctx0" brushRef="#br0" timeOffset="4960.95">25057 7792 595 0,'0'0'122'0,"0"0"-122"16,0 0 21-1,0 0 65-15,0 0-72 0,127 0-11 16,-98 0-3-16,-5 4 2 16,-7-1-2-16,-5 0-66 0,-12 3-78 15,0-3-123-15,0 0 2 16</inkml:trace>
  <inkml:trace contextRef="#ctx0" brushRef="#br0" timeOffset="5153.37">25003 7968 765 0,'0'0'12'0,"0"0"27"0,0 0 41 31,0 0 4-31,0 0-36 16,0 0-28-16,140 0-16 16,-95 0-8-16,-4 0 2 15,-8 0-100-15,-33 0-66 0,0 0-255 16</inkml:trace>
  <inkml:trace contextRef="#ctx0" brushRef="#br0" timeOffset="12399.66">25902 7617 367 0,'0'0'63'16,"0"0"-63"-16,0 0 0 15,0 0 52-15,0 0 14 0,0 0-63 16,0 0 7-16,0 0-1 15,-32-71 0-15,24 68 16 16,4-1 5-16,-1-2-21 0,-3 4 6 16,0-2-2-16,-4 1 0 15,-1 0-7-15,5 3-6 16,-9 0 7 0,-3 0-7-1,-1 6-1-15,-3 10 0 0,-5 5 2 16,9 4 1-1,-5 9 3-15,4 6 2 0,0 6 0 0,5 9-7 16,8 1 0-16,8-1 0 16,0-5 0-16,0-10-2 15,16-6 2-15,13-7-1 16,0-2 1-16,12-12 0 16,-4-10 1-16,8-3 0 15,-8 0-1 1,5 0 0-16,-6-22 0 15,1 1-14-15,-8-4-5 16,-8-6-8-16,-9 3-40 16,-4 1-58-16,-8 17-13 15,0 1-11-15</inkml:trace>
  <inkml:trace contextRef="#ctx0" brushRef="#br0" timeOffset="13638.87">26095 7500 364 0,'0'0'207'0,"0"0"-207"16,0 0-69-16,0 0 69 15,0 0 18-15,0 0 1 16,-20 52 7-16,20-18-1 15,0 3 2-15,0 6-1 16,0 3-6 0,0 3-1-16,0-6-3 15,8 1-8-15,0-7 1 16,-4-9-9-16,5-4 1 16,-5-8-1-16,0-7 0 15,0-6 0-15,-4-3 6 16,4 0 27-16,-4 0 43 0,0 0 24 15,8-19-69-15,1-12-19 0,-1-5-12 16,0 2 1 0,4-9-4-16,-4 9 3 15,0 6 0-15,-4 9-15 16,0 7 9-16,-4 9 5 0,5 3-4 16,-5 0-29-16,4 3 24 15,0 28 15 1,12 3-5-16,-3 6 0 15,7-3 3-15,5-3-5 16,0-6 2-16,3-10 0 16,-7-6 0-16,-1-9 0 15,1-3 0-15,-5 0-2 0,5 0-28 16,0-21-8-16,-6-4-36 16,2-3-33-16,-5-5 51 15,-3 2-10-15,-5 0 19 0,-4 0-9 31,0 3-14-31,0 0 64 0,0 7 6 16,0-1 16-16,0 10 57 16,0 6-18-16,-13 6 17 0,1 0-5 15,-5 0-64-15,2 6-2 0,-6 22 10 16,5 3 11 0,-1 6 13-16,13 0-11 15,4-3-6-15,0-4-11 0,0-8 7 16,0-1-4-16,4-8 2 15,8-7 3-15,1-3-9 16,-5-3 15 0,5 0 6-16,2 0-12 15,6-18 1-15,-5-4-16 16,-3-6-13-16,-1 1-20 16,0 5-34-16,-7 0 12 15,-1 7 5-15,0 5 18 16,-4 8 24-16,0 2-1 0,0 0-5 15,0 2 14-15,0 14-1 16,0 6 1-16,0-4 4 16,0-5 10-16,0-1 7 15,8-6-5-15,0 1-8 16,1-7 12-16,-1 0-13 16,4 0 27-16,-3 0 1 0,6-13-23 15,2-2-12 1,-5 2-10-16,-4 1-11 15,-4 9 18-15,1 0-3 16,-5 3 2-16,4 0-10 16,-4 0 14-16,4 24 1 15,-4 4 18-15,8 0-10 0,0 6-1 16,5-3-8-16,-1-10 0 16,-4-2-1-16,1-10 1 15,-1-6 10-15,-4 0 8 16,-4-3 15-16,0 0 46 15,0 0-10-15,0-9 6 16,0-16-34-16,0-3-41 16,0-3 14-16,0-2-10 15,0-1-2-15,8 6 5 0,0 0-7 16,8 9 0-16,1 4-2 0,-1 3-3 16,9 6 5-1,-4 0-4-15,-1 6-7 16,4 0 1-16,-7 0-86 15,3 0-58 1,-15 0-49-16,-1 0-126 16</inkml:trace>
  <inkml:trace contextRef="#ctx0" brushRef="#br0" timeOffset="14357.31">27007 7758 19 0,'0'0'29'0,"0"0"-14"15,0 0 47-15,0 0-13 16,0 0-36-16,0 0-11 16,0 0 3-16,69 3 1 15,-61-3-5 1,-3 0 23-16,-1-3-18 15,0 1 2-15,-4-2 1 0,0 1 39 16,0-6-18 0,0 2 28-16,0-1 24 0,0-2 14 15,0 1-32-15,0-3-6 16,0-1 2-16,0 4-8 16,0 0 3-16,0 3-29 0,-8 3-3 15,-5-1 1-15,-7 4-22 16,-1 0-2-1,-7 0-1-15,-1 16 1 0,4 6 1 16,0-1-1 0,9 10-1-16,3-10 0 15,9 4-4-15,4-7 1 16,0-2 3-16,0-4-3 16,9-5 4-16,7-4-4 0,1-3 4 15,3 0 3 1,1 0-3-16,-4 0 0 15,-1 0 0-15,1 12-8 0,-2 9 1 16,2 10 7-16,-1 9 0 16,1 10 0-16,-1 5-1 15,-3-2-7-15,-1-4-28 0,0-6 9 16,-3-9 19 0,-5-6 7-16,-4-10 1 0,0-8 3 15,0-1 24-15,0-6 24 16,0-3 10-16,-8 0-21 15,-13 0-13-15,0-25-10 0,5-2 19 16,3-11-15-16,9-2-1 16,4-9-2-16,0 0-15 15,0 0-3-15,8-1 0 16,17 7-2-16,4 6-4 16,-4 9-6-16,-1 7-20 15,-4 6-23 1,-3 8-87-16,-5 4-43 0,-12 3-127 15</inkml:trace>
  <inkml:trace contextRef="#ctx0" brushRef="#br0" timeOffset="14662.53">27269 7817 313 0,'0'0'152'16,"0"0"-125"-16,0 0 60 0,0 0 30 15,0 0-80-15,0 0-15 16,54-89-11-16,-51 76-1 15,1 4-8-15,-4-3 17 16,0 8-13-16,0 2 38 16,-4 2 1-16,-11 0-40 15,-6 0 0 1,-8 15-2-16,0 13 4 16,4 2 14-16,9 8-3 15,12-5-15-15,4 1 7 0,0-6 6 16,4 0 17-1,21-10 7-15,12-2-13 16,4-7-15-16,4-9 5 16,8 0-14-16,1 0-6 0,-9-6-58 0,-4-13-120 31,-37 7-39-31,-4 3-257 0</inkml:trace>
  <inkml:trace contextRef="#ctx0" brushRef="#br0" timeOffset="17115.16">28279 8092 233 0,'0'0'112'0,"0"0"-54"0,0 0 27 16,0 0-12-16,0 0-55 15,0 0-16-15,0 0-2 16,0-22-17-16,0 22-19 0,0 0 19 0,0 0 2 16,0 0-5-16,0 0-27 15,0 0-69-15,0 0-25 16</inkml:trace>
  <inkml:trace contextRef="#ctx0" brushRef="#br0" timeOffset="33649.54">25606 8264 267 0,'0'0'40'0,"0"0"-31"16,0 0 72 0,0 0-20-16,0 0-26 0,0 0-8 15,0 0 22-15,0-6 5 16,0 6 1 0,0 0 2-16,0-3-11 0,0 3-5 15,0 0-12-15,0 0-13 16,0 0 2-16,0 0-2 15,0 0-3-15,0 0 9 0,0 0-14 16,0 0 2-16,0 0-2 0,0 0-8 16,0 0 6-16,0 0-3 15,0 0-2-15,0 0-2 16,0 0-1-16,5 0-1 16,7 0 3-16,5 0 1 15,7 0 13 1,9 0-10-16,8 0 13 15,12 0 0-15,14 0-12 16,2 0 1-16,14 0 1 16,6-4-5-16,14-1 11 15,3-5-11-15,14 4-1 0,-9 3 3 16,-1 0-4-16,-7 3 0 16,-4 0 0-16,-13 0 4 0,-8 0-4 15,-13 0 0 1,-11 0 0-16,-5 0 2 0,-12 0-2 15,0 0-3 1,-4 0 3-16,0 0 0 0,-9 3 1 16,1 3-1-16,-5-6 0 15,-3 3-1 1,8 0 2-16,-9-3-2 16,-3 0 1-16,-2 0 0 15,2 0 0-15,-9 3 0 16,0-3 1-16,-4 0 2 15,0 0-3-15,0 0 0 16,0 0-1-16,0 0 4 0,0 0 1 16,0 0-3-16,0 0 0 15,0 0 8-15,0 4-5 16,0-4 5-16,0 0 2 16,0 3-11-16,0-3 2 15,0 0-2-15,0 0 0 16,0 0-1-16,0 0-1 15,-4 2-23 1,-13 2-38-16,-7 5-51 16,-5-3-15-16,-12 0-39 15,25-3-26-15,-1 0-129 0</inkml:trace>
  <inkml:trace contextRef="#ctx0" brushRef="#br0" timeOffset="34518.44">26481 8736 79 0,'0'0'25'0,"0"0"-14"0,0 0-2 16,0 0 34-16,0 0 25 15,0 0-23-15,0 0 12 16,-4 15 58-16,4-15-17 16,0 0-18-16,0 0 10 0,0 0-89 15,4 0 31-15,-4-12-32 16,4-4 22 0,-4 1 0-16,0 3-18 15,0-4 5-15,0 1-8 16,-4 3-1-16,-17 2-19 15,-3 4 1-15,-5 3-44 16,5 3 59-16,-5 0-4 16,0 0 7-16,1 9 8 0,-1 9 9 15,0 7-17 1,12 0 0-16,1 3 16 16,12-4-24-16,0 4 8 15,4-3 0-15,0-1-5 0,4-5 1 16,16-10 3-16,1 4 0 0,4-8-1 15,4-5 2-15,-5 0 3 16,9-5 9-16,0-20-1 16,0-6-11-16,0-6-11 15,-5-6-13-15,-7-6-11 16,-1-7 3-16,-3-2-3 16,-9-1-22-16,0 3 22 0,-4 7 20 15,-4 9 15-15,0 12 25 16,0 10 41-16,0 8-7 15,0 10-15-15,0 0 29 16,0 0-73-16,0 3-19 16,0 29 12-16,-4 7 7 15,0 17 8 1,4 3-8-16,0 5 0 16,0-5 0-16,0-7 3 15,0-2-3-15,8-10 5 16,1-9-5-16,-1-7-45 15,-4-12 45-15,0-8-3 16,0-4-42-16,5 0-22 0,-9 0-10 16,3-13-186-16</inkml:trace>
  <inkml:trace contextRef="#ctx0" brushRef="#br0" timeOffset="35000.18">26682 8557 477 0,'0'0'125'15,"0"0"-102"1,0 0 34-16,0 0 14 16,0 0-34-16,0 0-13 15,66-6 0-15,-50 37-6 16,-8 2-5-16,-4 5-10 16,-4-5-3-16,0-2 0 15,0-3 0-15,0-3 6 16,-4-10-6-16,0-3 7 0,0-6-7 15,0-2 24-15,4-4-18 0,0 0 9 16,0 0-11-16,0 0 3 16,4-19 30-16,13-9-33 15,7-6-4-15,5-3 0 16,4-9 1-16,4 3-1 16,-4 0 0-16,-4 3-12 0,4 12 2 15,-13 6-4-15,-7 7 10 16,-10 9-4-16,-3 3 6 15,0 3 2-15,0 0 7 16,0 0 14-16,-3 6-21 16,-18 21 2-16,-4 14 29 15,5-1-23 1,3 6 5-16,17-6-13 16,0-3 0-16,0-6 0 15,4-13-1-15,21-2 1 16,8-10 0-16,7-6 0 0,2 0-17 15,-26-3-82-15,-7-13-211 16</inkml:trace>
  <inkml:trace contextRef="#ctx0" brushRef="#br0" timeOffset="36002.81">27819 8131 172 0,'0'0'257'0,"0"0"-224"0,0 0-30 31,0 0 25-31,0 0 24 0,0 0-6 16,0 0-9-16,38-31 8 15,-38 31 4-15,0 0-15 16,0 0 0-16,0 0 9 16,0 0-33-16,0 4-10 15,-9 20 8-15,-11 7 9 16,-1 6 26-16,-8 0-22 0,5 3-20 16,4-6-1-16,3-3 3 15,0-6 3-15,5-7-4 16,8-6-4-16,0-5-6 15,4-7-143-15,0 0-53 16,0 0-136-16</inkml:trace>
  <inkml:trace contextRef="#ctx0" brushRef="#br0" timeOffset="36209.71">27667 8178 120 0,'0'0'493'0,"0"0"-471"15,0 0-13 1,0 0 57-16,0 0-48 0,0 0 0 16,9-7 17-16,11 29 16 15,9 0-23-15,0 5-26 16,3-2 3-16,-3 3-5 16,4-3-23-16,-12-1-61 15,0-5-41-15,-21-19-53 16,4 0-50-16</inkml:trace>
  <inkml:trace contextRef="#ctx0" brushRef="#br0" timeOffset="36843.94">28492 8029 166 0,'0'0'301'16,"0"0"-267"-16,0 0-19 0,0 0 102 16,13-104-59-16,-13 92-36 15,0-1 2-15,0 10 27 16,-20 3-47-16,-5 0 5 15,-4 0-18-15,-8 6-4 16,-4 19 7-16,0 3 5 16,4 9 1-1,4 3 0-15,4 6 3 16,17-3 1-16,4-3-8 0,8-6-7 16,0-12 11-16,5-7 0 15,14-6-3 1,2-9 3-16,8 0 13 15,4 0 1-15,-4-9-10 0,-1-16-4 16,1-5-12-16,-13-8-9 0,-3-5-22 16,-5-3-1-16,-8-6 27 15,0-1 4-15,0-2 4 16,0 3 9-16,0-1 0 16,0 13 34-16,0 12 27 15,-8 10 21-15,8 12-30 16,0 6-42-1,0 0 4-15,0 0-14 16,0 6-8-16,0 27-16 16,0 14 24-16,0 8 22 15,8 7-14-15,4 0-6 0,9-4 8 16,-4-8-10-16,-2-4-48 16,-7-9-15-16,5-9-30 15,-5-10 6-15,-4-8-70 16,0-10-28-16</inkml:trace>
  <inkml:trace contextRef="#ctx0" brushRef="#br0" timeOffset="37330.43">28677 7956 359 0,'0'0'140'16,"0"0"-138"-16,0 0 41 15,0 0 36-15,0 0-49 16,0 0 0-16,46 105-14 16,-42-74-2-16,-4-1-5 15,0-8-9 1,0-4 3-16,0-5 1 0,0-7 0 16,0-3 19-16,0-3-2 0,0 0-7 15,0 0 3-15,0 0-11 16,0-13 44-16,12-14-37 15,5-1-11-15,3-9 0 16,4-3-2 0,1 0 1-16,4-6-3 0,0 3 2 15,-4-1-16-15,-2 10 6 16,-2 4 2-16,-9 17 8 16,-7 4 0-16,3 9 0 15,-8 0 19-15,0 0-4 16,0 0-4-1,0 19-11-15,0 14 0 16,-8 17 12-16,3-1 15 16,5 3-16-16,0-2 3 15,0-7-14-15,0-6 1 16,13-6-2-16,8-16 7 0,-1 1-12 16,5-10-4-16,0-6-40 15,-22 0-97-15,5 0-236 0</inkml:trace>
  <inkml:trace contextRef="#ctx0" brushRef="#br0" timeOffset="37778.65">28144 8350 287 0,'0'0'41'16,"0"0"-20"-16,0 0 149 16,0 0-76-16,0 0-81 0,0 0 16 15,-29 13 28 1,33-13-14-16,17 0-1 0,4 0 42 15,11 0-32 1,13 0-12-16,9 0-13 0,16-10 19 0,8 1-30 16,8 3 5-16,4-7-12 15,10 8 1-15,-2-2 5 16,-12 4-11-16,-3 3-1 16,-22 0-2-16,-11 0-1 15,-21 0-1-15,-21 0-28 16,-8 0-1-1,-4 0 21-15,0 0-14 16,-8 0-15-16,-17 0-38 16,-8 0-143-16,12 3-9 15,5 4-46-15</inkml:trace>
  <inkml:trace contextRef="#ctx0" brushRef="#br0" timeOffset="38579.75">28648 8714 197 0,'0'0'112'0,"0"0"-84"15,0 0 61-15,0 0-30 0,0 0-26 16,0 0-10-16,13-71 5 16,-13 59 24-16,0 2-25 15,-13-2 10-15,1 0 0 0,-4 5-10 16,-4 2-4-16,-1 5-3 16,4 0-18-16,-7 0 5 15,3 3 1-15,-4 15 10 31,1 7 1-31,0 5-17 0,7 5 0 16,5-2-2-16,3 1-1 16,5 3-2-16,4-3 3 15,0-6-3-15,9-7 2 16,11-5-104-16,9-10 105 16,3-6 25-16,9 0-6 15,5-6 1-15,-1-19-12 0,-4-6-2 16,-8-5-6-16,-4-8 7 15,-9 1-7-15,-7-9 0 16,-5-7-1-16,-8 4 0 0,0 2-16 16,0 13 9-1,0 15 8-15,-4 10 9 0,4 15 67 32,-4 0-15-32,0 0-61 15,0 6-19-15,-1 22 9 16,1 12 10-16,0 10 0 0,4 2 0 15,0 0 8-15,0-2-8 16,0-7 2-16,13-9-2 16,7-3 1-16,-8-7-1 15,8-5 1-15,-3-4 4 0,-9-6-10 16,4-9-20-16,1 0-47 16,-5 0-5-16,-4 0-30 15,-4-6-147-15</inkml:trace>
  <inkml:trace contextRef="#ctx0" brushRef="#br0" timeOffset="38832.4">28904 8436 279 0,'0'0'395'0,"0"0"-382"15,0 0-12-15,0 0 56 0,0 0-57 16,0 0 23-16,0 0 8 15,16 133 1-15,-12-77-12 16,3-7-19-16,2 0 6 16,3-9-7-16,5-6 3 15,-1-9-3-15,1-7 4 16,-5-5-3-16,9-7-1 16,-5-6-22-16,-3 0-74 15,-13 0-19-15,0-9-235 0</inkml:trace>
  <inkml:trace contextRef="#ctx0" brushRef="#br0" timeOffset="38995.37">28833 8588 438 0,'0'0'352'0,"0"0"-352"15,0 0 5-15,0 0-2 16,0 0 11-16,127-41-13 15,-85 39-1-15,-13 2-8 0,-29 0-143 16,0 0-248 0</inkml:trace>
  <inkml:trace contextRef="#ctx0" brushRef="#br0" timeOffset="44107.45">25554 9007 37 0,'0'0'314'0,"0"0"-259"0,0 0-46 16,0 0 7-16,0 0 42 16,0 0-25-16,0-13-8 15,0 13-2 1,0 0 25-16,0 0 12 0,0 0-22 0,0 0-18 15,0 0-7-15,0 0-7 16,0 0 6-16,0 0 5 16,0 0-5-16,0 0-3 15,0 0-9-15,0 7 0 0,0 14 1 16,0 4 16-16,0 6 3 16,0-3-9-16,12-1-8 15,-4 1 2-15,4 3-4 16,0-4-2-16,-4 1 1 15,9-3 0 1,-5 0 1 0,1-4-1-16,3-2 1 0,-3-4 2 15,3-6-2-15,-3 1-1 16,-5-1 0-16,4-6 0 16,-4 0 0-16,-4 3 2 15,8-6 0-15,-4 0 1 0,5 0-2 16,3 0 4-16,1 0-2 15,-1-6-2-15,9-9 5 16,-8-4-3 0,2 0-3-16,2-2 2 0,-4 6-2 0,-1-4 0 15,1 1-1-15,3 2 1 32,-3 4-1-32,4-3 1 0,-2 5 0 15,2-2-1-15,0 3 1 16,3 2-1-16,1 2 1 15,0 1-1-15,-1 1 1 16,1 3 0-16,-5 0 0 16,-3 0-1-16,3 0 2 15,-3 0 0-15,-5 0 2 16,5 0-3-16,-6 7 5 16,6 1-5-16,-5 5 0 15,5-4 2-15,-5 4-1 16,5 2-1-16,-5 0 0 0,5-2 2 15,-5 5-1-15,0-6-1 16,5 1 1-16,-10-1-2 0,6 4 1 16,-5-7 0-16,0 3-3 15,0 0 6-15,1-5-3 16,-5-2 4-16,-4 2-4 16,4-7 1-16,-4 3-1 0,0-3 4 15,0 0 2-15,4 3-5 16,-4 0-1-16,0-3 5 15,0 0-3-15,0 0 1 16,4 0 3-16,-4 0-5 31,0 0 3-31,0 0 0 0,4 0-3 16,0 0 17-16,1-9-7 16,3-10 0-16,-4 1-2 15,8 3-7-15,-3-4-4 16,-1 0 2-16,4 1 0 15,0 0 3-15,0-4-3 16,5 4 1-16,-1 2-1 16,-3 1-2-16,3 5 0 0,1 1-3 15,-1 0 4-15,5 2 0 16,-1 2 2-16,4-2 0 0,-3 1-1 16,0 0-2-16,-5 3-1 15,5 0 2-15,0 3 1 16,-9 0 3-16,3 0-2 31,-2 0 1-31,3 0-2 0,1 0 3 16,-5 0-3-16,5 0 0 15,-1 0 2-15,1 0 3 16,-5 9-4-16,4 0 0 16,0 3 2-16,-7-2-2 15,7 5-2-15,-8 1-1 16,5-4 2-16,-1 1 4 0,-3-8-3 15,3 5 2-15,-4-7-3 16,0-3 1-16,-3 3-1 16,-1-3 0-16,0 0 1 15,0 0 7-15,4 0-4 16,4 0 1-16,-4-3-5 0,4-6 1 16,1-4 1-16,-1-2-2 15,5-4 8-15,-1 1-7 16,-3-4-1-16,-1-2 5 0,-4-4-5 15,-4-3 22-15,1 0-10 16,-1 3-3-16,-4 4 2 16,0 5-8-16,0 4 8 31,0 6 12-31,0 0-18 0,0 9 4 16,0 0-9-16,0 0-2 15,0 0-4-15,0 0-57 16,0 3-74-16,0 6-68 15,0 0-224-15</inkml:trace>
  <inkml:trace contextRef="#ctx0" brushRef="#br0" timeOffset="45493.94">24384 9707 49 0,'0'0'93'0,"0"0"-93"16,0 0-17-16,0 0 17 16,0 0 3-1,0 0-3-15,0 0-8 16,-4-10-2-16,4 10-3 15,0 0-11-15,0 0-2 16</inkml:trace>
  <inkml:trace contextRef="#ctx0" brushRef="#br0" timeOffset="56983.4">24909 9669 428 0,'0'0'88'0,"0"0"-87"0,0 0 33 16,0 0 43-16,0 0-39 15,0 0-20-15,-86-5 14 16,65 5 18-16,-3 5 23 16,-5 8-45-1,4 5 12-15,1 10-16 16,-5 0-3-16,8 12 3 15,5 0-8-15,8 3 5 16,8 0-16-16,0-3-5 16,0-2 3-16,12-11-3 15,13-2-3-15,4-7 3 16,-1-5 0-16,9-7 4 0,-8-6-2 16,8 0 0-16,3-6 6 0,-2-16 2 15,3-8-8-15,-8-8 4 16,-5-2-3-16,-3-6 4 15,-9-3 1 1,-8-7-7-16,-8-6 4 0,0 4 6 16,-8 2-7-16,-17 10 2 0,-3 9 13 15,-5 12-8-15,0 10 15 16,0 9-23-16,4 6-2 16,6 0-2-16,-2 18-30 31,0 16-44-31,8 10-40 15,5 5-77-15,12-27-72 16,0-4-212-16</inkml:trace>
  <inkml:trace contextRef="#ctx0" brushRef="#br0" timeOffset="57275.53">24769 9901 356 0,'0'0'244'0,"0"0"-197"16,0 0 12-16,0 0 45 0,0 0-84 15,0 0-20-15,0 0 0 0,58 36 44 16,-33-13-3-16,-1 4-18 16,1 7 15-16,3 0-31 15,-3 6-7-15,0 0 0 16,-1-3 1-16,-3-3 7 16,-5-7-8-1,-4-8 5-15,-7-6-4 16,-1-7 2-16,-4-3-6 15,0 0 1-15,0 0-46 16,0-3 29-16,0 0-69 16,0 0-57-16,0 0-64 15,0 0-215-15</inkml:trace>
  <inkml:trace contextRef="#ctx0" brushRef="#br0" timeOffset="60193.55">25517 9876 8 0,'0'0'195'0,"0"0"-161"0,0 0-29 16,0 0 63-16,0 0 12 16,0 0-31-16,0 0-5 15,8-27 25-15,-4 23-9 16,-4 1-23-16,4 3 0 0,-4 0-7 15,0 0 3 1,0 0-4-16,0 0-13 0,0 0 10 31,0 0-6-31,0 0-8 16,0 0-1-16,0 0-11 0,4 22 0 16,4 6 41-16,-3 5-23 15,-1 4-3-15,4 4-10 0,-4 8-3 0,0-6 7 16,0 3-9-1,4-6 2-15,-4-3-4 16,0-9 5-16,0-6-3 16,-4-10 0-16,4 0-5 15,0-8-16-15,-4-4-26 16,0 0-41-16,0 0-18 16,0 0-20-16,0-13-161 15</inkml:trace>
  <inkml:trace contextRef="#ctx0" brushRef="#br0" timeOffset="60475.28">25562 9849 150 0,'0'0'311'0,"0"0"-291"16,0 0-16 0,0 0 43-16,0 0-18 15,0 0-18 1,115-68 6-16,-90 68-3 0,-1 15-6 15,-8 7 6-15,-4 2 15 16,1 4-11-16,-5 0 2 16,-8-7-8-16,0 1-3 15,0-3 9-15,-21-4 2 0,-7 3-12 16,-9-8 5-16,0-1-13 16,8-6-9-16,0-3-38 15,9 0-50-15,16 0-15 0,4 0-138 16</inkml:trace>
  <inkml:trace contextRef="#ctx0" brushRef="#br0" timeOffset="61158.63">25796 9969 461 0,'0'0'180'0,"0"0"-180"15,0 0 3-15,0 0 14 0,0 0 3 16,0 0 0-16,77-16 8 16,-60 0-8-16,-1 1-13 15,-3-6-4-15,-1-1 2 16,-8 1-5-16,-4-1-14 16,0 7-5-16,0-1-8 15,0 7 15 1,-21 9-11-16,1 0 9 15,-1 0 14-15,1 6 0 16,0 16 8-16,7 5 4 16,5 4 2-16,8 3 2 0,0-3-5 15,0-3-11-15,8 0 4 16,17-10-6 0,-4-8 2-16,-6-2 0 0,-2-8 7 0,-1 0-7 15,1 0-1-15,3-12-5 16,-3-9-1-16,-1-4-26 15,-8 0 0-15,4-2 5 16,-4 2 11-16,5 0 6 16,-5 10-15-16,0 2 22 15,-4 7 3-15,4 6 1 0,0 0 0 16,0 0 5-16,5 16 16 16,-2 5 29-16,1 7-33 15,0-3-1-15,1 2-9 16,-1-2-6-16,-4-4 10 15,0-8 16-15,-4-7 4 16,0-2 65 0,0-4-71-16,0 0 34 15,0 0-2-15,0 0-39 16,0-16 40-16,0-6-53 16,0-9 0-16,0 4 1 0,0-7-2 15,0-3-6-15,0 3 2 16,9 6-1-1,3 7-10-15,4 2 11 0,-3 13-22 16,8 0 2-16,-9 6-127 0,4 0-53 16,-12 0-24-16,-4 6-226 15</inkml:trace>
  <inkml:trace contextRef="#ctx0" brushRef="#br0" timeOffset="61830.21">26497 9774 429 0,'0'0'125'15,"0"0"-98"-15,0 0 69 16,0 0 5-16,0 0-84 16,0 0-16-16,0-6 20 0,0 12-12 15,0 13 10-15,-4 9-6 16,0 2 2-16,4 1 6 16,0 0-17-16,0-3-4 15,0-4 6-15,8-2-6 16,1-9 0-16,3-7-2 15,-4-4 4-15,5-2-1 0,-1 0 4 0,5 0 0 16,-1-21-4-16,0-4-1 16,0-2-13-1,-7-4-15-15,3 0 8 0,-8 0 15 16,-4 7 1-16,0 5 4 16,0 10 4-16,0 6 5 15,0 3 23 1,0 0-26-16,0 0-6 15,0 12-4-15,0 13 4 16,0 0 3-16,0 2-2 16,0-2-1-16,0-7 0 15,4-2-1-15,4-7-4 16,1-3 1-16,-5-3-18 16,4-3-26-16,0 0-19 0,1 0-38 15,-9-12-65-15,0 3-117 16</inkml:trace>
  <inkml:trace contextRef="#ctx0" brushRef="#br0" timeOffset="62380.75">26711 9808 374 0,'0'0'71'0,"0"0"-40"16,0 0 39-16,0 0-25 15,0 0-32-15,0 0-6 16,33 121-3-16,-29-106 11 15,0-3-1-15,0-6 5 16,0-3 2-16,-4-3-14 16,4 0 4-16,0 0 3 0,0-3 7 15,9-15 19-15,-5-4-23 16,4-2-14-16,-3 2 7 16,-1 0-10-16,-4 10 0 15,-4 6 3-15,0 6 6 0,0 0 29 16,0 0-30-16,0 0 4 15,0 22-6-15,4-1 6 16,0 1-5-16,0-7-5 16,5-2-1-16,-5-1 4 0,0-9-4 15,8-3 1-15,-7 0 8 16,7 0-6-16,3-15 9 16,2-10-6-16,0-3-4 15,-5 1-3 1,-4 2-5-16,0 6-2 15,-8 10 4-15,0 3 6 16,0 6 10 0,0 0 32-16,0 0-35 0,0 6-8 15,0 16-2-15,0 2 7 16,0 7 4-16,9-6-10 16,-1-1 0-16,-4-5 0 0,4-7 1 0,-3-3-4 15,3-2 2-15,-4-1-7 16,-4-6-19-1,4 0-37-15,-4 0-51 16,0-6-90-16,0-7-214 0</inkml:trace>
  <inkml:trace contextRef="#ctx0" brushRef="#br0" timeOffset="62550.65">26888 9654 875 0,'0'0'142'0,"0"0"-142"15,0 0-4-15,0 0-17 16,0 0-15-16,0 0-36 0,45-18-53 16,-21 27-18-16,1 0-30 15,-4-6 20-15,-17-3 38 16,-4 0-60-16</inkml:trace>
  <inkml:trace contextRef="#ctx0" brushRef="#br0" timeOffset="62807.39">27076 9614 33 0,'0'0'130'0,"0"0"-67"15,0 0 21 1,0 0 0-16,0 0-23 0,0 0 5 16,37-99-18-16,-37 93-26 15,0 3 5-15,0 3 9 16,5 0 19-16,-5 0-16 16,0 0-14-16,0 9-3 0,4 19 47 15,4 6-35-15,0 6-16 16,9 12 3-16,-5 1-12 15,4 6 1 1,0-7-7-16,1 0-2 0,-5-5 6 0,1-7-6 16,-5-6-2-1,-4-9-7-15,4-4-36 0,-8-9-29 16,0-12-94-16,0 0-205 16</inkml:trace>
  <inkml:trace contextRef="#ctx0" brushRef="#br0" timeOffset="63340.16">27151 9842 632 0,'0'0'114'15,"0"0"-114"-15,0 0 0 0,0 0 30 16,0 0-22-16,0 0-4 16,135-18-2-1,-95 5 2-15,2 4-8 16,-18 3-3-16,-24 3-246 0</inkml:trace>
  <inkml:trace contextRef="#ctx0" brushRef="#br0" timeOffset="63840.1">27586 9574 398 0,'0'0'25'15,"0"0"-8"-15,0 0 23 16,0 0 25-16,0 0-32 16,0 0 14-16,52-18 10 15,-52 18 31-15,0 6 1 16,0 18-29-16,0 4-16 0,0 9-25 15,0 3-6-15,0 4 5 16,0 2-11-16,0-3 2 16,0 3 10-16,0-9-8 15,0-3 5-15,0-6-15 0,0-10 13 16,5-2-1-16,-1-11-9 16,0-1 5-16,0-4 0 15,4 0-7-15,1 0 12 16,7 0-10-16,9 0 2 0,4 0-6 15,7-9 6-15,-3-1-5 16,4-2-1-16,-8 6 3 16,-8 0-2-16,-6 6-1 15,-6 0 0-15,-9 0 0 16,0 0 2-16,0 0-8 0,0 0-2 31,0 0-63-31,-13 0-85 16,-2 0-277-16</inkml:trace>
  <inkml:trace contextRef="#ctx0" brushRef="#br0" timeOffset="65408.92">28238 9158 102 0,'0'0'294'0,"0"0"-263"15,0 0-26-15,0 0 87 16,0 0-27-16,0 0-44 16,0 0 4-1,4-7 29-15,-4 7 1 16,0 0-5-16,0 0 0 16,4 0-20-16,-4 0-14 15,4 0-8-15,0 16-7 16,1 15 43-16,7 3-11 15,0 6-26-15,1 0-2 0,-1 0-1 16,5-6-4-16,-5-3 4 16,-1-9-4-16,2-4 1 0,-5-9 1 15,0 0-1 1,1-6 4-16,-1-3-4 0,0 0 1 16,5 0 9-16,-1 0-11 15,5 0 2-15,-1 0 8 31,1-12-8-31,-2-3 2 0,2-1-1 16,-1-5-2-16,1-1-2 16,-1 1 1-16,1 2 0 15,-5 0 3-15,5 1-2 16,-1 3 1-16,-3-1-2 16,2 4-3-16,2 0 1 15,-5 9 1-15,1-4 1 0,-1 4-2 16,-4 3 2-16,-4 0 0 15,5 0 0-15,-1 0-6 16,0 0 5-16,5 16 0 16,-1 5 2-16,0 1 6 15,4 0-2-15,0-1 0 0,1 4-4 16,-1-4 1-16,-3 1-4 16,3-4 1-16,-7-2 1 0,3-1 3 15,-4-6-3 1,1-2 1-16,-9-1 1 0,0-6-1 15,4 0-1-15,-4 0 0 16,4 0 2-16,4 0 14 31,-1-6-7-31,6-13 4 0,-1-9-8 16,5-3 1-16,-5 3-7 16,-4-2 1-16,1 8 0 15,-5-2 7-15,-4 8-1 16,4-2-1-16,0 9-4 15,4-1 0-15,-3 1-1 16,3 3-2-16,0 3 1 0,-4 0-2 0,4-1-2 16,-3 4 4-16,3 0-5 15,7 0 4 1,-2 0 2-16,-1 10 0 0,1 5 7 16,-1 10-5-16,0 0-2 15,1-1 0-15,-5-5 3 16,4-1-1-1,-3-5-2-15,-1-4 2 16,0-6 0-16,4-3-2 16,0 0 0-16,13 0 4 0,4-25-1 0,0-2 6 15,0-7-3-15,-6 0-2 16,-2-3 18-16,4 3-12 31,-13 0 6-31,5 9-1 0,-9 4-11 16,-8 12 11-16,4 5-7 15,-4 4-7-15,0 0-1 0,0 0-4 16,0 0-38 0,0 4-98-16,0 5-178 0,0 0-418 15</inkml:trace>
  <inkml:trace contextRef="#ctx0" brushRef="#br0" timeOffset="65936.7">29223 9669 398 0,'0'0'123'0,"0"0"-68"0,0 0 82 16,0 0-17-16,0 0-86 16,0 0-5-16,-4-9 5 15,4 9-3-15,0 0 0 16,0 0-13-16,0 0 5 16,20 16 30-16,9 2-24 15,4 10-3-15,9 6-9 0,-2 3-10 31,10-3 3-31,-5-7-8 0,0-2 0 16,-8-10-2-16,-8-5 1 16,-9-1 2-16,-3-9-3 15,-9 0-5-15,-8 0-9 16,0 0-36-16,0-9-23 16,0-3-82-16,-4-4-233 0</inkml:trace>
  <inkml:trace contextRef="#ctx0" brushRef="#br0" timeOffset="66183.5">29514 9694 258 0,'0'0'341'0,"0"0"-282"15,0 0-32-15,0 0 38 0,0 0-53 16,0 0 11-16,38 10 26 16,-18 8-13-16,5 3-11 15,-8 7-4-15,-1-3-3 0,-8 3-10 16,-8-3 6-1,0-1-5-15,-8 4-5 0,-29 0 2 32,-17-1 13-32,1-2-19 15,-4-10-19-15,7-3-18 0,14-5-33 16,7-1-32 0,29-6-38-16,0 0-134 0</inkml:trace>
  <inkml:trace contextRef="#ctx0" brushRef="#br0" timeOffset="66768.33">29786 9648 251 0,'0'0'216'0,"0"0"-215"16,0 0 6-16,0 0 74 15,0 0-22 1,0 0 10-16,69 89-11 15,-52-52-37-15,-1-3-7 16,-3 0-7-16,-1-9 12 16,-3-3-12-16,3-10 10 15,-8-9 0-15,-1 0-1 16,1-3-2-16,5 0 14 16,3 0 6-16,5-25 27 15,-1-3-29-15,5-5-18 0,-5-5-14 16,1 5 0-16,-9 5-13 15,0 3-7-15,-8 13-9 16,0 6-54-16,0 6-38 0,0 0-159 16,-4 0-77-1</inkml:trace>
  <inkml:trace contextRef="#ctx0" brushRef="#br0" timeOffset="67068.31">30020 9783 88 0,'0'0'108'0,"0"0"4"31,0 0 31-31,0 0-39 15,0 0 32-15,0 0-72 16,135-36-14-16,-106 11 3 16,0 0-49-16,-9 1 9 15,-8 2-13-15,-8 0-8 16,-4 4 1-16,0 9-50 16,-19 9-14-16,-10 0 46 0,-4 0-29 15,-5 12 54-15,1 16 24 16,9 3-2-16,8 3 5 15,7 2-21-15,13-1-5 16,0-5 11-16,8-2-9 0,21-13-2 16,-1-5 3-16,9-7-1 15,5-3 9-15,-1 0-3 16,8-3-9-16,-4-22-64 0,-32 13-59 16,-5-4-163-16</inkml:trace>
  <inkml:trace contextRef="#ctx0" brushRef="#br0" timeOffset="67314.27">30418 9376 665 0,'0'0'57'0,"0"0"-51"15,0 0 19-15,0 0 29 16,0 0-41-16,-9 127-5 15,9-74-3-15,-4 5-2 0,4-5 5 16,0-8-8-16,0-1 3 16,0-13-6-16,13-10 2 15,3-5-59 1,5-16-17-16,0 0-2 0,-9 0-43 0,-4-3-119 16</inkml:trace>
  <inkml:trace contextRef="#ctx0" brushRef="#br0" timeOffset="67601.05">30632 9642 534 0,'0'0'219'16,"0"0"-112"-16,0 0-60 15,0 0-1-15,0 0-17 16,-46 105-10-16,34-69-1 16,8-1-9-16,4-11-7 0,0-5 5 15,0-7-6-15,12-12 16 16,9 0 5-16,12 0-16 15,7-19 14-15,6-11-18 16,-9-4-2-16,0 0-3 0,-17-3-16 16,-4 3 9-16,-16 6-12 15,0 4-2-15,-16 8 24 0,-16 7 7 16,-2 6-7-16,1 3-11 16,4 0-54-1,6 12-82-15,19 0-89 16,-1-5-138-16</inkml:trace>
  <inkml:trace contextRef="#ctx0" brushRef="#br0" timeOffset="67886.36">31067 9593 521 0,'0'0'142'0,"0"0"-87"0,0 0 79 16,0 0-53-16,0 0-67 16,-136 76-14-16,124-41-8 0,4-2 6 15,8-2 2 1,0-9-2-16,0-7 1 16,24-6-1-16,4-2 2 15,14-7 0 1,7 0 0-16,4-7-30 0,5-11-92 15,-4-4-14-15,-10-2 17 16,-7-4-58-16,-8-3 18 16,-12 0 4-16</inkml:trace>
  <inkml:trace contextRef="#ctx0" brushRef="#br0" timeOffset="68040.11">31354 9599 94 0,'0'0'154'0,"0"0"187"0,0 0-153 16,0 0-136-16,0 0 2 15,0 0-22-15,-70 83-17 16,70-46 9-16,0 0-1 15,0-6-6-15,0-7-13 16,16-5 2-16,1-7 8 16,-1-9-14-16,5-3-4 0,0 0-37 31,-13 0-129-31,-4-15-284 16</inkml:trace>
  <inkml:trace contextRef="#ctx0" brushRef="#br0" timeOffset="68186.92">31358 9257 479 0,'0'0'0'16,"0"0"-178"-16,0 0 165 16,0 0-83-16</inkml:trace>
  <inkml:trace contextRef="#ctx0" brushRef="#br0" timeOffset="68402.81">31563 9337 123 0,'0'0'339'16,"0"0"-181"-16,0 0 13 15,0 0-41 1,0 0-93-16,0 0-23 0,-17 145-14 16,13-87 8-16,4 4 1 15,0-7-3 1,0-2-5-16,0-13 2 15,0-7-3-15,0-8 4 16,4-9-4-16,9-10-14 0,-1-6-83 16,-12 0-83-16,0-3-281 15</inkml:trace>
  <inkml:trace contextRef="#ctx0" brushRef="#br0" timeOffset="68905.14">31527 9608 611 0,'0'0'322'0,"0"0"-322"16,0 0-1-16,0 0 1 0,0 0 8 16,0 0 0-16,110 52-8 31,-68-43-2-31,-2-5 1 16,5-1-4-16,-12-3-16 0,1 0-17 15,-11 0-66 1,2 0 14-16,-12-9-38 15,-9 2-94-15,-4 4 148 16,0 3 74-16,-9 0 154 0,-11 0-36 0,3 3 16 16,1 19 22-16,8 0-67 15,4 2-79 1,4-2-10-16,0-1 0 16,0-2 18-16,12-7 5 0,12-3-23 15,10-6 2-15,-1-3-2 16,8 0-25-16,-5-15-31 15,1-3-55-15,-8-7-11 0,-8 4 78 32,-5 2-11-32,-11 0 55 15,-1 10 67-15,-4 3-26 0,0 3 94 0,0 3-27 16,0 0-55-16,0 0 6 0,-13 18-43 16,-3 16-10 15,-9 9 6-31,-4 13-8 0,-4 3-4 15,5 5 0-15,-5 4-16 0,0-13-6 16,8-2-247-16,-4-13 265 16,25-37 4-16,-4-3-414 15</inkml:trace>
  <inkml:trace contextRef="#ctx0" brushRef="#br0" timeOffset="70696.64">30253 10203 621 0,'0'0'107'16,"0"0"-105"-16,0 0 43 0,0 0-1 15,0 0-40-15,0 0 18 16,0 0 7-16,0 98 0 15,0-55-1-15,4-5 9 16,5-1-10-16,7-3-12 16,5-4 0-16,0-5-1 0,-1-7 2 15,9-11-10 1,3-7 6-16,10 0 1 16,3-4-3-16,4-20 2 15,0-10-12 1,-7 0 1-16,-9-9 3 15,-10-3-2-15,-6-6-2 0,-13-4 0 16,-4 3-3-16,0 4-3 16,0 12-3-16,-25 6 9 15,6 13 34-15,-6 9 2 16,4 5 2-16,-4 4-23 16,5 0-14-16,-1 0-2 0,5 22-3 15,3 3 2-15,6 6-2 16,3-1 8-16,4 4-3 15,0-3-1-15,0 0-5 16,19-9 2-16,6-1-20 16,12-6-40-16,1-5 47 15,-1-1-63 1,-5-6-89-16,5 0-19 16,-33-3-171-16,4 0 54 15</inkml:trace>
  <inkml:trace contextRef="#ctx0" brushRef="#br0" timeOffset="71097.45">30890 10326 181 0,'0'0'122'0,"0"0"-91"16,0 0 104-16,0 0-55 16,0 0-63-16,0 0 74 15,0 0-6-15,111-25 29 0,-111 23-18 16,-29 2-74-16,-3 0-9 16,-10 2-13-16,1 23 0 15,0 9 19-15,9 0-16 16,7 6-3-16,12-6-2 15,9-3-3-15,4-6 4 0,0-7-19 16,0-6-10-16,25-9 22 16,12-3 7-16,4 0-1 15,4-28-13-15,0-2-26 16,-8-10-45-16,0-7 10 16,-16-5-13-16,-9-12 32 15,-8-1 46 1,-4 6 11-16,0 13 10 0,0 15 62 15,0 19 87-15,0 8 6 16,-4 4-22-16,4 0-85 16,-4 10-58-16,4 20-8 15,0 17 8-15,0 8 12 16,0 4-5-16,0 3-6 16,29-7-1-16,-4-6 0 0,2-9-41 15,7-9-52-15,-30-31-183 16,0 0-285-16</inkml:trace>
  <inkml:trace contextRef="#ctx0" brushRef="#br0" timeOffset="71228.89">31271 10440 1080 0,'0'0'23'0,"0"0"-23"16,0 0-6-16,0 0-86 0,0 0-712 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41:25.251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20455 11643 58 0,'0'0'217'16,"0"0"-201"-16,0 0-12 16,0 0 25-16,0 0 3 15,0 0-9-15,0 0-16 16,0 0 1-16,0 0 0 16,8-65 2-1,-8 59-7-15,5-1 4 16,-5 7-7-16,0-3 4 15,0 0-4-15,0 3-4 16,0 0-17-16,0 0 9 16,0 0-9-16,0 0-1 15,0 0-4-15,0 0-1 16,0 0-19-16,0 0-20 0,0 0 31 16,0 0-1-16,0 0 13 15,-5 0 22-15,-3 0 1 0,8 0 4 16,-4 3-4-16,4 0 0 15,-4-3 0-15,4 0 1 16,0 0 7-16,0 0 21 16,0 0 6-16,0 0 3 15,0 0 1 1,0 0 6-16,0 0 2 0,0 0-1 16,0 0 16-16,0 0 5 15,0 0-16 1,0 0-24-16,0 0-16 0,0 0 2 15,0-6 12 1,0-3-13-16,0 0 12 16,0 5 21-16,0-5-20 0,0 3-1 0,0-3 19 15,0 6-8 1,0 0-13-16,0-3-10 16,0 6 0-16,0-7 4 0,0 7 5 15,0 0 6-15,0 0-1 16,0 0-13-16,0 0-3 15,0 0-7-15,0 0 0 0,0 0 5 16,0 0-5-16,0 0 3 16,0 0-6-16,0 7-1 15,0 20 1-15,0 10 4 16,0 3-3-16,0 13 4 0,0 6-5 16,0-1 4-1,0 0 0 1,0-2-4-16,0-6 3 15,0 2-3-15,0-9 0 16,0 0 3-16,0-6-2 16,0-6-1-16,0-3 2 15,0-7-1-15,0-5-2 16,0-4 1-16,0-6-1 16,0 1-1-16,0-2 1 0,0-2-2 15,0-3 1-15,0 0-9 0,0 0-1 16,0 0-10-1,0 0-12-15,0 0-7 0,0 0-8 16,0 0-7-16,0 0-33 16,-12 0 22-16,-13 0 39 15,0 0-4 1,-8 0 32-16,9 0 6 16,-5 0 22-16,13 4 14 15,-5-1 12-15,9-3 0 16,3 0-7-16,9 0-18 15,0 0-13-15,0 3-4 16,0-3-7-16,0 0-1 16,0 0-1-16,0 0 0 0,0 0 16 15,21 0 4-15,4 0 6 16,12 0-1-16,7 0-7 0,14 0-10 16,0 0 8-16,3 0-7 15,-3-3 6-15,-9-4-15 16,-8 4 1-1,-16 0-2-15,-9 3-2 16,-12 0 0-16,-4 0 3 16,0 0 0-16,0 0 7 15,0 0 0-15,0 0-10 16,0 0-17-16,-24 0-72 16,3 0-74-16,9 0-63 15,-5 0-174-15</inkml:trace>
  <inkml:trace contextRef="#ctx0" brushRef="#br0" timeOffset="468.29">20241 11535 343 0,'0'0'116'0,"0"0"-83"15,0 0 50-15,0 0 37 16,0 0-49-16,0 0-37 0,-98-7 2 0,98 7-7 15,0 0-4-15,0 0 2 16,0 0-12 0,0 0-5-16,0 0 2 15,8-3-12-15,9 3 27 0,12-3 36 16,11-3-29 0,14 0-10-16,7 0-9 15,5-1-6-15,0 4-6 16,-5 1-3-16,-7 2 0 0,-14 0-2 15,-3-4 0 1,-8 4-2-16,-8 0-44 16,-4 0-31-16,-5 0-10 15,-4 0-57-15,-8 0-29 16,0 0-118-16</inkml:trace>
  <inkml:trace contextRef="#ctx0" brushRef="#br0" timeOffset="951.37">21230 11732 385 0,'0'0'167'0,"0"0"-156"15,0 0 3-15,0 0 141 16,0 0-57-16,0 0-44 0,0 0 2 16,-8 0-11-16,8 0-9 15,0 0-7-15,0 0 8 16,0 0-8-16,0 0-17 15,0 0 1-15,0 0-6 16,0 0 0-16,0-3-7 16,8 0 3-16,17-4-3 0,8-2 5 15,4 3-3-15,4 0-2 16,0 3 0-16,-8 3 0 16,-4 0-1-16,-8 0-2 0,-1 0 1 15,-12 0-1 1,-4 0-36-16,-4 0 4 0,0 3-10 31,0 3-2-31,0 0-7 16,0 6-18-16,0 1-39 0,-4-7-46 15,-4-3-118-15</inkml:trace>
  <inkml:trace contextRef="#ctx0" brushRef="#br0" timeOffset="1271.07">21128 11908 488 0,'0'0'84'0,"0"0"-84"15,0 0 0-15,0 0 65 0,0 0-39 16,0 0-2 0,0 0 20-1,25 27 10-15,16-27-3 16,8 0-13-16,5 0-12 15,8 0-6-15,3 0 0 16,-3 0 0-16,-1 0-6 0,-12 0-1 16,-7 0-4-16,-15 0-7 15,-10 0 1-15,-9 4-3 16,-8-2 0-16,0-2 1 16,0 3 14-16,0-3-14 0,0 7-1 15,-16-4-60-15,-8 0-72 16,7 3-26-1,9-6-88-15</inkml:trace>
  <inkml:trace contextRef="#ctx0" brushRef="#br0" timeOffset="12229.87">22754 11544 33 0,'0'0'49'0,"0"0"-31"16,0 0 48-16,0 0 25 0,0 0-31 15,0 0-28-15,0 0-1 16,0 0-5-16,0 0-14 16,0 0 13-16,45-34 13 15,-45 34 15-15,4-3-24 16,-4 0 4-16,9 0-6 15,-9-4-12-15,4 5 2 0,0-5 5 16,-4 1 2-16,0 3 19 16,0 0-12-16,0-3-16 15,0 3 18-15,0 0 1 0,0-4-3 16,0 7 24 0,0 0-24-16,-8 0-22 0,-9 0-9 31,5 0 0-31,-13 0 1 15,0 0 0-15,-4 0 4 0,-7 3 6 16,-1 13-3-16,4 3 9 16,-4 2-9-16,5 1 1 15,3-1-3-15,0 4-6 16,4 6 1-16,0 3 0 16,0-1 1-16,6 5-4 0,6-2 2 15,1-2-1-15,12-3 1 16,0-3-6-16,0-3-1 15,0-1 6-15,8 1 2 16,16-4 3-16,5-2-2 16,4-4-2-16,4-5 5 15,12-8-2 1,8-2 1-16,10 0 12 16,6 0-13-16,-3 0 3 15,0-5-1-15,-4-8 0 16,-5-2 0-16,-8-4 0 0,-7 4 6 15,-10-7 8-15,-11 4-6 16,-4-4 23-16,-9-6-1 16,-4-2-11-16,-4-10 3 15,-4-3-4-15,0-4 3 0,-16 1 8 16,-9 3-19-16,-4 9 7 16,-3 6-7-16,-5 6-11 15,-9 10-4-15,-3 6-1 16,-12 0-4-16,-5 6 2 15,1 0-11-15,7 0-3 0,5 0-3 16,12 9-13-16,7 3-8 16,18 1-8-16,8 5-25 15,4-2-32-15,4 5-47 16,0-11-94 0,4-4-53-16</inkml:trace>
  <inkml:trace contextRef="#ctx0" brushRef="#br0" timeOffset="12680.16">22672 11849 117 0,'0'0'444'0,"0"0"-413"15,0 0-27-15,0 0 105 16,0 0 6-16,0 0-52 15,-12 3-16-15,16-6-3 16,0-3-3-16,0 3-6 16,-1 0 2-16,1 3 2 15,1-4-13 1,-1 1-4-16,4 3-7 16,-8 0-13-16,4 0 1 15,0 0-3-15,4 3 0 16,5 19 2-16,3 6-1 15,1 9 8-15,4 6-5 16,-1 0-1-16,1 6 1 0,3 1-3 16,1 2-1-16,-1-2 2 0,-3-7 0 15,0-3-2 1,-5-12 0-16,0-7 1 16,0-6-3-16,-12-8 2 0,1-4 0 15,-1-3-2-15,0 0-7 16,-4 0-18-1,4 0-38-15,0 0-73 0,-4-6-98 16,0-1-98-16</inkml:trace>
  <inkml:trace contextRef="#ctx0" brushRef="#br0" timeOffset="13414.67">23362 12123 310 0,'0'0'68'15,"0"0"-44"-15,0 0 109 16,0 0-37-16,0 0-37 15,0 0 6-15,0 0-3 16,0-3-9-16,0 3 0 16,0-3 3-16,-13 3-18 0,-8 0-31 15,-16 0-7-15,1 0 8 16,-9 0 12-16,3 0 17 0,5 0-1 16,9 0-16-16,3 0-3 15,13 6-2 1,8-3-13-16,4 0-2 15,0 4-8 1,0-4-6-16,8 3 11 16,13 3 6-16,15 1-2 0,1 2 3 15,9 3-2-15,-9 1-1 16,3 5-1-16,-3 1-1 16,-8-1 0-16,-8 1-2 15,-4-1-4-15,-9-2-5 16,-8-1 9-16,0 1 2 0,0-4 2 15,-25 1 0-15,-4-1 4 16,-8-9-5-16,-9 1 4 16,2-4 3-16,-2-3-4 15,5 0 12 1,5-3 6-16,7-16-1 0,8-2-2 16,5-4-18-16,12 0-4 0,4 4-2 15,0 5-9-15,0 1-25 16,16 8-32-16,-8 7-89 15,5 0-196-15</inkml:trace>
  <inkml:trace contextRef="#ctx0" brushRef="#br0" timeOffset="15739.73">23735 11911 322 0,'0'0'33'0,"0"0"-27"16,0 0 57-16,0 0 24 16,0 0-39-16,0 0-28 0,0 0-2 15,0 0-1-15,0 0 13 16,0 0 11-16,0 0-11 15,0 0-13-15,0 0-7 16,0 0-7-16,0 0-2 0,0 0-1 16,0 0-9-1,0 0 9-15,0 0 1 0,0 5 3 16,0 5 0-16,0 3-4 16,0-8 1-16,0 2-1 0,0-1 0 15,0-6 4-15,0 3-4 16,0-3 12-16,0 0 21 15,0 0 2-15,0 0-14 16,0 0 4-16,-4-3-1 16,-1-13-1-1,1 4 5-15,4-3-11 16,0-1 10-16,0 7-9 16,0 0-5-16,0 6-9 15,0-1-4-15,0 2-1 0,0 2-1 16,0 0-2-1,0 0 2-15,0 0-12 0,0 0 3 16,0 0-3-16,0 0 14 16,0 6 0-16,0 3-35 15,0 0-22-15,0 4-35 16,0-5-61-16,0-8-99 16,0 0-67-16</inkml:trace>
  <inkml:trace contextRef="#ctx0" brushRef="#br0" timeOffset="16926.03">24005 11679 350 0,'0'0'113'0,"0"0"-104"16,0 0 30-16,0 0 62 16,0 0-52-16,0 0 2 15,9-86-6-15,-5 80 10 16,-4 3-21-16,0 0 12 15,0 3-2-15,4-3-16 16,0 3-8-16,-4 0-10 0,0 0-4 16,0 0-3-16,0 0-3 15,0 0-6-15,0 6 6 16,0 15 1-16,8 13 16 16,-3 0-10-16,-1 12-3 15,8 4 6-15,-4-7-8 16,1 3-2-16,-5-3 3 15,8-5 0 1,-8-5-3-16,5-5 0 16,-5-3 0-16,4-10 1 15,-4-6 1-15,0-3-2 0,-4-6 2 16,0 0 3 0,4 0 20-16,-1 0 2 0,2 0 2 15,3-6 8-15,0-12-10 0,9-10-5 16,-5-9-6-16,5-3-1 15,-1 0-2-15,1-9-9 16,-5 5 0-16,0 1 4 16,1 6-7-16,-5 10 2 15,4 2-1-15,-8 10 0 16,0 2 3-16,-4 4-5 0,4 6 0 16,-4 3 4-16,0-3-4 15,0 3 0-15,0 0-6 31,0 0-3-31,0 0 5 0,0 0-9 0,0 15 13 16,0 16 0-16,8 9 2 16,0 0-1-1,-3 6 2-15,3 1-2 16,0-7 1-16,5-1-2 0,-5-4 0 16,0-8 0-16,4-2 1 15,-3 0-1-15,-1-10 0 16,0-3 1-16,1-2-3 15,-5-4 1-15,3-6 1 16,-7 0-1-16,4 0 1 0,-4 0 0 16,8 0 3-16,9 0 4 15,-5-22 9-15,9-2 0 16,0-10 4-16,-5-6 1 16,5-3-7-16,-5-7 6 15,-4-8-2-15,-4-1-17 16,0 0 13-1,-4 7-9-15,1 3 3 16,-5 15 20-16,4 9-9 16,-4 10 1-16,0 5-6 15,0 7-7-15,0 1-7 16,0-2-5-16,0 4-5 16,0-3 1-16,0 3-37 15,0 0-19-15,0 0-18 0,0 0-9 16,0 16-12-16,-9 5-70 0,5-11-202 15,0-5-184-15</inkml:trace>
  <inkml:trace contextRef="#ctx0" brushRef="#br0" timeOffset="19658.28">24950 11861 286 0,'0'0'76'0,"0"0"-66"16,0 0-10-16,0 0 72 15,0 0-48-15,0 0 5 0,0 0 20 16,37 3-5 0,-37 10-13-16,0-4-4 0,0 0 1 0,0 0-13 15,0-2 7-15,0-2 9 0,0-1-3 16,0-1 6-1,0-3 14-15,-4 0 8 16,4 0 9-16,0 0-17 16,0 0-18-16,0-9 0 0,0-4-21 15,0 1 1 1,0 0-10-16,0 3 1 16,0 2-3-16,4 4 1 15,0 0-24-15,-4 3-65 16,5 0-123-16,-1 0-77 15,-4 0-163-15</inkml:trace>
  <inkml:trace contextRef="#ctx0" brushRef="#br0" timeOffset="20281.12">25275 11738 380 0,'0'0'110'0,"0"0"-107"15,0 0 42 1,0 0 58-16,0 0-55 16,73-102 8-16,-73 99-1 15,4 3-5-15,-4 0-15 0,0 0-3 16,0 0-12-16,0 0-17 0,0 13-2 15,0 14 10-15,0 10 17 16,0 6-22-16,0 1 2 16,0-4-7-1,0-6 1-15,0-1-2 0,4-8 1 16,9-3-2-16,-5-10 1 16,9 0 0-1,-5-9 10-15,4-3 12 16,0 0 13-16,9 0 5 15,4-12-15-15,4-13-5 16,4-2-3-16,-1-4 0 16,1-6-2-16,1-9-8 15,-9 3 6-15,-9-10-2 16,-4-3-6-16,-4 11-1 0,-12 1-4 16,0 10 0-16,0 10 14 0,-4 2-6 15,-13 4 12-15,-2 8-13 16,-6 4-7-16,4 3 0 15,-8 3-5-15,5 0 5 16,-1 0-4-16,5 25 4 16,8 2-3-16,8 14 0 0,4-1 0 15,0 6 1-15,4-3-2 16,21 0 4-16,11-3-5 16,5-9 5-16,9-3-3 15,2-6-35-15,-2-10-76 16,-33-12-132-16,-5 0-174 15</inkml:trace>
  <inkml:trace contextRef="#ctx0" brushRef="#br0" timeOffset="20831.08">26046 11929 687 0,'0'0'25'0,"0"0"-17"15,0 0 91-15,0 0-35 16,0 0-30-16,0 0 31 16,0 0-45-16,-4-65-18 15,-28 65-2-15,-14 0-1 16,-12 13 0-16,1 11-1 15,-1 10 2-15,13 3 5 16,13 0-5-16,11-3 0 16,13-6-3-16,8-3 3 15,0-7 0-15,4-12 1 16,25-3 8-16,7-3 15 0,18 0 1 0,0-12 5 16,-2-16-15-16,2-9-11 15,-12-6 13-15,-10-3-2 16,-8-7-1-16,-3-5-5 15,-9-7-5-15,-3 3-3 16,-1 7 0-16,-4 12 0 31,-4 18 4-31,0 13 17 0,0 9 11 16,0 3 3-16,0 0-36 16,0 24-6-16,-8 22 2 15,-5 20 4-15,13 4 2 16,0 1-2-16,0-6 0 15,21-10 3-15,4-2-3 16,-5-10 0-16,4-9-3 0,-3-9-39 16,0-10-36-16,-17-15-109 15,0 0-305-15</inkml:trace>
  <inkml:trace contextRef="#ctx0" brushRef="#br0" timeOffset="21439.16">26834 11757 74 0,'0'0'317'0,"0"0"-293"16,0 0 9-16,0 0 132 31,0 0-47-31,0 0-21 0,-78-31-9 16,74 31-19 0,0-4-19-16,4 4-1 0,0 0-23 15,0-3-8-15,0 3 4 16,0 0-10-16,0-2 1 15,0 2-4-15,12-4-7 16,17 1 5-16,8 3-5 0,13 0 0 16,2-3 2-16,15 3-4 15,2 0 2-15,1 0 2 16,-5 0-3-16,-3 0 3 16,-12 3-4-16,-18 4 0 15,-7-2 0-15,-17-1-2 0,-8-4 1 16,0 0-2-1,0 3-42-15,0 0-21 16,-25 3-52-16,9-6-156 16,-4 0-247-16</inkml:trace>
  <inkml:trace contextRef="#ctx0" brushRef="#br0" timeOffset="21732.8">26888 11873 195 0,'0'0'378'0,"0"0"-348"16,0 0-16-16,0 0 121 15,0 0-32-15,0 0-34 16,-16 25 9-16,48-25-17 0,13 0-16 16,13 0-18-16,3 0-15 15,5 0 0-15,3 3 4 16,-7 0 1-16,-1 4 4 0,-7-4-10 15,-8-1 4-15,-13 2-6 16,-18-1-9-16,-7 0 1 31,-8-3-2-31,0 0 1 0,0 0-50 16,-15 0-86-16,-6 0-329 16</inkml:trace>
  <inkml:trace contextRef="#ctx0" brushRef="#br0" timeOffset="26897.72">28000 11494 261 0,'0'0'0'0,"0"0"-9"16,0 0 9-16,0 0 0 0,0 0 0 15,0 0-5-15,0 0-5 16,0 0-39-16,65-21 15 0,-65 21 33 16,0 0 1-16,0 0 6 15,0-3 11 1,0 3 11-16,4-3-8 0,-4 0-7 31,0 0 17-31,5-1 3 0,-1 1 2 16,0 0 22-16,0-3 0 15,0 3 9-15,-4 0-15 16,4 0 0-16,-4 0-9 0,0 3-13 16,0-7 9-16,0 7-1 15,0 0-8-15,0 0-4 16,0 0 7-16,0 0-21 15,0 0 4-15,-4 0-15 16,-12 0-2-16,-5 4-1 16,-3 17 2-16,-5 1 1 15,0 12 8-15,0 3 2 16,4 9 7-16,2 7-12 0,6 2-2 31,5 0-1-31,8-5-2 16,4-4 0-16,0-6 2 15,4-3-2-15,16-9 5 0,4-4 6 16,5-5-3 0,4-4 6-16,4-9-11 0,5-2 9 15,-2-4 2-15,1 0-5 16,1 0 6-16,-6-16 1 0,1-8 21 16,-4-1 0-16,0-9-1 15,-4 0-10-15,-9-12 14 16,-4-4-11-16,-7-5 7 15,-9-10-17-15,0 7 4 16,-17 2 7-16,-8 4-9 16,2 12-7-16,-6 3 12 0,0 6-21 15,8 6-4-15,0 6-1 16,5 7-17-16,0 9-11 16,-4 3-38-16,-9 0-28 0,16 7-113 15,5 5-260 1</inkml:trace>
  <inkml:trace contextRef="#ctx0" brushRef="#br0" timeOffset="27352.38">28136 11726 414 0,'0'0'156'16,"0"0"-156"-16,0 0 0 15,0 0 107-15,0 0-65 16,0 0-17-16,0 0 32 16,-9 3 30-1,9-3-13-15,0 0-11 16,0 0-14-16,0 0-19 15,0 0-22-15,0 12 1 16,4 7-6-16,9 8 16 16,8 7-4-16,-5 3-13 15,8 6 3-15,5 0 0 0,-4 4-5 16,-1-4 3-16,1 0-3 0,0-6 0 16,-5 0 1-1,-4-9 4-15,1-3-5 0,-5-7 0 16,-4-5 0-16,1-11 1 15,-9 1-1-15,4-3 0 16,0 0 5-16,0 0-4 16,0 0-2-16,0-3-50 0,5-12-71 15,-5 9-156-15,-4-6-271 16</inkml:trace>
  <inkml:trace contextRef="#ctx0" brushRef="#br0" timeOffset="28275.19">28772 12012 34 0,'0'0'319'15,"0"0"-284"-15,0 0-26 16,0 0 104-16,0 0-51 15,0 0-43-15,0 0 7 16,12-15 10-16,-12 15-3 16,0 0 9-1,0 0-3-15,0 0 1 16,0 0-3-16,0 0-11 16,0 0 14-16,0 0-20 15,0 0-4-15,0 0 1 16,0 0-11-16,0 0 1 0,0 0 3 15,-8 0-9 1,-12 0 0-16,3 0-1 0,-8 0 0 16,5 0 4-16,-1 6-4 15,0 0 10-15,9 0 8 0,-4-3-8 16,8 7 1-16,0-7-7 16,4 3-3-16,0 0-2 15,4 0 1-15,0-2 0 16,0-2 2-1,0 5 0-15,4-4 5 16,16 3-3-16,4 0 0 16,9 0-2-16,5-3-2 15,3 4 0-15,-5 2 0 16,1 3 4-16,-4-3-7 16,-8 4 3-16,-4 2-2 15,-9 0 2-15,-9 4-4 0,-3 0 4 16,0-1-3-16,0 0 5 15,-15-2-2-15,-14 2 4 16,-4-5 4-16,-9-4 11 16,-2 3-6-16,-6-6-5 15,-3-2 11-15,8-1-8 16,4-3 11-16,12 0 2 0,8 0-13 0,9 0-5 31,8-10-6-31,4-5-22 16,0-7-35-16,0-2-47 15,12 11-120-15,0 7-184 16</inkml:trace>
  <inkml:trace contextRef="#ctx0" brushRef="#br0" timeOffset="29115">29083 11920 458 0,'0'0'65'15,"0"0"-64"-15,0 0 91 16,0 0-18-16,0 0-67 0,0 0-4 16,0 0 6-16,0-9-3 0,0 9-4 15,0 0-2-15,0 0 0 16,0 0 7 0,0 0 5-16,0 0 1 15,0 0-3-15,0 3-6 0,0-3 3 16,0 0-4-1,0 0 5-15,0 0 26 16,0 0 35-16,0 0-17 16,0 0-17-16,4 0-35 15,1-3-6-15,-1-4-12 16,0 1-61-16,-4 6-97 16,0-3-180-16</inkml:trace>
  <inkml:trace contextRef="#ctx0" brushRef="#br0" timeOffset="29931.73">29326 11646 301 0,'0'0'48'0,"0"0"-20"16,0 0 104-16,29-109-26 16,-25 97-30-16,4 6-18 15,-4 3 1-15,-4 0-4 0,0 3-6 16,4 0-10-16,-4 0-4 16,0 0-2-16,0 0-20 15,0 0-13-15,0 0-8 16,0 24 8-16,8 11 14 0,-4 5 13 15,9 6-18 1,-5 3-2-16,-4-3-5 0,8-2-1 31,1-8-1-31,-9-8 0 0,4-9 1 16,-4-10-1-16,1 0 0 16,-5-9 5-16,0 0-5 15,0 0 15-15,4 0 25 16,4 0-4-16,4-21 2 15,1-7-28-15,2-9-2 0,2 0 6 16,-1-6-10-16,-3 3 6 16,-1-4-7-16,-4 8 3 15,1 5 1-15,-1 3-4 16,-4 10 8-16,-4 5 5 16,4 7-4-16,-4 6 1 15,0 0-13-15,0 0-6 0,0 0 1 16,0 0-8-16,0 0 6 15,0 16-1-15,8 11 8 0,5 13 2 16,-1 4-2 0,8 5 0-16,-4-3 0 0,9-6-1 31,-4-3-4-31,0-6-10 16,-5-6 0-16,1-7 12 15,-1-3-4-15,-4-8 4 16,0-7 3-16,-4 0-3 15,5 0 3-15,-1-13 12 0,9-12 0 16,-1-8 3-16,-7-10 6 16,3-4 8-16,-7-5-1 15,-1-3-3-15,0 5-15 16,-8 7 9-16,3 12-9 0,-3 6 11 16,0 10-10-16,0 6-11 15,0 6 0-15,0 3-10 16,0 0-33-16,0 0-34 15,0 6-30-15,0 18-32 16,0-5-93 0,0 0-204-16</inkml:trace>
  <inkml:trace contextRef="#ctx0" brushRef="#br0" timeOffset="30509.56">29453 12129 122 0,'0'0'282'0,"0"0"-258"15,0 0 3-15,0 0 125 0,0 0-82 16,0 0-18-1,0 0 22-15,-66-31-5 16,66 31-28-16,0 0-2 16,0 0-14-16,0 0 0 15,0-2-3-15,0-1-6 0,13-1 0 16,16-2-16-16,12 3 1 16,7 0-3-16,10 0 1 15,4 3 1-15,8 0 3 0,8 0-2 16,-4 0 2-16,-4 0-1 15,-5 0 3-15,-11 0 7 16,-10 6-9 0,-15-3-2-16,-8-3 2 15,-17 3-2-15,0-3-2 16,-4 0 2-16,0 0-3 16,0 0-25-16,-4 3-27 0,-21 4-65 15,9-5-114-15,3-2-372 16</inkml:trace>
  <inkml:trace contextRef="#ctx0" brushRef="#br0" timeOffset="31067.06">29753 12204 546 0,'0'0'128'0,"0"0"-110"32,0 0 90-32,0 0 31 15,0 0-91-15,0 0-12 16,0 3-4-16,0 0-9 16,0 9-20-16,0 3 10 0,0 4 22 15,0 8-26-15,0 4 2 16,0 6-7-16,0 1-4 15,0 2 5-15,0 0-3 0,0-6-2 16,-4-4 0 0,-4-2 3-16,-1-6-3 15,5-7 1-15,0-6-1 0,4-2 0 16,0-7 0-16,0 2 0 16,0-2 0-16,0 0 1 0,0 0 6 15,0 0-2-15,4 0-1 16,21 0 20-16,4 0-20 15,3-2 1 1,14-5-2 0,3 7-2-16,0-6 2 0,0 6-3 15,-3-3 1-15,-2 3 5 16,-7-3-5-16,-3 3 7 16,-14 0 2-16,-7 0-10 15,-9 0 4-15,0 0-4 16,-4 0 0-16,0 0 6 15,0 0-6-15,0 0-11 0,0 0-15 16,0 0-32-16,0 0-73 16,0 0-168-16,-8 0-309 15</inkml:trace>
  <inkml:trace contextRef="#ctx0" brushRef="#br0" timeOffset="34261.93">30504 12185 296 0,'0'0'276'16,"0"0"-245"-16,0 0-23 0,0 0 53 15,0 0-16-15,0 0-36 16,0 0-3-16,33-19 43 0,-21 7 24 16,-4-1-17-16,9-5-3 15,-5 0-4-15,1-4-17 16,-1-3 4-16,0-2-24 16,-3-4 19-1,3-3-17-15,-4-6-6 16,1 3 20-1,-1 0-20-15,-5 0 9 16,1 9-12-16,0 7-2 16,-4 5 7-16,0 10-7 15,0 0-2-15,0 6 1 0,0 0 0 16,0 0-4-16,0 0-2 0,0 0-5 16,0 9 1-16,0 22-11 15,-8 15 19-15,-12 7-1 16,8 5 1-16,-5-6 0 15,9-5-1-15,4-7 1 16,4-3-1-16,0-7 1 16,0-7 0-16,0-8-2 0,0-9 5 15,0 3-3-15,8-9 1 16,5 0 1-16,11 0 21 16,4-6-6-16,10-16-6 15,-1-3 2-15,-4-5-10 0,-1-4 4 16,-3-6-1-1,0-6 4-15,-4-1-1 16,-5-5-6-16,-3 3-2 16,-5 6 5-16,0 12-3 15,-8 6-1 1,4 13 6-16,-8 6 6 0,0 6 14 16,0 0-20-16,0 0-6 15,0 0-2-15,0 21-13 16,-17 16 10-16,6 7 3 0,-6 5 0 15,1 0-2-15,12 0 2 16,0-6 0-16,0 1-1 16,4-8 1-16,0-5 0 15,0-3-2-15,0-9-3 16,0-1 0-16,4-2-49 16,4-4-18-1,0-3-41-15,-4-9-145 0,-4 0-207 16</inkml:trace>
  <inkml:trace contextRef="#ctx0" brushRef="#br0" timeOffset="35187.24">31202 11987 517 0,'0'0'295'16,"0"0"-268"-1,0 0 15-15,0 0 77 16,0 0-60-16,0 0-43 16,0-5-2-16,0 5 1 15,0 0-7-15,0 0-1 16,0 0-7-16,0 0-6 15,0 0 5-15,0 0-5 0,0 9-30 16,0 0-11-16,0 3-10 16,0-6 28-16,0-2 7 0,0-1 14 15,0-3 8 1,0 0 2-16,0 0 5 0,0 0 16 16,0 0 48-16,4 0-24 15,0 0-27-15,-4-3-9 16,0-1 13-16,0 1-18 0,0 3-4 31,0 0-2-31,0-3-41 0,0 3-84 0,0-3-197 31</inkml:trace>
  <inkml:trace contextRef="#ctx0" brushRef="#br0" timeOffset="36173.28">31531 11766 534 0,'0'0'119'0,"0"0"-118"15,0 0 60-15,0 0 103 16,0 0-112-16,0 0-10 15,0 0 12-15,15-96-1 16,-15 96-24-16,0 0-2 16,0 0 6-1,0 0-20-15,0 0-2 16,0 0-11-16,0 0-7 16,0 3 7-16,0 22-6 0,0 15 6 0,0 6 9 15,0 10-8-15,0-4 3 16,4 0-4-1,5-2 1-15,-5-7 3 16,4-3-4-16,5-9 0 16,-9-3 0-16,8-7 3 0,-8-9-3 15,-4-2 0-15,4-7 2 16,0-3 4-16,1 0-4 16,-5 0 15-16,4 0 12 15,0 0-7-15,-4 0 6 16,8 0-2-1,0-6-9-15,-3-1 0 16,3 2-6-16,-4-2-2 16,0 4 1-16,0 0-7 15,-4 3 5-15,0 0-8 16,0 0 1-16,0 0-1 0,0 0 0 16,0 0 0-16,0 0-4 15,0 0 7-15,0 0-6 0,0 0 3 16,0 0-2-1,0 0 2-15,0 0-2 0,0 0 2 16,0 0-4-16,0 0 3 16,0 0 1-16,0 0 0 15,0 0 1-15,0 0 1 16,0 0-2 0,0 0 0-16,0 0 3 15,0 0-2-15,0 0 3 16,0 0-4-16,0 0 1 15,0 0 3-15,4-10-1 16,9-2 20-16,-2-12-3 16,6-10-16-16,3-3 7 15,5-10-8-15,4-5-2 0,4-10 0 0,3-8-1 16,2-4 0-16,-5 9 1 16,0 4 3-1,-10 17-4-15,-6 13 0 0,0 10 4 16,-9 8 13-16,-8 13 1 15,0 0-4-15,0 0 4 16,0 0-12 0,0 0-5-16,0 0-1 15,0 0-5-15,0 0 3 16,0 0-3-16,0 0 2 16,0 0 2-16,0 0-5 15,0 0-23-15,0 0-14 16,0 0-23-16,0 0-28 15,0 0-31-15,-17 7-74 0,9-4-112 16,0 0-114-16</inkml:trace>
  <inkml:trace contextRef="#ctx0" brushRef="#br1" timeOffset="56322.53">18809 10736 298 0,'0'0'28'0,"0"0"-28"15,0 0-90-15,131 3 86 16,-90-3 3-16,9 0 1 16,3 0-8-16,-33 0-58 15</inkml:trace>
  <inkml:trace contextRef="#ctx0" brushRef="#br1" timeOffset="77320.64">22504 12561 4 0,'0'0'16'0,"0"0"-16"0,0 0 0 15,0 0 27-15,0 0 14 16,0 0-18-16,0 0-5 16,0 0 1-16,0 0 15 15,0 0 4 1,0 0 4-16,0 0-12 16,0 0-10-16,28-28-6 15,-28 28 9-15,4 0-10 16,0-3 4-16,-4 3 4 15,0 0-1-15,0 0 3 16,0-3 1-16,0 3 2 16,4-3 1-16,-4 0-11 0,0 0 3 15,4 0 4-15,0 3-8 16,-4-3 7-16,0 3-4 0,0 0-4 16,0-4 1-16,4 4-7 15,-4-3 2-15,0 1-4 16,0 2-2-16,0 0 6 31,5-3-3-31,-5 3 2 0,0 0 4 16,0 0-9-16,0-4 5 15,4 1 2-15,-4 3 0 16,4-3 8-16,-4 3-7 16,0 0 0-16,0 0 6 15,0-3-7-15,0 3 5 16,0 0 0-16,0 0-9 0,0-3 6 15,0 3-5-15,0 0-2 16,0 0 8-16,0 0-9 16,0 0 1-16,0 0-1 15,0 0 0-15,0 0 2 16,0 0-6-16,0 0-1 0,0 0 2 16,0 0-2-1,0 0 0 1,-4 0 5-16,-5 0-3 15,-3 6 4-15,-8 7-5 16,-4 5 0-16,-5 4 10 0,-9 5-11 16,-3 1 5-16,-3 3-1 15,-6 3-1-15,-8 3-2 16,-7 0-1-16,-1 3 0 0,-7 0 2 16,-2 0 2-1,2-3-4-15,11 0 0 16,9 0 2-16,8 0-5 15,7-6 3-15,5-1 0 16,9-5-1-16,4-3 3 16,7-4-2-16,9-2 0 0,0-4 3 0,4-6-7 15,0-3 3-15,0-3-1 16,0 0 2-16,0 0-10 16,0 0-13-16,0 0-30 15,4 0-23-15,0-12-38 16,5-7-2-16,-5 1-4 0,0 6 9 15,0-7 28 1,0 0 14 0,0 1 5-16,5 0 30 15,-1-4-5-15,-4 1 21 0,0 2 18 16,-1 1 23-16,1 2 27 16,0 1 21-16,-4 2-9 15,0 1 2-15,0 6 14 16,0-1 0-16,0 5-6 0,0-1-14 15,0 3-15-15,0 0-18 16,0 0 2-16,0 0-6 16,-15 0 1-16,-2 5 0 15,-3 11 5-15,-1 3 21 16,0 5 7-16,5 4-3 16,-1-1-12-1,5 4-16-15,4-6-1 16,4 0-11-16,4-4-3 15,0-2 6-15,0-4-13 16,0-5 2-16,0-4-4 16,0-3-7-16,16-3 5 15,9 0 2-15,4 0 3 0,8 0 10 16,12-3-5-16,4-10-1 0,1 4 1 16,-5 3-8-1,0 3 2-15,-11 0-2 16,-5 3-1-16,-14 0 0 0,-11 0-6 15,-8 0-8-15,0 0-16 16,-12 0-45-16,-3 0-27 16,-14 0-271-16</inkml:trace>
  <inkml:trace contextRef="#ctx0" brushRef="#br1" timeOffset="85464.76">19223 13640 40 0,'0'0'33'16,"0"0"-29"-16,0 0-8 0,0 0-2 16,0 0 5-1,0 0-49-15,0 0 40 16</inkml:trace>
  <inkml:trace contextRef="#ctx0" brushRef="#br1" timeOffset="101082.92">20418 13785 13 0,'0'0'14'16,"0"0"-12"-16,0 0 2 16,0 0-2-16,0 0 7 15,0 0-4-15,0 0-4 0,0 0-1 16,0 0 1-16,0 0 2 0,0 0 2 15,0 0-4-15,8 0-1 16,-8 0 2-16,0 0-1 16,0 0-1-16,0 0-17 15,0 0-21-15</inkml:trace>
  <inkml:trace contextRef="#ctx0" brushRef="#br1" timeOffset="101604.73">20435 13788 6 0,'0'0'7'0,"0"0"0"15,0 0 25-15,0 0-1 0,0 0-27 16,0 0-3-16,4-3 0 16,-4 3-2-16,0 0 1 15,4 0-2-15,-4 0-11 16,0 0-19-16,0 0-7 16</inkml:trace>
  <inkml:trace contextRef="#ctx0" brushRef="#br1" timeOffset="101836.66">20435 13788 13 0,'12'-3'29'0,"-12"3"1"16,0 0-25-16,0 0-4 0,0 0-2 16,0 0-4-16,0 0 5 0,0 0 3 15,0 0-3 1,0 0-1-16,0 0-1 15,0 0 1-15,0 0 0 0,0 0-4 16,0 0-16-16,0 0-9 16,0 0 16-16,0 0 14 15,0 0 0-15</inkml:trace>
  <inkml:trace contextRef="#ctx0" brushRef="#br1" timeOffset="103589.39">20463 13766 0 0,'0'0'11'16,"0"0"0"-16,0 0-5 15,0 0-3-15,0 0-3 16,0 0-17-16</inkml:trace>
  <inkml:trace contextRef="#ctx0" brushRef="#br1" timeOffset="186094.81">19425 13692 127 0,'4'0'64'16,"-4"-3"-16"-16,0 3 23 0,4-3-21 16,-4 3-8-16,0 0-5 15,0 0-17-15,0 0-9 16,0-3 4-16,0 3 1 0,0 0-9 15,0 0 26-15,0 0-20 16,0 0-11-16,0 0 3 31,0 0-5-31,0 0 0 16,0 0-1-16,0 0-90 0,-4 0-127 16</inkml:trace>
  <inkml:trace contextRef="#ctx0" brushRef="#br1" timeOffset="187445.79">19092 13751 433 0,'0'0'56'0,"0"0"-43"16,0 0 6-16,0 0 69 16,0 0-27-16,0 0-21 15,0 0-12-15,0-22 2 16,0 22-1-16,0-3-6 16,0 0 1-16,0 3-4 15,0 0-7-15,0 0-6 0,0 0-4 16,0 0 1-16,0 0-3 15,0 0 2-15,0 0-5 16,-4 0 4-16,0 0-2 16,-5 0 6-16,5 0-6 15,-4 0 2-15,-4 0 7 0,3 0-5 32,2 0 4-32,-5 0 0 0,3 0-2 15,-7 0 7-15,3 0-9 16,-11 6 0-1,-1 4 4-15,-4-1-2 0,1-3 4 16,-5 3-4-16,4-3 2 16,4 1 3-16,9 2-1 15,-5-3-7-15,14 0 3 0,3 0-4 16,4-2-4-16,0 1-5 16,0 5-4-16,0-1 11 15,4 0 6-15,11-2-6 16,10-2 9-16,8 2-5 15,4-7 1-15,8 3-4 16,0 0-1 0,1 3 5-16,-1-3-5 15,0 3-5-15,-8 7 4 0,-8 2-22 16,-4 0 4 0,-14 1 6-16,-3 2 3 0,-8 1 10 15,0-1-4-15,0 1 4 16,-19 0 4-16,-19 2 0 15,-15 3 3-15,-4-5 2 0,-5 0-3 16,0-4 8-16,5-9 3 16,-1 1-2-1,18-5 9-15,11-2-7 16,8 0 10-16,17-2-5 0,4-21-11 16,0 2-11-16,17-6-16 15,20 5 0-15,-1-6-15 0,9 3-30 16,1 4-15-16,-6-4-28 15,2 7-7-15,-5-4-33 16,-33 19-59-16,4-3 18 16</inkml:trace>
  <inkml:trace contextRef="#ctx0" brushRef="#br1" timeOffset="188567.83">19302 13594 263 0,'0'0'423'16,"0"0"-423"-16,0 0-35 15,0 0 35-15,0 0 85 16,0 0-40-16,0 0-37 15,25-28-5-15,-21 37 5 16,7 16 18 0,-3 9 2-16,5 6-6 15,-1 6 5-15,5 3-6 16,-5 7-3-16,0-7 2 16,1 3-16-16,-5-8-3 15,0-7 6-15,-3-7-5 16,-1-11 4-16,0-3 0 15,0-11 7-15,-4-5 14 0,0 0-12 16,0 0 13-16,4 0 10 0,0-5-8 16,8-20-18-1,-4-3-11-15,-4-6-1 0,4 0 3 16,-4-3-3-16,5 3 0 16,-5 6-1-16,0 10 0 15,0 3 0-15,-4 8 1 0,4 4 0 16,-4 3-2-16,0 0-6 15,0 0 0-15,0 0 3 16,4 3-11-16,9 13 16 16,-1 11-3-16,9 1 3 15,-1 3 1-15,1 0-1 16,3-6 0 0,1-4 1-16,0-2 1 15,-1-7-3-15,1-2 1 16,-1-8 0-16,-3-2-1 15,-1 0 1-15,-3 0 0 16,-1-9 4-16,1-9-2 16,-1-7-4-16,1-3 1 15,-5 0-5-15,-4-5-3 0,-4-1-6 16,-4 3 9-16,0 3 5 0,0 4 0 16,-8 5-1-1,-8 7 2-15,-1 3 0 0,1 9-1 16,-1 0-2-16,-3 0 3 15,-5 12 3-15,4 16-2 16,10 5 9 0,-2 5-1-16,13 1 4 15,0-2-7-15,0-6 0 0,9-3-6 16,10-9 8-16,10-4-8 16,-4-6 4-16,8-9-1 15,0 0-1-15,3 0 2 16,2-12-4-16,-5-7-17 15,0-5-17-15,-14-4-22 16,-2-3 15-16,-9-3 8 16,-4 4 11-1,-4 2 8-15,0 3-6 0,0 3 20 16,0 10 8-16,0 0-3 16,-8 9 19-16,-4 3-9 15,3 0-11-15,-6 0-1 0,2 9-3 16,-7 16 4-16,7 5 17 15,1 8-7-15,8-2 17 16,4 4-17-16,0-9 0 0,0 0-1 16,0-6-9-16,16-3-1 15,1-7 6-15,4-6-7 16,-1-3 10 0,4-6-4-1,5 0-3-15,0 0 1 0,4 0-6 16,-4-9-2-16,-1-7-23 15,-3 1-47-15,-13-6-39 0,-4-1-54 16,-8 13-89 0,0 0-102-16</inkml:trace>
  <inkml:trace contextRef="#ctx0" brushRef="#br1" timeOffset="188831.01">20250 13603 559 0,'0'0'161'16,"0"0"-148"0,0 0 6-16,0 0 54 15,0 0-49-15,0 0-3 0,-13 43 4 0,13-3 26 16,0 3-11 0,0 4-3-16,13 2-8 0,-1 0-18 15,4 0 3-15,-3-6 1 16,3-5-11-16,-7-8 9 15,3-5-13-15,-4-9 0 16,-4-4-5-16,1-6-4 16,-5-6-62-16,0 0-73 15,0 0-149-15,0 0-247 16</inkml:trace>
  <inkml:trace contextRef="#ctx0" brushRef="#br1" timeOffset="189000.69">20168 13868 812 0,'0'0'208'0,"0"0"-208"16,0 0 11-16,0 0 31 15,0 0 5-15,0 0-17 16,152-56-26-16,-95 53-4 16,5 1-14-16,-46 2-117 0,-8 0-196 15</inkml:trace>
  <inkml:trace contextRef="#ctx0" brushRef="#br1" timeOffset="189835.53">21174 13720 585 0,'0'0'80'16,"0"0"-78"-16,0 0 53 15,0 0 101 1,0 0-94-16,0 0-33 16,0 0 1-16,-29-49-5 15,20 46 0-15,1 3-11 16,-4 0-10-16,-5 0 2 15,1 0-4-15,-8 12 0 16,3 6 6-16,-8 7-8 0,9 6 10 16,-1 9-7-16,13 0 4 15,3 6 0-15,5-3-5 16,0-5-1-16,0-2 3 16,5-8-2-16,19 0 1 0,-3-9-3 15,4-4-7-15,0-9 6 16,-2 0-3-16,6-6 1 15,0 0-1-15,0 0-28 0,0-15-26 16,-1-4-56-16,-3-2-24 16,-9-1-20-16,-3 1-14 15,-13 11 1-15,0 1-58 16</inkml:trace>
  <inkml:trace contextRef="#ctx0" brushRef="#br1" timeOffset="190423.61">21276 13609 279 0,'0'0'94'0,"0"0"-68"16,0 0 79-16,0 0 10 0,0 0-28 16,0 0-49-16,-4-77 9 0,0 77 6 15,4 0-21-15,0 0-26 16,-5 3 4-16,1 16 0 15,0 2 9-15,4 4-2 16,-4 2 1-16,4 11-8 16,0 2-2-16,0-4-3 15,0 8 3 1,0-1 0-16,0 0 3 16,4 0-5-16,9-6-3 15,-5-9 6-15,0-6-7 16,5-10 3-16,-9-3 0 15,0-6-3-15,-4-3 3 0,4 0 10 16,0 0 23-16,0-18-5 16,4-13-24-16,1-6-5 15,-9-3-4-15,4-4 3 0,-4 5-6 16,4 8-9-16,-4 6 8 16,4 16 2-16,-4 6 4 15,0 3 7-15,0 0 0 16,0 0-9-16,0 6-1 15,4 16 1 1,5 9 6-16,2-1 4 16,5-2-10-16,5 0 6 15,4-4-1-15,0-2-4 0,0-7-1 0,-5-3 0 16,4-5 1-16,-3-1-4 16,-5-6 3-16,1 0-10 15,-1 0-18 1,1 0-26-16,-1-6-36 15,1-6-54-15,-9-4-34 16,-8 10-55-16,0 0 10 16</inkml:trace>
  <inkml:trace contextRef="#ctx0" brushRef="#br1" timeOffset="191157.79">21682 13794 208 0,'0'0'156'16,"0"0"-93"-16,0 0 28 15,0 0 34-15,0 0-55 0,0 0 4 16,-8-86-28-16,-1 86-46 31,-2 0 4-31,-5 0-4 16,-1 15 19-16,5 10 8 15,-5 9 4-15,9 3 2 0,0-4-13 16,8 1-10-16,0-3-8 16,0-6 0-16,0-6 3 15,8-7-3-15,0-6-2 16,5-6 0-16,3 0 7 15,1 0-3-15,-1 0-4 16,4-18-17-16,0-4-32 16,-3-6-22-16,0 0-15 0,-5 4 16 0,-4-1-32 15,0 10 6-15,-3 8 40 16,-1 4 45-16,-4 3 11 16,0 0 18-16,0 0-1 15,0 7 16-15,0 5-12 16,0-6 5-16,0 0 0 15,0 1-12 1,4-7-11-16,0 0-2 16,0 0-2-16,-4 0 2 15,4-7 9-15,0-8-10 16,1-1-20-16,-5 1-10 16,8 6 15-16,-4 0 13 15,-1 5 2-15,1 1 1 0,-4 3 20 16,8 0 4-16,-3 0 6 15,3 16 13-15,4 6 6 16,-4 2-2-16,1 7-5 16,7 0 0-16,-7-3-25 0,7-1-12 15,-3-2 6-15,-1-7-6 16,-4-2 1-16,-4-7 8 31,0-6-2-31,-4-3 2 0,0 0-1 16,0 0 26-16,0 0 28 15,0-12-45-15,-4-13-18 16,-4-6 1-16,-8-6-3 16,7 3 8-16,5-3-6 15,4 6-5-15,0 7 8 16,0 8-5-16,0 4-3 0,13 6-4 16,3 3-7-16,-4 3-7 15,8 0-49-15,1 0-53 16,-13 0-70-16,0 0-110 15</inkml:trace>
  <inkml:trace contextRef="#ctx0" brushRef="#br1" timeOffset="191643.3">22196 13696 351 0,'0'0'317'16,"0"0"-240"-16,0 0-3 0,0 0 83 15,0 0-90-15,0 0-62 16,-42-25 5-16,9 52 3 15,1 4 0 1,7 0-2-16,5 0-3 16,7-3-7-16,9-7-1 15,4-6 0 1,0-8-2-16,0-7 1 16,13 0 1-16,7 0 3 0,12-3-3 15,1-19-24-15,-4 10-16 16,-8-4 0-16,0 7 28 0,-17 6 10 15,0 0 2-15,0 3 10 16,-4 0 4-16,0 13 7 16,0 20 30-16,0 10-22 15,0 10-7-15,8 5-10 16,1 4-11-16,-1-3-2 0,3-4 1 31,-2-12 0-31,-9-6-2 16,0-6 2-16,0-6-1 15,-28-10-5-15,-10-3 6 16,-11-12 8-16,3 0-8 0,6 0 0 16,-1-18-2-16,8-10 2 15,8-9-9-15,5-3-1 16,16-6-2-16,4 2-18 0,0 1 4 16,24 7-3-16,13 8-29 15,9 0-73-15,-26 25-61 16,1 0-170-16</inkml:trace>
  <inkml:trace contextRef="#ctx0" brushRef="#br1" timeOffset="192012.45">22331 13862 157 0,'0'0'657'16,"0"0"-657"-16,0 0 0 0,0 0 2 31,0 0 66-31,0 0-52 0,115-86-15 16,-99 64 1-1,-7-9-2-15,-5 4-6 16,-4-1 6-16,0 0 4 0,-4 3-3 16,-13 13 24-16,-4 6 8 15,1 6 3-15,-1 0-9 16,-3 12-14-16,4 19 7 0,-1 9-3 15,13 3 2-15,8 3 11 16,0 1-14-16,8-8-3 16,21-4-4-16,7-8 3 15,1-11-4-15,5-10-7 16,-1-6 1-16,-1 0-4 16,-3-13-79-1,-28-2-152-15,-5 0-342 16</inkml:trace>
  <inkml:trace contextRef="#ctx0" brushRef="#br1" timeOffset="193338.55">23205 13757 220 0,'0'0'105'16,"0"0"-52"-16,0 0 31 0,0 0-8 16,0 0-43-16,0 0-7 15,0 0 15-15,21-9-2 16,-21 9 16-16,4 0 2 16,-4 0-8-16,0-3-9 0,0 3-4 15,0-6 5-15,0-1 4 16,0-2-21-16,0 3-3 15,0-3-8-15,-8-3-10 32,-9 8-3-32,1-2 0 0,-5 6-8 15,-4 0 5-15,-3 0 3 16,-4 0 2-16,-2 22-2 16,5 6 0-16,1 2-2 15,7-2 2-15,10 3-4 16,6-4 4-16,5-2-9 15,0-3 6-15,5-4 3 16,18-2 0-16,-2-10 3 0,4-6-3 0,8 0 0 16,4 0-2-16,-5-16-8 15,1-8-41-15,-8-13-39 16,0 0 4-16,-9-9 12 16,-7-1-25-16,-5-8-4 15,-4-1 35-15,0-2-11 31,0 2 15-31,0 10 53 0,-13 12 11 16,5 12 158-16,0 13 31 16,4 6-45-16,4 3-56 15,-5 0-54-15,1 25-6 16,4 6-13-16,0 9 0 16,0 3 3-16,0 0-18 0,0 3 3 15,0-2-1-15,13-4 3 16,-1-4-2-16,1-1-3 15,-1-11 0-15,3 4-1 0,2-13 1 16,0-3 0-16,3-5 0 16,1-7-4-16,4 0-4 15,4 0-20-15,-6-15-56 32,2-7 6-32,-4-3-5 0,-5-3 32 15,-3-5 23-15,-1 2 16 16,-4 0 12-16,-8 0 0 15,0 6 6-15,0 7 25 0,0 2 37 16,0 11 8-16,-4 5 5 16,-4 0-25-16,-4 0-38 15,-5 0-3-15,1 18-6 16,-1 7 11-16,9 8-4 0,0-2-7 16,8 0-4-16,0-3 0 15,0-4 0-15,0-5-5 16,12-3 2-16,0-11-2 15,9-5 0-15,-4 0-14 16,3 0-21 0,1-5-63-16,3-17-37 15,-20 3-91-15,-4 4-148 16</inkml:trace>
  <inkml:trace contextRef="#ctx0" brushRef="#br1" timeOffset="194111.84">23562 13507 520 0,'0'0'152'0,"0"0"-112"0,0 0-23 0,0 0 69 16,0 0-40 0,0 102-3-16,4-65-12 15,13 0-16-15,-9-3-1 16,4-6-13-16,1-4 9 0,-5-5 6 16,0-7-12-16,1-5 7 15,-1-7-4-15,0 0 1 0,0 0 15 16,5-13-16-16,-1-12 9 31,0 1-16-31,-4-13-10 16,0 3 9-16,0-6-11 15,1 3-7-15,-1 9 1 16,-4 13 16-16,0 12 2 0,-4 3 41 16,0 0-11-16,0 15-24 15,0 19 20-15,0 0 0 16,0 0 1-16,0 3-24 0,13-10-2 15,-1-5-2-15,0-4 2 16,1-8-3-16,-1-7-2 16,5-3-7-16,-2 0-18 15,10-3-36-15,-8-22-3 0,7-3-5 32,-3-5-21-32,-9-5 58 0,5-5 23 15,-13 0 13-15,0 3 0 16,-4 9 4-16,0 6 12 15,0 13 38-15,-8 9 25 16,-4 3-27-16,-1 0-35 16,-3 0 1-16,3 12 10 15,-3 10-12-15,12-1-4 16,-1 4-3-16,5 3-9 16,0-3 5-16,0-4-5 15,5 1 0-15,7-1 5 16,5 1-5-16,-1-4 0 0,-4 1 0 15,1-4-2-15,-9-2-2 16,-4-4-12-16,0-3-14 16,0-3 16-16,0 0-3 0,0-3-10 15,0 0 9-15,0 0 4 16,0 0 13-16,0 0-26 16,0 0-26-16,0 0 46 31,-8 0 7-31,4 0 4 0,-5-6-4 15,5 3 2-15,0 0-4 16,0 3-1-16,4 0-3 16,0-3 1-16,-4 0-36 15,4 3-31-15,0-3-25 16,0 3-56-16,4 0 16 16,0-4 42-16,0-1-72 0</inkml:trace>
  <inkml:trace contextRef="#ctx0" brushRef="#br1" timeOffset="194370.12">24067 13646 283 0,'0'0'383'0,"0"0"-372"0,0 0-1 15,0 0 54-15,0 0-5 16,0 0-22-16,0 71-1 31,5-47-7-31,3-2-9 16,0-3-13-16,-4-7 6 0,0-6-3 15,1 1-8-15,-1-7-2 16,4 0-4 0,-4 0-18-16,0 0-104 15,-4-19-4-15,0 7-122 0,0-4-22 16</inkml:trace>
  <inkml:trace contextRef="#ctx0" brushRef="#br1" timeOffset="194744.87">24236 13246 551 0,'0'0'186'0,"0"0"-173"0,0 0 7 15,0 0 59-15,0 0-36 16,0 0-20-16,16 116-7 15,-11-69 4-15,3 5-16 0,0 1 9 16,4-1 13 0,-4-3-6-16,4-6-9 15,-4-9-11-15,1-6 2 16,-5-3-6 0,0-10-1-16,-4-3-37 0,4-8-77 15,-4-4-140-15,0 0-218 16</inkml:trace>
  <inkml:trace contextRef="#ctx0" brushRef="#br1" timeOffset="194993.24">24228 13600 854 0,'0'0'169'0,"0"0"-169"15,0 0 0-15,0 0 14 0,0 0 0 16,0 0-13-1,0 0 3-15,65 92 10 0,-40-76-12 32,-1-4 2-32,-7-3-8 15,-1-6-13-15,-3-3-40 0,-5 0-1 0,5 0-39 0,-2 0-53 16,-3-6-66-16,-8 0-4 16</inkml:trace>
  <inkml:trace contextRef="#ctx0" brushRef="#br1" timeOffset="195357.18">24453 13701 126 0,'0'0'270'0,"0"0"-186"16,0 0-61-16,0 0 79 16,0 0-32-16,0 0-35 15,25 28 15-15,-13-18-14 16,5 2-18-16,-1-3-9 16,1-3-6-16,-1 0 5 0,0-2-4 0,-4 2-3 31,-3-3 5-31,3-3-6 0,-4 0-2 15,0 0-8-15,1 0-24 16,-1-13-23 0,-4-5 45-16,0-4 8 0,-4-2 4 15,0-4 5-15,0 0 12 16,0 1 2-16,0 5-6 16,0 9 41-16,0 7 18 15,0 6 16-15,0 0-7 16,0 0-49-16,-8 10-20 15,-9 21 4-15,1 15-3 16,-13 15 13-16,-3 19-15 16,-9 1-11-16,-1 5 0 0,9-12-2 15,5-12-12-15,3-13-30 16,21-43-63-16,-4-6-229 16</inkml:trace>
  <inkml:trace contextRef="#ctx0" brushRef="#br1" timeOffset="198307.75">25143 13069 196 0,'0'0'163'0,"0"0"-119"16,0 0-3-16,0 0 42 16,0 0-7-16,0 0-3 15,0 0-4-15,0-5-6 16,0 5-1-16,0 0-25 0,0 0-12 15,0 0-21-15,-8 0-3 16,-4 0 20-16,-9 21-7 16,-8 7 4-16,0 9 17 15,-8 9-6-15,5 13-3 16,-5 8-10-16,0 13 8 16,8 7-2-1,1-7-17-15,11-3-3 16,9-3 1-16,8-9 2 15,0-7-3-15,4 1-1 16,21-7 0-16,11-5 7 16,1-11-7-16,0-5 1 0,5-6 1 15,-10-10 3 1,-3-5-4-16,0-10-1 16,-9 0 2-16,-3 0-6 15,-9 0 3-15,0 0-21 0,-4-13 0 16,-4 1-11-16,0-4-12 15,0-2-32-15,0 0-56 16,0-4-50-16,0 13-52 16,0 0-66-16</inkml:trace>
  <inkml:trace contextRef="#ctx0" brushRef="#br1" timeOffset="198732.25">25246 13473 505 0,'0'0'113'0,"0"0"-85"15,0 0 124-15,0 0-9 16,0 0-54-16,0 0-49 16,8-30-40-16,-8 60 8 15,-12 13 16-15,3 7 2 0,-3-1 6 16,4 4-18-16,4-7-9 15,4-6 1-15,0 0-6 16,0-12 0-16,0-7-3 0,20-5 1 16,1-13 2-16,12-3 2 15,-1 0 0-15,13-10 3 32,1-17-5-32,-6-10-6 15,-7-3-10-15,-4-7-4 0,-8-5 17 16,-13-10 1-16,-4 1-21 15,-4-4 0-15,0 4-15 16,-16 14 17-16,-9 19 21 16,-4 10 0-16,-4 18-1 15,-7 0-6-15,-6 3-2 16,5 31-2-16,24-16-82 0,10 7-235 31</inkml:trace>
  <inkml:trace contextRef="#ctx0" brushRef="#br1" timeOffset="199287.15">25332 13668 642 0,'0'0'279'0,"0"0"-279"15,0 0 6-15,0 0 65 16,0 0-17-16,0 0-18 15,66 101-20-15,-50-67-8 16,1-3-1-16,-6-3-7 0,6-4 4 16,-5-8-4-16,-4-1 0 15,1-9-2-15,-1-3 2 16,0-3-20-16,5 0-55 16,3 0-31-16,1-15-29 15,3-3-34-15,0-7-53 16,-4-6 75-16,5 1 95 0,-4-5 52 15,-5 8 60-15,5-1 30 16,-5 9 9-16,-4 10 4 16,-4 3-3-16,-4 6 23 15,0 0 0-15,0 0-33 16,0 0-68-16,-4 3-7 0,-8 7 6 16,4 8 9-1,-1 0-3-15,9-2-14 16,0 5-13-1,0-2 0-15,0 5 2 0,0-5 2 16,17 2-7-16,4 1 3 16,-1 0-10-16,0-1 6 15,-8-2-5-15,-3-4-1 16,-9-2 10-16,0-4-4 0,0 0 4 16,-13-6 0-16,-11 3-6 15,-5-6-4-15,0 0 2 16,5 0-50-16,-1 0-55 15,21-6-95-15,4-3-14 16</inkml:trace>
  <inkml:trace contextRef="#ctx0" brushRef="#br1" timeOffset="199926.95">25718 13218 437 0,'0'0'313'0,"0"0"-283"16,0 0-16-1,0 0 139-15,0 0-94 0,0 0-43 16,0 0-16-16,-50-28 0 0,50 34 17 16,9 22-10-16,7 3 9 15,5 12 4-15,7 16-14 16,5 5 1-16,0 4 1 15,8 2-3-15,0 1 3 16,-8-3-8-16,4-6 8 16,-12-3 3-1,-5-1-11-15,-11-5 5 16,-6-4-5-16,-3-9 1 16,0-9-2-16,-3-4 3 15,-18-8 3-15,-8-3-5 0,4-8-9 16,-4-4-5-16,5-1-21 15,11-3-68 1,10 0-100-16,3 0-87 0</inkml:trace>
  <inkml:trace contextRef="#ctx0" brushRef="#br1" timeOffset="200259.71">26120 13547 359 0,'0'0'232'0,"0"0"-168"16,0 0 17-16,0 0 59 15,0 0-65-15,0 0-39 16,0 0-6-16,69-3-11 0,-31 3-18 16,3 0 5-16,3 0-1 15,2 0-5-15,-1 0 3 16,-12 0-2-16,-9 0-1 16,-7 0 0-16,-17 0-39 0,0 0-59 31,0 0-207-31</inkml:trace>
  <inkml:trace contextRef="#ctx0" brushRef="#br1" timeOffset="200460.67">26189 13665 561 0,'0'0'349'0,"0"0"-337"15,0 0-9 1,0 0 76-16,0 0-21 0,0 0-31 15,25 24 4 1,12-24-6-16,9 0-23 0,-2 0-2 0,-2 0-38 16,-5 0-68-16,-33 0-206 15,-4 0-194-15</inkml:trace>
  <inkml:trace contextRef="#ctx0" brushRef="#br1" timeOffset="210829.56">27047 13387 116 0,'0'0'162'0,"0"0"-136"16,0 0-25-16,0 0 43 16,0 0 27-16,0 0-13 15,0 0-19-15,0 0 12 16,0 0-4-16,0-18-3 0,0 18-5 16,0-4-7-16,0-2-5 0,0 4-12 15,0-2-5-15,0 1 2 16,0 3-9-16,0-3 1 15,0 3-1-15,0 0-3 16,0-3 3 0,0-3-2-16,0 2-1 15,0-1 3-15,0-2-1 16,0 7-2-16,0-6 0 16,0 3 0-16,0 0 0 15,0-3 0-15,0 0 0 16,0 6 4-16,0 0-1 15,4 0 1-15,-4-4 12 16,0 4 4-16,0 0-3 16,0 0 0-16,0 0 6 0,0 0 2 15,0 0-15-15,0 0-10 0,0 0-1 16,0 10-4-16,5 15 5 16,-1 5 7-16,0 11-5 15,0 5 8-15,4 3-4 16,-4-3 4-16,-4 0-5 0,0-6-2 31,0-6 5-31,0-6-6 16,0-6 0-16,4-7 5 15,-4-5-6-15,0-5 4 16,0-1-4-16,0-4 1 16,0 0 4-16,0 0-3 15,0 0 0-15,0 0-3 16,0 0-10-16,0-13-13 0,5-2-36 15,-5-1-18-15,4-2-22 16,-4-4-4-16,0 1-22 16,4-4-14-16,-4-3-8 0,0 0 34 15</inkml:trace>
  <inkml:trace contextRef="#ctx0" brushRef="#br1" timeOffset="211199.31">27097 13421 21 0,'0'0'103'0,"0"0"-42"15,0 0-10-15,0-123 14 0,0 104-2 16,-4 4 21-16,4 6 1 15,0 2 2-15,0 5-27 16,0-2 7-16,0 4 7 16,0 0-7-16,0 0-19 15,0 0-32 1,0 0-16-16,0 13 0 16,0 8 0-16,4 10 17 15,12 3-3-15,1 3 4 16,8 6-6-16,0 0-1 15,2 0 0-15,2-3-7 16,0 0 1-16,-4-6 1 16,4-3-5-16,-5-6 1 0,-3-6-2 15,-5-4 0-15,-8-6 1 16,1-3-1-16,-9-3 0 16,0 0 2-16,0-3 0 0,0 0 2 15,0 0-4-15,0 0-27 16,0 0-11-16,0 0-27 31,0 0-5-31,0-6-47 16,0-3-7-16,0-3-30 0,0-4-42 15,-5 7 40-15</inkml:trace>
  <inkml:trace contextRef="#ctx0" brushRef="#br1" timeOffset="211554.76">27364 13199 282 0,'0'0'147'15,"0"0"-82"-15,0 0 37 16,0 0 20-16,0 0-11 16,0 0-46-1,0-46-23-15,0 46-30 0,0 3-9 16,0 19 14-16,0 11-8 15,0 14 21 1,4 5-6-16,0 3-8 0,4 4 2 16,9-3 0-16,-9-1-11 0,4-6 4 15,1-6-10-15,-5-5-1 16,0-11 5-16,0-11-3 16,-3-7-1-16,-5-3-1 15,0-3 0-15,0 0 0 16,0-3 0-16,0 0-14 15,0 0-61-15,0 0-24 16,0-12-88-16,0 3-54 16,0 6-66-16</inkml:trace>
  <inkml:trace contextRef="#ctx0" brushRef="#br1" timeOffset="212021.87">27602 13516 62 0,'0'0'197'0,"0"0"-108"15,0 0 12-15,0 0 63 16,0 0-36-16,0 0-26 0,0 0-39 15,9-70-7-15,-5 67-4 0,-1 3-12 16,-3 0 6-16,0 0-26 16,0 0-15-1,0 0-5-15,0 6 8 16,0 25-7-16,0 5 8 0,0 7-1 31,0-2 5-31,0-4-10 16,0-3 1-16,4-7-3 15,0-2 1-15,0-3-2 0,0-10 0 16,-4-3 0-16,4-6 1 16,-4 0-1-16,0-3 0 15,0 0-3-15,0 0 2 16,0 0-1-16,0 0-49 0,5-18-9 16,-1-7-35-16,0 1-53 15,-4-10-74-15,0 18-49 16,0 7 27-16</inkml:trace>
  <inkml:trace contextRef="#ctx0" brushRef="#br1" timeOffset="212058.2">27602 13516 13 0</inkml:trace>
  <inkml:trace contextRef="#ctx0" brushRef="#br1" timeOffset="212355.08">27602 13516 13 0,'4'-92'384'0,"-4"83"-231"0,-4 3-61 0,4 2-2 0,0 1-13 16,0 3-40-16,0 0-29 15,0 0 16 1,0 0 1-16,9 0-14 15,14 0 2-15,6 16 1 0,4 9-2 16,5 5 10-16,-6 4-10 0,-3 0-10 16,-1 3 13-16,-3-3-14 15,-12 0 9-15,-5-6-3 0,-4-6 1 16,-4 2 7-16,0-8-15 16,0-4 8-16,0 0 3 15,-12-3-8 1,-5-2 5-16,-4-1-7 15,-12-3 5-15,1-3-4 16,-5 0-2 0,4 0-11-16,4 0-6 15,4 0-15-15,13 0-11 0,5-3-54 16,7-3-75-16,0 2-101 16,0 1-62-16</inkml:trace>
  <inkml:trace contextRef="#ctx0" brushRef="#br1" timeOffset="212791.31">28008 13557 423 0,'0'0'107'16,"0"0"-99"0,0 0 67-1,0 0 18-15,0 0-36 16,0 0-11-16,0 0-29 16,38-10-10-16,-34 22 12 15,-4-2-7-15,0 3 4 0,0-1 4 16,0-3 7-16,0-3 13 15,-4-3-13-15,-5-3 3 16,5 0 3-16,-8 0-6 16,4-12-21-16,3-4 1 0,-3-2 4 15,8-1-6-15,0 4-5 16,0-1 0-16,0 7-2 16,0 3-3-16,0 6-15 15,8 0-46-15,1 0-32 16,-1 0 53-1,4 10-92-15,-7-5-114 16,-5 5-98-16</inkml:trace>
  <inkml:trace contextRef="#ctx0" brushRef="#br1" timeOffset="213475.66">28423 13378 195 0,'0'0'295'0,"0"0"-280"16,0 0 8-16,0 0 136 0,0 0-63 15,0 0-36-15,-46-96 12 16,22 96-36-16,-4 4-22 15,-1 17-5-15,-4 6 5 16,0 11-2-16,12-1-11 16,5 3 2-1,8-3 0-15,8-9 3 16,0-7-7-16,4-2 4 16,16-16-3-16,1-1 2 15,8-2-1-15,4-2 6 16,4-23-7-16,3-6-2 0,2-3-15 15,-14-3-14 1,-3 7 17-16,-12 5 12 0,-5 7 2 16,-8 8 6-16,3 7 32 15,-3 3 29-15,0 0-14 0,0 3-52 16,0 19 9-16,0 18 0 16,-3 6 1-16,3 10 0 15,-4 2-3-15,4 7-6 16,0-3 2-1,0-7-2 1,0-6-1-16,0-2-1 0,0-14 0 16,4-2-4-16,-1-12 5 15,1-10-1-15,0-6 1 16,0-3 0-16,1 0 3 16,-5 0 13-16,4-16 15 15,0-17-18-15,0-8-11 0,4-4 0 16,5-14-3-16,-1 3 3 15,5-9-7-15,3 7-4 16,-3 9-2-16,-1 12 1 16,0 9-6-16,-4 9-28 0,-4 13-47 15,5 6-97 1,-13 0-74-16,0 0-159 0</inkml:trace>
  <inkml:trace contextRef="#ctx0" brushRef="#br1" timeOffset="-213893.81">28908 13603 150 0,'0'0'98'16,"0"0"-97"-16,0 0 10 0,0 0 61 15,0 0 1-15,0 0-29 16,0 0 0-16,4-34 8 16,0 34 3-16,0-3-9 0,0 0-1 31,3 3-1-31,-2-4-6 15,3 4-7-15,0 0-1 16,4-2-23-16,-7 2 2 16,7 0-5-16,-8 0-2 0,-4 0 5 15,4 0-6-15,-4 9 1 16,0-3 0 0,0 0-2-16,0 3 15 0,0-2-4 0,-12-4 2 15,-1-3 4-15,1 0-10 16,0 0-1-16,3 0 13 15,5 0-8 1,1-3-11-16,3-4 1 0,0-2-1 16,0 3 0-16,0 3-2 15,0 3-4-15,0 0-20 0,0 0-77 16,0 0-63-16,0 0-157 16</inkml:trace>
  <inkml:trace contextRef="#ctx0" brushRef="#br1" timeOffset="-212992.75">29137 13159 563 0,'0'0'77'16,"0"0"-75"-16,0 0 28 16,0 0 95-1,0 0-77-15,0 0-33 16,4-25-2-16,-4 25-11 15,4 16 13-15,1 9 18 16,-1 5 7-16,0 7-1 16,4 3-23-16,-4 10-1 15,4-1 3-15,-3 3-18 16,-1 1 10-16,4-4-10 0,-4-6 1 16,-4-6 2-16,4-9-3 15,0-6 0-15,-4-13 3 16,0-3-3-16,0-3 5 15,0-3-4-15,0 0 2 0,5 0 12 16,-2-6 10-16,5-19-12 16,-4-6-7-16,8-3-5 15,1-2 2 1,-1-8-3-16,1 4-3 16,-5 0-1-16,4 9 0 15,-8 10 4-15,9 3-2 16,-9 8 3-16,-4-3-1 15,4 8 0-15,-4 1-1 16,0 4-1-16,0 0-4 16,0 0 4-16,4 0 0 0,0 0 3 15,9 9-1-15,-5 14 1 16,8 10-1-16,-4 4 1 16,-4 3 1-16,5 0-2 15,-1 0 0-15,0-3 3 16,5-6-4-16,-9-3 1 0,5-10-2 15,-5-5 1-15,0-1-2 16,-4-6-5-16,0-6 3 16,5 0-14-16,-5 0 18 15,7 0 1-15,2-24 1 0,-5-4 11 16,-8-6-10-16,4-9 3 16,-4-6 8-16,0-10-6 31,0 0 9-31,0 1-4 15,0 2-6-15,0 10 1 0,0 9-1 16,0 9-3-16,0 13 15 16,0 9-5-16,0 3-8 15,0 3-5-15,0 0-32 16,0 0 9-16,0 21-30 16,0 13-42-16,-4-15-250 0,4 2-220 15</inkml:trace>
  <inkml:trace contextRef="#ctx0" brushRef="#br1" timeOffset="-212624.09">29638 13535 508 0,'0'0'70'0,"0"0"-50"0,0 0-20 15,0 0 89-15,0 0-52 16,0 0-24-16,74 19 12 16,-70-19 21-16,-4 0-10 15,0 0-11-15,0 0 12 0,0 0-12 16,0 3-10-16,0-1 0 16,0 5-12-16,0-7 9 15,0 0-6-15,0 0 8 16,-4 0 16-16,0 0-13 15,-5 0-1-15,5-12-9 0,4 2 5 16,-4 7-6-16,4 3 0 16,0 0-5-16,0 0-1 15,0 0-4-15,0 0-18 16,0 0-16-16,0 0-47 16,0 0-18-16,0 0-147 15,0 0-244-15</inkml:trace>
  <inkml:trace contextRef="#ctx0" brushRef="#br1" timeOffset="-211773.09">29901 13255 299 0,'0'0'8'16,"0"0"14"-16,0 0-13 15,0 0 80-15,0 0-61 16,0 0 6-16,0 0 31 16,12-28 0-16,-12 25-2 0,0 3-8 0,0 0 4 15,0 0-8 1,0 0-18-16,4 0-1 16,-4 0-11-16,0 0 0 0,0 0 2 15,0 0 1-15,0 0-5 16,0 0-5-16,0 0-13 15,5 0 4-15,-1 3 2 0,0 12 3 16,7 1 4-16,-3 8-7 16,-3 1-3-16,3 2 6 15,0 1-9-15,-4 6 11 16,5 0-9-16,-5 3 1 16,-4 0 2-16,8 0-4 15,-8-6 1 1,4-3 1-16,0-3-2 15,-4-7 0-15,0-9-2 16,0 0 2-16,0-2-1 16,0-7 0-16,0 6 0 15,0-6-1-15,0 0 4 16,0 0-3-16,0 0 1 16,0 0 1-16,0 0 18 15,0 0-1-15,0 0-4 0,0 0-1 16,0 0-12-16,0 0 5 15,0 0-8-15,0 0-1 16,0 0 1-16,8 0-6 16,-8 0 1-16,9 0-2 15,3 0 7-15,9 0 5 16,4 0-4-16,7 0 0 16,13 0 1-16,1 0-2 15,-2-6 0-15,6 6 0 16,-17-3 0-16,-4-1-2 15,-9 4-1-15,-12 0-11 16,-4 0 7-16,-4 0-4 16,0 0 5-16,0 0 0 0,0 0-20 15,0 0-42-15,-4 0-115 0,-8 0-190 16</inkml:trace>
  <inkml:trace contextRef="#ctx0" brushRef="#br1" timeOffset="-209596.79">30590 13473 144 0,'0'0'189'0,"0"0"-158"15,0 0-11-15,0 0 95 16,0 0-50-16,0 0-44 15,0 0-4-15,9 41 6 16,-9-39-6-16,0-2 12 16,0 0 12-1,0 0 15-15,0 0-2 16,0 0-12-16,0 0 11 16,0-2-29-16,0-11-22 15,0-2-2-15,0 5 2 0,0 1-2 16,0 3 3-16,0 0 1 15,0 3 0-15,0 0-4 16,0 3-3-16,0 0 1 0,0 0-2 16,0 0-4-1,4 0 4-15,-4 0 2 0,0 9 0 16,0 6 1-16,0-5-4 16,0-4-8-16,0 0-54 15,0 0-63-15,0-6-71 16,0 0-75-1</inkml:trace>
  <inkml:trace contextRef="#ctx0" brushRef="#br1" timeOffset="-208911.34">30796 13202 157 0,'0'0'334'0,"0"0"-317"16,0 0 2-16,0 0 123 16,0 0-60-1,0 0-51-15,0-31 6 16,0 31 14-16,0 0-7 16,0 0-29-16,0 9-13 15,0 13 11-15,0 12 6 16,0 3 9-16,0 6-4 15,0 0-15-15,0 7 2 0,0 2-9 16,4-6 0-16,-4-2 6 0,0-13-8 16,0-7 3-1,0-3 0-15,0-8-2 16,0-4 17-16,0-9-8 0,4 0 0 16,0 0 8-16,-4 0-4 15,4 0 6-15,0-6-1 16,4-16 2-1,4-2-8-15,1-7-13 16,3-3 0-16,1 6 3 16,-1 0-3-16,-3 10 0 15,3 6 0-15,-12 2-1 16,5 10-2-16,-5 0 3 16,4 0 0-16,-1 0 4 15,-3 7-1-15,9 17 2 0,3 16 1 16,5 4-1-16,0 5 2 0,-1-3-7 15,1-3 0-15,0-9 0 16,-6-3 0-16,-2-13-2 16,-9-14-28-16,8-4-67 15,-12 0-168-15,0-4-527 0</inkml:trace>
  <inkml:trace contextRef="#ctx0" brushRef="#br1" timeOffset="-203157.78">27126 14210 147 0,'0'0'76'16,"0"0"-67"-16,0 0 19 0,0 0 32 16,0 0-5-16,0 0-16 0,0 0-10 15,0 0 6-15,-50-24-6 16,42 20 2-16,4 1 9 15,0 3-15-15,0-3-4 16,-5 0 0-16,1 0-3 16,4 3 9-16,1-3 5 15,3 0 3 1,-4 3 2-16,4 0-11 16,-5 0-10-16,1 0 5 15,4-3-13-15,-8 0 6 16,8 3 2-16,-4-3-1 15,4-1 6-15,0 4-1 16,-4 0-2-16,4 0 7 16,0-3-9-16,0 0 8 0,0 3-2 15,0 0-7-15,0 0 2 0,0 0-9 16,0 0 0-16,0 0 7 16,0-2-8-16,0 2 4 15,0 0-4 1,0-4-1-16,0 4-6 0,0 0-1 15,0 0 1 1,4 0 6-16,17-3-3 16,7 0 4-16,5 3 1 15,8 0-8-15,-4 0 4 16,8 0-3-16,-4 0 0 16,4 0 2-16,0 0-1 15,9 0-2-15,-5 0 1 16,4 0 0-16,9 0-1 0,-5-3 0 15,5 0-3-15,0-4 0 16,3 5-2-16,-7-4 3 0,7-1-7 16,1 4 4-1,-1 0 1-15,-3 3-10 0,-4 0-19 16,-1 0 11-16,-3 0 2 31,-5-3 20-31,0 3-6 16,0 0 2-16,0 0 2 0,1-3 1 15,-1 3 1-15,4 0 0 16,1-3 2-16,4 3-2 16,-2 0 0-16,2 0-1 15,-8 0 1-15,-2 0-8 16,-2 0-8-16,-5 0 10 0,0 0-10 16,-4 0 16-16,0 0-9 15,4 0 9-15,4-3-1 0,0-3 1 16,5 6 0-16,-10-4-2 15,2 4 5-15,-1 0-4 16,-1 0 1-16,2 0 0 16,-1 0-2-16,-8 0 2 15,-1 0 0-15,-3-2 0 16,0 2 2-16,0 0-4 0,0 0 1 16,-1 0 1-1,1 0 0-15,8 0 0 0,-8 0 0 16,4 0 1-16,-5 0 1 15,5 0-3 1,0 0 1-16,-4 0 0 16,4 0-1-16,-1 0 1 15,1 0 0-15,0 0 3 16,0 0-1-16,-1-3-3 16,5 3 1-16,-8 0 0 15,9-7 0-15,-6 7 0 16,-3 0 0-16,-1-3-4 0,1 0 6 15,0 0-2-15,-1 3 0 0,1-3 2 16,0 0 3-16,0 3-5 16,0-3 0-1,-4 3 8-15,3-3-7 0,-8 3 3 16,1 0-3-16,-4-3 0 31,-1 3 11-31,5 0-8 0,-1 0 7 16,0 0 3-16,1 0-11 15,-1 0 10-15,-3 0-13 16,0 0 0-16,-5 0 4 16,9 0-4-16,-5 0 0 0,0 0 0 15,0 0 4-15,9 0-6 16,-4 0 2-16,-9 0 0 16,5-4 1-16,-9 4-1 15,4 0 0-15,-3-3-2 16,-5 3-4-16,-4 0 0 0,0 0-6 15,0 0-6 1,0 0 9-16,0 0-10 0,0 0-13 31,-4 0-29-31,-5 0-133 16,-3 0-297-16</inkml:trace>
  <inkml:trace contextRef="#ctx0" brushRef="#br1" timeOffset="-201602.92">27819 14333 273 0,'0'0'340'0,"0"0"-340"0,0 0-6 16,0 0 6-16,0 0 39 16,0 0-19-16,0 0-10 15,50-3-5-15,-38 10 5 0,-3 5 9 16,-1 9 11-16,3 4 4 16,2 9-14-16,-5 3 22 15,4 3-14-15,-3 0-14 16,3-3 0-16,0 0 0 15,-3-3-5-15,3-12 0 16,-4-4-1-16,-4-12-6 0,5 1 16 16,-9-7-5-16,4 0 11 15,-4 0 23-15,4 0-4 16,4-25-12-16,1-3-24 0,-1-12-4 16,7-3 1-1,-6 3-4-15,3-4 0 16,0 4 0-1,-3 7 2-15,-1 5-2 16,0 6 0-16,5 7 0 0,-9 3-5 16,4 2 5-1,-4 7 0-15,-4 0 1 16,4 3 1-16,0 0-4 16,5 0 1-16,-1 0 1 0,4 22 4 15,4-1 0-15,4 13-2 0,-3 0 2 16,4 0-2-16,-5-3 2 15,-3-1-4-15,-1-8 0 16,-4-6 0-16,1-7 0 16,-1-3 0-16,-4-6 0 15,0 0 0-15,0 0 0 16,3-3 4 0,2-12 4-16,3-16 11 15,1 0-17-15,-1-6 2 16,-4-6 1-16,1 0-5 15,-5-1 3-15,0 8-1 0,0 8-1 16,-4 9 5-16,0 7-3 16,0 6-2-16,0 3 1 15,0 3-2-15,0 0-7 16,0 0-32-16,0 0-38 0,0 9-22 16,0 10-32-16,0 5-130 15,0-12-31-15</inkml:trace>
  <inkml:trace contextRef="#ctx0" brushRef="#br1" timeOffset="-201233.13">28550 14457 200 0,'0'0'33'15,"0"0"-24"-15,0 0 107 0,0 0 31 16,0 0-35-16,0 0-12 16,62-18-3-16,-62 18-32 15,0 0-17-15,0 0-15 0,4 0-11 16,-4 0-1-16,0 0-21 16,0 2 2-16,0 8 5 15,0 2-6 1,0-6 4-16,-4 0 2 15,-4-6-6-15,0 0 9 16,3 0-10-16,5 0-3 16,-4 0-5-16,4-12 8 15,0 3-1-15,0 2 1 0,0-1-5 16,0 4 5-16,0-2-9 16,0 6 3-16,4-3-27 15,5 3-46-15,3 0-56 16,-12 0-56-16,0 0-155 15</inkml:trace>
  <inkml:trace contextRef="#ctx0" brushRef="#br1" timeOffset="-200653.35">28837 14272 570 0,'0'0'105'16,"0"0"-93"-16,0 0 75 15,0 0 30-15,0 0-69 16,0 0-28-16,0 0 12 15,17-13-23-15,-17 20-5 0,0 8 4 16,4 10 0-16,4 2 5 16,-8 4-2-16,4 3-1 15,1 0 4-15,-5-3-8 16,4 3-1-16,0-9-2 16,-4-1-3-16,4-5 2 15,-4-10-2-15,4-3 0 0,-4-3 6 0,4-3-5 16,-4 0 4-16,0 0 5 15,0 0 0-15,0 0 3 16,4 0-2-16,1 0-3 16,-1 0 2-16,12 0-9 15,-4-3 1-15,8-3-2 16,1 0 1 0,4 0 0-16,4-1-1 15,4 1 0-15,-1 0-1 16,1 0 3-16,-4 6-2 15,-4-3 0-15,-13 3-2 0,-8 0 0 16,4 0-11-16,-8 0-4 16,0 0 5-16,0 0-24 15,0 0-31-15,0 0-145 16,0 0-216 0</inkml:trace>
  <inkml:trace contextRef="#ctx0" brushRef="#br1" timeOffset="-187042.1">31391 13914 209 0,'0'0'64'15,"0"0"-57"-15,0 0 41 16,0 0 43-16,0 0-34 16,0 0-13-16,0 0 9 0,0 0-2 15,0 0 5 1,0 0 2 0,0 0-14-16,0-9 2 15,0 9-13-15,0-3-3 0,0 3 1 16,0 0-13-16,-4 0 10 15,0 0-1-15,4 0-9 16,0 0 6-16,0 0-20 16,0 0 3-16,0 0 10 0,0 0-12 15,0 0 7-15,0 0-4 0,0-3-6 16,0 3 6 0,0 0-8-16,0 0 0 0,0 0-7 15,0 0 3-15,0 0 4 16,0-3-3-16,0 3 3 31,0 0 1-31,8 0 1 16,12 0-2-16,-4 0 7 0,5 0-3 15,4 0-1-15,-4 0-3 16,8 0 1-16,-6 0-2 16,10 0-6-16,-12 0-13 15,-4 0 7-15,-1 0-15 16,-12 0 0-16,-4 0 6 0,0 0-1 15,0 0 18-15,0 0-19 16,0 0-6-16,0 0-23 16,-4 0-67-16,-4 0-13 15,-9 3-200-15</inkml:trace>
  <inkml:trace contextRef="#ctx0" brushRef="#br1" timeOffset="-186715.64">31276 14081 446 0,'0'0'47'0,"0"0"-45"0,0 0 81 16,0 0 26-1,0 0-38-15,0 0-41 16,37 0 13-1,-4 0 2-15,4 0-37 0,-5 0 0 16,1 0 7-16,-8 0-11 16,-4 0 5-16,-1 0-9 0,-7 0 1 15,-9 0 5-15,0 0-2 16,-4 0-4-16,0 0 7 0,0 0-7 31,0 0-4-31,0 3-33 16,0-3-50-16,0 3-56 15,0-3-97-15,0 0-25 16</inkml:trace>
  <inkml:trace contextRef="#ctx0" brushRef="#br1" timeOffset="-185849.86">31810 13871 305 0,'0'0'145'16,"0"0"-126"-16,0 0 21 15,0 0 41-15,0 0-31 16,0 0-18-16,0 0-19 0,4-19 16 16,-4 19-2-16,0 0 6 15,0 0 0-15,0 0-24 16,0 3-9-16,0 13 3 15,0 6 8-15,0 8 7 16,0 1 1-16,0 9 4 16,-4 0 3-1,0 3-16-15,-5-2-3 0,9-1 2 16,-4-9-8-16,0-4 3 16,4-5-4-1,0-7 0-15,0-6 4 16,0-2-4-16,0-4 0 0,0-3-1 15,0 0 6-15,0 0-10 16,0 0-1-16,0 0-29 0,0-15 17 16,0-7-41-16,0-3 27 15,0-6 13-15,0-3-22 16,0-6 2-16,0-6-4 16,0 3 18-16,0 0 15 15,0 3 7-15,0 6 3 16,0 6 13-16,4 7-2 0,5 5 20 15,-5 7-3-15,4 3-1 16,-8-1 25-16,4 7-18 16,-4 0-6-16,0 0 4 15,4 0-24-15,5 4 0 16,-2 20-4-16,5 7 4 16,5 9 5-1,-1 0-13-15,1 0 4 0,8 3 1 16,-1-5 1-16,-3-5-5 15,-1-5-1 1,-4-3 1-16,1-10-3 16,-5-2 2-16,-4-4 0 0,-3-6-1 15,-1 0 1-15,-4 0-5 16,4-3-15-16,-4 0-40 0,4 0-15 16,0 0-49-16,0-9-71 15,-4-4-124-15</inkml:trace>
  <inkml:trace contextRef="#ctx0" brushRef="#br1" timeOffset="-185566.68">32101 13729 588 0,'0'0'101'0,"0"0"-101"15,0 0 2-15,0 0 34 16,0 0 3-16,0 0-17 0,4 111 17 16,1-65-22-16,-5 7 17 15,4-1-7-15,-4-6-2 16,4 1-5-16,-4-11-13 16,0 2 2-16,0-10-2 15,4-7-6-15,-1-2 2 16,-3-10-3-16,4-6 0 0,-4 0-4 15,0-3-10-15,0 0-70 16,0 0-120-16,0 0-107 16</inkml:trace>
  <inkml:trace contextRef="#ctx0" brushRef="#br1" timeOffset="-185214.06">32228 14028 70 0,'0'0'504'0,"0"0"-479"15,0 0-17-15,0 0 115 16,0 0-11-16,0 0-53 0,5-27-18 16,-5 27-40-16,0 9 1 15,0 18 10-15,0 1 7 16,0 3 3-16,0 3-17 15,0 0-1-15,0-7 2 16,4 1-2-16,0-9-4 16,-4-4 0-1,4-6-3-15,-4-2 2 16,4-4-17-16,-4-3-16 16,0 0-12-16,0 0-44 15,4 0-24-15,0-19-29 16,-4-8-103-16,0 14 75 15</inkml:trace>
  <inkml:trace contextRef="#ctx0" brushRef="#br1" timeOffset="-184934.89">32281 13985 327 0,'0'0'140'0,"0"0"-105"0,0 0 12 16,0 0 38-16,0 0-35 15,0 0-24 1,42-6 7-16,-26 24-17 0,5 4-1 15,4 9 9-15,-5 0-6 0,0 6-3 16,1-7 3-16,-5 1-9 16,-4-6 5-16,1 3-10 15,-9-3 4-15,-4-4 9 32,0 1-13-32,0-1 10 15,-29-2-7-15,-16-7 2 0,-12-3 10 16,-5-2-19-16,-3-5-10 15,7-2-17-15,8 0-20 16,18 0-39-16,16-6-59 16,16 0-158-16</inkml:trace>
  <inkml:trace contextRef="#ctx0" brushRef="#br1" timeOffset="-184128.54">32631 14068 438 0,'0'0'154'0,"0"0"-153"16,0 0 40-1,0 0 89-15,0 0-70 16,0 0-33-16,12-67-17 16,-12 57 4-16,0-2 5 0,0-1-19 15,-4 8-1-15,-4-2-9 16,-5 7-1-1,-8 0-3 1,-3 0 7-16,-4 0 7 16,-1 19 7-16,4 2-4 15,4 1 3-15,9-4-1 0,4 1 0 16,4-7-4-16,4 0 1 16,0-8 1-16,0-4 4 15,16 0-7-15,9 0 0 0,8 0 0 16,4-6-10-16,-1-13-22 15,-7 0-12-15,-8 4 31 16,-5 3 13-16,-7 9-2 16,-5 0 2-16,0 3 47 15,-4 0 21-15,0 0-19 16,0 0-46-16,0 12 5 0,0 16 2 0,-4 5 1 16,-4 10 13-1,-1 7-3-15,1-1-19 0,0 4 6 16,0-7-8-16,3-3 0 15,1 0 6-15,0-8-6 16,4-5 0 0,0-5 1-16,0-7 0 15,0-5-2-15,0-7 1 16,0-3 0-16,0-3 6 0,0 0-3 16,0 0 7-1,0 0 15-15,0 0 6 0,0-3 27 16,4-13-29-16,9-8-25 15,7-7 14-15,1-6-13 16,7 0 0-16,5-4-5 0,0 5 6 16,0 5-10-1,0 3 4-15,-1 4 0 16,1 2-4-16,-4 4-37 16,-8 2-60-16,-21 13-90 0,0 0-138 15</inkml:trace>
  <inkml:trace contextRef="#ctx0" brushRef="#br1" timeOffset="-183339.61">32963 13655 531 0,'0'0'69'15,"0"0"-65"-15,0 0 82 16,0 0 56-16,0 0-83 0,0 0-38 15,0 0-7-15,-16-30-3 32,12 30 4-32,4 0-15 15,0 5-1-15,0 23 1 0,0 10 6 16,0 5 9 0,0 9 2-16,0 4-8 0,0-4 2 15,0 3-10-15,0-8 1 16,8-4 1-16,0-10-1 0,-4-5-2 15,0-9 2-15,-4-7 0 16,0-9 2-16,5 1-2 16,-5-4 11-16,8 0 24 15,-4 0-1-15,4 0-7 16,4-13 11-16,4-9-25 16,1-5-7-16,3-7-8 15,1-3 0 1,0 3 2-16,4 6 1 0,-13 6-3 15,-1 10 0-15,-2 12 0 16,-9 0 2-16,0 0-1 16,0 0 9-16,0 25-10 15,4 9 6-15,0 15 1 16,8-3 0-16,5-2-5 16,3-1 0-16,1-12-2 0,0-7 0 15,4-5-5-15,-2-13 4 16,-2-6-14-16,-17 0-77 15,0-3-214-15</inkml:trace>
  <inkml:trace contextRef="#ctx0" brushRef="#br2" timeOffset="-171319.2">1699 17493 0 0</inkml:trace>
  <inkml:trace contextRef="#ctx0" brushRef="#br2" timeOffset="-171256.72">1699 17493 0 0,'-139'-135'50'0,"139"135"-40"0,0 0-10 0,0 0-14 0,0 0-17 0,0 0 16 16</inkml:trace>
  <inkml:trace contextRef="#ctx0" brushRef="#br2" timeOffset="-171203.33">1556 17358 1 0,'0'0'0'16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18T16:46:46.22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20652 15745 251 0,'0'0'109'0,"0"0"-108"16,0 0 44-16,0 0 43 16,0 0-28-16,0 0-18 31,-9-89-32-31,9 77 32 15,0 2-19-15,0 1 22 16,0 3-1-16,0 3 5 0,0 0-4 16,0 3-6-16,0 0 2 15,0 0-2-15,0 0-13 16,0 0-16-16,0 0 2 16,0 0-8-16,0 0 5 0,0 0-7 15,0 0-2-15,0 15 0 16,0 10 2-16,9 6 6 15,-1 5-3-15,4 2-5 16,-3 8 3-16,7 0-2 16,-4 4 0-16,5 5 1 15,-5-3 0 1,9 4-2-16,-9-4 0 16,4 1 0-16,1-1 0 15,3-6 0-15,-7-3 0 16,3-5 4-16,1-5-2 15,-5-2 2-15,0-9 3 16,-3-4-2-16,3-3 3 0,-8-5-3 16,0-7 4-16,1-3 7 0,-5 0 1 0,0 0 19 15,0 0-4-15,3 0-14 32,1-9 11-32,4-16 2 15,9-9-14-15,-5-9 1 0,9-6-13 0,-5-16 3 16,1-6 0-16,3-15 0 15,1-10-8-15,-1 4 0 16,-4 5 0-16,1 13 9 16,-1 10-6-16,-3 17 7 15,-1 7 9-15,-4 12-5 16,1 7-4-16,-1 6-9 16,-4 5 4-16,0 4-5 15,-4 6 1 1,0 0-2-16,0 0-1 0,0 0-3 15,0 0-10-15,0 0-15 16,0 0-8 0,0 6-10-16,0 13-5 15,0 0-47-15,-8-11-123 0,0-1-278 16</inkml:trace>
  <inkml:trace contextRef="#ctx0" brushRef="#br0" timeOffset="482.5">21571 15918 160 0,'0'0'383'16,"0"0"-383"-16,0 0 21 0,0 0 2 15,0 0 127-15,0 0-44 16,0 0-35-16,13-3 16 16,-13 3-10-16,0 0-18 15,0 0-14 1,0 0-21-16,0 0-8 0,0 0-15 15,0-6 0-15,8-1 0 0,17-5 0 16,4 3-1-16,15-3 0 16,10-1 1-16,4 4-2 15,7 0 2-15,1 5-1 32,-1 1 4-32,1 1-4 0,-9 2 3 0,-7 0-3 15,-9 0 0 1,-20 0-1-16,-1 0-4 15,-16 0-14-15,-4 0-13 16,0 0-18-16,0 0-24 0,-13 0-45 16,-2 0-150-1,-6 5-114-15</inkml:trace>
  <inkml:trace contextRef="#ctx0" brushRef="#br0" timeOffset="833.26">21728 16066 660 0,'0'0'228'0,"0"0"-228"15,0 0 4 1,0 0 10-16,0 0 21 16,0 0-26-16,-42 28-5 15,42-25 9-15,4 3 17 16,9-3 11-16,16-3 7 15,4 0-9-15,11 0-15 16,14 0-3-16,12 0 1 0,12-6-8 16,8 0 1-16,5-1-12 15,-5 4 5-15,-12 0-6 16,-17 3-1-16,-15 0-1 0,-17 0 2 16,-17 0-2-16,-12 0 0 15,0 0 0-15,0 0-1 16,0 0-11-16,-20 0-35 31,-9 0-86-31,16 0-101 0,-3 0-226 16</inkml:trace>
  <inkml:trace contextRef="#ctx0" brushRef="#br0" timeOffset="3160.43">24240 15397 318 0,'0'0'62'0,"0"0"-54"0,0 0 58 15,0 0 38-15,0 0-46 16,0 0-35-16,29-111 12 16,-29 102 2-16,0 2-1 15,0 5-10-15,0 2-3 16,0 0-3-16,0 0-9 0,0 0-11 31,0 12-8-31,-4 19 8 16,-17 6 4-16,9 6-4 15,-1 0 5-15,1 0-4 0,8-9 0 16,4-3-1-16,-4-12 1 16,4-7 0-16,0-6 1 15,0-6 0-15,0 0 3 16,0 0 9-16,0 0 12 0,0-16 30 16,16-11-31-16,1-7-15 15,3-6-4-15,-3-3-3 16,-1 3 1-16,-4 2-1 15,4 8-3-15,-7 2 4 16,-5 6-1-16,0 7 3 16,0 12 7-1,-4 3 0-15,0 0 0 16,0 0-13-16,0 0-2 16,0 0 1-16,0 0-2 15,0 9 4-15,4 22-1 0,0 6 2 16,5 6-1-1,-1 6 1-15,-4 4-2 16,4-1 0-16,1-3-2 0,-5-2-7 0,4-4-12 16,-4-9-6-16,4 0 2 15,-3-7 6-15,-1-8-8 16,0-1-8-16,-1-8 12 16,-3 2 8-16,0-6 4 15,0-3 1-15,0 0 8 16,0 0-1-1,0 1 2-15,0-2-4 16,-11 1-13-16,-6-3-6 16,0 4 20-16,1-4 4 15,4 0 7-15,-5 3 20 16,9-3-1-16,-1 0 16 16,1 0-10-16,8 0-6 15,-4 0-10-15,4 0-14 0,0 0-1 16,0 0-1-16,0 0-3 0,0 0 2 15,0 0-9-15,0 0 10 16,21 0 0-16,8 0 7 16,8 0 4-16,11 0-2 15,10 0-5-15,8-3 2 16,-5-1-6-16,-7 4 0 0,-13 0-1 31,-21 0-77-31,-20 0-79 16,0 0-188-16</inkml:trace>
  <inkml:trace contextRef="#ctx0" brushRef="#br0" timeOffset="3754.2">23300 16125 347 0,'0'0'106'15,"0"0"-102"-15,0 0-4 16,0 0 116-1,0 0-36-15,0 0-49 16,-66 2-26-16,66-2 7 16,0 0 8-16,0 0 15 15,5 0 23-15,14 0-6 16,6 0-14-16,8-5 0 16,13-5-5-16,6 1 4 15,10 0-4-15,12-4-3 0,8 4-17 16,8 3-3-16,9-1-2 15,16 2 2-15,8 2-9 16,8-1 2-16,5 1-3 0,3 0-1 16,5 3 1-16,8 0-1 15,-8 0 1-15,3-3 0 16,-11 0 0 0,-5 0 0-1,-12-3 0-15,-24 0 2 0,-9-1-5 16,-20 1 1-16,-13 0 2 15,-20 0 3-15,-17 3-2 16,-12 0-1-16,-4 3 3 16,0 0-3-16,0-3-7 15,-12 3-58-15,-25 0-90 0,13 0-122 16,-9 0-290-16</inkml:trace>
  <inkml:trace contextRef="#ctx0" brushRef="#br0" timeOffset="4577.85">23932 16405 367 0,'0'0'205'16,"0"0"-205"-16,0 0 3 16,0 0 50-16,0 0 2 15,0 0-20-15,0 0 11 16,8-34-7-16,-12 34-31 16,-12 0-2-16,-5 0 0 15,-4 6 4-15,-8 10-1 16,-3 5 19-16,3 4 15 0,0 2-4 15,8 11-10 1,4 2-21-16,6 0 1 0,7 6-2 0,8-3-6 16,0 0 3-1,0-3-1-15,4-6-3 16,15-6 4-16,6-6-4 16,0-7 0-16,4-6 7 15,4-9 15-15,7 0 4 16,10 0 0-16,8-24-2 15,7-10 0-15,1-3-16 16,-13-10-3-16,-12-2 5 16,-16-6-7-16,-4-1 14 15,-21 0-11-15,0 7-2 16,0 3 5-16,-17 9-7 16,-16 10 3-16,-8 11 10 15,-8 10-15-15,-9 6-2 0,-7 0-6 16,3 15-38-16,-7 19-67 15,48-15-142-15,5-1-229 16</inkml:trace>
  <inkml:trace contextRef="#ctx0" brushRef="#br0" timeOffset="4964.37">23801 16722 495 0,'0'0'48'0,"0"0"-48"0,0 0 0 16,0 0 69-16,0 0-33 16,0 0-27-16,-8-9 56 15,20 6 28 1,0 3-35-16,-3 0 1 0,-1 0 0 15,-1 0-15-15,1 0-15 16,1 3-7-16,7 15 0 0,1 13 12 16,8 4-19-16,-1-2-7 15,5 5-8-15,-1-2 4 16,-3-2 0-16,0-3-4 0,-5 0 1 16,-3-9 1-1,-5-4-2-15,-3-9 0 16,-5-3-1-1,0 1-2-15,-4-7-32 16,4 0-35-16,-4 0-70 16,0 0-101-16,0 0-197 0</inkml:trace>
  <inkml:trace contextRef="#ctx0" brushRef="#br0" timeOffset="5565.6">24392 16716 186 0,'0'0'83'15,"0"0"-75"-15,0 0 56 0,0 0 86 0,0 0-59 16,0 0-15-16,0 0 0 16,17-21-18-1,-17 21 2-15,0 0 2 16,0 0-33-16,0 0-9 0,-25 3-17 16,0 9 2-16,-8 0 19 15,0 1 3-15,5 2 7 16,3-3-13-16,9 1-13 15,-1-4 0-15,13-3-6 32,4 1-2-32,0-7-2 0,0 9-7 15,0-3 2-15,21 3 6 16,7 0 1-16,9-2 0 16,0 1 0-16,0 5-1 15,0-1 0-15,-5 7-1 0,-7-4 2 16,-8 1 0-16,-9-1-2 15,-4-3 2-15,-4 1 1 16,0 2 3-16,-4-3 5 16,-21-5-1-16,-4 2-2 15,-7-6 3-15,-5-3-1 0,-9 0-1 16,10 0 4 0,-6-6-2-16,9-10 5 0,16 1-14 15,5 0-10-15,12 2-35 16,4 1-75-16,0 6-149 0,16 6-236 15</inkml:trace>
  <inkml:trace contextRef="#ctx0" brushRef="#br0" timeOffset="8298.04">24769 17000 378 0,'0'0'40'16,"0"0"-13"-16,0 0-24 16,0 0 76-16,0 0-17 0,0 0-12 15,0 0-12-15,0-3-1 16,0 3 6-16,0-3 16 15,0 3-3-15,0-3-16 16,0 3-8-16,0-4 3 16,4-5-7-16,-4 0-3 15,9-4-6 1,-1-8-4-16,0-3 4 16,0-4 7-16,5-10-2 15,-1-1-6-15,1-5 0 0,2-5-6 16,-2-6-7-1,3-7 3-15,-8 3-7 16,5 1 2-16,-1 12 0 16,-8 15-3-16,0 9 0 0,1 13 0 0,-5 3 2 15,0 6-2-15,0 0 2 16,0 0 10 0,0 0-12-16,0 0-4 0,0 9-3 15,0 16 4-15,0 15 3 16,0 6 0-16,0 10 0 15,0 2 2 1,0-6-1-16,8 1-1 16,-4-7 1-16,0-9 0 15,4-6-1-15,-3-6-3 16,7-10 3-16,-8-5-1 16,4-1 1-16,1-9-2 15,-5 0-2-15,3 0 4 16,5 0 2-16,5-13 8 0,4-8-6 15,3-10 2-15,-3 0-3 16,4-6 2-16,-5-9-4 0,-4-1 0 16,5-5-1-1,-9 0 0-15,5 6 0 16,-9 2 1-16,0 20 0 16,-4 2 1-16,-4 13-2 0,0 6 1 0,0 3 2 15,0 0-1-15,0 0 2 16,0 0 6-16,0 0-10 15,0 24-7-15,0 16 7 16,0 10 1 0,0 5 1-16,0-5-2 0,0-1 0 31,0-6 2-31,0-9-2 0,0-9 0 0,9-4-2 16,3-9-3-16,9-5-2 15,2-7-46-15,-14 0-73 16,-1 0-302-16</inkml:trace>
  <inkml:trace contextRef="#ctx0" brushRef="#br0" timeOffset="9285.39">25323 15538 254 0,'0'0'89'15,"0"0"-59"-15,0 0 20 16,0 0 29-1,0 0-27-15,0 0-21 16,-20-48 17-16,15 41-11 16,5-2 2-16,-4 0-1 15,0 3-1-15,1-3-4 16,3 2-18-16,0 1-7 16,0 0-1-16,0 0 3 15,0 6-1-15,0-3 7 0,0 3 0 16,0 0-2-16,0-3-3 15,0-1-2-15,0 4-4 16,0-3 1-16,0 3-6 16,0 0 3-16,0-3 1 0,0 3-2 15,0 0-1-15,0 0-1 16,0 0 0-16,0 0-1 16,0 0-6-16,-4 0-31 0,0 0-111 15,0 0-230-15</inkml:trace>
  <inkml:trace contextRef="#ctx0" brushRef="#br0" timeOffset="10017.77">25381 15212 200 0,'0'0'147'0,"0"0"-107"16,0 0-26-16,0 0 103 16,0 0-45-16,0 0-27 15,-74-34-18-15,74 31-1 16,0 3-10 0,0 0 2-16,0 0 0 15,0 0-3-15,0 0 1 16,0 0 9-16,12 3 35 0,9 13-23 15,4 15-12 1,8 2-10-16,4 10-2 0,3 13 12 16,10 12-8-1,4 9 3-15,-2 9-2 0,-2 13-6 0,3 5-6 16,-8 1-1 0,-12 6-3-16,0-3-2 0,-16-6 1 15,-9-10 0-15,-8-6-1 16,0-5 3-16,-21-8-1 15,-16-10 3-15,0-5-1 16,-4-12 3-16,4-12 1 0,4-6-1 16,13-13-6-16,3-2 5 15,9-7-5-15,4 0-2 16,4-3-20-16,0-3-73 16,0 0-152-16,0 0-175 15</inkml:trace>
  <inkml:trace contextRef="#ctx0" brushRef="#br0" timeOffset="11072.42">23427 15332 413 0,'0'0'107'16,"0"0"-100"-16,0 0-1 15,0 0 59-15,0 0-22 16,0 0-27-16,0-6-7 0,0 6 18 16,-13 0 6-1,-2 6 12-15,-14 16 4 0,4 6-3 16,-8 12-9-16,-4 12-3 16,-4 16-2-16,-4 12-3 15,-1 18-7-15,10 13-3 16,-1 13 4-16,12 8-12 15,13-5-7-15,12-1 3 0,0-9-4 16,16-12 2-16,22-16-3 0,14-11 0 16,6-17 5-16,7-14 5 15,1-20-3-15,1-5 15 16,-6-13-8-16,-16-6-3 16,-4-3-9-16,-17 0-4 15,-16 0-1-15,-8 0-10 16,0 0-12-1,0 0-48-15,-12-3-284 16</inkml:trace>
  <inkml:trace contextRef="#ctx0" brushRef="#br0" timeOffset="14853.91">26961 15344 136 0,'0'0'52'16,"0"0"-50"-16,0 0 2 0,0 0 33 0,0 0 4 16,0 0 15-16,0 0 3 15,0 0 2-15,5-64 10 16,-5 64-7-16,0-3-3 0,0 3-14 15,0-4-11 1,0 4 1-16,0 0-1 16,0 0-7-16,0 0-6 15,0 0 3 1,0 0-8-16,0 0 0 0,0 0-8 16,0 0 4-16,0 0 0 15,0 0-8-15,0 0 5 16,0 0-5-16,0 13-3 15,0 12-1-15,0 8 4 16,0 11-4-16,0 8 0 16,-5 1-1-16,5 5-1 15,0 0 3-15,0-5-2 0,0-7 0 16,0-6-1-16,0-6 0 16,0-6 0-16,0-7 0 15,0-2 1-15,0-10 0 16,0 1 0-16,0-10 0 15,0 3-1 1,0-3 1-16,-4 0 2 16,4 0-2-16,0 0 2 15,0 0 4-15,0 0-4 0,0 0 3 16,0 0-5-16,0 0 0 16,0 0-1-16,0 0 0 15,0 0-4-15,0 0 4 16,0 0 1-16,0 0 2 15,25 0-3-15,8-13 0 0,12 1 2 16,8-1-2-16,9 1 2 16,-1 0 21-16,1 3-9 15,-9 6-4-15,-7 3-10 16,-13 0 0-16,-17 0-1 16,-8 0-1-16,-8 0-1 0,0 0-7 15,0 0-7-15,0 0 16 16,-20 9-16-16,-1 0-37 15,0 0-13-15,-3 4-75 16,-1-1-32-16,17-12-99 16,-4 6-43-16</inkml:trace>
  <inkml:trace contextRef="#ctx0" brushRef="#br0" timeOffset="15254.25">26597 16122 442 0,'0'0'110'0,"0"0"-103"15,0 0 53-15,0 0 24 16,0 0-52-16,0 0-29 15,-13 5 22 1,37-5 38-16,5 0-2 16,12 0-18-16,17-2 0 15,3-8-12-15,18 1-2 16,6-7-5-16,10 4-4 16,8 0-8-16,-1 5 4 15,-12 2-13-15,1 5 3 0,-22 0-6 16,-7 0 0-16,-17 0-1 15,-20 0-2-15,-9 0-1 16,-8 0 1-16,-8 0-18 16,0 0-17-16,0 0-14 0,0 0-7 15,0 5-7-15,0-1-91 16,0-1-90 0</inkml:trace>
  <inkml:trace contextRef="#ctx0" brushRef="#br0" timeOffset="16073.48">27035 16340 524 0,'0'0'71'0,"0"0"-63"16,0 0 4-16,0 0 63 16,0 0-44-16,0 0-11 15,33 0 24-15,-25 0 9 16,-4 0-30-16,0 0-8 15,1 12 39 1,-1 16-18-16,0 6-22 16,8 3-9-16,-3 9-1 15,3-6-3-15,-4-5-1 16,0-5 4-16,5-5-3 16,-9-7 2-16,0-5-3 15,4-7 0-15,-8-6 4 16,5 0 0-16,-2 0 16 0,1 0 0 15,0-6 21-15,8-16-11 0,5-9-10 16,-1-2-13-16,1-5-2 16,-1 1-4-1,1 1-1-15,0 1 4 16,-5 14-4-16,3 2 0 0,-2 10-1 16,-9 3 1-1,0 6-2-15,0-3-1 16,-4 3-1-16,4 0 1 15,5 0 0-15,-1 3 3 16,8 21 3-16,5 7 6 16,4 4-2-16,4 1-6 15,-5-2-1-15,5 3 4 16,-5 0-4-16,1-9 1 0,-4-3-1 16,-5-4 0-16,-4-9 0 15,-4-5-1-15,-8-1 1 0,4-6 3 16,-4 0-3-1,4 0 0-15,0 0 2 16,5-22 28-16,-5-12-6 16,4-9-17-16,0-3-1 0,1-3 4 15,-5 0-2-15,4 2 9 0,0 4-17 16,1 9 5 0,-5 13 1-16,-4 2-3 0,0 13-3 15,0 3 0-15,0 3-3 16,0 0-23-16,0 0-37 15,0 0-48 1,0 0-196-16</inkml:trace>
  <inkml:trace contextRef="#ctx0" brushRef="#br0" timeOffset="16893.58">26518 15338 317 0,'0'0'208'0,"0"0"-208"16,0 0-50-16,0 0 50 16,0 0 60-16,0 0-13 15,0 0 1-15,0-6 11 16,0 6-4-16,0 0 11 0,0 0-36 15,0 0-19-15,0 0-4 16,0 6-2-16,-8 10 8 0,-9 2-1 16,1 10 0-1,-12 9 0-15,-1 9 6 16,-12 16 3-16,-1 18 3 0,2 13-8 31,3 11-6-31,8 14 6 0,16 1-10 16,13 2 1-16,0-1-5 15,21-6-1-15,29-9 2 16,6-6-2-16,11-16 0 16,2-15 5-16,9-22-2 15,0-12-4-15,-8-13 0 16,-5-11-1-16,-7-10-2 0,-54 0-93 16,-4-12-177-16</inkml:trace>
  <inkml:trace contextRef="#ctx0" brushRef="#br0" timeOffset="17904.06">28021 15384 239 0,'0'0'51'15,"0"0"-45"-15,0 0 95 0,0 0-14 16,0 0-25-1,0 0-23-15,-21-30 7 16,17 27-9-16,4-4-3 0,-4 4 15 31,4 0 4-31,0 3-13 16,0 0 0-16,0-3-3 0,0 0-13 0,0 3-1 31,0 0-11-31,0 0 0 16,0 0 8-16,0 0-11 15,0 0 3-15,4 0-2 0,17 0 11 0,12 6 2 16,7 19-1-16,6 9 2 16,3 15-4-16,0 13-16 0,0 12 1 15,1 12-5 1,-14 13 0-16,-7 9 1 16,-8 0-1-16,-17-4 0 15,-4-5 0-15,0-9 1 16,-21-14 1-1,-16-5-1-15,-3-9 2 0,-6-10 2 16,-3-8-5-16,8-13 4 16,8-10 6-16,17-6-7 15,3-12 0 1,13-3-3-16,0 0-4 0,0 0-40 16,4-12-52-16,17-15-20 0,-4 8-87 15,-9 7-307-15</inkml:trace>
  <inkml:trace contextRef="#ctx0" brushRef="#br0" timeOffset="20688.16">29022 15955 317 0,'0'0'195'15,"0"0"-195"-15,0 0-18 16,0 0 18-16,0 0 9 16,0 0-7-16,0 0 3 15,42-3 7-15,-35 3-10 0,1 0 5 16,-4 0 22-16,-4 0-11 0,0 0-3 15,0 0 5-15,0 0 5 16,0 0 14 0,0 0-18-16,0 3-13 15,0 3 4-15,-8 3-3 0,-3-3-1 16,-2-6 2-16,-3 4 7 0,3-4-2 16,1 0-2-16,4 0 20 15,4 0 11-15,-1-7-13 16,5-2-4-1,0 0-18-15,0-3-9 0,0-1-7 16,0 4 6-16,9 0-2 16,7 2 0-1,1 4-1-15,-9 3 3 16,9 0 1-16,-13 0-4 16,3 0 0-16,-7 3-19 15,4 10 9-15,-4-1 3 16,0 1-16-16,0-4-44 15,0-6-69-15,0-3-126 16</inkml:trace>
  <inkml:trace contextRef="#ctx0" brushRef="#br0" timeOffset="21570.95">29662 15517 444 0,'0'0'58'32,"0"0"-33"-32,0 0-16 15,0 0 104-15,0 0-60 0,0 0-37 16,0 0-3-16,-4-9 6 15,4 9 13-15,0 0 6 16,0 0 0-16,0 0-9 16,0 0-15-16,-4 0-6 15,4 21 3-15,-3 7 7 0,3 6-2 16,0 3-12-16,0 3-1 16,0 7 2-16,0-1-3 15,0 6-1-15,0-3 1 16,0 4 0-16,0-7-1 15,0 0-1-15,7-6 0 16,-3-3 1-16,0-3-1 0,5-6 0 16,-1-6 0-16,-4-7 0 15,-4-3-1-15,4-2 1 16,0-7-3-16,-4-3-5 16,4 0-24-16,-4 0-14 0,0 3-40 15,0-3-1 1,0 3 18-16,-16-3-31 15,-13 3-67 1,-3 0 136-16,-1-3 31 0,0 0 71 16,4 0-3-1,5 0-3-15,3 0 11 0,9 0 0 16,8 0-15-16,4 0-15 16,0 0-17-16,0 0-11 15,0 0-14-15,0 0-3 0,0 0 5 16,0 0-4-16,16 0 12 15,8 0 4-15,1 0-7 16,8 0 4-16,8 0-2 16,5 0 8-16,11 0 3 15,9-6-16-15,-1 0 5 16,-3 3 8 0,-9 3-13-16,-16 0-5 0,-17 0-3 15,-11 0-14-15,-9 0-25 16,0 0-13-16,-9 0 8 15,-24-4-97-15,13 1-143 16,0 0-97-16</inkml:trace>
  <inkml:trace contextRef="#ctx0" brushRef="#br0" timeOffset="22141.86">29343 15563 327 0,'0'0'193'16,"0"0"-180"-16,0 0 2 16,0 0 102-16,0 0-47 15,0 0-52-15,-17-12-4 0,17 12 16 16,0 0 5-16,0 0 14 15,0-3-6-15,0 0-12 16,0 3-8 0,13-3 4-16,7 3 8 15,0-6-14-15,5 6-17 16,0-3 2-16,-1-1-4 16,9 1-2-16,8 0 4 15,4 3-4-15,5-6 2 16,-2 6 1-16,10-6-3 0,-4 6 2 15,-10 0-2-15,2 0-1 16,-17-3-1-16,-8 3 0 16,-9 0 2-16,-8 0 0 15,-4 0-1-15,0 0-39 0,0 0-58 16,0 0-29-16,-8 0-85 16,0 0-270-16</inkml:trace>
  <inkml:trace contextRef="#ctx0" brushRef="#br1" timeOffset="47683.07">22627 16898 111 0,'0'0'92'0,"0"0"-75"15,0 0-15-15,0 0 31 16,0 0 20-16,0 0-33 16,0 0-7-16,0 0-1 0,0 0-3 15,0 0-7-15,0 0-2 16,0 0-3-16,0 0-10 16,45-28-44-16,-45 28 15 31,0 0 14-31,0 0-2 15,3 0-16-15,-3 0-1 16</inkml:trace>
  <inkml:trace contextRef="#ctx0" brushRef="#br1" timeOffset="48673.31">22799 16889 37 0,'0'0'185'0,"0"0"-160"16,0 0-23-16,0 0 15 16,0 0 38-16,0 0-1 15,4-6 13-15,-4 6 11 16,0 0-26-1,0 0-4-15,0 0 1 16,0 0-12-16,0 0-13 0,0 0-11 16,0 0-1-16,0 0-5 15,0 0-4 1,-4 0 4-16,-4 0-3 16,-4 0 8-16,-5 0-5 0,-4 0-1 15,-8 6-2-15,1 6-4 0,-9-2 6 16,-8 8-1-16,-13 4-1 15,-20 8 2-15,-16 4-4 16,-13 9-1-16,-12 7 9 16,0 2 0-1,-8-3 8 1,8-2 2-16,-5-4-7 16,14-3-2-16,3-9 1 0,13 0 9 15,20-7-5-15,9-5-13 16,15-4 0-16,17-2 2 15,8-4-5-15,9-3 0 16,11-6-4-16,2 3 0 16,3-3-6-16,0 0-19 15,0 0-12-15,0 0 2 0,0 0 20 16,3 0 9-16,14-6 2 0,4-6-48 16,-1 2-28-16,1-2-47 15,-9 6-37-15,-7-1 8 16</inkml:trace>
  <inkml:trace contextRef="#ctx0" brushRef="#br1" timeOffset="49072.65">21268 17299 165 0,'0'0'118'15,"0"0"-118"-15,0 0 0 16,0 0 39-16,0 0 31 15,0 0-24-15,0 0-17 0,-103-12 15 16,74 24 19-16,-4-3-13 16,-3 10-11-16,3-7 29 15,0 7-7-15,4 2-4 16,0 1-19-16,9 2-10 0,8-2-7 16,4-4-11-16,8-2-4 15,0-1-2-15,0 1-3 16,0-4-1-1,12-6 0-15,12 0 0 0,5-3 7 16,4 0-5-16,8 0 13 16,0-3-2-16,8 0-3 15,1 0-4-15,-2 0 3 16,-2 0-2-16,-9 0 0 16,-8 0-7-16,-5 0 0 15,-12 0-1-15,-8 0 0 16,-4 0-35-16,0 0-21 15,0 7-25-15,0-4-30 16,-8-3-12-16,-7 3-194 16</inkml:trace>
  <inkml:trace contextRef="#ctx0" brushRef="#br1" timeOffset="50431.25">18275 17943 394 0,'0'0'26'0,"0"0"-26"16,0 0 0-16,49-108 62 0,-37 81-9 16,-3-1-19-16,-1 3 8 15,0-6 10-15,-4 1-4 16,-4 2-6-16,0-6 27 16,0 6-24-16,0 0-16 0,0 0-11 15,0 4-5-15,0 5-3 16,-12 1 3-16,8 5 0 15,-4 4 1-15,-5 3-13 16,1 3 19-16,4 3-20 16,-8 0-2-16,-1 0 2 15,-3 0 0 1,-5 3 0-16,4 12 2 16,-4 1-2-16,9 6 0 15,0 2 3-15,4 4-2 16,4 9 0-16,4 0-1 0,4 3 0 15,0 3-1 1,0 1 0-16,8-1 1 0,8 0 1 16,0-3 0-16,9-3-2 15,-5 0 1-15,1 3 0 16,-4 3 0-16,-1-6-3 0,-3 0-10 16,-5-3 3-16,-8-6 5 15,0-4 1-15,0-2 3 16,0-4 0-16,-13-6 1 15,-11-2 7-15,-9-4 2 0,-1-3 11 16,7-3 2-16,-7 0 6 16,6 0 3-16,-1 0-9 15,8-6-6-15,4-4-13 16,6-2-3-16,3 3-5 16,-1 0-15-16,1 6-20 15,4 0-27 1,0 3-28-16,4 0-111 15,0 0-107-15</inkml:trace>
  <inkml:trace contextRef="#ctx0" brushRef="#br1" timeOffset="51102.09">18501 18045 418 0,'0'0'19'0,"0"0"0"16,0 0-12-16,0 0 73 16,0 0-31-16,0 0-4 15,0 0 4-15,12-34 10 0,-12 31 3 16,0 0-11-16,0 3-4 16,-8 0-20-16,-5 0-21 15,-3 0-2-15,-4 0-3 16,-5 3-1-16,1 12 4 15,-5-3 2 1,4 4 4-16,8-1 6 16,1 1-9-16,9-7-5 15,2 4-2-15,5 2-3 16,0-3 3-16,0 1-8 16,12 2 8-16,9-3-1 15,12 7 1-15,0-1 0 16,0-2 0-16,-1 5-1 0,-3-6 0 15,-4 4-2-15,-9-4-13 16,-8-5 11-16,-4 2 1 0,-4 1 3 16,0-1 2-1,-8-3 5-15,-17 6 3 0,-8-2-5 16,4-4 4-16,-3-3 7 16,3 0-6-16,13-6 2 15,-1 0-5-15,13 0-6 0,0 0-6 16,4 0-35-16,0-18-10 15,0-4-34-15,8-3 0 16,17-2-26-16,-12 14-29 16,-5 1-121-16</inkml:trace>
  <inkml:trace contextRef="#ctx0" brushRef="#br1" timeOffset="52068.7">18546 17992 91 0,'0'0'211'15,"0"0"-119"-15,0 0-59 16,0 0 50-16,0 0-22 16,0 0-29-16,29-61-20 0,-29 61-1 15,0 0-3-15,4 3 34 16,0 15 40-16,5 10-35 0,-5 6 3 16,4 6-26-1,-1 3-13-15,6 0 2 0,-5 4-7 16,-4-7-2-16,0-4 1 15,0-8 0 1,1-3 3 0,-5-10 0-16,0-2 1 0,4-7 2 15,-4-3-7-15,4-3-1 16,-4 0-2-16,4 0 0 16,0 0 12-16,4-15 30 15,1-7-29-15,-1-6-9 16,4 0-3-16,-3-2-1 0,-1 8-2 15,-4 7-7-15,0 2 3 16,0 10 4-16,-4 3-1 16,0 0-3-16,0 0 0 15,4 13 5 1,0 12 6-16,5 5 2 0,-2 1-2 16,5-6-6-16,1 0 0 0,-1-7-1 15,5 0 0-15,-1-8 1 16,-3-8-1-16,-1 2-2 0,0-4 1 15,9 0 2 1,-5 0 3-16,4-19-2 0,-3-6-1 16,-1-2-17-16,1-10 17 15,-9 9-12 1,0-3 11-16,-8 0 1 16,0 13-3-16,0-4-1 15,0 13 0-15,0 6 2 16,-8 3 2-16,-4 0 0 15,-1 0-4-15,-3 16 1 16,-1 11 3-16,1 4 1 16,0 6 9-16,8-3-7 0,8 0 2 15,0-10-5-15,0-2 4 0,0-6-4 16,4-7 0-16,16 0 0 16,-4-6 0-16,13-3 0 15,0 0 11-15,0-3-7 16,4-15-4-16,-5-7-14 31,5 0-11-31,-8-3-3 0,-4-3-5 16,-5 7 15-16,-12-4 3 15,0 4 15-15,-4 5 3 16,0 7-1-16,0 6 5 16,0 3 5-16,-4 3 6 15,-8 0-13-15,0 3-5 16,-1 21 0-16,1 4 2 0,-1 3 16 15,5 2 0-15,8-2-7 16,0-3-1-16,0-3-3 16,4-10 5-16,17-3-5 0,8-2 2 15,4-10-4-15,3 0 2 16,5 0-5-16,1 0-2 31,-2-12-16-31,-3-1-34 16,-4 1-37-16,-8-4-65 0,-4-2-14 15,-21 12-112-15,0-3 64 16</inkml:trace>
  <inkml:trace contextRef="#ctx0" brushRef="#br1" timeOffset="52322.51">19458 18091 114 0,'0'0'153'16,"0"0"-90"-16,-29-129-21 0,25 98 70 16,4 9-35-16,0 4-12 15,0 6-32-15,0 5 5 16,0 4-3-16,0 3 10 15,0 0 1-15,0 3 13 16,0 22-24-16,0 12-1 16,0 9-12-16,0 7 2 0,16 2-9 15,1 1-5-15,-5-4-5 16,4-6-5-16,-4-9 1 16,-4-6-1-16,1-12 0 0,-5-4 0 15,0-9-15 1,-4-3-41-16,0-3-71 0,0 0-98 15,0 0-45 1</inkml:trace>
  <inkml:trace contextRef="#ctx0" brushRef="#br1" timeOffset="52469.62">19350 18149 755 0,'0'0'176'16,"0"0"-176"-16,0 0 0 0,0 0 19 15,0 0 11-15,0 0-12 16,161-76-17-16,-99 60-1 0,-46 13-53 16,-4 0-258-1</inkml:trace>
  <inkml:trace contextRef="#ctx0" brushRef="#br1" timeOffset="65807.78">23324 17141 172 0,'0'0'102'0,"0"0"-102"0,0 0 5 16,0 0 19 0,0 0 18-16,0 0-24 15,0 0-8-15,0 0-4 16,0 0 2-16,-4-21 23 0,4 21 6 16,0 0 3-16,0 0-16 15,0-3-8-15,0 3-6 16,0 0 4-16,0 0-1 0,0 0-6 15,0 0 3-15,0 0 1 16,0 0 1-16,0 0-4 16,0 0-2-16,0 0-3 15,0 0 3 1,0 0-1-16,0 0 1 16,0 0-3-16,0 0-1 15,0 0-2-15,0 0 1 16,0 0-1-16,0 12 25 15,0 7 1-15,8 9-7 16,5 0-14-16,3-1 0 16,-3 1-2-16,3-4-3 0,0 1 0 0,0-3 1 31,1-1 0-31,-5-2-2 0,1-4 2 16,-1 1 0-16,1-1 1 15,-1-2-2-15,0-1 0 16,1 0 0-16,-1 0 1 15,1-3-4-15,2 1 3 16,2-1 0-16,-1 0 0 16,1 1-1-16,-5-5 1 15,9-1 3-15,-9-1 0 16,5 0-3-16,-1 0 0 16,0-3 20-16,4 0-2 15,-3 0 1-15,4 0 4 16,-1 0-7-16,1 0-3 0,4 0-6 0,-6-3-1 15,2-7-1-15,0 5 4 16,4-8 4-16,-1 4-1 16,9 0 7-16,-9 0-6 15,5-4 2-15,0 7-2 16,-8-6-10-16,4 2 7 16,-1 1-7-1,-4 0 0-15,5 0 3 16,-5-1-4-16,-3 4 8 15,4 0 1-15,-1-3-3 16,1 6 2-16,-1-4-4 0,0 5-2 16,1-1 1-1,4-4-4-15,0 4 0 0,-5 0 0 16,8 3-1-16,-3-3 5 16,4 0-1-16,0 3-2 0,-4-3 0 15,-1 3-1-15,4 0 0 16,1 0 1-16,0 0-1 15,4 0 0 1,-1 0-1-16,-3 0 0 0,0 0 0 16,0 0 1-16,4 0-2 0,-9 0 1 15,1 0 0-15,-4 0 1 16,3 3 2-16,-3 3-3 16,-4-3 1-16,7 7-1 15,-11-5 0-15,6 2-2 16,-6 2 2-16,3-3 3 15,-3 3-3 1,-1 1 0-16,5-1 2 16,-1 3 0-16,1 0-1 15,-5-2-1-15,4 2-1 16,-4 1 1-16,0-4 1 16,-3 0 1-16,-1 0 0 15,4 0-2-15,-3-2 2 16,-5 2-2-16,0-6 1 0,4 3 5 15,-8 0-4-15,4-6 7 0,-4 6 4 16,0-6-6-16,0 0 0 16,4 0 1-16,-4 0-2 15,0 0 3-15,0 0-7 16,0 0 2-16,0 0 2 31,0 0-1-31,0 0 10 0,0 0 4 16,0 0 5-16,0 0-3 15,0 0-2-15,5-9-11 16,-5 0-7-16,4-6-1 16,4 2 2-16,-4-2-2 15,4 3 0-15,1-4 2 16,-5 1-2-16,4-1 0 0,-5 1 0 16,10 3 0-16,-5-1 0 15,0 1-1-15,5 0 1 16,-5 5 0-16,-4-2 0 0,8 3 0 15,-3-6-2 1,3 2 3-16,0 1-1 0,5 0 0 31,-5-3 0-31,8-1-1 16,-8 4 1-16,9 0-1 0,0 0 0 16,4-4 2-16,-1 4 2 15,9-4-3-15,4 7 2 16,-4-6-2-16,0 3-1 15,8 0 1-15,-9-1 3 16,1 4-1-16,0 0-2 0,-8 0 0 16,0 6-2-16,-5-3 0 15,0-1 2-15,5 1 0 16,-8 1 1-16,7 2-1 16,-3-7 0-16,7 7-1 15,-3 0 1-15,4 0 0 16,0 0-2-16,0 0 2 0,-1 0 0 15,0 0 0-15,1 0 0 16,0 0-1-16,4 0 1 16,-1 0 0-16,1 0-2 0,5 0 2 15,-5 7 1 1,4-2 0-16,-1 5-2 0,-3-1 1 31,4 0 0-31,-8 3 0 16,-1-2-2-16,1 5 2 0,0-5 1 15,-4-4 0-15,0 3 0 16,-1-3-2-16,4 0 3 16,-3 0-4-16,4 1 2 15,0-4 0-15,3 0 2 16,1 0-1-16,0-3-1 0,5 3 0 16,-5-3 0-16,-1 0 0 15,1 0 2-15,-4 0-2 16,8 0 0-16,-9 0 0 15,-3 0 0-15,4 0 1 16,-5-3 1-16,1-3-2 16,0-1 1-1,-1 2-1-15,1-2 1 16,-5 4-1-16,1-6 1 16,0 3-1-16,-1 3 0 15,-3-7-1-15,2 7 1 0,2-6 0 16,4 3 1-1,-4-4 0-15,3 2 0 0,1-2 1 16,-5-2-2-16,-4-1 4 16,5 1 1-16,-13-6 4 15,9-1 8-15,-9-2-6 16,0 2-3-16,5 1-2 16,3-4-5-16,-3 4 1 15,3 2-2-15,0 1 0 0,-4 2 2 16,5-2-1-16,-1 3 1 0,-3 3 2 15,7-4-2-15,-7 4 4 16,7 0-6-16,-7 2 2 16,-1 2-2-16,-5 1-1 15,-7 4 1-15,0 0-5 16,0 0-15-16,0 0-12 16,0 0-17-16,-7 9-38 15,-22 16-15-15,9-12-169 16,-1 2-124-1</inkml:trace>
  <inkml:trace contextRef="#ctx0" brushRef="#br1" timeOffset="68791.06">25656 17990 58 0,'0'0'90'15,"0"0"-88"-15,0 0 5 16,0 0-3-16,0 0 36 16,0 0-40-16,0 0-11 15,0 0-19-15,-12-31-1 16,12 31-27-16</inkml:trace>
  <inkml:trace contextRef="#ctx0" brushRef="#br1" timeOffset="69444.78">25635 17838 223 0,'0'0'63'16,"0"0"-58"-16,0 0 42 15,0 0 37-15,0 0-17 16,0 0-21-16,0-6-4 16,0 6-3-16,0 0 4 15,0 0 1-15,0 0-18 16,0 0-12-16,0 0 0 15,0 0-4 1,0 0 1-16,0 0 15 16,0 6-17-16,0 10 7 15,0 2-2-15,0 7-13 16,0 0 5-16,0 5-6 16,0 1 10-16,0 3-8 0,0 0-2 15,0-3 7-15,0 3-1 16,0-6 1-16,0-1 11 15,0-2-11-15,0-6 2 16,0-7-6-16,0-3 0 0,0-3 1 16,0-6-3-16,0 3 1 15,0-3 0-15,0 0-1 16,0 0 1-16,0 0-2 16,0 0 0-1,0 0-4-15,0 0-10 16,0 0-5-16,0-6-12 15,0-3-32-15,0-4-10 16,0-2-31-16,0 9-118 0,0 0-26 16</inkml:trace>
  <inkml:trace contextRef="#ctx0" brushRef="#br1" timeOffset="70062.2">25594 17881 187 0,'0'0'116'16,"0"0"-99"-16,0 0-12 16,0 0 83-16,0 0-6 15,0 0-53-15,46-98 8 0,-22 85 15 16,14 1-8-16,-2 0 23 16,9 8-11-16,5-4 3 15,-6 8-31-15,-2 0 4 16,-9 0-18-16,0 0-4 15,-13 15-9 1,-8 3 8-16,-8 1-2 16,-4 8 13-16,0-2 0 15,-4 0-12-15,-20 0 1 16,-9-4-8-16,-8 4 4 0,-5-7-2 16,-2 1-3-16,-6 0-3 15,5-7 3-15,8-3-2 16,4 0 2-16,12-3 1 0,8 1-1 15,9-5 0-15,4-2 0 16,4 0-1-16,0 0-4 16,0 0-13-16,0 0 12 15,4 0 6-15,17 0 14 16,-1 0 13-16,13 13 3 16,9-4-7-1,2 7-4-15,6-1-2 16,8 1-4-16,-6 2-5 0,2 4-3 15,-8 2 5 1,-10-2-10-16,-7 3 0 16,-9-7 0-16,1-3 2 15,-8-3-1-15,-9-9-1 0,0 1 0 16,-4-4 2-16,0 0-2 0,0 0 0 16,4 3 2-16,-4-3-2 15,0 3-21 1,0-3-74-16,0 0-51 0,0 0-69 15,0 0-190-15</inkml:trace>
  <inkml:trace contextRef="#ctx0" brushRef="#br1" timeOffset="70478.08">26329 17983 341 0,'0'0'111'0,"0"0"-111"16,0 0 13-16,0 0 92 16,0 0-31-16,0 0-16 15,0-16-9-15,0 16 5 16,4 0-3-16,-4 0-13 0,12-2-16 15,1-1-4-15,8 0 3 16,7-4-3-16,14 4 3 16,2-3-11-16,10 0 8 15,-1 0-9-15,-8 6 8 16,-8 0-6-16,-4 0-9 31,-16 0 0-31,-13 0-2 0,0 0 0 16,-4 0-1-16,0 0 0 15,0 0-5-15,-16 12-8 0,-13 0-59 16,0 0-69 0,-4 4-22-16,0-4-26 15,21-5-28-15</inkml:trace>
  <inkml:trace contextRef="#ctx0" brushRef="#br1" timeOffset="70731.42">26325 18113 120 0,'0'0'466'0,"0"0"-397"16,0 0-68-16,0 0 28 16,0 0 41-1,0 0-29-15,0 0 14 16,45 9-2-16,-3-12-21 0,6-3-10 16,6-3-4-1,0-1 3-15,7 4 13 16,-8-3-17-16,-3 6-6 15,-18 3-10-15,-11 0-1 16,-13 0-11-16,-8 0-48 0,0 0-41 16,0 0-55-16,0 0 18 15,0 0-164-15</inkml:trace>
  <inkml:trace contextRef="#ctx0" brushRef="#br1" timeOffset="71856.98">27384 17937 216 0,'0'0'279'0,"0"0"-279"16,0 0 19-16,0 0 18 16,0 0 36-1,0 0-30-15,13 3 10 0,-5-3 19 16,4-3-18-16,5-10-8 16,3-2-18-16,0 3-9 15,1-6-4-15,-1-4-10 0,5 3 1 16,0-2 0-16,-4-1 1 15,-5-3 2-15,4 1-1 16,-4 2 9-16,-7 0-2 16,-1 1-4-16,-4-1 5 15,-4 1-6-15,0 2-8 16,0 4-2-16,-4 6 4 0,-17 0-2 31,2 6-2-31,-2 3-4 0,-8 0 1 16,0 0 1-16,4 0 1 0,1 0-1 0,4 9 1 15,7-3 1-15,5 6-1 16,0 4-3-16,4-4 3 31,4 6-3-31,0 1 2 0,0 0 1 16,0 5-2-16,0 0 1 0,16 4-1 16,5 0 3-16,7 3 3 15,1 0 0-15,8-3-2 16,-4 6-2-16,-5-4 1 15,-3 4 0-15,0-3 2 16,-13 3-2-16,-4 3 1 16,-8-9 0-16,0-4 0 15,-12-2 3-15,-25-4-1 16,-12-2 4-16,-9-1 4 16,-8-9-6-16,13-6 14 0,0 0 24 15,11 0-25-15,10-9-7 31,7-9-4-31,13-1-7 16,4 1 0-16,8 2-18 0,0 1-23 16,0-1-23-16,4 10-77 15,8 6-89-15,1-3-126 16</inkml:trace>
  <inkml:trace contextRef="#ctx0" brushRef="#br1" timeOffset="72525.52">27885 18038 25 0,'0'0'507'0,"0"0"-443"0,0 0-62 16,0 0 35-1,0 0 54-15,0 0-46 0,0 0-19 16,17-27 17-16,-17 27 10 15,0-3 6-15,0 3-2 16,0-3-33-16,-8 3-4 0,-9 0-15 31,-3 0-1-31,-14 0-1 16,6 0 0-16,-1 9 1 0,5 0 15 0,7-2-5 31,1 1-14-31,12 2 0 0,4-1-5 0,0 3 0 16,0 1-3-1,0-7 2-15,16 6 6 0,9 4-7 16,3-4 7-16,5 7 0 16,4-1-2-16,-4-3 0 15,-4-2-3-15,-5-1-7 16,-8 0-9-16,-7-2-17 16,-9-4 15-16,0 0 11 15,0-3 0-15,-4 3 12 0,-21-3 8 16,-11 1-5-16,-6-4 1 15,-7 0 0-15,8 0 12 16,4 0-3-16,4 0-8 16,8 0-2-16,9 0-3 15,7 0-5-15,9 0-28 0,0-4-50 32,0-2-83-32,17-3 6 15,-5 6-44-15,1 0 1 16</inkml:trace>
  <inkml:trace contextRef="#ctx0" brushRef="#br1" timeOffset="73879.73">28082 17943 63 0,'0'0'277'0,"0"0"-258"15,0 0-18-15,0 0 77 16,0 0 8-16,0 0-54 0,0 0-6 16,-8-55 16-16,8 55 0 15,0 0 4-15,0 0 3 16,0 0-17-16,0 0-6 16,0 0-4-16,0 0-20 15,0 12 22 1,0 10 8-16,0 5-16 15,4 10-4-15,4 0 0 16,0 3-7-16,1-3 1 16,-1-6-4-16,-4 6 3 15,0-9 4-15,-4 0-1 16,0-10 8-16,0-5 2 16,0-8-8-16,0-2-2 0,0 1-8 15,0-4 2-15,0 0 5 16,0 0-2-16,0 0-1 15,4 0 16-15,0-16 0 16,5-5-20-16,-5 2-2 0,0-2 1 16,0 2 0-1,-4 7-7-15,4 2 6 0,-4 8-1 0,0-5 2 16,4 4-3-16,-4-3-8 16,9 0 2-16,-5 3 8 31,0-10 0-31,0 8 0 15,4-2 0-15,0-2-4 16,4 3 2-16,-4 0-4 16,0 6 8-16,-4 0-2 0,5 0 2 15,-5 0-2-15,0 0 2 16,4 6 4-16,1 12 4 16,-1 4 4-16,0 9 4 15,0 0-3-15,1-7-9 16,-1 1 1-16,-4-3-4 15,4-10-1-15,-4 0 2 0,1-6-2 0,-5-3 0 16,0-3 1-16,4 0-1 16,-4 0 0-16,0 0-17 15,0 0-45-15,0 0-88 16,0 0-118-16,0 0-242 31</inkml:trace>
  <inkml:trace contextRef="#ctx0" brushRef="#br1" timeOffset="74563.56">28337 18267 463 0,'0'0'132'16,"0"0"-120"-16,0 0 24 0,0 0 66 15,0 0-66 1,0 0-26-16,0 0 7 15,115-83-8-15,-103 64-4 16,-3-2 0-16,-1 5 6 16,-4-3-2-16,-4 1 4 15,0 3 3-15,0 2-2 16,0 1-14-16,-4 9-12 0,-9-3 8 16,1 6 3-16,-5 0-14 15,5 0 9-15,0 6 6 16,-5 12 9-1,9 4 5-15,0-1-8 0,3 1-3 16,1 3 9-16,4 3 1 16,0-4 2-16,0-2 4 0,0-4 3 15,9 1-6 1,7-10-7-16,1 0 7 0,3-6 2 16,5-3-8-16,3 0-1 15,9 0-7-15,0-9-2 16,1-7-14-16,-2-2-29 0,-11-3-8 15,-1-7 16-15,-3 0 8 16,-17 0 3-16,0 1 7 16,-4 2 17-16,0 3 2 0,0 7-2 15,-4 6 8-15,-4 2 10 16,4 5-7 0,-4 2 1-16,-1 0 1 15,1 0-8 1,0 9-1-16,-5 9 2 0,5 7 26 15,0 3 6-15,5-1-19 16,3-2-7-16,0 0-3 16,0-7 3-16,0 1 1 15,11-7-3-15,6-6 2 16,3-3-6-16,5-3-6 16,0 0-1-16,0 0-16 0,-2-3-23 15,2-15-38-15,0-1-28 16,-8-9-48-16,-5-3-19 15,-12 19-88-15</inkml:trace>
  <inkml:trace contextRef="#ctx0" brushRef="#br1" timeOffset="74779.53">28858 17937 402 0,'0'0'243'0,"0"0"-227"0,0 0-7 0,0 0 103 16,0 0-16-16,0 120-67 15,0-80-4-15,8-6-6 16,1 3-18 0,-5-9 4-16,4-4-4 0,-4-5 0 15,0-10-1-15,-4-2-2 16,0-2-40-16,0-5-62 16,0 0-53-16,0 0-66 15</inkml:trace>
  <inkml:trace contextRef="#ctx0" brushRef="#br1" timeOffset="74917.53">28841 18119 552 0,'0'0'146'0,"0"0"-146"16,0 0 0-16,0 0 73 16,0 0-41-16,0 0-23 15,128-46-8-15,-91 42-1 0,-8 1-62 16,-25 3-86-16,-4-3-259 15</inkml:trace>
  <inkml:trace contextRef="#ctx0" brushRef="#br1" timeOffset="75568.27">29416 17903 359 0,'0'0'159'0,"0"0"-159"16,0 0-15-16,0 0 15 0,0 0 27 16,0 0-18-1,-4 19 7-15,4-10-8 16,0-3 1-16,0 3 10 0,0-6 11 15,0 0-4-15,-4 4-4 0,-9-4-9 16,1-3 1-16,4 0-9 16,0 0 5-16,0 0-7 15,-4-10 9-15,8 1 6 16,0-3-3-16,0 3-1 16,4 2 3-1,0 4-17-15,0 0-1 16,0 3-5-16,12-3-2 15,0 3-18-15,4 0-56 16,-12 0-106-16,-4 0-167 16</inkml:trace>
  <inkml:trace contextRef="#ctx0" brushRef="#br1" timeOffset="76674.28">29699 17533 302 0,'0'0'109'0,"0"0"-98"15,0 0 74-15,0 0 34 16,0 0-75-16,0 0-15 0,13-9-14 16,-13 9 6-16,0 0 10 15,0 0 14-15,0 0 5 16,0 0-23-16,0 3-4 15,0 15 22-15,0 4-18 16,0 3-8-16,0 6-12 16,4 0-6-16,4 5 6 15,-4 4-7-15,0-5 0 0,1 4 2 16,3-2-1-16,0-6-1 31,-4 0 2-31,5-10-2 16,-1 1 0-16,0-6 1 0,-4-4-1 15,-4-3 0-15,4-9 2 16,-4 0-1-16,0 0 0 16,4 0 3-16,-4 0 11 15,0 0-9-15,0 3 1 16,0-3 5-16,0 0-1 0,0 0 1 16,0 0-9-16,0 0 0 15,0 0-1-15,0 0-2 16,0 0 0-16,0 0 1 15,0 0 0-15,0 0-1 16,0 0 0-16,0 0 1 16,0 0 0-1,0 0 0-15,0 0 0 0,0 0 3 16,0 0-4-16,0 0 2 16,0 0 1-1,0 0 2-15,0 0 1 16,0 0-6-16,0 0 1 0,0 0 3 15,0 0-3-15,0 0 3 16,0 0-2-16,0 0 7 0,0 0 0 16,0 0-6-16,0 0 0 15,0 0 4-15,0 0-7 16,0 0 4-16,0 0-3 16,0 0-1-16,0 0 1 15,0 0 0-15,0 0-1 16,0 0 1-16,0 0 1 0,0 0 0 15,0 0-2-15,0 0-1 16,0 0 0-16,0 0-9 0,4 0 2 16,8 0 3-16,4 0 4 15,13-3-2-15,0 0 3 16,9-3-10-16,2-1 4 31,9 2 4-31,-3 2 2 0,3-1 2 16,-4 1-2-16,-8 3 1 15,-12-3-1-15,-13 3 1 16,-7 0 0-16,-5 0-1 16,0 0 12-16,0 0 11 15,-25 0-23-15,-4 0-5 16,0 0-12-16,4 0-8 0,4 0-17 16,2 0-58-16,6 0-81 15,13 0-29-15,-4 0-116 16</inkml:trace>
  <inkml:trace contextRef="#ctx0" brushRef="#br1" timeOffset="77211.53">30565 17472 340 0,'0'0'0'15,"0"0"13"-15,0 0-13 16,0 0 61-1,0 0-23 1,0 0 12-16,0 0 23 16,38-35 4-16,-38 35 5 15,0 0-2-15,0 0-22 16,0 0-28-16,0 0 4 16,0 0-12-16,0 7-15 0,-9 8 3 15,-3 10-5-15,-5 3 19 16,5 5-3-16,-4 10-7 15,-8 10 1-15,-1 8-10 0,-4 14 0 16,-8 5 4-16,0 6-2 16,0 4-1-16,0 2-4 15,0-6 1-15,8-9-3 16,9-15-1-16,4-19 1 0,3-15 4 16,5-4-2-16,4-14-1 15,4-4-1-15,0-6-7 16,0 0-43-16,0 0-24 15,21-12-37-15,-13 3-88 16,0-4-216-16</inkml:trace>
  <inkml:trace contextRef="#ctx0" brushRef="#br1" timeOffset="78078.45">30553 17884 347 0,'0'0'148'16,"0"0"-144"-16,0 0 9 15,0 0 80-15,0 0-39 16,0 0-10-1,41-21 6-15,-41 21-2 16,5 0-9-16,-5 0 2 16,4 0-10-16,0 0-3 15,0 16 22-15,0 11-5 16,4 10-7-16,1 6-19 16,-1 1-15-16,0-1 1 15,-4 0-4-15,0-3 0 0,1-3 0 16,-5-10-1-16,4-11 0 0,0-4 6 15,-4-5 4-15,0-7-2 16,0 0-3-16,0 0-4 16,3 0 4-1,1 0 1-15,4-10 20 0,1-15-15 16,3-8-8-16,5-7-1 0,-5-1-2 16,4-2-1-16,-7 6 0 31,-1 1-4-31,0 5 0 0,-4 6 4 15,1 3 0-15,-1 13 2 16,-4 3 0-16,0 3 0 0,4 0 4 16,-4 3-3-1,4 0-1-15,-4 0 1 16,0 0-2-16,0 6-1 16,0 19 1-16,8 2 0 15,0 7 3-15,4-3-3 16,-4 3 0-16,0 0 1 15,5 0 0-15,-1-3 0 16,5-1-1-16,-5-5 0 0,1-3 0 0,-1-10-3 16,-4-6 3-16,0-3-1 15,-3-3-1-15,3 0-1 32,0 0-7-32,-5 0 8 0,6-15 2 15,-1-7 2-15,0-6-1 16,-4-3 6-16,4-2-5 15,1-7 2-15,-5-1-2 0,0-8 2 16,-4-6 4 0,0-7-5-16,0 4 4 15,0 2 3-15,0 13 1 16,0 15 11-16,0 10 17 0,0 11-1 16,0 7 3-1,0 0-15-15,0 0-16 0,0 0-10 0,0 4-16 16,0 17-12-16,0 7-23 15,0-10-48-15,0-6-187 16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03:54.816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6501 10225 57 0,'40'-58'0'15,"-22"29"-18"-15</inkml:trace>
  <inkml:trace contextRef="#ctx0" brushRef="#br0" timeOffset="15601.07">13691 5329 78 0</inkml:trace>
  <inkml:trace contextRef="#ctx0" brushRef="#br0" timeOffset="16980.29">13691 5329 78 0,'5'-4'84'0,"-3"4"-64"0,0 0 6 0,0 0 43 0,0 0-5 0,-2 0-9 16,0 0-7-16,0 0 2 16,0 0 2-16,3 0-9 15,-1 0-9-15,2 0-17 16,0 0-6-1,4 0 11-15,-2 0-19 16,1 0 1-16,-1 0-3 0,2 0 0 16,0 0 1-1,3 0-2-15,1 0 2 16,-6 0 1-16,-1 0 4 16,-1 0-2-16,0 0-1 15,1 0 15-15,-3 0-8 16,-2 0-5-16,0 0-4 0,0 0 0 15,0 0 2 1,0 0 2-16,0 0 9 16,0 0-13-16,-9 0 2 15,-6 0-4-15,-10 0 3 16,1 0-1-16,1 0 2 16,1 0-2-16,6 0 3 15,3 0-3-15,2 0-1 16,4 0 4-16,3 0-1 15,2 0 1-15,2 0-1 16,0 0-2-16,0 0 3 16,0 0-5-16,0 0-1 15,0 0-3-15,0 0 4 16,0 0 5-16,0 0-1 16,0 0 0-1,13 0-1-15,7 0-1 0,0 0-2 16,-2 0 0-16,0 0 1 15,1 3-1-15,2-3 0 16,-5 1 2-16,1 2-2 16,-8-3 0-16,-2 2-2 15,-3-2 4-15,-4 2-2 16,0-2 0-16,0 2 4 16,0-2 1-16,0 2 2 15,0-2-2-15,0 0-5 16,-9 0-5-16,-11 0 3 15,-6 0-15-15,5 0 13 16,2 0 4-16,1 0 2 16,5 0 1-16,5 0-3 31,6 0 3-31,2 0 0 16,0 0-2-16,0 0-1 15,0 0-5-15,4 0 5 16,19 0 7-16,-3-2-6 15,5 0-1-15,-1 2 0 16,5-2 1 0,-2 2 0-16,-3 0 5 0,-3 0 1 15,-13 0-6-15,-6 0 2 16,-2 0-3-16,0 0 1 16,0 0 7-16,-2 0-8 15,-18 0 0-15,-4 0-3 16,-1 0 3-16,3 0-1 15,7 0 0-15,5 2 3 16,6 0-2-16,4-2-1 16,0 0-4-16,0 0-12 15,0 0-1-15,0 0 12 16,6 0-3-16,6 0 8 16,1 0 2-16,-2 0-1 15,3 0 0-15,-1 0 1 16,-4 0 0-16,0 0 0 15,-5 0 2-15,-4 0-1 16,0 0-2 0,0 0 1-16,0 2 3 0,0 0-8 15,-8 0-3-15,-17 0 2 16,-8-2 0 0,-1 0 5-16,5 0 2 0,9 0 4 15,16 0-3-15,4 0 2 16,0 0 0-16,0 0 1 15,0 0-6-15,0 0 0 16,16-2 6-16,1 0-6 16,3 0 1-16,-3 2-1 15,0 0 0-15,-4-2-1 16,0 2 1-16,-2 0 2 16,-2 0-4-16,0 0 2 15,-2 0 0 1,-1 0 0-16,3 0 0 0,-7 0 0 15,-2 0 0 1,0 0-1-16,0 0 0 16,0 0-14-16,0 0-3 0,-13 0 4 15,-5 0 12-15,5 0-4 16,2 0 6 0,4 0 0-16,3 0 2 0,4 2-4 15,0-2-5 1,0 0-33-16,0 0-25 15,0 4-27-15,0 0 6 16,0 0-38-16,0-4-17 16,0 0-79-16</inkml:trace>
  <inkml:trace contextRef="#ctx0" brushRef="#br0" timeOffset="18788.97">13466 5534 176 0,'2'2'127'0,"-2"0"-77"0,2-2-18 15,-2 3 48-15,0-2-33 16,0-1-23-1,0 0 1-15,0 0-4 16,0 0-5-16,0 0-14 0,0 0-2 16,0 0-5-1,0 0-30-15,0 2-36 16,0-2-38-16,0 0-4 16,2 0-90-16</inkml:trace>
  <inkml:trace contextRef="#ctx0" brushRef="#br0" timeOffset="23748.32">13644 5325 212 0,'0'0'140'0,"0"0"-93"16,0 0-30-16,0 0 75 15,0 0 10-15,0 0-41 16,0 0-52-16,0 0 10 15,0 0 17-15,0 0 2 16,0 0-18 0,0 0-1-16,0 0 5 15,0 0-5-15,0 0-5 16,0 0-2-16,0 0-6 0,2 0 0 16,7 0-4-1,5 0-2-15,1-7 4 0,1 0-3 16,3 2 2-1,4-1 0-15,0 4 13 16,3 0-7-16,-1-1-1 0,-8 3-4 16,6 0-3-1,-8 0 1-15,-3 0-1 16,-1 0-1-16,-5 0 1 16,2 0 2-16,-4 3-3 15,-2-1 1-15,0 0-1 16,-2 0 1-16,0 0-1 0,0 0 0 15,0 2 3-15,0-3-2 16,0-1 0 0,0 3-2-16,0-1-3 15,0-2-3-15,0 2-5 16,0-2 11-16,-12 0 1 16,-1 4 2-16,-2-4-2 15,-1 2 0-15,-2-2-1 16,-1 0-6-16,-6 0-1 15,0 0-11-15,0 0 15 16,4 0 2-16,-2-2 2 16,5-9 0-16,1 6 2 15,5-1-1-15,3-1 0 16,5 3 0-16,4 3 0 16,-2-2-1-16,2 2 3 15,0-1-2-15,0-1-1 16,0 2-1-16,0-2 1 15,0 3 1-15,0 0-1 16,0-1-1-16,0 1-1 16,0 0 2-16,13 0 1 15,3 0 1-15,1 0-2 16,4 0 1 0,-1 0 0-16,-1 0 0 0,6 0-1 15,-2 0 0-15,-1 0 4 16,0 0-5-1,-4 0 1-15,-3 8 0 16,-5-1-1-16,-6-3 4 16,0-1-4-16,-1 1 1 0,1 0 0 15,-2-1-1-15,-2 0 1 16,0 1 0-16,0-2-1 16,0-2 1-16,0 2-2 15,0 0-7-15,0-2-43 16,-15 2 34-1,-8-2-4-15,-3 0 16 0,-10 0 4 16,5 0 2 0,2 0 0-16,6-2 3 15,10-4 0-15,5-1-1 16,6 4 1-16,-1-1 0 16,3 0 0-16,0 0 2 15,0 1-5-15,0-1-3 0,0 1 2 16,0 0 1-1,5 2 3-15,6 1 2 16,1 0-2-16,7 0-2 16,3-3-1-16,9 3 6 15,1 0-3-15,-1 0-2 16,-6 0 1-16,-10 0 0 16,-1 0-2-16,-8 0 1 15,-4 0 0-15,-2 3-1 16,0 3 0-16,0-2 1 0,0 0 0 15,0 0 1 1,-4 0-2-16,-14 0 3 16,-3-1 7-16,-5 0-10 15,-3-2 2-15,2 2-5 16,-4-3 7 0,2 0-4-16,9 0 0 0,7 0 0 15,9 0 2-15,1 0-2 16,3 0 2-16,0-3-2 15,0-2-2-15,0-1-4 16,0 2 1-16,0 1-5 16,0 2 9-16,0-2 1 15,0 2 4-15,11-3-1 16,2 2 1-16,5-1-3 16,3 2 1-16,5 1-2 15,-4 0 0-15,-6 0 0 16,-3 0 0-16,-11 0-1 15,-2 1-1-15,0 5-3 16,0 1-5-16,0-3-1 16,-8 0 11-16,-10 0 1 15,-4-1 2-15,-1-3-2 16,1 3 2 0,-1-3-1-16,4 1 0 0,3-1 2 15,5 0 2-15,5 0 5 16,3 0-4-1,3 0 3-15,0-1-10 16,0-7 0-16,0 6-1 16,0-2-3-16,9-3 4 0,4 7 2 15,3-1-2-15,-1-2 2 16,1 3-2-16,-1 0 0 16,-3 0 1-16,-1 0-1 15,-5 0 0-15,2 0-4 16,-4 0-2-16,-2 0 1 15,-2 4-9-15,0 5 3 16,0-5-4 0,0 4 4-16,-4-4 8 15,-12-2 3-15,-1-2 2 16,-4 0 2-16,1 0-1 16,5 0 5-16,1 0-5 15,5 0 6-15,7 0-3 0,2 0-4 16,0 0 5-1,0-6-7-15,0 0-10 16,0 2 7-16,0-3 3 16,11 2 0-16,1 1 1 15,1 2-2-15,-1 2 1 16,0 0 0-16,-1-3-1 16,-5 3 1-16,4-1 0 15,-3 1 0-15,-1 0-3 16,-2-3 3-16,1 3-1 0,-2 0 1 15,-3-1-3-15,0-2 4 16,0 3-1 0,0-1 7-16,0 1-3 15,0 0-4-15,0 0-3 16,-6-4-1-16,-6 4-7 16,-5-2 5-16,7 2-1 15,-1 0 6-15,3-3 1 16,2 2 0-16,0-2 1 15,1 2-2-15,3 1 2 16,2 0-1-16,0 0 3 16,0 0-3-16,0 0-1 15,0 0-3-15,0 0 7 16,0 0 2-16,0 0-3 16,0 0 0-16,0 0 1 15,0 0 4-15,0 0-2 16,0 0-3-16,0 0 0 15,0 0-2-15,0 0-4 16,0 0 2-16,0 0-1 16,0 0 3-16,0 0 0 15,0 0-2-15,-2 0 1 16,-2-3-1-16,-4 3 0 16,-1 0 5-16,3 0-1 15,0 0-2-15,1 0 2 16,0 0-2-1,3 0 0-15,2 0 0 0,0 0 2 16,0 0-2 0,0 0-5-16,0 0 3 0,0 0 2 15,0 0 0-15,0 0 0 16,0 0 4-16,0 0 3 16,0 0-5-16,0 0 1 15,0 0-3-15,0 0-6 16,0 0 1-1,0-1 5-15,0 1 4 0,2 0-4 16,5 0 4 0,4 0-3-16,2 0 1 15,-1 0-1-15,-1 0-1 16,3 0 0-16,-1 0 0 16,-3 0 0-16,-2 0 1 0,-2 0-1 15,-1 0 0-15,-1 0 0 16,0 0 0-1,0 0 0-15,-1 0 2 16,-3 0-2-16,0 0 1 16,0 0 0-16,0 0 3 15,0 0-1-15,0 0-3 16,0 0-6-16,-5 0-5 16,-10 0 4-16,-5 0-7 15,-1 0 10-15,2 0 3 16,-4-3-5-16,3 2 6 0,1 1 2 15,-2-3-2 1,8-3 1-16,2 5-1 16,2-2-2-16,7 2 2 15,0 1 0-15,-1 0 1 16,1 0 0-16,2 0-1 16,0 0 2-16,0 0-2 15,0 0 7-15,0 0-3 16,0 0-1-16,0-3-3 15,0 3-1-15,0 0 1 16,5 0 2-16,8 0 3 16,5 0 0-16,2 0-5 15,0 0 4-15,2 0-3 16,-1 0 0-16,0 0 1 16,-3 0-2-16,3 0 1 15,-6 0 0-15,-4 4-1 16,-2-1 0-16,-9-3 1 15,2 0-1-15,-2 0 1 16,0 0 0-16,0 0 2 16,0 0 0-16,0 1-1 15,0-1 0-15,0 0 0 16,0 0 1 0,0 0-3-16,-6 0-20 0,-14 0 6 15,-9 0-10-15,-3 0 21 16,-10 0 3-1,-1 0 0-15,6 0 0 16,6-1 3-16,12 1-4 16,11 0 1-16,6 0 0 0,2 0-10 15,0 0-91-15,0 0-224 16</inkml:trace>
  <inkml:trace contextRef="#ctx0" brushRef="#br1" timeOffset="38849.01">13783 5155 137 0,'0'-2'67'16,"0"2"-38"-16,0 0 5 16,0-2 4-16,0 2-10 15,0-2-9-15,0 0 38 16,0 2-15-16,0 0 10 15,0 0 0-15,0 0 5 16,0 0-9-16,0 0-6 16,0 0-2-16,0 0-6 15,0-2 0-15,0 2-10 0,0-2-3 16,0 0 10-16,0 2-11 16,0 0-9-16,0 0-4 15,0 0-2-15,0 0 0 16,0 0 2-1,0 0 20-15,0 0-7 16,0 0-5-16,0 0 3 0,0 0-6 16,0 0-5-1,0 0 0-15,0 0-5 16,0 0 2-16,0 0 0 16,0 0-1-16,0 0 4 15,0 0-2-15,0 0 0 16,0 0-4-16,0 0-1 15,0 0 0-15,0 0-7 16,0 12-1-16,0 14 11 16,0 8-2-16,-6 9 5 15,2 5-5-15,-4 12 2 16,1 0-3-16,-3-6 1 16,6-6 2-16,0-20-2 15,2-4 0-15,-3-6 1 16,5-4 1-16,-2-1 1 15,2-5 1-15,0 0 3 16,0-5 5-16,0 1-6 16,0-1-1-1,0-2 0-15,0-1 7 0,0 0-6 16,0 0-1-16,0 0 3 16,0 0-7-1,0 0-2-15,0 0 0 0,0-14-45 16,0-2-31-16,0 5-57 15,0 4-146-15,0 4-99 16</inkml:trace>
  <inkml:trace contextRef="#ctx0" brushRef="#br1" timeOffset="39988.87">13459 5599 176 0,'0'0'87'0,"-13"3"-34"16,8-3-36-16,3 0 61 16,2 0 9-16,0 0-16 15,0 0-19-15,0 0 7 0,0 0 18 16,0 0 0-16,0 0-14 16,0 0-9-16,0 0-5 15,0 0-8-15,5 0-19 16,12 0-15-1,12 0 13-15,17 0 2 16,6-2-7-16,11-3-8 16,22-6-1-16,-1 4-5 15,-2 3 1-15,-10-1 0 16,-30 3-2-16,-11 2 0 16,-15-2-3-16,-9 0-6 15,-7 2 6-15,0 0 2 16,0 0 1-16,0 0 4 15,0 0-4-15,0 0-8 16,-4 0-1-16,-10 0-72 16,-1 0 5-16,-2 0 18 15,7 0 12-15,-17 4-15 16,-2 3 10-16,-9-2 30 16,-9 3 2-16,7 1-9 15,2-2-6-15,5 0 16 16,8-3 9-16,7-3 5 15,7-1 4-15,5 3 1 16,2-3 0-16,1 0 8 16,3 0 10-1,0 0 9-15,0 0 65 0,0 0-44 16,0 0 3-16,0 0-10 16,0 0-4-1,0 0-15-15,0 0-9 0,7 0-7 16,14 0-4-16,18 0 6 15,7 0 6-15,6 0 7 16,-4-4-10-16,-7 1-7 16,-10 3-5-16,-11 0 1 15,-6 0-1-15,-8 0-1 16,-6 0-2-16,0 0-15 16,0 0 9-16,-17 7 9 15,-22 4 12-15,-21 2-12 16,-7 3 1-1,5-5-1-15,4 2 1 0,25-5-1 16,6-2 0-16,14-2 0 16,6-3 2-1,7-1-2-15,0 0-2 0,0 0-12 16,20 3-9-16,13-3 23 16,6 0 2-1,5 0 1-15,-4 0 8 16,-4 0-4-16,-12 0-5 15,-8 0-2-15,-12 0-3 16,-4 0-4-16,0 0-6 16,-6 0 1-16,-21 6 12 15,-2 6 10-15,4-4-6 16,3-4-2-16,13 0 2 0,5-4-3 16,4 2-1-16,0-2-4 15,0 0-17-15,24 0-2 16,5 0 23-1,-4 0 6-15,-8 0-96 16,-14 0-159-16,-3 0-134 0</inkml:trace>
  <inkml:trace contextRef="#ctx0" brushRef="#br1" timeOffset="41389.92">14286 4724 374 0,'-2'-8'98'0,"2"8"-75"15,0-2 40-15,0 2 42 16,0 0-30-16,0 0-28 0,0 0 0 16,0 0-4-1,0 0-17-15,0 0 2 16,0 0-20-16,0 0-6 16,0 10 0-16,6 26 2 15,10 9 1-15,2 0-3 16,-2 4 0-16,-3-13-1 15,-5-2-1-15,2-6 1 16,-4-6-1-16,1-6 1 16,-5-6-1-16,0-4 1 15,0-6-1-15,-2 0 2 16,2 0 5-16,-2 0 32 16,3 0 74-16,4-16-50 15,-3-14-41-15,5-6-3 16,2-12-5-1,1-5-6-15,3-1-1 0,-1 0-2 16,-1 10 0-16,0 4-2 16,-4 8-3-16,0 6 2 15,-5 6-2-15,-2 8 2 16,-2 6 1-16,2 4-2 16,-2 2 3-16,0 0-4 15,0 0-2-15,0 0-6 16,0 0 4-16,0 0-7 15,0 0-16-15,0 14-3 16,0 4-9 0,0 4-15-16,0 2-4 0,0-4-59 15,0-14-92-15,0-4-149 16</inkml:trace>
  <inkml:trace contextRef="#ctx0" brushRef="#br1" timeOffset="41790.99">14569 4947 474 0,'0'0'116'15,"0"0"-108"-15,0 0 28 16,0 2 70-16,0-2 29 16,0 0-111-1,0 0 0-15,0 1 0 0,0 10-5 16,0 7-13-16,0 12-2 0,0 4 1 16,0 2-3-16,0-2 2 15,0-2-1-15,0 0-3 16,-2-10 1-16,-1-10-1 15,3-3 0-15,0-9 3 16,-2 0-2-16,2 0 1 16,0 0 2-16,0 0 4 15,0-9-8-15,-4-17-111 16,2 10-136-16,-3 2-76 16</inkml:trace>
  <inkml:trace contextRef="#ctx0" brushRef="#br1" timeOffset="42166.06">14482 4909 386 0,'0'0'163'0,"0"0"-22"16,0 0-49-16,-7-13-48 15,7 13-44-15,0 0-20 16,13 4 20-16,10 14 6 15,1 3 3-15,3-1-3 16,-2 4 0-16,-3 4-1 16,-4 0-1-16,-7 0-1 15,-2-2 2-15,-7-2-3 0,-2 0 5 16,0-6-4 0,0 2 0-16,-7-6-3 15,-15 0 13-15,-9 0-8 16,-4-4 15-16,-2 2-10 15,-5-3-2-15,7-1 1 16,10-2 0-16,10-2-4 16,15-4-3-16,0 0-2 15,0-10-15-15,11-12-97 16,2 11-49-16,1 1-104 16</inkml:trace>
  <inkml:trace contextRef="#ctx0" brushRef="#br1" timeOffset="42805.95">14872 4945 33 0,'0'0'258'16,"0"0"-201"-16,0 0-7 15,0-13 58-15,0 13-12 16,0 0-21-16,0 0-31 16,-9 0-10-1,-11 0 16-15,-5 0-33 16,-6 3 0-16,4 9 17 16,2 0-5-16,6 4-4 15,5-4-11-15,8 2 1 16,1-2-10-16,5-2-5 15,0-2-7-15,0 0 0 16,13-4 7-16,10 2 7 16,4 0-5-16,0-2 5 0,-1 2-5 15,-6 0-1 1,-4 0-1-16,-5 2-2 16,-4 0 0-16,-3 0-7 0,-4 0-4 15,0 4 2 1,0 0 3-16,-4 2 4 15,-16 0 4-15,-1-4 4 16,-3 0-1-16,-2-4 2 16,1-2 2-16,-2-4-5 15,5 0 4-15,2 0-2 16,6 0 1-16,8-10-4 16,6-8-1-16,0-2-22 15,0 10-279-15,6 2 33 16</inkml:trace>
  <inkml:trace contextRef="#ctx0" brushRef="#br1" timeOffset="45499.02">15108 5073 229 0,'0'0'99'16,"0"0"-68"-16,0 0 60 16,0 0 40-16,0 0-20 15,0 0-32-15,0 0-27 0,0 0-6 16,0 0 3 0,0 0-11-16,0 0-4 0,0-6-1 15,3-2-11-15,3 0-10 16,7-4-4-1,3 0 7-15,1-2-14 16,6-2-1 0,-5 6 1-16,2-2-2 15,-4 4 1-15,-6 4 0 16,-3 2 0-16,-7 2 0 16,2 0 0-16,-2 0-3 15,3 0-1-15,-1 2-4 16,3 12 4-16,1 4 1 0,1 0 3 15,1-2 0 1,2-2 2-16,-2-6-2 16,3-2 0-16,-1-2 0 15,-1-4 1-15,-1 0 0 0,6 0 3 16,1-2 5 0,3-14 0-16,-3 0 1 15,-5 2 1-15,-1 2 1 16,-5 4-6-16,-2 4 6 15,0 2-7-15,-2 0-2 16,0 2-3-16,0-2-20 0,0 2-20 16,0 0-50-1,0 0-83-15,0 0-429 16</inkml:trace>
  <inkml:trace contextRef="#ctx0" brushRef="#br1" timeOffset="46155.05">15720 4874 463 0,'0'0'28'0,"0"-7"35"15,0 7 41-15,0 0-72 16,-10 0-30 0,-17 0 3-16,-7 0-4 0,-1 6 7 15,-1 3 8-15,5 1 17 16,9 1-6 0,9-4-1-16,8 0-15 0,5 1-11 15,0-4-7-15,2 2-9 16,22 2 16-1,7-4 8-15,1 4 0 0,1 0-7 16,-4 0 0-16,-4 0-1 16,-7 4 0-1,-7-2-2-15,-7 0-2 16,-4 0-6-16,0-2 0 16,0-2 6-16,-4 2 4 0,-11 2 4 15,-4-2 1 1,-1-2 7-16,-2-2-5 0,0-2 4 15,-1 0 10-15,8 0 5 16,3 0-12 0,4-2 1-16,6 0-15 15,-1 0-7-15,3 0-63 16,0-12-74-16,0 4-59 16,9-2-37-16</inkml:trace>
  <inkml:trace contextRef="#ctx0" brushRef="#br1" timeOffset="46807.48">15745 4907 312 0,'0'0'294'16,"0"0"-288"-16,0 0-4 16,14-4 14-16,-10 4-15 15,3 14 0-15,-3 12 2 16,0 2 4-16,-2-2-6 15,-2-4 1-15,0 0-2 16,0-10 1-16,0-4 4 16,0-4-4-16,0-4 7 15,0 0-1-15,0 0 14 16,3 0 31 0,4 0 37-16,2-18 38 0,4-6-123 15,1-4 5-15,1 0 0 16,1 2-2-1,-3 6-4-15,-2 8 0 0,-4 3 3 16,-7 9 5-16,2 0 5 16,-2 0-10-16,0 0-6 15,0 0-2-15,0 9-11 16,0 13 1-16,4 2 12 16,3 0 4-16,0-4-3 15,-2-6 0-15,-1-2 0 16,-2-6-1-16,0-2-2 15,-2-4 0-15,5 0 1 16,1 0 1 0,4-14 3-16,3-10 3 0,-3 2-2 15,4 2-3-15,-3 1 0 16,1 6 1 0,-6 3-2-16,-3 2 0 15,-1 6-1-15,-2-1 2 16,0 3 3-16,0 0-1 15,0 0-3-15,0 0-16 16,2 14 6-16,4 7 9 16,4 3 2-16,1 0-1 15,2-4 0-15,-2-2-5 16,-2-4-1-16,2-6-19 16,1-4-54-16,1-2-22 15,3-2-60-15,-12 0-33 16,2 0-10-16</inkml:trace>
  <inkml:trace contextRef="#ctx0" brushRef="#br1" timeOffset="47681.7">16280 4913 250 0,'0'0'103'16,"0"0"-12"0,0 0 81-16,-11-40-91 0,-9 40-52 15,0 0-21-15,-3 5 17 16,2 13-22-16,-2 4 2 15,3 5-1-15,7-1 1 16,3 0-5-16,10-6 1 16,0-2-1-16,0-6-7 15,0-4 1-15,0-4 13 16,14-4 10-16,3 0 14 16,2 0-9-16,5-14-11 15,-1-8-2 1,-6 0-6-16,-3 6-3 15,-10 10-3-15,-1 6 3 16,-3 0-1-16,0 0 1 0,0 0-11 16,0 0-10-16,0 18 4 15,0 2 17-15,0 0 4 16,0-2-3 0,0-8-1-16,0 0-5 0,6-8 5 15,-2 0 4-15,3-2 7 16,5 0 4-1,3-4 2-15,5-18-6 16,-1-8-11-16,-2 0-19 16,-1 0-10-16,-3-1 0 15,-5-1 15-15,-1 3 11 16,0-6-5-16,-5 4 8 0,3 2 0 16,-1 9 5-16,-2 10 15 15,-2 4 33 1,2 6 85-16,-2 0-119 15,0 0-19-15,0 0-8 0,0 20-11 0,0 18 16 16,0 10 3-16,2 5 4 31,0-9-4-31,1-4 0 16,-1-6-1-16,1-6-1 16,1-8-3-16,1-6-4 0,-1-8-3 0,2-4 6 15,-1-2-4-15,2 0 0 16,2-6 2-16,2-20 4 31,0-4-4-31,2-4-1 16,0-4 8-16,1-10 2 15,1-2-1-15,-3 4 0 16,-3 5 2-16,-5 23 2 16,0 8 33-16,-2 6 22 15,-2 4-13-15,0 0 0 16,0 0-27-16,0 0-19 15,0 20-10-15,0 16-7 16,0 8 17 0,0 5 5-16,0-2 6 0,0-2-9 15,0-5-2-15,0-6 0 16,0-8 0 0,0-6-2-16,0-14 2 0,0-6-1 0,0 0-25 0,0-14-157 15,0-8-556-15</inkml:trace>
  <inkml:trace contextRef="#ctx0" brushRef="#br1" timeOffset="54912.35">5770 2815 198 0,'5'0'84'16,"-5"0"-20"-1,2 0 52-15,-2 0-34 16,2 0-24-16,1 0 12 16,-1 0-26-16,0 0-5 0,0 0-5 15,-2 0 7-15,0 0-4 16,0 0 9-16,2 0-11 16,-2 0-1-16,2 0-3 15,-2 0 0-15,0 0 14 16,0 0-33-1,0 0-3-15,0 0-6 0,0 0 5 16,3 0-5-16,-3 0 2 16,2 0 1-16,2 0-3 15,1 4 2-15,0-2 2 0,1 4 0 16,5 2 0 0,7 0-1-16,-1 2-2 0,4 0 0 15,1 0-4-15,1 2 2 16,-2 1-1-1,4 1 0-15,-4 1-1 0,0-1 0 16,0-2 0-16,-3 1 0 16,1-2 0-1,-5 0 0-15,-1-3 1 16,-7-2-2-16,0-5 1 16,-4 2 0-16,-2-3 2 0,0 0-1 15,0 0-1 1,0 0 6-16,0 0-3 0,0 0 2 15,0 1-5 1,0-1 0-16,0 0 1 16,0 0-1-16,0 0-1 0,0 0-1 15,0 3 0 1,0-1 0-16,0-2-2 16,0 0 2-16,0 2 1 15,-10 0-1-15,-3 2 2 16,-7 4 5-16,-7 3-3 15,-4 4-2-15,-9 3 2 0,-6-2 0 16,-6 4-1 0,-4 0-1-16,3-2 2 15,0-2-1-15,6-4-1 16,11-4 1-16,11-4 2 16,15-2-2-1,8-2-2-15,2 0 0 0,0 0-5 16,0 0 2-16,0 0 1 15,2 0 3-15,8 0 1 16,1 0 0-16,1 0-1 16,3 0-10-16,6-2-46 15,5-4-21-15,-15 4-23 16,1-4-123-16</inkml:trace>
  <inkml:trace contextRef="#ctx0" brushRef="#br1" timeOffset="55750.78">6316 2912 83 0,'0'-5'69'0,"0"3"3"0,0 0 38 31,0-2 4-31,0 0-69 16,0 3 28-16,0-2-21 16,0-1 1-16,0 2-3 0,0-2-1 15,0 0 5-15,0 2-5 16,0 2-18-16,0-2 6 15,0 2-1-15,0 0-5 16,0-2-4 0,0 2-7-16,0 0-18 0,0 0-1 15,0 0 1-15,0 0-2 16,0 0-4 0,0 0 1-16,0 12-9 15,0 12 10-15,11 4 2 16,3 7 1-16,1 1 3 0,-1 4-2 15,-1-2-2 1,1-4 1-16,-4-4 1 0,-1-8-2 16,-2-6 2-1,-2-8-1-15,-1-2 0 16,-4-6-1-16,2 0 2 0,-2 0 3 16,0 0 9-1,2 0 16-15,3 0 5 16,1-16 8-16,2-10-15 15,2-4-24-15,3-4 4 16,-1-6-7-16,1-2 3 16,3-3-4-16,-1 3 1 0,1 2 0 15,-3 2-1-15,1 6 0 16,-3 4 0 0,-2 6 0-16,-1 8 0 15,-2 6 0-15,-2 4-1 16,-4 2 1-16,2 2-1 15,-2 0-1-15,0 0-10 16,0 0-10-16,0 0-19 16,0 20-30-16,0 4-17 15,0-12-82-15,0-2-277 16</inkml:trace>
  <inkml:trace contextRef="#ctx0" brushRef="#br1" timeOffset="56094.2">6652 2970 444 0,'0'0'189'0,"0"0"-177"16,5 5-8-16,-3 1 52 15,4 2-34-15,0 6-22 16,0 8 3-16,-4 3 8 15,1 3 12-15,-3 0-3 16,0-2 1-16,0-4 5 16,0-4-14-1,0-2-3-15,0-8 2 0,0-2-2 16,0-6-6-16,2 0 1 16,-2 0-3-16,0 0 6 15,0 0-4-15,0 0-3 16,0 0 0-16,0 0-21 15,0 0-86-15,0 0-141 16,0-8-266-16</inkml:trace>
  <inkml:trace contextRef="#ctx0" brushRef="#br1" timeOffset="56374.77">6568 2999 518 0,'0'0'107'0,"0"0"-100"0,0 0 57 16,0 0 51-16,-11-11-68 16,11 11-42-1,0 0-5-15,8 0 24 16,11 0 11-16,8 0-4 0,10 0-2 16,26 0-5-1,1-7-3-15,1 1-4 16,-10 2-3-16,-28 3-1 15,-14-2-5-15,-8 3-8 16,-5 0 0-16,0 0-3 16,-7 0-25-16,-24 0-99 0,11 3-117 15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05:28.43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10226 6024 512 0,'0'4'90'0,"0"-4"-85"16,0 0 7 0,2 0 69-16,1 0 44 15,-1 0-92-15,-2 0 0 0,0 0-8 16,0 0 7 0,0 0 21-16,0 0 6 15,0 0 0-15,0 0-7 16,0 0-17-16,2-18-20 15,12-8 3-15,5-9-8 16,12-7-6 0,6-2-3-16,3-4-1 15,8-2 1-15,6-4 0 16,4-4 7-16,6-7-7 16,8-3 3-16,24-28-3 15,8-8-1-15,6 0 0 16,1-3 3-16,-18 25-3 15,1 4 1-15,7-3-1 16,28-17 0 0,2 2 3-16,7-3-4 15,3-1 0-15,-21 20 0 16,3 0 1-16,1 4-1 16,-1 0 0-16,-7 5 1 15,-7 7 0-15,-6 8-1 16,8-4 1-16,-11 6 0 15,-2 2 0-15,-4 2 0 16,-14 10 0-16,2-3 1 16,3 1 0-1,24-8-2-15,9 2 0 16,7 8 1-16,4 2-2 16,-17 12-1-16,-6 2 3 15,-1-4-1-15,0 0 1 16,-2 2 0-16,-3-3 1 15,-2 5 0-15,16-2 0 16,-8 0-1-16,4 2 0 0,1 2 1 16,-14 4 1-16,2 4-2 15,4-2 0 1,21 0 0-16,3 2-4 16,0 0 3-16,5 2 2 15,-21 1-2-15,7 2 0 16,5 0 1-16,1 4 1 31,-5-4 0-31,-5 5 1 16,-6 0 2-16,29-1 1 15,-8-1-3-15,0 2 6 16,-7-2-8-16,-34 4 2 16,-1 0-4-16,-3-2 3 15,23 0-1 1,-3 0 5-16,-4 1-4 15,-6 1-1-15,-24 2 0 16,-8 0 2-16,0 0-2 16,-1 0 1-16,1 0 2 15,0 0-3-15,1 0 2 16,14 0 0-16,2 0-1 16,0-1 2-16,0 1 4 15,-19 0 3-15,-4 0-5 16,-4 0-2-1,7 0 2-15,-8 0-3 16,-1 0-2-16,-2 0 1 16,-10 0 0-16,2 0-1 15,5 0 3-15,2 0 2 16,-1 0 14-16,1 0-14 16,0 0 5-16,4 0-3 15,-1 0-6-15,-6 0 4 16,3 0-4-16,-9 0 3 15,6 0-4-15,5 0 8 16,20 0 3 0,4 0 8-16,3 0-6 15,-2 1-5-15,-23 4 0 16,-15-1-1-16,-16-3-5 16,-13 2-1-16,-7-3 0 15,0 0 1-15,0 0-2 16,0 0-8-1,0 0-18-15,-3 0-1 16,-5 0 3-16,-4 0 6 16,-7 0 10-16,-13-7-7 15,-30-11-14-15,-12 0-20 16,-11-2 28-16,-3-2 19 16,18 6-1-16,5-2 6 15,5 2-5 1,2 0 8-16,3-2 2 15,2 0-7-15,1 4 2 0,-2 0-1 16,6 2-1 0,5 6-2-16,9 0 1 15,22 6 0-15,3 0 0 16,9 0-2-16,0 0 1 16,0 0-14-16,0 0 14 15,19 0-2-15,6 4 3 16,6 4 5-1,7-2 5-15,5 2 4 16,1 0 19-16,8 0-19 16,1 2-6-16,18 6-5 15,-2 0 1-15,-2 2-3 16,-7 0 0-16,-22-4-1 16,-7 1 1-16,-9-6-1 15,-3 5 0 1,-11-4-1-16,-1-2-3 15,-5 2 3-15,-2-3 1 16,0-1-2-16,0-2 1 16,0 1 0-16,0-1 1 15,0 2-5-15,0 5 3 16,-24 4 2-16,-19 6-6 16,-17 3 6-16,-13 4 2 15,-1-8 7-15,-8 0-9 16,-5 0 3-1,-7 0-1-15,9-2 7 16,23-4-1-16,16-2-1 16,30-8 3-16,9-2-4 15,7 0-4-15,0-2 3 16,0 0 3-16,0 0-2 16,0 0-3-16,0 0 1 15,0 0 0-15,0 0 1 16,0 0 2-16,0 0-2 15,0 0-2-15,0 0-3 16,0 0-55 0,-6-2-211-16,-4-8-392 15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11:41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24203 4223 191 0,'0'-4'82'0,"0"2"-67"16,0 2 22-16,0-2 117 15,0 2-127-15,0 0-1 16,0-2 7-16,0 2-6 16,0 0-13-16,0 0-4 15,0 0-5-15,0 0 2 16,0-2-7-16,0 0-1 16,0 2-5-16,0 0 1 15,0 0 0-15,0 0-1 16,0-2 6-16,0 0-4 15,0 0-12 1,0-1 14-16,0 0 3 0,-2-1 8 16,0 0 7-16,2 2-11 15,-2-4 9 1,2 0 9-16,0 2 12 0,0-3-28 16,0 6 7-16,0-1 35 15,0 2 2-15,0 0-13 16,0 0-2-16,0 0 9 15,0 0 2-15,0 0-11 16,0 0-4-16,0 0-2 16,-2 0-1-16,2 0 17 15,-3 0-38-15,0 0-5 16,3 14-3-16,-4 18 14 16,0 8-1-1,1 8 1-15,1 4 1 16,2-6-4-16,0 0-6 15,-2-4 2-15,2-3-1 0,-2-5-5 16,2-4 1-16,0-8 0 16,0-6 5-16,0-8-4 15,0-6 2 1,0-2-2-16,0 0 10 16,0 0-1-16,0 0 0 15,0 0-1-15,0 0-2 16,0 0-3-16,0 0 0 15,0 0-4-15,0 0 0 16,0 0-1-16,0 0 1 16,0 0-1-16,0 0-1 15,0 0 0-15,0 0 1 16,0 0-1-16,0 0 0 16,0 0 1-16,0 0-1 15,0 0 0-15,0 0-2 16,0 0 1-16,0 0-2 15,31 0 3 1,13 0 0-16,12-6 0 0,9-2 0 16,-3 2-1-16,-2-2 1 15,-4 0 1-15,-12 2-1 16,-15 0 0-16,-13 2 1 16,-7 2 0-16,-9 2 0 15,0 0 2-15,0-3 3 16,0 3 6-1,0 0 1-15,0 0-13 0,0 0-3 16,0 0-19-16,0 0-27 16,0 0-22-16,0 0-69 15,0 0-152-15,0 0-132 16</inkml:trace>
  <inkml:trace contextRef="#ctx0" brushRef="#br0" timeOffset="1719.93">25099 4329 245 0,'0'0'123'0,"0"0"-13"15,0 0-18-15,0 0 0 16,0 0-25-16,0 0 3 0,0 0-19 0,0 0-23 16,0 0 3-16,0 0-7 15,0 0 2 1,0 0 24-16,0 0-27 16,0 0-6-16,0 0-11 0,0 0-3 15,0 0-1 1,2 0-2-16,9 0-1 15,7 0 1-15,9 0 1 0,8 0 13 16,7 0-8-16,8 0 2 16,6 0-7-1,6 0 2-15,9 0-3 0,5 0 0 16,10-2 3 0,15-2 0-16,1 2-3 15,10-2 2-15,1 0 0 0,3 0-1 16,42 0 2-1,3 4 2-15,-2 0-1 16,-11 0 0-16,-41 0-3 16,-11 0 0-16,-13 0-1 15,-14 0 1-15,-11 0 0 16,-14 0-1-16,-3 0 0 0,-8 0 0 16,-4 0 0-16,2 0-1 15,-5 0 1 1,5 2 1-16,1-2-1 15,-1 0 0-15,3 0 0 16,10 0 0-16,0 0-2 16,4-4 2-16,-4-4 0 15,-11 4 0-15,1 0-4 16,-3 2 1-16,3-2 2 16,1 2 1-16,-4 2 3 15,5 0-3-15,-3 0 0 16,1 0 0-16,3 0 0 15,0 0 0-15,-2 0 1 16,-1 0-1-16,1 0 1 16,1 0-1-16,11 0 1 15,1 0-2-15,2 0 1 16,-2 0 0-16,-9 0 0 16,-4 0 2-16,1 0-2 15,1 0 0-15,-1 0 0 16,-1 0 5-16,-2 0 4 15,0 0-2-15,-4 0-2 16,-1 0-4-16,-3 0 1 16,-1 0 1-16,-3 0-3 15,-4 0 4-15,1 0 3 16,0 0 6 0,-2 0-1-16,-3 0-7 0,3 0-1 15,-1 0-3-15,3 0 1 16,7 0 1-16,-3 0-2 15,0 0 1 1,-6 0 1-16,-10 0 1 16,-1 0-2-16,-5 0 1 15,0 0-1-15,0 0 6 16,0 0 1-16,0 0-9 16,0 0 0-16,2 0 0 15,-2 0-2 1,2 0 2-16,2 0 0 0,4 0 0 0,3 0 1 31,4 0 1-31,3 0-1 16,9 0 0-16,6 0-1 0,5 0 1 0,11 0 0 15,0 0 0-15,-4 0 0 16,-10 4-1 0,-10-4 2-16,-14 2 0 0,-7 0-2 31,-4-2 1-31,0 0 8 15,0 0 8-15,0 0-3 16,0 0-9-16,2 0-5 16,-2 0 1-16,2 0-2 15,-2 0 1-15,0 0-1 16,0 0 2-16,0 0 0 16,0 0 0-16,0 0 0 15,0 0-1-15,0 0 0 16,0 0 0-16,0 0-1 15,0 0-1-15,0 0 2 16,0 0-1-16,0 0 1 16,0 0 0-16,0 0 0 15,0 0 0-15,0 0-2 16,6 0 2-16,0 0-1 16,1 0 1-16,3 0 0 15,0 0-1-15,-1 2 1 16,9-2 1-16,1 2-1 15,4-2 1-15,2 0-1 16,-4 0-1-16,-5 0 1 16,-3 2 0-16,-5-2 0 15,-6 0 0 1,-2 0 2-16,0 0-2 0,0 0 2 16,0 0 0-16,0 0 0 15,0 0-2-15,0 0 0 16,0 0 0-16,0 0-4 15,-23 0-28-15,-6-10-24 16,-6-6-84-16,16 10-113 16,4-2-176-16</inkml:trace>
  <inkml:trace contextRef="#ctx0" brushRef="#br0" timeOffset="2328.85">29281 4139 545 0,'-4'-4'124'15,"2"4"-111"1,2 0 121-16,0 0 49 16,0 0-146-16,0 0 7 0,0 0 4 15,0 0-4 1,0 0-9-16,0 0-10 15,0 0-7-15,0 0-2 16,0 0-11-16,4 2 0 16,13 10 12-16,6 0 3 0,8 2-7 15,2 6-6-15,3 0 1 16,-1 0-8-16,0 0 2 16,-4-2-2-1,0-4 0-15,-10 0 0 16,-2-4 0-16,-11-4 1 15,-3-4-1-15,-5 0 0 16,0-2 2-16,0 0 3 16,0 0-1-16,0 0 3 15,0 0-3-15,0 0-1 16,0 0-2-16,0 2-1 16,0-2-1-16,0 2-4 15,-5 0 1-15,-12 4 4 16,-10 4 0-16,-8 4 3 15,-17 4-2-15,-8 8 1 16,-7 0 1-16,-18 4-3 16,7-2 0-16,18-6-1 15,11-5 3-15,35-9-2 16,8-8 3-16,6 0-5 16,0 0 2-16,0 0-2 15,0 0-1-15,0 0-4 16,0 0-7-16,0 0-4 15,2-8-37-15,0 4-26 16,0-2-538-16</inkml:trace>
  <inkml:trace contextRef="#ctx0" brushRef="#br0" timeOffset="3032.4">29622 3966 418 0,'0'0'58'0,"-7"-14"-33"16,7 12 102-16,0 0-18 16,0 2-61-1,0 0 12-15,0 0-18 16,0 0 0-16,0 0 2 15,-2 0-4-15,2 0-3 16,0 0-13-16,0 0-9 16,0 0-6-16,0 10-7 15,5 16-1-15,5 6 6 16,6 7 11-16,-7 5-2 16,2 2-1-16,-3 8-1 15,0 4-8-15,-2-2 5 16,-3-4-1-16,1-4 12 15,-2-9-14-15,0-10 3 16,0-8-2-16,-2-9-6 16,0-10-1-16,0-1 2 15,0-1-3-15,2 0 5 16,4 0-6-16,7-1-2 16,3-17-45-16,-8 4-94 15,-3 1-315-15</inkml:trace>
  <inkml:trace contextRef="#ctx0" brushRef="#br0" timeOffset="5250.46">20837 4409 300 0,'-5'0'202'16,"5"0"-160"-16,0 0-38 16,0 0 27-16,-3 0 22 15,3 0-13-15,0 0-14 16,-2 0 8-16,2 0 12 16,0 0 10-16,-2 0-14 15,2 0-14-15,0 0 1 16,0 0-6-16,0 0-3 15,0 0 3-15,0 0-4 16,0 0-10-16,0 0-7 16,0 0 1-16,10 0 9 15,29 0 17 1,12 0 7-16,11 0-4 0,10 0-16 16,-5 0-9-16,6 0 0 15,4 0-5-15,0 0 0 16,-1 0-1-16,0 0 0 15,-4 4-1-15,-4 2 2 16,1-2-2-16,0 3 1 16,3-3-1-16,-3-1 2 15,0-1-2-15,-1 2 0 16,0-2 1-16,12 2 1 16,-2 0-2-1,-7-1-1-15,-4 0 0 16,-18-1 0-16,-7-2 1 0,-2 0-2 15,1 0 2-15,-1 0 0 16,2 0 0-16,1 0 0 16,1 0 0-16,1 0 0 15,-3 0 1 1,-2 0-1-16,-2 0 1 16,-2 0-1-16,-5 0 0 0,-4 0 0 15,4-2 0 1,2 0 0-16,3 2 0 15,4 0 0-15,-7 0 0 16,0 0 1-16,-2 0-1 16,-2 0 0-16,0 0 0 15,0 0 1-15,1 0-2 16,-6 0 2-16,1 0-1 16,-4 0 0-16,2 0 0 15,-3 0 0-15,-2 0 0 16,-2 2 1-16,-1 2-1 15,5-1 0-15,-1-2-1 16,0-1 2-16,-7 0-1 16,-6 0 1-16,-6 0-1 15,0 0 1-15,0 0 0 16,0 0 1-16,2 0-1 16,0 0-1-16,-2 0 0 15,3 0 0-15,-1 0 0 16,4 0 0-16,2 0 0 15,-4 0-1-15,3 0 0 16,-7 0 0-16,0 0-21 16,0 3-58-16,-5-3-88 15,-7 1-141-15,-3-1-101 16</inkml:trace>
  <inkml:trace contextRef="#ctx0" brushRef="#br0" timeOffset="6554.11">20974 4237 266 0,'7'0'167'0,"-7"-2"-116"16,0 0-14-1,0 2 69-15,0 0 13 16,0 0-90-16,0 0 27 0,0 0 9 16,0 0-7-1,0 0-11-15,0 0-8 16,0 0-8-16,0 0-12 16,0 0-6-16,0 0-6 15,-9 4-4-15,-9 10-2 16,-11 2 9-16,-4 2 5 15,-7 0-9 1,-6 0-4-16,-2 2 4 16,-1 0-1-16,3 0 6 15,6-3-7-15,9-4 3 16,8-3-7-16,12-6 0 16,8-2-1-16,1-2 1 15,2 0-2-15,0 0 1 16,0 0 1-16,0 0 0 15,0 0-2-15,5 4 2 16,8-1 7-16,0-2-5 0,5 3 1 16,3 2-1-16,6 2-1 15,8 0 0 1,7 5 0-16,5-2 0 16,6 3-1-16,3 1 0 15,11-1 1-15,-5 0-1 16,-10-4 0-16,-12-2 0 15,-24-4 0-15,-12-4 1 16,-2 2 0-16,-2-2-1 16,0 0 3-16,0 0 4 15,0 0 0-15,0 0-2 16,0 0 2-16,0 0-4 16,0 0-3-16,0 0-35 15,0 0-32-15,0 0-33 16,0 0-38-16,0 0-212 15</inkml:trace>
  <inkml:trace contextRef="#ctx0" brushRef="#br0" timeOffset="7163.35">20534 4173 200 0,'-10'-6'97'0,"8"3"-91"16,2 3 44 0,0 0 67-16,0 0-38 0,0 0-27 15,0 0-9-15,0 0 11 16,0 0-3-16,0 0 8 15,0 0-7-15,0 0-9 16,0 0-2 0,0 0-6-16,0 0 12 15,-2 0-38-15,-3 4-8 0,3 23 6 16,-6 21 10 0,-4 10 5-16,1 6-1 15,0 6-11-15,0-13 10 16,4-3-13-16,3-4 7 15,4-8 2-15,0-4-2 16,0-10-7-16,0-8 2 0,0-10-4 16,0-4-3-16,0-6 3 15,0 0-3 1,0 0 5-16,0 0-7 16,0 0-13-16,0 0-52 15,0 0-87-15,0-8-281 16</inkml:trace>
  <inkml:trace contextRef="#ctx0" brushRef="#br0" timeOffset="10669.7">31266 2523 141 0,'0'0'75'16,"0"0"-58"-16,2 0 21 15,-2 0 16-15,0 0-23 16,0 0 35-16,0 0-7 16,0 0-9-16,0 0-11 15,0 0-9 1,0 0-6-16,0 0-11 0,0 0-1 15,0 0 0-15,0 0-10 16,0 0 0-16,0 0 1 16,0 0 4-16,0 0 4 15,0-3 6-15,2 3 1 16,-2 0 2-16,0 0 2 16,2 0-1-16,-2 0 29 15,0 0-22-15,0 0-8 16,0 0-2-16,0 0-4 15,0 0-1-15,0-1 1 16,0 1-1 0,0 0 2-16,0 0 5 0,0 0-1 15,0 0-1-15,0 0-4 16,0 0-3-16,0 0-6 16,0 0 1-16,0 0-2 15,0 0 1 1,0 0 0-16,0 0-2 15,0 5 2-15,0 13 2 0,3 4 3 16,2 15-2 0,-3 7-2-16,0 2 2 15,-2 2-5-15,0-6-2 0,0-6 5 16,0-2-6-16,0-6 6 16,2-8-6-16,0-6 1 15,-2-6 0-15,5-4 2 16,-5-4-3-16,0 0 6 15,2 0 2 1,-2 0 17-16,0 0-12 16,0 0-6-16,0 0-2 15,0 0-1-15,2 0-4 0,4 0 0 16,4-4-23-16,-1-4-35 0,4 2-76 16,-10 2-131-16,1 2-193 15</inkml:trace>
  <inkml:trace contextRef="#ctx0" brushRef="#br0" timeOffset="12447.31">30279 3727 236 0,'20'-18'22'0,"-16"15"-20"15,-4 3 34-15,3 0 22 16,-3-3-26-16,0 3-12 16,2 0 11-16,0-1 22 15,0 1 2-15,-2 0-23 16,2 0 1-16,-2 0 1 15,0 0 2-15,0 0 29 16,0 0-31-16,0 0-3 16,0 0-1-16,0 0-8 15,0 0-7-15,0 0-8 16,0 0-7-16,0 0 0 16,0 0-3-16,0 0 0 15,0 7 3-15,-17 11 5 16,-8 7 6-16,-6 7-10 15,-7 4 47-15,-4 6-27 16,-5 2-5 0,-6 2-8-16,-3 2 24 0,3-2-19 15,-1-1 1-15,7-5 9 16,3 2-5 0,8-8 0-16,7-4-3 0,11-8-8 15,9-10-4-15,3-4 1 16,6-4-3-16,0 0-1 15,-2-4 0-15,2 0 2 16,-2 0-2-16,2 0 1 16,0 0 0-16,0 0 0 15,0 0 0-15,0 0-4 16,0 0-21-16,0 0-13 16,0 0-29-16,0-8-30 15,15-12-24-15,5-2-21 16,-13 10-33-1,-3 6-54-15</inkml:trace>
  <inkml:trace contextRef="#ctx0" brushRef="#br0" timeOffset="13087.83">29836 3988 66 0,'0'0'264'0,"0"0"-232"0,15-18-21 16,-15 14 107 0,2 2-17-16,0 0-40 0,-2 2-24 15,2 0 2 1,-2 0 53-16,0 0-45 15,0 0-2-15,0 0-10 16,0 0-19-16,0 0-16 16,0 0 1-16,0 14-1 15,0 2 20-15,0 2 9 16,0 4-14-16,-2 2-10 16,-9 1 5-16,-2 0-5 15,-3 1 4-15,3-3-1 16,0-1-3-16,0-2 7 15,-3 0 2-15,0 0 17 16,0-6-19-16,3-2 1 16,7-4-7-16,2-2 1 15,4-4-2-15,0 0-4 16,0-2 2-16,0 0 2 16,0 0-4-16,0 0 3 15,0 0-1-15,0 0-1 16,0 0-2-16,0 0-5 15,13 0 2-15,11 0 3 16,5 0 2-16,9 0 2 16,4 0 2-16,3 0-6 15,-5 0 2-15,-5 0-1 16,-8 0 0 0,-9-2-1-16,-7 0 0 0,-9 2 0 15,0 0-3-15,-2 0-4 16,0 0-7-16,0 0-18 15,0-4-28 1,-4 0-74-16,-2 2-154 0,1-2-93 16</inkml:trace>
  <inkml:trace contextRef="#ctx0" brushRef="#br0" timeOffset="14555.81">30453 3473 311 0,'-2'-6'106'0,"2"6"-77"16,0 0 67-16,0 0-11 15,0 0-42-15,0 0-14 16,0 0 8 0,0-2 31-16,0 2 54 0,0 0-73 15,0 0-15-15,0 0-9 16,0 0-3 0,0 0-3-16,0 0-6 0,0 0 0 15,0 0-11-15,0 0-2 16,0 20-1-16,0 4 1 15,0 6 12-15,0 4-6 16,0 2-2-16,0-2-2 16,0-2 0-16,0 0-1 15,0-5 0-15,4-5 2 16,-2-7-2-16,0-2-1 16,1-8 0-16,-3-1 1 15,2-4 1 1,-2 0 2-16,0 0 4 15,0 0 2-15,2 0 5 0,-2 0-4 16,2 0 3 0,-2 0-1-16,4-1 3 0,6-11 6 15,-1-6 3-15,4-6-11 16,0-2-11 0,-2-5 3-16,3-1-4 15,-1-6-1-15,3 2-1 16,-3 4 0-16,3 0 0 15,-3 8 0-15,-4 6 0 16,-2 8 1-16,-5 6-1 16,-2 0 0-16,3 2 0 15,-3 2 0-15,0 0-1 0,0 0-1 16,0 0-1-16,0 0 0 16,0 0 0-16,0 0-1 15,0 0-2 1,0 18-18-16,4 8 24 15,0 6 4-15,3 2-2 16,1 4-1 0,2 0 0-16,-1-2-1 0,-1-5 1 15,0-9 0-15,-4 0-1 16,0-8 0-16,-2-3 0 16,-2-4 0-16,3-5 0 15,-3 0 0-15,2-2 0 16,-2 0 1-16,2 0-1 15,-2 0 0-15,0 0 3 16,2 0 0-16,-2 0 0 16,0 0 1-16,4 0 2 15,6-8 1-15,1-13 4 16,-1-7-3-16,0-2 7 16,-1-8 4-16,-3-6-2 15,3-6-3-15,-2 2-8 16,0 4 3-16,-3 4-7 15,0 5 1-15,-1 12 1 16,-1 6-3 0,0 7 3-16,-2 9-4 0,0 1-1 15,0 0-2-15,0 0-3 16,0 0-15 0,0 0-16-16,0 0-27 0,0 7-40 15,0 10-87-15,0-12-37 16,0-1-73-16</inkml:trace>
  <inkml:trace contextRef="#ctx0" brushRef="#br0" timeOffset="15180.44">31168 2899 406 0,'4'-14'43'15,"3"8"-24"1,-2 0 81-16,-1 2-76 15,-2 2 8-15,-2 2 18 16,0 0-2 0,0 0 2-16,0 0 9 0,0 0-16 15,0 0-20-15,0 0-16 16,0 0-5-16,0 0-2 16,0 0-9-16,-9 16 9 15,-11 8 15-15,-2 7-2 16,-7 5 3-16,-2 4-4 15,-3 3 1-15,-5 0 1 16,5-5-7-16,3-8-7 16,11-8 3-16,7-6-1 15,3-6 0-15,10-8-4 16,0 0 1-16,0-2-9 16,0 0-30-16,0 0-27 15,0 0-41-15,2-4 15 16,4-6-136-16</inkml:trace>
  <inkml:trace contextRef="#ctx0" brushRef="#br0" timeOffset="15828.94">31116 2853 287 0,'0'0'120'0,"0"0"-120"15,0 0 0-15,25-42 59 16,-18 38-17-16,-2 2-35 16,-1 0 10-16,-2 2 38 15,-2 0-13 1,0 0 64-16,0 0-61 0,0 0-14 16,0 0-18-16,0 0-12 15,-9 8 20 1,-6 6 10-16,-2 4-12 0,-4-2-6 15,-4 4 8-15,-4 0-1 16,-2 2 5 0,2-2-9-16,0-2 11 0,4-3-13 15,10-5 1-15,1-5 2 16,12-2-10 0,2-1-4-16,0-2 2 15,0 0-5-15,0 0 0 16,0 0-4-16,0 0 4 15,20 0 2-15,12-13 11 16,3-2-11-16,1 1 1 16,4-4 0-16,0 1 0 15,2 3-3-15,-1 2 0 0,-8 2 1 32,-7 4-1-32,-10 2 0 0,-9 2 1 0,-5 2 2 31,-2 0 7-31,0 0 15 15,0 0-10-15,0 0-10 16,0 0-5-16,0 0-2 16,0 10-7-16,0 14 9 0,-11 7 5 0,0 1 9 15,0 0 0-15,0 0-8 16,2 0 4-16,2-4-8 16,2-4 1-16,3-8-1 15,2-6 2-15,0-4-4 16,0-4-16-1,0-2-40 1,0 0-387-16,0 0-252 16</inkml:trace>
  <inkml:trace contextRef="#ctx0" brushRef="#br0" timeOffset="19473.22">22552 2063 589 0,'-7'4'101'0,"7"-4"-96"15,0 0 60-15,0 0 60 16,0 0-55-16,0 0-37 15,0 0-6-15,0 0 3 16,0 0 9-16,0 0-8 16,0 0 2-16,-2 0 1 15,-2 0-3-15,-3 0-7 16,-4-6-3-16,0-8-15 16,-5-4-5-16,3-4 4 15,-8-10-5 1,2-2 7-16,1-8 1 0,5-6-7 15,13-2 8-15,0-9-8 16,0-7-1-16,21-6-6 16,11-6 5-16,6-3-6 15,4 5-1-15,4 8-3 16,4 8 7-16,-3 12 0 16,2 8 3-16,0 8-1 15,-5 6 2-15,3 8 1 16,-3 6-1-16,6 3-1 15,-4 8 1-15,-5 1 0 16,-10 0-1-16,-16 0 1 16,-8 0 0-16,-5 0-1 15,-2 0 0-15,0 0-1 16,0 0 2-16,0 0 0 16,0 0 0-16,0 0-1 15,0 0 1 1,0 0 0-16,0 0-9 0,0 0-36 15,0 0-51-15,0 0-74 16,-9 0-29 0,-2 0-212-16</inkml:trace>
  <inkml:trace contextRef="#ctx0" brushRef="#br0" timeOffset="20082.53">22917 1008 276 0,'0'0'36'0,"0"0"8"16,0 0 58-1,-51-60 71-15,46 50-87 16,3 2 7-16,0 4 12 16,2 4-21-16,-2-2-5 15,2 2-15-15,0 0-16 16,0 0-10-16,0 0-10 0,0 0-8 15,0 0-5-15,0 0-7 16,0 0 0 0,0 0-4-16,0 0-1 15,0 0-2-15,0 0 0 16,2 0-1-16,31 0 2 16,13 0 3-16,4 12-3 15,10-2-1-15,-8-2 0 16,-3 3-1-16,-7-2 0 15,-8 1 0-15,-10 0-2 16,-9-2-1-16,-7-2 1 16,-8-2-3-16,0-1-1 15,0-2 0-15,0-1-3 16,0 3-3-16,0 1 6 16,-5 1 6-16,-8 5 7 15,-12 11-3 1,-8 3-3-16,-7 3-1 0,-12 2 3 15,6-4-6-15,-3 2 6 16,-1-5 2-16,12-4-5 16,12-6 7-16,6-4-6 15,13-4-1-15,2-2 0 16,5-2 1-16,0 0-1 16,0 0-3-16,0 0-9 15,0 0 7-15,0 0-17 16,0 0-20-16,0-6-61 15,5-2-130-15,2-4-516 16</inkml:trace>
  <inkml:trace contextRef="#ctx0" brushRef="#br0" timeOffset="21140.12">23682 720 187 0,'2'-14'301'15,"-2"6"-267"-15,0 4-24 16,0 1 92-16,0 0-4 16,0 3-26-16,0 0-40 0,0 0 9 15,0 0-15 1,0 0-16-16,-11 0-8 0,-14 15 4 16,-8 13 18-1,-5 7 15-15,0 7-21 16,2 4 0-16,5 4-14 15,8 8 1-15,8-1-1 16,9-7-4-16,6-9 0 16,0-20 0-16,21-6 2 15,11-6 7-15,8-7-8 16,2-2 7-16,0 0 11 16,-1-8-5-16,-5-14-6 15,-7-6 1-15,-5-6 7 16,-4-3 23-16,-4-5 25 15,-3-2-41-15,-1-4-3 16,-6-2-2-16,3-6-5 16,-7 3-9-16,-2 8 1 15,0 4 4-15,0 18-2 16,-9 2 4-16,-7 7-6 16,3 6-3-16,0 0-2 15,-1 8-10-15,1 0-4 16,-7 0 0-16,2 22 9 15,-2 2-14 1,2 3-4-16,10 1-36 0,-3-2 3 16,5 0-24-16,2-2-22 15,0 4-47 1,4-22-43-16,0-2-129 0</inkml:trace>
  <inkml:trace contextRef="#ctx0" brushRef="#br0" timeOffset="21615.62">23648 892 65 0,'0'0'261'15,"0"0"-218"-15,0 8-8 16,0-8 105-16,0 0-36 15,0 0-53-15,0 0-23 16,0 0-3-16,0 2-2 16,0-2 8-16,0 0 1 0,0 0 5 15,0 0-2 1,0 0 8-16,0 0-23 16,0 0 6-16,0 2 1 15,0 2-7 1,0 6-5-16,3 8 3 0,3 8 9 15,-2 4 10-15,6 6-19 16,-1 2-7-16,1 1-3 16,4 2 3-16,3-2-4 15,2-5-4-15,-4-4 4 16,-1-8-1-16,-3-6-1 16,-7-8-1-16,0-4 11 15,-2-4 4-15,-2 0 5 16,0 0 7-16,0 0-3 15,0 0-9-15,0 0-9 16,0 0-10-16,0 0 0 16,0 0-27-16,-2-8-43 15,-4 4-74-15,-3-2-298 16</inkml:trace>
  <inkml:trace contextRef="#ctx0" brushRef="#br0" timeOffset="22361.12">24168 1042 353 0,'0'0'155'0,"0"0"-126"15,0 0 34-15,0 0 57 16,0 0-53-16,0 0-25 15,0 0-13-15,0 0 5 16,0 0 7 0,-3 0-9-16,-15 0-12 0,-4 0 7 15,-7 0-10-15,-5 0 0 16,-8 0 2 0,0 0-6-16,11 6 5 15,7 2-10-15,17-5 0 16,7-2-8-16,0-1-1 15,0 5-14-15,0-1 7 0,15 1 8 16,10 2 0 0,4-4 2-16,2 5 5 0,-2-1-2 15,2 0-1 1,-2 4 2-16,-5-1-6 0,1 4-2 16,-3 2 0-16,3 6 1 31,-6 2 0-31,0 0-1 15,-11-2 1-15,-8-4-1 16,0 0-9-16,0-2-2 16,-8-2 13-16,-19 0 0 0,-11-2 0 0,-4-6 7 31,-5-2-3-31,1-4 30 0,3 0-2 16,3 0 2-1,4-12 36-15,12-10-47 0,1-2-7 16,8 0-7-1,5 2-9-15,2 0 0 16,1 10-13-16,3 2-31 16,0 6-35-16,4 4-139 15,0 0-338-15</inkml:trace>
  <inkml:trace contextRef="#ctx0" brushRef="#br0" timeOffset="27591.16">24669 906 127 0,'0'0'176'0,"0"0"-139"15,0 0-13-15,0 0 73 16,0 0-29 0,2 0-23-16,-2 0-28 15,0 0-4-15,0 0 27 16,0 0 12-16,0 0 1 16,0 0 6-16,0 0-1 15,0 0-17-15,0 0-5 16,0 2-6-16,0-2 0 15,0 0-4-15,0 0-9 16,0 0-2-16,0 0 4 16,0 0 2-16,0 0-7 15,0 0-4-15,2 0 12 16,-2 0-16-16,2 0-6 16,8 0-3-16,18 0 0 15,17 0 3-15,11 0 10 16,6 0 3-16,-11 2-6 15,-6 0 0-15,-5 0-3 16,-11 2-2-16,-5-4-2 16,-11 2 0-16,-5-2 1 15,-6 0 0-15,-2 0-1 16,0 0 1-16,0 0 2 16,0 0 1-16,0 0-4 15,0 0 0-15,0 2-1 16,0-2-18-1,0 2-60-15,-12 0-85 0,-1-2-133 16,-5 0-304-16</inkml:trace>
  <inkml:trace contextRef="#ctx0" brushRef="#br0" timeOffset="27950.14">24722 1065 226 0,'0'0'310'0,"0"0"-248"0,-18 9-57 16,18-9 54-16,0 0 12 16,0 0-38-16,0 3-20 15,16-2 1-15,6-1 35 16,11 0 13-1,8 0 13-15,7 0 14 16,4 0-57-16,2 0-18 0,-8 0 6 16,-1 0-9-1,-16 0-5-15,-12 0-3 16,-7 0-3-16,-10 0-1 16,0 0 0-16,0 0-13 15,-12 0-53-15,-5 0-58 16,-3 0-32-16,11 0-73 0,5 0-206 15</inkml:trace>
  <inkml:trace contextRef="#ctx0" brushRef="#br0" timeOffset="28835.82">25859 611 440 0,'0'0'0'0,"0"0"26"0,0 0 0 15,11-42 109-15,-11 40-48 16,0 2-36 0,0 0 31-16,0 0 15 15,0 0-97-15,-5 0-10 16,-17 2 10-16,-14 28 21 15,-4 6-4-15,-5 6-5 16,3 7 4-16,11-4 8 16,6 10-17-16,3 1-1 15,7-2-4-15,8-2 2 16,7-7-1-16,0-9-6 16,7-4 6-16,18-10-2 15,10-6 1-15,9-10 3 16,10-6 1-16,4 0-4 15,0 0-2-15,-7-14-2 16,0-21 2 0,-11-1 0-16,-9 0 5 0,-8 2 1 15,-19 10 7-15,-4 8 16 16,0 2 21-16,0 6-9 16,-4 4-15-16,-7 2-14 15,-3 2-12-15,1 0-12 16,-3 0 8-16,1 4-1 15,-1 12 5-15,3 0-1 16,2 2 0-16,6 2 0 16,0 3-2-16,5 6 1 15,0 0 2-15,0-1-6 16,10-6-2-16,7-10 5 16,2-2-4-16,0-4 3 15,4-4-5-15,-3-2 5 16,1 0-2-16,0 0 4 15,1-6 2-15,1-14 2 16,-6-5 4 0,1-3 1-16,-7 1 31 15,-6-1-17-15,-5 3-1 0,0 3 1 16,-5 4 4 0,-28 8-16-16,-11 4-9 15,-10 6-14-15,0 0 8 0,-2 6 1 16,4 14-21-16,7-2-50 15,36-12-131-15,9-2-256 16</inkml:trace>
  <inkml:trace contextRef="#ctx0" brushRef="#br0" timeOffset="29195.62">26558 926 229 0,'0'0'429'16,"14"-16"-413"-16,-12 16 114 15,-2 0-36-15,0 0-51 16,0 0-9-16,0 0-3 15,0 0-13-15,-18 12-18 16,-9 18 0-16,-9 4 11 16,3 6 3-16,-5 3-1 15,1-3-2-15,8-4-9 16,6-4 11-16,5-8-12 16,7-8 0-16,5-4-1 15,1-6 2-15,5-2-2 16,0-4-193-16,0 0-67 15,0 0-163-15</inkml:trace>
  <inkml:trace contextRef="#ctx0" brushRef="#br0" timeOffset="29461.29">26273 965 149 0,'0'0'510'15,"0"0"-442"-15,0 0-20 16,0 0 141-16,-2-37-78 15,2 37-72-15,2 8-49 16,23 21 10-16,8 4 5 16,7 6-3-16,18 12 0 15,2 0 0-15,0-7 1 16,-4-4-3-16,-23-20 1 16,-6-4 3-16,-12-8-3 15,-5-4 1-15,-6-4-2 16,-4 0 3-16,0 0-3 15,0 0-4-15,0-6-61 16,-16-8-237 0</inkml:trace>
  <inkml:trace contextRef="#ctx0" brushRef="#br0" timeOffset="30335.47">27318 374 347 0,'0'0'125'0,"2"-1"-48"16,-2 1 33-16,0 0-26 15,0 0-21-15,0 0-21 16,-2 4-41-16,-13 15 9 15,-4 8 19-15,-3 1 24 16,-7 6-18-16,-4 4 15 16,-7 10-16-16,-14 25-10 15,0 7-3-15,6 2-14 16,10 2 7-16,22-20-3 16,16-6-10-16,0-5 3 15,7-8-4-15,24-2 0 16,4-5 4-16,6-8-2 15,1-8 1-15,1-6-2 16,-8-6 0 0,-5-6 1-16,-11-2 7 0,-9-2-3 15,-6 0-4-15,-2 0 4 16,-2 0 3 0,0 0-3-16,0 0-2 15,0 0-4-15,0-10-42 0,0-4-60 16,0-4-72-1,0 8-84-15</inkml:trace>
  <inkml:trace contextRef="#ctx0" brushRef="#br0" timeOffset="30929.53">27307 627 451 0,'0'0'223'16,"0"0"-205"-16,0 0 4 15,4-18 132-15,-4 18-66 16,0 0-62-16,0 0-24 16,5 0-2-16,-1 14 2 15,5 12-1-15,-2 6 14 16,4 7-8-16,-3 1 4 16,2 4-5-16,1 2-5 15,-3-4 1-15,1-4 1 16,3-8-1-16,-3-4-1 15,-1-7 0-15,2-8 2 16,-4-7-1-16,-1-1 10 16,-3-3 3-16,0 0 13 15,4 0 27-15,8-8 2 16,4-17-7-16,2-7-30 16,2-4-8-16,3-6 5 15,-3-4-3-15,7-2-5 16,-2 2 3-16,-5 1-2 15,-1 3 6-15,-11 8 11 16,1 6-18-16,-4 10-7 16,-4 4-2-16,-1 6 0 15,-2 6-1-15,0 2-13 16,0 0-22-16,0 0-25 16,0 8-43-16,0 12-108 15,-8-12-94-15,4 2-202 16</inkml:trace>
  <inkml:trace contextRef="#ctx0" brushRef="#br0" timeOffset="31341.92">27922 846 375 0,'0'0'340'0,"0"0"-321"15,0-26-15-15,0 22 112 16,-5 0-34-16,-6 4-82 15,0 0 1-15,-7 0-1 16,-5 4 13-16,-3 16-12 16,-5 8 7-16,7 4 6 15,1 2-1-15,12 2 4 16,9-4-12-16,2-2 0 16,0-3-5-16,9-4 9 0,13-5-5 15,2-8-4-15,3-1-8 16,8-9-15-1,2 0-60-15,-26 0-123 0,-5-5-174 16</inkml:trace>
  <inkml:trace contextRef="#ctx0" brushRef="#br0" timeOffset="31641.51">27910 986 469 0,'0'0'251'15,"0"0"-160"-15,0 0 22 16,0 0-54-16,0-14-32 16,0 14-14-16,0 0 2 15,0 0-14-15,7 0 1 16,0 6-4-16,0 12 0 16,-1 2 2-16,-2 6 0 15,1 2 0-15,-2 3 0 16,-3-1-1-16,0-2-7 15,0 0 8-15,0-4 3 16,0-4 5-16,0-6-4 16,0-4-4-16,0-2 0 15,0-6-35 1,0-2-64-16,0 0-147 0,2 0-219 16</inkml:trace>
  <inkml:trace contextRef="#ctx0" brushRef="#br0" timeOffset="32172.73">28321 788 512 0,'0'0'83'0,"0"0"7"16,0 0-31-16,-16-2-11 0,-13 8 14 15,-5 16-1 1,3 0-13-16,9 0-11 15,4-2-30-15,14-4-1 16,4 0-5-16,0-2-1 16,0 0 4-16,0-2 2 0,7 3-3 15,15-4 6-15,6 1-2 16,7 1 0-16,2-4-6 16,3 5 4-1,0-1 2-15,-4 2-10 16,-10 2 1-16,-8-2 0 15,-15 2-3-15,-3-3-1 16,-3-2-13-16,-26 0 19 16,-4-6 24-16,-5-2 14 15,3-4 30-15,6 0-35 16,6 0-12-16,9 0-10 16,6 0-5-16,6 0-6 15,2 0-5-15,0 0-44 16,0-4-99-16,0 0-757 15</inkml:trace>
  <inkml:trace contextRef="#ctx0" brushRef="#br0" timeOffset="32547.05">28706 904 334 0,'0'0'237'16,"0"0"-180"-16,0 0 12 0,0 0 100 16,6-6-71-16,-6 6-45 15,5 0-17-15,4 0 6 16,8 0-14-16,13 0-20 15,12 0-2-15,9 0 2 16,1 0-2-16,-6 0-1 16,-12 0-4-16,-12 0 1 15,-10 0-1-15,-10 0 1 16,-2 0 0-16,0 0-2 16,-12 0-37-16,-12 0-45 15,6 0-103 1,9 0-186-16</inkml:trace>
  <inkml:trace contextRef="#ctx0" brushRef="#br0" timeOffset="33132.57">29174 671 662 0,'0'0'174'0,"0"0"-156"0,0 0 24 15,0 0 79-15,13-16-57 16,-13 16-38-16,0 0-10 16,0 0 6-1,0 0 7-15,0 0-29 16,5 7-7-16,6 19 7 15,9 24 7-15,5 8-3 16,4 6 0-16,-2-2-3 16,-4-12 1-16,0-7-1 15,-10-6 2 1,9-5-3-16,-8-7 2 16,-5-11-2-16,2-6 0 15,-11-6 1-15,0-2 3 16,0 0 14-16,2 0 42 15,5 0-15-15,4-10 5 16,2-17-16-16,10-21-19 16,-3-8-1-16,2-6 1 15,-2-6-7-15,0 14-6 16,-5 2 3-16,4-1 5 16,-4 9-9-16,-6 6-1 15,0 12 2-15,-7 10-3 16,0 8 1-16,-2 6 0 0,0 2-2 15,0 0-9-15,0 0-58 16,0 0 4-16,0 6-32 16,0 22-45-16,-2 10-33 15,0-21-115-15,0-2-195 16</inkml:trace>
  <inkml:trace contextRef="#ctx0" brushRef="#br0" timeOffset="33525.43">29829 930 635 0,'0'0'114'16,"0"0"-16"-16,5-12 35 15,-5 12 6-15,0 0-81 16,0 0-36-16,0 0-8 16,0 0 1-16,0 4-15 15,0 16-6-15,0 10 3 16,-3 3 7-16,-4 4 2 16,3 2-6-16,2 7 3 15,2-6-3-15,-3-4 1 16,3-6 2-16,0-16-2 15,0-6 2-15,0-4-1 16,0-4 0-16,0 0-2 16,0 0 0-16,0 0-11 15,-2-2-27-15,-4-16-32 16,1 6-99 0,1 0-138-16</inkml:trace>
  <inkml:trace contextRef="#ctx0" brushRef="#br0" timeOffset="33822.75">29647 990 326 0,'0'0'307'16,"0"0"-162"-16,0 0 8 16,-17-22-34-16,17 22-40 15,0-2-43 1,0 2-3-16,14 0-32 0,10-1 13 15,13 1-9 1,20-3 0-16,10 3-4 16,4 0 4-16,-6 0-1 15,-28 0 6-15,-12 0 5 16,-14 0-1-16,-11 0-8 16,0 0-4-16,0 0-2 15,0 0-9-15,-4 0-43 16,-16 0-62-16,8 0-136 15,2 0-102-15</inkml:trace>
  <inkml:trace contextRef="#ctx0" brushRef="#br0" timeOffset="35493.71">30102 501 522 0,'-4'0'210'0,"4"0"-146"15,0 0 62-15,0 0 115 16,0 0-201-16,0 0-13 16,0 0 2-16,0 0-2 15,0 0-4 1,0 0 26-16,0 0-32 15,0 0-8-15,0 0-5 16,2 0-4-16,14 0-1 16,7 10 1-16,8 14 3 15,2 6 0-15,3 4 0 16,2 7-1-16,1 4-1 16,2 5 1-16,-1 9-1 15,2 3-1-15,-6 0 1 16,-4 0-1-16,-13-5 0 15,-9-6-2-15,-10-4-8 16,0-5 0-16,-35-6 3 16,-13-4 3-16,-31 2 4 15,0-4 3-15,0-4 13 16,17-6-4-16,33-10-1 16,16-6-4-16,11 0-5 15,2-4-2-15,0 0 1 16,0 0-2-16,0 0-3 15,0 0-29-15,0-2-2 16,6-10-15-16,-1-4-35 16,-3 6-478-16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15:05.85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18406 6850 237 0,'0'-4'33'0,"0"0"-28"16,0 0 52-16,0-2-21 15,0-1-8-15,0 2 0 16,0-1 0 0,0 2 21-16,0 1 29 15,2-1-36-15,-2 3-2 16,0-1-9-16,0-1 11 16,0 3 16-16,0 0-10 15,0 0-8-15,0 0-6 16,0 0-3-16,2 0-4 0,0 0-14 15,1 0-2-15,1 6-6 0,2 13-3 16,4 6 10-16,-4 10 3 16,1 9-4-1,-3 8 4-15,1 6 14 16,-3 5-11-16,0 2-7 16,1 0-3-16,-3 11-7 15,0-6 2-15,0-12 5 0,0-10-7 16,0-23 4-16,0-10 9 15,0-4-6-15,0-5 2 16,0-5-5-16,0-1 0 16,0 0 1-16,0 3-2 15,0-3 3-15,0 0-7 16,0 0-7-16,0 0-301 16,0 0-323-1</inkml:trace>
  <inkml:trace contextRef="#ctx0" brushRef="#br0" timeOffset="339.19">18259 7606 606 0,'0'0'160'0,"0"0"-136"16,0 0-22-1,-23 14 125-15,23-8-44 16,0 0-81-16,0 2 37 15,0 0-6-15,0 0-6 16,7-2-10-16,19-2 1 16,10-2 0-16,13-2 13 15,9 0-4-15,0 0-11 16,5 0 0-16,-9 0-2 16,-12 0-4-16,-11 0-8 15,-21 0-1-15,-5-2-1 16,-5 2 3-16,0 0-3 15,-11-2-60 1,-18-2-32-16,-7-4-49 16,18 2-149-16</inkml:trace>
  <inkml:trace contextRef="#ctx0" brushRef="#br0" timeOffset="838.88">18111 6870 361 0,'0'0'249'15,"0"0"-179"-15,0 0-20 16,-10-16 121-16,10 14-65 15,0 0-46-15,0-1-29 16,0 2-7-16,10-2-18 16,15-2 0-16,13-1 9 15,9-1 9-15,11 2-2 16,9 0-5 0,4 4 1-16,0 1 4 0,-9 0-16 15,-15 0-5-15,-15 0-1 16,-24 0 0-1,-8 0-7-15,0 0 1 0,-2 0-26 16,-25 0-35-16,-8 4-25 16,14-2-138-16,6-2-407 15</inkml:trace>
  <inkml:trace contextRef="#ctx0" brushRef="#br0" timeOffset="1260.33">18831 7452 112 0,'0'0'606'0,"0"0"-530"0,0 0-38 16,-9-9 81-1,9 7-30-15,0 0-51 16,0 2-21-16,0 0 5 16,0 0-6-16,0 0 2 15,0 6-7-15,0 19-11 16,0 11 2-16,-2 8 0 0,2-1 18 15,0 2-13-15,0-1 0 16,0-4-5 0,0-4-1-16,0-10-14 15,2-8 12-15,0-12-13 16,0-6-61-16,1-6-38 16,-3-14-65-16,0-8-243 15</inkml:trace>
  <inkml:trace contextRef="#ctx0" brushRef="#br0" timeOffset="1557.11">18824 7359 954 0,'0'0'7'0,"0"0"109"16,0 0-52-16,0 0-60 15,83 14-4-15,-19 26-1 16,7 8 1-16,-10-2 1 15,-8-1-1-15,-11-5-2 16,-13-2 2-16,-15-4-1 16,-14-4 1-16,0-4-8 15,-27 0-4-15,-18-2 11 16,-5-4 1-16,0-2 7 16,11-4 7-16,5-6-14 15,12-2-11-15,9-4-4 16,13-2-67-1,0 0-96-15,2-8-82 0,17-6-104 16</inkml:trace>
  <inkml:trace contextRef="#ctx0" brushRef="#br0" timeOffset="2041.38">19508 7475 444 0,'0'0'127'0,"0"0"-106"16,0 0 77-16,0 0 32 16,62-38-56-16,-62 38-20 0,0 0-2 15,0 0 5-15,-8 0-28 16,-19 2-25-1,-11 12 8-15,-8 3 5 16,1-2-15-16,7 2 0 0,11-2 1 16,14 6-1-1,13-2-2-15,0 3-8 16,15 1 7-16,23-7 1 16,5-2 7-16,6 0-4 15,0 0-1-15,-3 0-2 16,-5 4-8-16,-10-2 2 0,-11 2-1 15,-13-2-1 1,-7 0-10-16,-2 0 6 16,-37 0 4-16,-17-4 24 15,-15-8 19-15,0-2 1 16,-3-2 0-16,22 0-1 16,18-14-13-16,18-8-22 15,16-2-5-15,16 2-33 16,26 0-28-16,14 2-101 15,-29 16-117-15,-6 0-288 16</inkml:trace>
  <inkml:trace contextRef="#ctx0" brushRef="#br0" timeOffset="8246.15">20313 7449 326 0,'-3'-2'49'0,"3"0"-31"0,0-2-14 15,0 2 92-15,0-2-57 16,3-2-34-16,4 4 4 15,-3-4 16-15,0 6 18 16,-4 0 13 0,0 0 58-16,0 0-58 15,0 0-10-15,0 0-16 0,0 0-8 16,0 0-9 0,0 0-2-16,0 0-6 15,0 0-3-15,0 0 6 16,0 0 0-16,0 0 4 15,0 0 11-15,0 0 0 16,0 0-1-16,0 0-10 0,5 0-4 16,9 0-1-1,7 0-4-15,18 0 55 16,11 0-37-16,15 0-5 16,7 0-7-16,17 0 0 15,-5 0-2-15,-8 0-5 16,-11 0-1-16,-30 0-2 15,-10 0 3-15,-14 0-2 16,-7 0 0-16,-4 0 2 16,0 0-1-16,0 0-1 15,0 0-3-15,-21 0-24 16,-11 0-16-16,16 0-104 16,-1 0-538-16</inkml:trace>
  <inkml:trace contextRef="#ctx0" brushRef="#br0" timeOffset="8651.81">20362 7626 483 0,'0'0'74'16,"0"0"-59"-16,0 0 102 15,-21 14-43-15,21-14-50 16,10 2-3-16,12-2 30 16,10 2 26-16,5-2-3 15,7 0-29-15,10 0-2 16,2 0-7 0,2 2-8-16,0-2-6 0,-5 2-7 15,-4 0-2-15,-9-2-9 16,-9 2-3-1,-13-2 0-15,-9 0 3 0,-5 0-4 16,-4 0 0-16,0 0-1 16,0 0 1-1,0 0-1-15,0 0 1 16,0 0 5-16,0 0-5 16,0 0-18-16,0 0-38 0,0 0-69 15,0 0-86-15,-6 0-55 16,2 0-257-16</inkml:trace>
  <inkml:trace contextRef="#ctx0" brushRef="#br0" timeOffset="9295.06">21872 7139 490 0,'0'0'245'16,"0"0"-196"-16,0 0-13 16,7-33 194-16,-7 33-194 15,-5 0-36-15,-14 0-3 16,-24 34 3-1,-10 19 0-15,-3 12 2 0,1 8 0 16,21-9 5-16,12-6-6 16,11-4 0-16,11-9-1 15,0-5 4-15,11-8-3 16,20-10 1-16,11-8 7 16,9-8 0-16,10-6 12 15,7 0 8-15,-3-26 2 16,-3-12-14-16,-6-8-7 15,-9-4 3-15,-9-29 5 16,-15-1 5 0,-19 2-12-16,-4 4 4 15,-9 29 2-15,-24 12 4 0,-4 6 12 16,-4 11 4-16,-7 10-37 16,-2 6-5-16,-8 0-21 15,2 28-38-15,4 7-33 16,39-16-77-1,9-2-274-15</inkml:trace>
  <inkml:trace contextRef="#ctx0" brushRef="#br0" timeOffset="9639.28">21737 7475 523 0,'0'0'39'16,"0"0"-32"-16,0 0 36 15,0 14 136-15,0-11-89 16,0-3-26-16,0 1 66 16,0 3-69-16,0 5-18 15,6 5-26-15,15 19 5 16,2 7 2 0,9 7-6-16,2 3-6 15,-5-8-6-15,-1 0 0 16,-1-4-2-16,0-4-3 0,-7-2 1 15,-5-7-1-15,-5-7-1 16,-4-7 2-16,-1-7-2 16,-3-1 1-1,-2-3 1-15,0 0 1 16,0 0-3-16,0 0-18 0,0 0-57 16,0-11-157-1,0-4-509-15</inkml:trace>
  <inkml:trace contextRef="#ctx0" brushRef="#br0" timeOffset="10105.42">22443 7532 808 0,'0'0'144'0,"0"0"-119"16,0 0 85-16,2-12-25 16,-37 17-71-16,-13 16-8 0,-3 1-5 15,0 0 5-15,12 0 0 16,12-4 6-16,8-2-1 16,15-4-7-16,4 0-4 15,0 2-2-15,9-2 2 16,22 0 8-16,4 2-4 15,6-2-1-15,3 4-1 16,-4 2-3-16,-9 0 2 16,-4 0 0-16,-15-2-1 15,-8 0-2-15,-4-2-1 16,0-4 3-16,0-2 0 16,0 1-4-16,-22-5 4 15,-18 0 0-15,-16-4 6 16,-13 0 2-1,-7 0-3-15,11 0 15 0,12-13-18 16,15 1 0-16,9 1-2 16,18-2-37-1,11 1-61-15,0 6-91 16,17 0-232-16</inkml:trace>
  <inkml:trace contextRef="#ctx0" brushRef="#br0" timeOffset="12596.04">22951 7614 29 0,'2'0'238'16,"0"0"-178"-16,0 0-20 16,1 0 65-16,2 0-70 15,-5 0-20-15,2-2 12 0,0 0 12 16,-2 0 10-16,0 0 15 15,2-2 16 1,0-2-10-16,0 0-5 16,3-1-58-16,-3 2-3 15,4 1-1-15,-3 0-3 16,0 2 1-16,-3 2-1 16,0 0 0-16,0 0 2 15,0 0 15-15,0 0-17 16,0 0-3-16,0 0-6 15,0 2 4-15,0 3 4 16,0 3 1-16,0-1 0 16,0 0-19-16,0-7-31 15,0 0-306-15</inkml:trace>
  <inkml:trace contextRef="#ctx0" brushRef="#br0" timeOffset="13502.23">22982 8021 577 0,'0'0'4'0,"0"0"72"0,0 0-12 15,0 0-10 1,0 0-7-16,0 0-5 16,0 0 17-16,0 0 8 15,0 0 2-15,6-13-19 0,13-5-9 16,-1-5-32 0,3-4-2-16,4-3-2 0,4-10 3 15,2-6-5-15,0-12 0 16,-4-10 5-1,-2-6-2-15,-2 2-5 16,-6 5 0-16,-1 11 1 0,-5 14-2 16,-5 16 0-1,-2 12 23-15,-4 10 2 16,0 4-1-16,0 0-10 16,0 0-14-16,0 26-3 15,0 14-21-15,0 10 14 16,0 6 10-16,0 1 3 15,0-3 2-15,0-6-3 16,0-6 0-16,0-8-1 16,0-10-1-16,0-10 0 15,0-6 2-15,0-8-2 16,10 0 0-16,7 0 0 16,8-20 8-16,2-12-3 15,4-8-1-15,0-6 1 16,0-6-4-16,3-7-1 15,-5-5 4-15,-2 6-4 16,-8 8 1-16,-5 14-1 16,-5 16 0-16,-7 8 0 15,-2 8 11-15,0 4-2 16,0 0-6-16,0 0-3 16,0 10-19-1,0 26-2-15,0 12 21 0,-7 10 2 16,7-3 2-16,0-4-3 15,0 2 0-15,0-7 2 16,2-6-2-16,11-8-1 16,3-8 4-16,1-8-4 15,-4-6 1-15,2-4-1 16,1-6 0-16,-3 0-75 16,-11 0-99-16,-2 0-295 15</inkml:trace>
  <inkml:trace contextRef="#ctx0" brushRef="#br0" timeOffset="13986.2">23751 7642 352 0,'0'0'557'0,"26"-18"-545"0,-21 18 87 16,-1 0-39-16,-4 0-44 15,2 0-1 1,0 24-6-16,4 10-3 16,-2 8 2-16,0-4-1 15,1-2-5-15,-1-6 0 16,-4-8 2-16,2-5-2 16,-2-10-1-16,4-4 1 0,-2-3-1 15,4 0 4-15,-4 0 15 16,7-5 19-1,1-21 75-15,6-6-101 16,5-6 1-16,-2-2-11 0,10-4-2 16,2 6 2-1,-2 6-3-15,-4 7 0 16,-10 20 0-16,-7 1-4 16,-6 4 4-16,2 0-2 15,-2 9-4-15,5 24-6 16,-1 7-1-16,2 4 13 15,-2 0 6-15,-1-4-3 16,-1-6 1-16,-2-8-4 16,-2-7 1-16,4-8-1 15,-2-4-9-15,6-7-49 16,-8 0-97-16,0-9-314 16</inkml:trace>
  <inkml:trace contextRef="#ctx0" brushRef="#br0" timeOffset="15951.12">24631 7593 227 0,'0'0'148'0,"0"0"-117"0,0 0 81 15,0 0 23 1,0 0-50-16,0 0-10 16,0 0 44-16,0 0-52 15,0 0-9-15,0 0-29 16,0 0-20-16,0 0-3 15,0 0-5-15,0 0-1 16,0 0-7-16,0 0-34 16,-2 11-17-16,-8-1 16 15,2 2-13-15,1-6 43 16,1 0 9-16,1-4 6 16,5-2 1-16,0 0-3 15,0 0 18-15,0 0 47 16,0 0-44-16,0-7-1 15,0-2-16-15,0-1-3 16,0 0-2-16,0 2-80 16,0 5-131-16,0 2-330 15</inkml:trace>
  <inkml:trace contextRef="#ctx0" brushRef="#br0" timeOffset="16997.41">25001 7092 274 0,'0'0'110'0,"0"0"-100"15,0 0 71-15,0-38 4 0,0 36-33 16,0 0 12-16,0 0 24 15,0 2-1-15,0 0-9 16,0 0-15-16,0 0-21 16,0 0-13-1,0 0-9-15,2 0-9 16,7 20-8-16,5 11 3 0,1 6-6 16,3 26 1-1,3 3 0-15,-2 4 3 16,-4 0-3-16,-3-20 1 15,-2-3-1-15,-3-10-1 16,2-6 1-16,-2-9 1 16,-3-10-4-16,1-4 4 0,-5-6-1 15,2-2 0 1,-2 0 0-16,0 0 3 16,2 0 39-16,2-4 25 15,4-18-33-15,2-9-21 16,4-13-7-16,1-6 4 15,-2-4-4-15,1 0-1 16,-3 10-1-16,1 2-5 16,-1 6 1-16,-3 3 2 15,2 5-3-15,-1 2 0 16,-5 8 0-16,-2 3 2 16,0 8-2-16,-2 5-2 15,0 2 2-15,0 0-4 16,0 0 1-16,0 0-5 15,0 13-14-15,0 30 15 16,4 10 6-16,6 5 2 16,1 4 2-16,0-12-3 15,3-2 1-15,1-4 0 16,-1-4 0-16,-4-5 2 16,-1-10-3-16,-2-7 0 15,2-7-2-15,-5-7 4 16,-1-4-3-16,1 0 1 15,-4 0 8-15,4 0-2 16,6 0 10-16,3-22 17 16,7-18-12-1,0-9-3-15,2-9-1 0,-4-8 5 16,-3 6-4 0,-1-4-1-16,-5 5-8 0,-3 8-4 15,-1 8 14-15,-3 13-4 16,0 10 0-16,0 10-2 15,1 6-4-15,-3 4-9 16,0 0-2-16,0 0-29 16,0 0-25-1,0 0-18-15,0 20-24 0,0 20 9 16,0 4-37 0,0-23-132-16,-9-1-92 15</inkml:trace>
  <inkml:trace contextRef="#ctx0" brushRef="#br0" timeOffset="17684.53">24945 7756 204 0,'0'0'108'0,"0"0"129"16,0 0-138-16,0 0-19 15,0 0 3-15,0 0 0 16,0 0-12-16,0 0-6 16,13 0-18-16,5 0 0 15,9 0 2-15,11 0-14 16,9 0-13-16,10 0-3 16,9 0-6-16,2 0-5 15,5 0-7-15,4 0 0 16,0 0 4-16,-3 0-5 15,0 0 3-15,-4 0-2 16,-9 0 11-16,-10 0-7 16,-17 0-4-1,-16 0 0-15,-14 0-1 0,-4 0 0 16,0 0 0-16,0 0 0 16,0 0 0-16,0 0-7 15,0 0-16-15,-14 4-20 16,-7 2-15-16,-11 0 8 15,-4 0-106-15,19-6-145 16,-4 0-126-16</inkml:trace>
  <inkml:trace contextRef="#ctx0" brushRef="#br0" timeOffset="18549.04">25255 7943 249 0,'0'0'215'0,"0"0"-113"16,0 0 164-16,0-22-158 15,2 18-18-15,0 1-23 16,0 2-6-16,-2 1-14 15,0 0-15-15,0 0-7 16,0 0-3-16,0 0-1 16,0 0-14-16,0 0-7 15,0 14-7-15,4 9-1 16,4 10 8-16,0 5 3 16,-1 2-2-16,-1 2 1 15,-1 6-1 1,-2-2 0-16,-1-4 0 0,-2-6-1 15,0-15 0-15,0-7 2 16,0-6-2-16,0-4 0 16,0-2 1-16,0-2-1 15,0 0 1-15,0 0 2 16,0 0 0-16,0 0 4 16,0 0-2-16,0 0-1 15,0 0 3-15,2 0-4 16,-2 0 0-16,0 0 0 15,0 0-2-15,0 0-1 16,2 0 0-16,-2 0 0 0,9 0 1 16,9 0-1-1,6 0 0-15,10-6 0 16,2 2 0-16,6-3 0 0,0 6-1 16,3-2 1-1,-5 3 0-15,-3 0 0 0,-8 0 0 16,-8 0 0-16,-11 0 2 15,-2 0 0 1,-6 0-1-16,-2 0 12 16,0 0-6-16,0 0 2 15,0 0-3-15,0 0-4 16,0 0-2-16,0 0-1 16,0 0-3-16,0 0 0 15,-2 0-17-15,-12 0-30 16,-3 0-28-16,-1 0-72 15,13-6-231-15</inkml:trace>
  <inkml:trace contextRef="#ctx0" brushRef="#br0" timeOffset="19095.7">26206 7658 136 0,'2'0'554'0,"-2"0"-509"15,2 0-35 1,1 0 74-16,1 10-66 16,-2 10-13-16,2-2-2 15,0-2 4 1,-4-4 3-16,0-4-5 0,0-4 5 16,0-2 6-16,0-2 2 15,0 0 18-15,0 0 16 16,0 0-8-16,0 0-3 15,0-6 6-15,0-8-36 16,6-2-11-16,7 2-16 16,3-2-55-1,-10 10-148-15,-1 0-469 0</inkml:trace>
  <inkml:trace contextRef="#ctx0" brushRef="#br0" timeOffset="19751.82">26565 7281 220 0,'0'0'22'15,"0"0"-7"-15,0 0 94 16,11-114-35-16,-11 92-12 16,0 1 20-16,0 6 5 15,0 2 98-15,0 5-99 16,0 4-9-16,0 4-48 16,0 0 8-1,0 0-12-15,0 0-13 0,0 0-9 16,9 8-3-16,5 27 1 15,1 13 3-15,3 10 6 16,1 10-2-16,2 0-3 16,1-2-4-16,-2-4 1 15,2-6-1-15,-1-7 1 16,-2-7 0-16,-1-8 2 16,-7-12-2-16,1-8-2 15,-8-10 0-15,0-4 0 16,1 0 7-16,3 0 1 15,6-22 57-15,1-8-6 16,6-6-37-16,-3-4 5 16,-1-7-3-16,4-8-4 15,-1-10-6-15,-5-5-3 16,1 4 1-16,-7 10-4 16,-3 11 12-1,-1 18 0-15,-3 7 28 0,0 9-43 16,0 5-3-16,-2 4-4 15,2 2 2 1,-2 0-2-16,0 0-13 16,0 0-29-16,0 0-12 15,0 8-27-15,0 13-6 0,0 7-34 16,0 2-90 0,0-16-126-16</inkml:trace>
  <inkml:trace contextRef="#ctx0" brushRef="#br0" timeOffset="20075.52">27087 7506 635 0,'0'0'90'0,"0"0"24"16,0 0 73-16,0 0-83 0,0 0-53 15,0 0-18-15,0 4-16 16,0 7-6 0,0 11-21-16,0 7 1 15,0 11 9-15,2 0 7 16,4 14-6-16,3-4 4 16,0-2-4-16,-2-7 1 15,-1-18 2-15,-1-6-4 0,-1-6 0 16,-2-4 3-16,-2-6-2 15,2-1-2-15,3 0 1 16,0-4-96-16,-5-10-139 16,0-4-245-1</inkml:trace>
  <inkml:trace contextRef="#ctx0" brushRef="#br0" timeOffset="20404.14">27081 7477 362 0,'0'0'404'0,"0"0"-347"16,0 0 3-16,0 0 90 16,-8-52-74-16,22 52-37 0,1 0-18 15,7 0-10 1,5 20-8-16,2 9-1 16,7 7 1-16,-1 10-1 15,-2 2 0-15,-1 0-2 16,-5 8 0-16,-12-6 0 15,-13-8-2-15,-2-6 1 16,0-18-7-16,-24-4 2 16,-5-4 6-16,-4-2 15 15,2-4 18-15,2-4-13 16,6 0-6-16,7 0-6 16,9 0-6-16,5 0-2 15,2 0-32-15,0 0-174 16,5-8-97-16</inkml:trace>
  <inkml:trace contextRef="#ctx0" brushRef="#br0" timeOffset="21047">27893 7461 480 0,'0'0'143'0,"0"0"-128"15,0 0 153-15,0 0 13 16,6-6-113-16,-6 4 23 16,0 1-49-1,-10-2-42-15,-9 1-2 0,-12 2 2 16,-6 0 3 0,-6 0 1-16,3 16 2 15,11 2-5-15,8 0-1 0,8 0 0 16,3 0-7-1,10-3 3-15,0-1 3 0,0 0 1 16,0-4 0-16,0 2 1 16,15-2 2-1,10 2 2-15,4 2-4 16,2 0 0-16,9 6-1 0,2 2-1 16,16 10 0-1,-7 2 1-15,-6 0 1 16,-11-2-1-16,-24-11-1 15,-7-3 0-15,-3-4-1 16,-3-3 0-16,-28-3 1 16,-13-4 1-16,-10-4 30 15,-10 0-14-15,-1 0-2 16,3-4 5-16,8-7-5 16,14 0 17-16,16 4-12 0,14-2-19 15,10 3-6-15,0 0-43 16,0 2-53-1,16 2-281-15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16:19.20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18573 10217 237 0,'-3'-9'32'0,"3"5"-32"15,0-1 0-15,0-4 42 16,0 5 11-16,0-4-12 16,0 5-9-16,0-5 3 15,0-3 9-15,0-1 10 16,0-6-15-1,0 4 85-15,0-2-68 0,0 4-4 16,0 0-6-16,0 0-24 16,-2 4 1-1,0 2 4-15,-2 6 4 0,4 0-12 16,-2 0-7 0,0 0-6-16,-2 0-5 15,4 10 11-15,0 22-5 0,-2 12 2 16,2 6 6-16,0 7 8 15,0 1-4 1,0 28-10-16,0 8 14 16,-6 4-15-16,-3-1 5 15,-2-23-1-15,0-12-7 16,0-12 3-16,4-12 4 16,0-9 1-16,7-14-2 15,-2-2-2-15,2-9-1 16,0-3-2-16,0-1-6 15,0 0 3-15,0 0-3 0,0 0-1 16,0-4-5-16,0-7-18 16,0 3-64-1,-5 1-447-15</inkml:trace>
  <inkml:trace contextRef="#ctx0" brushRef="#br0" timeOffset="296.2">18236 10986 551 0,'0'0'148'16,"0"0"-148"-16,-35 18 1 15,35-18 96-15,0 0-18 16,0 0-62-16,18 0-16 16,19 0 57-16,19 0-1 15,5-11-2-15,16-6-25 16,6-1-8-1,-1 0-1-15,-6 4-2 16,-20 5 1-16,-21 2-18 16,-22 3-2-16,-13 2 0 15,0 2 0-15,-35 0-20 16,-17 0-49-16,-7 0-87 16,30 0-100-16,4 0-222 15</inkml:trace>
  <inkml:trace contextRef="#ctx0" brushRef="#br0" timeOffset="734.04">18263 10218 444 0,'-13'-3'211'0,"3"0"-156"0,8 3-41 16,2 0 92-16,0 0-40 15,0 0-39 1,41 0 12-16,18 0 81 16,20 0-62-16,16 0-25 15,-5 0-9-15,-3-5-12 16,-16 1 3-16,-18-5-14 16,-17 4-1-16,-14 1 0 15,-13 1 2-15,-7 3-1 16,-2 0 0-16,0 0-1 15,-8 0-6-15,-24 12-12 16,-5 11-69-16,-8 3-116 0,24-16-135 16</inkml:trace>
  <inkml:trace contextRef="#ctx0" brushRef="#br0" timeOffset="1092.83">18858 10702 638 0,'0'0'13'0,"0"0"72"15,11 0 67-15,-11 0-71 16,0 0-40-1,0 0-6-15,0 6-1 16,2 16-3-16,-2 14-16 16,0 22 18-16,0 4-15 15,0-2-11-15,0-7-3 16,0-22-3-16,0-6 0 16,0-9-1-1,5-10 0-15,1-6-8 16,3 0-42-16,1-22-50 0,-8-16-65 15,-2 14-151 1,0 2-133-16</inkml:trace>
  <inkml:trace contextRef="#ctx0" brushRef="#br0" timeOffset="1405.74">18838 10664 560 0,'0'0'183'15,"0"0"-166"-15,0 0-12 16,-14-42 92-1,43 48-61-15,16 24-36 16,18 10 4-16,-3 2 5 16,0 6-9-16,-5 0 0 15,-12 1 1-15,-10-4-1 16,-15 0-2-16,-13-3-2 16,-5-8-3-16,-12-2 7 15,-36-6 12-15,-18-4 0 0,-9-6 6 16,2-4 15-16,3-6 21 15,13-4-8 1,14-2-7-16,20 0-14 16,19 0-25-16,4-8-4 15,41-10-79-15,16 0-76 16,-23 8-81-16,-8 0-146 16</inkml:trace>
  <inkml:trace contextRef="#ctx0" brushRef="#br0" timeOffset="1870.2">19539 10716 425 0,'0'0'54'16,"0"0"-48"-1,52-54-6-15,-48 50 132 0,-2 4-1 16,-2 0-82-16,0 0 5 15,0 0-20 1,-27 10-27-16,-15 12 43 16,-11 10-26-16,-2-6 1 15,3 2 2-15,12-2-1 16,18 0-4-16,18-2-6 16,4-4-16-16,17 2-12 31,30-10 2-31,11 3 9 15,7-6 1-15,-3 5 9 0,-4-1 0 16,-14 1-9-16,-17 0 0 16,-14 2 0-16,-13 0-2 15,0 2-10-15,-26 0 12 16,-21 0 19-16,-16-2-4 16,-1-6 8-16,-3-2 22 15,-5-8-12-15,15 0 18 16,10 0-48-16,14-2-2 15,26-4-1-15,7 0-6 16,0 0-31-16,25-6-85 16,-1 8-162-16,5-4-133 15</inkml:trace>
  <inkml:trace contextRef="#ctx0" brushRef="#br0" timeOffset="2216.23">20172 10632 714 0,'0'0'102'15,"0"0"-93"1,-39-4 110-16,39 4 97 16,0 0-191-16,0 0-25 15,23-4 5-15,22-2-5 16,18-2 16-16,8-1 4 16,-1 4-9-16,-13 2-5 15,-17 3-6-15,-13 0-4 16,-16 0-18-16,-11 0-15 15,0 3-49-15,-6 5-95 16,-19-2-188-16</inkml:trace>
  <inkml:trace contextRef="#ctx0" brushRef="#br0" timeOffset="2419.32">20289 10868 238 0,'0'0'613'0,"0"0"-600"16,0 0-7-16,0 0 124 16,106 14-3-16,-44-26-73 15,3-2-32-15,-3 0-15 16,-2 0-7 0,-12 0-133-16,-42 10-183 15,-4 0-176-15</inkml:trace>
  <inkml:trace contextRef="#ctx0" brushRef="#br0" timeOffset="3190.62">21170 10822 524 0,'0'0'93'31,"0"0"-92"-31,0 0 43 15,0 0 88-15,-6 10-3 16,6-10-58-16,11-14-22 16,5-12 22-16,4-6-38 15,-1-8-18 1,-3-4-7-16,0-4-4 0,-7-9-1 16,-2 1 2-16,-1-20-3 15,-2 6-1 1,1 8 2-16,0 12 0 15,-1 32-3-15,-1 10 0 16,-3 6 1-16,0 2-1 16,0 29-22-1,0 22 13-15,0 13 9 0,4 0 2 16,9-2 1 0,5-4 0-16,2-7-3 15,0-11 0-15,0-10 0 16,-3-12 0-16,2-10 0 15,1-8 0-15,0 0 2 16,2-32 19-16,-4-12 13 16,-3-9-10-16,2-7-10 15,-5-28-7 1,-1-6 0-16,-1-3-4 16,-4 5-2-16,-6 36 1 15,0 20 7-15,0 18 2 16,0 12 10-16,0 6-9 0,0 0-4 15,0 10-8-15,0 34-11 16,0 14 2-16,0 10 9 16,0 0 0-16,7-1 0 15,11-7 0-15,-3-6-2 16,1-4 1 0,-1-2 0-16,1-10-33 15,-1-5-27-15,-1-15-62 16,-14-18-130-16,0 0-228 15</inkml:trace>
  <inkml:trace contextRef="#ctx0" brushRef="#br0" timeOffset="3566.13">21759 10497 971 0,'7'-2'32'15,"-3"2"-32"1,3 29 5-16,-1 8 4 15,1 7-6-15,-4-12-1 16,-3-3-2-16,0-9 2 16,0-8 0-16,0-8 4 15,0-4 11-15,2 0 10 16,6-4 12 0,3-28 20-16,3-10-17 15,1-11-35-15,-3 13-3 0,1 2 5 16,-4 14-6-1,-2 10 1-15,-3 8 7 16,-2 6 0-16,1 2-11 16,1 28-7-16,7 13 7 15,1-2 2 1,3-1 2-16,-1-5-1 0,-4-7-2 16,1-10-1-1,-3-6-2-15,-2-6-29 16,-2-6-75-16,-4 0-107 15,0-8-272-15</inkml:trace>
  <inkml:trace contextRef="#ctx0" brushRef="#br0" timeOffset="4268.49">22412 10060 20 0,'6'-28'490'0,"-6"14"-426"16,0 6-19-16,0 4 145 15,0-2-4-15,0 6-144 16,-14 0-18 0,-19 0-1-16,-9 6-1 0,-12 24-14 15,6 10 1-15,1 12 11 16,13 10-2 0,12 6-6-16,13 1-13 0,9-1 0 15,0-6 0-15,25-8-2 16,19-5 1-1,8-16-6-15,-3-15 8 16,2-14 0-16,-6-4 6 16,-3-18-2-16,5-29 5 15,-9-8-5-15,-12 1 0 16,-6 6 3-16,-13 24-3 16,-7 10 1-16,0 10 3 15,0 4 22 1,0 28-8-16,-11 18-17 15,4 12-5-15,7-10-1 16,0-4 1-16,2-9-1 16,19-12-6-16,2-10-1 15,6-11 8-15,3-2 2 16,11-15-2 0,-6-22 13-16,-6-8-4 15,-8-1 1-15,-23 16-4 0,0 2 4 16,-12 8-10-1,-45 12 0-15,-15 8-8 16,-7 0 8-16,-4 22-25 16,23 6-24-16,12 0-46 15,25-6-57 1,23-17-168-16,0-5-71 16</inkml:trace>
  <inkml:trace contextRef="#ctx0" brushRef="#br0" timeOffset="4596.87">23169 10323 307 0,'43'-16'137'0,"-22"8"11"16,-2-4-41-16,-3 4-44 15,-10 2 14-15,-4 4 22 16,-2 2-7-16,0 0-17 16,0 5-46-16,-20 24-3 15,-18 25-15 1,1 10 4-16,1 2-13 16,2-2-1-16,12-16 0 15,6-7-1-15,1-11 1 16,3-8-2-16,4-8-9 15,3-8-53-15,5-6-74 16,0 0-67 0,0-14-22-16,0-8-207 0</inkml:trace>
  <inkml:trace contextRef="#ctx0" brushRef="#br0" timeOffset="4830.85">22953 10413 617 0,'0'0'228'16,"0"0"-175"-16,0 0 29 15,-20-70 64-15,20 70-74 16,0 0-23-16,0 0-18 16,3 8-31-16,34 36 0 15,9 8 4 1,10 6 11-16,2 2-13 0,-10-15 4 16,-13-9-6-16,-6-10 0 15,-12-6 0 1,-7-10-32-16,-8-10-56 15,-2 0-163-15,0 0-359 16</inkml:trace>
  <inkml:trace contextRef="#ctx0" brushRef="#br0" timeOffset="6344.09">24018 10142 405 0,'0'-22'83'0,"0"6"-26"16,0 2 84-16,0 4-30 16,0 4-36-1,0 4-4-15,0 0-16 0,0 2-12 16,0 0-2-16,0 0-6 16,0 0-10-16,0 0-6 15,0 0-17-15,0 8-2 16,0 22-12-16,0 12 12 15,7 11 4 1,9 19 12-16,-1 2-5 16,1-2-10-16,-1-2 1 15,-6-22-2-15,-2-13 0 16,-3-12 3-16,-1-12-2 16,-1-8-1-16,2-3 9 15,0 0 26-15,5-18-4 16,7-25 6-16,-3-14-23 15,3-5-2-15,-1 8-4 16,-1 0 4-16,-1 0-8 16,1-4-3-1,-3 7 5-15,-5 13-2 16,2 10-4-16,-4 18 0 16,-4 6 4-16,2 2-4 15,-2 2 0-15,0 0-17 16,0 0 0-16,7 24 6 15,11 28 11 1,3 11 7-16,4 1-6 16,4 2 2-16,-2-14-2 0,-2-6 0 15,-4-6-2 1,-2-10 1-16,-11-12 0 16,2-9 0-16,-6-9 2 15,0 0-2-15,1-9 2 16,3-23 4-1,0-8 12-15,0-8-5 0,1-8 21 16,-2-12-24-16,-3-27-3 16,-4 3-7-1,0 12 4-15,0 18 1 16,0 40-2-16,0 12 6 16,0 8-5-16,0 2-4 15,0 6-50-15,0 28-43 16,-2 18-6-16,-7 2-82 15,5-28-183 1,-1-4-199-16</inkml:trace>
  <inkml:trace contextRef="#ctx0" brushRef="#br0" timeOffset="6869.98">23856 10918 712 0,'-8'-6'52'15,"8"4"7"-15,12 0 59 31,32 0-65-31,21-1-17 0,24-1-7 16,5-1-9-16,9-1-7 16,5 0 9-1,26 0-2-15,-6 2 33 16,-22 4-25-16,-23 0 0 16,-50 0-14-16,-20 0-7 15,-11 0-5-15,-2 0-1 16,0 0 1-16,-8 0 6 0,-21 0-4 15,0 0-4-15,0 0-32 16,2 0-35-16,5 0-60 16,12 0-103-16,4 2-121 15</inkml:trace>
  <inkml:trace contextRef="#ctx0" brushRef="#br0" timeOffset="7448.6">24334 10980 24 0,'0'0'362'0,"0"0"-285"0,0 0-25 16,0 0 92-1,-2 0-23-15,2 0 119 16,2 0-142-16,-2 0-31 15,0 0-30-15,0 0-24 16,0 17-10-16,0 11-2 16,2 8 2-16,1 8 5 15,1 2-5-15,-1 16-1 16,4 0-1 0,-5-8-1-16,0-4 0 15,-2-24 0-15,0-5 1 0,0-10 0 16,0-6-1-1,0-3 5-15,0-2-3 16,2 0 2-16,-2 0 14 16,2 0 16-1,-2 0-3-15,2 0-12 16,-2 0-7-16,0-4 5 16,5 0-17-16,9-4-1 15,5-1-2-15,12 0-2 16,10 0 0-16,3 4 3 15,8-1-1-15,0 2 2 16,4-3-1 0,-11 4 2-16,-13 0 0 0,-17 3 0 15,-15 0 1-15,0 0 0 16,0 0 2 0,0 0-3-16,-2 0-22 15,-14 0-12-15,-4 0-22 16,-11 0-49-16,16 0-189 15,-1 0-305-15</inkml:trace>
  <inkml:trace contextRef="#ctx0" brushRef="#br0" timeOffset="9504.28">25674 9950 390 0,'0'-4'166'15,"0"4"-166"-15,0 0 1 16,0 0 37 0,0 0 7-16,0 0-31 15,0 0 17-15,0 0 27 16,-8 2 12-16,-11 16 9 15,-8 10-18-15,-2 10-13 16,-2 14 7-16,-2 14-35 16,-3 17-4-16,-3 39-6 15,8 8 4-15,8 3-9 16,13-3-3-16,10-36 3 16,5-10 6-16,26-7-2 15,20-1-2 1,5-12 35-16,4-14-27 15,5-10 7-15,-18-22 4 16,-1-6-7-16,-4-4 4 16,-8-4 4-16,-10-1-4 15,-8-2-6-15,-11-1-5 16,-3 0-7-16,-2 0-5 16,0 0 1-16,2 0 1 15,-2 0-2-15,0 0-1 0,0 2 0 16,0-2 1-1,0 0-5-15,0 0-61 16,0-3-1-16,-9-22-52 16,-1 9-244-16,-2 0-404 15</inkml:trace>
  <inkml:trace contextRef="#ctx0" brushRef="#br0" timeOffset="10004.17">25751 10351 661 0,'-10'-46'74'0,"10"30"-56"16,0 6 105-1,0 4-1-15,0 2-63 16,0 4-24-16,0 0-2 16,0 0-1-16,0 10-13 15,0 34-18 1,0 12 32-16,15 8-14 16,7 8-10-16,-6-13-6 0,4-1 2 15,-2-6-5 1,-3-10 0-16,3-8-1 15,-7-14 3-15,-1-8-4 16,-4-10 2-16,-2-2 0 16,7-6 5-16,5-28 14 15,6-10 33-15,0-11-23 16,1-7-9 0,2-21-7-16,-4-4 9 15,0 3-21-15,-3 6 5 16,-5 32 2-16,-5 9 1 15,0 15 0-15,-8 10-3 0,2 8-6 16,-2 4-2-16,0 0-5 16,0 0-37-16,0 10-33 15,0 12-39-15,0-5-142 16,-2-2-146-16</inkml:trace>
  <inkml:trace contextRef="#ctx0" brushRef="#br0" timeOffset="10442.16">26320 10543 569 0,'9'-15'72'16,"-7"4"96"-16,-2 5-11 15,0 2-67 1,0 2-28-16,0 2-23 0,-2 0-31 15,-21 0 15 1,-8 23-15-16,-11 17-6 16,1 10-3-16,8 0 1 15,13 2-2-15,16-14-1 16,4-4 1 0,0-4-3-16,7-6 0 15,12-8-39-15,4-6 17 16,1-8-25-16,7-2-28 15,-20 0-91-15,-5-8-184 16</inkml:trace>
  <inkml:trace contextRef="#ctx0" brushRef="#br0" timeOffset="10769.61">26233 10724 640 0,'0'0'147'0,"0"0"-129"15,0 0 95 1,-10-28 23-16,10 26-86 15,0-2-11-15,4 2-21 16,8 2-5-16,5 0-11 16,0 0 1-16,1 0-3 15,-1 0 0-15,2 6 0 16,-7 6 0 0,2 8 0-16,-5 4-2 15,-3 4 2-15,-3 4 2 16,-3-4-1-16,2 4 0 15,0-2 4-15,3-2-4 16,0-2-1-16,-1-5 1 16,2-7-1-16,1-6 0 15,2-6-2-15,4-2-28 16,3 0-74-16,-11-2-137 16,-3-10-129-16</inkml:trace>
  <inkml:trace contextRef="#ctx0" brushRef="#br0" timeOffset="11223.19">26711 10479 465 0,'0'0'24'0,"0"0"-12"15,50-40 149-15,-50 40-43 16,0 0-13-1,0 0 1-15,-16 0 5 16,-15 20-65-16,-7 6-32 16,5 0 0-16,8-4 2 15,8-2-2-15,10-4-12 16,4-3-2-16,3-2-6 16,0 0-1-16,31 4 4 15,12-1 3 1,1 3 10-16,1-3-3 0,-11 0-6 15,-7 2 2 1,-6 0-3-16,-9 4 0 16,-10 2-9-16,-2-2-1 15,0-2 10-15,-31-4 4 16,-16-2-1 0,-11-4 9-16,-3-4 6 0,7-2-6 15,6-2-1-15,19 0-7 16,12 0 2-16,15 0-6 15,2 0-4-15,6-12-29 16,30-2-71-16,-14 6-162 16,2 0-138-16</inkml:trace>
  <inkml:trace contextRef="#ctx0" brushRef="#br0" timeOffset="11535.06">27336 10529 380 0,'0'0'262'16,"7"0"-188"-16,-7 0 187 15,0 0-187-15,6 0-39 16,5 0-9-16,9 0 18 15,11 0 4-15,9 0-20 16,10-5-6-16,-1-4-17 16,-3-3-5-16,-4 2 1 15,-13 0-1-15,-10 4-8 16,-9 2-24-16,-10 2-42 16,0 0-99-16,0 0-156 15</inkml:trace>
  <inkml:trace contextRef="#ctx0" brushRef="#br0" timeOffset="12030.92">27804 10074 864 0,'0'0'1'0,"0"-12"48"0,0 18-4 16,0 26-44-1,8 10-1-15,11 10 29 0,-2 3 25 16,5 3-43-16,1 0-9 16,6 12 0-1,0-4 0-15,-5-6-2 16,-2-10 3-16,-8-25-3 0,-5-10 1 15,-5-8 1 1,3-7 0-16,1 0 40 16,8-7 3-16,3-22 10 15,4-7-13-15,0-7-14 16,4-5-2-16,-3-6-10 16,-2-6 16-16,1-4-21 15,-7 0-1-15,-1 1-4 16,-3 11 8-16,-6 18 10 15,0 12-9-15,-6 18-12 16,0 4-3-16,0 0-6 16,0 4-28-1,0 24-228-15,0-7-54 16,0 1-257-16</inkml:trace>
  <inkml:trace contextRef="#ctx0" brushRef="#br0" timeOffset="12296.48">28461 10574 1066 0,'4'26'6'0,"0"2"-6"15,-2 8 22-15,4 2-4 16,-2 2-6-16,-2-2-9 15,0-4 3 1,3-6-6-16,-1-6 1 0,3-10 0 16,0-6-1-1,2-6-1-15,1 0-30 16,2-2-51-16,-1-18-82 16,-9 6-77-1,-2-4-130-15</inkml:trace>
  <inkml:trace contextRef="#ctx0" brushRef="#br0" timeOffset="12515.18">28354 10557 579 0,'0'0'164'0,"0"0"-111"16,0 0 85-16,0 0 3 16,-35-28-87-16,39 28-18 15,11 0-4-15,8 0-10 16,12 0-1-1,5 0-6-15,7 0-11 16,2 0-4-16,-8 0-4 0,-8-5-43 16,-27-2-73-1,-6 3-170-15</inkml:trace>
  <inkml:trace contextRef="#ctx0" brushRef="#br0" timeOffset="13265">28673 9797 472 0,'-3'-8'181'16,"3"4"-139"-16,0 2 77 15,0 2 93 1,0 0-174-16,0 0-5 0,0 0-2 16,19 0-6-1,9 0 0-15,8 9-2 16,4 10 7-16,4 13-12 16,5 12-1-1,18 29-2-15,-2 13 14 16,1 8-19-16,-5 6-5 0,-16-9 0 15,-8 3-1 1,-12 5-1-16,-8 3-2 16,-7 0 0-16,-10-8-2 15,0-10 0-15,-18-4 0 16,-22-11-7-16,-10-15 2 16,-3-12 6-16,9-22 1 15,10-6 3-15,7-4 1 16,12-6-1-1,10-2 3-15,3-2-7 16,2 0 0-16,0 0-4 16,0 0-13-16,0 0-27 15,0-4-43-15,2-10-992 16</inkml:trace>
  <inkml:trace contextRef="#ctx0" brushRef="#br0" timeOffset="15295.16">29522 10309 410 0,'0'0'177'0,"0"0"-177"16,0 0 0-16,6 0 76 16,1 12-34-16,-1 10-4 15,-1 4 13-15,0 10-6 16,1 6 3-16,1 8 10 15,-1 3-26-15,1 2 9 16,0-2-25-16,0-7-6 16,-1-8 7-16,5-6-14 15,-1-12 36-15,-6-10-12 16,0-4-7-16,-4-6 14 16,0 0-5-1,2 0 3-15,3 0-3 16,1 0 1-16,2-12 31 15,4-14-46-15,7-16 7 16,-2-14-11-16,6-10 1 16,1-11-6-16,-6 3-3 15,6-6-1-15,-1-6-1 16,4-16 2 0,-4 5 1-16,-2 17-1 0,-5 22 16 15,-12 34-9-15,-2 12 7 16,0 10-10-1,-2 2-5-15,0 0-2 16,0 0-11-16,0 0-12 16,0 0-12-16,0 12-5 15,0 18-13-15,0 12-4 16,-6 0-34-16,0 2-77 16,2-24-178-1</inkml:trace>
  <inkml:trace contextRef="#ctx0" brushRef="#br0" timeOffset="15591.94">29929 10479 733 0,'0'0'131'0,"0"8"-122"16,0 6 77-1,0 9 61-15,0 13-141 16,0 14 3-16,-4-2 11 16,2 2-3-16,0 0-4 15,2-6-4-15,0-4-1 16,0-6-4-16,0-10-3 0,6-7-1 16,1-8 3-16,-3-7-3 15,0-2-3-15,1 0-2 16,4 0-45-16,2-14-67 15,-9-4-85 1,0 0-241-16</inkml:trace>
  <inkml:trace contextRef="#ctx0" brushRef="#br0" timeOffset="15888.23">29923 10485 733 0,'0'0'106'0,"0"0"-52"16,0 0 83-1,0 0-36-15,-16-48-56 16,16 48-37-16,11 20-8 16,13 10 0-16,14 18 2 15,9 4 0-15,3 7-2 16,-2-1-1-16,-17-14 1 16,-8-8-2-16,-15-4 1 15,-8-6-11-15,0-4-5 16,-26-4 7-16,-10-6 10 15,-10-6 7-15,-4-2-2 16,6-4-5-16,8 0-13 16,14 0-17-16,13 0-43 15,9 0-122-15,0-5-169 16</inkml:trace>
  <inkml:trace contextRef="#ctx0" brushRef="#br0" timeOffset="16419.93">30488 10568 350 0,'0'0'67'0,"0"0"0"16,0 0 74-16,36-35-30 15,-36 33 22-15,0 0-10 16,0 2-33-16,0 0-31 16,0 0-13-16,0 0-29 15,-9 0 7-15,-18 0-18 16,-8 0-2-16,-3 0 7 16,2 0 13-16,12 0 5 15,8 0-4-15,7 0-4 16,5 0-7-1,4 13-13-15,0 6-8 16,0 3 3-16,0 5-1 16,13 0 5-16,7 4 0 15,5-1-1-15,6-2-1 16,0 2-4-16,7 2-4 0,0 0-6 16,-3 0 3-1,-8-4 13-15,-6-4-4 0,-15-6 1 16,-6-5-8-16,0-2 0 15,0 0 7 1,-20-4 4-16,-16 0 8 16,-8-6 8-16,-10-1-8 15,-2 0 1-15,-6-5 3 16,10-16-8-16,10 0-4 16,13-1-18-16,29 15-106 15,0-1-661-15</inkml:trace>
  <inkml:trace contextRef="#ctx0" brushRef="#br1" timeOffset="28534.94">17544 9444 172 0,'0'-4'91'0,"0"0"-72"16,0 0-10-16,0 0 49 16,0 2-18-16,0 2-26 15,0-1 25-15,0 1 50 16,0 0-62-16,0 0 7 16,0 0 6-16,0-3-1 15,0 3-4 1,0 0 0-16,0 0 66 15,0 0-47-15,0 0-7 16,0 0-6-16,0 0-8 16,0 0-14-16,0 0-6 15,0 0 1-15,0 0-3 16,0 0 1 0,0 3-4-16,0 16 4 15,-6 5-1-15,-2 7-3 16,3-1 3-16,-1 4 7 15,2 8-10-15,-1 4 1 16,2 8 7-16,3 6-7 16,0 4-5-16,0 37 1 15,0 13-1-15,0 10-1 16,0 11 0-16,0-19-1 16,0 2 2-16,5 3 2 15,4 23-3 1,2-6-1-16,1-3 3 15,-2-3 0-15,-1-38 1 16,1-3 1-16,-2-9 4 16,-6-6-2-16,1-2 9 15,-1-5-12-15,-2-8 8 16,0 2-7 0,0-9 8-16,0-10 1 0,0-8-7 15,0-14-3-15,0-4 0 16,0-2-1-1,0-2-1-15,0-6 3 16,2-4-5-16,-2-2 0 16,0-2-1-16,0 0 1 15,0 0-2-15,0-14-2 16,0-22-110-16,0 14-31 16,-7-4-262-16</inkml:trace>
  <inkml:trace contextRef="#ctx0" brushRef="#br1" timeOffset="30534.46">17380 9378 212 0,'-13'-8'317'0,"11"6"-268"15,2 2 76-15,0 0-14 16,0 0-29-16,0-1-30 16,0-2-11-16,0 2 3 15,11-4-30-15,20 3 19 16,38-6 14 0,18-2-11-16,18 0-15 0,8 0-5 15,-14 6-3-15,6 0-5 16,6 0 2-1,45-2-2-15,15 4 6 16,12-2-4-16,8 0-7 16,-23 2 0-16,-1-2-2 15,3 2-2-15,-4 2 2 16,-8 0 3-16,-4 0-4 16,-9 0 3-16,24 0-2 15,3 8-1 1,-10-4 3-16,2 0 0 15,-37-4-3-15,-5 0-1 0,3 0 1 16,31 0 0 0,0 0-3-16,-7-4 4 15,-5 0-2-15,-36 0 2 16,-8 0-1 0,-5-2 2-16,1 0-2 15,3-2 2-15,-1 0-1 0,4 0 0 16,31 0-1-1,4 2 0-15,3 0-2 16,-2 0-2-16,-36 4 3 16,-8 0 0-16,-3 2 1 15,19-2 0-15,-1 2 1 16,0 0-1-16,-2-2 0 16,-22 2 2-16,-3-4 0 15,0 0 0 1,3 2-1-16,4-2 1 15,3 0-1-15,-1 2-1 16,19 0-1-16,-2 0 0 16,0 0 1-16,-2 0-1 15,-16-2-1-15,-1 0 1 16,4 4 1 0,21 0 0-16,-3 0 1 15,-4 0 0-15,0 0-1 16,-22 0 3-16,0 0 4 15,-1 0 0-15,5 0-3 16,2 0 4-16,5 0-7 16,3 0 4-16,20 0-4 15,2 0 3-15,-5 0-4 16,-7 0 0-16,-27 0-3 16,-1 0 3-16,-6 0 0 15,26 0 3 1,6-2 2-16,4 0-4 15,2 2 1-15,-21 0-2 16,-5 0 0-16,-4 0 1 16,-4 0 0-16,0 0 1 15,3 0 0-15,2 0-1 16,22 0-2 0,0 0 1-16,2 0-1 0,0 0 1 15,-16 0 0-15,1 0 2 16,1 0-2-1,20 0 1-15,-3 0 3 16,-8 0 4-16,-8 0-3 16,-26 0-1-16,1 0 1 15,-3 2-3-15,1 0 1 16,3 2-1-16,1 2-1 16,6 0 0-16,20 0 1 15,-3 2-2 1,0 0 0-16,-11 0 0 15,-24-6 0-15,0 0-1 0,-2 0-1 16,19-2 2 0,-2 0 2-16,-2 0-2 15,1 0 0-15,-16 2 2 16,0-2-2 0,-1 0 0-16,-1 0 1 15,-4 0-1-15,-6 0 0 0,-5 0 1 16,-1 0 1-1,-5 0-2-15,-2 0 1 16,1 0 0-16,-10-2 0 16,1 0-1-16,-8 0-1 15,4 0 1-15,-3 0 0 16,1 2-2-16,2-2 2 16,1 2-1-16,0 0 0 15,3 0 0 1,-3 0-2-16,5 0 3 15,0 0 0-15,-2 0 0 16,3 4 0-16,-6 0 1 16,1 0-1-16,-12-2 0 15,-5-2 1-15,-3 0-1 16,-3 0 2 0,0 0 2-16,0 0 5 15,0 0-5-15,0 0 0 16,0 0 4-16,0 0 1 15,0 0-9-15,0 0 1 16,0 0-1-16,0 0 0 16,0 0 0-16,0 0-1 15,0 0 1-15,0 0-3 16,0 0 2-16,5 0-8 16,-1 0-58-16,-4 0-50 15,0 0-329 1</inkml:trace>
  <inkml:trace contextRef="#ctx0" brushRef="#br1" timeOffset="33458.65">17499 12087 419 0,'0'-5'124'0,"0"-2"-124"16,0 3 0-16,0 2 26 15,0 2 38-15,0-1 5 16,0 1 6 0,0-4 4-16,4 0 33 15,8 1-67-15,1 1-12 16,7 2 4-16,7 0-1 15,4 0 5-15,7 0-12 16,6 0 18-16,10-2-33 0,10 2-4 16,36 0 4-1,14 0 2-15,9 0-9 0,6 2 0 16,-15 3 2-16,10 0-5 16,12 1 4-1,47 5-5-15,11-6 3 16,0 4-6-16,1-4 0 15,-41 2 1-15,-5 0 0 16,-6-3 0-16,-7 5 0 16,-2-8 4-16,-3 3-5 15,1-4 4-15,26 0-4 16,2 0-2-16,1 0 1 16,-3 0 1-1,-27 0 0-15,-4 0-2 0,-4-5 2 16,26-4 1-1,-4 4-1-15,-5-1 2 16,-3-1-1-16,-33 3-1 16,-2 3 1-1,4-2 0-15,-4 3-2 16,-7 0 0-16,-1 0 1 0,-3 0 0 16,23 0-1-1,0-2 0-15,-1 0 1 16,-5 2-1-16,-27-2 1 15,-2 2 2-15,-6-1-2 16,24-2 0-16,0-1 1 16,4-2 0-1,3 1 0-15,-15-2-1 16,2-1 1 0,5-2 3-16,0 0-4 15,1 0 0-15,-4-3-3 16,-2 0 3-16,22-5-1 15,-3 2 1-15,-3 2-2 16,-4 0 4-16,-28 2-1 16,-2 2-1-16,-1 2 0 15,15-2 1-15,1-2-1 16,2 2 2-16,-3-2-2 16,-21 2 1-16,-3 2 0 15,-5 2 0 1,2 2 0-16,0 2 8 0,3-2-4 15,-1 4-5-15,10 0 1 16,-1-2-2 0,-4-2 1-16,1 0 0 15,-5-1 0-15,1 0 1 0,6-1 1 16,21-2 3 0,-4-2 5-16,2 3-9 15,0 0 2-15,-20 5 2 16,1-3-5-1,-2 1 4-15,-3 3-3 16,-3-3 7-16,3 2-8 16,-5-1 5-16,16 2-2 15,2-2-2-15,0 2 1 16,4-2-1-16,-12 2 1 16,5-2 0-16,0 3-1 15,15-1 1 1,-3-1 2-16,-7-2-3 15,-2 0-1-15,-16 0 1 0,6 1 0 16,3 3 0 0,4 0 2-16,1 0 0 15,2 0-2-15,-2-1-1 16,18 1 0-16,-1-5 1 16,1 4 0-16,-3 1-1 15,-18-3 0-15,-8 3 1 16,-5 0 0-1,12 0-1-15,-3-1 2 16,4-2-2-16,5 2 0 16,-11 1 4-16,0 0-4 15,-7 0-2-15,-4-3 1 16,-8 1 1-16,2 0-3 16,-3 2 3-16,8-2 1 15,1 2 0-15,4 0-1 16,0 0 1-16,-8 0-1 15,4 0 1-15,3 0-1 16,13 2 0 0,-3 2 1-16,-5 3 0 15,-6-3-1-15,-16-1 2 16,1 1-1-16,-3 0 2 16,-2 3 1-16,-5-3 6 15,-2 2-7-15,-4-2 1 16,0-3-1-1,-5 2 0-15,-4-3 1 16,2 0 2-16,-6 1 7 0,3-1-3 16,1 0-1-1,14 0-3-15,3 0 4 16,5 5-10-16,7 0-2 16,-3 2 2-16,1 1 0 15,-3-2 1 1,-4-5 3-16,-9 2-2 0,-11 1-2 15,-3-4 2-15,-10 2 5 16,-3-2 0 0,-2 0-2-16,0 0 1 15,0 0-6-15,0 0 1 0,0 0 3 16,0 0-3 0,0 0-4-16,0 0-11 15,2 0-16-15,-2 0-21 16,0-16-16-1,3-3-52-15,-3 12-1 16,0-4-840-16</inkml:trace>
  <inkml:trace contextRef="#ctx0" brushRef="#br1" timeOffset="35285.83">31161 9192 65 0,'-2'-8'162'15,"2"4"-113"-15,0 4 13 16,0-2-7-16,0 2 30 16,0 0 68-16,0-2-103 15,0 2 6-15,0 0 27 16,0 0-5-1,0 0-20-15,0 0 0 16,0 0 35-16,0 0-44 16,0 0-15-16,0 0-8 15,0 0-8-15,0 0-6 0,0 0-4 16,0 0-7-16,0 0 0 16,0 4-2-16,0 30 2 15,0 8 7-15,0 8 6 16,0 4-2-1,0-1 3-15,0 1-13 16,0 2 5-16,0 2 1 16,0-2 11-16,0 2-18 0,5 3 8 15,1 15-5 17,-2 4 3-32,1 0-4 15,-3 0-1-15,-2-17 4 0,0-4-6 0,0 1 1 31,0 11 1-31,0-3 4 0,0-6-5 0,0-2-1 16,0-14 0-16,0-2 1 31,0-3-1-15,0-3 0-16,0-2 0 0,-2-2 0 16,0 0 1-16,-1 6-1 15,3 0 0-15,0 0 1 16,0-2-3-16,0-5 3 15,0-4-2-15,0-2 1 16,3 1 0-16,1-2 0 16,1-4 1-1,-3-2-1-15,0-4 2 0,1 2-2 16,-3 2 0 0,2 0 0-16,-2 0 0 0,2 0 0 15,0-2 0-15,0 6-3 16,3-1 3-1,-3-4 1-15,-2 3 1 16,0-5-2-16,0 1 0 16,0 4 0-16,0 2-2 15,0 2 2-15,2-2 2 16,0-2-2-16,3-2 0 16,0-2 0-1,-3-2 0-15,0-2 0 16,0 0 1-16,0-2-1 15,-2 0 0-15,2 8-1 16,1 0 0-16,1 1 2 16,0-2 0-16,-1-9-1 15,0-2 0-15,-3-4 2 16,0-2-2 0,0-2 2-16,0 0 0 15,0 0 0-15,0 0 3 0,2 0-2 16,-2 0 0-1,0 0-3 1,0 0 0-16,0 0-1 16,0 0-1-16,2 0 1 15,-2 0-2-15,4 0-2 16,-2 0 0-16,-2 0-3 16,0 0 5-16,0 0 1 15,0 3-1 1,0-2 2-16,0 2 0 15,0 1 0-15,2-3 2 16,-2 2 0-16,0-3 1 16,0 0 1-16,0 1 6 15,0-1 0-15,0 0-3 16,0 0-1 0,0 0-3-16,0 0 0 0,0 0-2 15,0 3 0-15,0-3 0 16,0 0 0-1,3 2 0-15,-1-2 0 16,-2 0 5-16,0 0 0 16,0 0-1-16,0 0-2 15,0 0 1-15,0 0-3 16,0 0-60-16,0-9-26 16,0 5-112-16,-5-1-328 15</inkml:trace>
  <inkml:trace contextRef="#ctx0" brushRef="#br1" timeOffset="36893.71">17664 12483 652 0,'-3'-21'69'16,"3"17"13"-16,0 3 35 15,0 1-33-15,0-3-39 16,0 3-12-16,5 0 3 16,2 0-9-16,-1 0 4 15,1 0-26-15,2 17-1 0,4 23 8 16,2 11 7-16,6 10-11 16,3 5-5-16,-1-14-3 15,1-4 2-15,-2-4-3 16,3-8 1-1,-5-11 2-15,-7-10-2 16,-2-10 1-16,-3-5 1 0,2 0 3 16,9-27 19 15,4-10 7-31,6-8 19 0,0-1-34 16,0-4-2-16,9-14 3 15,-4 0-4 1,-6-1-10-16,-3 7-1 15,-11 16 0-15,-3 10-2 0,-5 6-1 16,-4 8-1 0,-2 10-48-16,0 8 4 15,0 0-11-15,0 2-45 16,-6 20-171 0,-1-8-43-16</inkml:trace>
  <inkml:trace contextRef="#ctx0" brushRef="#br1" timeOffset="37206.67">18396 12791 545 0,'14'6'80'15,"-14"-6"-48"1,2 0 134-16,-2-4 39 15,0-4-165-15,0 2-3 16,-14 6-12-16,-19 0 3 16,-9 4-28-16,-12 27-2 15,8 6 1-15,3 8 0 16,14-1 0 0,23 2-2-16,6-6-6 15,4-14-1-15,32-8 3 16,4-16 1-16,4-2-5 15,2 0-7-15,-9 0-7 16,-30-10-318-16,-7-2-58 16</inkml:trace>
  <inkml:trace contextRef="#ctx0" brushRef="#br1" timeOffset="37434.01">18281 12962 450 0,'0'0'411'0,"0"0"-408"15,31-14 79-15,-5 14 19 16,3 0-53-16,-2 0-29 16,-4 20-4-16,-13 6-11 15,-10 8-2-15,0 2-1 0,0 10 7 16,-4-3-5-16,-4-12-3 16,1-1 0-16,7-18-6 15,0-6-10-15,0-2-23 16,7-4-95-1</inkml:trace>
  <inkml:trace contextRef="#ctx0" brushRef="#br1" timeOffset="37889.01">18768 12843 469 0,'0'0'25'16,"0"0"-9"-16,0 0 109 16,50-62-32-16,-50 62 47 15,-29 0-28-15,-13 0-30 16,-6 12-60-16,0 9 7 16,5 2 30-16,16 1-44 15,12-2-15-15,15 4-1 16,7 1-6-16,28-4-2 15,15 0 3 1,-6-5 6-16,3-2 6 0,-7 0-6 16,-13 2 0-1,-12-2-45-15,-15 0 29 16,0 0-2-16,-13-4 18 16,-25 0 5-16,-9-6 4 15,-6 0-2-15,-9-2 15 16,4-4-16-16,4 0-4 15,9 0 0 1,23 0-2-16,18 0 0 16,4-10-30-16,9 4-147 15,15 0-162-15</inkml:trace>
  <inkml:trace contextRef="#ctx0" brushRef="#br1" timeOffset="38550.78">19237 12665 663 0,'-18'-16'119'0,"13"14"45"16,5 0-54-16,0 2-55 16,0 0-18-16,0 0-8 15,0 0-14-15,0 0 0 16,0 0 10-16,0 0-18 16,0 0-6-16,18 16 2 15,20 12 8-15,6 4 1 16,10 0-6-16,0-4-2 15,-1-2-4-15,0 0 2 16,-1 2-2 0,-8-3 1-16,-13-6-1 15,-8-5 0-15,-17-10-4 16,-4 1-1-16,-2-3 0 16,0 0 2-16,0 3 1 15,-19 4 4-15,-10 3-2 16,-20 10 2-1,-5 4-1-15,-4 6 0 16,-5 6 1-16,11-6-2 16,2 0 1-16,8-6-1 15,9-3 6-15,15-12 16 16,11-4-22-16,7-7-2 16,0 0-5-16,34 0-27 15,-10 0-34 1,5-7-81-16</inkml:trace>
  <inkml:trace contextRef="#ctx0" brushRef="#br1" timeOffset="39004.24">19932 12725 777 0,'31'-46'147'16,"-25"34"-145"-1,2 6 23-15,-8 2 91 16,0 4-17-16,0 0-56 16,0 0-18-16,0 0-25 15,0 20-2-15,0 16 2 16,6 12 10-16,5 2 0 16,7 7-3-16,2-6-4 15,4 10-2 1,1-11 0-16,-2-8-2 15,-4-12 1-15,-5-22 0 16,-3-6 0-16,0-2-1 16,2 0 1-16,4-12 32 15,0-16 3-15,-1-12-2 16,3-18 2 0,-3-8-2-16,-3-3-2 0,1-1-6 15,-5 22-4-15,-5 10-10 16,0 14 11-1,1 8-4-15,-5 10-12 16,0 6-10-16,0 0-34 16,0 8-63-16,0 18-48 15,0-6-168-15,0-4-338 16</inkml:trace>
  <inkml:trace contextRef="#ctx0" brushRef="#br1" timeOffset="39238.48">20565 12954 874 0,'19'12'155'15,"-19"-4"-93"-15,0 10 18 16,0 10-67 0,0 4-1-16,6 4 22 0,0 0-30 15,0-2 3-15,3 1-4 16,3-7 3-1,-1-9-6-15,-1-6 1 16,2-9-2-16,-3-4-1 16,2 0-38-16,-9-14-79 15,-2-7-159-15</inkml:trace>
  <inkml:trace contextRef="#ctx0" brushRef="#br1" timeOffset="39441.18">20368 12982 938 0,'0'0'70'0,"0"0"-58"16,0 0 97-16,0 0-35 15,47-56-47-15,16 46 0 16,10 2-4 0,10 4-20-16,-15-3-10 15,-18 6-54-15,-46-1-95 16,-4-1-375-16</inkml:trace>
  <inkml:trace contextRef="#ctx0" brushRef="#br1" timeOffset="40285.3">18156 13778 520 0,'-16'-16'121'16,"14"14"-66"-16,2 2 47 16,0 0-58-16,0 0-30 15,0 0-3 1,11 0-5-16,5 16 76 15,1 8-37-15,4 12-2 16,1 16-9-16,1 6-13 16,-4-2-6-16,2-6-8 15,-11-19 3-15,2-9-7 16,-3-14-1 0,-3-8 8-16,5 0 42 15,3-16-20-15,5-26 9 0,4-11-10 16,4-9-14-1,0-2-8-15,-3 2-1 16,-2 4 10-16,-4 10-9 16,0 12-6-16,-2 11-1 15,-8 14-2-15,-6 7-6 16,-2 4-28-16,0 0-42 16,0 8-97-16,0 6-299 15</inkml:trace>
  <inkml:trace contextRef="#ctx0" brushRef="#br1" timeOffset="40487.82">18608 13944 731 0,'0'0'142'16,"0"0"-141"-16,2 103-1 0,-2-61 63 15,5-4-39-15,2-2-19 16,2 0-2-1,4-14 2-15,1-4-4 16,1-16-1-16,3-2-13 16,-5 0-26-16,-11-10-109 15,0-4-126-15</inkml:trace>
  <inkml:trace contextRef="#ctx0" brushRef="#br1" timeOffset="40753.39">18595 13916 738 0,'0'0'138'16,"0"0"-105"-16,0 0 20 15,71-18-20-15,-17 42-8 16,2 6-15 0,2 4-3-16,-14 5-3 0,-11 1-4 15,-10-4-1-15,-19-2 1 16,-4 2 0-1,-29-6-3-15,-27-6 3 16,-4-8-2-16,12-12-4 0,11-4-25 16,22 0 9-1,15 0-62-15,0-12-617 16</inkml:trace>
  <inkml:trace contextRef="#ctx0" brushRef="#br1" timeOffset="41097.6">19161 13939 644 0,'0'0'67'16,"0"0"-50"-16,0 0 177 15,37-69-53-15,-66 69-78 16,-6 0-36 0,-9 0-6-16,6 18 30 15,11 2-39-15,15 2-12 0,12-2-1 16,3 5-5-1,28 2-4-15,14-3-3 16,6 5 3-16,2-1 4 16,-8 0-2-16,-11 2-2 15,-21-4-2-15,-13-4 6 16,-5-4-1-16,-39-6 7 16,-14-4 0-16,-6-6 19 15,-3-2-3 1,15 0 13-16,21 0-26 15,17-12-3-15,14 2-49 16,10-2-73-16,9 8-106 16,6-2-157-16</inkml:trace>
  <inkml:trace contextRef="#ctx0" brushRef="#br1" timeOffset="41800.6">19747 14030 204 0,'-7'0'488'0,"-4"0"-476"16,4 3-11-16,7 8 64 16,0 2-23-16,0-4-16 15,5-2 12-15,13-3 76 16,0-4-80 0,1 0-13-16,-3 0 0 0,2-15 8 15,0-4 0 1,0-12-4-16,-3 3 15 15,-1 1-19-15,-3 2 3 16,0 3-3-16,-2 8-7 16,-2 6-9-16,-5 6-5 15,0 2-1-15,-2 0-12 16,6 6-3 0,17 24 14-16,4 0 4 15,4 0-2-15,2-4-16 16,-4-13 5-16,0-8-3 15,0-5 11-15,0 0 1 16,-7 0-1-16,1-10 3 16,-7-9 13-16,-1-14 16 15,-7 1-8-15,-3 4-3 16,-2 2-8-16,-3 14-10 16,0 4-1-16,0 6-16 15,0 2-69-15,0 0-191 16,0 0-552-16</inkml:trace>
  <inkml:trace contextRef="#ctx0" brushRef="#br1" timeOffset="43542.74">20687 13718 568 0,'13'-20'189'0,"-11"16"-63"16,-2 0-26-16,0 1-55 15,0 3-9 1,-2 0-15-16,-13 0 12 0,-7 0-15 15,-7 3-13-15,-3 15 4 16,-1 12 13 0,6 2 11-16,7 4-31 15,11-4-2-15,9-6-3 16,2-2-4 0,32-2 2-16,11-2-2 0,8-4 5 15,-4-4-10 1,-5-2-1-16,-10 4 2 15,-14 1 7-15,-14 0 3 16,-6 2-6-16,-6-2 7 16,-32 2 2-16,-11-5 11 15,-14-2-2-15,11-6 15 16,13-4-14 0,24 0-10-16,15 0-2 0,9-12-48 15,22-15-56 1,12 0 22-16,3-10-22 15,1-5 56-15,-3-4 32 16,6-8 16-16,-8 4 6 16,-7 10 34-16,-8 10 30 15,-11 20 17-15,-7 6-12 16,-3 4-14-16,5 0-13 16,3 28-42-16,3 14-6 0,4 6 8 15,-1-4-4-15,-3-4 1 16,-5-10-5-1,1-8 5-15,-4-9-5 16,-2-9 2-16,-3-4-1 16,7 0-1-16,5-15 2 15,2-17 13-15,6-10 4 0,1 0-16 16,-2 0 0-16,-4 8 0 16,-3 6-2-1,-10 14 2-15,-1 10-2 16,-5 4 1-16,0 8-1 15,0 24-2 1,0 14-3-16,0 0 4 0,13-4-3 16,3-8-18-1,2-11 2-15,6-14 16 16,5-9 2-16,2-2-1 16,4-28 2-16,-6-8 5 15,-2-4 1-15,-6 2-3 16,-6 0-1-16,-6 12 14 15,-4 9 2 1,-5 14 0-16,0 5 15 0,0 0-12 16,0 30-21-1,0 12-3-15,0 8-16 16,0-2-19-16,0-4-13 16,33-5 0-16,9-17 5 15,8-15 8-15,5-7 18 16,-2-2 16-16,-3-25-6 15,-6-8-29 1,-6-9 19-16,-16 2 18 16,-12 4 26-16,-10 8 19 15,0 14 16-15,-21 12-2 16,-12 4-25-16,-5 0 9 16,-7 16-36-16,-1 18-5 15,5 6-1-15,13 8-4 16,14-13-5-16,12-12-12 15,2-9 8-15,11-14 1 16,27 0 10-16,9-8 3 16,13-28 4-1,-7-2-6-15,-13 0-27 16,-11 6 5-16,-24 16 22 16,-5 8 2-16,0 8 4 15,0 0 12-15,-9 6 25 16,-9 20-41-16,5 10 0 15,8 14 1 1,5-2-1-16,0-7-3 16,25-14-1-16,4-18 4 0,-1-9 3 15,9 0 7 1,18-32 13-16,3-8 0 16,0-7-23-16,-9 1-1 15,-20 4-10-15,-14-2-1 16,-5 4-10-16,-10 0-4 15,0 10-12-15,-5 7 38 16,-15 14 10-16,-9 9 25 16,0 9-31-1,2 32-4-15,9 11-11 0,18 2-13 16,0 4-23-16,31-8-56 16,25 0 36-1,2-12 33-15,2-11 34 16,-2-19 20-16,-13-8 28 15,-3-11 3 1,-2-26-25-16,-6-10-8 16,-8-7 15-16,-1-4-29 0,-8-2-2 15,-7-19 1 1,-8 10 2-16,-2 11 15 16,0 11 25-16,0 31 19 15,-4 14 7-15,-8 2-15 16,-3 30-26-16,-1 34-41 15,3 19 7-15,7 9 3 16,6-8 0-16,2-4 1 31,15-8 0-31,1-11 1 0,-1-15 12 16,2-12-13-16,1-14-16 16,-13-20-78-1,-3-10-305-15</inkml:trace>
  <inkml:trace contextRef="#ctx0" brushRef="#br1" timeOffset="47005.07">23094 12633 337 0,'-7'-6'57'16,"7"4"121"-16,0 0-95 15,0 2-24-15,0-2 1 16,0 0 2-16,0 0-6 16,0 0-5-16,0-2 1 15,11 0-15-15,5-2-7 16,15 0-4-1,9 2 11-15,6 2-24 16,4 2-9-16,-13 0 4 16,-8 8-5-16,-2 12-3 15,-4 2-3-15,-8 6 2 16,-3 4 2-16,-2 6-1 16,-7 16 3-1,-3 2-3-15,0 5 0 0,-9-1-2 16,-11-10 1-16,-3 0 1 15,8-2-1 1,6 2 2-16,9-5-1 16,0-5-1-16,9-8-3 15,22-8 2-15,11 0-1 16,5-8 3-16,6-4 0 16,-1-4 0-16,-5-4 0 15,-12-2-18-15,-8-2 0 16,-12 0 16-1,-10 0 2-15,-5 0 2 0,0 0 14 16,-15 0-11-16,-19 0 26 16,-20 0-22-1,3 14 35-15,2 10-14 16,9 12-12-16,20 4-13 16,6 6-5-1,12 7-3-15,2 2 2 0,0 8-2 16,23 3 2-16,6 2-3 15,8 18 3 1,-1-6-1-16,-7-4-12 16,-9-9 4-16,-15-25 9 15,-5-8 0-15,0-10 1 16,-7-4 0-16,-18-6 6 16,-1-4 4-16,-6-4 7 15,10-6 5-15,0 0 2 16,6 0-2-1,5 0-1 1,7-8-17-16,4-2-4 16,0-4-45-16,0-6-26 15,2 10-113-15,11 0-497 16</inkml:trace>
  <inkml:trace contextRef="#ctx0" brushRef="#br1" timeOffset="48594.9">24205 12713 379 0,'-2'-6'66'0,"2"2"73"0,0-2-31 31,0 4-28-31,0 0 0 16,0 2-16-16,0 0-30 16,0 0-21-16,0 0-5 15,0 0-3 1,0 6-1-16,0 24-2 16,7 12 34-16,7 6-5 0,1 5-14 0,3 1 0 15,1 2-7-15,2-2 2 16,-3-2-8-16,1-4 0 31,0-4-3-31,-4-12 0 0,-4-14 3 0,-4-9-2 31,-5-9 14-31,-2 0 7 16,4 0 13 0,3-25 5-16,2-17 20 15,2-8-49-15,0-2 15 16,1 4-12-16,-1-4-2 15,-1-4 5-15,4-4-11 16,-1-1 10-16,-3 1-17 0,-2 10 6 0,1 4-1 31,-2 16 4-31,-3 10-1 0,1 8-7 0,-5 12-2 16,0 0-3-16,0 0-1 16,0 0 0-1,0 0-67-15,0 12-3 16,0 14-15-16,0 0-29 31,0-16-193-31,0 2-197 0</inkml:trace>
  <inkml:trace contextRef="#ctx0" brushRef="#br1" timeOffset="48985.68">24735 12883 658 0,'12'0'15'0,"-10"0"-2"0,-2 0 111 0,0 3-31 31,0 2-42-15,0 8-21-16,0 9-22 0,-5 10 40 0,-14 8-11 0,-6 22-24 16,2 2-8-1,8 1 3-15,11-10-2 16,4-19-5-16,0-7-1 31,13-11 6-31,22-12 14 0,6-6 35 16,5 0-19-16,4-17-18 0,-15-16-7 15,-8-10-2 17,-10-3 8-32,-12-2 0 15,-5 2 6-15,0 10-20 16,-26 4 9-16,-17 12-2 15,-1 12-10-15,-3 8-16 16,2 0-27-16,16 12-29 0,13 12-31 0,16-14-138 31,0-4-146-31</inkml:trace>
  <inkml:trace contextRef="#ctx0" brushRef="#br1" timeOffset="49423.4">25076 12765 405 0,'0'0'200'0,"36"-130"-187"16,-18 84-11 0,4 4 8-16,-6 14 25 15,-3 10 49-15,-6 11 41 16,-7 7-24-16,0 0-16 15,0 0-27-15,0 3-37 0,0 26-16 0,0 16 12 32,0 7-1-32,0 28-5 15,6 2-6-15,8 2-5 0,4-1 2 0,2-21-2 16,2-6 0-16,-2-4 0 16,7-3 1-1,0-12 2-15,-5-9-2 16,0-10 1-16,-4-11 4 15,-3-6 3 1,3-1 2-16,5 0-4 0,1 0-7 16,5-15-2-16,2-10-28 15,5-11-20 17,-4-8-17-32,-13-4-21 15,-13 0-65-15,-6 34-36 0,-2 0-121 0</inkml:trace>
  <inkml:trace contextRef="#ctx0" brushRef="#br1" timeOffset="49688.38">25495 12745 568 0,'0'0'87'16,"0"-2"-54"-1,5 16 111-15,3 22-47 16,0 7-29-16,-2 7-16 15,5 4-21 1,7 14-16-16,0-2-3 16,0-6-11-16,-1-5 3 0,-5-22-3 15,-1-8-1 17,-5-7 0-32,2-8-2 15,-6-6-97-15,-2-4-29 16,0 0-65-16,0-8-239 15</inkml:trace>
  <inkml:trace contextRef="#ctx0" brushRef="#br1" timeOffset="50963.74">25484 13070 247 0,'0'0'554'0,"0"0"-496"32,0 0 71-32,-24-42-39 0,24 40-32 0,22-2-24 15,12 2-20-15,8 2-10 16,6 0-4-16,2-2-1 15,14 0-14 1,1 2-13-16,-5-4-24 0,-4-2-14 16,-21-2-55-16,-8-6 3 31,-6 0 58-15,-4-2 60-16,-8 3 65 0,-6 4 1 0,-3 5 18 15,0 4 7-15,-12 0-31 16,-17 0-20-16,-2 2-37 15,-7 20 2-15,5 8 4 16,1 2-5-16,10 4-3 16,9-4-1-1,11-8 0-15,2-8 0 0,0-8 0 16,11-8 7-16,13 0 14 16,14 0 2-1,0-10 2-15,-9-10-20 16,-5 0-5-16,-15 12-4 15,-7 4 4 1,-2 2 0-16,0 2-3 0,0 0-10 16,0 22 11-16,-2 10-2 15,2 6 7 1,0-6-6-16,10-10 0 16,21-9 1-16,9-13 2 15,7 0 1-15,6-22 5 16,13-19-6-16,-6-3-37 15,-8 2 14-15,-8 4 18 16,-23 8 5-16,-13 6 3 16,-8 4 1-16,0 2 1 15,0 4 27 1,-13 10-27-16,-9 2-5 0,-3 2-2 16,3 0 2-1,8 0 0-15,10 0 0 16,4 0 1-16,0 0-3 15,0 0 4 1,0 0 3-16,0 0 24 16,0 0-26-16,0 0 5 0,4 0 3 15,1 0-10 1,2 15-1-16,0 16-4 16,-1 17 4-16,3 8 2 15,-2 6 0-15,10 30-2 16,10 3 4-16,0-3-4 15,0-4-2-15,-8-29 0 16,-9-9-2-16,-6-13-8 16,-4-11 6-1,-10-13 2-15,-29-13 7 16,-9 0 10-16,-4-10 4 16,6-19-8-16,7-3-1 15,12-1 10-15,14-6 21 16,11-7-31-16,2-4-1 15,25-26 11 1,31-10-18-16,17 4-2 0,12 5-22 16,-14 33-33-16,-11 16-16 15,-16 10-9 1,-24 6-45-16,-15 8-110 16,-5 4 193-16,0 0-16 15,-11 0 29-15,-3 0 30 16,8 0 1-16,1 0 0 15,5 0 29-15,0 0 34 16,0 0 7-16,0 0 37 16,9 0 15-1,11-6-29-15,3-8-14 0,-4-4-28 16,2 0-27-16,-8-2-10 16,-2-5-5-1,-8 2-6-15,-3 5-3 16,0 4 5-16,-3 14 16 15,-19 0-14 1,-7 0-6-16,-7 23-1 0,3 9-5 31,4 3 3-31,15 3 1 0,14 2 1 16,0-6-4 0,16-6 4-16,22-8 2 0,9-12 5 15,6-4 1-15,5-4-8 16,-33 0-42-1,-5 0-613-15</inkml:trace>
  <inkml:trace contextRef="#ctx0" brushRef="#br1" timeOffset="52028.07">27249 13052 150 0,'4'-20'150'16,"-4"6"-114"-16,0-2 1 15,2 2 52-15,-2-2 19 16,0 2-80-16,0 2 5 16,0 2 27-1,-6 2 14-15,-6 3-3 0,4 1 5 16,3 4-31-16,3 0 4 15,2 0-7 1,0 0-13-16,0 0 1 16,0 0-16-16,0 0 19 15,0 0-1-15,0-1-10 16,21 1-16-16,12-2-3 16,13 0 32-16,6 0-20 15,-4-1-10-15,2 2-5 16,-13-2 1-1,-12-1 1-15,-9 3 0 0,-14-2-1 16,-2 3 1-16,0 0 3 16,0 0 1-1,0 0-18-15,0 0-20 16,0 0-26-16,0 0-78 16,0 0-294-1</inkml:trace>
  <inkml:trace contextRef="#ctx0" brushRef="#br1" timeOffset="52616.44">27944 12595 351 0,'20'-26'198'0,"-20"22"-14"16,0 1 14-16,0 3-114 0,-23 0-63 16,-12 15 1-1,-7 23-1-15,-1 10 7 16,12 2 6-16,11 2-16 16,9-3-13-1,11-4-5-15,0-10 2 16,14-13-3-16,17-8 1 15,-2-12 6-15,4-2-3 16,0 0 4-16,1-14 8 16,-7-10 5-16,-5-1-12 15,-7 3-2-15,-10 7 2 16,-3 6-6-16,-2 7 16 16,0 2-13-16,0 0-5 15,0 4-20-15,0 18-3 31,0 7 23-31,2-5 0 16,14-6-4-16,9-10-2 16,6-8 6-16,7 0 3 15,4-4 5-15,3-17 13 16,-6-1 1-16,-7 1-21 16,-10 0 3-16,-13-1 6 15,-9 3-6-15,0 4 7 16,-42 7-11-16,-16 8-7 15,-11 0 7-15,-5 10-20 16,5 16-16 0,22-2-155-16,40-16-121 15,7-2-80-15</inkml:trace>
  <inkml:trace contextRef="#ctx0" brushRef="#br1" timeOffset="53049.82">28388 12705 816 0,'10'-16'65'0,"-1"10"14"16,1 6 67-16,-2-2-60 15,1 2-60 1,0 0-26-16,0 0-5 15,4 14 5-15,1 20 2 0,13 18-1 16,-3 4-2 0,-2-2-2-16,1-4-31 15,-10-15-7-15,-7-11 0 16,-1-8 8 0,-5-8 17-16,0-8 14 15,0 0 7-15,-2-4 33 16,-10-22 11-16,4-4-19 15,6-4 17-15,2-6-11 16,0-3 10-16,22-3-37 16,14 0 0-16,20 2-9 15,3 8 0-15,3 10-2 16,-2 12-3-16,-19 12 3 16,-10 2-24-16,-11 0-4 15,-20 0-32 1,0 0-496-16</inkml:trace>
  <inkml:trace contextRef="#ctx0" brushRef="#br1" timeOffset="53955.87">28940 12613 368 0,'13'4'46'0,"-2"-2"65"15,1 2 15 1,-2-2 21-16,-1 2-66 15,1 2-42-15,-4 0 14 16,1 4 0-16,2 8-16 16,0 4-12-16,0 8 9 15,-1 2-23-15,-3 2-6 16,2 0-1 0,-5-4-1-16,0-8-1 0,3-8-2 15,-3-5 1-15,-2-8 0 16,2-1-2-1,0 0-1-15,-2 0-283 16,2 0-99-16</inkml:trace>
  <inkml:trace contextRef="#ctx0" brushRef="#br1" timeOffset="54502.64">29234 12501 386 0,'0'0'182'0,"0"-22"-117"15,0 22-22 1,0 0-38-16,2 0-5 15,-2 0 1-15,0-3 2 16,0 2 22-16,0-2 48 16,0 2 5-16,0-2-19 15,0-1-17 1,2-2-14-16,3 1-27 0,2-4 2 16,-3 1-3-16,0 0 1 15,1-2 3 1,-1 2 9-16,0-2 27 15,2 2-18-15,-4 2 14 16,-2 2-2-16,0 4-4 16,0 0-7-16,0 2-23 15,0 28-10-15,0 13 5 16,0 11 5 0,0 22 14-16,2 0-6 15,13 2-5-15,3-5-1 16,-3-23-2-16,-3-9 0 15,-3-9 0-15,-3-10 0 16,-1-7-1-16,-5-7-6 16,2-6-18-16,-2-2-49 15,0 0-72-15,0-12-69 16,0-6-256-16</inkml:trace>
  <inkml:trace contextRef="#ctx0" brushRef="#br1" timeOffset="55111.28">29279 12799 504 0,'0'0'120'0,"-14"-42"-38"16,14 32 64-16,0 0-58 16,10-2-34-16,9 4-7 15,4 0-25-15,3 6-11 16,14 2-11 0,2 0 0-16,3 12 0 0,-3 12 0 15,-13 6 1-15,0 2 2 16,0 6 0-1,-2 6 1-15,-4-3 3 16,-8-10-4-16,-9-6-3 16,-6-15-3-16,0-6 0 15,0-2 0-15,0-2 3 16,0 0 18-16,0-8 1 16,6-16-14-16,11-16 15 15,8-6 9 1,6-3-24-16,4-3-4 15,-6 12-1-15,-4 8 4 16,-6 4-4-16,-5 12 0 16,-7 4 1-16,-5 8-3 15,-2 4 2-15,0 0-3 16,0 0-3 0,0 0 0-16,-17 10 5 15,-2 14 1-15,1 6-3 16,7 4 1-16,7 10-1 15,4-3-1-15,0-5-2 16,0-10 3-16,20-15-1 16,4-2 0-16,3-7 4 15,12-2 7 1,1-4 43-16,-5-21-22 0,-4-8 2 16,-18 0 5-1,-5-1-9-15,-8 4-7 16,0 4-9-16,0 10 29 15,-17 4-17-15,-3 10-22 16,-18 2-22-16,-1 4-34 16,10 16-48-16,18-6-103 15,11-8-445-15</inkml:trace>
  <inkml:trace contextRef="#ctx0" brushRef="#br1" timeOffset="55376.85">30179 12525 775 0,'0'-64'95'16,"0"31"-13"-16,0 17 81 15,0 10-60-15,0 6-65 16,0 2-36-16,0 29-2 16,0 15-20-16,13 10 20 15,14 30 0 1,4 2 4-16,0-2-2 15,-2-9-4-15,-11-32 2 16,-3-12 0-16,-3-13-26 16,-1-12-34-16,-3-8-169 15,-8 0-31-15,0-10-145 16</inkml:trace>
  <inkml:trace contextRef="#ctx0" brushRef="#br1" timeOffset="56209.98">30459 12515 743 0,'0'0'219'0,"0"0"-101"16,0 0 6-16,5-71-65 15,-5 75-48-15,0 31-11 16,0 11-15-16,0 10 15 16,0 8 5-16,14 12-4 15,3-4-1 1,5-10-3-16,1-12-12 15,-8-25-15-15,3-11 0 16,2-6 1-16,9-8-4 16,6 0-45-16,4-15 35 15,-1-14 26-15,-7 0 17 16,-7-3 19 0,-4-1 25-16,-6 2 9 15,-3-1 101-15,-3 4-107 16,-5 2-14-16,-3 0-18 15,0 10-10-15,0 6-3 16,-14 6 1-16,-3 4-3 16,-8 0 0-16,3 20-4 15,1 18 0 1,13 6-8-16,8-2 6 0,0-3 2 16,14-13-1-1,14-8-5-15,10-4 8 16,7-4-1-16,8-9-14 15,8-1-21-15,5 0-4 16,15 0-6-16,-4-19 18 16,-12-13 24-16,-14-7 6 15,-28 1 4-15,-17 2 17 16,-6 6 35 0,0 4-16-16,-35 10 29 15,-17 8-60-15,-10 8-6 16,0 0-3-16,14 26 0 15,11 8-2-15,17 2-6 16,15 0-11-16,5-2 16 0,0-7-1 16,23-9-1-1,8-10 5-15,4-8 9 0,8 0-2 16,-3-14 3 0,4-19-5-16,1-9-2 15,-9-24-3-15,-12-8-47 16,-11-8 16-16,-6 0-2 15,-7 25-5-15,0 15 38 16,0 20 8 0,-7 14 81-16,3 8-62 15,0 0-2-15,-5 14-21 0,-3 57-2 16,4 23 3 0,8 14 2-16,0 8 3 15,0-23-8-15,13-13-2 16,-8-8 0-16,-5-62-12 15,0-8-397 1</inkml:trace>
  <inkml:trace contextRef="#ctx0" brushRef="#br1" timeOffset="57287.98">24991 13864 563 0,'-11'-16'327'0,"11"16"-238"16,0-2 26-16,0 2-68 15,0 0-28-15,0 0-18 16,0 0 1-16,0 8 2 15,7 18 3-15,3 8-2 16,7 24-1 0,3 7 3-16,7 0-7 15,-2 2-1-15,-6-25 0 16,-7-8-14-16,-3-14-5 16,-7-10 15-16,-2-10 5 15,0 0 0-15,0 0 19 16,4-36 15-1,0-20-23-15,8-7-1 0,5-5 16 16,4 9-7-16,6 0-3 16,0 9-8-1,-2 4-2-15,-2 14-4 16,-7 12-2-16,-3 8 0 16,-4 12-8-16,0 0-50 15,-9 0-148-15,0 4-226 16</inkml:trace>
  <inkml:trace contextRef="#ctx0" brushRef="#br1" timeOffset="57988.06">25404 14080 401 0,'0'0'227'0,"15"51"-70"15,-1-41-31-15,-1-10-77 16,5 0 1-1,7 0 10-15,2-22-1 0,-1-6-4 16,1-6-46-16,-7-2 1 0,-5-13-5 16,-10 3 5-1,-5 6-8-15,0 6 5 0,-5 16 8 16,-14 8-1-16,-6 10 2 16,-15 0 10-1,-1 24-26-15,-1 24-2 16,5 10 1-16,16-5-4 31,17 1 3-31,4-6-3 16,0-6-1-16,20-10 4 15,6-8 2-15,5-10 3 16,23-14 1 0,2 0 1-16,4-28-5 0,3-10-12 15,-21-2-11-15,1-2 5 16,-6-6 12-1,-1-19 5-15,-5 3 4 16,-9 2-1-16,-6 10-1 16,-9 26 11-16,-7 10 9 15,0 12 0-15,0 4 8 16,0 0 21-16,-2 0-50 16,-19 12 0-16,-5 22-4 15,3 10 2 1,8-2 0-16,11 4-4 0,4-8-1 15,2-2 3-15,19 0 1 16,18 7-1 0,-6-6-31-16,-1-2 16 15,-13-7-2-15,-17-12 0 16,-2-6 11 0,-13-2 4-16,-29-6 6 0,-5-2 6 15,-7 0-1-15,10 0-4 16,11-10 1-1,14-12-2-15,19-4-32 0,0-4-87 16,21 19-161-16,6 4-107 16</inkml:trace>
  <inkml:trace contextRef="#ctx0" brushRef="#br1" timeOffset="58254.17">26148 13844 523 0,'23'-24'168'15,"-23"22"-31"-15,0 0-54 0,0-4-64 16,0 4-3 0,0 0 12-16,0-4 21 15,0 6-7-15,0 0 13 16,0 0 8 0,0 10-19-16,0 26-46 15,0 12 2-15,0 10 15 0,0-8-4 16,0-1-6-1,0-7-5-15,0-8 0 16,0-8-2-16,0-10-4 0,0-8-17 16,4-8-51-1,-2-8-106-15,-2-18-267 16</inkml:trace>
  <inkml:trace contextRef="#ctx0" brushRef="#br1" timeOffset="58378.59">26099 13619 1080 0,'0'0'70'16,"0"0"-70"-16,-15-10-95 15,15 28-176-15,0 5-209 16</inkml:trace>
  <inkml:trace contextRef="#ctx0" brushRef="#br1" timeOffset="58737.88">26507 13814 653 0,'0'0'78'16,"0"0"28"-16,0 0 75 15,0 0-87-15,0 0-36 16,69-92 2-16,-69 90-49 16,0 2-11-16,0 0-14 15,0 6-7 1,-6 18 21-16,1 6 0 0,5 0 0 15,0 6-2-15,0 0-3 16,26 12 5 0,13 1-2-16,1-3 0 15,-5-5-27-15,-19-12-27 16,-14-9-18 0,-2-4-35-16,-16-4 103 0,-24-6 6 15,-16-2 31-15,-4-4 0 16,-2 0 3-1,13 0-25-15,17-8-9 16,17-10-1-16,15 0-87 16,2 10-175-16,19-2-140 15</inkml:trace>
  <inkml:trace contextRef="#ctx0" brushRef="#br1" timeOffset="58987.82">26815 13627 535 0,'0'0'350'16,"0"0"-244"0,13-63-3-16,-13 63 19 15,0 1-73-15,0 30-49 16,0 14-7 0,0 34 7-16,0 7 4 15,0 2-1-15,8-2-3 0,6-23-1 16,-3-15-1-1,-1-10-5-15,-2-12-15 16,-1-10-78-16,-3-14-15 16,-4-2-99-16,0-8-114 15</inkml:trace>
  <inkml:trace contextRef="#ctx0" brushRef="#br1" timeOffset="59362.74">26794 13930 740 0,'0'0'262'0,"0"0"-161"15,0 0-29-15,48-66-57 16,-2 56-3-16,5 4 2 16,0-2-3-16,-4 0 30 15,-5 2-21-15,-11-2-10 16,-15 8-4 0,-9-2-5-16,-7 2 4 0,0 0-1 15,-9 14 0-15,-15 20-1 16,-5 12-2-1,8 15 0-15,13-3-11 16,8-8-11-16,0-10 15 16,16-22 4-16,13-8 4 15,4-8-2-15,5-2 16 16,-3-2 21-16,-2-22-24 16,-8-6-2-16,-12-16-6 15,-11 1 2 1,-2-5-3-16,-13 10-4 0,-22 16 0 15,-8 10-2-15,1 10-1 16,-10 4-33 0,13 0-174-16,28 12-43 15,11 0-216-15</inkml:trace>
  <inkml:trace contextRef="#ctx0" brushRef="#br1" timeOffset="59706.4">27262 13894 579 0,'0'0'89'15,"0"0"27"-15,116-60 107 0,-105 52-77 16,-9 8-60-16,-2 0-31 16,0 2-39-1,0 46-16-15,5 12-8 16,-3 11 8-16,5-3-4 16,-1-23-12-16,1-6-1 15,2-19 17 1,-2-6 3-16,-3-8-1 15,-2-6 4-15,-2 0 7 0,0-22 28 16,5-18 11 0,-1-13-29-16,6-5 12 15,3 8-5-15,0 4-3 16,5 6-17 0,2 10-1-16,4 12 9 15,-4 8-18-15,5 6-9 0,0 4-9 16,4 0-51-1,-19 0-49-15,-1 0-51 16</inkml:trace>
  <inkml:trace contextRef="#ctx0" brushRef="#br1" timeOffset="59941.09">27883 14213 1169 0,'0'0'251'0,"0"-14"-251"16,-8-4-25-1,-1 10 20-15,1 0-623 16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6T18:04:27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11296 8350 20 0,'2'-3'0'0</inkml:trace>
  <inkml:trace contextRef="#ctx0" brushRef="#br0" timeOffset="252.65">11296 8350 85 0</inkml:trace>
  <inkml:trace contextRef="#ctx0" brushRef="#br0" timeOffset="1341.75">11296 8350 85 0,'82'24'92'0,"-82"-30"-46"0,0-4-23 0,0 2-11 0,0 1 5 0,0 0-9 16,0 4 8-16,0-1-10 16,0 0 0-16,0 4 3 15,0-1-3-15,0 1 3 16,0 0 5-16,0-2-3 15,0 2 6-15,0-2-12 32,0 2 2-32,0 0 10 0,0 0-13 15,0 0-4-15,0 0 0 0,0 0 2 32,0-2-2-32,0-1 0 0,0 2 10 15,0-2-4-15,0 3-3 16,0 0 7-16,0-1 17 15,0 1 13-15,0 0-18 16,0 0 4-16,0 0 4 16,0 0-19-16,0 0 2 15,0 0-3-15,0 0 21 16,0 0-17-16,0 0 2 16,0 0 6-16,0 0-19 15,0 0 3-15,0 5-6 16,0 16 1-16,-2 3 12 15,-5 6-3-15,-1 4-2 16,-9 6 9-16,2 8-8 16,-5 4 20-16,-3 6-3 15,0 9-13-15,-8 7 19 16,-8 10-15-16,-3 8-9 16,-10 7 8-16,-5 1-10 15,-13-2 4-15,-3-4-6 16,-27 15 13-1,-7-9-12-15,-4-4 6 0,-5-4 11 16,18-26-8-16,-3 2 1 16,1-1-5-16,2-1-8 15,0 2 20-15,1 1-14 16,-7-4 2-16,2-3 12 16,2-1-14-16,4-3 9 15,0 0-5-15,4-2 18 16,-3 4-24-16,-1 0 1 31,7-2 5-31,-13 11-9 16,4-7 3-16,4-4-2 0,3-4-3 15,17-16 19-15,-2-2-18 16,3-3-1-16,1-3 6 16,1-4-4-16,-2-2-3 15,-5 0 0-15,-3-4 3 16,-1-2 1-16,4-2-4 15,3 2 0-15,3-2 0 16,5 4-1-16,0 2 0 16,-2-2 1-16,-18 8-1 15,2-1 1 1,2-4 0-16,4 2 0 0,23-7 0 16,2-2-1-16,2-3 0 15,-4 0 2-15,-2-1 3 16,-5-4-4-16,1-2 0 15,0 0 2-15,4-2 1 16,2 0-3 0,9-2 0-16,5-2 7 0,4 0-7 15,7 0 1-15,2 2 1 16,-3 0-1 0,3 0-2-16,0 2 1 0,6 0 0 15,7 0 0-15,3-2 0 16,5 0 0-16,6 0-2 15,0-2 2-15,2 0 0 16,0 0-8-16,0 0-1 16,0 0 2-16,0 0 1 15,0 0-23-15,0 0-81 16,0 4 49-16,2 0 0 16,14-4-27-16,15 0-25 15,3 0-20 1,-19-6-147-16</inkml:trace>
  <inkml:trace contextRef="#ctx0" brushRef="#br0" timeOffset="2073.33">6673 11199 530 0,'0'-10'215'15,"0"6"-157"-15,0 4 18 16,0 0 24-16,0 0-49 16,0 0-27-16,-8 0-24 15,-5 0 3 1,-11 4-3-16,-7 16 9 0,-7 6 12 16,-4 6-8-16,-1 2-4 15,-3 4 17 1,-4 1-15-16,4-3 5 0,-1 0-4 15,11-8-2-15,9-4 13 16,12-6-17 0,10-8-4-16,5 2-3 0,0-4-11 15,8 2 11 1,23 0 1-16,19 0 2 16,10 0-2-16,3-4 0 15,-1 0 3-15,-12-2-1 16,-11-2-2-16,-5 2 0 15,-10 0 0-15,-7-2 4 16,-11 0-4-16,-4 0 0 0,-2-2 0 16,0 2 1-16,0-2-2 15,0 2-2 1,0 0-91-16,0 0-35 16,0 3-84-16,0-5-51 15,-2 0-38-15</inkml:trace>
  <inkml:trace contextRef="#ctx0" brushRef="#br0" timeOffset="3335.63">2564 10961 623 0,'-5'0'28'16,"5"0"-28"-16,0 0 0 0,0 14 30 16,9 18-29-16,7 5 9 15,1 6 24-15,2 5-17 16,-1 4 7-16,-3 2-1 16,-1 6-3-16,-1-1 7 15,-2-3-19 1,0-8 1-16,0-8 35 0,0-8-27 15,-1-10 1-15,-2-8-10 16,1-10 12 0,-2-4-17-16,2 0 8 15,2-8 39-15,5-24-2 16,5-10 4-16,2-8-15 16,-1-7-26-16,-1-5 16 15,0-2-23-15,0-6-2 0,1 2 14 16,-4 0-14-16,-2 3 1 15,1 10-1 1,-1 2 15-16,-1 7-17 16,-3 8 0-16,-1 10 3 0,-9 10-3 15,0 10-1 1,-2 8 0-16,0 0-24 16,0 4 0-16,0 30-37 15,0 12-38-15,-4-20-37 16,-5-4-189-16</inkml:trace>
  <inkml:trace contextRef="#ctx0" brushRef="#br0" timeOffset="3692.48">3239 11376 11 0,'0'0'663'0,"0"0"-592"16,0 0-61-1,0 0 64-15,12 0 87 16,-12 0-117-16,0 0-15 16,0 0 5-16,-27 7-33 15,-14 24 2-15,-1 9 1 16,0 6-2-16,20-8 12 15,11-2-14-15,11-4 0 16,0-8-6-16,19-4 6 0,19-8-5 16,13-10 5-16,5-2 0 15,0 0-8-15,-5-8 7 16,-37-2-83 0,-8 0-531-16</inkml:trace>
  <inkml:trace contextRef="#ctx0" brushRef="#br0" timeOffset="4099.04">3845 10812 655 0,'0'0'124'0,"0"0"-124"15,0 0 0-15,9-20 102 16,-9 20-7-16,-9 0-84 16,-13 20-6-16,-7 10-5 15,-5 13 0-15,1 11 16 16,2 14-7-1,6 14 8-15,8 8 35 0,13 6-41 16,4-3-4-16,0-7-7 16,31-4 0-1,13-16 1-15,2-15-1 0,4-18 12 16,-19-21-12-16,-4-10-2 16,-5-2-10-16,-7 0-69 15,-3-24-12-15,-12 6-92 16,0-4-134-16</inkml:trace>
  <inkml:trace contextRef="#ctx0" brushRef="#br0" timeOffset="4500.81">3910 11113 566 0,'0'0'194'0,"0"0"-171"16,0 0-16-16,0 0 11 15,0-30 26-15,0 30-16 16,0 0-24-16,2 0 8 16,-2 0-11-1,2 0 4-15,-2 0 17 0,0 0-15 16,0 0 0-16,0 0 0 16,0 0 6-1,0 0-13-15,0 0 0 16,0 0-4-16,0 0 1 15,0 0-14-15,0 0-6 0,0 6 3 16,0-4 15-16,0 4-47 16,0-4-14-16,-4 2 46 15,2 0-48-15,-1-2 30 16,3 2 20-16,-2-4-7 31,0 2 4-31,2 0-20 0,0 0 8 16,0-2-25-1,0 2-24-15,0-2-16 0,0 0-141 16</inkml:trace>
  <inkml:trace contextRef="#ctx0" brushRef="#br0" timeOffset="4956.66">3901 11121 202 0,'0'0'171'15,"0"0"-119"-15,0 0 111 16,0 0-62-16,0 0-35 16,0 0 7-16,0 0-26 15,0 0-21-15,0 0-14 16,0 0-8-16,0 2-3 0,2 18-1 16,11 6 0-16,3 2 7 15,2 0-6-15,2-2-1 16,-3-6 1-16,-1-2-1 15,-5-6 3-15,-1-3-3 16,-6-4 0-16,0-1 4 16,1-2-7-16,-5-2-18 15,0 0-64-15,2 0-35 16,0-10-62 0,-2-4-21-16,2-4-93 15</inkml:trace>
  <inkml:trace contextRef="#ctx0" brushRef="#br0" timeOffset="5175.35">4105 11065 291 0,'0'0'190'16,"0"0"-54"-1,0 0-2-15,0 0 90 16,8-4-220-16,-8 38 2 16,-10 8 13-16,0 22-16 15,-1 6 10-15,1 2-5 16,2-3-2-16,3-21 6 15,3-10-12-15,0-8 2 16,2-8 0-16,0-8-2 16,0-6-5-16,0-6-30 0,0-2-96 15,0 0-103 1,2-12-70-16</inkml:trace>
  <inkml:trace contextRef="#ctx0" brushRef="#br0" timeOffset="5378.42">4228 11217 613 0,'0'0'203'15,"0"0"-170"-15,0 0-28 16,0 0 5-16,89-46 16 16,-60 46-26-16,-2 0 0 15,-4 0-25-15,-6 0-83 16,-7 0 19-16,-8 0-19 15,-2 0-28-15,0 0-34 16</inkml:trace>
  <inkml:trace contextRef="#ctx0" brushRef="#br0" timeOffset="5548.05">4215 11323 516 0,'0'0'81'16,"0"0"-76"-16,0 0 44 15,0 0 42-15,0 0 54 16,102-36-119-16,-62 22-21 0,-1 1-5 16,-2 0-40-1,-5 3-50-15,-28 8-114 16,-2 0-76-16</inkml:trace>
  <inkml:trace contextRef="#ctx0" brushRef="#br0" timeOffset="5834.37">4574 11133 728 0,'0'0'14'15,"0"0"0"-15,0 0 22 16,0 0-17-16,2 114-13 16,3-80-4-16,5-8 0 0,4-18 2 31,1-8-3-31,2 0 13 15,2-5 37-15,6-26-8 16,-5-9 12-16,-3-4-32 16,-10 0-16-16,-7 4 9 15,0 4-3 1,-7 8-1-16,-17 7 25 0,-2 10-37 16,-1 11-11-16,-2 0-38 15,17 0-78 1,-1 8-217-16</inkml:trace>
  <inkml:trace contextRef="#ctx0" brushRef="#br0" timeOffset="6203.17">4676 10858 229 0,'0'0'663'0,"0"0"-663"16,0 0 25 0,0 0-7-16,-20-32 42 0,53 32-47 15,17 24-12-15,10 12 5 16,2 8 1-16,-2 11-6 16,-1 9 7-16,-9 12-8 15,-5 6 3-15,-11 7 3 16,-12-2-6-16,-15-4-4 15,-7-7 9-15,-27 4-2 16,-29-8-2 0,-9-12 8-16,-1-13 21 15,24-25-2-15,7-14-9 16,9-8-11-16,8 0-8 16,7 0-20-16,11-19-170 15,0 4-218-15</inkml:trace>
  <inkml:trace contextRef="#ctx0" brushRef="#br0" timeOffset="6559.41">5225 11149 515 0,'0'0'289'0,"0"0"-289"16,0 0 4-16,0 0-4 15,39-20 42-15,3 10-10 16,8-2-3-16,-2 2-11 15,-3 0-4-15,-11 6-12 16,-14 2-2-16,-9 2 0 16,-7 0-20-16,-4 0-9 15,0 0 5-15,0 14-88 16,-15-4-60-16,-1-2-224 16</inkml:trace>
  <inkml:trace contextRef="#ctx0" brushRef="#br0" timeOffset="6748.65">5262 11365 556 0,'0'0'299'0,"0"0"-299"0,0 0 23 16,0 0 22 0,0 0 41-16,116-46-19 0,-67 27-64 15,-2 0-3-15,-5 5-3 16,0 4-37-1,-5 0-63-15,-14 2-80 16,-20 6-85-16,-3 2-74 16</inkml:trace>
  <inkml:trace contextRef="#ctx0" brushRef="#br0" timeOffset="7233.41">5661 10752 382 0,'0'0'159'0,"0"0"-107"15,0 0-38-15,0 0 72 0,-2-20-9 16,2 20-23-1,0 0-11-15,0 12-1 16,9 14-26-16,7 8 4 16,3 8 0-16,10 26 7 15,0 4-19-15,5 3-8 16,-3-1 15-16,-9-26-15 16,-1-6 0-16,-4-10 2 15,-6-10 1-15,-4-8 11 16,-5-7 4-16,0-6-2 15,1-1 20-15,-1 0-4 16,-2 0 17-16,0-22 11 16,2-14 24-16,-2-12-79 15,2-12-2-15,0-4 12 16,-2-22-14 0,0 7-1-16,0 13 0 0,0 16-1 15,0 30-3-15,0 10-9 16,0 8-24-16,0 2-10 15,0 0-109-15,-2 10-177 16</inkml:trace>
  <inkml:trace contextRef="#ctx0" brushRef="#br0" timeOffset="7666.26">6272 10888 505 0,'0'0'133'15,"0"0"-110"-15,0 0 63 16,62-38 43 0,-62 38-58-16,0 0 29 0,0 0-76 15,-12 0-21-15,-19 22 9 16,-19 12-5-1,-2 4 10 1,5-3 8-16,13-6-7 0,22-11-5 16,9-3-13-16,3 1-11 15,0-2 8-15,29-2-3 16,11 4 6-16,5-6 3 16,-5 2-1-16,-9-2 1 15,-6-2-3 1,-8 0 0-16,-5-2 1 15,-5 2-2-15,-5 0 1 0,-2 2-8 16,-11 6 8 0,-36 2-11-16,-26 2-12 15,-19-2-24-15,1-6-71 16,50-10-79-16,10 0-123 0</inkml:trace>
  <inkml:trace contextRef="#ctx0" brushRef="#br0" timeOffset="8477.26">5198 12228 639 0,'0'0'176'15,"-10"6"-163"-15,10-6 148 16,0 0-121-16,0 0-38 15,18 0-2-15,22-6 28 32,14-10 4-32,2 0 2 15,2 2-11-15,-18 5-10 0,-9 4-13 0,-6 3 0 16,-10 2-1-16,-6 0 1 16,-7 0-21-16,-2 0-24 0,0 0-10 15,0 3-5 1,-11 6-99-1,-4-3-213-15</inkml:trace>
  <inkml:trace contextRef="#ctx0" brushRef="#br0" timeOffset="8692.53">5246 12390 543 0,'0'0'156'0,"0"0"-143"16,0 0 50-16,0 0 78 15,23 16-111-15,24-22 1 0,8-8 2 0,7-2-8 16,1 0-13-16,-5 4-4 16,-9 0-8-16,-7 4-68 15,-11 0-104-15,-31 6-32 16,0-2-111 0</inkml:trace>
  <inkml:trace contextRef="#ctx0" brushRef="#br0" timeOffset="9022.67">5871 12068 906 0,'0'0'29'0,"0"0"-18"15,0 0-11 1,0 0 25-16,-101 140-16 0,101-100-4 15,0-16-5-15,27-8 0 16,6-10 0-16,8-6 1 16,5 0 22-16,4-22-10 15,0-10 10-15,-3-6 20 16,-13-2-25-16,-12 0 1 16,-17 0 13-16,-5 4 70 15,-7 7-70-15,-32 9-17 16,-5 10 2-16,-22 10-17 15,1 2-17 1,9 24-8-16,14 5-86 16,42-20-180-16,0 0-487 15</inkml:trace>
  <inkml:trace contextRef="#ctx0" brushRef="#br0" timeOffset="9497.44">6291 11953 735 0,'0'0'121'15,"0"0"-118"-15,0 0 95 0,0 0-53 16,14-6-37-16,-12 6 10 16,5 6-17-1,1 24 4-15,9 8 10 0,0 9-9 16,5-1 12-16,1 0-10 16,-1 2-7-16,2-2 10 31,-6-10-9-31,1-8-1 15,-9-12 17-15,-3-8-16 16,-1-6 17-16,-3-2-7 16,2 0-1-16,-1-10 80 15,3-24-52-15,-1-12-9 16,1-2-18-16,-3-18 9 16,-1-1-20-16,-1 9 0 0,-2 6 4 0,0 28-5 15,0 14-20-15,0 10-27 16,0 0-51-16,-2 0-111 31,-12 14-406-31</inkml:trace>
  <inkml:trace contextRef="#ctx0" brushRef="#br0" timeOffset="21990.1">20075 8689 455 0,'19'10'51'15,"-3"-6"-42"-15,-1 0 91 0,3 0-14 16,5 2-53-16,-6-1-14 15,-1-1-1-15,-5 1 21 16,-4-3-21-16,-2 0 1 16,-3-1 1-16,2 2-13 15,-2-2 5-15,1 2-8 16,1-1-4-16,0 0 15 0,-4 0-11 16,2 0 1-1,1 2 6-15,-3 4 1 16,7 0-11-16,-5 6 1 15,5 2 9-15,6 10-10 16,5 8 1-16,4 2 0 16,7 6 1-16,0-4 2 15,3 0-5-15,-1 4 1 16,2 5 1-16,3 0 0 16,3 4 3-16,7 1-3 15,4-2 3-15,6-2-1 16,6 4-4-16,9-2 0 15,8 4 10-15,8 1-3 16,9-3-7-16,1 0 5 16,35 12-5-1,4-2 0-15,2 3 0 0,0-4 5 16,-25-8-3-16,3-1-1 16,5-2-1-16,4-2 6 15,-3 1-4-15,-4-8-2 16,-7 0 0-16,-1-3-2 31,2-6 2-31,-2-2 0 16,7-6-3-16,-1-2 8 15,2-2-5-15,-1 0 0 16,-1-6 8-16,36 4-4 16,2-2 8-16,6 0 5 15,3-2-17-15,-36-3 10 16,-4-2-10-16,-10 0 0 15,-6-5 2-15,-5-3-1 16,-2-1-1-16,-3 0 7 16,-1 0-3-16,-3 0 1 15,-4 2-5-15,-5 2 0 16,-7 4 8-16,-13-4-8 16,-12 1 3-16,-10-1 1 15,-9-3-2 1,-6 2 2-16,-5-3-1 15,-4 0 13-15,-4 0-15 0,-2 0 1 16,-1 0 1-16,-3 0 2 16,-4 0-5-16,-2 0 0 15,0 0 0-15,0 0 5 16,1 0-5-16,-3 0 0 16,0 0 0-16,0 0-1 15,0 0-3-15,0 0 1 16,0 0-3-16,0 0 4 15,-7 0 2 1,-9 0-8-16,-5-11 8 0,2 1-6 16,4 4 4-1,-3 1 2-15,5-2 4 16,-3-1-4-16,1 1 0 0,-6-6 0 16,-5 1 1-16,-1 0-6 15,0 0 5 1,0 2 0-16,5 2 5 0,0-2-5 0,4 2 2 15,0 2 4-15,4 0-3 16,8 2-3-16,2 2 2 16,4 2 15-16,0-2-15 15,0 2 0-15,0 0-2 16,0 0-3-16,0 0 0 16,8 0-2-16,13 0 5 15,8 6-3-15,6 8 5 16,3 0-2-16,3 2 7 15,-2 2-3-15,-5-2-4 16,-1 2 0-16,-4 0 4 16,-2-1-3-1,-10-6 0-15,-5 0-1 0,-8-6 3 16,-4-5-8-16,0 0 5 16,0 5 0-16,0-1-5 15,-13 4 5-15,-18 2 0 16,-7 0 4-16,-11 3-1 15,-5 1 3-15,-8-1-6 16,0-1 0-16,-1-8 7 16,3 0-7-16,11-4 4 15,9 0 1-15,17 0-6 32,13 0 1-32,7 0-3 0,3 0-1 0,7 0-34 15,22 0-87-15,-9 0-49 16,-2 0-211-16</inkml:trace>
  <inkml:trace contextRef="#ctx0" brushRef="#br0" timeOffset="22474.14">26206 10569 40 0,'-27'35'0'0</inkml:trace>
  <inkml:trace contextRef="#ctx0" brushRef="#br0" timeOffset="32132.67">25936 10138 244 0,'9'-24'65'0,"-6"14"1"16,-1 6-11-16,3-4-19 15,-5 4-5-15,2 2 42 16,-2 2-16 0,0 0-30-16,0 0-3 0,2 0 1 15,-2-2-3-15,0 2-6 16,2 0 1-16,-2 0 17 16,0 0-5-16,0-2 0 15,0 2-9 1,0 0 0-16,0 0 25 0,0 0-34 15,0 0 22-15,0 0-9 16,0 0-10 0,0 0-3-16,0 0-11 15,0 0-3-15,0 2-14 0,0 14-9 16,0 6 20-16,0 6 2 16,0 7 4-16,6 5 10 15,1 6-10-15,5 12 0 16,1 6-2-16,5 8 2 15,-1 0 8 1,1-4-8-16,-3-4 1 16,-1-9 0-16,-3-13 4 15,1-10-5-15,-3-12 1 16,-5-10 10-16,0-6-5 16,-2-4 13-16,-2 0-2 15,0 0 9-15,3 0 8 16,-3 0-20-16,2 0 2 15,3-4 22-15,-3-4-1 16,5-6-17-16,1-6-13 16,6-12-5-16,3-10 4 15,4-6-4-15,-2-11 6 16,2 1-5-16,-3-4-3 16,1-6 1-16,-3 0 1 15,-5-2 2-15,-2 3-4 16,-4 9 0-16,-3 8 2 15,3 10-2-15,-1 10 0 16,-2 8-1-16,2 8 3 16,-2 4-1-16,1 2-1 0,-1 4 0 15,-2 2 0 1,0 0-2-16,0 2 1 16,0 0-10-16,0 0 2 15,0 0-8 1,0 0-21-16,0 4-11 0,0 14-26 15,0 2-28-15,0 4-53 16,0-12-55-16,0-4-57 16</inkml:trace>
  <inkml:trace contextRef="#ctx0" brushRef="#br0" timeOffset="32585.69">26549 10666 307 0,'0'0'59'0,"11"0"66"15,-9 0-21-15,-2-8-45 16,0-6-17 0,0 2 36-16,0 4 7 0,0-1-38 15,0 5 0-15,-2 4-6 16,-11 0-32-16,-10 0-9 16,-8 8-2-16,0 17 2 15,0 7 19-15,2 8-7 16,12 2 1-16,5 2-13 15,10-2-1 1,2-8-9-16,0-6 10 0,14-9-4 16,15-9 4-1,19-10 0-15,6 0 14 16,0 0-8-16,-10-14-6 16,-22-7-2-16,-13 3-44 15,-9-2-61-15,0 12-89 16,0 2-151-16</inkml:trace>
  <inkml:trace contextRef="#ctx0" brushRef="#br0" timeOffset="33145.94">27104 9880 701 0,'0'0'29'0,"0"0"-27"0,0 0 61 16,-15 0 15 0,-1 2-78-16,-5 28 13 0,-5 12-2 15,-8 18 12-15,-12 50 0 16,-1 23 3-1,0 15 3-15,14 11-10 16,26-37-11-16,7-12 0 16,7-16-5-16,26-20-6 15,3-17 0-15,-1-17 3 0,1-12 2 16,-9-12 1 0,-5-10-3-16,-7-4 9 15,-3-2 6-15,-1 0 33 16,-5 0-46-16,2 0 4 15,-4 0-6-15,-2-16-38 16,0-4-56-16,-2 10-143 16,0-4-161-16</inkml:trace>
  <inkml:trace contextRef="#ctx0" brushRef="#br0" timeOffset="33695.67">27054 10409 672 0,'0'0'125'0,"0"0"-114"16,0 0 77-16,0 0 13 16,-6-68-81-16,6 68-11 15,0 0-6-15,0 0 6 16,0 0 17-16,0 4-3 15,2 24-4-15,16 10-19 16,3 6 3-16,-2 4 6 16,2-1-9-16,-6-5 6 15,1-6-6-15,-3-10-2 16,-4-8-2-16,-2-8-18 16,-1-8-14-16,-1-2-16 15,3-2-18-15,4-22-37 16,1-10 80-16,-1-8-22 15,-2-1 8-15,1-1 24 16,-3 0 17-16,0 6 1 16,-1 4 0-1,-5 12 18-15,0 12 104 0,-2 6-2 16,0 4-28-16,0 0-35 16,0 28-58-1,0 32-13-15,-9 19 13 16,-7 15 14-16,3-12-8 0,1 0 4 15,-2-8-9-15,5-10 6 32,3-13-7-32,0-15 2 15,4-12-1-15,0-8 3 16,2-10-5-16,0-6 1 16,0 0-81-16,0 0-422 15,0-18 94-15</inkml:trace>
  <inkml:trace contextRef="#ctx0" brushRef="#br0" timeOffset="33917.68">27449 10618 646 0,'0'0'259'0,"0"0"-221"15,0 0 22 1,25-35 47-16,-1 30-94 0,14-2-15 15,4 0 3-15,1 3-4 16,-3 1-7 0,-15 1-44-16,-10 0-5 15,-8 2-20-15,-7 0-65 0,0 0-41 16,-10 0-76-16</inkml:trace>
  <inkml:trace contextRef="#ctx0" brushRef="#br0" timeOffset="34113.17">27494 10706 619 0,'0'0'107'15,"0"0"-99"-15,0 0 68 16,0 0 35-16,0 0-74 0,75 16-10 16,-35-24 5-16,-1-2-27 15,-10 2-3-15,-5-2-2 16,-8 2-73-16,-16 2-115 15,0 2-161-15</inkml:trace>
  <inkml:trace contextRef="#ctx0" brushRef="#br0" timeOffset="34663.25">27910 10281 746 0,'0'0'140'0,"0"0"-138"16,0 0 146-16,0 0-147 16,0 0 1-16,0-20-2 15,0 20 10 1,0 4 13-16,7 20-23 0,0 6 8 15,2 6-3-15,-3 2 4 16,1 2 11-16,0 6-14 16,-5 0-4-16,3 4 1 15,-5 1 1-15,0-5-3 16,0-4-1-16,0-10 1 16,0-4 4-16,0-8 14 15,0-6-7-15,0-4-5 16,0-4 6-16,0-4-12 15,0-2 0-15,0 0 11 16,0 0-10-16,0 0 7 16,0 0 1-16,13 0-9 15,7 0 6-15,9 0-6 16,9 0 0-16,1 0 8 16,2 0-8-16,-3 0-1 15,-9 0 1 1,-9-2 3-16,-9 0-5 0,-9 2 1 15,-2 0 4-15,0 0-3 16,0 0 5 0,0 0-1-16,0 0-3 15,0 0-4-15,0 0-33 0,-8 0-66 16,3-2-85-16,-2-4-143 16</inkml:trace>
  <inkml:trace contextRef="#ctx0" brushRef="#br0" timeOffset="35079.18">28251 10024 780 0,'0'0'40'0,"0"0"-41"15,2 36 2-15,25 12 5 16,25 37 6 0,1 7 4-16,2 10-13 0,-7 10 10 15,-24-11 2-15,-13 1-4 16,-11-6-3-16,0-6-1 15,-9-14-4-15,-20-14 2 0,-6-11 1 16,-1-13 17-16,0-12 16 16,5-10-2-1,14-6-4-15,8-8-25 16,9-2-35-16,0 0-111 16,0-16-150-16</inkml:trace>
  <inkml:trace contextRef="#ctx0" brushRef="#br0" timeOffset="35391.65">28770 10483 906 0,'0'0'44'15,"0"0"-42"-15,0 0 54 16,0 0-25-16,65-18-31 16,-22 18-2-16,-3 0 2 15,-5 0 3-15,-6 0 3 16,-8 0-2-16,-9 2 0 15,-7 0-8-15,-5 6-32 16,-2 0-99-16,-16-4-159 16,-4 2-163-16</inkml:trace>
  <inkml:trace contextRef="#ctx0" brushRef="#br0" timeOffset="35558.04">28810 10669 585 0,'0'0'228'0,"0"0"-128"0,0 0 31 16,0 0-103-16,0 0-26 15,114-18-1-15,-64 7-1 16,-9-1-14-16,-38 8-104 16,-3 2-224-16</inkml:trace>
  <inkml:trace contextRef="#ctx0" brushRef="#br0" timeOffset="36023.14">29185 10291 606 0,'0'0'150'0,"0"0"-140"0,0 0 102 16,0 0-29-16,0 0-83 15,15-2-2-15,-12 42-12 16,-1 12 7-16,-2 6 7 16,2 4 9-16,3 5-2 15,4-7-6 1,4-8 5-16,1-10-6 0,1-12 1 16,-1-10 3-16,-6-8-4 15,3-10 3 1,-3-2 18-16,5 0 6 0,5-16 31 15,-1-14-6 1,3-10 13-16,2-5-32 16,-4-6 8-16,3-6-24 0,-4-7-3 15,-3-4 2-15,-1 0-14 16,-1 2 5 0,-6 6 2-16,-2 14-5 15,-2 9-4-15,-2 13 6 0,3 10-12 16,-1 10 5-1,0 4-38-15,2 0-9 16,1 12-84-16,0 18-119 16,-3-10 53-16,-2 0-100 15</inkml:trace>
  <inkml:trace contextRef="#ctx0" brushRef="#br0" timeOffset="36274.44">29615 10477 589 0,'0'0'207'0,"0"0"-133"15,0 0 57-15,9 38-60 0,-9-6-71 16,0 11-18-16,0 7 18 16,0 2 7-16,4-2 0 15,-2-8-4-15,3-4 3 16,-1-12-6-16,4-8 0 15,-4-8 2 1,-2-6 0-16,2-4-2 0,-2 0-76 16,-2 0-71-16,0-8-43 15,0-14-176 1</inkml:trace>
  <inkml:trace contextRef="#ctx0" brushRef="#br0" timeOffset="36557.61">29595 10489 393 0,'0'0'245'15,"0"0"-124"-15,0 0-3 16,0 0 2 0,0 0-81-16,0 0-28 15,40-50-11-15,-7 76 15 16,10 12-13-16,6 19 0 16,-4 5 2-16,-14 0-1 15,-14-6-5-15,-17-18 2 16,0-6-4-16,-27-6 1 15,-15-2 3-15,-2-8 0 16,-3-4 11-16,9-6 11 0,13-4-19 16,10-2-3-16,8 0-18 15,7 0-35 1,0-16-261-16,0 6 18 0</inkml:trace>
  <inkml:trace contextRef="#ctx0" brushRef="#br0" timeOffset="36976.39">30196 10459 378 0,'0'0'80'0,"0"0"-67"16,0 0 88 0,0 0-7-16,89-52 115 15,-89 52-85-15,0 0-19 0,-4 0-69 16,-34 0-12-1,-6 2-11-15,-7 16-10 16,3 4 6 0,22-4-1-16,10 2-5 0,8 3-6 15,6 0 2-15,2 4-2 16,0 0 2-16,13 1 2 16,9-1 0-16,1-1-1 15,0 0 0 1,-2-2 8-16,-3-4-6 0,-5-4-1 15,-9 0 2-15,-2-4-6 16,-2 2 2 0,0-2-11-16,-8 0 4 15,-15 0-6-15,-4-6 14 16,-4-2-7-16,-4-4 7 16,-5 0-16-16,0 0 8 0,-1 0-30 15,6 0-17-15,26-4-117 16,5-4-197-16</inkml:trace>
  <inkml:trace contextRef="#ctx0" brushRef="#br0" timeOffset="64385.94">13092 4780 139 0,'-3'-10'72'0,"3"6"-51"31,0-2-12-31,-2 0 73 0,2 2-34 16,0-2-23-16,-2 0 20 0,0 0 5 15,2-2-19 1,0 4 10-16,-2 0 7 15,2 2-27-15,0-2 2 16,0 0 5-16,0 2-10 16,0 0 5-16,0 2-10 15,0 0 18-15,0 0 0 16,0 0-9-16,0 0-4 16,-2 0-7-16,2 0 7 15,0 0-18-15,0 0-5 16,0 0-10-16,0 22 15 15,0 12 1-15,0 4 8 16,6 4-7-16,3-7 2 16,2 1 0-16,-2-4 1 15,-2-4-2-15,-1-8-3 16,-4-2 2-16,-2-6-2 16,0-4 0-16,2-2 2 0,0-2-1 15,-2-4 0 1,4 0-19-16,-4 0-37 15,0 0-48-15,2 0-21 16,-2 0-41-16,0 0-143 16</inkml:trace>
  <inkml:trace contextRef="#ctx0" brushRef="#br0" timeOffset="64651.48">12956 4895 497 0,'0'0'185'0,"0"0"-158"16,-18-4-26-16,18 2-1 16,0 2 8-16,6-4-8 15,17 0-4-15,4-4 4 16,8-2 16-16,1-1-3 15,1 0 6-15,-6 4-3 16,-4 1-16 0,-8 2-1-16,-19 4-256 0,0 0-3 15</inkml:trace>
  <inkml:trace contextRef="#ctx0" brushRef="#br0" timeOffset="65895.17">9491 6785 424 0,'-7'0'208'16,"7"0"-177"-16,0 0 65 0,0 0-14 15,0 0-35-15,0 0-35 0,0 0-6 16,0 0 17-1,0 0-4-15,0 0-2 16,0 0 2-16,3 0-13 16,17 0-4-16,9 0 6 15,6-1-8-15,5-8 7 0,0-1-7 16,-1 5 2-16,-4-2-2 16,-8 3 0-1,-10-2-15-15,-5 5-49 16,-8 1 36-16,-4 0-8 15,0 0 11-15,0-3-2 16,0-1-102-16,-4 3-73 16,-5-6-152-16</inkml:trace>
  <inkml:trace contextRef="#ctx0" brushRef="#br0" timeOffset="66888.52">9983 6386 175 0,'0'0'231'15,"0"0"-220"-15,0 0 7 16,-8 0-1-16,8 0 65 16,0 0-33-16,0 0-33 15,0 0-11-15,0-4 54 16,0-8-32-16,0-2-10 16,0-4 5-16,8-8-14 15,4-6-4 1,-1-2-3-16,2-2 7 0,-4 4 0 15,4 0-6-15,0-4-1 16,3 1 1-16,-1-1-1 16,4-1 3-16,-1-4-4 15,-3-3 0-15,3 4 5 16,0-2-4 0,4 2 4-16,1 2-5 0,4 2 6 15,4 0-4-15,4 0 2 16,14-9 6-1,7-3 4-15,2-2 10 0,2-2 5 16,-7 12-11 0,-4 0-5-16,0 2-2 0,-2 4-7 15,-2 2-1-15,-1 1-2 16,1 5 1-16,-3 2-2 16,-1 1 0-16,-1 4 4 15,-3 1-3 1,1 2-1-16,-3 2 0 15,2 0 0-15,3-2 0 0,16-2-5 16,6 0 5 0,2-2 1-16,5 2-1 15,-11 2-3-15,-4 0 2 16,-3 2 0-16,-6 1-1 16,-3 2-1-16,-5 3 2 0,0-2 1 15,-4-2-1-15,-2 3 2 16,0 0-1-1,-1-1 1-15,-1-1 2 16,-1 1-3-16,-8 5 2 16,-6 0 0-16,-8 3-2 15,-6 2-2-15,0 0-9 16,0 0 10-16,0 0 1 16,-2 0-6-16,-14 0 1 15,3 0-22-15,-5 0-22 16,5 4 6-16,-1 0 9 15,-1 0-9-15,-5 0-1 16,-3 2-9-16,-3-2-40 16,12-1-155-16</inkml:trace>
  <inkml:trace contextRef="#ctx0" brushRef="#br0" timeOffset="67272.45">11633 4868 137 0,'0'0'132'0,"-63"0"-78"15,56 0-13-15,5-1 72 16,2-2-7-16,0 2-41 15,0-2-11-15,0 3 5 16,0 0-12-16,0-1-15 16,0-3 0-16,2-1-10 15,14 0 0-15,2 1 17 0,-3 1-22 16,8 1-15-16,1-2 2 16,10 4 3-1,8-1-7-15,0 1 3 0,1 0-3 16,-10 0 0-16,-2 0 1 15,-4 0 0-15,-10 0-1 16,-1 0 0-16,-7 0-6 16,-7 0 5-16,-2 0-8 15,0 0 7-15,0 3 1 16,0 12 2-16,-13 9 19 16,-16 3 2-16,-6 4-12 15,-6 3-5-15,-14 6 1 16,-3-4-4 15,0 0-2-31,4-6-18 0,12-8-39 16,4-6-27-16,29-16-76 15,0 0-142-15</inkml:trace>
  <inkml:trace contextRef="#ctx0" brushRef="#br0" timeOffset="68212.39">9721 6078 397 0,'11'-4'55'0,"-5"2"-55"15,1 0 52-15,-2 2-11 16,1 0-30-16,-3 0 12 15,1 0-3-15,-2 0 1 16,-2 0 1-16,0 0-5 16,2 0-3-16,-2 14 10 15,0 6 0-15,0 6 10 16,0 4-4-16,0 8 2 16,0 0 13-16,0-2-5 15,0-2-25-15,0-6-12 16,0-3 4-16,7-10-5 15,9-3 2-15,6 1-1 16,16-9-2 0,6-4 5-16,8 0-4 0,6-3 11 15,-10-15 6-15,-3-4-7 16,-7 3-3-16,-11 2-9 16,-16 3 0-16,-11 2-52 15,0 12-115-15,-16-2-98 16</inkml:trace>
  <inkml:trace contextRef="#ctx0" brushRef="#br0" timeOffset="69337.64">9526 4995 316 0,'0'0'8'0,"-2"-20"24"15,2 14 44-15,0 2-6 16,0 0-11-16,0 2 9 16,0 0-6-16,0 2 4 15,0-2-7-15,0 0-6 16,0 2-23-16,0 0-4 16,0 0-9-16,0 0-4 0,0 0-12 15,0 0-1-15,0 0 0 16,5 0-3-1,15 6-2-15,9 12 5 16,6 8 11-16,5 4-11 16,10 12 1-16,-1 2-3 31,-7-2 3-31,-2-8-1 0,-18-13 0 16,-5-8 1-16,-9-7-1 0,-1-3 0 31,-5-2 0-31,0-1 5 15,0 0-3-15,0 0 13 0,0 0 10 0,2 0 20 16,2-12 3-16,-2-8 25 16,5-8-61-16,0-2-6 31,-4 0 4-31,1-12-4 16,-1 0-6-16,-5-4 6 0,0 0-5 0,0 8 1 31,0 4 1-31,0 4-1 15,0 5 0-15,0 5 4 16,0 6-3-16,0 2 3 16,0 4-6-16,0 2 0 15,0 4 1-15,0 2-1 16,0 0-16-16,0 0-29 16,0 0-31-16,0 0-49 0,-3 10-87 15,-3 14 70 1,2-14-26-16,1 2-33 15</inkml:trace>
  <inkml:trace contextRef="#ctx0" brushRef="#br0" timeOffset="69930.67">10149 4936 350 0,'0'0'185'16,"0"0"-144"-16,6 3-39 15,-6-1 57-15,0 4-5 16,0 6-32-16,0 8-18 16,-4 10 32-16,-10 6 4 15,5 4 7-15,3 2-22 16,2-6 10-16,4-4-30 15,0-3-3-15,0-8 0 16,13-5 3 0,7-10-2-16,-1-6-3 0,6 0 0 15,-9 0 7-15,-1-6-7 16,-6-7-23-16,-7-6-58 16,-2 1-20-16,0 2-40 15,-4-2-79-15,-9 0 34 16,-3 4 74-16,3-2 112 15,6 2 143-15,3 2 64 16,4 2-127-16,0 0-25 16,0 0-14-16,2 0-2 15,9 4-2 1,-2 2-4-16,-3 4 0 0,-1 0 4 16,2 0-2-16,4 18-5 15,5 14-19 1,-1 8 14-16,5 4 5 0,-5 0-10 15,6-1-15-15,-5-6-1 16,-5-2 0 0,-3-11-2-16,-1-6 5 0,-5-6-7 15,-2-4-23-15,0 0-85 16,0-8-85 0,0 0-58-16</inkml:trace>
  <inkml:trace contextRef="#ctx0" brushRef="#br0" timeOffset="70356.36">10440 4852 309 0,'0'0'87'15,"0"0"-74"-15,5-24 58 16,-5 24 97-16,0 0-74 16,0 0-63-16,-11 10-30 15,-7 8 38-15,2-1-8 0,5-1-1 16,6-2-6 0,5 0-17-16,0-2-5 15,0 0 2-15,23 0-3 0,6-2-2 16,13 0-3-1,1-2 4-15,-3-2 8 16,-7 0-8-16,-18-2 0 16,-5 0 2-16,-8 0-2 15,-2 6-7-15,0 4-4 0,-21 4 11 16,-8 0 35-16,-6 0-8 16,4-4-8-16,6-2-10 15,10-6-7 1,8-4-95-16,7-2-133 15,0 0-122-15</inkml:trace>
  <inkml:trace contextRef="#ctx0" brushRef="#br0" timeOffset="70871.87">10698 4554 624 0,'0'0'137'15,"0"0"-137"-15,0 0 0 16,-13 0 33-16,13 0-6 16,9 0-27-16,14 0 4 15,8 0 45-15,4 0-9 16,21 0-11 0,4 2-18-16,-4 10-4 0,-5 0-4 15,-24-4-2-15,-7 0 0 16,-9-2 0-16,-5-2-1 15,-3 2 0-15,-3 0 0 16,0 8-2-16,0 6 2 16,0 10 7-16,-11 10 16 15,-7 2-12-15,-4 3 3 16,1-4-12-16,0-5 3 16,3-4-5-16,-3-3 2 15,6-9 0 1,1-8-2-16,8-4-1 0,6-6-23 15,0-2-59-15,0 0-53 16,0-2-53-16,4-12-81 16</inkml:trace>
  <inkml:trace contextRef="#ctx0" brushRef="#br0" timeOffset="71378.89">11095 4281 438 0,'0'0'79'0,"0"0"-71"0,0 0 136 16,0 0-94-16,0-12-36 15,0 12-14-15,0 0 0 16,6 26 7-16,6 10 17 16,3 10 7-16,8 0-12 15,-1-2-8-15,1 0-6 16,1-5-2-16,-4-7 0 16,1-6 1-16,-9-12-4 15,-1-6 1-15,-5-4 3 16,-2-4 0-1,-2 0 8-15,2 0 73 0,1-8-4 16,3-20-33-16,4-9-15 16,-1-18-2-1,-3-8-9-15,2-3 5 0,-3 2-19 16,-3 18-4-16,0 8 4 16,3 9-3-16,-5 10-4 15,1 2-2-15,-1 12 0 16,0 1-1-16,0 4-24 15,3 0-67-15,-5 2-78 16,2 12-115-16</inkml:trace>
  <inkml:trace contextRef="#ctx0" brushRef="#br0" timeOffset="71639.89">11583 4391 749 0,'0'0'68'0,"0"0"-68"15,0 0 0-15,25 72 21 16,-17-43-7-16,1 0-6 16,1-2-1-16,-2-1-2 15,1-6-3-15,-2-2 2 16,0-6-3-16,-3-4-1 15,3-4 5-15,-3 0-5 16,0-4-44-16,-2 0-66 16,-2 0-100-16,0 0-52 15</inkml:trace>
  <inkml:trace contextRef="#ctx0" brushRef="#br0" timeOffset="71874.89">11436 4481 697 0,'0'0'111'16,"0"0"-103"-16,0 0 61 15,0 0-3-15,-11-40-50 16,38 29-8-16,4-6 12 16,7-3-5-16,4 0 2 15,3-2-3-15,1 2-6 16,-5 2-7-16,-3 6-1 15,-14 6-46-15,-24 6-134 16,0 0-143 0</inkml:trace>
  <inkml:trace contextRef="#ctx0" brushRef="#br0" timeOffset="73952.67">16534 4488 221 0,'-2'0'171'0,"2"-3"-148"0,0 2-19 0,0-2-4 15,0 2 62-15,0-2-2 16,0 3-28-1,0-2-12-15,0 2 57 16,0 0-25-16,0 0-28 0,0 0-8 16,0 0-10-1,0 0-2-15,0 0-4 16,-2 0 0-16,-2 0 0 16,-6 14 1-16,-1 7 7 15,0 4 9-15,-5 4 9 0,1 1-8 16,-1 2-4-16,1-4 7 15,1-4-8-15,3-4-1 16,2-6-11 0,2 0 8-16,3-2-7 0,0-2-2 15,1-2 0 1,1-4-39-16,2-4-29 16,0 0-47-16,0 0-43 15,0 0-44-15</inkml:trace>
  <inkml:trace contextRef="#ctx0" brushRef="#br0" timeOffset="74249.25">16251 4600 318 0,'0'0'82'16,"0"0"-64"-16,0 0-18 0,-22 0 79 16,22 2 1-16,0 8-34 15,0-2-29-15,6 0-10 16,13-2 8-16,5-2 7 16,10-2 54-16,-1 0-39 15,5-2-6-15,-3 0-15 16,3 0-16-1,-5 0-24-15,-4 0-75 0,-4 0-6 16,-25 0-94-16,0 0-89 16</inkml:trace>
  <inkml:trace contextRef="#ctx0" brushRef="#br0" timeOffset="75498.77">20919 6230 597 0,'0'2'159'0,"0"-2"-150"0,0 0-2 15,2 0 52-15,0 0 12 16,5 0-57 0,-2 0-18-16,8 0 4 15,7 0 12-15,9 0-5 16,13 0-4-16,1 0 4 16,-5 0-5-16,-5 0-1 15,-16 0-1-15,-9 0-7 16,-6 0-13-16,-2 0-63 15,0 0-37-15,-10 0-6 16,-7 0-253-16</inkml:trace>
  <inkml:trace contextRef="#ctx0" brushRef="#br0" timeOffset="77080.64">17274 4812 470 0,'-2'-2'28'16,"2"1"-27"-16,0 1 42 16,0-3 31-1,0 3-18-15,0-1-25 0,0 1 2 16,0 0-4-16,0 0 0 15,0 0 6-15,0 0-2 16,0 0-15-16,0 0-3 31,0 0-10-31,13-3-3 0,13-3 1 0,8 2-1 16,9 0 8-16,1-2-2 16,10 2 5-16,2 0-7 15,4 0 6-15,26 4-1 16,5 0-3-16,5 0-3 15,3 0-5 1,-18 12 1-16,2 0 2 0,-5 0-3 16,0 0 0-1,-3 1 0 1,4 1 1-16,1 1-1 16,4-2 0-16,6 3 1 15,-5-5-1-15,-1-1 0 16,-2 1-1-16,1-3 2 15,4-2-3-15,2 0 2 16,22 2 0 0,-6 4 1-16,-7-2-1 0,-11 0 0 0,-29 2-1 15,-7 2 1-15,-6 2 1 16,-3 2-1-16,-1 2-1 16,-4-4-1-16,3 2 2 15,0-2 0-15,-1 2 1 16,-2 2-1-1,1 0 0-15,-2-2 0 0,1 2 0 16,2-2 0-16,-4 2 0 16,9 10 0-1,4 1 0-15,-2-1 1 0,3 2-1 16,-11-6-1 0,2 0 0-16,1 0 1 0,-2-6 0 15,1-4 0-15,-6-4-1 16,-3-2 1-16,-7 0 0 15,-1 0 0-15,-5 0-2 16,0 2 2-16,-2 4-6 16,-1 0 1-16,-5 1 3 15,4-3 2-15,-3 1 0 16,1-3-2-16,-1-2 2 16,-3-2 0-16,-3-5 0 15,-2-3 2-15,-3 0-2 16,0 0-1-16,0 0 1 15,0 0 3-15,0 0-3 16,2 0 0-16,0 0 4 16,0 0-4-1,3 0-1-15,-5 0-37 16,0-8 4-16,0 1-56 0,0 0-14 16,0-4-30-1,0 5-65-15</inkml:trace>
  <inkml:trace contextRef="#ctx0" brushRef="#br0" timeOffset="77629.23">20761 5428 363 0,'0'0'136'0,"-27"-42"-100"16,16 30 164-16,9 4-98 15,-7 2-30-15,2 4-22 16,2 2-21-1,-1 0 2-15,4 0-24 0,0 0 3 16,2 0-1-16,0 0-4 16,0 0-1-16,0 0-4 15,0 0 1-15,0 0-4 16,0 0 0-16,0 0 0 16,0 6 2-16,10 8 1 15,4-2 2-15,4 4-2 16,-2 0 3-16,1 0-2 15,1 2-2-15,1 6 1 16,0 2 0-16,-1 0 1 16,-3 2-1-16,-3-7 0 15,-4-3 1-15,1 0-1 16,0 0 0-16,-4-3 0 16,-3 2 0-16,-2-5 2 15,0-2-2-15,0-4-1 16,0-2-2-16,0-3 3 15,0 2 0-15,0-3 2 16,0 0 3-16,0 0 16 16,-16 0 13-1,-15 0 7-15,-9 0-15 0,-7-3-1 16,3-2-2-16,-4 1-18 16,4 2 7-16,5-1-12 15,4 3 4-15,7 0-8 16,6 0 3-16,6 0-28 15,7 0-37-15,9 0-99 16,0 0-206-16</inkml:trace>
  <inkml:trace contextRef="#ctx0" brushRef="#br0" timeOffset="79046.13">17392 4794 376 0,'-2'-2'60'15,"0"1"-53"-15,2 1 74 16,0 0 27-16,0 0-48 15,0 0-34-15,0 0-15 16,0 0 13-16,0 0 0 0,0 0 3 16,0 0-9-16,0 0-12 15,0 0 0 1,0 0-6-16,13 19 6 0,5 3 3 16,1 5-1-1,10 5-1-15,-2 0-2 16,2-2 3-16,-6-4-8 15,-10-14 1-15,-5-4 4 16,-4-6-5-16,-2-2 0 16,-2 2 2-16,0-2 0 15,0 0 17-15,0 0 58 16,0 0-17-16,0 0-9 16,0 0-12-16,0-8-10 0,-8-4-28 15,-7-2 6-15,-1 0-7 16,-8-6 1-1,-7-5-5-15,-3 0 4 0,-2-1 0 16,5 1-1-16,2 3-3 16,2 1 3-16,6 0-5 15,5 5 4-15,1 0-2 16,5 6 5-16,3 0-3 16,3 4 0-16,2 2 2 15,2-2 3-15,0 4-3 16,0 0-4-16,0 0 4 15,0 0 0-15,0 2-7 16,0-2-6-16,0 0 6 16,20-4-9-16,18 0 16 15,8-4 8-15,10 0-7 16,4 2 6-16,-4 2-5 16,-4 2 3-16,-10 4 4 15,-13-2-9-15,-9 2 0 16,-11 0 3-1,-5 0-3-15,-4 0-2 0,0 0 2 16,0 0-6-16,0 0-6 16,0 0-54-1,-15 0-54-15,3 0-74 16,2 2-136-16</inkml:trace>
  <inkml:trace contextRef="#ctx0" brushRef="#br0" timeOffset="79952.38">18172 4259 263 0,'2'-16'106'15,"2"2"-72"-15,0-2 8 0,-1 2 46 16,2 6 5-16,-1-1-29 16,-2 4-18-16,0-1 8 15,1 2-6-15,-1 1-1 16,-2 3-3-16,2 0-25 16,-2 0-8-16,0 0 4 15,0 0-6-15,0 0-6 16,2 0-14-16,5 13 10 15,9 10 1-15,8 24 0 16,1 3 8-16,1 4-7 16,-4 0 0-1,-3-14 0-15,-4-5-1 0,-3-8 4 16,-2-6-4-16,-3-6 0 16,-1-4 1-16,-4-5-1 15,2-2 0-15,-4-4 0 16,2 0 0-1,-2 0 8-15,4 0 21 16,-4 0 9-16,0 0-5 0,2 0 14 16,7-14-1-1,5-19-11-15,3-7-26 16,1-2-6-16,-5 2 3 16,1-2-1-16,-5-2-2 15,4-2 2-15,-2-2-5 0,2 1 2 16,0 3 7-16,-1 7-9 15,-3 5 0-15,-3 7-3 16,0 9 3 0,-4 6-1-16,-2 4-6 15,0 4 1-15,0 2-31 16,0 0-38-16,0 0-46 16,0 16-123-16,0-4-25 15,0-2 54-15</inkml:trace>
  <inkml:trace contextRef="#ctx0" brushRef="#br0" timeOffset="80449.08">18826 4493 343 0,'0'0'8'0,"5"0"-5"16,-5 0 30-16,0 0 26 15,0 0 5-15,0 0-14 16,0-1-3-16,0-2 9 16,0 2-2-16,-5-2-9 15,-14 3-45-15,-6 0-2 16,-2 0 1-16,1 0 1 16,1 8 11-16,3 5-10 0,2 1 2 15,4 1 8 1,3 0 12-16,9 1-20 15,4 0-1-15,0 0-2 16,17-2 0 0,19-4-2-16,4-4 1 0,0-6-3 15,-9 0 4-15,-6 0 0 16,-5 0-34-16,-9-2-27 16,-9-8-38-16,-2 4-45 15,0 2-17-15</inkml:trace>
  <inkml:trace contextRef="#ctx0" brushRef="#br0" timeOffset="80480.32">18826 4493 326 0</inkml:trace>
  <inkml:trace contextRef="#ctx0" brushRef="#br0" timeOffset="80668.28">18826 4493 326 0,'-19'67'151'0,"19"-70"-107"0,0 2-32 0,0 1 32 0,0 0 13 16,0 0-29-16,0 0 11 16,2 0-14-16,0 4-15 15,3 16-2-15,-1 4 1 16,2 4 6-16,-1 2-1 15,0-2-1-15,-1-2-10 16,1-4-2-16,-3-6 7 16,0-6-10-16,0-4-32 15,-2-4-93-15,0-2-88 16</inkml:trace>
  <inkml:trace contextRef="#ctx0" brushRef="#br0" timeOffset="81325.11">19190 4434 414 0,'0'-4'10'0,"-9"1"-7"0,1 3 94 15,-4-2-49 17,5 2-32-32,3 0-15 0,2 0 2 0,2 0-2 0,0 0 2 15,0 0 3-15,0 0-3 32,0 0 5-32,0 0 11 0,0 0-9 15,0 0-7-15,0 0-3 16,0 0 3-1,0 0 0-15,0 0-3 16,0 0 0-16,0 0 1 16,0 0-1-16,0 0 1 15,0 0 0-15,0 0 2 16,0 0-3-16,0 0-4 16,-7 0-48-16,2 0-75 15,3 0-83-15</inkml:trace>
  <inkml:trace contextRef="#ctx0" brushRef="#br0" timeOffset="81850.83">19074 4467 231 0,'0'0'207'0,"0"0"-165"15,0 0-29-15,16-18 100 16,-16 18-10-16,0 0-40 16,0 0-23-16,0 0 16 15,0 0-7 1,0 0-20-16,0 0-12 16,0 0-17-16,0 0-19 15,0 21 19-15,0 5 16 16,0 6 2-16,0 10-11 15,0-2 5-15,0-2-12 16,0-6 2-16,0-18-1 16,0-6-1-16,0-6 5 15,0 0-5-15,0-2 0 16,0 0 7-16,0 0-4 16,0 0 2-16,0-12-5 15,-12-10-56 1,-1 0-107-16,9 12-227 0,-1-2 195 15</inkml:trace>
  <inkml:trace contextRef="#ctx0" brushRef="#br0" timeOffset="81913.56">19074 4467 368 0</inkml:trace>
  <inkml:trace contextRef="#ctx0" brushRef="#br0" timeOffset="82149.35">19074 4467 368 0,'-42'-58'83'0,"42"58"-68"0,0-2 57 0,0 2 21 0,0 0-43 0,18 0-27 15,8 0 0-15,5 14 33 16,10 8-28-16,3 2-11 16,3 2-8-16,-3 9-3 15,-10-6-6-15,-16 2-1 16,-12-5 1-16,-6-8-3 16,-4 2 3-16,-25-2 44 15,-4-4 10-15,-5 0-23 16,5-4 2-16,4-4-10 15,8-4-7-15,13-2-3 16,5 0-12 0,3 0-2-16,0 0-116 0,0 0-69 15,0-4-115-15</inkml:trace>
  <inkml:trace contextRef="#ctx0" brushRef="#br0" timeOffset="83362.08">19562 4259 440 0,'-7'-6'139'15,"5"6"-113"-15,2 0 16 16,0 0 85 0,0 0-40-16,0 0-46 0,0 0-3 15,0 0 9-15,0 0-7 16,0 0-4-16,0 0-16 15,0 0-8-15,0 0 2 16,0 0-14-16,9 0-3 16,9 12 3-16,9 6 1 15,4 4 8-15,7 6-1 16,8 2 3-16,3 2-10 16,3 0 2-16,6 2-3 15,-7-2 0-15,-8-5 5 16,-10-8-5-16,-22-10 0 15,-7-5 0-15,-2-4 1 16,-2 2-1-16,0-2 0 16,0 0 1-16,0 0 9 15,0 2-5-15,0-2 4 16,0 0-2 0,0 0-7-16,0 4-7 0,-4 4 3 0,-19 4 4 15,-12 4 3 1,-21 6 2-16,-6 0 0 15,1 0 0-15,1 0 4 16,22-10 3-16,9-4 2 16,10-2-2-16,7-4-11 15,8 0-1-15,4-2 1 0,0 0 0 16,0 0-2 0,0 0-11-16,0 0-17 15,0 0-17-15,14-6-274 16,-5 0 82-16,-1-2-164 15</inkml:trace>
  <inkml:trace contextRef="#ctx0" brushRef="#br0" timeOffset="83847.31">20117 4313 507 0,'0'0'93'0,"0"0"-90"16,26-42 9-16,-21 36 87 15,-1 2-41-15,-2 4-23 16,-2 0 3-16,0 0-5 16,0 0 4-16,0 0-16 15,0 2-17-15,10 22-2 16,-4 6-1-16,5 10 11 15,5 2-6-15,-1 4 0 16,3-3 2-16,3-7-4 16,-2-6 1-16,0-9-4 15,-7-4 3-15,0-9-4 16,-3-4 5-16,4-4 8 16,1 0 3-16,1-2 26 15,1-20 7-15,3-10-8 16,0-6-10-16,1-9-3 15,-3 0-7-15,1-4-3 16,-2-1-15-16,-7 2-1 16,-2 8 3-1,-5 8-2-15,0 15-5 0,-2 8 0 16,0 7-2-16,0 4-17 16,0 0-41-1,0 2-58-15,0 10-167 16,0 2-114-16</inkml:trace>
  <inkml:trace contextRef="#ctx0" brushRef="#br0" timeOffset="84113.33">20814 4435 764 0,'0'0'51'0,"0"0"-51"16,0 0 0-16,40 89 6 0,-28-57-3 16,-4-2 9-16,-1-4-12 15,-1-4 1-15,-1-6 5 16,0-4-6-16,-1-4 0 16,-2-2 3-1,3 0-1-15,-1-4-7 0,-2 0-74 16,-2-2-71-1,0 0-114-15</inkml:trace>
  <inkml:trace contextRef="#ctx0" brushRef="#br0" timeOffset="84369.48">20727 4477 666 0,'0'0'198'16,"0"0"-165"-16,0 0 55 16,0 0-30-16,0 0-29 15,58-43-18-15,-6 28 15 16,1 3-12-16,0-2-1 16,-1 2-2-16,-6 2-7 15,-5 2 2-15,-8 4-6 16,-13 2-3-16,-6 2-41 15,-14 0-100-15,0 0-156 16,0 0-193-16</inkml:trace>
  <inkml:trace contextRef="#ctx0" brushRef="#br0" timeOffset="89594.65">15634 7222 166 0,'0'0'125'16,"2"0"-88"-16,-2 0-30 15,0 0 31-15,0-1 21 16,0 1 1-16,3-3-10 15,-3 3-5-15,2 0-6 0,-2 0 2 16,0 0-12 0,0 0 5-16,0 0-11 0,0 0 3 15,0 0 14 1,0 0 14-16,0 0-37 16,0 0-3-16,0 0 4 15,0 0-5 1,0 0-4-16,0 0 4 0,0 0-4 15,0 0 0-15,0 0 7 16,0 0-3-16,0 0 6 16,0 0-8-16,0 0-7 15,0 0 6-15,0 0-7 16,0 0 6-16,0 0-2 16,2 0-7-16,-2 0 8 15,2 3 6-15,0 3 6 16,0 2-13-16,-2 4 0 15,2 6 5-15,-2 4-2 0,0 4 0 16,0 2-4-16,0 4 0 16,0 2 6-16,0 4-4 15,0 5-2-15,0 2 2 16,0 0-7-16,3-3 5 16,-3-6-5-16,0-4 0 15,0-6 5-15,0-4-2 16,0-6 1-16,0-6-5 15,0-2 8-15,0-6-7 16,0 0 1-16,0-2 2 16,2 0-2-16,-2 0-2 15,0 0 5-15,0 0-4 16,0 0 1-16,0 0-2 16,0 0 0-16,0 0-1 15,0 0 2-15,0 0-1 16,0 0 0-1,0 0 1-15,0 0-3 0,0 0 2 16,0 0-3-16,0 0-1 16,0 0-7-1,0 0 2-15,2 0-10 16,3 0 2-16,0-10-8 0,1-4-10 16,3-4-9-16,-3 0-48 15,-1 12-83-15,-2-2-161 16</inkml:trace>
  <inkml:trace contextRef="#ctx0" brushRef="#br0" timeOffset="90664.79">15892 7305 202 0,'0'-2'59'0,"0"-2"-34"16,0 4 6-16,0-2 33 15,-2 2-3-15,2 0-19 16,0 0-10-16,0-2-1 0,0 2 12 16,0 0 1-1,0 0-3-15,0 0 13 16,0 0-37-16,0-2 12 15,0 2-6-15,0 0 2 16,0 0 2-16,0 0 1 16,0 0-1-16,0 0-8 15,0 0-5-15,0 0 6 16,0 0-2-16,0 0-3 16,0 0 4-16,0 0-9 15,0 0 3-15,0 0-3 16,0 0-4-16,0 0 5 15,0 0-5-15,0 0-2 16,0 0-4 0,0 8 7-16,0 20 1 15,0 6-3 1,0 6 8-16,0 6-3 16,4-6 3-16,-1 0-4 0,-1 1-8 15,-2-5 7 1,0-4-8-16,2-4 5 0,-2-4 4 15,2-4-6-15,-2-4 1 16,2-4 6 0,-2-4-10-16,0-2 3 0,0-4-3 15,0 0 5 1,3-2-5-16,-3 2 3 16,0-2 2-16,0 0-5 15,0 0 4-15,0 0-3 16,0 0-1-16,0 0 6 0,0 0-5 15,0 0 0-15,0 0 2 16,0 0-1-16,0 0-4 16,0 0 0-16,0 0-4 15,0 0 3 1,0 0-26-16,0 0 9 0,0 0-5 16,0 0 4-16,0 0-6 15,3 0-15 1,-3 0-14-16,2-4-10 15,-2 0-37-15,2 2 20 16,-2 0-14-16,0 2-18 16,0 0 31-16,0 0 60 0,2 0 18 15,-2-2-3-15,0 0-34 16,0 2-52 0</inkml:trace>
  <inkml:trace contextRef="#ctx0" brushRef="#br0" timeOffset="92486.72">15861 7225 174 0,'4'-4'117'0,"-4"4"-82"16,3 0-26-16,-3 0 37 15,0 0 48-15,0-3-73 16,0 3 3-16,0 0 0 16,0 0 20-1,0 0 2-15,0 0-23 0,0 0-13 16,0 9-9-16,-5 13 17 15,-12 0 31-15,-3 6 0 16,-1 2-12-16,2-2-7 16,1 0-1-16,5-4-5 15,-1-6-11-15,5-4-7 16,5-3 5-16,-1-8-6 31,5-3-4-31,0 0-1 16,0 0-1-16,0 0-24 15,0 0-28-15,13-12 25 16,10-12-14-16,-2 2-17 16,2-2-10-16,2 0 20 15,-5 2-8-15,2 0 29 16,-2 2 15-16,-7 6 13 16,-1 4 2-16,-6 4-2 15,-6 4 32 1,0 2 23-16,0 0 84 0,0 0-96 15,0 0-33-15,0 0-1 16,-18 26 6 0,-8 8 12-16,-5 4-5 0,0 4 7 15,6-10-5-15,5-5 12 16,5-5-8-16,5-8 4 16,8-7-23-16,2-5-4 0,0-2-5 15,0 0-3-15,0 0-15 16,14 0-11-1,5-14-6-15,6-2 2 0,-5-2-9 16,-2 4-10-16,-7 0 25 16,-4 8 20-1,-5 4 7-15,-2 2 1 16,0 0 9-16,0 6-7 16,-2 16 17-16,-21 18 18 15,4 3-4-15,1 1 0 16,7-4-8-16,8-16-19 15,3-10-2-15,0-6-2 16,0-8-2 0,0 0-3-16,0 0-12 15,20-6-42-15,3-14 33 16,-3 0-37-16,-5 2-6 16,-4 2-11-16,-6 7 24 15,-5 5 23-15,0 4 30 16,0 0 9-16,0 0 36 15,0 11-21-15,-16 13-13 0,-2 2 41 16,1 4-2-16,-2-2-8 16,6-4 2-1,2-4-3-15,6-4-6 0,1-6-29 16,4-6-5-16,0-2 4 16,0-2-5-1,0 0-5-15,0 0 2 16,4 0-6-16,12-14 0 0,0-2 9 15,-5 2-23-15,-2 4-24 16,-5 4 0-16,-4 4 15 16,0 2 30-16,0 0 1 15,0 0-14-15,0 10 2 16,0 6 13 0,-8 2 41-16,-1 0-20 15,2-4 15-15,0-6-16 16,5-4-10-16,2-4-3 15,0 0-7-15,0 0 4 16,0 0-4-16,0-2-24 16,0-12 7-16,0-4-9 15,0 0-19-15,0-2 26 16,4 0 1-16,-2 2-8 16,-2 0 3-16,0 4 6 15,0 6 15-15,0 2 4 16,0 6 3-16,0 0-5 15,0 0 5-15,-13 6-9 16,2 10 8-16,0 2 2 16,4-4-6-16,3-6 0 15,4-2 0-15,-2-4 0 16,2 0-1-16,0 2-9 16,0 0-7-16,0 0-15 15,0 2-21-15,0-4 28 16,0 2-23-16,0-4-10 15,0 0-125-15</inkml:trace>
  <inkml:trace contextRef="#ctx0" brushRef="#br0" timeOffset="93088.22">15726 7301 308 0,'-6'4'0'0,"6"-2"5"16,0-2 10-1,0 0-8-15,0 2-4 16,0-2-3-16,0 0 8 15,0 0 20-15,0 0 18 16,0 0 13-16,0 0-32 16,0 0-14-16,0 0-13 15,0 0-4-15,0 0 4 0,0-2 15 16,0 0-14 0,0 2 3-16,0 0 16 15,0 0 16-15,0 0-13 16,0 0-13-16,0 0-10 15,0 18 0-15,-10 12 20 16,-6 4 12-16,5-2 8 16,4-4-9-16,7-1-10 15,0-9-2-15,0-8-18 16,0-2 0-16,0-7 4 16,0 1-5-16,0-2-10 0,0 0-17 15,0 0-55 1,2 0-170-16,0 0-18 15</inkml:trace>
  <inkml:trace contextRef="#ctx0" brushRef="#br0" timeOffset="94630.8">15801 7285 166 0,'0'-8'66'0,"0"4"-53"15,0-2-12 1,0 4 10 0,0-5 20-16,0 4-10 15,0 1 7-15,0 0 6 16,0 2-9-16,0 0-10 15,0 0 13-15,0 0-8 16,0 0-20-16,0 0 3 16,0 0-3-16,0 0-6 15,-2 0-1-15,-3 0-5 16,-1 0-6-16,-2 0-4 16,2 0 22-16,2 0 1 15,-3 0-1-15,5 2 0 16,2-2 3-16,0 0 6 15,0 0 8-15,0 0-17 16,0 0 3 0,0 0-2-16,0 0 13 0,0 0 5 15,0 0 6-15,0 0-4 16,0 0-6 0,0 0-2-16,0 0-6 15,0 0-7-15,0 0-1 0,0 0-2 16,0 0-5-16,0 0 8 15,0 0-1-15,0 5 2 16,0 6 9-16,0 5 22 16,0 4 13-16,0 6-17 15,0 6-4-15,0 6 7 16,0 4-13-16,0 7-1 0,0-6-14 16,0 12 2-1,0-5-4-15,0-6 0 16,0-6 2-16,0-18-3 0,0-8 0 15,0-4 0-15,0-6 0 16,0 0 0-16,0-2 1 16,0 0-1-16,0 0 0 15,0 0-2-15,0-14-2 16,0-8 2 0,0-4-13-16,0-2 13 0,-2-4-14 15,0-2 8-15,-4-12 4 16,2-3-8-1,0 1 0-15,2 10 4 16,2 16 3-16,0 10 3 0,0 6 4 16,0 2 2-16,0 4-3 15,-2 0-1-15,2 0 0 32,-3 8 0-32,3 16 0 15,-2 4 1 1,2 8 14-16,0-4-6 0,0 2-9 0,0 1 0 0,0-7-53 15,0 4-77 1,0-26-8-16,0-2-1 31</inkml:trace>
  <inkml:trace contextRef="#ctx0" brushRef="#br0" timeOffset="96322.87">15888 7888 245 0,'0'0'133'0,"4"-6"-109"0,-2 2 3 15,1 0 63 1,1 2-26-16,-2 0-4 16,-2 0-31-16,0 2 8 15,2 0 0-15,-2 0 8 16,0 0-12-16,6 0-17 16,0 0-5-16,3 4 3 15,5 10 3-15,-2 7-1 16,5 4 5-16,0 10 0 15,3 5-10-15,7 10-9 16,2 4 10-16,-1 6-8 16,3 2 0-16,-2 2 0 15,0 3-4-15,3 5-1 16,-1 4 2-16,2 4 1 16,12 28-2-1,-3 5 0-15,3 3 1 0,-3 6 0 16,-8-22-2-16,1 5-6 15,2-3 0-15,2-3-7 16,3-5 0-16,3-4 5 16,0-2 6-16,-4-2 1 15,7 0 2-15,-4 1-1 16,1 3 2-16,-3 4-3 16,1-4 2-16,-5 3-2 15,-1-7 2-15,17 24 0 16,2 5-1-16,6-5 1 15,5 0-1-15,-11-29 1 16,-1-1 0-16,1-2 1 16,-3-4-1-16,1 2-1 15,-1-1-1-15,-2 1-14 32,1 2-15-32,-4 0-1 0,4 0 4 15,2 2 24-15,6-1 2 16,2-5 2-16,5-4 2 15,2-4 1-15,20 10 2 16,2 1 2 0,-1 3 2-16,-3-4-5 0,-29-14 1 15,-12-5-5-15,-3-7 2 16,-10-4-3 0,-4 0 1-16,-1-2 0 0,1-2 0 15,2 0 1-15,-1-2-1 16,-4-2 0-1,1 0 2-15,-2 2-3 0,4 0 1 16,-2-1 0 0,-6-1-10-16,2 0-2 15,-5-8 5-15,-5-8 7 0,1-4 1 16,-5-10-1-16,-3-2-1 16,3 2-1-16,-2 4 4 15,4 6-1-15,4 4 3 16,8 7 6-16,1 3 9 15,5 1-11-15,3 2 4 16,-3-3 8-16,-5-6-16 16,-4-6-6-16,-6-6 7 15,-6-6-8-15,-3-6 3 16,-3-2-6 0,0 0-23-16,-2 0-9 0,0-2 20 15,0-10 16-15,0-2 2 16,0-2 7-16,-7 2-7 15,-5-7 0-15,-2 2-1 16,-6-7-1-16,-2-1 2 16,-7-1-1-16,-5-2-7 15,-6 0-26-15,0 2 34 16,0 0 6-16,0 4 10 16,-1-2 13-1,6 2 0-15,8 2-11 0,5 4 14 16,11 6-17-16,2 4-11 15,5 2 2-15,4 4-6 16,-3 0 2-16,3 2-1 16,-2 0-1-16,2 0 17 15,0 0-17-15,0 0 0 16,0 4 0-16,0 8 38 16,13 6-30-16,3 2-8 15,4 0 6-15,7 10-6 16,-1-2 0-1,4-2 2-15,-4 0-2 0,-3-10-2 16,-4-1 0-16,0-6-4 16,-2 1 5-16,1-2-2 15,0 1-6-15,-3-4 9 16,-2-1-3-16,-1-2 2 16,-3 1 1-1,-5-3-7-15,-2 0 2 0,-2 0 5 16,0 0 7-16,0 0 20 15,0-13-10 1,0-6-12-16,0-10 0 16,-8-5 12-16,-1-2-8 15,-1-10 4-15,0-6 0 16,-1-10-9-16,-3-4-2 0,3-1 1 16,-3 3-1-16,6 6 0 15,1 10 0-15,3 12 5 16,-1 8 1-1,3 13-8-15,2 8-3 0,0 5-3 16,0 2 4 0,-2 0-20-16,-3 0-8 15,-2 8-25-15,-1 6-37 16,3-8-113-16,-4-2-302 16</inkml:trace>
  <inkml:trace contextRef="#ctx0" brushRef="#br0" timeOffset="100327.14">19811 13162 346 0,'8'-2'74'16,"-6"-5"-63"-16,-2 0 53 15,2 1 51-15,-2 2-54 16,0 0-16-16,2-2 1 16,-2 2 7-16,0 2 17 15,0-2-22-15,0 4-1 16,0 0-14-1,0 0-11-15,0 0 31 0,0 0-43 16,-4 0-10-16,-12 0 4 16,-11 6-6-1,-6 14 2-15,-1 6 0 16,1 2 5-16,8 2-5 16,0 6 3-16,8 7-1 15,5 9 0-15,6 2-4 0,6 2 2 16,0 0-2-16,0-8 0 15,10-8 2-15,9-7-3 16,1-15-4 0,9-8-13-16,5-10 20 15,3 0-13-15,3-13 12 0,12-28 1 16,-5-8 2 0,-7-11 0-16,-9-2 3 15,-16 10 0-15,-7 2-4 16,-8-1 12-16,0 4 19 15,-4 3-6-15,-15 5 8 16,-8 9-1-16,0 10-13 0,3 8 0 16,0 8-16-1,1 4-4-15,3 0-51 16,-1 6-44-16,2 18-60 16,17-12-117-16,-2 2-116 15</inkml:trace>
  <inkml:trace contextRef="#ctx0" brushRef="#br0" timeOffset="100646.84">19803 13407 318 0,'0'0'322'0,"0"0"-273"16,0 0-1-16,13 16 77 15,-6-2-55-15,10 16-42 16,4 8 22-1,1 6-13-15,0 4-9 0,0-4-3 16,3 2-7 0,0-3-12-16,2-1 3 0,-6-4-7 15,0-4 0-15,-9-4-2 16,-2-10 0-16,-8-4 7 16,-2-10-7-1,0 0 0-15,0-6 8 0,0 0-6 16,0 0-1-1,0 0-1 1,0 0-48 0,-2-10-101-16,-5 2-161 15,0 0-317-15</inkml:trace>
  <inkml:trace contextRef="#ctx0" brushRef="#br0" timeOffset="101398.68">20197 13600 704 0,'0'0'104'0,"0"0"-100"15,0 0 5 1,-2-7 144-16,2 7-149 16,0 3 5-16,0 16 3 0,0 16 13 31,0 5-6-31,9 2-6 0,-1-2-9 15,4-12 2-15,-6-2-6 0,1-6 0 0,-1-2 1 16,-6-10-1-16,8-2-2 16,-8-2-25-16,0-4-56 15,0 0-77-15,0 2-23 16,0 0-29 0,-10 0-88-16,-7 0 300 0,-6 0 35 15,3 0 106-15,3 2-14 16,-1-2 4-1,11-2-30-15,3 0-22 16,4 0-10-16,0 0-6 16,0 0-28-16,0 0-21 15,0 0 2-15,0 0-10 0,0 0-5 16,11 0 25-16,5 0 2 16,1 0-3-1,8 0 0-15,4 0 1 0,0 0-23 16,-2 0-2-16,-6-4 1 15,-3 2-2 17,-7 0-33-32,-3-6-31 0,-8 2-72 15,0 2-30-15,0 0-83 16</inkml:trace>
  <inkml:trace contextRef="#ctx0" brushRef="#br0" timeOffset="101664.72">20081 13636 616 0,'0'0'135'16,"0"0"-135"-16,-15-21-11 15,21 15 11-15,19 2 66 16,3-1-40-16,6 1-17 15,2-1 12-15,-1 3-3 16,-1 2 15 0,-5 0-15-16,-12 0-12 0,-3 0-26 15,-3 0-83-15,-11 0-63 16,0 0-141 0</inkml:trace>
  <inkml:trace contextRef="#ctx0" brushRef="#br0" timeOffset="102152.05">20923 12972 579 0,'0'0'216'0,"0"0"-216"16,0 0 12-1,0 0 25-15,7-4 30 16,-31 32-53-16,-8 12-7 16,1 8-3-16,0 14 33 15,6 13 20-15,7 9-31 0,12 6-12 16,6 4-2-16,0-6-8 16,16-6 3-16,19-11-7 15,12-13 1 1,4-6-3-16,5-14-2 15,-2-8 2-15,-6-12-11 0,-5-10-10 16,-15-8-48 0,-7 0-51-16,-21-4-22 15,0-10-194-15</inkml:trace>
  <inkml:trace contextRef="#ctx0" brushRef="#br0" timeOffset="102482.28">21037 13275 593 0,'0'0'199'0,"0"0"-179"15,0 0-16-15,0 0 107 0,11-27-5 16,-2 27-89-16,2 10-10 15,7 19-7-15,0 3 22 16,2 4 0 0,2 2-13-16,0 0-9 15,-4-2-1-15,-3-6-7 0,-3-6-17 16,-5-8-27 0,-3-7-8-16,-4-9-13 15,4 0-28-15,1-15-15 16,2-17 1-16,-5 12-66 15,2 2 2-15</inkml:trace>
  <inkml:trace contextRef="#ctx0" brushRef="#br0" timeOffset="102671.43">21278 13311 208 0,'0'0'217'0,"0"0"86"16,0 0-140-16,0 0-48 16,0 0-62-16,10-13-51 15,-10 64 10-15,0 17 6 16,-15 16 12-16,-5-2-10 15,-3-3-17-15,0-7 2 16,-4-8 2-16,6-14-7 16,3-12 0-16,7-12-1 15,7-10-13-15,4-10-36 16,0-6-83-16,0-6-144 16</inkml:trace>
  <inkml:trace contextRef="#ctx0" brushRef="#br0" timeOffset="103093.21">21489 13050 461 0,'0'0'191'0,"0"0"-131"16,0 0 37-16,0 0 41 15,9-30-72-15,-2 32-48 16,4 20-16-16,7 10 6 16,2 10 24-16,7 11-17 15,2 6-11-15,2 14 19 16,-2 9-12-1,-3 8 3-15,-4 4 23 0,-8-1-31 16,-5-7-2-16,-9-6-3 16,0 6 5-1,-23-16-6-15,-12-10 2 16,-3-15 2-16,9-29-2 0,7-10-4 16,9-6-28-1,6 0-59-15,7-20-180 0,0 0-227 16</inkml:trace>
  <inkml:trace contextRef="#ctx0" brushRef="#br0" timeOffset="105883.47">21993 13479 403 0,'-5'0'190'15,"5"0"-164"-15,0 0-14 32,0 0 86-32,0 0 24 15,0 0-89-15,0 0-14 16,0 0-4-16,0 0 20 15,0 0 0-15,0 0 1 16,0 0-11-16,0 0-10 16,9 0-6-16,18 0-4 15,10 0 1-15,11 0 14 16,3 0-14-16,0 0-1 16,-6-2-5-16,-9 2-1 15,-12 0-1 1,-4 0-3-16,-9 0-22 0,-6 0 0 15,-3 0-7-15,-2 0-25 16,0 0-49-16,-9 0-66 16,-9 4-146-16</inkml:trace>
  <inkml:trace contextRef="#ctx0" brushRef="#br0" timeOffset="106164.66">22055 13618 474 0,'0'0'198'16,"0"0"-184"-16,0 0-5 15,0 0 66-15,-15 5-1 16,34-5-62-16,8 0-3 16,9 0 4-16,9 0 24 15,1 0-12-15,1-1-1 16,-3-6-7-16,-3 3 12 15,-3 4-4-15,-11-2-7 16,-10 2-13 0,-7 0-5-16,-10 0-8 0,0 0-37 15,0 0-43-15,0 0-48 16,-8 0-76 0</inkml:trace>
  <inkml:trace contextRef="#ctx0" brushRef="#br0" timeOffset="106651.77">22775 13459 583 0,'0'0'122'16,"0"0"-116"-16,0 0 25 15,-9 0 93-15,9 0-71 16,2 0-42-16,23 0-1 16,10 0-6-16,6-6 4 15,3 2-1-15,3-4-3 16,-9-2 2-16,-5 4-4 16,-8 0 0-16,-10 2 6 15,-6 4-6-15,-9-2 0 16,0 0 8-16,0 0 14 15,0 0 0-15,0 0-13 16,0 2-11-16,0 0-8 16,-11 0-58-16,2 0-83 15,5 0-136-15</inkml:trace>
  <inkml:trace contextRef="#ctx0" brushRef="#br0" timeOffset="107380.53">23646 12984 660 0,'0'0'0'0,"0"0"2"15,0 0 94-15,11-26 31 16,-20 26-83-16,-13 0-25 31,-3 6 0-31,1 14 2 16,-7 6 13-16,-5 4-3 0,0 12-6 0,1 6 4 31,6 8-16-31,4 11 0 0,12-4-5 0,9 6-4 16,4-5-4-16,0-4 0 31,17-10-14-31,14-13-12 16,6-11-6-16,5-15 11 15,18-11 19-15,2 0-8 16,1-18-11-16,-10-11-3 15,-22 2 19-15,-11-3-5 16,-11 4 6-16,-9 4 4 0,0 8 11 0,0 6 28 16,-16 8 7-16,-6 0 13 15,0 8 0-15,-2 24-34 16,1 4-14-16,10 8-5 31,6-1-6-31,7-3-2 16,0-6 1-16,18-4-1 15,13-20-23-15,7-10 12 0,5 0 2 0,-8-9-1 32,1-16 8-32,-7-5 1 15,-14-2 3-15,-8 1 4 16,-7 1 2-16,0 2 19 16,-18 6 2-16,-13 2-3 15,0 8 5 1,-3 6-12-16,3 6-7 0,2 0-31 15,4 0-61-15,21 0-106 16,2 8-254 0</inkml:trace>
  <inkml:trace contextRef="#ctx0" brushRef="#br0" timeOffset="107630.47">24426 13361 658 0,'0'0'296'15,"0"0"-296"-15,-11 22-30 16,-12 20 30-16,-1 12 90 16,-3 4-67-16,1-2-17 15,-1-3 11-15,-4-9-4 16,6-8 6-16,3-8-13 0,9-12-6 15,5-8 0 1,8-8-53-16,0 0-453 16</inkml:trace>
  <inkml:trace contextRef="#ctx0" brushRef="#br0" timeOffset="107817.93">24165 13481 921 0,'0'0'132'0,"0"0"-129"0,0 0 1 0,0 0 54 16,80 142-14 15,-26-92-20-31,10-3-21 16,1-1-3-16,-7-12-54 15,-42-28-123-15,-12-6-217 0</inkml:trace>
  <inkml:trace contextRef="#ctx0" brushRef="#br0" timeOffset="110945.07">24925 12691 241 0,'-11'-14'151'0,"4"10"-97"16,7 2-46-16,-2 0 48 15,2 2 21-15,0 0-32 16,0 0-19-16,0 0 11 15,0 0-2 1,0 0 74-16,0 0-55 0,0 0-12 16,0 0-6-16,0-2-13 15,0 2 0 1,0-2-8-16,11 2 8 16,14-2-15-16,8 2 10 15,19-2-11-15,8-2-4 16,2 2 4-16,1-2-7 15,-17 2 3-15,-9 0-3 16,-8 2 2 0,-12 0-4-16,-13 0-36 15,-4 0 5-15,0 0-28 16,-27 0-65-16,4 0-25 16,0 0-219-16</inkml:trace>
  <inkml:trace contextRef="#ctx0" brushRef="#br0" timeOffset="111834.65">24972 12709 511 0,'0'2'0'0,"0"-2"-15"16,0 0 15 0,0 0 58-16,0 0-23 0,0 0-8 15,0 0 29-15,0 0-7 16,0 2 1 0,0 2 10-16,0 0 11 15,6 4-38-15,1 0-14 16,-1 2-5-16,4 2 7 15,-4 4 4-15,1 8-4 16,-1 6-10-16,2 13-4 16,-4 4 17-16,3 10-6 15,1 3-7-15,-4 8-4 16,4 6-6-16,-6 5 2 16,2 7-2-16,1-2 1 15,-3 0 4 1,6 5-5-16,0-12 2 15,-2-8 1-15,1-9-4 0,-5-22 0 16,0-2 0 0,0-8 1-16,1-2-1 15,-1-8 1-15,0-4-1 16,-2-4 0-16,3-4 0 16,-1-2 0-16,-2 0 1 15,2-1-1-15,-2-3 0 16,0 0 1-16,0 0 0 15,0 0 0-15,0 0-1 16,0 0 2-16,0 0-2 16,2 0 0-16,-2 0 1 15,0 0 2-15,0 0-6 16,0 0 2-16,0 0 0 16,0 0-1-16,0 0 2 15,0 0 0 1,0 0-1-16,0 0 1 15,5 0-4-15,-1 0 4 16,7 0 3-16,16 0 2 16,6-3-2-1,8-3-2-15,5-2-2 0,-6 4 0 16,1 0 1-16,-1 0 1 16,-3 2-1-16,-3-2 2 15,-8 4 1-15,-7 0-4 16,-11 0 1-1,-6 0 0 1,-2 0 6-16,0 0 16 0,0 0 8 16,0 0-1-16,0 0-21 15,0 0 0 1,-2 0-26-16,-6 0-23 16,-3 0-46-16,1 0-74 15,2 0-83-15,5 0-15 16,1 0-99-16</inkml:trace>
  <inkml:trace contextRef="#ctx0" brushRef="#br0" timeOffset="114639.38">25311 13134 172 0,'-7'-22'121'0,"7"16"-91"0,0-4-17 16,0 0 49 0,0 2 33-16,0 2-13 15,0 0-3-15,0 4-5 16,0-2-8-16,0 2-6 16,0 2 36-1,0 0-51-15,0 0-5 0,0 0-12 16,0 0-2-1,0 0-13-15,0 0-13 16,0 2 8-16,0 14-7 16,9 12 36-16,8 16-16 15,3 6-9-15,5 6-12 16,-2 1 5-16,-6-16-4 16,-1 4-1-16,-1-7 4 15,-3-8-3 1,-4-4-1-16,-1-10 1 15,-5-8-1-15,0-2 0 16,-2-4 0-16,0 2 2 16,2-2 0-16,-2-2-1 15,3 0 2-15,-1 0 10 16,3 0 8-16,1-22 8 16,1-20-4-16,7-10-10 15,-3-2-8-15,-1-4 4 16,6 0-8-1,-3-14 1 1,6-3-4-16,-4 5 3 0,-3 6-3 16,-6 24 1-16,-4 12-3 15,0 13 1-15,0 9 1 16,-2 5-2-16,0 1-18 16,0 0-4-16,0 0 6 15,0 0-4-15,0 6-21 16,0 13-4-16,-2 3-15 15,-2 0-111-15,2-11-158 16,-2-4-167-16</inkml:trace>
  <inkml:trace contextRef="#ctx0" brushRef="#br0" timeOffset="115064.18">25894 13351 411 0,'9'0'87'16,"-9"-2"-28"-16,2-2 77 15,-2 0-38-15,0 2-33 16,0 0-12-16,0-1-7 16,-9 3-16-16,-4 0 5 15,-5 0-24-15,-6 3-6 16,-18 27-5 0,-3 6 4-16,0 6-3 15,10 2 8-15,19-6 6 16,12 0-15-16,4-6 0 15,0-3-2-15,0-11-4 16,10-12-23-16,11-2 9 16,18-4 4-1,4 0-7-15,4 0-8 0,-4-13-79 16,-39 8-91-16,-4-2-161 16</inkml:trace>
  <inkml:trace contextRef="#ctx0" brushRef="#br0" timeOffset="115375.98">25861 13569 562 0,'0'0'45'15,"0"0"-34"-15,0-5 73 16,0 5 11 0,0 0-44-16,0 0-30 15,0 0-15-15,0 0 1 16,0 1 17-16,0 17 10 15,4 3 45-15,3 7-53 16,-3 2-5-16,0-5-12 16,4 6-6-1,-2-3 4-15,-1 0-6 16,-3-4 0-16,0-6 0 16,-2-4-1-16,2-10 0 15,0-2-3-15,3-2-26 16,2 0-66-16,2 0-68 15,-7-8-69-15,0-2-148 16</inkml:trace>
  <inkml:trace contextRef="#ctx0" brushRef="#br0" timeOffset="115881.57">26262 13283 643 0,'0'0'73'0,"13"-26"-73"0,-13 26 5 16,0 0 86-1,0 0-33-15,-7 0-12 16,-17 12 15-16,-10 8-43 15,-3 2 35-15,-3 8-9 16,6 0-14-16,12-2 1 16,8-4-21-16,12-6-10 15,2-2 0-15,0 0-6 16,27 0 1 0,15-2-18-16,9 0 7 15,5 0-5-15,-12-4-9 16,-5 2 7-1,-10 0 14 1,-7 2 6-16,-6 0-4 16,-12 2 7-16,-4-2 0 0,-6 3 12 15,-40-2 13 1,-14-1 4-16,-6 1-8 16,8-9 5-16,13-5 0 15,12 2 8-15,13-3-13 16,13 0-12-1,7-4-47-15,0-17-55 16,25 6-64-16,-8 7-120 16,6 2-319-16</inkml:trace>
  <inkml:trace contextRef="#ctx0" brushRef="#br0" timeOffset="116491.43">26647 13349 609 0,'-25'-6'194'15,"21"4"-178"1,4-2 110-16,0-2-53 16,0 6-73-16,10 0-31 15,11 0 22-15,10 0 9 16,0 0 9-16,6 0-7 15,1 0 11-15,-1 0-3 16,7 0 8 0,-7 0 11-16,-11 0 3 15,-6 0-8-15,-16 0-15 16,-4 0-3-16,0 0 8 16,0 0-3-1,0 0 21-15,0 0-31 0,0 0-1 16,0 0-10-16,0 0-57 15,-4 0-87 1,0 0-117-16,2 0-176 16</inkml:trace>
  <inkml:trace contextRef="#ctx0" brushRef="#br0" timeOffset="119278.7">27245 13056 259 0,'-2'-14'138'15,"2"8"-113"-15,-4 0 11 16,4 0 174-16,-2 2-142 16,2 0 12-16,0 4-11 15,-2 0-25-15,2 0-13 16,0 0-8-16,-2 0 0 16,2 0-9-16,-2 0 4 15,2 0-7 1,0 0-2-16,0 0-5 15,0 0-1-15,0 0-2 16,0 12 8-16,0 8 22 16,0 6-11-16,8 6 1 15,4 8 8-15,-1 7-18 16,5 14-5-16,-1 4-4 16,-1-3 7-16,-1-8-4 15,-4-18-5-15,0-10 3 16,-4-8-1-1,-1-8 6-15,-2-6 1 16,0-4 2-16,-2 0 0 16,0 0 0-16,4 0 4 15,-1 0-3-15,4-22 23 16,0-10-2-16,-3-8-16 16,7-10-7-16,0-23 3 15,0-3-7-15,7 0-4 16,-2 0 6-16,-6 18-8 15,4 10 0-15,-7 4 10 16,1 7-9 0,2 9 6-16,-4 9-3 15,-1 2 2-15,-3 12-6 16,0 0 0-16,-2 1-2 16,0 4 2-16,0 0-5 15,0 0-5-15,0 0-17 16,0 0-1-16,0 0-13 15,0 0-1-15,0 6-11 0,0 12-78 16,-4 7-164 0,-1-15-9-16,1-2-131 15</inkml:trace>
  <inkml:trace contextRef="#ctx0" brushRef="#br0" timeOffset="119832.3">27806 13307 175 0,'17'4'46'0,"-9"-4"-42"16,-2 0 155-16,-2 0-88 16,-1 0 9-16,1 0-3 15,-4 0-7-15,0 0 20 16,0 0 10-16,0 0-29 0,0-2-18 16,0-2-31-1,0 2 4-15,0-3 16 16,0 1-24-16,-7 3-14 15,-8-1 10-15,-1 2-14 16,-4 0 0-16,-7 0 4 16,1 0-4-16,1 14 9 15,-1 0-5-15,5 12 5 16,6 6-3 0,6 2-4-16,9 8 0 15,0-8-2-15,0-2-4 0,18-5 4 16,9-4 0-1,4-9-3-15,0-4 0 16,-2-6 0-16,-2-4 3 16,-3 0 0-16,-4 0 10 15,-6 0-10-15,-3-11-31 16,-7-4-18-16,-2-1-54 16,-2 8-127-1,0 0-163-15</inkml:trace>
  <inkml:trace contextRef="#ctx0" brushRef="#br0" timeOffset="120337.69">28084 12936 251 0,'0'-13'109'0,"0"12"-82"16,0 1 40 0,0 0 93-16,0 0-63 15,0 0-42-15,0 0-13 16,0 0-11-16,-6 15 0 16,-12 18 17-16,-3 5-3 15,4 10-8-15,8 0-6 16,2 6-6-16,3 4-16 15,4 2 8-15,0-3-2 16,0-5-7-16,20-12-8 16,16-6-2-1,3-12-6-15,6-12 5 16,2-8 3-16,-12-2-1 16,-4 0-26-1,-6 0-45-15,-25 0-68 16,0-8-349-16</inkml:trace>
  <inkml:trace contextRef="#ctx0" brushRef="#br0" timeOffset="120855.17">28290 13084 755 0,'0'0'0'0,"0"-10"-18"16,0 10 18-16,0 4 35 15,0 18-24-15,0 4 26 16,0 4 29 0,0 0-42-16,13 0-11 15,5 1 1-15,-1-6-14 16,1-8-1-16,-3-8-1 15,-3-9 0-15,1 0-9 16,0 0 0-16,5-7-12 16,-2-15-39-16,-3-4 20 15,-2-3 5 1,-7 4 8-16,2 0 17 16,-4 3 12-16,2 6 7 15,-2 6 37-15,1 6 5 16,-3 2 33-16,0 2 7 15,0 0-28-15,0 2-35 16,0 26-19-16,-7 6 18 16,-7 8 18-16,-1 7-14 15,-1 13-13 1,3 0-6-16,2-8-4 0,4-8-4 16,3-24-4-16,4-10 1 15,0-6-10 1,0-4-35-16,0-2-244 15,0 0-67-15</inkml:trace>
  <inkml:trace contextRef="#ctx0" brushRef="#br0" timeOffset="121230.58">28621 12879 621 0,'0'-11'123'0,"0"11"-120"16,0 0 37-16,0 0 56 15,14 22-52 1,3 20 21-16,6 10-29 15,1 8-13-15,-1 0-3 16,-4 7 4-16,0 5-6 16,-6 6 3-16,-7 0 2 15,-6-6-8-15,0-6-12 16,-26-6 0-16,-21-16 2 16,-5-13-5-16,-3-16 2 15,22-15-2-15,10 0-23 16,23 0-29-1,0-15-111-15</inkml:trace>
  <inkml:trace contextRef="#ctx0" brushRef="#br0" timeOffset="121831.26">29161 13309 550 0,'-5'-6'125'0,"5"6"-114"16,0-2 45-16,0-1 67 15,0 3-64-15,2-4-44 16,34 3 2 0,6-3 13-16,14 2-8 15,2-1 5-15,-11 3 2 16,-7 0-2-16,-11 0-4 15,-10 0-12-15,-9 0-5 16,-8 0 20-16,-2 0-19 16,0 0 7-16,0 0 1 15,0 0-13-15,0 0-1 16,0 0-1-16,-2 0-26 16,-8 0-42-1,4 0-120-15,2 0-513 16</inkml:trace>
  <inkml:trace contextRef="#ctx0" brushRef="#br0" timeOffset="124193.83">29738 13046 392 0,'-12'-26'221'16,"8"14"-186"-1,4 2-20-15,0 0 56 16,0 6-15-16,0 2-14 16,0 2-16-16,0 0 0 15,0 0 1-15,0 0 40 16,0 0-23-16,-2 0-23 16,0 0-13-16,2 2-8 15,0 16 0-15,0 12 2 16,0 4 60-1,4 10-46-15,7 4-8 0,5 12 6 16,-1 5 5 0,1-7-11-16,-1-6 2 15,-5-22-7-15,-6-8 0 16,0-10 1-16,1-4-2 16,-3-6-1-16,2-2 1 15,-2 0 6-15,-2 0 0 16,0 0 9-1,3 0 16-15,-1-20-9 16,3-8 9-16,-1-12-12 0,-2-6-7 16,9-21-9-1,3-3 0-15,1-4 0 16,3 4-4 0,-3 20-2-16,-5 7 1 15,1 12 0-15,-3 7 4 16,-3 10-4-16,0 3 0 15,-5 8-2-15,0 3 1 16,0 0-3 0,0 0-13-16,0 0 6 15,0 0-16-15,0 0-37 16,0 0-14-16,0 0-48 0,2 10-60 0,-2 0-21 31,0-1-127-31</inkml:trace>
  <inkml:trace contextRef="#ctx0" brushRef="#br0" timeOffset="124634.93">30036 13208 183 0,'2'3'211'0,"-2"-3"-60"15,0 0-44-15,0 0-8 16,0 0 4-16,0 1-24 16,0 1-20-16,0 0-13 0,0 3-24 15,0 6-1-15,0 10 11 16,0 9-14-16,0 3 10 15,0 8-16-15,0-3-12 16,0-2 6-16,0-2-5 16,0-6-1-16,0-4 3 15,2-10-1 1,0-4 0-16,1-2-2 16,-3-6 4-16,3-2-4 15,-3 0-1-15,2 0-2 16,0 0-36-16,-2 0-28 15,0-14-192-15,0-6 72 16,0 8-65-16,-7-2-78 16</inkml:trace>
  <inkml:trace contextRef="#ctx0" brushRef="#br0" timeOffset="125137.98">29931 13334 131 0,'0'0'105'16,"0"0"-14"-16,0 0 145 15,0 0-124-15,-24-55-35 16,24 52 28-16,0 3-19 15,0 0-12-15,0 0-16 16,0-1-28-16,0-2-19 16,14 0-9-16,23-1-4 15,5 0 2-15,10 4 0 16,4 0 1-16,-10 0-1 16,3 0 1-16,-7 0-2 15,-6 0 1 1,-9 0 0-16,-11 0 0 15,-12 0 0-15,-4 0 2 16,0 0-2-16,0 0 30 16,0 0 1-16,0 1 5 15,0-1-26-15,0 3-10 16,-12 11-2-16,-5 4 2 16,-5 12 4-16,-1 4-1 15,8-4-3-15,-1 0 0 16,7-4 0-1,5-2 4-15,4-4-8 16,0-6 2-16,0-4-4 16,6-4-3-16,15-4 9 15,1-2 2-15,0 0 5 16,-2-2-3-16,-7-16 4 16,1-2-5-16,-5-10 8 15,-3-2-7-15,-1 4-3 16,-5 2 4-16,0 11-5 15,0 8-2-15,0-1-13 16,-5 0-29 0,-1 6-423-16</inkml:trace>
  <inkml:trace contextRef="#ctx0" brushRef="#br0" timeOffset="127188.09">30607 12471 220 0,'0'-7'102'16,"0"7"-36"-16,0-2 7 15,0 2 85-15,0 0-88 16,0-1-4 0,2-2-10-16,15 2-10 0,10 1-16 15,4 0 2-15,6 0-8 16,2 0 11-1,12 0 23-15,-4 0-22 16,-9 0-12-16,-9 0-12 16,-15 0-5-16,-10 0-7 15,-2 0 2 1,-2 0 8-16,0 0 17 16,0 0-8-16,0 0-8 0,0 0 4 15,0 0-5 1,0 0-4-16,0 0-2 15,0 0-4-15,0 0 0 0,0 0 0 16,0 1 0 0,0 3-3-16,0 5 2 15,0 0 1-15,0 4 2 16,0 5 2-16,-6 8 1 16,4 3-4-16,-6 12 5 15,4 3-4-15,-3 4 2 16,1 20-3-16,-4 2 1 15,4 1 2-15,-1-1-2 16,5-14 0-16,2-2-2 16,0 0 0-1,0 11 0-15,0-6 4 16,7 4-4-16,1-7 4 16,0-16-7-16,0-2 3 15,-3-6 0-15,-1 0 5 16,-2-4-5-16,-2-1 10 15,0-5-6-15,0 0 4 16,0-2-5-16,0-7-3 16,0 1 2-1,0-5-1-15,0-4 1 0,0 6-2 16,0-4 2 0,0 2-2-16,0-3 3 15,0 0-3-15,0-5 2 16,0-1-1-1,0 0 2-15,0 0-2 16,0 0 5-16,0 0-4 0,0 3 3 16,0-3-2-1,0 0-2-15,0 0 5 16,0 0-3-16,0 0 0 16,0 0-3-16,0 0 8 15,-8 0 12-15,-13 0 9 16,-8 0-23-16,-6 0-6 15,8 0 0-15,-2-4 0 16,3 4 1 0,-1-6-2-16,5 4-16 0,1 0-7 15,10 0-17-15,3 2-11 16,8-2-57 0,0 2-127-16,0-3-145 15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7:48:07.14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10278 8929 67 0,'0'-4'78'16,"0"2"-78"-16,0 2 2 16,0 0-2-16,0 0 5 15,0 0-5-15,0 0-5 0,0 0-4 16,0 0 9 0,0 0-9-1,0-2-19-15,0 2 5 16,0-2 21-16,0 2 2 15,0 0 10-15,-2-2 6 16,2 0 63-16,0-2-38 16,-2 2-10-16,2 2 13 15,0 0-9-15,0 0-14 16,0 0 2-16,0 0 49 16,0 0-38-16,0 0-12 15,0 0-9 1,0 0-1-16,0 0 1 0,0 0 2 15,-4 0 1-15,4 0-11 16,0 0 1 0,0 0 2-16,-2 8 29 15,0 12-18-15,0 4-9 0,0 8 1 16,2 8-6-16,0 10 16 16,0 9-1-16,0 5 16 15,0 8-12-15,0 8-5 16,8 33 1-1,0 5 10-15,0 6-18 0,3 5-1 16,-1-23 0-16,1 0 7 31,-1-2 1-31,7 14-5 16,0-7 12 0,-1-5-16-16,-5-12-6 15,-4-21 13-15,0-5-1 16,-7-6-14-16,2-8 3 15,-2-10 3-15,0-7-2 16,0-8 1-16,0-8 6 16,-5-7-3-16,1-9-6 15,1-2-3-15,3-3 0 16,0 0-1-16,-2 0-4 16,2 0-13-1,-2 0-40-15,-1 0 22 16,1-11-29-16,2-3-45 15,0 6-63-15,0 1-121 16</inkml:trace>
  <inkml:trace contextRef="#ctx0" brushRef="#br0" timeOffset="3044.21">24444 8907 241 0,'2'-4'49'0,"-2"2"-49"15,0 0-20-15,0 0 102 16,0 2-20-16,0 0-48 15,0-2-5-15,2 2 2 16,-2-2-6-16,0 2 0 16,2 0 6-1,-2 0 0-15,0 0 13 0,3 0 15 16,-3 0-9-16,2 0-3 16,0 0-12-16,-2 0-10 15,4 0-4-15,-2 0 2 16,1 0-2-1,-3 0 3-15,3 0 1 16,-3 0 15-16,0 0 16 0,0 0 2 16,0 0-13-1,2 0-5-15,0 0-3 16,2 0-4-16,1 0-3 16,3 8-1-16,-1 10-4 0,0 10 4 15,2 14-5 1,-5 16 5-16,3 10 3 0,0 11 0 15,-1 9-4-15,3 6-5 16,-2 6 0 0,2 7 2-16,2-1-3 15,0-6-1-15,-2-7-1 16,2 7 4-16,0-16 3 16,-1-10 0-16,-4-11-5 15,0-35 1-15,-3-12-1 16,-1-10-2-16,0-6 1 15,-2 0-1-15,0 0-4 16,0 0-25-16,0-10-79 16,0-4-69-16,0 2-287 15</inkml:trace>
  <inkml:trace contextRef="#ctx0" brushRef="#br0" timeOffset="4965.64">10445 10301 176 0,'0'0'69'0,"0"2"-59"16,0-2-1-16,-3 0 20 16,1 0 1-16,0 0-25 15,0 0 1-15,-2 0-5 16,1 0 4-1,-2 0 6-15,1 0 12 0,2 0-3 16,2 0 5-16,0 0 0 16,0 0-3-16,0 0-13 15,0 0-9-15,0 0 0 16,0 0-4-16,0 0 4 16,0 0-3-16,0 0-4 15,0 0-6-15,0 0-2 16,0 0 14-16,0 0-4 15,0 0 5-15,0 0-3 16,0 0 1 0,0 0 2-16,0 0-2 15,0 0 1-15,0 0 1 0,0 2-4 16,0 0-33-16,0-2-42 16,0 0-72-16</inkml:trace>
  <inkml:trace contextRef="#ctx0" brushRef="#br0" timeOffset="29396.93">19711 10036 33 0,'0'0'3'0,"0"0"-3"16</inkml:trace>
  <inkml:trace contextRef="#ctx0" brushRef="#br0" timeOffset="30115.52">19736 10056 103 0,'0'0'51'0,"-2"2"-53"0,2-2 2 15,0 0 31 1,0 0-18-16,0 0-11 15,0 0 0-15,0 0 6 16,0 0 4-16,0 0-7 16,0 0-5-16,0 0-3 15,0 0 1-15,0 0-3 16,0 0-2-16,0 2 2 16,-2 0 1-16,2 0 1 0,-3-2-19 15,1 0-19 1</inkml:trace>
  <inkml:trace contextRef="#ctx0" brushRef="#br0" timeOffset="33965.14">20767 9916 58 0,'-6'-2'319'15,"3"0"-319"-15,3 0-28 16,0 2 28-16,0 0 139 0,0 0-125 16,0 0 4-1,0 0 4-15,0 0 5 16,0 0-5-16,0 0 13 16,0-2 10-16,0 2-4 15,9-2-10-15,7-3 31 16,-1 4-46-1,-1-1-15-15,-7 2-1 0,-3-2-1 16,-4 2-5-16,0 0 0 16,0 0-3-16,0 0 7 15,0 0-9-15,0 0-43 16,0 8-50-16,0-4-76 16,0 2-112-16</inkml:trace>
  <inkml:trace contextRef="#ctx0" brushRef="#br0" timeOffset="49559.1">10490 10082 283 0,'8'0'83'0,"1"0"-83"16,0 0-26-16,4 0 26 15,3 0 9-15,0 0-4 0,-3-2-5 16,-4 0 1-16,0 2-1 16,-5 0 0-1,-4 0 0-15,0 0-59 16</inkml:trace>
  <inkml:trace contextRef="#ctx0" brushRef="#br0" timeOffset="49817.31">11165 10026 420 0,'0'0'116'0,"0"0"-116"15,0 0-77-15,0 0 72 16,156-28 5-16,-108 22 0 16,6 0-4-16,-6 4-60 15,0 0 1-15,-40 2-6 16,-3 0-54-16</inkml:trace>
  <inkml:trace contextRef="#ctx0" brushRef="#br0" timeOffset="50123.74">12871 9918 378 0,'0'0'0'0,"0"0"-274"0</inkml:trace>
  <inkml:trace contextRef="#ctx0" brushRef="#br0" timeOffset="50498.63">14429 9837 354 0,'0'0'74'16,"0"0"-74"-16,117-19-130 15,-83 12 105-15,0 2 25 32,-3 0 11-17,0 4-12-15,0-3 1 0,3 4-1 0,-30 0-2 16,5-3-89-16</inkml:trace>
  <inkml:trace contextRef="#ctx0" brushRef="#br0" timeOffset="50685.59">15253 9801 590 0,'0'0'95'0,"0"0"-282"15,124 0 173-15,-88 0 14 16,2 0 0-16,7 0-33 16,-2 0-71-16,1 0 29 15,-5 0 34-15,-34 0-1 0,0 0-86 0</inkml:trace>
  <inkml:trace contextRef="#ctx0" brushRef="#br0" timeOffset="51290.78">18003 9705 282 0,'0'0'313'0,"0"0"-309"16,115-10-4-16,-77 6 31 15,0 2 36-15,-5 0-53 16,5 2-14-1,0 0-26-15,0 0-5 0,0 0-47 16,-34-2-83-16,1 2-173 16</inkml:trace>
  <inkml:trace contextRef="#ctx0" brushRef="#br0" timeOffset="51552.04">19175 9581 414 0,'0'0'81'16,"113"-16"-68"-16,-70 12 2 15,-1 0 10-15,-1 0-1 16,0 2-6-16,-5 0 3 15,-1 0 1 1,-1-1-11-16,-3 0-23 0,0 1-77 16,-27 0-62-16,1 0-18 15</inkml:trace>
  <inkml:trace contextRef="#ctx0" brushRef="#br0" timeOffset="51747.49">20308 9472 314 0,'0'0'139'16,"114"-7"-115"-16,-67 3-23 16,-1 0 48-16,6 0-3 15,-8 0-46-15,-1 1-19 0,-34 1-112 16,-5 1-59-16</inkml:trace>
  <inkml:trace contextRef="#ctx0" brushRef="#br0" timeOffset="51937.75">20997 9417 228 0,'0'0'158'16,"144"-17"-158"-16,-78 11-6 15,0 2 6-15,-15 4 56 0,-2 0 20 16,1 0-45-16,-4 0-10 16,3 0-14-16,2 0-7 15,-4 0-65-15,-38 0-92 16</inkml:trace>
  <inkml:trace contextRef="#ctx0" brushRef="#br0" timeOffset="52108.98">22452 9346 261 0,'0'0'123'16,"143"-4"-110"-16,-88 2-13 15,3-2-9 1,-40 4-26-16,-3-2-266 15</inkml:trace>
  <inkml:trace contextRef="#ctx0" brushRef="#br0" timeOffset="52390.71">23695 9230 646 0,'0'0'23'15,"0"0"-23"-15,138 0-23 16,-84 0 23-16,1 0 7 16,-8 0-7-16,-1 0-7 15,2 0 4-15,1 0 2 16,4 0-6-16,1 0-58 15,2 0-40-15,-44 0-19 16,2 0-29-16</inkml:trace>
  <inkml:trace contextRef="#ctx0" brushRef="#br0" timeOffset="53939.96">10692 10716 87 0,'8'0'84'0,"-2"4"-84"0,-2-2-124 15,0 0 102-15,-4 0 22 16,0-2 65 0,3 0-31-16,-3 0 43 15,0 0-66-15,0 0-11 16,0 0-22-16</inkml:trace>
  <inkml:trace contextRef="#ctx0" brushRef="#br0" timeOffset="54236.74">10692 10716 269 0</inkml:trace>
  <inkml:trace contextRef="#ctx0" brushRef="#br0" timeOffset="54361.18">10692 10716 269 0,'-38'62'7'0,"38"-62"-7"0,7 0 0 0,4 0 9 0,-2 0 3 0,-2 0-11 15,-3 0 1-15,-4 0-2 16,2 0 1-16,-2 0-1 16,0 0 0-16,0 0-1 15,0 0-35 1,0 0-196-16</inkml:trace>
  <inkml:trace contextRef="#ctx0" brushRef="#br0" timeOffset="54549.2">10696 10776 305 0,'0'0'0'15,"0"0"-164"-15</inkml:trace>
  <inkml:trace contextRef="#ctx0" brushRef="#br0" timeOffset="54642.37">10696 10776 149 0,'56'22'0'0,"-33"-22"-22"16</inkml:trace>
  <inkml:trace contextRef="#ctx0" brushRef="#br0" timeOffset="54923.27">11176 10794 525 0,'0'0'182'16,"0"0"-182"-16,0 0-74 15,0 0 39 1,0 0 35-16,53 0 11 0,-29 0-10 15,1 0-1-15,-1 2-13 16,6 2-45-16,-4 0-9 16,6 2-40-16,-24-4 1 15</inkml:trace>
  <inkml:trace contextRef="#ctx0" brushRef="#br0" timeOffset="55050.41">11697 10832 227 0,'0'0'86'16,"0"0"-86"-16,0 0-53 16,0 0-30-16,0 0-21 15</inkml:trace>
  <inkml:trace contextRef="#ctx0" brushRef="#br0" timeOffset="55425.32">13121 10914 290 0,'0'0'199'0,"0"0"-199"16,122 0-87 0,-86 0-45-16,-28 0 97 15,0 0-163-15</inkml:trace>
  <inkml:trace contextRef="#ctx0" brushRef="#br0" timeOffset="55597.16">14139 10860 442 0,'0'0'38'16,"0"0"-38"-16,0 0-265 15</inkml:trace>
  <inkml:trace contextRef="#ctx0" brushRef="#br0" timeOffset="55894.36">15184 10830 304 0,'0'0'0'0,"0"0"-204"16,127-10 108-16,-96 8 96 16,2 0 179-16,0 0-143 15,8 0-21 1,3-2 2-16,6 2 39 0,0-2-56 15,-33 2-3-15,-7 2-103 16</inkml:trace>
  <inkml:trace contextRef="#ctx0" brushRef="#br0" timeOffset="56080.63">16374 10806 220 0,'0'0'0'0,"0"0"-26"15,156 0-156 1,-108 0 170-16,4 0 12 16,-8 0 0-16</inkml:trace>
  <inkml:trace contextRef="#ctx0" brushRef="#br0" timeOffset="56143.66">16881 10794 112 0,'0'0'86'0,"0"0"-80"15,152-8-6-15,-146 8-94 16</inkml:trace>
  <inkml:trace contextRef="#ctx0" brushRef="#br0" timeOffset="56299.81">17222 10786 83 0,'0'0'148'0,"0"0"-109"16,139 0-12-16,-97 0 2 15,7 0 11-15,-9 0-3 16,2 0-4-16,-1 0-7 15,-4 0-7-15,1 0-7 16,-2 0-4-16,-5 0-8 16,0 0-22-16,0 0-48 0,-27 0-7 15,2 0-23 1</inkml:trace>
  <inkml:trace contextRef="#ctx0" brushRef="#br0" timeOffset="56487.41">18288 10786 318 0,'0'0'83'15,"0"0"-83"-15,135 0-36 16,-99 0 36-16,2 0 3 16,-2 0 1-16,4 0-5 15,-1 0-17-15,-27 0-50 16,-3 0-82-16</inkml:trace>
  <inkml:trace contextRef="#ctx0" brushRef="#br0" timeOffset="56643.62">19183 10762 338 0,'0'0'21'15,"138"-6"-21"1,-84 4-61-16,-5 0 54 0,0 2 3 15,-4 0-48-15,-37 0-9 16,3 0-69 0</inkml:trace>
  <inkml:trace contextRef="#ctx0" brushRef="#br0" timeOffset="56902.46">20576 10752 308 0,'0'0'46'16,"138"0"-45"-1,-83 0-1-15,8 0 32 16,2 0 26-16,-14 0-14 0,2 0-15 16,-3 0-15-16,-4 0-8 15,-2 0-1-15,-1 0-3 16,-5 0-2-16,-3-2-58 15,-30 0-76-15,-5 2-122 16</inkml:trace>
  <inkml:trace contextRef="#ctx0" brushRef="#br0" timeOffset="57089.89">22078 10746 293 0,'0'0'72'16,"182"0"-63"-16,-117 0 6 16,-9 0 76-1,-10 0-28-15,-8 0-41 16,-4 0-42-16,-6 0-50 16,-28 0-34-16,3 0-44 15</inkml:trace>
  <inkml:trace contextRef="#ctx0" brushRef="#br0" timeOffset="57293.53">23114 10746 200 0,'0'0'76'16,"142"2"-76"0,-84-2-45-16,-2 2 61 15,0 2 11-15,-3 2-13 16,7-2 8-16,-4 0 19 15,-5 0-16-15,-9-4-25 16,-15 0-11-16,-27 0-61 16,0 0-97-16</inkml:trace>
  <inkml:trace contextRef="#ctx0" brushRef="#br0" timeOffset="57512.28">24120 10788 150 0,'0'0'247'15,"132"8"-192"-15,-69-8-55 16,1 2-12-16,1 0 4 16,-1-2 4-16,-17 2-14 15,2 0 7-15,-7 2 11 16,5-2 26-16,0 2 10 16,0 0-1-16,-3 2-11 15,-1-2-21-15,-8 0-3 16,1-2-48-1,-34-2-35-15,-2 0-244 0</inkml:trace>
  <inkml:trace contextRef="#ctx0" brushRef="#br0" timeOffset="65061.01">11770 10189 103 0,'0'0'91'0,"0"-3"-91"16,0 3 0-16,0-4 3 15,0 3 34-15,0-5-25 16,0-1-11-16,0 3-1 16,0-4 0-16,0 1 7 15,0-4 6-15,0-3 15 16,0 2-11-16,0-2-8 16,0-2 6-16,-2 0 10 15,0-2-7 1,2 0 15-16,-2 6 7 0,0 4 15 15,2 6 0-15,-3-2-29 16,3 4 11 0,0 0-1-16,0 0-8 0,0 0-2 15,0 0 0-15,0 0-26 16,0 8-1-16,-2 14 1 16,2 6 7-16,0 12 2 15,0 11-3-15,0 8 8 16,0 5 14-16,0 3-8 15,0-3-1-15,0-6 0 16,0-4-14-16,5-8 9 16,-3-7 1-16,0-6 2 15,-2-12 1 1,0-7-1-16,2-10-9 0,-2-2 1 16,0-2 3-16,2 0-1 15,-2 0 2 1,2 0 4-16,0 0 12 0,3-2-13 15,2-20-4-15,0-10-10 16,1-4-1 0,1-7 3-16,3-9-3 0,-1-4-1 15,5-8 0 1,-3-4 0-16,-2-13-2 16,-2 3-3-16,-3 10-1 15,-1 10-5-15,-3 30-1 16,0 10 8-16,-2 10 4 15,0 4 0-15,0 4 0 16,0 0 2-16,0 0-2 16,0 0-5-16,0 8-3 0,0 22 1 15,0 10 7 1,4 8 4-16,2 2 1 16,-2 3-2-16,2-3 0 15,7 10 2-15,1-4-4 16,1 0 1-16,2-2-1 15,-7-14 4-15,0-6-5 16,-4-5 0-16,1-5 4 16,-5-8 0-16,0-6 1 15,-2-6 10-15,0-2-11 16,2-2-3-16,-2 0 6 16,0 0 2-16,0 0 13 15,2 0-4-15,3-10-4 16,-3-21-11-16,5-21-1 15,-2-12-1-15,-3-6 0 16,2-6-1-16,-4 12 0 16,0 3-1-16,0 9-7 15,0 16-1-15,0 6 8 16,0 12-1-16,0 10 3 16,2 0-3-16,-2 4 1 15,0 4 0 1,0 0 0-16,0 0-13 15,0 10 2-15,2 24-19 0,1 8 24 16,1 7 7 0,6 9 3-16,-2 0-2 15,1 2 1-15,3-4-1 0,-4-2 2 16,1-2-3-16,-1-4 1 16,0-4 0-16,-4-7 2 15,-2-10-2-15,1-6 4 16,-1-7 0-16,-2-6-1 15,2-4-2-15,-2-2 1 16,0-2 3-16,2 0-1 16,0 0-2-16,0-16 17 15,4-24-5 1,0-17-14-16,-2-9 1 0,1 0 0 16,1-2-2-1,1 2-2-15,0 6-3 16,0 10 1-16,-1 7 2 0,-2 10-2 15,1 6 3-15,0 7-3 16,-3 12 4 0,0 4 0-16,0 4-1 15,-2 0-1-15,0 0-12 16,0 23-16-16,3 35 30 16,5 10 8-16,3 6-6 15,1 4-1-15,-4-24 0 16,3 0 1-16,-3-10 1 15,0-4-1-15,-1-8-2 16,-5-7 0-16,0-11 2 16,0-8-1-16,-2-4-1 0,2-2 2 15,-2 0 0 1,6 0 19-16,0-29-9 16,3-8-4-16,-1-10-5 15,4-13-2-15,-1-2 2 16,1 4-2-16,1 6-1 15,-5 20 0-15,-1 4 0 16,-2 3-1-16,-1 6 3 16,1-2-2-16,-3 7 0 15,-2 0 0-15,0 6-1 0,0 2 1 16,2 2-3 0,-2 3 2-16,0 1-4 15,0 0 3-15,0 0-12 16,0 5 6-16,0 31 8 15,4 10 4-15,1 7 0 16,2 3 3-16,2-8-3 16,-3-6 2-16,3 2-2 15,0-4 0-15,-2-4-3 16,-1-1 2-16,-1-6 3 16,-3-2 0-16,2-7-3 15,-2-6 0-15,-2-2-1 16,3-6 0-16,0-2-1 15,-1-4 0-15,0 0 1 16,-2 0 4 0,4-6 7-16,1-28 1 0,-1-14-7 15,0-5-3-15,-2-9-3 16,2-6-2-16,-4-4 3 16,0-4-4-16,2 11 1 15,-2 19-4-15,2 20-7 16,-2 16 9-16,0 10 3 15,0 0-1-15,0 6-35 0,0 24 28 16,0 5-10-16,0-3-51 31,0 0-91-31,0-24-114 0,0-4-97 0</inkml:trace>
  <inkml:trace contextRef="#ctx0" brushRef="#br0" timeOffset="66838.66">10280 10407 711 0,'-20'0'31'0,"13"0"-31"0,7 0 0 16,0 0 50-16,0 0 7 15,0 0-56 1,0 0-1-16,0 0 0 0,0 0 28 16,0 0 19-16,0 0 1 15,0 0-6 1,0 0-3-16,0 0 10 15,0 0-35-15,0 0-4 16,0 0-7-16,17 0 1 16,6 0 4-16,6 0 3 15,9 0-4-15,2 0-3 16,7 0-1-16,6 0 2 16,8 0-3-16,7 0-2 15,9 0 3-15,2-4-3 0,2 4 0 16,-4 0 1-16,-2 0 0 15,-13 0-1 1,-6 0-3-16,-3 0 1 16,0 0 1-16,1 0 1 15,21 0 1-15,4-4 0 16,-2-14 1-16,2 0-4 16,-31 6 4-16,-7 4-3 15,-12 2 1-15,-14 4-1 16,-6-2 1-16,-4 4 0 15,-3 0 0-15,-2 0 0 16,0 0 1-16,0 0 1 16,0 0 0-16,0 0-1 15,0 0-1-15,0 0-1 16,0 0-4-16,0 0 1 16,0 0-13-16,0 0-8 15,0 0-14-15,0 0-19 16,0 0-33-16,0 0 6 0,0 0 17 15,0 2 26-15,0-2 20 16,0 2-14-16,0-2 2 16,2 0 11-16,5 0 23 15,-3 0 2-15,0 0 17 16,-2 0-19-16,-2 0-37 16,0 0-154-16</inkml:trace>
  <inkml:trace contextRef="#ctx0" brushRef="#br0" timeOffset="68155.2">12601 10176 350 0,'-2'-1'152'0,"2"1"-152"15,0 0-26 1,0 0 26-16,0 0 90 15,0 0-87-15,0 0-1 16,0 0 2-16,0-4 9 16,0 4 13-16,0 0 15 15,0 0-5-15,0 0-11 16,0 0-6-16,0 0-6 16,0 0-9-16,0 0-4 15,0 1 0-15,0 17 0 0,0 4 23 0,0 6 17 16,2 5-1-16,7-1 3 15,-2-4 9-15,2-4-41 16,0-4 0-16,-3-2 2 16,-1-8 3-16,-2-6-5 15,-1-2 1-15,-2-2-4 16,0 0-4-16,0 0 6 31,0 0-9-31,0 0-2 16,0 0-33-16,0 0-23 15,0 0-14-15,0 0-32 16,0 0-15-16,0 0-68 16,0 0-74-16</inkml:trace>
  <inkml:trace contextRef="#ctx0" brushRef="#br0" timeOffset="68854.25">12624 10411 348 0,'0'0'106'16,"0"0"-106"15,0 0 0-31,-9 0 39 0,9 0 30 0,0 0-45 0,0 0-18 15,-2 0-2-15,-1 0 11 32,1 0 3-32,-3 0-10 15,3 0 0-15,0 0 13 16,2 0 10-16,0 0 1 16,0 0 3-16,0 0 44 15,0 0-44-15,0 0-4 16,0 0-5-16,0 0-4 15,0 0-1 1,0 0-4-16,0 0-4 0,9 0-7 16,9-4 0-16,7 2 4 15,6-2 6-15,9 0-4 16,5 0-7-16,5 0-1 16,4 0 1-16,4 0-2 15,0 0 0 1,2 2 2-16,1 0 1 0,-6 2-1 15,0-2-3-15,-3 0-2 16,-4 0 0 0,-7 0 0-16,-14 2 0 15,-12 0 0-15,-6 0-1 0,-2 0 1 16,0 0 2-16,4 0-2 16,0 0 3-16,2 0-1 15,5 0-1-15,0 0 2 16,-2 0-1-16,-5 0 0 15,-3 0-2-15,-6 0 2 16,2 0-2-16,-4 0-1 16,0 0 1-16,0 0 2 15,0 0-1 1,0 0-1-16,0 0-7 0,0 0-11 16,-6 0-31-16,-5 0-53 0,1 0-83 15,0 0-120-15</inkml:trace>
  <inkml:trace contextRef="#ctx0" brushRef="#br0" timeOffset="71978.62">13513 10389 198 0,'0'2'114'0,"0"0"-88"16,0-2-17-16,0 0 103 15,0 0 16-15,0 0-50 16,0 0-30-16,0 0-3 16,0 0 5-16,2-6-22 15,7-10-16-15,5-2 7 16,-6-2 2-16,1-2-4 15,3-8 10-15,-4 0-22 16,1-9 3-16,-3-1-6 16,-3 0 2-1,-1 6-1-15,1 12 0 0,-3 8 0 16,2 12-2-16,-2 2 0 16,0 0 2-16,0 0 9 15,0 0-8-15,0 0-4 16,0 0 0-16,0 0 0 15,0 0 0-15,0 0 0 16,0 0 4-16,0 0 6 16,0 0-4-16,0 0-6 15,0 0 1-15,0 20-1 16,0 10 5 0,0 4-3-16,2 7 6 0,3-1-7 15,1 0-1 1,-2 2 2-16,3 0-1 0,-2 2 0 15,2-2 2-15,1 4-3 16,3 1 1-16,-1-1-1 16,0-1 0-1,-1-4 0-15,1-5 1 0,-2-8 0 16,-1-4-1 0,-3-6 0-16,0-6 1 15,2-4 0-15,-4-4 2 16,-2-2 1-16,0-2 2 15,2 0 4-15,-2 0 4 0,2-12 5 16,2-12-4 0,-1-14-14-16,1-6 0 0,-4-8 1 15,2-13-1-15,-2-3-1 16,4-6 1 0,4-10-4-16,0 0-1 15,1 12-12-15,0 11 0 0,0 17 16 16,-7 16 0-1,3 6 2-15,-3 8-1 16,-2 8 7-16,2 4-4 16,-2 2-4-16,0 0 0 15,0 0-1-15,0 0-1 16,0 6-5-16,0 18-8 16,0 14 15-16,0 6 6 15,0 10 2-15,0 7-2 16,7-3 2-16,2 0-6 15,4-4 0-15,3 6 0 16,1-2-1-16,0 0-1 31,-2-3 0-31,-5-17 2 0,0-6-1 16,-1-8-1-16,-5-6 0 16,0-10 0-16,-2-4 0 15,2-2 0-15,-2-2 2 16,-2 0-2-16,2 0 8 15,0-8 7-15,2-22 10 16,-2-8-25-16,3-9 2 16,-5-3 8-16,0-32-6 15,0-10 4-15,0-12-5 16,2-1-2-16,4 35-1 16,4 14 0-16,-3 18-2 0,-3 12 2 15,-2 6 1-15,-2 4 0 16,2 8 1-16,0 4-1 15,-2 2 2-15,0 2-2 16,0 0 1 0,0 0-4-16,2 24-7 15,3 16 9-15,2 12 10 0,4 18-7 16,0 5-3 0,3-3 2-16,1-2 0 15,-3-18-1-15,-2-2 0 16,1-1-1-16,-1-4 0 15,-4-3 1-15,1-2-1 16,-3-5 1-16,3-7 0 16,-2-6-1-16,-1-8 0 15,-2-4 1-15,0-6-1 16,-2-2-2-16,0-2 0 16,0 0 0-16,3-4 2 15,-1-30 8-15,0-14-4 16,-2-10-3-16,0-4 3 15,0-11-3-15,0-11-1 16,0-11 0-16,0 4-1 16,4 10 0-16,1 17-5 15,0 16 5-15,-1 16-2 16,0 8 2-16,-1 6 1 16,1 6 1-16,-4 6-1 15,0 0 0-15,0 6 0 16,0 0 0-1,0 2-6-15,2 30-19 0,2 10 25 16,1 6 2-16,2 8-2 16,0 1 5-16,-1 5-5 15,1 0 1-15,2-6 0 16,-2 2-2-16,1-8 2 16,1-4 0-16,1 0-1 15,-2-4-1-15,1-2 3 16,-2-1-2-16,-2-9 0 15,-1-6 4-15,0-4-4 16,0-8-2 0,-1-6 2-16,-1-2 0 15,0-4-1-15,0 0 1 0,0 0 0 16,4-10 7 0,0-20 0-16,0-8-3 0,-1-8-2 15,-1-8 3-15,-2-11-4 16,-2-9-1-1,0-14 1 1,0-2 0-16,6 3 0 0,2 17-2 16,1 20 2-16,-1 10-2 15,0 14 1 1,-4 4 0-16,1 4 1 0,-1 12-1 16,0 2 1-1,-2 4-1-15,0 0-2 16,1 0 1-16,2 0-2 0,1 24-5 15,5 18 8-15,-2 14 3 16,3 11 3 0,-4 6-5-16,1 2 3 0,3 1-3 15,-4-4-1 1,1-8 3-16,0 10-3 16,-2-11 2-16,-1-9-1 15,-3-6-1-15,-1-24 0 16,-2-10 0-16,0-6 0 15,0-6 1-15,2-2 0 16,0 0-1-16,2 0-2 0,2-8 2 16,-2-24 1-16,0-8 1 15,1-12 0 1,-3-9 2-16,-2-7-3 16,0-8 0-16,2-2-1 15,2-6 0-15,4 13 0 16,-4 15 0-16,-2 16 1 15,0 18 0-15,0 4 0 16,1 6 2-16,-3 0-1 16,2 2-2-16,0 2 0 15,0 4 0-15,0 0-1 16,0 2 1-16,-2 2-1 16,0 0 0-16,0 0-2 15,0 0-3-15,0 0-6 16,0 26 5-16,0 34 7 15,6 12 5-15,-2 7-1 16,5-1-4-16,-1-18 3 16,-1-4-3-16,2-4 1 0,0 1 0 15,-3-5-1-15,1-6 1 16,-2-6-1-16,0-8 1 16,-3-14-1-16,0-6 0 15,-2-8 0-15,2 0 2 16,-2 0 0-16,4 0 5 15,-2-24 2-15,3-24-6 32,-3-12-1-32,-2-11 0 15,0-7 1-15,0 4-2 16,0-4 0-16,0 0-1 16,0 6 0-16,0 5 0 15,0 13 0-15,0 14-1 0,0 10 1 16,0 14 2-1,0 6-1-15,0 6 8 0,0 2-5 16,0 2-4-16,0 0-5 16,0 0-5-16,0 40 0 15,0 10 10-15,0 6 5 16,0-2-3-16,5-16-1 16,2-2 0-16,1 0-1 15,-1-4 1-15,-3 5 0 16,4 3-1-16,-2 6 0 0,-2 4 0 15,1 4 0-15,-3 2 0 16,-2-1-8 0,2-5 1-16,-2-10-4 15,2-10 8-15,-2-14-1 0,0-10 4 16,0-6-11 0,0 0-37-16,0-18-70 15,0-2-192-15</inkml:trace>
  <inkml:trace contextRef="#ctx0" brushRef="#br0" timeOffset="73009.25">14725 10736 236 0,'0'0'158'16,"0"0"-112"0,2 0-14-16,0 0 66 0,0-8-31 15,0-6-27-15,0-2 1 16,-2-8 26 0,0-4 17-16,0-4 2 0,0-7-6 15,0-3-14-15,0-6-16 16,0-4-25-1,0 2-13-15,0 2-10 0,0 10-2 16,0 12 0 0,0 9 0-16,0 14 0 15,0 3 1-15,0 0-1 16,0 0-1-16,0 0-6 16,0 0-7-16,0 2-6 0,0 7 4 15,0 0 3 1,0-4-13-16,0 0-9 0,0 1-2 15,0 0-22-15,-2-5-18 16,2 6-43 0,-2-3-114-16,0-2 155 15,-2-2 44-15,4 2 35 16,-2-2 13-16,2 0 59 16,0 0 26-16,0 0-22 15,0 0 4-15,0 0-11 16,0 0-10-16,0 0-15 15,0 0-29-15,0 0-11 16,16 0 0-16,13 0-2 0,15 0 3 16,16-6-1-1,17-4-1-15,17 4 25 16,5 4-9-16,3-2 0 16,0 4-4-16,27 0-9 15,-6-2 1-15,-11-1-2 16,-17-2 3-16,-39 3-6 15,-18-2 0-15,-7 1 2 16,-9 2 1-16,-9-6 9 16,1 4-3-16,-5-1-1 15,-3 0 0-15,0 0-5 16,-4 1 0-16,-2 3-3 16,0-1 1-16,0 1-6 15,0 0-20-15,-8 0-58 16,-7 0-169-1,-9 0-210-15</inkml:trace>
  <inkml:trace contextRef="#ctx0" brushRef="#br0" timeOffset="73650.22">15774 10262 468 0,'16'0'17'16,"9"0"-5"-16,6 0-12 15,2-4 99-15,7 3-43 16,2-3-38-16,5 0 12 15,2-1 18-15,0 0 2 0,1-1-11 16,-6 2 2-16,-7 1-1 16,-8 3-10-1,-12-4-11-15,-9 4-9 16,-8-1-10-16,0 1 2 16,0 0 5-16,0 0-2 15,0 0-5-15,-2 0-27 16,-4 0-5-16,-2 0-8 15,2-4-28-15,3 2-53 16,-1-1-189-16</inkml:trace>
  <inkml:trace contextRef="#ctx0" brushRef="#br0" timeOffset="78449.95">16341 10217 315 0,'0'0'44'0,"0"0"-37"16,0 0 2-16,0 4 45 16,0-3-15-1,0-1-28-15,0 0 22 16,0 0-4-16,0 0 9 16,0 0 8-16,0 0-3 15,0 0-12-15,0 0-14 16,0 0 2-16,0 0-4 15,0 0 2-15,0 0-6 16,0 0-2 0,0 0 13-16,0 0 9 15,0 0 1-15,0 0 1 0,0-18-1 16,0-18-29 0,0-10 4-16,0-10-4 15,0-6-3-15,4 6 4 16,0 2 0-1,-4 3 0-15,0 11-3 16,0 15 2-16,0 8-1 0,0 12 8 16,0 5 31-1,0 0-7-15,0 0-34 16,0 0 0-16,0 9-5 16,0 13 5-16,0 5 5 15,0 10 5 1,0 8 12-16,0 3-17 0,0 4 1 15,0-2-5 1,2 4 5-16,5 6-2 16,-1 5 3-16,2-3-6 15,0 0 3-15,1-4-1 16,3 8-3-16,-4-4 2 16,-1-4-2-16,-3-5 1 15,-2-17-1-15,3-8 0 16,-5-6 3-1,2-10 2-15,-2-6-5 16,0-6 1-16,0 0 4 16,0 0 1-16,0 0 7 15,3 0 4-15,-3-14-4 16,2-10-5-16,0-4-6 16,3-8-1-16,-1-22 0 15,0-8-1-15,1-15 1 16,-1-13-1-16,1-1 0 15,-1-9 0-15,3 0 0 16,-1-16-3 0,-1 18-30-16,1 15 29 15,-1 19 1-15,0 36 3 16,-3 10 0-16,-2 10 0 16,2 6 1-16,-2 2 0 15,0 4-2-15,0 0 1 16,0 4-9-1,0 32 2-15,0 12 7 0,4 10 8 16,5-1-7-16,3-2 2 16,-4 4-2-1,9 13 1-15,-5 2 1 16,4 6-2-16,-3 2 1 16,-2-15-2-16,-1-5 0 15,-4-4 0-15,1-6 1 16,-3-4-2-16,5-6 2 15,-4-3 1-15,-1-3-2 16,1-7 0-16,-5-6-1 16,2-7 1-16,0-6 1 15,0-4 1-15,0-2-4 0,-2-4 2 16,2 0 0 0,1-8 15-16,-1-26-5 15,2-12-5-15,-4-11-1 16,0-7-4-1,0-14 5-15,0-14-5 0,0-13 1 16,0-3-2-16,0 8 1 16,0 16-5-16,0 18 4 15,3 12-2-15,2 7 3 16,-3 11 0-16,4 6-1 16,-4 10 1-16,3 10 1 15,-3 6-1 1,-2 4 1-16,0 0 3 0,0 22-4 15,0 14-10 1,7 6 10-16,4 5 6 16,2 3-5-16,1 0 2 15,3 8 0-15,1 4-3 16,5 22 0-16,1 2 0 16,-2-3 1-16,1-1-1 15,-8-24-2-15,-3 0 0 16,-2 0-3-1,-3 7 5-15,0-9-1 16,-2-8 1-16,-3-10-4 16,-2-22 3-16,0-6 0 15,0-6 0-15,0-2 0 16,0-2-15-16,4-2 16 16,-2-30 4-16,0-34-1 15,5-15-1-15,-3-15 1 16,-2-12-2-16,6 8-1 15,0-7 0-15,5 9-1 16,4 6 0 0,-2 18 0-16,-1 17 0 15,-4 13 1-15,-3 19 0 16,5 3 1-16,-6 4 0 16,-2 5-1-16,1 5 1 15,-5 6-1-15,0 2 0 16,0 0-2-1,0 14-5-15,0 28-9 0,0 12 16 16,0 9 8-16,0 3 1 16,0 4-9-1,4 22 3-15,8 3-1 16,3-3-2-16,-6-8 0 16,2-24 1-16,-2-5-1 15,-3-10 0-15,2-6 0 16,-6-11 2-16,0-10-1 15,0-10-1-15,0-2 0 16,1-6 0 0,1 0 0-16,0 0 6 15,4-28 2-15,-2-15-1 0,1-7-1 16,-1-32-3 0,4-12 4-16,-2-20-2 15,-1-8-4-15,1 19-1 16,-5 11 0-1,-3 13-1 1,2 18-2-16,-2 8-1 0,0 7-4 16,3 12 6-16,-1 8 0 15,-2 8 2 1,0 12 0-16,0 4 0 16,0 2-1-16,2 0-2 0,0 28-12 15,7 30-13 1,4 12 31-16,5 5-1 15,5 1 1-15,-2-12-3 16,2-2 1-16,-3 7-1 16,1-4 0-16,-6-4 2 15,3-3-2-15,-3-10 2 16,-4 0-3 0,1-4 2-16,-6-12-1 0,3-4 0 15,-7-16 0-15,3-4 0 16,-5-1 1-1,2-6-1-15,0-1 0 0,1 0 3 16,-1 0 3-16,0-18 4 16,2-18-3-1,-4-10 0-15,2-12-5 16,-2-10 8-16,0-13-9 16,0-3 1-16,0-6-2 15,0 10 0-15,0 16 1 16,0 10-1-16,0 19 0 15,0 7 0-15,0 4 0 16,0 4 0 0,0 8 0-16,0 8-1 15,0 4 3-15,0 0-4 16,0 0 0-16,0 0-5 16,0 26-6-16,0 14 12 15,0 10 1-15,0 8 3 16,16 27 1-16,0 7 1 15,4 5-5-15,-3-1 1 16,-3-22-1-16,1-6 0 16,-3 2 2-1,-1 8-2-15,0-7 2 16,-4-11-2-16,-3-12-2 16,-1-22 2-16,-3-10 1 15,0-8 0-15,0-4-1 16,0-4 0-16,2 0 0 0,-2-10 5 15,0-26 1-15,0-14-1 16,0-12-2-16,0-13 0 16,0-11-3-16,0-14 0 15,0-13 0-15,0 0-1 16,0-8 1 0,10 21-11-16,2 28 6 15,-1 19 5-15,-7 29 1 16,1 8 2-16,-1 4 1 15,1 3-1-15,-3 4 4 16,-2 3-5-16,3 2-2 16,-1 0-2-16,2 30-2 15,3 19-1-15,1 13 5 16,2 8 9-16,-2 8-5 16,5 8-2-16,-1 3-1 15,3 17 0-15,1-6-1 16,-3-8 2-16,-3-10-1 15,-4-29-1-15,-1-13 0 16,-3-14 0-16,0-10 0 16,0-8 0-16,-2-6 0 15,0-2 0-15,0 0 2 16,2 0 3-16,3-18-3 16,-1-22 8-16,1-12-8 15,-3-11 1-15,0-11-1 16,3-12-2-16,-1-24 0 15,0 1-5-15,1 15 0 16,-3 18-2-16,-2 34 3 16,0 10 4-1,0 4 1-15,0 4 0 0,0 4 5 16,2 4-4-16,3 5 0 16,-3 6-2-16,1 2 0 15,-3 3-1-15,0 0-1 16,0 0 0-16,2 0 1 15,0 3-3-15,4 13-1 16,3 5 5 0,1 1 3-16,-4 1-3 15,-2 1 0-15,1-2 1 0,1 6-1 16,0 8 0 0,-2 6-1-16,0 6 1 15,0 6 1-15,1 4 0 16,1 13-1-16,2-5 0 15,-2-6 0-15,7-2 1 16,-1-18-1-16,-1 0 0 16,-1-1 0-1,7 1 0-15,-7-6-1 16,4 0 1-16,-3-4 0 16,-2-10 1-16,-2-4-1 15,-3-6 0-15,-1-4 0 16,-3-2 3-16,0-4-3 0,0 0 2 15,2 0 0 1,2 0-1-16,-2-10 2 0,3-14 2 16,-3-2-2-16,0 0-3 15,0 2 1-15,3 2 0 16,-3-8-1 0,1-4 13-16,-1-5-6 15,0-1 2-15,0 0-2 16,0-6 0-16,0-4 1 15,-2-4-3-15,0-2 2 16,0 6-2-16,0 11 0 16,0 12 1-16,0 9 0 15,0 7-1-15,0 5 0 16,0 2 2-16,0 2-6 16,0 2 0-16,0-2-1 15,0 2-2-15,0 0-10 16,0 0 3-16,0-2 1 15,0 0 1-15,0 2 2 16,0 0-7 0,0 0-3-16,-4 0-15 0,-14 18-79 15,7-6-60-15,-5 2-238 16</inkml:trace>
  <inkml:trace contextRef="#ctx0" brushRef="#br0" timeOffset="79496.02">18182 10327 126 0,'-2'-4'122'16,"2"0"-121"-1,0 0 3-15,0 2 52 16,0 2 35-16,0 0-30 16,0 0-37-16,0 0 8 15,0 0 8-15,0 0 43 16,0 0-49-16,0-2 9 15,0 2 4-15,0 0 0 16,0 0 0 0,0 0-6-16,0 0-6 0,0 0 7 15,0 0-31-15,0 0-1 16,0 0-6 0,14 0-1-16,8 0 12 15,7 0 11-15,9 0-11 16,13 0-4-16,38 0 4 15,14 0 3-15,12-4-9 16,8-2-7 0,-22 2 3-16,-5 0-5 15,-1-4 0-15,1 2-3 0,0-4 3 16,-1-1 0-16,-5 4-1 16,-8 0 1-16,-11 3 0 15,-8 4 1-15,-12 0-1 16,-9 0 0-16,-6 0 0 15,-9 0 0-15,-7 0 2 16,-9 0-2 0,-5 0 1-16,-6 0-1 15,0 0 3-15,0 0 3 16,0 0-1-16,0 0-5 16,-6-4-21-16,-9 1-119 15,-3 3 5-15,7 0-88 16,1 0-148-16</inkml:trace>
  <inkml:trace contextRef="#ctx0" brushRef="#br0" timeOffset="82484.75">19698 10305 358 0,'-9'0'44'0,"9"0"-44"16,0 0 0-16,0 0 60 15,0 0 28 1,0-6-29-16,0-10-40 0,0-9 15 15,0 0 11-15,0-4 3 16,0-7 10-16,0-6 7 16,0-10-18-16,-5-6 3 15,1-8-2-15,4-2-9 16,0-8-19-16,0-3-2 16,0 5 0-16,0 4 2 15,11 13-4-15,3 17-9 16,-6 19-1-16,-3 10-1 15,-3 6 9-15,-2 5-8 16,0 0 14 0,0 0-6-16,0 0-13 15,0 23-1-15,0 13-5 0,0 13 5 16,4 7 8-16,6 4-4 16,1 4-3-16,-1 6-1 15,2 3 0-15,1 1 2 16,1 4-2-16,-1 0 0 15,1-3 1-15,1-3-1 16,1 2 1 0,1-6 0-16,-1-6 1 15,-3-10-2-15,-4-18 0 0,-2-12 1 16,-2-5-1 0,-3-10 2-16,-2-3 4 15,0-4-2-15,0 0 6 16,0-14 7-16,0-30-3 15,0-14-9-15,0-18 5 16,0-4-3-16,0-16 3 16,0-11-4-1,0-35-5-15,0 2 0 16,0 9-1-16,0 13-1 16,2 44-1-16,11 18 2 15,-3 13 1-15,-4 17-1 16,0 12 0-16,-6 10 1 15,3 2 1-15,-3 2-1 16,4 14-1-16,2 31-8 16,6 18-3-16,1 16 11 15,3 7 9-15,-1 4-7 16,4 30 1 0,-7 3-2-16,2-5 0 15,-3 1 0-15,-4-37-1 16,2-12-1-16,0-10-3 15,0-10 0 1,-3-10-4-16,1-3 4 0,-4-13 3 16,1-5 1-1,0-6 0-15,1-5 0 16,-3-7-1-16,0-1 1 16,0 0 1-16,2-18 3 15,6-33 3-15,-4-20-1 16,1-15-6-16,-1-22 3 15,-6-2-3-15,4-11-1 16,-4 1 1-16,2 15 0 16,2 23-2-16,-2 20 1 15,-2 16 1-15,0 16 2 16,0 4-2-16,0 12 1 16,0 6-2-16,0 2 2 15,0 6-2-15,0 0 1 16,0 0-5-16,0 12-4 15,11 28-23 1,3 16 27-16,3 12 5 16,1 1 0-16,2 4 1 15,0 10-1-15,1 7 0 16,0 3 0-16,0-6-3 16,-3-2 2-16,-1 7-4 15,-3-6 5-15,-1-7-3 16,-2-7 0-16,-6-28-2 15,-3-8 5-15,-2-14 0 16,0-12-4 0,0-8 4-16,4-2 0 15,-1-6 0-15,1-34 2 16,0-14 2-16,-4-14-3 16,2-11 4-16,-2-15 14 15,0-16-14-15,0-17-5 16,0-29 2-16,0 12-2 15,0 19 1-15,0 25-1 16,7 48 9-16,-4 16-2 16,1 10 2-1,-2 12-1-15,-2 3 4 16,3 8-12-16,-3 3-1 16,0 0 0-16,4 0-4 15,5 12-7-15,0 26-3 16,6 16 15-16,3 12 8 15,-5 8-6-15,4 6 1 16,-2 7-3-16,-1-1 4 0,-4 4-3 16,1-6 0-16,-1-7-1 15,-6-11 2-15,3-14-2 16,-5-8 0 0,-2-10 0-16,0-14 1 15,0-10 0-15,0-8 1 16,2-2-2-16,0 0 3 15,-2-2 0 1,2-24 9-16,0-14-10 0,3-14 0 16,0-42-2-1,-1-14 0-15,3-11 1 16,-1 1-1-16,1 33 0 0,0 15-1 16,2 14 1-1,-3 6 0-15,1 10 0 16,4 12 0-16,-4 4-1 15,-1 12 1-15,1 4 0 16,-3 2-1 0,1 2-5-16,-2 4-8 15,-3 0 11-15,2 2 1 0,-2 0-1 16,0 0-2 0,2 0-1-16,2 18-1 15,3 16-2-15,7 14 9 16,-1 8 5-1,5 30-3-15,3 7 0 16,2 9-1-16,2 6-1 16,-1-16 1-16,-2 3 0 15,-4-7 0-15,0-12-1 16,-3-2 2-16,-4-10-1 16,1-11-1-16,-3-6-6 15,-3-12 6-15,2-7 0 16,-4-8 1-16,0-12-1 15,-2-2 1-15,3-4 0 16,-3-2 2 0,2 0 2-16,-2 0-1 15,3 0 2-15,-5-22 1 16,0-16 2-16,0-14-1 16,-9-15-2-16,-14-7 23 15,0-10-16-15,0-12 1 16,9-44-7-16,8-13-7 15,6-10-1-15,0-3 0 32,9 38-2-32,13 15-15 0,-2 36 2 15,-5 34 5 1,-7 31 15-16,-8 12 13 16,0 0 8-16,0 28-22 15,0 12 2-15,0 10-5 16,0-1 6-16,0-5-4 0,0-6 0 15,0-6-1 1,0-6 0-16,4-4-1 0,1 4 0 16,-1 4-3-16,0 6 1 15,-2 6 2-15,-2 2-1 16,2 5 3 0,1 17-3-16,2 0 1 15,-1 0 0-15,5 0 0 16,4-13 0-16,1-1-3 15,3-4-9-15,-1-2 4 16,-5-8-5-16,1-4-2 16,-6-6 15-16,1-4 1 15,-3-8 0-15,0-6-1 16,-4-6-1-16,0-4 1 16,2 0-2-16,-2 0-3 15,0-14 0 1,0-18 5-16,0-4-1 15,0 2 1-15,3 8 2 16,0-2-1-16,-1 2 1 16,2 2-2-16,-2-2 0 0,0 6 0 15,1 4 0 1,-3 6 0-16,0 6-2 16,0 1 0-16,0 3-1 0,0-1-1 15,0 1-2-15,0 0-2 16,0 0-8-1,0 0-8-15,0-3-29 16,0-3 26-16,0-2-6 16,0-6 10-16,0-5-1 15,0-6 9-15,0-9 8 16,0-8 4-16,0-4 2 16,0 4 1-16,0 6 0 15,0 12 7 1,0 14 8-16,0 6 3 15,0 4 12-15,0 0-10 0,0 0-7 16,0 0-13 0,0 6-9-16,0 3 4 15,0 2-7-15,0-7-11 16,0-1-3 0,0 0-5-16,0 1-22 15,0-2-169-15,0-2 44 16,0 0-105-16</inkml:trace>
  <inkml:trace contextRef="#ctx0" brushRef="#br0" timeOffset="83080.98">21166 10004 227 0,'-2'0'312'0,"2"0"-273"15,0 0-25 1,0 0 7-16,0 0 108 16,0 0-11-16,0 0-65 15,0 0-19-15,0 0-3 16,27 0 5-16,12 0-19 15,17 0 8-15,4 0-6 16,7 0-9 0,5 0-8-16,-3 0 8 0,4 6 0 15,3 2-1-15,2 4-2 16,0-2-6-16,-5 0 1 16,-10-2-2-16,-16-4 1 15,-16 0-1-15,-16-4 1 16,-10 0 1-16,-5 0-2 15,0 0 1 1,0 0 18-16,-2 0-19 16,-11 0-17-16,2 0-21 0,-1 0-8 15,6 0 22-15,-1 0-50 16,3 0-90-16,4 0-88 16,-2 0-51-16</inkml:trace>
  <inkml:trace contextRef="#ctx0" brushRef="#br0" timeOffset="85741.67">22144 10114 386 0,'0'0'76'0,"0"0"-70"16,0 0 46-16,0 0 73 15,0 0-21-15,2-10-20 16,-2-10-29-16,0-6-1 16,0 0 17-16,0-8-19 15,3-6-11-15,-1-2 1 0,-2-9-10 16,4-4-10 0,8-24 2-16,3 1-1 15,7 8-19-15,-1 13-4 16,-6 38 0-16,-9 11 0 15,0 6 1 1,-6 2 1-16,0 0 14 0,0 0 28 16,0 0-32-16,0 0-8 15,0 0-3 1,0 0-1-16,0 0 0 16,0 11 0-16,0 22 0 0,2 9 3 15,0 28 3 1,-2 6 0-16,4 5-4 15,3 1-1-15,-3-12-1 16,3 2 1 0,-2 0 0-16,-5 0-1 0,6-6 0 15,-1-5 0-15,1-7 0 16,1-6 1-16,0-2-1 16,0-6 1-16,-1-5-1 15,-2-10 0-15,1-4 0 16,-3-12 0-16,0-5 1 15,0-1-1-15,1-3 4 16,2 0 1-16,-3-16 3 0,0-21 3 31,-2-15-3-31,0-10-2 16,0-16-1-16,2-16-2 0,2-15-2 16,5-9-1-16,5-26-3 15,-1 11-3 1,-5 15 1-16,6 20 2 15,-11 43-2-15,-1 15 3 16,0 14 1-16,-2 8 0 16,2 14 1-1,-2 4 0-15,0 0-3 0,0 0-4 16,0 11-3 0,0 22-3-16,0 16 4 15,0 9 9-15,0 6 3 0,0 6-3 16,14 26 0-1,3 4 2-15,1 7-2 16,2 1-1-16,-4-24-1 16,-3-3 1-16,1-13 0 15,1-2-6-15,-1-12 2 16,-6-12 5-16,1-10 0 16,-7-19 0-16,0-6 0 15,2-3 1 1,-2-4-1-16,0 0 11 15,0 0 6-15,0-7-6 16,2-44-5-16,1-17-2 16,1-20-3-16,2-18 3 15,-2-5-2-15,3-5 1 16,2 0-1 0,-2-17-1-16,2 23-1 15,-2 22-1-15,-4 19 1 16,-5 41 1-16,0 10 0 15,0 9-1-15,0 5 0 16,0 1 1-16,0 3-1 0,0 0 0 16,0 0-6-16,0 7-3 15,0 29-7-15,2 14 3 16,5 14 13-16,1 10 1 16,3 4 0-16,5 3-1 15,7 19 1 1,-2-2 0-16,4-4-1 15,0-8 0-15,-5-31-1 16,-1-13-1-16,-5-10 2 16,-3-10 0-16,-4-6 0 0,-5-6 0 15,0-6 1 1,1-4 0-16,-1 0-1 16,-2 0 1-16,7 0 1 0,-3-26 4 15,2-14 1-15,1-17-3 16,-2-11-3-1,0-12 2-15,-3-10 3 16,0-8-4-16,0-5 1 16,4-1-2-16,3-12-1 15,5 14 1-15,-1 19-1 16,-1 21-1-16,-6 32 1 16,1 10-1-16,-3 8 1 15,0 6 0-15,-2 2-1 16,2 4 1-1,-4 0-4-15,2 0 1 0,2 0-3 16,5 28-2 0,1 16-1-16,4 16 9 15,1 11 4-15,-1 9-4 16,4 26 2 0,0-2-1-16,0 5-1 15,-3-3 0-15,-2-20-2 0,-1-7 2 16,-1-2 0-1,1-9 0-15,-2-13 0 16,-3-13-2-16,-3-22 1 16,0-8 1-16,-4-6 0 15,4-2 1-15,-2-4-2 16,0 0 1 0,4-10 4-16,1-26 3 0,4-14-3 15,-2-15-3 1,0-18 2-16,-3-14-2 15,6-13 2-15,-1-12-3 16,7-33 0-16,-3 11-2 16,-2 18 0-16,-1 27-1 15,-10 61 3-15,-2 18 1 16,0 10 3 0,0 10 2-16,0 0 0 15,0 4-6-15,0 34-8 16,0 18-9-16,0 18 17 15,4 7-1-15,5 5 2 16,5 4-1-16,-1 0 1 16,3 1 0-16,1 21-1 15,6-2 1-15,-5-7-1 16,4-13 0-16,-4-34 0 16,-1-10-1-16,-1-14 0 15,-5-8 1 1,-4-8-4-16,-2-8 1 15,-3-4 3-15,-2-2 3 16,0-2-3-16,2 0 0 16,2-10 3-16,-2-24 9 15,3-16-9-15,-3-16-2 16,4-44 2 0,0-13 0-16,0-11-1 0,1-2-2 15,-3 29 0-15,-2 7 0 16,2 10 0-1,0 4 0-15,0 21 0 16,-2 21 1-16,0 14-1 16,-2 26 0-16,0 4 0 15,0 0-1-15,0 0-3 16,0 26-5-16,0 20-5 16,0 18 7-16,5 15 7 15,3 3 1-15,4 4-1 16,3 2 0-16,3 7 1 15,-1 1 0-15,6 6 1 0,0 0 0 16,10 11-1 0,-4-13-1-16,2-14 0 15,-2-10 0-15,-9-30-1 16,0-7 2 0,-7-10-1-16,-3-7 0 15,-2-5-1-15,-4-9 0 16,-1-2 2-16,-1-6 0 15,-2 0-1-15,0-4 3 16,0-32-3-16,0-19 6 16,0-11-3-16,0-14-2 15,-7-44 0-15,3-17 4 16,4-7-5 0,0-4 0-16,0 45-4 0,9 27 4 15,2 30-1-15,-4 28 1 16,-7 16 3-16,0 6 8 15,0 0-8-15,0 4-3 16,0 24-2-16,0 8-4 16,0 2 6-16,0-4 0 15,0-4-10-15,2-5-9 16,0-7-2 0,-2-5-8-16,0-4-57 15,0-9-10-15,0 0-137 16,0 0-321-16</inkml:trace>
  <inkml:trace contextRef="#ctx0" brushRef="#br0" timeOffset="86255.34">23933 9843 368 0,'-22'-3'243'0,"15"3"-237"16,5 0 62-16,2 0 102 0,0 0-62 15,0 0-39 1,0 0-10-16,0 0 29 16,0 0-62-16,4-3-1 15,39-1-18-15,15-1-5 16,22 1 7-16,9-1 1 15,-13 5-1-15,0 0 0 16,-5 0-6-16,14 0 5 16,-5 0 24-1,-11 0-19-15,-15 0-7 16,-33-1 3-16,-11 1 0 16,-10 0-2-16,0-3 8 0,0-1 7 15,-5 0-10-15,-29 3-12 16,-24-5-37-16,25 2-45 15,-7 0-134-15</inkml:trace>
  <inkml:trace contextRef="#ctx0" brushRef="#br1" timeOffset="104666.45">12029 10820 366 0,'0'-4'43'0,"0"2"-43"16,0 2 0-16,0 0 20 16,0 0 83-1,0 0-51-15,0 0-3 16,0 0 15-16,0 0 14 0,0 0-6 16,0 0-9-1,0 0-16-15,0 0-12 16,0 0 10-16,0 0-23 15,2 0-5-15,-2 0-4 16,0 0-4 0,0 0 2-16,0 0-2 0,0 0-4 15,0 0 2-15,3 0-7 16,-3 4-1 0,0 14 2-16,0 8 11 15,0 6-3-15,0 0 0 16,0 9 7-1,0 0-2-15,0 2-6 0,0-3-4 16,0-6 2 0,0-2-2-16,0-4-2 15,0-6-1-15,2-8 2 16,2-6 6-16,-4-8-6 16,0 0 0-16,0 0-3 15,2 0 1 1,0 0 4-16,0 0-5 15,1 0-10-15,1-6-13 0,-2-6-20 16,3-2-47 0,-5 8-76-16,0 0-537 15</inkml:trace>
  <inkml:trace contextRef="#ctx0" brushRef="#br1" timeOffset="105259.64">12107 10860 497 0,'10'-8'76'0,"4"4"-76"16,7 0 0-16,-2 4 24 15,4 0 50-15,4 0-36 16,-5 0-25-16,0 0 89 16,-2 0-60-16,-3 12-18 15,-3-2-23-15,-7 4 5 16,-7 5-1 0,0 4-2-16,-7 5 26 0,-28 1-5 15,-12 0-10-15,-9 0-7 16,-1-3-2-1,3-8-1-15,4-2 4 0,17-6 0 16,6-4 2-16,14-4 4 16,9-2 2-1,4 0-4-15,0 0 21 16,9 0-28-16,20 0 11 16,6 0-11-16,7-2 0 15,1 0 4-15,-3 2 8 16,-2 0 18-16,-5 0-19 15,-2 0-5-15,0 12-6 16,-6 6 1 0,-3-2-3-16,-5-2 2 0,-11-6-4 15,-4-2 0-15,0-2 1 16,-2 0 0 0,0-2-2-16,0-2-20 15,0 0-33-15,0 0-21 16,0 0-51-1,0 0-108-15,0 0-107 0</inkml:trace>
  <inkml:trace contextRef="#ctx0" brushRef="#br1" timeOffset="105572.58">12419 11085 103 0,'0'0'568'0,"6"-12"-508"15,-6 10-44-15,0 2 44 16,0 0 92-16,0 0-79 16,0 14-58-16,0 8-9 15,0 6 44-15,0 2-1 16,0 4-14-16,0 0-7 16,0 2-5-16,3 0-2 15,6-4-12-15,-1-8-8 16,1-6 0-1,-2-11 0-15,-2-7 0 16,-3 0-2-16,2 0-1 16,-2-4-22-16,-2-13-40 15,0 2-70-15,0 7-181 16,0 3-297-16</inkml:trace>
  <inkml:trace contextRef="#ctx0" brushRef="#br1" timeOffset="106587.99">13916 10932 213 0,'0'-6'347'16,"0"2"-323"-16,0 0-1 16,0 3-11-1,0-2 102-15,0 1-36 0,0 2-57 16,0 0-4-16,0 0 25 16,0 0 0-16,0 0-9 15,0 0 5-15,0 0-10 16,0 0-8-16,0 5-13 15,0 13 0-15,0 8 22 16,0 12 15 0,0 6 0-16,2 4-35 15,3-4 1-15,-1-12-2 16,6-6 0-16,-4-2-1 16,0-8-3-16,1-4-2 15,-5-4 1-15,0-4-2 16,-2-1 0-1,2-3 0-15,-2 0 0 0,3 0-1 16,-3 0-1-16,0 0-13 16,0-3-35-1,0-19-34-15,0-6-283 16,0 14 100-16,0-4 11 16</inkml:trace>
  <inkml:trace contextRef="#ctx0" brushRef="#br1" timeOffset="107044.65">13947 10894 362 0,'0'0'102'0,"0"0"-102"15,34-54 0 1,-26 48 24-16,11 4 90 16,0 2-35-16,3 0-47 15,3 0 25-15,0 0-1 16,-3 2-8-16,0 10-7 15,-2 2-1-15,-4 4-12 16,-3 0-3-16,-8 7-5 16,-5 3-20-16,0 2 20 15,-21-1 8-15,-18 0-8 16,-11-5-4-16,-3-2-9 16,4-6 3-1,7-6-4-15,9-4 9 16,12-4 19-16,15-2-24 15,6 0 1-15,0 0-9 16,4 0 0 0,25 0-2-16,9 0 12 0,7 0-4 15,5 0 17 1,4 0-17-16,13 14 3 16,-3 4-3-16,-10 0 1 0,-10-2-6 15,-23-6-2-15,-8-4-2 16,-8 0 0-1,-3-2-9-15,-2-2-67 0,0-2-11 16,0 0-33-16,0 0-94 0,0 0-113 31</inkml:trace>
  <inkml:trace contextRef="#ctx0" brushRef="#br1" timeOffset="107463.27">14440 11023 735 0,'11'-12'15'0,"-9"9"23"31,2 3 93-31,1 0-56 16,4 0-49-16,2 0-18 0,3 3 34 15,-4 11 32-15,3 4-58 16,-3 12-2-1,-8 2 2-15,-2 4 2 16,0 2-9-16,-8-8 1 16,-19-2-4-16,-2-2 3 15,0-8-2-15,6-6 4 16,10-8-4-16,11-4-1 16,2 0-4-16,0 0-1 15,4 0-1-15,23 0 14 16,11-4-5-16,6-6-2 15,7 2 5-15,-4 0-2 16,-4 4-4-16,-10 2-2 16,-10 2-4-16,-10 0-1 0,-9 0-13 15,-4 0-28-15,0 0-42 16,-7 0-112 0,-15 0-610-16</inkml:trace>
  <inkml:trace contextRef="#ctx0" brushRef="#br1" timeOffset="109450.12">14353 11117 198 0,'-2'-4'94'0,"2"2"-85"16,0 0 18-16,0 0 39 16,0 0 3-16,0 0-14 15,0 0-5-15,0 0 3 16,0 2-2-16,0 0-10 16,0 0-7-16,0-2-11 15,0 0-6-15,0 0-6 16,0-2-3-16,6-2 10 15,10 0 2-15,3-2-7 16,15-2-6 0,2 2 6-16,-2 4-12 0,-7 1-1 15,-23 3-5-15,-4 0-122 16,-2 0-264-16</inkml:trace>
  <inkml:trace contextRef="#ctx0" brushRef="#br1" timeOffset="111863.01">16958 10967 1 0,'0'1'20'16,"0"3"85"-16,0-1-65 0,0-2-14 15,0 2-8-15,0-3-5 16,0 1-10-16,0-1 2 16,-2 3 0-16,2-1 5 15,0-2 5-15,0 1-1 16,0-1-1-16,0 0-1 15,0 0-1-15,0 0-2 16,0 0-7-16,0 0-2 16,0 0 0-1,0 0 0-15,0 0-7 16,0 0-11-16,0 0-5 16,0 0-5-16,0 0-10 31,0 0-6-31,0 0-88 0</inkml:trace>
  <inkml:trace contextRef="#ctx0" brushRef="#br1" timeOffset="112194.14">16998 10900 157 0,'0'0'0'16,"0"0"-92"-16,0 0 34 16,0 0 58-1,2-10 82-15,-2 10-82 0,0 0-56 16</inkml:trace>
  <inkml:trace contextRef="#ctx0" brushRef="#br1" timeOffset="112615.9">16998 10900 217 0</inkml:trace>
  <inkml:trace contextRef="#ctx0" brushRef="#br1" timeOffset="113016.62">16998 10900 217 0,'24'-26'33'0,"-24"22"-28"0,0 2 40 0,0 2 4 0,0-2-20 16,0 2 19-16,0 0 24 15,0 0 1-15,0 0-5 16,0 0-9 0,0 0-4-16,0 0 18 15,0 0-48-15,0 0-3 16,0 0 8-16,0 0-2 15,0 0-7-15,0 0 0 16,0 0 6-16,0 4-20 16,0 16 26-16,0 8-6 15,-2 7 9-15,0 1-5 16,-3 5-1-16,5-4-2 16,0 1-11-16,0-2-8 15,0-2-5 1,0-6 0-16,0-6-3 15,3-8 0-15,-1-8 0 16,0-4-1-16,0 0-1 16,0-2 1-16,1 0-1 15,-3 0-1-15,2 0 2 16,-2 0-3-16,2 0-6 16,0 0-25-1,2 0-14-15,3-14-18 0,-2 0-48 16,-1-4-43-1,-4 10 8-15,0-2-306 16</inkml:trace>
  <inkml:trace contextRef="#ctx0" brushRef="#br1" timeOffset="113548.26">17053 10943 257 0,'0'-44'76'0,"0"21"-72"16,0 5-4-16,0 4 72 15,0 6 35-15,0 4-11 16,0-2-33 0,5 0-10-16,10 2-1 15,5 0-42-15,5 2-2 16,0 2 7-16,-2 0-5 16,2 0 3-16,0 0 1 15,-5 10 18-15,-5 8 38 16,-3-2-58-16,-10 10-2 15,-2-2 3 1,-2 4 9-16,-32 2-7 0,-8-7-3 16,-5-4 2-16,-4 0 3 15,6-7 2 1,7-3 4-16,13-2-13 16,15-5-3-16,7-2 3 15,3 0 9-15,0 0-12 16,0 2-5-16,7 2 1 15,18 4 24-15,10 4-5 16,21 6-5 0,4 2-3-16,5 0 1 15,-1-4-2-15,-10-4-1 0,-6-4 0 16,-2-2-8 0,-11 0 2-16,-8-2-3 15,-12-2-2-15,-5-2-2 16,-8 0-1-16,-2 0-9 15,0 0-13 1,0 0-14-16,0 0-25 16,0 0-322-16,-5-4 73 0,0 0-165 15</inkml:trace>
  <inkml:trace contextRef="#ctx0" brushRef="#br1" timeOffset="114062.29">17635 10980 37 0,'4'-19'757'15,"-1"8"-724"-15,3 4-16 16,7-1-17-16,5-1 72 16,5 8-22-16,4-2-37 15,-4 3-9-15,2 0 5 16,-5 0 19-16,-7 18-5 15,-5 10-3 1,-8 3-2-16,0 0-3 16,-12 0 2-16,-19-9-1 0,0-6 2 0,0-4-5 15,8-4-2-15,10-6-5 16,11-2-2-16,2 0-4 16,0 0-2-1,0 0-11-15,0 0 1 16,6 0 2-16,15 0 10 15,3 2 1-15,4 6-1 16,9 4 2-16,-4 4-2 16,-4 0 7-16,-7-2 0 15,-15 0-4-15,-7-2-3 16,0 2 0 0,-9 4 8-1,-27-2 18-15,-8 0 19 16,-10-6-37-16,-10-6-1 15,6-4-5 1,6 0-2-16,10-4-1 16,24-14-34-16,12-2-49 15,6 12-82-15,0 0-118 16</inkml:trace>
  <inkml:trace contextRef="#ctx0" brushRef="#br1" timeOffset="115015.59">20130 10824 414 0,'-9'-4'129'16,"9"0"-127"-16,0 4 11 16,0-2 101-16,0 2-13 15,0 0 9-15,0 0-50 16,0 0-6-16,0 0-2 15,0 0 1 1,0 0 2-16,0 0-12 16,0 0-14-16,0 0-19 15,0 0-3-15,0 0-1 16,0 4 5-16,0 14-5 16,0 8 5-16,0 2 13 15,2 3-15 1,8 2-2-16,-4 3-1 15,3 3-4-15,-1-1 5 0,2-2-6 16,-1-4-2 0,-1-6 1-16,0-10 0 15,-4-6 0-15,-2-6 0 16,-2-4-7-16,0 0-4 16,0 0-7-1,0 0-37-15,0 0 2 0,0 0-31 16,0-12-80-16,0 2-109 15,0-2-133-15</inkml:trace>
  <inkml:trace contextRef="#ctx0" brushRef="#br1" timeOffset="115543.98">20228 10756 633 0,'0'0'113'16,"2"-24"-107"-16,1 24 4 16,-1 0 100-16,4 0-50 0,8 0-52 15,3 0-5-15,10 0 19 16,11 12 2-16,3 10-3 16,-6 2 13-16,-6 4 4 15,-16-2-12-15,-11-2-4 16,-2 0-17-1,0 1-5-15,-2-3 14 0,-25-3-13 16,-10-2 5-16,-7-6 2 16,-8 0 0-1,3-4-4-15,7 0 0 16,10-3 18-16,16-2-11 0,10-2 5 16,4 4 0-1,2 1-10-15,0 2-6 16,0 3 0-16,14-2 16 15,7 6 4-15,10 0-4 16,23 8-1-16,6-2 1 16,5-4-9-16,-1-4 2 15,-16-4-4-15,-9-4-2 16,-10-2-2 0,-10 2-1-16,-9-2-2 15,-7 0-20-15,-3-2-12 16,0 0-13-16,0 0-24 15,0 0-52-15,0 0-86 16,-7 0-95-16,1 0-47 16</inkml:trace>
  <inkml:trace contextRef="#ctx0" brushRef="#br1" timeOffset="116012.03">20819 10976 225 0,'18'-12'86'16,"-12"6"-63"-16,1 5 87 15,-3-3 3-15,-2 1-47 16,0 3-16-16,1 0 10 15,-1 0 3-15,-2 0 40 16,0 0-62-16,0 0 0 16,0 0-18-1,-15 22 10-15,-8 5 2 0,-4-1-3 16,6-4-9-16,2 0-7 16,6-4-2-1,4-2-7-15,2-6 6 16,7-2-13-16,0-2-1 0,0-2 1 15,3-2 5 1,23 0 2-16,8-2 6 16,9 0 1-16,-1 0-8 15,6 0 1-15,-3 0-4 16,-5-4-3-16,-7-2 0 16,-8 0-6-16,-11-2-35 15,-10 0-38-15,-4-2-43 16,0 4-44-16,-18 0-94 15</inkml:trace>
  <inkml:trace contextRef="#ctx0" brushRef="#br1" timeOffset="116293.76">20863 10922 466 0,'0'0'224'0,"0"0"-199"16,0 0-22-16,14-4 129 15,-6 4 9-15,1 17-69 16,5 12-21 0,-1 10 39-16,-4-1-67 0,4 6-7 15,-11-10-4-15,1 2-1 16,3-2-4 0,-6-2-3-16,8-4-3 15,-4-8-1-15,0-6 0 16,3-5-14-16,3-8-24 15,4-1-49-15,1 0-91 16,-9 0-103-16,-2-12-217 16</inkml:trace>
  <inkml:trace contextRef="#ctx0" brushRef="#br1" timeOffset="120890.31">22906 10660 784 0,'0'-10'0'16,"0"10"-72"-16,0 0-3 15,0 0 188-15,0 0-55 16,0 0-34-16,0 0 9 16,3 0 14-16,1 0 6 15,0 0 54-15,1 14-71 16,2 6-4-16,0 18-11 15,1 8 5 1,1 6-6-16,-2 4-1 16,0-10-6-16,-3-6-3 0,0-1-1 15,5-7-5 1,-2-6 2-16,2-10-6 16,-2-4 1-16,-5-10-1 15,0-2-1 1,0 0 0-16,-2 0-3 15,4 0-19-15,-4 0-186 0,0-12-133 16</inkml:trace>
  <inkml:trace contextRef="#ctx0" brushRef="#br1" timeOffset="121358.35">23060 10624 465 0,'0'0'166'0,"87"-31"-166"15,-43 31-2-15,-2 0 2 16,-5 0 82-16,-13 18-22 16,-22 7-41-16,-2 1 41 15,0 8 17 1,-40 12-8-16,-12-6 0 15,-7 0-41-15,-3-8-2 16,15-14 8-16,9-2-5 16,9-8-10-16,8-1-1 15,11-4-6-15,8-1 3 16,2 0-11-16,0 0-4 16,0 0-5-16,0 2-6 15,21 6 11-15,8 1 12 16,10 3 9-16,3 8-5 15,22 4-6 1,3 2 3-16,3-4-10 16,-1-4-2-16,-23-10 2 15,-5-2-1-15,-12-2-2 16,-10-2-4-16,-10-2-15 16,-4-2-60-16,-5 0-52 15,0 0-79 1,-2 0-250-16</inkml:trace>
  <inkml:trace contextRef="#ctx0" brushRef="#br1" timeOffset="121795.77">23534 10820 288 0,'27'-12'693'16,"-27"12"-664"-16,0 0-29 15,0 0 0 1,0 4 43-16,0 16-11 16,0 4-5-16,-6 2-1 0,-1 0-10 15,2 1-11 1,5-8 11-16,0-2-12 16,0-3-2-16,0-13-2 15,0 3-5 1,10-4 5-16,14 0-1 0,8 0 0 15,3 0 0-15,1 0 1 16,-1 0-1-16,-8 0 1 16,-2 4 0-16,-8 3 1 15,-5 0 0-15,-6 4-1 16,-2-1 10-16,-4 2-2 16,0 10-3-1,0-2 21-15,-16 2-19 16,-10-2-3-16,-10-8-2 0,-6-4-2 15,-10-6-7 1,-2-2-32-16,-2 0-192 16,37 0 5-16,4 0-64 15</inkml:trace>
  <inkml:trace contextRef="#ctx0" brushRef="#br1" timeOffset="122007.55">23715 10808 571 0,'0'0'521'0,"54"-10"-519"16,-30 8-2-16,8 2 59 16,1 0-40-16,2 0-19 15,3 0-13-15,-9 0-49 16,-25 0-150-1,-4 0-437 1</inkml:trace>
  <inkml:trace contextRef="#ctx0" brushRef="#br1" timeOffset="128058.25">11033 10257 167 0,'-5'-4'140'15,"1"2"-140"-15,4 0 11 16,0 0-7-16,0 2 86 16,0-3-19-16,0 3 12 15,0-1-26-15,0 1-9 16,0 0-1-1,0 0 0-15,-2 0-1 16,2 0-5-16,0 0 4 16,0 0 10-16,0 0-5 15,0 0-6 1,0 0 17-16,0 0-34 0,0 0-3 16,0 0-7-16,0 0 1 15,0 0 1 1,0 0 2-16,0 0 11 15,0 0-19-15,0 0-10 16,0 0 2-16,0 0-3 16,0 0 2-16,0 0-1 15,0 0-2-15,0 0-1 16,4 0 1-16,12 0-2 16,-1 0 2-1,4 4 0-15,-2 6-2 16,-1-2 1-16,-1 2 0 15,3 0 0-15,-5-1 0 16,-1 2 0-16,-1-3-1 16,-5-2 0-16,-1 0 1 15,-1-4-2-15,-4 0 0 16,0 0 2-16,0 0-3 16,0 2 3-16,0 2-4 15,0 6 4 1,-4 4 0-16,-9 4 3 15,-10 6-1-15,-2-2 1 16,-4 2-1-16,-4 2 2 16,0-4-3-16,-5 0 6 15,-4-2-2-15,1-4-3 16,-1-1 7-16,5-3-3 16,12-9-2-16,7 2-3 15,13-7-1-15,5 0 0 16,0 0-1-1,0 0-11-15,3 0-41 0,19 0 10 16,9-4-10-16,0-7-57 16,-18 5-91-1,-1 1-144-15</inkml:trace>
  <inkml:trace contextRef="#ctx0" brushRef="#br1" timeOffset="129604.77">10727 9729 183 0,'0'-10'74'15,"0"8"-46"-15,0 0 48 16,0-2 0-16,0 2-12 15,0 0-18-15,0 2 10 16,0 0 11 0,0 0 63-16,-2 0-72 0,0 0-21 15,2 0-13 1,0 0-8-16,0 0-6 16,0 0-1-16,0 0-1 15,0 0 3-15,0 0-6 16,0 0 2-16,0 0 2 15,0 0 1-15,0 10-1 16,0 2 1-16,0 4 4 16,0 0-2-1,0 4-5-15,-2 2 0 0,2 4-3 16,-2 1 4-16,2-1-3 16,0 6-2-1,0 0-1-15,0-4 0 16,0-2 4-16,0-12-2 15,0-2-3-15,0-4 1 16,0 0-2-16,0-2 0 16,0-2 0-16,0-2-4 15,0 0 4-15,0-2-5 16,0 0-2 0,0 2-10-16,0-2 2 0,0 0-5 15,0 0-10-15,0 0 2 16,-5 4-2-1,-11-4-20-15,1 2-37 16,-1-2 74-16,-1 0 8 16,-6 2 0-1,1 2 5-15,4-2 0 0,0 4 3 16,10-4 3 0,1 0-4-16,3-2 4 15,1 2 1-15,3-2 15 16,0 0-7-16,0 0 1 15,0 0 7-15,0 0 6 16,0 0-2-16,0 0-5 16,0 0 1-16,0 0-5 15,3 0 0-15,10 0-6 16,2 0-1-16,7 0-4 16,3 0-1-16,4 0 2 15,0 0 1-15,2 0-1 16,-2-2 1-16,0 0 2 15,-6 2 1-15,-10 0-11 16,-7 0 0-16,-3 0 0 16,-3 0 0-1,0 0-1-15,0 0 0 0,0 0-5 16,0 0-12-16,0 0-23 16,-7 0-42-16,-11-4-70 15,7 0-132-15</inkml:trace>
  <inkml:trace contextRef="#ctx0" brushRef="#br1" timeOffset="129964.6">10621 9725 619 0,'-2'-16'140'0,"2"14"-123"16,0 2 7-1,0 0 103-15,0 0-7 16,0 0-112-16,0 0 2 16,6 0 5-16,17 0 9 15,6 0 11-15,6 0-19 16,3 0-1-16,0 2-11 15,-5 0-3-15,3 0-1 16,-12 0 1-16,-6 0-2 16,-7-2-20-16,-11 0-30 15,0 4-34-15,0 2-65 16,0-2-98 0,-6 0-224-16</inkml:trace>
  <inkml:trace contextRef="#ctx0" brushRef="#br1" timeOffset="130260.88">10859 9843 265 0,'0'0'93'0,"0"0"-70"0,30 7 47 16,-26-7 90-16,-2 0-67 16,0 4-36-1,2 18-18-15,1 8 45 16,-3 6-35-16,0 4-18 15,-2-6-7-15,0-2 3 16,2-4-7 0,0-8-3-16,4-6 1 0,-4-4-12 15,0-6-6-15,0-2 0 16,0-2-3 0,7 0-3-16,0 0-21 15,5-8-42-15,-2-18-27 0,-9 12-102 16,-3-2-126-1</inkml:trace>
  <inkml:trace contextRef="#ctx0" brushRef="#br1" timeOffset="130542.62">10962 9843 763 0,'0'0'40'0,"0"0"-40"16,-5 0 0-16,5 0 51 15,0 3-29-15,20 12-15 16,11 14 11 0,0 3 37-16,-2 2-43 15,-6 0 11-15,-13-8-7 16,-4-4-4-16,-6-4-4 16,0-2 8-16,0-2 19 15,-12-2-21-15,-13 0 0 16,-17-2-9-16,-2-2-5 15,1-5-3-15,6-3-19 16,18 0-32-16,13 0-67 16,6-5-52-1,0-3-96-15</inkml:trace>
  <inkml:trace contextRef="#ctx0" brushRef="#br1" timeOffset="130964.37">11276 9856 314 0,'0'0'99'0,"0"0"-71"15,35-59-18-15,-35 55 136 16,0 0-39 0,-6 2-32-16,-7 2-46 0,-1 0-8 15,1 0-4 1,-3 0-1-16,3 0 5 15,4 9 2-15,4 2-4 16,3 1-15-16,2 1 1 16,0 11 2-1,0 0 9-15,2 2-2 0,8 6-3 16,-2-10 1 0,-1 0-1-16,-1-2 3 15,-6-4-5-15,0-6 18 16,0 0-12-16,0-6-3 15,0-4-8-15,0 0-3 16,0 0 6 0,0 0-7-16,0 0-17 0,0 0-33 15,0-10-40-15,0 4-70 16,-6 2-29 0,-3 0-176-16</inkml:trace>
  <inkml:trace contextRef="#ctx0" brushRef="#br1" timeOffset="132064.84">12862 10160 137 0,'-9'-10'283'0,"2"2"-246"16,5 4-33-16,0-3 96 16,2 4 21-16,0 3-55 15,0-2-19-15,0 2 5 16,0 0 8-1,0 0-9-15,0 0 44 16,0 0-47-16,0 0-4 16,0 0 0-16,0 0-7 15,0 0-10-15,0 0-11 16,0 9-7-16,9 2 18 16,5 3-16-16,17 4-5 15,2 0 2-15,5-2-6 16,-1 5 2-16,-8-5-3 15,-4 0 0-15,0 0-1 16,0 2 1 0,-4-2-1-1,-5 2-1-15,-7-4 1 16,-7-4-1-16,-2 0-2 16,0 0-5-16,0 4 2 15,-13 2 6-15,-12 4 0 16,-8-2 1-16,-19 4-1 15,2-2-2-15,5-4 0 16,11-2-10-16,22-10 1 16,8 0-14-16,4-4-12 15,0 0-33 1,6 0-303-16,9-4-41 16</inkml:trace>
  <inkml:trace contextRef="#ctx0" brushRef="#br1" timeOffset="132611.51">12980 9641 273 0,'0'-4'0'0,"0"2"0"16,0 2 75 0,0 0 39-16,0 0-5 15,0 0-23-15,0 0-13 16,0 10-15-16,0 10 13 15,0 16-6-15,0 2 29 16,0 2-57 0,0-1-26-16,0-10 5 0,5-2-7 15,2-1-4 1,-3-7-3-16,-2-2-2 16,0-7-7-16,0-6-34 15,-2-2-77-15,0-2-59 16,0 0-85-16,0 0-14 15</inkml:trace>
  <inkml:trace contextRef="#ctx0" brushRef="#br1" timeOffset="132861.37">12844 9950 33 0,'0'0'627'0,"0"0"-571"16,0 0-42-16,-37 0-14 15,37 0 97-15,0 0-29 16,8 0-59-16,30-2 6 15,7 2 4-15,6-4-13 16,2 4 0-16,-13 0-4 16,1-2 7-16,-8 0-1 15,-2-2 0 1,-10 0-3-16,-13-2-5 16,-8-2-17-16,0-2-37 15,-13-4-84-15,-7 7-112 16,0 0-273-16</inkml:trace>
  <inkml:trace contextRef="#ctx0" brushRef="#br1" timeOffset="133099.17">12829 9555 398 0,'0'0'209'0,"0"0"-145"16,57-12 99-16,-28 12-79 16,2 0-58-16,3 0-22 15,-3 0-4-15,-4 8-1 16,-5 4-61-16,-13-2-88 16,-9-6-47-16,0 0-45 15</inkml:trace>
  <inkml:trace contextRef="#ctx0" brushRef="#br1" timeOffset="133379.74">13100 9725 353 0,'0'0'127'0,"0"0"-87"16,0 0 21-1,0 0 62-15,33 100 75 16,-29-69-126-16,-2 0-9 16,0-10-27-16,2-5-21 15,-2-2-9-15,3-6 0 16,-3-2-4-16,0-2-2 16,0-4 0-16,0 0-6 15,1 0-41-15,4 0-63 16,-1 0-51-16,-1-6-20 15,-5-2-45-15</inkml:trace>
  <inkml:trace contextRef="#ctx0" brushRef="#br1" timeOffset="133677.16">13116 9756 488 0,'0'0'133'0,"0"0"-103"0,0 0 61 16,0 0-46-1,23-19-1-15,3 33 21 16,3 10 12-16,-9-3-16 16,-2 2-28-16,-5 4-3 15,-4-1-12-15,-7-2 9 16,-2-2-25-16,0-4-2 16,0-6 0-16,-9 0 0 15,-8-2 3 1,-3 0 2-16,-5 0-5 15,5-6-7-15,0 0-38 16,4-4-35-16,10 0-62 16,1 0-38-16,5 0-89 15,0-8-141-15</inkml:trace>
  <inkml:trace contextRef="#ctx0" brushRef="#br1" timeOffset="134059.97">13390 9785 253 0,'0'0'165'16,"0"0"-140"-16,100-58 113 16,-91 52 2-16,-9 4-7 15,0 2-28-15,0 0-8 0,0 0-42 16,-13 0-42-16,-12 0-10 16,3 0 7-1,-4 4 7-15,10 10 32 16,5 2-38-16,9 2-6 15,2 4-4-15,0 0-1 16,2 5 2-16,11 3 1 16,5-6 0-16,0-2 0 15,-2-2-3-15,-8-6 1 16,-1-4-1-16,-7-2 1 16,0-4-1-16,0-2 0 15,0-2 0-15,-2 0-2 16,-49 0-1-1,-12 0-59-15,-8 0 24 16,2 0-19-16,24 0-41 16,11-2-36-1,32-2-50-15,2 0-191 0</inkml:trace>
  <inkml:trace contextRef="#ctx0" brushRef="#br1" timeOffset="135273.56">15451 10066 433 0,'-13'-6'15'16,"10"2"-13"-16,3 2-2 15,0 0 65-15,-2 2 1 16,0 0-28 0,0 0 24-16,2 0-28 15,0 0 17-15,0 0 19 16,0 0-23-16,0 2-10 16,-2 6 5-16,2-2 41 15,0 2-47-15,0 0-12 16,0 2 6-1,4 0 0-15,9 3-3 0,5-4-6 16,3 1-10-16,-2-2 0 16,6 2-5-1,8 4-3-15,-2 0-1 16,3 0-2-16,-1-2 2 16,-13-2 0-16,-1 1-1 15,-11-7 0-15,-3-1-1 16,-5 1 0-16,0-1-3 15,0 5 3-15,-3-1 9 16,-21 4 1 0,-5 1-4-16,0-2 3 15,7-4-6-15,-1 2 7 16,5 0-6-16,-1-2-4 16,1-2 1-16,5 2-1 15,1-4-11-15,10 0-11 16,0-2-32-1,2 0-55-15,0 0-80 16,0 0-70-16</inkml:trace>
  <inkml:trace contextRef="#ctx0" brushRef="#br1" timeOffset="136070.62">15267 9499 292 0,'2'-5'152'0,"-2"5"-111"16,0 0-41-16,0 0 34 15,0 0 37-15,0 0-19 16,0 0-14-16,0 0-4 16,2 0-17-16,2 9 1 15,3 11 36-15,1 8-2 16,0 4-4-16,5 14-18 16,-3 0-3-16,2 0-20 15,1-6-2-15,-5-12-4 16,-4-6-1-1,-2-4 2-15,-2-4-4 16,0-7-3-16,0-3-65 16,0-4-18-16,0 0-24 15,0 0-62-15,0 0 13 16,0 0 15-16</inkml:trace>
  <inkml:trace contextRef="#ctx0" brushRef="#br1" timeOffset="136320.84">15128 9803 351 0,'0'0'217'16,"0"0"-204"-16,0 0-2 15,-27-3 81-15,27 3-41 16,0 0 1-16,20 0 22 16,9 0-18-16,5 0-16 15,3 1 0-15,4-1-14 16,5 0-10-1,15 0-3-15,-5 0-3 16,-8 0-7-16,-9-5-3 16,-24-2-1-16,-7-4-2 15,-8 0-24-15,0-5-36 16,0 8-267-16,-10 0-59 16</inkml:trace>
  <inkml:trace contextRef="#ctx0" brushRef="#br1" timeOffset="136570.13">15175 9499 529 0,'0'0'187'16,"0"0"-187"-16,25-9 2 15,3 9 120-15,3 0-74 16,23 0-23-1,2 0 9-15,0 0-16 0,-3 3-14 16,-17 1-4-16,-9 0-6 16,-8 2-40-1,-19-6-81-15,0 1-353 16</inkml:trace>
  <inkml:trace contextRef="#ctx0" brushRef="#br1" timeOffset="136773.21">15560 9599 414 0,'0'0'143'16,"0"0"-93"-16,0 0 26 15,0 0 38-15,10 122-2 16,-4-96-52-16,3 5-29 16,-5-6-14-16,-2 0-16 15,0-7 1-15,-2-10 2 16,0-4-2-1,0-4-2-15,0 0-11 16,0 0-67-16,0 0-444 16</inkml:trace>
  <inkml:trace contextRef="#ctx0" brushRef="#br1" timeOffset="137066.51">15578 9643 233 0,'0'0'473'16,"0"0"-399"-16,0 0-4 15,56 2 39-15,-34 16-60 16,5 8-24-16,0 4-7 16,-5 0-8-1,-7-1-6-15,-13-7-4 16,-2-4-3-16,0-3 3 15,-29-1 6-15,-6-7 30 16,-1-3-29-16,1-2-7 16,12-2-4-16,6 0-44 15,3 0-51 1,14-2-72-16,0-6-545 16</inkml:trace>
  <inkml:trace contextRef="#ctx0" brushRef="#br1" timeOffset="137457.67">16002 9603 351 0,'0'0'434'0,"0"0"-434"15,11-16 34-15,-36 16 90 16,-4 0-63-16,-7 0-3 15,3 0 6-15,4 8-17 16,7 4-21-16,13 0-18 16,7 2-5-16,2 4 0 15,0 8-3 1,15 0 6-16,14 0-6 16,4-2 1-16,-10-6-1 0,-5-4-1 15,-5 1-1 1,-7-4 0-16,0-3 2 15,-6 1-1-15,0-4-1 16,-16 2-1-16,-31-4-1 16,-13-3-11-16,-16 0-16 15,5 0 0-15,4 0-14 16,47-1-44 0,7-8-124-16</inkml:trace>
  <inkml:trace contextRef="#ctx0" brushRef="#br1" timeOffset="139379.9">18675 10185 41 0,'0'-10'326'15,"-2"3"-326"-15,-1 1-43 16,1 0 43-16,2 3 19 16,0-4-17-16,0 1 0 0,0 2-4 15,0-1-9 1,0 0-68-16,-2 1 53 0,0 0 10 16,-2 3 16-16,-3-2 2 15,0-3 23 1,2 2-1-16,-1-2 9 0,2 2 12 15,-1 4-5 1,1-4 18-16,0 2-9 16,1 0-13-16,3 0 1 0,0 2 11 15,0 0 2-15,0 0 11 16,-5 0 8 0,5 0-8-16,0 0 9 15,0 0-48-15,0 0-1 0,0 0 2 16,0 0 17-1,0 10 8-15,16-2-2 16,-1 4-17-16,6 0-10 0,4 2-4 16,1-1-3-16,3 1-5 15,-1-5-2-15,-3 1-1 16,0-2 0-16,-9-2-1 16,-3 1 0-16,-7-6-1 15,-3 2-2 1,-1-3 4-16,-2 0-4 0,0 0 5 15,0 0-3-15,0 0-2 16,0 0-2 0,0 0 1-16,0 0-1 15,0 1 0-15,0-1 2 16,0 0 0-16,0 0 0 16,0 0 0-16,0 0-1 0,0 3-1 15,0 3 1-15,-2 2-2 16,-14 2 3-1,-6 4 4-15,-5 4 8 16,-2 4 0-16,-2-2-11 16,4-2 5-16,3-4-5 15,6-4 0-15,5-2 0 16,6-2-1-16,4-4 0 16,1-2-7-16,2 0-25 15,0 0-39 1,0 0-41-16,0 0-41 15,0 0-45-15,2 0-117 0</inkml:trace>
  <inkml:trace contextRef="#ctx0" brushRef="#br1" timeOffset="145340.73">18662 9505 191 0,'0'0'87'16,"-9"0"-87"-16,-3 0-99 15,6 0 84-15,-3 0 8 16,3 0-27-16,1 0 32 16,2 0 2-16,3 0 54 15,-2-2 0-15,2 0-54 16,0 0-30-16,0 0-74 16</inkml:trace>
  <inkml:trace contextRef="#ctx0" brushRef="#br1" timeOffset="145450.04">18662 9505 72 0,'-56'-34'116'16,"54"30"-116"-16,2 0-154 15,-2 2 129-15,2-2 17 16,0 1 8-16</inkml:trace>
  <inkml:trace contextRef="#ctx0" brushRef="#br1" timeOffset="145946.62">18602 9394 192 0,'0'0'95'16,"0"0"-55"-16,0 0 75 0,0 0 1 15,0 0-25 1,-9-18-21-16,7 16-4 16,0 2-17-16,0 0-9 15,2 0-13-15,0 0-9 16,0 0-2-16,0 0-8 16,0 0-1-16,0 0-2 15,0 0 2-15,0 0 7 16,0 0 13-16,0 0 8 15,0 0 6-15,0 0-22 16,0 12-1-16,0 10 5 16,-4 10 0-16,0 7-5 15,0 5-4-15,2 2 4 16,2-8-8-16,0-2-4 16,0-6-2-16,0-6-4 15,0-6 1-15,0-6 1 16,0-2-2-16,4-5 3 15,0-2-3 1,2-1 0-16,-4-2-1 16,0 0-53-16,-2 0-8 15,0 0-55-15,0 0-82 0,0 0-99 16</inkml:trace>
  <inkml:trace contextRef="#ctx0" brushRef="#br1" timeOffset="146239.26">18446 9725 425 0,'0'0'131'16,"0"0"-105"-16,0 0 2 15,0 0 69-15,-13-2 52 16,13 2-130-16,0 0-7 16,0 0-2-16,19 0 16 15,12 0 18-15,7-2-19 16,9-2-5-16,-7-2-14 15,1 4 1-15,1-4 4 16,-4 2 13-16,-3 0-5 16,-6 0-6-16,-6 0 1 15,-10-2-4-15,-8 2-9 16,-5-4-1 0,0 0-5-16,-12-4-196 0,-5 6-39 15,-1 2-142-15</inkml:trace>
  <inkml:trace contextRef="#ctx0" brushRef="#br1" timeOffset="146520.74">18612 9286 465 0,'0'0'146'16,"0"0"-127"-16,0 0 82 15,0 0 17-15,-8-32-33 0,8 32-19 16,0 0-18 0,0 0-22-16,0 0 0 15,0 0 0-15,11 0 5 16,13 0-7-16,5 0-10 16,2 0-7-16,1 0-5 0,-5 2-2 15,-5 4-2-15,-3 0-24 16,0 2-22-1,-6 0-35-15,-13-6-313 16,0-2 98-16</inkml:trace>
  <inkml:trace contextRef="#ctx0" brushRef="#br1" timeOffset="146817.72">18887 9457 480 0,'0'0'168'16,"0"0"-124"0,0 0-8-16,-3 126 40 0,3-94 20 15,0-8-43-15,0-2-16 16,0-4-19-16,0-4 7 15,0-4-7-15,0-6-4 16,0 0-4-16,0-2-1 16,0-2-9-16,0 0 0 15,0 0-36-15,0-4-224 16,-4-4-84-16</inkml:trace>
  <inkml:trace contextRef="#ctx0" brushRef="#br1" timeOffset="147145.65">18887 9410 709 0,'0'0'158'16,"0"0"-151"-16,0 0 97 0,0 0-35 15,0 0-36-15,80 21-6 16,-59 6 8-1,-4 1-6-15,-3 5-10 16,-8-1 4-16,-4-6-10 16,-2-4-6-16,0-2-2 0,0-2-5 15,0-6 2-15,0-4-2 16,0 0 0-16,-8-4-3 16,-13-2-1-16,-6 0-1 15,-6-2 1 1,0 0-25-16,2 0 10 15,6 0-24-15,12 0-45 16,8-8-85-16,5 2-129 16</inkml:trace>
  <inkml:trace contextRef="#ctx0" brushRef="#br1" timeOffset="147574.71">19239 9413 444 0,'0'0'36'16,"0"0"-36"-16,0 0 0 15,0 0 56-15,100-81 47 16,-96 79 18-16,-4 2 5 16,0 0-2-16,0 0-21 15,-10 0-55-15,-21 0 1 16,-10 0-33-16,-3 10-10 15,4 2 5-15,11-1-1 16,8-2 1-16,13 4-4 16,3 2-9-16,5 3 1 15,0 3 0-15,7 3 1 16,26 6 2 0,5-2-2-16,0 0 0 0,-9-4 1 15,-13-10 0-15,-12 0 0 16,-4-4-1-16,0-2 5 15,-31-2 2-15,-16-4 2 16,-2-2-4-16,2 0-4 16,7 0-1-16,11 0 0 15,6 0-5-15,21-2-149 16,2-8-308-16</inkml:trace>
  <inkml:trace contextRef="#ctx0" brushRef="#br1" timeOffset="149321.03">21548 9854 208 0,'-3'-7'102'0,"0"2"-80"16,3 3 116-16,-2 2-37 15,0-3-20-15,2 3-11 16,-2 0 0 0,2 0-18-16,0 0-3 0,0 0-5 15,0 0 4-15,0 0 4 16,0-1-7-16,0 1-8 16,0 0 0-16,0 0-1 15,0 0-10-15,0 0-10 16,0 0-4-16,0 0-5 15,0 0 2-15,0 0-5 16,0 0 2-16,0 0-6 16,0 0 1-16,0 0-1 15,0 0 0 1,4 6 2-16,8 6-1 16,3 6 0-16,5 4 0 0,1 3 0 15,0 6 1-15,4-3-2 16,0 0 0-16,-1-2 0 15,-2 0 0-15,-2-6 0 16,1-4 0 0,-8-8-2-16,-7-2-5 15,-1-2 4-15,-5-4 3 0,0 5 0 16,0-4 0 0,-7 1-3-16,-17 2 3 15,-10-2 10-15,1 3-4 16,1-5-3-16,6 4-2 15,6-3-1-15,4-1 0 0,3 2-3 16,2 0-15-16,2 0-6 0,4 0-22 16,1 0-35-1,4 1-41-15,0-2-174 16,0-1 81-16,0 0-5 16</inkml:trace>
  <inkml:trace contextRef="#ctx0" brushRef="#br1" timeOffset="150651.21">21456 9051 63 0,'0'0'419'16,"0"0"-383"-16,0-4-30 16,0-1-6-16,0 1 36 15,0-2 6-15,0-1-11 16,0 1-22-16,2 0 0 15,0 4 38-15,1-3 29 16,1-2-26-16,0 3-38 16,1 1 4-1,-1-4-5-15,-1 3-10 16,1-2-3-16,-2-2 2 0,-2 2-4 16,0 2-3-1,0 0 7-15,0 4 0 16,0 0 7-16,0 0 7 0,0 0-5 15,0 0 11-15,0 2-3 16,0 18-11-16,0 4 8 16,0 6-1-16,0 5 0 15,0 2-2-15,0 8-3 16,0-1 8 0,0 0 12-16,0-4-24 15,0-2-2-15,0-6 0 16,5-2-2-16,-1-8 2 15,0-4-2-15,-1-6 0 16,-3-10-2-16,0 2 0 16,0-4-13-16,0 0-15 15,0 0 3-15,0 0-2 16,0 0 2-16,0 0 2 16,0 0-35-16,-3 0 18 15,-7 0 8-15,-2 0-19 16,-1 0 43-16,-2 0 6 15,-1 0 3-15,-3 0 1 16,4 3 14-16,1-3 10 16,2 0 11-16,3 1 11 15,-1-1 3-15,6 0-17 16,2 0-7-16,2 0-8 16,0 0 1-16,0 0-2 15,0 0 0-15,0 0-8 16,18 0-5-16,11 0-2 15,7 0 19-15,6 0-12 16,5 0 3-16,-5 0-1 16,7 3-3-1,-9-3 3-15,-7 1 1 0,-8-1-3 16,-14 0-6-16,-9 0-1 16,-2 3 1-16,0-3-2 15,0 0-2-15,0 0-26 16,0 0-23-16,-13 0-79 15,4 0-112-15,0-7-168 16</inkml:trace>
  <inkml:trace contextRef="#ctx0" brushRef="#br1" timeOffset="150995.13">21386 8975 657 0,'-13'-10'154'15,"13"8"-154"-15,0 2 2 16,0 0 69-16,0 0 4 0,11 0-24 15,14 0-14-15,6 0 0 16,12 0 1-16,5 0-15 16,4 0-8-16,-4 4 0 15,-2 2-12-15,-11 0 2 16,-6-2-2 0,-9 1-3-16,-4-1-23 15,-8-1-50-15,2 1-85 16,-10-4-183-16,0 0-185 15</inkml:trace>
  <inkml:trace contextRef="#ctx0" brushRef="#br1" timeOffset="151260.99">21787 9220 616 0,'0'0'46'15,"0"0"-46"-15,0 0 3 16,0 0 13-16,0 120 36 16,0-82-9-16,0-6-8 15,0-6 2-15,0-4-6 16,0-4 0-16,0-5-9 16,6-3-9-16,0-6-7 15,-2 0 0-15,3-4-6 16,-1 0-13-16,2 0-69 15,-8 0-292-15,0 0 22 16</inkml:trace>
  <inkml:trace contextRef="#ctx0" brushRef="#br1" timeOffset="151557.22">21710 9186 535 0,'0'0'150'15,"0"0"-136"-15,0 0-8 16,0 0 96-16,0 0 33 16,69 0-105-16,-34 24-11 15,4 4-1-15,1 10-1 16,-11 4-5-16,-12-6 0 16,-7-4-7-1,-10-12 2-15,0-5-4 0,-10-1 7 16,-14-5 22-16,-7 0 4 15,0-5-32-15,4 0 2 16,4-4-6-16,7 2-26 16,10-2-19-1,6 0-64-15,0 0-531 16</inkml:trace>
  <inkml:trace contextRef="#ctx0" brushRef="#br1" timeOffset="151948.34">22162 9151 677 0,'0'0'136'16,"0"0"-127"0,0 0 113-16,0 0-69 15,-24-23-29-15,6 23-13 16,0 0 14-16,2 0-9 15,3 0-10-15,7 12-6 16,3 2-2-16,3 4 2 16,0 4 11-16,0 2-2 15,14 4 4-15,10 0-8 16,3 0 0-16,-1-2-4 16,-6-6 2-16,-7-4 0 15,-7-6-3-15,-4-6-1 16,-2 0 1-16,0-1 0 15,-2-3-4-15,-43 0-10 16,-9 0 10-16,-9 0-36 16,6 0-16-16,19 0-18 15,11 0-23-15,27-4-92 16,0-1-139-16</inkml:trace>
  <inkml:trace contextRef="#ctx0" brushRef="#br1" timeOffset="180515.2">9157 9607 576 0,'-5'-18'64'16,"5"14"-64"-16,0 2 27 16,0 2 47-16,0 0-37 0,0 0-25 15,0 0-2 1,0 0 6-16,0 0 11 15,0 0 14-15,0 0-8 16,0 0-3-16,0 0-4 16,0 6-4-16,0 20-15 15,14 12 25-15,3 8 12 16,2 8-19-16,0 7-8 16,1 3-6-16,1 0 9 15,-2 2-9-15,-1-4-6 16,-5-8-2-16,4 0 2 15,-7-17-4-15,2-12-1 16,-5-8 3-16,-5-17 3 16,2 0 5-16,-2 0-4 15,5-13 17-15,7-24 12 16,1-16-10-16,5-13-13 16,0-6-9-16,0-4 0 15,0-3 2-15,1 1-5 16,0 8 1-16,0 4-2 15,-4 10 0-15,-3 6 6 16,-6-1-1 0,2 11 4-16,-8 12-2 15,0 10-7-15,-2 14 4 0,0 4-4 16,0 0-2-16,0 0 1 16,0 0-14-16,0 10-19 15,-7 19-2-15,-8 8-8 16,-3 8-21-16,11-25-45 15,-2-2-124-15</inkml:trace>
  <inkml:trace contextRef="#ctx0" brushRef="#br1" timeOffset="181090.08">9825 9938 423 0,'0'0'120'16,"0"0"-120"-16,23-32 2 0,-19 26 84 15,-2 2 8-15,-2 2-37 16,0 0-18-16,0 2 9 15,0 0 24-15,0 0 12 16,0 0-20-16,-6 0-15 16,-17 0-22-16,-8 8-21 15,-9 11-3-15,-5 6-3 16,-1 3 2-16,3-2 2 16,7 0-2-1,12-2 5-15,11-4-4 16,8-4-3-16,5-4-4 0,3-2 2 15,23 2 1-15,12 1-8 16,9-2-3-16,0 9 10 16,2 0-1-16,-11 2-3 15,-9 3 1-15,-14-3 2 16,-8 0 2 0,-5 2-7-16,-2-4 7 0,0 0 1 15,-29 0 16-15,-31 2-3 16,-14-6 4-1,-5-4-6-15,0-8 10 0,21-4 4 16,12 0-4 0,10-6-9-16,12-12-10 15,15-2-2-15,9-4-16 0,9 0-62 16,13 14-101-16,6 0-397 16</inkml:trace>
  <inkml:trace contextRef="#ctx0" brushRef="#br1" timeOffset="183918.9">25335 9306 412 0,'2'-2'0'15,"1"0"12"-15,-1 2-12 16,-2 0 91-16,0 0-19 16,0 0-44-16,0 0-6 15,0 0 2-15,0 0 5 16,0 0 2-16,0 0 14 16,0 0-5-16,0 0-6 0,0 0-2 15,0 0-10 1,0 0 31-16,0 0-25 15,0 0-7-15,0 0 1 16,0 0-9-16,0 0 5 16,0 0 0-16,0 0 5 15,0 0-1-15,0 0-11 16,0 0-3-16,0 0 1 16,0 0-6-16,0 0-1 15,0 0-2-15,0 2-1 16,4 14 0-16,2 6-1 15,1 8 2-15,3 8 6 16,0 5-3-16,-1 3-3 16,3 2 0-16,-4 12 2 15,1-4-1-15,-2-10 0 16,0-4-1-16,-3-19 7 16,1-8-5-16,-3-4 6 15,0-8-6-15,0 0 0 0,-2-3 0 16,0 0 0-16,0 0 5 15,0 0-3-15,2 0 3 16,-2 0 0-16,0 0 45 16,2 0-29-16,0-10-14 15,4-11-7-15,2-12-1 16,1-8 2-16,0-9-1 16,2-10 3-16,-2 6 8 15,0-7-4-15,7-1-6 16,-3 2 0-16,1 0-3 15,-1 6 0-15,-4 8 0 16,-4 10 1-16,-1 11-1 16,-4 10 0-16,0 8 0 15,0 7-1-15,0 0 1 16,0 0-2-16,0 0-4 16,0 0-5-1,0 0-3-15,0 0-9 0,0 11-13 16,0 11-19-16,0 6-12 15,0 6-68-15,0 2-48 16,-4-22-21-16,1-4-51 16</inkml:trace>
  <inkml:trace contextRef="#ctx0" brushRef="#br1" timeOffset="184918.67">25763 9503 724 0,'-7'-4'99'0,"7"4"-92"16,0 0 1-16,0 0 73 15,0 0 7-15,0 0-51 16,0 0-29-16,0 0 2 16,0 0 2-16,0 16-3 15,0 12 39-15,0 18-19 16,-5 0-7-1,1 6-4-15,2 0 2 0,2-13-10 16,0-7 0-16,0-9-4 16,0 0-4-16,0-10 0 15,0-4 0-15,0-4-2 16,0-5 4-16,0 0-3 16,0 0-1-1,0 0 0-15,0 0-65 0,0 0-16 16,0-3-33-16,4-17-68 15,3 3-89 1,-3-5-14-16</inkml:trace>
  <inkml:trace contextRef="#ctx0" brushRef="#br1" timeOffset="185252.34">25741 9408 712 0,'0'0'202'15,"0"0"-202"1,0 0 24-16,0 0 51 16,-12-20-47-16,12 20-28 15,0 16-11-15,22 12 11 16,5 8 24-16,7 3-11 16,1 1 0-16,6 4 0 15,-6 2-4-15,-1 0-2 16,-5 0-2-16,-10-6-5 15,-5-3 2-15,-7-10-3 16,-7-2 4-16,0-5-2 16,0-2-1-16,-36-2 10 15,-13-2 20-15,-9-2-15 16,-13-6-3 0,10-2-1-16,13-4 1 0,17 0-8 15,23 0-4-15,8 0-26 16,0 0-58-16,8-4-117 15,11 0-218-15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7:52:48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17010 11432 257 0,'-4'-4'71'15,"2"2"-71"1,2-1 0-16,0 2 45 16,0-2 61-16,0 2-50 0,0 1-29 15,0 0-7-15,0-2 11 16,0 2-2-16,0 0 1 15,0 0 16-15,0 0-1 16,0 0-2-16,0-2-16 16,0 2-14-1,0 0 3-15,0-2-5 16,0 2 6-16,0 0-3 16,0 0-1-16,0-2 3 15,0-3-1-15,0 4-9 16,0 1-3-16,0-3-3 15,0 3 8-15,0-1 7 16,0 1 7-16,0 0 0 16,0 0-10-16,0 0-3 0,0 0-4 15,0 0 0 1,0 0 5-16,0 0-1 16,0 0 2-16,0 0-10 15,0 0 3-15,0 8-2 16,0 20 1-16,4 6 5 15,1 10-1-15,-2 0 4 16,1-2-4-16,0 4 3 16,3 1-4-16,-1-5-3 15,1-4 0-15,-2-6-2 16,-1-4 2-16,-4-8 1 16,0-2-1-16,3-10 5 15,-3-6-4-15,2 0-3 16,0-2 0-16,0 0 0 15,-2 0-1 1,0 0 0-16,2 0-10 0,0 0 5 16,5 0-18-16,2-4-29 15,2-6-11-15,5-2-86 16,-11 8-91-16,-1-2-166 16</inkml:trace>
  <inkml:trace contextRef="#ctx0" brushRef="#br0" timeOffset="854.21">17421 11468 240 0,'0'-4'103'0,"2"4"-86"15,-2-2-5-15,0 2 80 16,0-2-14-16,0 2-36 0,0 0-22 16,0 0 3-16,0 0-1 15,0 0-2-15,2 0-3 16,-2 0 2 0,0 0 50-16,0 0-34 0,0 0-11 15,0 0-10-15,3 0-7 16,-3 0-4-1,4 0 1-15,-2 0 7 16,-2 0 2-16,2 0-7 16,-2 0 1-16,2 0-6 15,-2 0 5-15,0 0 1 0,0 0 2 16,0 0-5-16,0 0 0 16,3 0 6-1,-3 4 14-15,0 8 8 16,2 4-13-16,3 4-10 15,-1 8 1-15,5 22-5 16,-5 6 7-16,3 5 2 16,-3-1 1-16,-1-16-3 15,1-6 14-15,1-10-7 16,-1-8-6-16,-2-8-5 16,-2-6-4-16,2-4 7 15,-2-2-7-15,3 2-2 0,-3-2-2 16,2 0 0-1,0 0-7-15,-2 0-11 16,0 0-20-16,0 0-28 16,0-6-65-16,0 0-53 15,0 0-131-15</inkml:trace>
  <inkml:trace contextRef="#ctx0" brushRef="#br0" timeOffset="1463.56">17512 11753 389 0,'0'0'294'0,"-7"-6"-275"16,7 2-6-1,0 4 12-15,0-4 64 0,2 0-50 16,16 2-28 0,11-5-5-16,5 2 11 15,6-2 4-15,3 0-11 0,1 0-6 16,1 3 3-16,-5 1 1 16,-5 0-6-1,-6 3-1-15,-6 0-1 16,-6 0-2-16,-10 0-13 15,-4 0-7-15,-3 0-32 16,0-1-26-16,0-2-19 16,0 2-143-16</inkml:trace>
  <inkml:trace contextRef="#ctx0" brushRef="#br0" timeOffset="1854.13">17726 11568 435 0,'0'0'28'0,"0"0"-9"16,0 0-19-16,0 0 116 15,-53-4-49-15,39 8-48 16,-3 6 7-16,-2 2 24 15,2 2 11-15,-1 0-17 16,3 0-7-16,-1 0 25 16,5 0-45-16,1 0-7 15,4-2-5-15,6 5 0 16,0 1-1-16,0 1-2 16,12 3 9-16,13-5-11 15,10-3 1-15,5-4 2 16,1-1 0-16,2-4-1 15,-1-1 1-15,-4-2-3 16,-9-2-1-16,-6 2-13 16,-10-2-14-16,-11 0-36 15,-2 0-269-15,0 0-17 16</inkml:trace>
  <inkml:trace contextRef="#ctx0" brushRef="#br0" timeOffset="2619.3">16541 11743 107 0,'0'0'200'16,"-34"1"-148"-16,34 2-47 15,0-3 97-15,0 0 30 16,0 0-57-16,0 0-49 16,0 0 1-16,0 0 30 15,0 0-6-15,15-4-2 16,14-4-6-16,10-2-8 16,1 2-12-16,2 3-5 15,3 1-5-15,-5 3-4 16,0 1-2-16,-7 0-6 15,-6 0 0-15,-3 0-1 16,-10 0 0-16,-5 0-3 16,-3 0-1-1,-6 0-27-15,0 0-140 0,0 0 39 16,0 0-116-16</inkml:trace>
  <inkml:trace contextRef="#ctx0" brushRef="#br0" timeOffset="3004.58">16667 11624 498 0,'0'0'70'0,"0"0"-70"0,0 0 0 16,-29-6 89-16,29 6-42 15,3 0-40-15,17 0 8 16,3 0 34-16,6 0 10 16,0 0-29-16,4 14-10 15,-2 0-7-15,-2 2-7 16,0 0-8-16,-7 0 5 15,-8 1-6-15,-14 2-3 16,0 4 6 0,-19 0 6-16,-25-1 5 0,-1-3-11 15,5-7-10 1,11-2-71-16,14-6-44 16,15-4-78-16</inkml:trace>
  <inkml:trace contextRef="#ctx0" brushRef="#br0" timeOffset="17920.62">17301 11829 201 0,'-5'-12'104'16,"3"4"-82"-1,-1 0-21-15,3 0 18 16,0-2 26-16,0 2-6 0,0 0 0 16,0 2 2-1,-2-1 32-15,2 4 33 16,-2-4-44-16,2-1 3 15,0 5-37-15,0-4-3 16,0 6 4 0,0 1-11-16,0 0 27 15,0 0-17-15,0 0 1 16,0 0 0-16,0 0-10 16,0 0-6-16,-2 8-10 15,-1 16-2-15,3 6 5 16,0 6 6-16,0 14-1 15,0 4 0 1,0 6 0-16,0 4-10 16,0-5 6-16,0 0-1 15,3 6 0-15,1-1-5 16,3 0 2-16,-2-4 0 16,-1-3 0-16,2 1 6 15,3-6-9-15,3-8 1 16,3-8-1-16,3-14 0 15,3-2 1-15,0-8 2 16,13 2-3 0,4-8 5-16,8-4 0 15,12-2-5-15,3 0 2 0,8 0-1 16,9-2 0-16,8-10 1 16,5-2 1-16,6 0-2 0,-3-2 5 15,-10 2-1-15,-6 2 4 16,-18 2 0-16,-16 4-8 15,-12 0 0-15,-16 4-1 16,-10 2-1-16,-2 0 1 16,-4 0 3-1,0 0 2-15,0 0-1 16,0 0-4-16,0 0-5 16,-8 0-19-16,-13 0-8 15,-3 0-26-15,11 0-331 16,-6 0-85-16</inkml:trace>
  <inkml:trace contextRef="#ctx0" brushRef="#br0" timeOffset="18373.73">18151 12551 555 0,'-6'-7'133'0,"6"7"-133"16,0-1 0-16,0 1 121 16,0 0 10-16,-2 0-67 15,2 0-35-15,0 0-4 16,0 0 1-16,0 0 3 16,4 0-3-16,23 14 1 15,6 2 14-15,3 4-29 16,4 0 0-16,-11 2-3 15,5-2-2 1,-7 0-3-16,-4-2-2 16,-4-2 0-16,-9-2-2 15,-2 0 2-15,-8 4-2 16,0 2-3-16,0 4 3 16,-23 2 2-16,-10-4 1 15,-8-1 6-15,1-3-5 16,-6-3 1-1,7-2-3-15,13-8-2 16,8-2 0-16,16-3-16 0,2 0-20 16,0 0-54-1,13-3-105-15,5-2-260 16</inkml:trace>
  <inkml:trace contextRef="#ctx0" brushRef="#br0" timeOffset="19619.52">19373 12591 413 0,'0'6'158'16,"2"-4"-132"-16,-2 0 15 0,2-2 54 16,0 0 6-1,-2 0-14-15,2 0-21 16,-2 0-12-16,2 0-17 16,0-12-4-16,-2-6-16 15,0-5-7-15,0-3-8 16,-4 1 1-16,-20-4-3 0,-5 5-1 15,-2 4 1 1,-10 8 0-16,2 10-5 16,-1 2-4-16,-1 4 7 15,10 22-1-15,7 9 3 16,8 2 3 0,10 6-3-16,6-1-2 0,0-2 0 15,6-6 1 1,23-6 1-16,7-8-1 15,1-12 1-15,8-8 0 16,-3 0 2-16,3-22-2 16,-5-14 0-16,-2-20-3 15,-11-6-10 1,-7-10 2-16,-7-3 8 16,-6 9-1-16,-7 4-2 15,0 10-12-15,0 12-5 16,0 11 23-16,-7 15 17 15,-6 6 21-15,-3 8-8 16,1 0-1-16,-1 11-23 16,-1 21-6-16,5 10-5 15,3 12 1-15,7 6 4 16,2 18 4 0,0-2 3-16,0-3 6 15,0-1-2-15,0-18-3 16,6-8-2-16,5-6-1 15,1-10-2-15,-3-10-3 0,-1-8 0 16,2-8 0-16,-4-4-13 16,5 0-6-16,1-12-32 15,-6-17-45-15,-6 6-185 16,0 3-362-16</inkml:trace>
  <inkml:trace contextRef="#ctx0" brushRef="#br0" timeOffset="20009.49">19576 12274 326 0,'15'-24'65'0,"-15"22"-64"0,0 0 50 16,2 2 125-1,-2 0 9-15,0 0-144 16,0 0-11-16,0 0 0 16,0 6 3-16,0 12 12 15,0 8 16-15,0 8-19 16,0 6 11-16,0 4-42 16,0 17-1-1,0-1 1-15,2-2-8 16,0-2 1-16,0-20-1 15,-2-8-2-15,0-6-1 16,0-10 2-16,0-10-2 16,6-2-22-16,-4-2-39 15,2-26-48-15,-4-10-82 16,0 16-149-16</inkml:trace>
  <inkml:trace contextRef="#ctx0" brushRef="#br0" timeOffset="20393.86">19615 12266 457 0,'0'0'252'0,"0"0"-240"15,0 0 11-15,96-52 47 16,-62 52-46 0,-8 0-4-16,-3 16-1 15,-8 14 6-15,-13 2-23 16,-2 6 3-16,-2 2-5 15,-33 0 11-15,-21 4-2 16,0-8 12-16,5-5 29 16,16-11 0-16,23-14-20 15,10-2-8-15,2-2-7 16,0 2-15 0,24 5 2-16,21 4 9 15,15 7 12-15,4 4 0 16,6 2-6-16,1 2-1 15,0 2 6-15,-3-2 28 16,-9-2-26-16,-7-4-15 16,-13-6-6-1,-14-8-3-15,-11-8-1 0,-8 0-9 16,-6 0-45 0,0-14-81-16,0 0-248 15</inkml:trace>
  <inkml:trace contextRef="#ctx0" brushRef="#br0" timeOffset="-188270.25">20792 12458 111 0,'-2'3'285'0,"-1"-3"-214"16,3 0-64-1,0 0 61-15,0 0-12 16,0 0-31-16,0 0-3 16,0 0-9-16,0 0 2 15,0 0 5-15,0 0 9 16,0 1 13-16,0-1-24 15,-2 0 6-15,0 0-5 16,2 0-2-16,0 0-7 16,-2 0-7-16,2 0 2 15,0 0 9 1,-2 0 13-16,2 0 51 16,0 0-33-16,0 0-9 15,0 0 2-15,0 0 0 16,0 0-5-16,0 0-20 15,0 0-2-15,2 0-4 16,7 0 0-16,11 0-7 0,13 0 1 16,16 0 11-1,11-5-4-15,10-2-1 16,-1 1-3-16,-7 2-4 16,-14 0 4-16,-7 4-4 15,-14 0-2-15,-12 0 2 16,-6 0-3-16,-7 0 0 15,-2 0-2 1,0 0 4-16,0 0 0 0,0 0-13 16,-17 7-135-1,1-2-38-15,-4 0-264 16</inkml:trace>
  <inkml:trace contextRef="#ctx0" brushRef="#br0" timeOffset="-187957.98">20810 12571 728 0,'-14'2'29'0,"14"-2"-29"0,0 0 0 16,10 0 69-1,25 0 7-15,21 0-18 16,9 0-9-16,12 0-3 15,4 0-10 1,6 0-3-16,-12 0 21 16,-17 4-31-16,-18 0-10 0,-24 0-9 15,-14-2 0 1,-2 0-3-16,0 0-1 16,0-2-19-16,0 0-26 15,-16 0-64-15,3 0-180 16,-1 0-190-16</inkml:trace>
  <inkml:trace contextRef="#ctx0" brushRef="#br0" timeOffset="-187114.25">22875 12258 451 0,'5'-4'45'0,"-1"-6"-43"15,5-2 125-15,2-2-32 16,0 0-8-16,-4-4-15 15,2 0-9 1,-7-6-11-16,-2-5-10 0,0 0-20 16,0-2 1-1,-9-3-23-15,-29-6-3 16,-6 8-7-16,-3 8-3 16,0 8 11-16,7 16-8 15,2 0-1-15,-2 12 4 16,-11 38 5-16,6 8 1 15,10 6-3-15,10-2-1 16,25-19-4-16,0-13 4 16,2-6 2-1,23-10-9-15,1-12 12 16,8-2 0-16,6 0 16 16,14-36-2-16,-1-12-5 15,-6-4-1-15,-9-12-8 16,-22 9 5-16,-8 1-5 15,-3 2 2 1,-5 6 5-16,0 12-6 16,0 12-1-16,0 10 14 15,0 12 20-15,0 0-14 16,0 0-20-16,0 12-8 16,0 20-7-16,2 10 15 15,18 8 9-15,16 18-1 16,3 3-4-16,-1-3-3 15,-1-4 6-15,-18-24-6 16,-3-6 0-16,-3-8 1 16,-4-4-2-1,-2-6 0-15,0-8-18 16,-1-8-96-16,-6 0-163 16,0-2-197-16</inkml:trace>
  <inkml:trace contextRef="#ctx0" brushRef="#br0" timeOffset="-186467.46">23160 11973 800 0,'2'-24'161'0,"-2"24"-138"16,0 0 45-16,3 0-46 15,3 22-22-15,4 10-2 16,5 6 2-16,7 0 3 15,1-2-1-15,-2-1-1 16,2-9 0-16,-5-6 1 16,-3-8-1-1,-1-10 0-15,-1-2 1 0,0 0 0 16,3-16 5-16,2-14 5 16,6-12-11-1,-3-2 3-15,-3 3-4 16,-5 11 3-16,-7 14-1 15,-4 10 1-15,-2 2 25 16,0 4 19 0,0 0-5-16,0 0-10 15,0 0-32-15,0 6-13 16,0 26 10-16,-2 13 3 16,-6 6 4-16,1-4 0 15,5 7-4-15,0 0 3 16,2 16-2-1,0-2-3-15,0-5 0 16,4-4-1-16,5-20-48 0,-1-7 47 16,-8-8-2-16,0-6-2 15,0-10-47-15,0-2 55 16,-19-4 3-16,-24-2 8 16,-10-12-3-16,0-16-3 15,1-10 8-15,19 0 15 16,10-2-3-16,12-6-3 15,9 1-8-15,2 1-3 16,0 2 6-16,31 2-11 16,19 2-5-16,34-4 0 15,13 4-1 1,2 7-4-16,-3 12-30 16,-38 9-38-16,-16 7-87 15,-42 3-183-15,0 0-296 16</inkml:trace>
  <inkml:trace contextRef="#ctx0" brushRef="#br0" timeOffset="-185581.6">22117 12647 194 0,'-29'0'121'0,"19"0"-100"16,-1 0-9-16,-1 0 185 16,6 0-146-16,-1 0-28 15,5 0 11 1,2 0-6-16,0 0 10 0,0 0 16 16,0 0 9-16,0 0-9 15,0 0-6 1,0 0-2-16,0 0 54 15,0 0-68-15,0 0-19 16,0 0-6-16,0 0-7 16,11 0 0-16,7 0 14 15,6 0 6-15,14 0 1 16,9-4-9-16,17 0 1 16,12-2-5-16,10-2 2 15,22 0-2-15,17-2-4 16,18 0-1-16,15 2 0 15,11 2-3 1,49 0 3-16,0 0-2 16,3-3 0-16,-10 2 0 0,-50-4 1 15,-7 4 5 1,-14-5-5-16,-11 2-1 16,-13-1 10-16,-20 1 9 15,-20 5-12-15,-22 1 6 16,-23-1 6-16,-18 4 3 15,-11-2 0-15,-2 3 4 16,0 0-5-16,0 0-12 16,0 0-10-1,0 0-9-15,0 0 7 0,0 0-1 16,0 0-23 0,-2 0-20-16,-23 0-19 15,-8 9-15-15,16-4-405 16</inkml:trace>
  <inkml:trace contextRef="#ctx0" brushRef="#br0" timeOffset="-182832.25">22433 12972 265 0,'-2'-10'61'0,"-2"-2"54"15,2-1 14-15,0-2-65 16,-3 1-8-16,3 0 2 15,-2 2-15-15,2 3 3 16,2 4 2-16,0-2-6 16,0 5 8-1,0 1 11-15,0 1-45 16,0 0-3-16,-2 0-3 16,-2 0-3-16,4 0 0 15,0 1-7-15,0 23-5 16,0 11 5-16,0 5 10 15,12 14-1-15,3 2-9 16,-1 0 3-16,-1-4-1 16,-3-24-2-16,-6-6 2 15,5-9-1 1,-5-9-1-16,0-3 0 16,3-1 1-16,0 0 9 15,2-18 4-15,4-10 19 16,3-8-1-16,-3-2-19 15,3-4-1-15,-3 2-4 16,1 0-6-16,1-6 0 16,3 8-2-1,-7 7 0-15,1 8 0 0,-8 17-1 16,-2 2 2-16,0 1-1 16,1 3 0-1,1 0-13-15,4 27-7 16,6 11 8-16,6 5 12 15,5 6 3-15,1-1 5 16,1 0-8-16,0 1 1 16,-2-6 0-16,-6-7 0 15,-1-10 0 1,-7-13-1-16,-2-8 0 16,-4-5 2-16,-3 0-1 15,3-11 3-15,-3-24 19 16,2-31 19-16,0-6-7 15,1 0-14-15,2 2-2 16,-2 25-15-16,-3 13 7 16,2 9 1-1,-2 9 3-15,0 1-6 16,-2 8-9-16,0 2-6 0,2 3-16 16,7 8-49-1,3 23-50-15,-6-9-104 16,-1-7-179-16</inkml:trace>
  <inkml:trace contextRef="#ctx0" brushRef="#br0" timeOffset="-182425.54">23189 13144 740 0,'0'0'5'0,"2"-4"23"16,1 2-23-16,-3 2 49 15,0 0-49-15,0 0-5 16,0 0-4-16,0 0-2 15,0 0 6-15,0 0 13 16,0 0 4-16,0 0 8 16,0 0 17-16,0 0 6 15,0 0-11 1,0-12 19-16,0-2-5 16,0 2-40-16,0 4 0 15,0 4-10-15,2 2-1 16,2 0 0-16,0 2-6 15,0 0-123-15,-4 0-50 16,0 0-204-16</inkml:trace>
  <inkml:trace contextRef="#ctx0" brushRef="#br0" timeOffset="-181575.25">23387 13497 613 0,'-2'4'5'0,"2"-4"24"0,0 0 139 16,0 0-83-1,4-18-41-15,12-10-22 16,-1 0-6-16,6-12-3 15,-3-2-6 1,2-27 4-16,-2-7 6 16,-3 4-15-16,-3 4-2 0,-6 26 0 15,-4 10 0 1,3 10 5-16,-1 8-5 16,-4 5 20-16,2 5 18 15,-2 3-21-15,0 1-17 16,0 0-10-16,5 14-4 15,0 16 8-15,3 6 6 16,1 2 0-16,3 4 4 16,-2 10-3-1,7-4 0-15,-5-10 0 0,1-7-1 16,-3-20 0 0,-3-8 1-16,-1-3 0 15,3 0-1-15,0-8 24 16,4-20 10-16,1-11-6 15,3-12-18-15,-1-6-2 16,-3 3 4-16,1 0 2 16,-9 16-9-16,3 10 2 15,-3 7-1 1,-3 10 2-16,0 4 13 16,-2 6-10-16,0 1-7 15,0 0-2-15,0 0-2 16,0 0-5-16,0 9-5 15,4 16 5-15,4 5 5 16,-2 4 0-16,3 14 1 16,1 0 0-1,0 2-1-15,3-4 0 0,-6-15 2 16,4-8-2-16,0-6 0 16,1-12-1-16,1-5-25 15,-2 0-53-15,-9 0-70 16,-2-16-249-16</inkml:trace>
  <inkml:trace contextRef="#ctx0" brushRef="#br0" timeOffset="-181126.94">24002 13082 561 0,'0'-14'197'0,"0"10"-192"16,0 4 41 0,0 0 130-16,0 0-112 15,0 0-50-15,0 12-11 0,0 14-3 16,0 14 4 0,5 0 0-16,-2-1-4 15,-1-3 0-15,0-18 2 16,-2-6-1-16,0-6 3 15,0-6-2 1,4 0 22-16,7-18 13 0,5-17 22 16,6-5-20-1,2 0-35-15,1 4 1 16,-2 6-4-16,-1 8-1 31,-9 12 0-31,-6 6 1 0,-3 4-1 16,-2 10 0-16,0 24-13 15,10 10 13-15,-1 0 3 16,5-2 1-16,-1-3-4 16,3-5 0-1,2-8-20-15,-15-26-106 16,-1 0-293-16</inkml:trace>
  <inkml:trace contextRef="#ctx0" brushRef="#br0" timeOffset="-179030.83">24611 13044 542 0,'6'-6'251'0,"-6"4"-251"15,2 2-17 1,-2 0 17-16,0 0 16 15,6 0-4-15,-6 2 8 16,0 2-14-16,0 0-5 16,0-2 6-16,0-2 2 15,0 2 1-15,0-2-4 16,0 0 5-16,0 0 12 16,0-6 22-16,0-8-30 15,2 2-6-15,-2 6-2 16,0 4 16-16,0 2-18 15,0 0-5 1,0 0-90-16,0 0-152 16,-2 0-191-16</inkml:trace>
  <inkml:trace contextRef="#ctx0" brushRef="#br0" timeOffset="-178499.94">25139 12868 404 0,'0'0'1'0,"9"-32"70"15,-9 24 98 1,0 3-72-16,0 3-8 16,0 2-6-16,0 0-21 15,0 0-20-15,-22 0-24 16,-14 25-10-16,-5 12 1 16,-7 14 1-16,7-3-7 15,3 4 5 1,9-2-7-16,14-4-1 15,11-8-14-15,4-6 10 0,0-10 4 16,35-12-3 0,14-8 3-16,9-2 10 15,14-16 23-15,-10-18-13 16,-4-4-11-16,-7-6 1 16,-2-14-4-1,-15-2 42-15,-10-1-28 16,-11 10 1-16,-13 16-7 15,0 12-2-15,-4 6 7 16,-16 5 6-16,-9 8-25 16,-9 4-2-16,-6 0-49 15,-24 15-34-15,40 0-121 16,3-1-201-16</inkml:trace>
  <inkml:trace contextRef="#ctx0" brushRef="#br0" timeOffset="-178390.32">25139 12868 504 0</inkml:trace>
  <inkml:trace contextRef="#ctx0" brushRef="#br0" timeOffset="-178140.61">25139 12868 504 0,'-80'122'102'0,"80"-118"-92"0,0 2 18 0,0 2 33 0,0 2-32 0,0 0 32 16,2 4 2-16,2 0-14 15,9 12 5 1,6 6 52-16,1 2-55 16,6 8-16-16,-1-6-14 15,1 4-6-15,3 3-7 16,-4-7 1-16,-2-2-3 16,-8-12-3-16,-4-8 0 0,-4-2 1 15,-7-6-3 1,0-2 1-16,0-2 1 0,0 0-2 15,0 0 6-15,0-2-1 16,0 0-6 0,0 0-3-16,0-4-156 15,0-4-74-15,0 0-192 16</inkml:trace>
  <inkml:trace contextRef="#ctx0" brushRef="#br0" timeOffset="-177578.63">25450 13166 543 0,'8'-22'156'0,"-8"18"-77"16,0 2 88-16,0 2-80 15,0 0-29 1,0 0-38-16,0 0-20 15,0 20 0-15,0 6 10 0,0 4-1 16,0 9-7 0,0 1 3-16,0-2 1 15,0-4-4-15,0-12-2 16,0-6 0-16,0-2-2 16,2-6 2-1,0-2-39-15,2-2-19 16,-4 0-13-16,0-2 4 15,0 4-21-15,0-2-6 16,0 0 25-16,-14 2 67 16,2-2 2-16,-4-2 7 15,0 0 8-15,1 0 28 16,4-2 12-16,4 0 11 16,7 0 7-16,0 0-10 15,0 0-10 1,0 0-18-16,0 0-3 15,2 0-25-15,14 0-4 16,2 0 15-16,4-4-5 16,3-2 3-16,1 0-6 15,1-2 7-15,-1 4-16 16,-7-2-1-16,-4 0-15 16,-8-2-68-16,-7-4-115 15,0 6-83-15,-3-2-145 16</inkml:trace>
  <inkml:trace contextRef="#ctx0" brushRef="#br0" timeOffset="-177374.98">25398 13080 743 0,'-8'-16'76'15,"8"16"-62"1,0 0 91-16,0 0-39 0,8 0-57 15,15 0-3-15,8 0 6 16,6 0 9 0,5 0-13-16,-2 0-6 15,-7 0-84-15,-23-2-119 16,-10 0-146-16</inkml:trace>
  <inkml:trace contextRef="#ctx0" brushRef="#br0" timeOffset="-176860.04">25984 12737 449 0,'0'0'100'0,"0"0"19"0,8-30-23 16,-8 30-28-1,0-2-14-15,0 2 0 16,0 0-4-16,0 0 1 16,-8 0-38-16,-17 20 9 15,-20 30-12-15,-6 12-5 16,2 10 6-16,7 3-8 16,21-13 7-16,13-2-10 15,8-6 0 1,0 8-2-16,37-9 2 15,13-12-1-15,3-6 2 16,-4-21-1-16,0-8 10 16,-2-6-4-16,-2 0-6 15,-12 0-20-15,-6-6-60 16,-16-14-97-16,-11 2-69 16,0 0-147-16</inkml:trace>
  <inkml:trace contextRef="#ctx0" brushRef="#br0" timeOffset="-176168.52">26106 12873 595 0,'0'0'103'0,"0"0"50"16,-4-52-56-16,4 50-49 15,0 1 7 1,0 1-22-16,0 0-17 0,0 0-14 31,0 0-1-31,0 0 0 0,0 0-1 16,0 3-2-1,0 26 1-15,2 3 15 0,13 2-5 16,3-9-4-16,-3-2-1 16,4-5-2-16,-2-4-1 15,-5-6-1-15,1-6 0 31,-3-2 1-31,9 0-1 16,3-6 0-16,-2-16-9 16,2-6 5-16,-6 4 2 15,-5 3 2-15,-2 3 2 16,-7 7-1 0,-2 3 9-16,0 4 8 0,0 4 15 15,0 0-5 1,0 0-28-16,-5 14-12 15,-3 8 12-15,-3 8 10 16,6-1-6-16,0 6-2 0,5 17 1 16,0 4-3-1,0 2 0-15,0 3 1 16,8-16-1-16,-2-4 0 16,1-5 1-16,-7-6-1 15,0-8 0-15,0-4-1 16,-9-4 0-16,-18-6-6 15,-6-4 7-15,-6-4 6 16,6 0-1-16,7 0 7 16,6-12 2-16,9-10-2 15,11-20 0 1,0-6-1-16,2-2-5 16,24-1 4-16,5 13-4 15,8 2-2-15,3 4-4 16,20-2-3-16,-2 4-47 0,-8 0-68 15,-35 22-173-15,-17 4-508 16</inkml:trace>
  <inkml:trace contextRef="#ctx0" brushRef="#br0" timeOffset="-175759.51">26529 12522 346 0,'0'-21'278'16,"0"21"-241"-16,0 0 20 16,0 0 179-16,0 0-158 15,0 0-24-15,0 0-4 16,0 0-11-1,0 0-16-15,7 18-15 16,8 6 3-16,8 6 4 0,6 6-4 16,15 26-7-1,5 6 2 1,3 8-6-16,-4 5 0 0,-14-15 2 16,-10-2 1-1,-15 2 5-15,-9-5-8 16,-2-3 3-16,-36-11 1 0,-6-4 0 15,-14-5 3 1,11-12-6-16,11-10 3 16,16-8-4-16,20-8-41 15,0 0-115-15,0-14-239 16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28:32.99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25435 12537 16 0,'0'2'25'15,"2"0"-10"1,1 1-10-16,-3 1 8 16,0 1-1-16,0-3-10 15,0 2-1-15,0-1 7 16,0 1 3-16,0 1 0 15,0-5 3-15,0 0-12 0,2 2-2 16,0 0 0 0,-2-2 0-16,0 2-6 15,0 0-8-15,0 0 13 16,0-2 1-16,0 2 9 16,0-2 15-16,0 0-7 15,0 0-16-15,0 0 0 16,2 0-2-16,-2 0 0 15,0 0-4-15,0 0 5 16,0 0-1-16,0 0 2 16,0 0-2-16,0 2 1 15,0-2-6-15,0 2 4 16,0-2 0-16,0 0-32 16,0 0 16-16,0 0-4 15,0 0-21-15</inkml:trace>
  <inkml:trace contextRef="#ctx0" brushRef="#br0" timeOffset="498.26">25471 12585 59 0,'0'0'32'0,"0"0"-6"16,0 0 2-1,0 0 2-15,0 0 2 16,0 0 10-16,0 0-3 16,0 0-9-16,0 0-11 15,0 0 3-15,2 0-1 0,-2 0-10 16,0 0-8-1,0 0 5-15,0 0-4 16,0 0 0-16,0 0-3 16,0 0-2-16,0 0-4 15,0 0-6-15,2 0-6 16,-2 0-13-16,0 0-17 16,0 0 21-16,0 0 10 15,0 0-23-15,0 0-24 16</inkml:trace>
  <inkml:trace contextRef="#ctx0" brushRef="#br0" timeOffset="6200.7">25498 12653 362 0,'0'0'53'16,"0"0"-19"-16,0 0 45 0,-3 0 4 16,1 0-42-1,0-2 63-15,0-8-29 16,0-2-25-16,-3-4-14 16,0-12 6-16,-3-6 2 15,1-13-14-15,3-9-12 16,-2-8-14-16,6-10 2 15,0-10 6-15,0-6-10 16,0-3 0-16,0 1-2 16,14 6 0-16,7 1 0 15,5 8 0-15,8 9 0 16,6 1 0-16,6 13 1 16,8 8-1-16,4 6 1 15,6 8-3-15,21 0 0 16,-3 5 2-16,-3 5 0 15,-6 7 0-15,-24 4 0 16,-11 5 2-16,-9 4-1 16,-7 0-2-16,-9 2 0 15,-1-1 1-15,-8 1-1 16,-1-3-1-16,-3 1 2 16,0 0-1-1,0 2 1-15,0 0 2 0,0 0-4 16,0 0-10-16,0 0-36 15,0 0-41 1,0 0 36-16,0 12-30 16,-11-2-41-16,3-7-47 0,4-3-73 15</inkml:trace>
  <inkml:trace contextRef="#ctx0" brushRef="#br0" timeOffset="6700.59">26175 11115 556 0,'0'0'82'0,"0"0"-57"0,-4-14 70 16,4 14 13-1,0 0-72-15,0 0-24 16,0 0 5-16,0 0 30 16,0 0-47-16,0 0-4 15,0 24 4-15,24 12 2 16,12 2-1-16,4-2 4 16,4-2 5-16,-8-10-5 15,-5 1-3-15,-5-4 1 16,-3-2-2-16,-9-4 0 15,-6-1-1-15,-3-3 0 16,-5 1 0-16,0 0-7 16,0-2 5-16,0 4-2 15,-9 0 16-15,-5-2 7 16,1-2 3-16,-1-2-9 16,6-2-9-16,1-2 0 15,3 0 3-15,2-2-5 16,0 2-2-16,-8 0 0 15,-1 4-19-15,-2 4-72 16,-3 0-52-16,3 0 11 16,6 0-49-16,7-12-53 15</inkml:trace>
  <inkml:trace contextRef="#ctx0" brushRef="#br0" timeOffset="8919.17">26964 10935 132 0,'0'-17'142'0,"0"9"-93"16,0 2-10-16,0 2 69 16,-3 0-40-16,-6 2-10 15,3 0-14-15,2 0 11 16,-3 0 6-16,0 2-30 16,-6 0 10-1,-3 0-37-15,-6 0 12 16,-7 6-18-16,-2 12 2 0,-5 5 3 15,-5 14 7 1,6 12-4-16,6 5-6 16,10 8 0-16,11-10-1 15,8 2 1-15,0-4 0 0,4-10 3 16,17-9-2-16,4-9 1 16,1-10-3-16,1-9 4 15,2-3 1-15,5 0 15 16,-5 0 1-1,-2-5 7-15,-6-5-17 16,-3-3-4-16,-7 1 8 16,3-6 10-16,-3-2-3 15,-3 2-4-15,-1 2-4 16,-4 5 0-16,-1-4-9 16,-2 7 18-16,0 2 0 15,0 2-3-15,0 4-2 16,0 0-10-16,0 0-6 15,0 0-1-15,0 0-6 16,0 0-3-16,0 6-27 16,0 18 36-16,0 2 1 15,2 2 2-15,13 7-1 16,4-7-1-16,-2-4 0 16,1-6-1-16,-9-15-3 15,-1-3 0-15,4 0 1 16,1 0 2-16,10-15 5 15,1-15 3-15,3-4 2 16,-7-1-4-16,-4-1-2 16,-8 2 0-16,-8 0 5 15,0 4 3-15,-4 6 9 16,-21 8-4-16,-4 6-15 16,-17 10-2-1,-3 0-10-15,-3 14 8 0,6 14 1 16,21 2-24-16,14-2-56 15,11-2-88-15,0-22-24 16,20-4-138-16</inkml:trace>
  <inkml:trace contextRef="#ctx0" brushRef="#br0" timeOffset="9254.32">27547 11069 436 0,'0'0'184'0,"5"-2"-158"16,-25 6 64-16,-18 20-53 15,3 6-18 1,-10 18 2-16,7 2-3 16,5 2-1-16,4-2-10 15,12-17 1-15,7-9-6 16,-1-6 0-16,7-8 3 16,0-4 2-16,2-6-7 0,2 0-81 15,-2-8-31 1,0-8-10-16,0-4-185 15</inkml:trace>
  <inkml:trace contextRef="#ctx0" brushRef="#br0" timeOffset="9458.03">27249 11131 297 0,'0'0'178'16,"0"0"-6"-16,0 0-30 16,0 0-63-16,0 0-79 15,6 72 0-15,15-24 29 0,6-3 9 16,4-8-16-1,2-5-1-15,1-10 3 0,-1-4 1 16,-2-7-5 0,-4-5-5-16,-8-5-15 15,-19-1-109-15,0 0-190 16</inkml:trace>
  <inkml:trace contextRef="#ctx0" brushRef="#br0" timeOffset="11148.84">28022 10696 450 0,'0'-2'38'16,"0"0"91"-16,2 2-60 16,-2 0-35-1,0 0 24-15,2-2 21 0,-2 2-26 16,0 0-17-16,0 0-2 16,0 0-5-16,0 0 1 15,0 0-15-15,0 0-15 16,-10 6-8-16,-13 16-10 15,-8 8 18-15,0 10 16 16,-3 10-9-16,-1 11-4 16,1 11-3-16,-2 14 3 15,7 8-1-15,10 34-2 16,16 7 0 0,3-1 0-16,18-8 0 15,27-33-1-15,9-15 1 16,-2-20-1-16,2-14-1 15,-2-16 0-15,-10-14 4 0,-3-8 6 16,-10-6 1-16,-8 0 1 16,-10 0 11-1,-7-2 20-15,-4-6 62 16,0 0-73-16,0 2-15 16,0-2-13-16,0 2-2 15,0-4-4-15,0-2-28 16,0-4-60-16,0 10-159 15,3 0-253-15</inkml:trace>
  <inkml:trace contextRef="#ctx0" brushRef="#br0" timeOffset="12445.43">28039 10997 245 0,'-10'-17'277'16,"7"9"-207"-16,3 3 6 15,0 0 29-15,0 1 0 16,0 3-69-16,0-2 16 15,0 3-8-15,0 0-8 16,0 0-4-16,0 0-14 16,0 0-10-16,0 10-8 15,9 25-13-15,11 9-1 16,5 8 14-16,0 4 12 16,4-4-11-16,-5-2 4 15,0-7-3-15,-3-10 1 16,-6-11-3-1,-3-8 1-15,-6-7 0 0,-2-7 1 16,-2 0 2-16,3 0 9 16,7-8 5-1,5-28 36-15,1-11-19 16,4-9-8-16,-6 6-13 0,-1 0-6 16,-1-4 3-16,-4 2-10 15,0 8 2-15,-6 8 0 16,1 9 1-16,-1 9-3 15,-2 9 1-15,0 4-4 16,1 5-1-16,-3 0-67 16,0 0-74-16,0 6-167 15,0 8-43-15</inkml:trace>
  <inkml:trace contextRef="#ctx0" brushRef="#br0" timeOffset="12820.34">28675 11213 317 0,'0'0'18'0,"0"0"13"15,0 0 98-15,51 0-33 16,-44-8-32-16,-3-2 11 15,-2 2 15-15,-2 4-10 16,0 0-2-16,0 2 7 16,-11 2-31-16,-18 0-50 0,-6 0-4 15,-8 22-7-15,1 12 7 16,6 6 0 0,10 6-8-16,7 4 4 15,15-3-1-15,4-1-5 16,7-6-7-16,29-10-25 15,4-12-6-15,2-10 45 16,-9-8-5-16,-6 0-56 16,-23-4-83-16,-4-10-155 15</inkml:trace>
  <inkml:trace contextRef="#ctx0" brushRef="#br0" timeOffset="13080.94">28654 11398 645 0,'0'0'107'0,"0"0"-25"16,0 0 39-16,0 0-67 16,0-20-40-16,12 20-9 15,3 0-4-15,3 18-1 16,0 8 0-16,-4 8-5 16,-4 0-2-1,-5 2 7-15,-3-2 0 16,-2-8 2-16,0-4 3 15,0-6-5-15,0-4 3 16,0-4-3-16,0-2-19 16,3-3-41-16,14-3-69 15,-10 0-3-15,0-18-149 16</inkml:trace>
  <inkml:trace contextRef="#ctx0" brushRef="#br0" timeOffset="13443.12">28967 11269 597 0,'0'0'81'15,"0"0"95"-15,0 0-40 16,0 0-103-16,7-34-8 16,-19 34-25-16,-12 22-17 15,-1 2 17-15,3 2 1 16,9 3-1-16,5-5 0 15,8-1-9-15,0-1 9 16,10-1-1-16,15-3-2 16,1 0-1-16,0-4-1 15,-5-2-1-15,-8-2-10 16,-4 2 1-16,-9 0 10 16,0 4-5-16,0 10 5 15,-33 0 5-15,-12 2 20 16,-3-4 24-16,5-10-23 15,14-2-5-15,9-8-16 16,13-4 0-16,7 0-56 16,0-1-93-16,0-14-126 15</inkml:trace>
  <inkml:trace contextRef="#ctx0" brushRef="#br0" timeOffset="13755.61">29187 11241 523 0,'0'0'217'0,"0"0"-38"16,0 0-138-16,0-2-41 15,11 2-7-15,25 0 7 16,9-2 21 0,8-4 2-16,5-2 12 0,-15 0-21 15,-12 2-10 1,-14 2-3-16,-7 2-1 16,-10 2 2-16,0 0-2 0,0 0-28 15,-16 0-38-15,0 0-115 16,0 0-353-1</inkml:trace>
  <inkml:trace contextRef="#ctx0" brushRef="#br0" timeOffset="14301.84">29539 10848 288 0,'0'0'182'0,"0"0"-123"16,0 0 69-16,0 0 41 16,0 0-75-16,9-50-38 15,-9 50-17-15,0 0-17 16,0 4-22-16,3 26-10 15,8 12-5-15,2 10 15 16,3 7 7-16,-3-1-2 0,1 0-3 0,-2 0-2 16,2-4 3-1,-3-6-1-15,-2-9-1 16,-3-10 0-16,0-11 1 16,0-5-2-16,-2-12 1 15,-1-1 0-15,-1 0 3 16,2 0 3-16,2-6 7 15,4-24 25 1,1-12 31-16,-3-10-45 16,4-8 7-16,-1-6-17 15,-2-2-8-15,-4 2-4 16,-3 3 6 0,-2 13-6-16,0 16 24 0,0 8-9 15,0 14-8-15,0 4-10 16,0 4 0-1,0 4-4-15,2 0-40 16,0 6-46-16,-2 22-116 0,0-10-69 16,0-2-109-16</inkml:trace>
  <inkml:trace contextRef="#ctx0" brushRef="#br0" timeOffset="14723.74">30061 11229 404 0,'0'0'139'0,"0"0"172"0,2-12-201 16,-2 10-21 0,0 0-24-16,-9 2-32 15,-11 0-28-15,-7 0-5 16,-9 12 0-16,-4 18 1 16,5 7-1-16,6 0 2 15,11-2-2-15,13-7-2 16,5-6 1-16,0-6 1 15,7-4-3-15,20-6-3 0,8-4 6 16,8-2 12 0,-3 0 2-16,-5 0-14 15,-8 0-10-15,-11-2-56 16,-16-2-112-16,0-4-209 16</inkml:trace>
  <inkml:trace contextRef="#ctx0" brushRef="#br0" timeOffset="15449.97">30308 10764 142 0,'0'0'123'15,"0"0"-78"-15,0-2 31 16,0 2 4-16,0 0-25 0,0-2 10 16,0 2 3-16,0 0 11 15,0 0 13-15,0 0-19 16,0 0-23-1,0 0 6-15,-7 0-56 16,-3 6-25-16,-7 22 25 16,-7 30 2-16,2 15 2 15,2 9-4-15,8 6 1 16,12-14 5-16,0-6-4 16,5-5-2-16,19-8 0 15,3-9 0-15,2-7-2 16,-2-11 2-16,-5-6 0 0,-4-10 0 15,-4-6 0 1,-6-4 0-16,-4-2 6 16,4 0-18-16,-6 0-65 15,-2 0-67-15,0-12-188 16</inkml:trace>
  <inkml:trace contextRef="#ctx0" brushRef="#br0" timeOffset="16012.15">30393 11057 489 0,'0'0'85'16,"0"0"19"-16,0 0-16 16,0 0-27-1,8-46 19-15,-8 46-6 0,0 0-45 16,0 0-8-16,0 0-8 15,0 0-13-15,0 0-7 16,7 19-12-16,7 12 3 16,-1 3 13-16,3 4 6 15,3-4 4-15,-1-6-6 16,3-8 2-16,-6-8-11 16,-3-6-1-16,-2-4 8 15,1-2 1-15,1 0 4 16,1-24 2-1,-2-8 3-15,3-4 0 0,-6 4 2 16,-3 4 2-16,-1 0-7 16,-2 6 5-16,-2 6 5 15,3 6-5-15,-3 7 0 16,0 3 12-16,0 0 11 16,0 0-26-1,0 13-8-15,-5 21-45 0,-8 8 45 16,0 8 5-16,3 2-1 15,0 13-4 1,5 0 4-16,-1-4-2 16,-2-5-2-16,6-20 1 15,-2-6 2-15,4-8-2 16,0-8 0-16,0-8-1 0,0-4 0 16,0-2-23-16,0 0-45 15,0-8-57-15,0-6-35 16,0-4-198-1</inkml:trace>
  <inkml:trace contextRef="#ctx0" brushRef="#br0" timeOffset="16418.46">30665 10732 58 0,'0'0'423'0,"0"0"-346"16,-10-14 14-16,10 14 35 16,0 0-85-16,0 8-41 15,0 20-15-15,18 12 15 16,11 10 14-16,3 10 8 15,-1 8 9-15,-2 3-2 16,-7 5-20-16,-9 0 8 16,-11-2-7-16,-2-4-7 15,-8-4 2-15,-28-7-4 16,-9-7 17-16,1-12-16 16,6-8 50-1,12-12-38-15,16-10-9 0,10-8-5 16,0-2-13-16,2-8-91 15,12-10-140-15,-1 0-108 16</inkml:trace>
  <inkml:trace contextRef="#ctx0" brushRef="#br0" timeOffset="16840.25">30960 11225 750 0,'0'0'118'16,"0"0"-23"-16,0 0 8 15,-4-4-95-15,4 4-2 16,2-2-12-16,21-2 10 0,10-2-4 16,17 0 4-1,-6-2 6-15,5 0-1 0,-5 2-7 16,-10 4-2-1,-10 0 2-15,-8 2-2 16,-13 0 0-16,-3 0 2 16,0 0-2-16,-14 0-30 15,-13 0-61-15,10 0-147 16,3 0-236-16</inkml:trace>
  <inkml:trace contextRef="#ctx0" brushRef="#br0" timeOffset="17308.37">31275 10808 560 0,'0'0'105'16,"0"0"-19"-16,0 0 78 15,0 0-89-15,5-24-51 16,-5 24-1-16,0 26-23 16,0 14-29-16,0 14 29 15,6 9 10-15,9 3-9 16,4-2 1-16,1 0 0 16,6 0 1-1,-4-14-1-15,-1-11 1 0,-8-16-2 16,-6-17 0-16,-3-3-1 15,-4-3 3-15,7 0 12 16,-1-9 10-16,5-21 32 16,7-12 33-16,-5-10-71 15,6-8 5-15,-1-4-12 16,-3-4-7 0,-1 1-1-16,-1 9-3 0,-7 8 1 15,4 12-2-15,-1 12-2 16,-3 8 2-1,3 16-24-15,-5 2-45 0,-1 10-100 16,-3 8-170-16,0 0-60 16</inkml:trace>
  <inkml:trace contextRef="#ctx0" brushRef="#br0" timeOffset="17761.39">31789 11061 436 0,'0'0'21'15,"0"0"51"-15,0 0 24 16,5 2-63-16,-5-2 36 16,0 0 1-1,0 0-6-15,0 0-10 0,0 0-8 16,0 0-22-1,0 0-6-15,0 0-12 16,0 0-2-16,0 0 7 16,0 0-7-16,0 0 0 15,0 0 9-15,0 0-6 16,0 0 1-16,0 0-5 16,0 0-3-16,0 4-11 15,0 12-3-15,0 12-11 16,0 6 25-16,0 6 6 15,0 2 3-15,5-2-7 16,1 0 1-16,-1-10 5 16,-1-6-6-16,0-7-1 15,-1-9 1-15,-3-4 1 16,0 0 0-16,2-4-3 16,0 0-27-16,0 0-45 15,-2-7-72-15,0-4-56 16</inkml:trace>
  <inkml:trace contextRef="#ctx0" brushRef="#br0" timeOffset="17964.47">31618 11099 581 0,'0'0'148'15,"0"0"-25"-15,0 0-7 0,5-28-61 16,37 24-49-16,11 2 15 15,8-2 9-15,-1 0-14 16,-12 2-7-16,-7 0-9 16,-16 0 0-16,-12 2-1 15,-13 0-46-15,0 0-165 16,0-2-202-16</inkml:trace>
  <inkml:trace contextRef="#ctx0" brushRef="#br0" timeOffset="18651.8">32046 10413 305 0,'0'0'406'0,"0"0"-357"16,0 0 65-16,-5-18 22 16,5 18-129-16,2 0-3 15,16 0 1-15,14 30 7 16,5 28 10-16,2 24 3 16,5 21 0-16,-11-1-5 15,1 8-2-15,-5 4-11 16,-5 1-3-16,-9 1-2 15,-12-2-1-15,-3-7 0 16,0-9-2-16,-34-7 0 16,-6-9 1-1,-9-14 27-15,-4-12 30 0,6-12-16 16,9-10-19-16,14-12-11 16,13-10-10-1,9-6 0-15,2-6-2 16,0 0 1-16,0 0-35 0,0 0-43 15,0-10-84-15,0-2-455 16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37:58.67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1680 13232 172 0,'6'-6'63'16,"-1"1"-53"-16,-1 2-7 16,-2 3 8-16,0 0 6 15,-2 0 22-15,0-2 22 16,2 2-11-16,-2 0-24 16,0 0-2-16,0 0 7 0,0 0 14 15,0-2 20 1,0 0-4-16,0 1-7 15,3-2 65-15,-3 3-61 32,0-1-15-32,0-3-8 0,0-6-12 31,0-7-16-31,0-5-4 0,-7-2 3 0,-10 2 3 0,-8 0 6 31,-2 0-4-31,-4 0 2 0,-4 2 4 0,-4 4-12 16,-1 6-4-16,0 8 7 15,1 2-7-15,-4 10-1 16,3 26 0-16,0 16-4 16,11 10-1-16,9 13 4 15,13 5 1-15,7 16-4 16,13-14 3-16,25-16-4 16,5-19 1-16,-8-33 0 15,1-14-3-15,-1 0 7 16,-2-25 7-16,1-25-2 15,-7-16 12-15,-9-14-1 16,-5-4-5-16,-3-4 0 16,-4-5-2-1,-2-1 1-15,1 0 13 0,-3 4-20 16,0 11-3-16,-2 21 0 16,0 24 3-1,0 18 2-15,0 16 18 16,0 2 0-16,0 44-23 15,0 22-5-15,0 25 5 0,10 3 5 16,5 4-2-16,5-2-1 16,2-6-2-16,0 2 2 15,1-15-2-15,-3-13 0 16,-7-14-1-16,-7-18 5 16,1-13-4-1,-5-10-2-15,1-7 2 0,2-4-6 16,-1-8-58-1,-4-24-48-15,0 6-181 16,0 0-395-16</inkml:trace>
  <inkml:trace contextRef="#ctx0" brushRef="#br0" timeOffset="421.26">1840 12818 376 0,'0'0'527'0,"4"-81"-519"16,-4 69-7-16,0 6 68 16,0 6 38-16,0 0-67 15,0 2-40-15,0 34-2 16,0 18 2-16,0 18 8 16,9 9 13-16,9 1-12 0,4 4-4 15,0-4 6 1,1-3-8-16,0-9 0 15,-6-14 0-15,-1-16-2 16,-8-16 0-16,-3-16 0 16,-1-8 1-1,-2-6 10-15,4-32 27 0,-2-18 3 16,-2-14-8-16,0-8-27 16,-2-5 6-16,0 1-3 15,2 8-10-15,-2 10 8 16,3 10-4-16,-1 11-4 15,-2 15 2-15,2 12-2 16,-2 10-3-16,0 6-6 16,6 0-38-16,4 28-78 15,-6-8-174-15,1 7-466 16</inkml:trace>
  <inkml:trace contextRef="#ctx0" brushRef="#br0" timeOffset="843.58">2372 13531 446 0,'0'0'138'0,"0"0"-99"15,0 0 25-15,7-32 44 16,-7 14-47-16,0 6 28 16,0 4-39-16,-13 8 9 15,-14 0-31 1,-20 28-27-16,-6 26 2 15,1 8-2-15,8 6 2 16,28-15 1-16,12-3 6 16,4-2 2-16,9-8-9 15,24-8 3-15,12-12 2 16,8-12-7-16,3-8 13 0,4 0-3 16,2-2-7-1,-8-20-4-15,-41 8-126 16,-6-2-278-16</inkml:trace>
  <inkml:trace contextRef="#ctx0" brushRef="#br0" timeOffset="1265.32">2827 13194 278 0,'0'0'37'15,"0"0"-9"-15,0 0 153 16,0 0-29-16,-10-10-49 15,10 10-7-15,0 0-8 16,0 0-15-16,0 0 26 16,0 0-77-16,10 0-21 15,21-4-1-15,25 0 37 16,11-1-10-16,0 2-16 16,-7 1-11-16,-18 2-1 15,-11 0 0-15,-11 0-1 16,-9 0-1-16,-9 0-14 15,-2 0-34-15,-2 6-39 16,-15-2-101-16,-6 2-142 16</inkml:trace>
  <inkml:trace contextRef="#ctx0" brushRef="#br0" timeOffset="1515.23">2825 13393 616 0,'0'0'418'0,"0"0"-418"16,0 0 7-16,0 0 44 16,48 12-10-16,13-12-20 15,3 0 32-15,-2 0-24 16,-6 0-16-16,-11 0-9 16,-11 0-3-16,-17 0-1 15,-9 0 0-15,-8 0 0 16,0 0 0-1,0 0 0-15,-19 0-34 16,-5 0-80-16,13 0-225 16,1 0-428-16</inkml:trace>
  <inkml:trace contextRef="#ctx0" brushRef="#br0" timeOffset="5785.25">3968 12854 393 0,'-4'-13'25'0,"1"1"-23"15,1 2 84-15,-1 0 17 16,3 2-44-16,0 4-26 16,0 3 7-16,0 1 4 15,0 0 7-15,0 0-9 16,-2 0 4-16,0 0 1 16,0 0-18-16,-1 0-19 15,3 0-7 1,0 0 7-16,-2 0-7 0,0 13-3 15,-2 17 7-15,2 10-2 16,2 27 0 0,0 5-3-16,0 8 2 0,0 2-3 15,15-15 0-15,-3-3 2 16,0-6-3-16,-3-4 1 16,1-8-1-16,-4-6 0 15,-2-12 0-15,-1-6 0 16,-1-4 0-16,-2-8 0 15,0 0-2-15,0-2-82 16,0-4 13-16,-23 1 24 16,0-5 25-16,-11 0 22 15,1 0 5 1,2 0 0-16,4 0 3 0,11 0 10 16,7 0-2-1,3 0 7-15,0 0 0 16,6 0-7-16,0 0-1 0,0 0-9 15,0 0-3-15,0 0 5 16,0 0 2 0,0 0-3-16,8 0-7 15,13 0 14-15,14 0 14 16,9 0 2-16,16 0-11 16,2-3-2-16,-4 3-14 15,-11 0-1-15,-23 0-2 16,-10 0 2-16,-7 0-2 15,-7 0 0-15,0 0-2 16,0 0 0-16,0 0 0 0,0 0 4 16,0 0-4-16,0 0-31 15,-2 0-64 1,-8 0-591-16</inkml:trace>
  <inkml:trace contextRef="#ctx0" brushRef="#br0" timeOffset="6456.96">3646 12894 422 0,'-6'-3'155'16,"6"2"-140"-16,0-3 8 0,0 1 57 16,2-1-31-16,19 1-21 15,10-1 37-15,6 0 11 16,8 1-16-16,6-1-9 15,3 2-15-15,2 1-18 16,0-2-9 0,-8 3-7-16,-7-1 1 0,-10 1-2 15,-9 0 0 1,-11 0 0-16,-9 0-2 16,-2 0 0-16,0 0-9 15,0 0-36-15,-4 7-110 16,-8 0-116-16,-1 1-179 15</inkml:trace>
  <inkml:trace contextRef="#ctx0" brushRef="#br0" timeOffset="6831.88">4236 13377 257 0,'0'0'276'0,"0"0"-260"16,0 0-14-16,0 0 105 15,0 0 22-15,19 20-58 16,-17-26-41-16,-2 2 23 16,0 4-8-16,0 0 5 15,0 0-36-15,0 0-1 16,0 20-12-16,0 26 10 15,0 12-1-15,0 0-9 16,0-4-1-16,0-19 0 16,0-11-2-16,7-10 2 15,0-12 0-15,-1-2-7 16,1 0-10-16,-5-14-68 16,-2-15-60-16,0 7-117 15,0 3-178 1</inkml:trace>
  <inkml:trace contextRef="#ctx0" brushRef="#br0" timeOffset="7097.44">4211 13234 666 0,'0'0'155'0,"0"0"-155"16,0 0 0-16,0 0 47 16,154 27-6-16,-102 10-40 15,-2 4 9-15,-6 5-5 16,-15-4-4-16,-15 4-1 15,-14-4 0-15,0-4 1 16,-18-4 4-16,-22-6 7 16,-4-6 3-16,-4-5-8 15,4-12 4 1,8-5-2-16,7 0-3 0,11 0-6 16,5-5-1-16,4-8-57 15,5 5-56 1,4 4-88-16,0 1-145 0</inkml:trace>
  <inkml:trace contextRef="#ctx0" brushRef="#br0" timeOffset="7664.45">4841 13294 413 0,'0'0'188'0,"0"0"-170"15,0 0 34-15,0-22 53 0,0 21-55 16,-11 1-24-16,-9 0 9 16,-9 0-15-16,-9 5-8 15,-4 16-4-15,1-2 6 16,6 2 17 0,6-6 34-16,9 0-54 15,11 3-11-15,9 0-2 0,0 4-6 16,29 2 8-1,18-2 0 1,11 0 0-16,-9-4 2 16,-2 0 3-16,-7 2-5 0,-11 0 1 15,-11-3-1-15,-14-2-1 16,-4-2 1-16,0 0 0 16,-31 1 9-16,-12 0 7 15,-8-1-5 1,2-8 34-16,3-2-15 15,5-3-7-15,14 0-23 0,8-7 0 16,17-11-20 0,2 3-25-16,2-2-31 15,27 5-97-15,-14 9-89 16,1-1-189-16</inkml:trace>
  <inkml:trace contextRef="#ctx0" brushRef="#br0" timeOffset="7945.98">5316 13341 288 0,'0'0'629'0,"0"0"-557"16,0 0 63-16,2-7-73 15,-2 7-58-15,2 0-4 16,-2 0-5-16,0 0-2 16,0 0-49-16,0 5-68 15,0-1-114-15,-4-4-242 16</inkml:trace>
  <inkml:trace contextRef="#ctx0" brushRef="#br0" timeOffset="8664.21">5842 13186 584 0,'0'0'108'0,"0"0"-97"16,0 0 60-1,0 0 52-15,-27-78-96 16,0 74-19-16,0 2 33 16,-6 2-34-16,-5 2-7 0,-5 18-1 15,1 10 1-15,2 5 2 16,7 2-1-16,8 8-1 16,14-1-6-16,11-2 3 15,0-2-6 1,9-6-25-16,25-6 16 15,5-10 5-15,7-10 8 0,8-8 5 16,4 0 2 0,-4-26 2-16,-2-10-4 15,-25-8-16-15,-10-8 13 16,-8-6 0-16,-9-4 2 16,0-3 0-16,0-3 1 15,-9-2 0-15,-8 0-2 0,-4 12 2 16,1 14 0-1,7 17 4-15,4 15 103 16,2 8-77-16,5 4 25 16,0 0-38-16,2 20-17 15,0 26-7-15,0 15 7 16,0 3-3-16,18-8 3 16,1 0 0-16,2 2 2 15,-3 3-2-15,-3-3 0 16,-1-4 4-16,-6-2-3 15,1-14 0-15,-5-4-1 16,-1-12 1-16,-3-8 0 16,0-4-3-16,0-6-2 15,0-4-126-15,0 0-119 16,0 0-233 0</inkml:trace>
  <inkml:trace contextRef="#ctx0" brushRef="#br0" timeOffset="10721.98">6149 12833 314 0,'-9'-4'317'16,"9"4"-310"-16,0 0 0 15,0 0 13-15,0 0 22 16,0 12-32-16,0 15 3 16,0 5 66-16,0 5-26 15,0 8-3 1,2 7-9-16,12 4 28 0,-1 4-46 15,-2 2 2-15,-2-2-13 16,2 7-4 0,-4-13 3-16,2-10-7 0,-3-10 3 15,-3-20-4-15,1-4 0 16,-4-6 0-16,0-4-3 16,2 0-4-16,0 0-9 15,-2-16-78-15,0-10-42 16,0-10-107-16,0 18-36 15,-4-2-7-15</inkml:trace>
  <inkml:trace contextRef="#ctx0" brushRef="#br0" timeOffset="11221.65">6214 12986 346 0,'0'0'117'16,"0"-110"-88"-16,0 89 68 15,4 3 55-15,3 6-33 0,7 6-53 16,1 1-16-16,5 0-23 15,5 5-16-15,3 0-2 16,6 0-3 0,-1 23-3-16,1 3-1 15,-11 6-2-15,-2 1 9 0,-15 6-6 16,-6 13-2 0,-17 2 2-16,-32-4 4 15,-12-2-3-15,6-20 3 16,4-8-2-16,16-8 12 15,12-9 12-15,16-2-6 16,7-1 10-16,0 0-7 0,0 0-24 16,16 0-2-1,17 0 0-15,12 0 4 16,-1 13 5-16,8 10-6 16,-8 8 1-16,1 5 2 15,11 12 6-15,-1-2 0 16,-2 0-5-16,-1-4-1 15,-19-16-1-15,-8-2-4 16,-12-10 3-16,-7-6 6 16,-6 1 6-16,0-8-12 15,0 2 2-15,0-2 4 16,0-1 0-16,0 0 0 16,0 0-6-16,0 0-5 15,0 0-36-15,0-5-9 16,-6 0-40-16,-3 5-140 15,-7-2-332-15</inkml:trace>
  <inkml:trace contextRef="#ctx0" brushRef="#br0" timeOffset="15636.1">7338 13142 522 0,'-15'-2'119'15,"9"0"-119"-15,4 0 4 0,-1 2 131 32,3-2-45-32,0 2-64 0,0-2-12 15,0 2 10-15,0 0-23 16,3 0 12-16,10 0 6 15,7 0 26-15,6-2-16 16,13-4 1-16,7 0-3 0,10-4-3 16,6 2-6-1,17-4 4-15,-8 4 1 16,-9 2-18-16,-8 2-4 16,-27 4-1-16,-10 0 0 15,-9 0-2-15,-8 0 2 16,0 0-6-16,-2 0-6 15,-27 16-30-15,-11 4-31 16,-9 2-35-16,27-16-114 16,2 0-191-16</inkml:trace>
  <inkml:trace contextRef="#ctx0" brushRef="#br0" timeOffset="15979.17">7465 13349 485 0,'0'0'77'0,"0"0"-69"16,0 0 84-16,0 0 30 16,-37 42-29-16,37-40-49 15,0 2-4-15,0-2 12 16,0 0-21-16,8 4-11 16,17-6-8-16,8 0 19 15,10 0 1-15,4 0 9 16,2 0-20-16,-1 0-9 15,-2 0-8-15,-7 0 1 16,-10 0-4-16,-10 0-1 16,-11 0-1-16,-6 0 1 15,-2 0 1-15,0 0 0 16,0 0 4-16,0 0-1 16,0 4-4-16,-10-2-42 15,-6 4-29-15,0-2-95 16,9-4-112-1,5 0-85-15</inkml:trace>
  <inkml:trace contextRef="#ctx0" brushRef="#br0" timeOffset="19182.82">9112 12581 255 0,'-2'-19'315'0,"0"16"-293"15,2 1-15-15,0 2 71 16,0-2-4-16,0 2-46 16,0 0 16-16,0 0-16 15,0 0-1-15,0 0 7 16,0 0-10-1,0 0 2-15,-2 0-11 0,0 16-10 16,0 16 5-16,2 8 4 16,0 8 14-16,0 4-10 15,0 1-9-15,0 1-5 16,0-4-3-16,0-2 5 16,6-2-6-16,3-8 2 15,-1-4 0-15,2-6-2 16,-4-10-1-16,-3-4 2 15,-1-6-3-15,-2-4 0 16,0 0-46-16,0-4-56 16,0 0 12-16,-5 0 16 15,-15 2 26-15,-7 0 20 16,-4 2 20-16,-2 0 10 16,-1 2 3-16,7-2 2 15,6-2 22-15,9 3 40 16,6-5 3-1,3 0-10-15,1 0 25 0,2 0-62 16,0 0-6-16,0 1-9 16,0-1-4-1,0 2 1-15,7-2 2 16,13 2 1-16,4-2 7 16,12 0 5-16,9 0 14 0,10-2-12 15,8-6-8-15,-1 0-4 16,-2 3-6-16,-11-2-3 15,-8 3 3-15,-12 2-4 16,-5 0 1 0,-11 2-3-16,-6-2 0 15,-7 2-23-15,0 0-21 16,0 0-28-16,-11 0-73 16,-9-4-161-16</inkml:trace>
  <inkml:trace contextRef="#ctx0" brushRef="#br0" timeOffset="19510.8">8825 12701 671 0,'0'0'0'15,"0"0"21"-15,0-18 40 16,0 14 82-16,0 0-95 16,15 2-34-16,12-2-14 15,9 2 32-15,6 2 9 16,9-2-9-16,7 2-10 16,5 0 27-16,3 0-35 15,1 0-9-15,-5-2 1 16,-6 0-6-1,-11 2-2-15,-16 0 1 0,-9 0-40 16,-20 0-82-16,0 0-111 16,-7 0-196-16</inkml:trace>
  <inkml:trace contextRef="#ctx0" brushRef="#br0" timeOffset="19760.75">9480 12890 572 0,'0'0'201'0,"0"0"-201"15,0 0 4 1,0 0-4-16,13 128 52 0,-13-84-18 16,0 6-5-16,2-2-5 15,-2 0-2-15,5-5 1 16,-2-11-11-1,-3-6-5-15,2-12-5 16,0-4-2-16,-2-9-7 0,0-1-89 16,0 0-137-1</inkml:trace>
  <inkml:trace contextRef="#ctx0" brushRef="#br0" timeOffset="20073.2">9455 12984 662 0,'0'0'274'0,"0"0"-272"0,0 0-2 15,0 0 14 1,0 0-12-16,112 18-1 16,-52 12 0-16,-3 4-1 15,-18-4 3-15,-12 2-3 16,-14-2-3-16,-7-6 0 15,-6-2 1-15,0-4 2 16,-29-1 3-16,-13-5 3 16,3-5 1-16,-2 0-1 15,7-6-4-15,8-1 1 16,6 0-9-16,6 0-60 16,10 0-43-16,4-8-111 15,0-2-41-15</inkml:trace>
  <inkml:trace contextRef="#ctx0" brushRef="#br0" timeOffset="20478.79">10006 12970 390 0,'0'0'144'0,"0"0"-112"16,0 0 67-1,0 0 39-15,27-56-41 0,-27 56-38 16,0 0-32-16,0 0-27 16,-7 0 4-16,-17 14 21 15,-8 6-15-15,5 2-5 16,3-6-3-16,9 0 3 16,7-2 7-16,6 0-6 15,2 2-6-15,0 0-7 16,14 2 3-16,8 0 3 15,2 0 1-15,3 6 0 16,-6-2 4-16,-9 5-2 16,-9-4-2-16,-3-5 0 15,0 3 6-15,-13-7 1 16,-8 1 1-16,-1-1 2 16,0-5-2-16,0-3-8 15,-1-6-1-15,-4 0-73 16,19 0-194-1,-8 0-289-15</inkml:trace>
  <inkml:trace contextRef="#ctx0" brushRef="#br0" timeOffset="21353.58">8647 13561 317 0,'0'0'82'0,"0"0"-23"16,-56 0 90-16,54 0-59 16,2 0-26-16,0 0 2 15,0 0-12-15,0 0-24 16,0 0 6-16,0 0 7 15,0 0 0-15,0 0-4 16,0 0-7-16,4 0-10 16,5 0-1-16,9 0-5 15,7 0 12-15,8 0-5 16,7 0-13-16,7 0-1 16,6 0 1-16,5 0-7 15,11 0-1-15,9-6-2 16,47-2 3-1,14 0-2-15,11-2 1 0,22 0-1 16,-25 0-1-16,3-2 2 16,4 2-4-16,-6-2 2 15,-1 0 0-15,1-2-1 16,-5 2 1-16,-6 4 0 16,-3 0-1-16,-2 2 2 15,21 0-2 1,1 0 4-16,-6-2-1 15,-4 2-2-15,-30-2 1 16,0-4-1-16,-4-2-1 16,2-4 0-16,-8 4 1 0,0 2-1 15,-9-1 2-15,-1 6 0 16,-5-4-1 0,-3 2 0-16,-7 3 1 0,-13-2-1 15,-12-2-1-15,-16 3 1 16,-16 1 2-1,-11 2-2-15,-7 3 5 16,-4-2 1-16,0 3 1 0,0 0-2 16,0 0 3-1,0 0-6-15,0 0-2 16,0 0-2-16,0 0-1 16,0 0-15-16,0 0-14 15,-13 3-43-15,-16 7-21 16,-11-1-77-16,18-4-97 0,-3-4-220 15</inkml:trace>
  <inkml:trace contextRef="#ctx0" brushRef="#br0" timeOffset="23718.66">8749 14016 65 0,'-6'-22'462'0,"3"12"-430"15,3 1-19-15,0-2 110 32,0 4-27-32,0 0-65 15,0 3-3-15,0 2 9 16,0 0 1-16,0 2-23 16,0 0 2-16,0 0 24 15,0 0-22-15,0 0-19 16,0 10 1-16,0 32-1 15,0 15 5-15,3 5 0 0,12 6-3 16,-1-10-1-16,-4-6 0 0,2-4 0 16,-3-10-1-16,-3-6 1 15,1-11 0-15,-3-10-1 32,-2-7 0-32,1-4 1 15,-1 0-1 1,5 0 11-16,2-9 103 0,5-23-66 0,1-7-27 0,3-7-6 15,1-16-4 17,-1 0-5-32,-2 2-3 15,0 8 0-15,-10 20-2 16,1 11 0-16,-3 7-1 0,-4 6 0 0,0 7 2 31,0-2-2-31,0 3-1 0,3 0-3 0,-1 0-4 0,5 22-7 31,6 14-5-31,5 11 24 0,4 3-4 32,2-2 1-32,3 2-1 0,2-6 0 0,-4-4-4 15,-5-13 2-15,-7-9 0 16,-9-17 2-16,-1-1-2 31,-1 0 2-31,0 0 1 16,5-10 6-16,-2-22 14 0,1-8 10 0,-2-6-14 31,-1-8 8-31,-1-10-10 16,0 2 7-16,2 4-3 15,-1 9-14-15,0 17 4 16,-1 14-2-16,-2 12-4 16,0 6-3-16,0 0-2 15,0 6-6-15,0 26-66 16,-10 7-12-16,6-17-64 15,-1-8-290-15</inkml:trace>
  <inkml:trace contextRef="#ctx0" brushRef="#br0" timeOffset="23968.6">9416 14239 177 0,'0'0'682'0,"8"0"-557"16,-6-4-72-16,1-4 71 31,-1 2-34-31,-2 2-50 16,2-2-19-16,-2 4-11 0,0 2-13 0,0 0-6 31,0 0-38-31,-9 0-64 15,-2 0-173-15</inkml:trace>
  <inkml:trace contextRef="#ctx0" brushRef="#br0" timeOffset="24714.88">9656 14564 311 0,'0'0'130'0,"0"0"-70"16,0 0 25 15,0 0 138-31,-7 18-138 0,7-18 2 0,0-8 0 16,16-26-25-16,11-11-38 15,6-10-13-15,3-12 5 16,-7-1-13-16,-2-2-2 31,-3 0-1-31,-2 10-2 16,-2 12-11-16,-7 13-3 0,-3 15 8 0,-8 11 4 15,-2 6 4-15,0 3 0 16,0 0-1 0,0 8-24-16,0 24 0 0,0 15 25 15,0 7 1-15,0 10-1 16,0-2-1 0,0-14-2-16,4-12-1 15,3-22 3-15,1-12-2 0,0-2 1 16,3 0 0-16,7-10 2 15,3-22 11-15,4-8 36 16,0-6-24-16,-6-6-9 16,2-2-3-1,-5-4-9-15,-3 4 6 16,-3 7-8-16,-2 13 5 16,-4 16 6-16,-4 10 10 15,0 8-7-15,0 0-8 16,0 14-6-16,0 22-12 15,0 12 9-15,0 1 3 16,0 2 0-16,0-4 0 16,0-7 0-16,0-8 0 15,5-8-1-15,3-10 0 16,2-6 0-16,5-4-5 16,5-4-140-16,-13 0-92 15,1 0-177-15</inkml:trace>
  <inkml:trace contextRef="#ctx0" brushRef="#br0" timeOffset="25309.01">10280 14193 355 0,'0'0'49'15,"0"-30"34"-15,0 26 236 0,0-2-225 16,0 6-28-16,0 0-27 16,0 0-19-1,0 0-17-15,0 10-3 0,0 16 2 16,0 2 5 0,0 4 6-16,0-2-12 0,0-6 2 15,0-4-2-15,0-10 1 16,0-6-2-16,0-4 0 15,0 0 5-15,0 0 7 16,4 0 22 0,9-22 64-16,3-12-71 0,7-6-20 15,-4 0 0-15,4 6-3 16,-8 8-3 0,-5 14 3-16,-6 6 6 15,-4 6-5-15,0 0-5 0,0 18-7 16,0 14-7-16,0 12 14 15,4-2 2-15,5-4-1 16,0-8 0-16,0-7-1 16,2-8 0-1,-2-3-1-15,0-7-27 16,0-5-39-16,-7 0-165 16,-2 0-488-16</inkml:trace>
  <inkml:trace contextRef="#ctx0" brushRef="#br0" timeOffset="26539.36">11018 14217 625 0,'-10'0'412'0,"10"0"-412"15,0 0-20-15,0 0 30 16,0 0-10-16,0 0-2 16,0 0-1-16,-2 2-30 15,-5 2-93-15,3-4-108 16,0 0-218-16</inkml:trace>
  <inkml:trace contextRef="#ctx0" brushRef="#br0" timeOffset="27054.79">11498 13754 263 0,'0'0'392'0,"0"0"-366"15,0 0-6-15,0 0 129 16,-11-12-144-16,-15 40-3 16,-3 8 13-16,-5 28 12 15,9 2-2-15,10 0-9 16,11-2-11-16,4-23-4 15,0-7 4-15,17-14-3 16,8-4 5-16,6-8 2 16,3-8 10-16,5 0 7 15,6-2 18-15,2-22-11 16,2-10-11 0,-5-8 5-16,-1-4 19 0,-9-7-19 15,-12-1-8-15,-9-2 12 16,-13-2-14-1,0 10-7-15,-4 12 10 16,-23 13 6-16,2 23-9 0,-6 0-17 16,-13 13-10-16,-8 25-38 15,-8 10-24 1,6 2-78-16,37-26-140 0,8-8-356 16</inkml:trace>
  <inkml:trace contextRef="#ctx0" brushRef="#br0" timeOffset="27344.54">11463 14061 485 0,'0'0'245'15,"0"0"-180"-15,0 0 46 16,16 4 69-16,-16-4-88 16,2 8-52-16,7 6-33 0,9 8-7 15,3 10 0 1,6 4 2-16,7 0 2 15,-1 0-4-15,-4 0 5 16,0-6-5-16,-6-6 0 16,-7-6 0-16,-3-6-1 15,-5-4 3-15,-4-6-2 16,2 1 1 0,-6-3 0-16,0 0-2 15,0 0-4-15,2 0-43 16,0-13-79-16,-2 5-268 0,0-2-187 15</inkml:trace>
  <inkml:trace contextRef="#ctx0" brushRef="#br0" timeOffset="27832.12">11884 14083 643 0,'0'0'87'0,"0"0"-80"15,0 0-4 1,0 0 144-16,0-21-86 0,0 28-42 16,0 17-19-16,0 8 14 15,0 6 10 1,0 4 2-16,0 0-21 16,0 0 3-16,0-2-8 15,0-1 1-15,0-7-1 16,4-10-2-16,1-7-3 15,-3-8-27-15,4-6-35 16,0-1-51-16,-4 0-26 16,-2 0 15-16,0 0 39 15,0 0 90-15,0 0 39 16,0 0 25-16,-2 0-11 16,-6 0 3-16,0 0 3 15,1 0-9-15,3 0 9 16,4 0 14-16,0 0-12 15,0 0-23-15,0 0-10 16,0 0-13-16,0 0-4 16,11 0-3-16,9 0-2 15,5-5 1-15,3 1-6 16,4-5-1-16,-4 1-1 16,-1 3-20-16,-9 0-29 15,-7 0-77-15,-11 2-45 16,0 2-257-16</inkml:trace>
  <inkml:trace contextRef="#ctx0" brushRef="#br0" timeOffset="28097.29">11733 14171 785 0,'0'0'89'16,"0"0"-81"-16,0 0 70 15,35-18 1-15,5 18-56 16,7-2-9 0,3 2-5-16,-9 0-8 0,-1-2-1 15,-9 2 0-15,-14-4-73 16,-17 2-189-16,0 0-277 15</inkml:trace>
  <inkml:trace contextRef="#ctx0" brushRef="#br0" timeOffset="28565.94">12374 13718 618 0,'0'0'95'16,"0"0"-76"-16,0 0 78 15,0 0-28-15,0-18-56 16,-4 18-10-16,-16 26 3 16,-5 10 10-16,-4 10 73 15,-2 10-50-15,2 10-8 16,5 6-15-16,10 10-7 15,12-1-9-15,2-7 0 16,6-14 0-16,21-26 1 16,2-8 1-16,2-8 0 15,3-13-1-15,-1-4 1 16,5-1-2-16,-2 0-18 16,-5-10-32-16,-24-6-120 15,-7 0-218-15</inkml:trace>
  <inkml:trace contextRef="#ctx0" brushRef="#br0" timeOffset="28847.1">12468 13824 614 0,'0'0'214'0,"0"0"-206"16,0 0-7-16,0 0 58 15,0 0-49-15,-4 22 5 16,8 16 11-16,13 6-10 16,1 0-10-16,5 6-2 15,-1-10-3 1,-4-5-1-16,-2-12 0 16,-8-14-7-16,-3-7-15 0,1-2-25 15,1 0-87-15,2-16-35 16,0-12-1-16,-5-8-16 15</inkml:trace>
  <inkml:trace contextRef="#ctx0" brushRef="#br0" timeOffset="29050.29">12630 13930 21 0,'0'0'183'0,"0"0"80"0,0 0-71 15,0 0-31-15,0 0-14 16,-2-82-66 0,-2 98-67-16,-3 24-12 15,-2 13 0-15,0 5 15 16,0 4-8-16,-2 2-7 15,2-4 1-15,3-4-3 0,1-12 0 16,5-8 0-16,0-9 0 16,0-12 0-16,0-7 0 15,0-5-7 1,5-3-128-16,1 0-110 16,1-8-177-16</inkml:trace>
  <inkml:trace contextRef="#ctx0" brushRef="#br0" timeOffset="29403.27">12713 13664 490 0,'0'0'103'16,"0"0"-62"-16,0 0 68 15,0 0 2-15,0 0-45 16,0-38-19-16,0 38-29 16,15 18-16-16,14 20-2 15,7 12 25-15,9 10 9 16,-3 8-23-16,-1 4 3 16,-2 4-3-16,-10 0 3 15,-7-1 3-15,-10-9-9 16,-12-6 8-16,0-8-8 0,-23-10-4 15,-10-7 5-15,-17-9-4 16,4-12-5-16,6-14-38 16,22 0-81-16,18-14-263 15</inkml:trace>
  <inkml:trace contextRef="#ctx0" brushRef="#br0" timeOffset="31382.54">13441 13064 393 0,'3'-20'269'0,"-3"4"-240"15,0 4-10-15,0-2 113 16,0 2-89-1,-3 2-6-15,-8 4 13 0,0 2-50 16,-5 4-6-16,-5 0-9 16,-22 0 5-1,-9 24 6-15,-3 14 3 0,-3 8-1 16,21 2 1-16,12 0 1 16,13 4-2-16,12-6-2 15,0-3-1-15,14-11-5 16,19-12 3-16,14-10 7 15,9-10 1-15,8 0 3 16,1-22 0 0,-5-21 3-16,-11-7-12 0,-13-8 0 15,-12-6 4-15,-13-20-2 16,-9-6 2 0,-2-4-3-16,0 3 2 15,-13 27-1-15,-3 12 3 0,6 18 8 16,5 12 40-1,-1 12 11-15,6 8-13 0,0 2-18 16,0 6-28-16,0 32-7 16,0 16 3-1,0 14 4 1,13 8 0-16,11 1-1 0,5 1 1 16,3-6 0-1,7 8 0-15,-1-10 0 16,-7-10 0-16,-4-15 0 15,-15-25-1-15,-6-6 0 16,-1-10-6-16,-5-4-106 16,0 0-107-16,0-20-205 0</inkml:trace>
  <inkml:trace contextRef="#ctx0" brushRef="#br0" timeOffset="31802.44">13760 12959 713 0,'0'0'152'16,"0"0"-139"-16,11-31 59 16,1 31 29-16,5 28-94 15,10 10 21-15,4 8 0 16,2 2-18-16,1-4-10 16,-5-4 1-16,-7-9-2 0,-2-9 0 15,-2-11-3 1,0-8-7-16,2-3 6 15,0 0 5-15,0-25 6 16,0-18-6 0,-6-8 2-16,-3-3 3 0,-9 0 2 15,-2 20-1-15,0 8 14 16,0 10 11-16,0 10-1 16,0 6 15-16,-9 0-10 15,-9 20-18-15,-13 28-17 16,-7 22 0-16,-2 16 2 15,5 8-2-15,6 1 5 16,0-9-5-16,2-14 2 16,6-14-1-16,4-13-1 15,10-17 0-15,7-13-18 16,0-11-43-16,0-4-83 16,7-10-246-16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39:22.29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1824 16146 9 0,'0'-14'433'15,"0"2"-422"-15,0-2-7 16,0 2 97-16,0-2-27 16,0 4-41-16,0-2 53 15,0 6-10-15,0-2-10 16,0 4-20 0,0 4 0-16,0 0-6 0,0 0-20 15,0 0-8-15,0 0-12 16,0 16-5-16,0 20-9 15,0 10 14-15,0 12 16 16,0 8-3-16,0 5-5 16,0 1-2-1,0 0 5-15,7-10-3 16,0-14-5-16,-5-8-1 0,2-8 7 16,-4-10-7-1,0-4-1-15,0-4-1 16,0-1-7-16,0-3-39 15,-6-6-108-15,-4-4-57 16,-3 0-104-16</inkml:trace>
  <inkml:trace contextRef="#ctx0" brushRef="#br0" timeOffset="265.56">1506 16830 442 0,'0'0'129'16,"0"0"-83"-16,0 0 80 15,0 0-35-15,13 8-85 16,34-8 13-16,13 0 48 16,9 0-25-16,6-8-1 15,2-10 3-15,-4 4-9 16,-9 0-11-16,-14 6-8 16,-21 0-14-16,-16 8 3 15,-11 0-5-15,-2 0 1 16,0 0-1-16,0 0-22 15,-22 0-15-15,-15 4-118 16,14 0-60-16,3-4-137 16</inkml:trace>
  <inkml:trace contextRef="#ctx0" brushRef="#br0" timeOffset="625.27">1535 16218 328 0,'0'0'142'15,"0"0"-71"-15,0 0 37 16,0 0 55-16,-18-32-59 15,18 32-43-15,0-4-12 16,0 0-8-16,20 0 14 16,13-2-27-16,11-2-9 15,8 4-3-15,29 2-10 16,0 2-3 0,2 0-2-16,-4 0 0 15,-31 0-2-15,-8 0 1 0,-13 0-14 16,-11 6-31-16,-14 2-36 15,-2 2-84-15,-2-6-128 16,-21 0-266-16</inkml:trace>
  <inkml:trace contextRef="#ctx0" brushRef="#br0" timeOffset="953.42">2223 16527 493 0,'0'0'102'0,"0"0"28"15,0 0 10-15,0 0-60 16,12 0-1-16,-12 0-18 15,2 12-28-15,2 10-33 16,0 14-2-16,5 8 2 16,-2 6 21-16,0-1-8 15,-1 1-7-15,1-6-4 16,-7-8-2-16,2-6-1 16,-2-10-50-16,0-20-30 15,0 0-88-15</inkml:trace>
  <inkml:trace contextRef="#ctx0" brushRef="#br0" timeOffset="1249.7">2167 16535 933 0,'0'0'15'15,"0"0"-10"-15,0 0-5 16,118-28 6-16,-62 38-6 15,-2 26-5-15,0 8-7 16,-12 6-17-16,-9-2-5 16,-22 11-4-1,-11 3 23-15,-20-8 10 0,-29-4 5 16,5-16 28-16,-3-8 36 16,7-16 1-16,6-6-10 15,7-4-33-15,7 0-9 16,7-18-13-16,9-4-55 15,4-4-53-15,0 16-119 16,0 2-186-16</inkml:trace>
  <inkml:trace contextRef="#ctx0" brushRef="#br0" timeOffset="1718.89">2950 16565 630 0,'0'0'65'15,"0"0"-42"-15,0 0 175 16,0 0-59-16,-34-22-96 15,-1 22-14-15,-10 14-13 16,3 12 5-16,3-4-7 0,8-2 4 16,14 2 1-1,10 0-15-15,7-4-4 0,0 4-6 16,29 0-5 0,15 5-9-16,12-5 2 15,4 0-1-15,-4 2 7 16,-12 10 2-1,-17-2-12-15,-24 4-7 0,-3-6 15 16,-34-2-19-16,-20-6 33 16,-12-4 61-16,-10-14 6 15,2-4-18-15,3 0-10 16,18-18-16-16,17-12-23 16,23-2-6-16,13-8-23 15,11 22-72-15,20 8-649 16</inkml:trace>
  <inkml:trace contextRef="#ctx0" brushRef="#br0" timeOffset="1999.53">3621 16597 882 0,'0'0'360'0,"0"0"-354"15,0 0-3-15,-6-12 31 16,6 12-34-16,0 0-9 15,0 0-41-15,0 0-61 16,0 0-222 0</inkml:trace>
  <inkml:trace contextRef="#ctx0" brushRef="#br0" timeOffset="2901.09">3702 15767 179 0,'-2'-10'85'0,"2"10"-70"16,0-4 21-16,0 0-36 16,0-2-20-16,0 4-40 15,2 0-116-15</inkml:trace>
  <inkml:trace contextRef="#ctx0" brushRef="#br0" timeOffset="3353.75">3702 15767 270 0,'27'-82'199'16,"-27"80"-163"0,0 2 72-16,0 0 96 0,0 0-165 15,0 0-7-15,0 0-9 16,-6 20-19-1,-13 20 17-15,0 10-20 16,3 22 6-16,5-1-1 16,7 15 3-16,0 12-6 15,4 8 1-15,0 6-2 0,0-3-2 16,17-3 0-16,10-8-1 16,4-5 1-16,2-7 0 15,-2-2 0 1,-4-8-72-16,-12-14 72 15,-7-8-3-15,-8-9-8 16,-12-5 11-16,-32-12 29 16,-16-2 46-16,-17-12-1 15,9-10-22-15,-6-4-9 16,10 0-7-16,10 0 1 16,14-6-16-16,14-2-9 15,9 4-8-15,11 4-2 0,6 0-4 16,0 0-22-1,0 0-50-15,0 0-565 16</inkml:trace>
  <inkml:trace contextRef="#ctx0" brushRef="#br0" timeOffset="3963">3667 17277 436 0,'0'0'93'15,"0"0"-34"-15,-25 0 79 16,12 0-49-16,-3 0-43 15,-3 8-5-15,-4 6-26 16,1 4 1-16,-3 12 11 16,8 6 1-16,3 8-10 15,7-4-5-15,7 6-10 16,0-5-3 0,2-3 0-16,21-6 1 0,4-6-1 15,6-8-3-15,3-12 3 16,11-6 1-1,-3 0-1-15,-6-28 0 16,-7-2 11-16,-27-6-7 0,-4 0 11 16,0-4 19-1,-21 3 11-15,-15 3-1 0,-7 10-1 16,1 8-28-16,-3 10-4 16,5 6-11-16,5 0-13 15,26 0-42 1,7 10-914-16</inkml:trace>
  <inkml:trace contextRef="#ctx0" brushRef="#br0" timeOffset="5002.64">3491 15021 325 0,'-3'0'146'0,"3"0"-103"16,0 0 3-16,0 0 28 15,0 0-38 1,0 0 38-16,0 0-27 15,0 0-11-15,0 0-16 16,0 22-3-16,-2 18 44 16,-2 2-30-16,0 15-20 15,-3 1 1-15,0 0 1 16,0 0 0-16,-1-10-9 16,-1-6 4-16,1-8-5 15,0-16-1-15,6-4 11 0,0-10 10 16,2 0-2-1,0-4-7-15,0 0 5 16,0 0-14-16,0 0-2 0,18 0 1 16,19 5 7-16,10 0-5 15,6-1 0-15,5 0-2 16,-8-2-1-16,-8-2-1 16,-13 0-1-16,-9 3 4 15,-13-3-5-15,-5 0 0 16,-2 0 0-16,0 0-2 0,0 0-25 15,2 0-45 1,-2-3-48-16</inkml:trace>
  <inkml:trace contextRef="#ctx0" brushRef="#br0" timeOffset="6255.26">4209 16397 297 0,'2'0'209'0,"-2"0"-145"16,0 0 15-16,0 0 47 15,-2-4-77-15,-14-2 13 16,-7 2 8-16,-6 4-28 0,-4 0-25 16,-9 5-15 15,0 22 4-31,-3 3-6 16,9 2 0-16,11 0 2 15,15 6-2 1,10-2-2-16,0-8-11 0,33-6 8 15,5-18-4-15,7-4-4 16,-3 0 5-16,-5-18 1 16,-1-16 5-16,-7-4-6 15,-7-6-3-15,-13-8-12 0,-1-2-23 0,-8-9-16 32,0 1 25-32,0-2-57 15,-4-2 46-15,-6 8 6 0,3 10 42 0,3 20 29 16,2 18 56-16,2 7 14 31,0 3-22-31,0 13-45 16,0 27-32-16,0 14 0 15,0 16 29-15,0 6-7 16,6 5-22-16,1-1 8 16,7-8-3-16,-6-10-3 15,3-16-1-15,1-10-1 0,-6-10 4 0,1-8-7 31,-3-10-24-31,-2-4-117 16,-2-4-25 0,0-4-205-16</inkml:trace>
  <inkml:trace contextRef="#ctx0" brushRef="#br0" timeOffset="6646.25">4365 16423 179 0,'0'0'615'0,"0"0"-565"15,0 0 184-15,6-22-188 0,-6 22-46 32,4 8-19-32,17 28 6 15,6 10 13 1,4 2 0-16,-2-4-3 0,-5-22-40 0,-2-8-11 16,-2-10 3-16,-2-4 25 15,-2 0-5-15,-3-8-4 0,-1-24 18 16,-2-4 17-16,-3-4 0 31,-5 0 8-15,0 2 17-16,-2 10 55 0,0 10-24 0,0 14 17 15,0 0-4-15,0 4-24 32,0 12-39-32,-4 32-6 0,-13 24-20 0,-6 16 20 15,-6 2 6-15,-4-1-4 16,-1-1 0-16,5-12-2 15,9-10 3-15,5-12-3 32,5-16-54-32,8-11 47 0,2-23-31 0,0 0-203 31</inkml:trace>
  <inkml:trace contextRef="#ctx0" brushRef="#br0" timeOffset="7548.17">5233 16495 299 0,'-14'0'112'0,"4"0"-72"0,3 0 67 16,-2 0-6 0,4 0-36-16,1 0 15 15,0 0 3-15,4 0-1 16,0 0 0-16,0 0-21 15,0 0-28-15,0 0-15 0,0-4-5 16,0 2-6-16,16 0-7 16,19-4-8-1,17 2 6-15,7-6 9 0,6 2-4 16,-2 0 0-16,-8 4-3 16,1 4-7-1,-16 0-17-15,-12 0 7 16,-9 0 2-16,-17 0 6 0,-2 0 6 15,0 0 1-15,0 0-4 16,0 8-1-16,0 4-34 16,-9 2-36-16,1-4-93 15,2-6-103-15</inkml:trace>
  <inkml:trace contextRef="#ctx0" brushRef="#br0" timeOffset="7814.26">5331 16695 655 0,'0'0'23'0,"0"0"24"15,0 0 80-15,0 0-109 16,33 0-8-16,3 0 29 0,7 0 51 16,8-9-53-1,7 0-19-15,6 1 19 16,-2-2-17-16,-4 6-4 15,-15 4-8-15,-14 0-7 16,-13 0-1-16,-12 0 0 16,-2 0 2-16,-2 0-1 15,0 0 5-15,0 0-6 16,0 0-14-16,-4 0-68 16,-5 0-86-16,-2 0-185 15</inkml:trace>
  <inkml:trace contextRef="#ctx0" brushRef="#br0" timeOffset="27359.97">6389 16826 483 0,'-4'0'280'0,"4"-4"-279"16,0-2 0-16,0-2 108 0,0 2-61 15,2-6-45-15,10 2-3 16,1-2 6-16,-2-2 7 16,2-9 20-16,2-4 9 15,6-8-8 1,4-5 18-16,1-6-43 16,6-8-3-16,-1-6-3 15,4-21-1-15,-4 5-2 16,-8 8 1-16,-6 14 1 15,-12 24 0-15,-2 12-1 16,-3 4 4-16,0 6-3 16,0 8 1-16,0 0 2 15,0 0-5-15,0 0-1 16,0 0-10-16,0 12 0 16,0 20-5-16,0 12 9 15,-3 18 9-15,3 1-1 16,0 5 0-16,0-6 0 15,0-12 0-15,18-20 0 16,-2-12 0-16,-1-18-1 16,3 0 0-16,4-4 2 15,5-24 6-15,-3-10 4 16,-1-8-4-16,-6-8 4 16,-3 1-3-16,-5-1-5 15,-5 4 5 1,-4 8-7-16,0 4 4 0,0 16-5 15,0 4 9-15,0 10-1 16,0 8 0 0,0 0-9-16,0 6-7 0,0 28-9 0,0 12-3 15,0 10 19-15,0 7 4 16,2 1-4-16,16-10 0 16,0-2 1-16,0-16-1 15,-3-10-1-15,-3-4-3 16,-4-12-13-1,-3-2-23-15,-5-8-286 0,0 0-46 16</inkml:trace>
  <inkml:trace contextRef="#ctx0" brushRef="#br0" timeOffset="27750.51">7000 16423 481 0,'0'0'232'0,"0"0"-203"15,16 8-18-15,-5 20-2 16,0 12 12-16,0-4-10 16,-2-4-10-16,-5 2 0 15,-2-12 0-15,-2-12 2 16,2-6 26-16,2-4 7 16,2 0-4-16,3-8-5 15,4-20 16-15,3-12 26 16,-3-4-46-16,1 4-9 15,-4 8-5-15,-3 10-3 16,0 10 8-16,-5 10-5 16,-2 2-6-1,5 0-1-15,1 20-24 0,3 18 22 16,3 8 4-16,-4 6 2 16,3-6-6-1,-3-12 1-15,-4-14-1 16,0-4-4-16,0-16-42 15,1 0-61-15,-5 0-80 0,0 0-122 16</inkml:trace>
  <inkml:trace contextRef="#ctx0" brushRef="#br0" timeOffset="28406.6">7467 16092 241 0,'0'0'106'0,"0"0"-90"16,0 0 82-16,8-48 47 0,-8 48-67 16,0 0-22-1,0 0 42-15,0 0 52 16,0 0-103-16,0 0-21 15,-14 0 4-15,-5 18-26 16,-6 8 8-16,2 10-4 16,6 8-1-16,5-4 4 15,8 6-3-15,4 6 0 16,0 3-5-16,0 3 1 16,4-8-3-16,15-6 1 15,0-8-1-15,4-10-1 16,-1-4 0-16,1-14-1 15,0-6-18-15,4-2 7 16,0-2 8-16,2-24 2 16,0-28 2-1,-8-2 2-15,-11 6 4 0,-3 1-2 16,-7 27 4-16,0 17 6 16,0 0 19-16,0 5 8 15,0 0-17-15,-2 31-24 16,-7 19-14-16,0 12 14 15,6 0 1-15,3-8-1 16,0-14-8-16,0-14-4 16,3-12 11-16,8-5-4 15,2-9-1-15,12-5 6 16,-3-31 3-16,-1-12 8 16,-10-6-5-16,-11 6 1 15,0 2 1-15,-14 16-5 16,-8 8 4-16,-3 12 1 15,3 10-3-15,-1 0-5 16,-3 32-17-16,2 16-8 16,15-24-61-1,4 2-129-15</inkml:trace>
  <inkml:trace contextRef="#ctx0" brushRef="#br0" timeOffset="28719.62">8041 16262 624 0,'0'0'58'15,"0"0"94"-15,0 0-53 0,0 0-79 16,0 4-20-1,0 23 0-15,0 13 55 16,-16 2 11-16,-2 10-27 16,0-2-14-16,3-6-9 15,4-4-9-15,-1-4-6 0,1-10-1 16,7-8-1-16,2-8-3 16,-3-2-37-1,0-8-37-15,5 0-364 16,-4 0 139-16</inkml:trace>
  <inkml:trace contextRef="#ctx0" brushRef="#br0" timeOffset="28917.21">7824 16419 200 0,'0'0'310'0,"0"0"-236"16,0 0 30-16,0 0 87 16,0 0-72-16,-10-44-87 15,31 70-24-15,6 4 10 16,6 8 0-16,1 0-2 15,2-2-2 1,0 0-12-16,-7 0 0 16,-2-6-2-16,-6-10-28 15,-5-4-95-15,-16-16-147 16,0 0-137-16</inkml:trace>
  <inkml:trace contextRef="#ctx0" brushRef="#br0" timeOffset="29807.57">8404 16096 444 0,'0'0'119'15,"0"0"-85"-15,0 0 79 16,0 0 17-16,-4-18-68 15,4 18-19-15,0 0 10 16,0 0-2-16,0 0-19 16,0 6-18-16,0 20-14 15,2 10 0-15,11 8 19 16,5 6-3 0,-3 0-7-16,3 7-4 0,-3-3-4 15,-1-8 2-15,-5-8-2 16,0-10 1-1,-4-12-2-15,-1-10 0 0,-2-6 1 16,-2 0 2 0,2 0 5-16,-2-10 13 0,0-28 32 15,3-8-6-15,-1-4-31 16,0-3-9-16,2 8-2 16,1 6 1-16,2 7-5 15,-3 6 1-15,5 6-2 16,-3 8 0-16,-1 0 0 15,0 10 0-15,-5 2 0 16,0 0 0 0,0 0-1-16,2 0-3 15,5 0-5-15,3 18-5 16,7 10 4-16,2 8 10 16,6 8 4-16,-1 0-4 0,1 6 4 15,0-1-4-15,-4-5 3 16,2-8-2-1,-5-10-1-15,-5-4-1 16,-2-8 2-16,-4-10-1 16,-2-4 0-16,-3 0-2 15,0 0 2-15,4 0 0 16,1-16 3-16,-1-16 7 16,2-18 3-16,-4-12 2 15,-4-5 3-15,0-5-3 16,0 10-9-16,0 8-1 15,-6 10 2-15,-2 12 7 16,4 12 3-16,2 10 10 16,0 10-10-16,-1-4-17 15,1 4-4-15,0 0-19 16,-14 0-39 0,7 4-57-16,-4 6-245 0</inkml:trace>
  <inkml:trace contextRef="#ctx0" brushRef="#br0" timeOffset="42467.18">9678 15647 192 0,'-2'0'45'0,"2"0"-37"16,0 0 14-16,0 0 4 16,0 0-22-16,0 0-3 15,0 0 1-15,0 4 1 16,0-4 11-16,0 0 11 16,0 0 0-16,0 0 0 15,0 0 5-15,0 0 11 16,0 0 3-16,0 0-10 15,0 0-5-15,0 0 0 16,0 0-1-16,0 0 8 16,0 0-1-16,0 0 3 15,0 0 35-15,0 0-46 16,0 0 2-16,0 0-9 16,0 0-3-1,0 0-3-15,-2 0-3 0,2 0 0 16,0 0-1-16,0 0 8 15,0 0 8-15,0 0 0 16,0 0-11-16,0 0-7 16,0 0-5-16,-3 4-3 15,-1 4-5-15,-2 6 5 16,-2 0 4-16,2 8 5 16,-1-4-8-16,1 4 3 15,-3 2 2-15,2 14-1 16,0 4 0-16,1 6-1 15,6 2-3-15,0-7-1 16,0 3 3-16,0-6-2 16,0 4 0-16,4 2 0 15,7-2 1-15,3 4-1 16,-1-2-1-16,3 7 0 16,-3 1 1-1,3 4-1-15,-1-6 2 0,-3 2-3 16,-1-10 1-16,-7-6 0 15,-2 6 1 1,-2-4-1-16,0-5 1 16,0-7 2-16,-6-10-3 15,-13-6 9-15,4 2 18 0,-7-4-8 32,1 2 10-32,4-2-12 0,-3-2-11 15,2 2-4-15,0-2 9 16,-2 2-4-1,-2-6-1-15,2 0 8 16,-3 0-2-16,6-4 3 0,-1 0-5 16,0 0 0-1,2 0 0-15,3 0-4 16,-1 0-4-16,4-8-2 0,1 0 0 16,-3 6-18-16,4 2-25 15,-3 0-39-15,8 0-122 16,3 0-177-16</inkml:trace>
  <inkml:trace contextRef="#ctx0" brushRef="#br0" timeOffset="43045.66">9620 17119 492 0,'0'0'40'0,"0"0"-30"16,0 0 86-16,0 0-29 16,0 0-37-16,0 0 47 15,0 0 4-15,-11 0-14 16,-2 1-8-16,-5 8-22 16,-2 9 13-16,0 4-30 15,0 10 1-15,5-2-16 16,7 16-1-16,6-8-2 15,2-6-1-15,0-6-1 16,2-16-1-16,21-2-1 16,1-8 1-16,5 0-2 15,1 0 3-15,5-8 3 16,0-18 2-16,-1-2 0 16,-12-6-4-16,-7 2 4 15,-9 0 4-15,-6-4 23 16,0 6-3-16,-35 8-8 15,-2 8-1-15,-14 14-7 16,2 0-13-16,7 0-2 16,8 0-11-16,23 0-71 15,11 0-181-15,0 0-450 16</inkml:trace>
  <inkml:trace contextRef="#ctx0" brushRef="#br0" timeOffset="43982.41">9772 15320 343 0,'-5'-16'122'16,"3"10"-65"-16,2 0 51 16,0 2 15-16,0 2-51 15,0 2-30-15,0 0-8 16,0 0 3-16,-2 0-4 16,2 0-3-16,0 0 3 15,0 0-9-15,0 0-12 16,0 12-29-16,0 18 5 15,0 16 12-15,11 22 5 16,9 2 2-16,0-3-5 16,-2-13-2-16,-4-22 2 15,-1-10-1-15,-7-10 0 16,2-10-1-16,-4-2 1 16,-2 0 1-16,7 0 0 15,-1-10 15-15,2-18 27 16,1-8 16-1,-3-8-21-15,4-5-3 0,-1-5-24 16,2-8-11-16,-4 6 0 16,0 2 1-1,-5 16-1-15,-4 13 1 0,5 10-1 16,-5 12-1-16,0 2-8 16,0 1-8-16,0 0-32 15,0 0-39-15,0 0-78 16,0 0-104-16,0 8-207 15</inkml:trace>
  <inkml:trace contextRef="#ctx0" brushRef="#br0" timeOffset="44232.35">10021 15440 189 0,'0'0'426'0,"0"0"-390"15,0 0-28-15,12 32 49 0,-8-6-54 16,0 10-1-16,1 9 6 16,-3 3 8-1,-2-6-8-15,0-2 31 16,2-6-14-16,-2-6-17 0,4-6 5 16,-1-8-9-1,2-6 2-15,-1-8-4 16,5 0-2-16,-3 0-101 15,-4-8-87-15,-2-10-136 16</inkml:trace>
  <inkml:trace contextRef="#ctx0" brushRef="#br0" timeOffset="44513.53">10083 15430 609 0,'0'0'74'0,"0"0"-57"15,0 0 21-15,0 0-35 16,0 0 0-16,50 54-3 16,-28-22 2-16,-2-1-3 15,0 2 2-15,-9 2-2 16,-4-7 1-16,-7 2-3 16,0-8 3-16,0 0 0 15,-14-4 5-15,-12-8 113 16,2 2-98-16,1-6-7 15,3-2-13-15,5-4-4 16,3 0-63-16,10 0-72 16,2-8-130-16</inkml:trace>
  <inkml:trace contextRef="#ctx0" brushRef="#br0" timeOffset="44904.67">10449 15418 539 0,'0'0'24'0,"0"0"-3"0,0 0 102 15,0 0-14-15,16-18-12 16,-16 18-18-16,-18 0-27 15,-7 14-41-15,3 12 9 16,2-4-8-16,9 4-4 16,11 2-8-16,0 0 0 15,5-2-14-15,34 1-4 16,3-1-10 0,3-4-17-16,-7-2 28 15,-18-8 15-15,-9 2 2 0,-11-6-2 16,0 6 2-1,0 0 6-15,-29 4 58 0,-13-2-19 16,-5-2-14-16,5-4-31 16,24-10-9-1,7 0-151-15</inkml:trace>
  <inkml:trace contextRef="#ctx0" brushRef="#br0" timeOffset="47308.18">10295 16038 223 0,'-2'0'82'16,"2"0"-51"-16,0 0 32 15,0 0 10-15,0 0-44 16,0-2 11-16,0 2 3 16,0 0-2-16,0-2-4 15,0 2 0-15,0 0-9 16,0 0 2-1,0 0-10-15,0 0-3 0,0 0-12 16,0 0 1-16,0 0-3 16,0 0 1-16,0 0-2 15,0 0 0-15,0 0 4 16,0 0 3-16,0 0 2 16,0 0 3-16,0 0 2 15,0 0-5-15,0 0-4 16,0 0-1-16,0 0 0 15,0 0-1-15,-2 0-2 16,0 0-1-16,-5 0 6 16,-5 0-8-16,2 2 1 15,-5 14 0-15,-10 8-1 16,0 10 0-16,0 10 1 16,-1 10 0-16,8 4 0 15,2 1 8-15,3 9-3 16,7 6 13-16,6-6-15 15,0 2 2-15,0-12-3 16,11 1-2-16,15-13 3 16,6-6 0-16,3-6 1 15,1-6 5-15,-3-10-4 16,-4-4 4-16,-4-6 7 16,-7-4 13-1,-9 0-7-15,-5-4-1 0,-4 0-6 16,0 0 6-16,0 0 7 15,0 0-11-15,0 0-7 16,0 2-5-16,0-2-4 16,0 0-2-16,0 0 0 15,0 0-1-15,0 0-8 16,0 0-43-16,0 0-244 31,0 0-98-31</inkml:trace>
  <inkml:trace contextRef="#ctx0" brushRef="#br0" timeOffset="48311.23">10326 16250 348 0,'-2'-6'118'0,"2"2"-94"0,0 4 22 15,0 0 13 1,0 0-59-16,-2 0 0 0,2 0-8 16,0 14 8-16,0 12 20 15,0 6 22-15,0 12-7 16,0 5-8 0,0 5 4-16,9 0-27 0,0-6-2 15,-2-8 2 1,1-8-3-16,-1-10 1 15,0-8 1-15,-2-10 7 16,-3-4 5-16,2 0 43 16,2 0 36-16,4-14-22 15,-1-12-24-15,4-10 16 16,1-12-30-16,-1-2-10 16,-3-12-8-16,4 0-6 15,-5-1-4-15,-3 13-2 16,0 18-3-16,-4 6 3 15,0 14 12-15,-2 6-8 16,0 6-7-16,0 0-1 16,0 0-16-16,0 0-26 15,0 0-38-15,-4 4-70 16,-4 2-102-16,2 2-202 16</inkml:trace>
  <inkml:trace contextRef="#ctx0" brushRef="#br0" timeOffset="48764.39">10646 16427 302 0,'0'0'189'16,"0"0"-129"-16,2-12 37 15,-2 12 21-15,0 0-52 16,0 0-18-16,0 0-28 16,-14 16-13-1,-6 12-1-15,-2 4 0 16,-1 12 11-16,4 0-7 0,5-4 5 16,14 10-10-1,0-15-2-15,0-8-3 16,16-9 0-16,3-13-2 15,0-5-3-15,3 0-21 16,-2 0-12-16,-2 0-36 0,-16-5-83 16,-2-4-157-16</inkml:trace>
  <inkml:trace contextRef="#ctx0" brushRef="#br0" timeOffset="48999.16">10646 16647 390 0,'0'0'153'0,"0"0"-114"15,0 0 38-15,0 0 0 16,0 0-63-16,-3-10 3 16,8 10 17-16,3 14 8 15,1 4-23-15,-2 4-3 16,-2 5-2-16,-3-1-8 16,-2 6 2-16,0-6-4 15,0 2-1-15,0-6-1 16,0-4-2-16,0-4 0 15,0-6-18-15,4-8-91 16,-2 0-60-16,1 0-114 16</inkml:trace>
  <inkml:trace contextRef="#ctx0" brushRef="#br0" timeOffset="49545.56">10879 16370 410 0,'0'0'95'0,"0"0"-52"16,0 0 116-16,0 0 1 16,6-37-90-16,-16 47-26 15,-11 8-21-15,-5 8 14 16,2 6-15-16,3-2 4 15,8 2-19-15,9-10 6 16,4 0-13-16,0-4 1 16,6-4-5-16,19 0 1 15,4-2-20-15,11 6-5 16,-5-4-15-16,-3 4 13 16,-10 0 2-1,-22-6 7-15,0 2 4 0,0 0-18 16,-29 0 35-1,-8 3 49-15,-6 1 10 0,3-9-12 16,9 4-5-16,8-12-14 16,14-1-16-1,7 0-12-15,2 0-45 16,0 0-82-16,0 0-120 0,11 0-81 16</inkml:trace>
  <inkml:trace contextRef="#ctx0" brushRef="#br0" timeOffset="51861.2">11128 16547 175 0,'-4'0'142'0,"4"0"-98"16,0-4-2-16,-2 0 52 16,2 4-37-16,0 0-24 15,0 0 5-15,-2 0 20 16,2 0-4-16,-2 0 5 15,-1 0 1-15,3 0-13 16,0 0-5-16,0 0-10 16,0 0-9-16,0 0-16 15,0 0-1-15,0 0-6 16,0 0-4-16,0 0-2 16,7 0 2-1,20 0 4-15,10 0 0 0,13 0 1 16,-2 0 2-16,2-8-4 15,-6 6 7-15,-13-2 3 16,-15 4-7-16,-9 0 0 16,-7 0-2-16,0 0 0 15,0 0 6-15,0 0 2 16,0 0 15-16,0 0-4 16,-7 0-19-16,1 0-3 15,1 0-51-15,0 0-102 16,3 0-116-1,2 0-95-15</inkml:trace>
  <inkml:trace contextRef="#ctx0" brushRef="#br0" timeOffset="58902.64">11606 16132 290 0,'-5'-4'145'0,"5"4"3"16,0 0-57-16,0 0-55 16,0 0-24-16,0 0 0 15,0 0 14-15,0 0-1 16,0 0-3-16,0 0-1 15,0 0-8-15,0 4-11 16,0 10 1-16,0 8 15 16,0 0-3-16,0 6 2 15,5 6-10-15,1 4 0 16,5 5-2 0,1 3-1-16,1-2 12 0,1 0-10 15,-2-4-3-15,5-4 9 16,-4 0-7-1,-1-4-1-15,2-10 3 0,-7-10 2 16,-3-6 2-16,-2-6 1 16,-2 0 2-16,0 0-6 15,0 0 13-15,0 0 8 16,0 0 11-16,0 0 1 16,2 0-2-16,-2-10-14 15,3-20-3-15,0-2-7 16,1-8-14-16,0-14 3 15,3-4 0-15,-1-17-3 16,1 11 0-16,2 10-1 16,-2 12 0-16,-3 22 3 15,1 0 5-15,-1 6-1 16,-2 4-3-16,1 6-2 16,1 0-2-16,-4 4 1 15,0 0-1-15,0 0 0 16,0 0-4-16,0 0-9 15,0 0-61 1,0 0-2-16,0 0-38 16,0 0-35-16,0 12-30 15,0-8-82-15,0-2-9 16</inkml:trace>
  <inkml:trace contextRef="#ctx0" brushRef="#br0" timeOffset="59770.03">11984 16351 101 0,'2'-4'331'0,"-2"0"-262"0,0-1-29 16,0 1 97-16,0 0-32 15,0 3-43-15,0-3 28 16,0 4-21-16,0 0-34 16,-6 0-9-16,-10 0-26 15,-4 0-2-15,-2 13 2 16,-1 10 1-1,4 4 11-15,-2 8-5 0,6 5-3 16,4 0-3-16,11 4 6 16,0-4-6-1,6-8 0-15,19-6-1 16,2-16-2-16,-1-2 1 16,1-8 1-16,0 0 2 15,-2 0 5-15,-6 0-6 0,-5 0-1 16,-5-8-23-16,-3 4-28 15,-6-6-40 1,0 6-33-16,0 0-445 0</inkml:trace>
  <inkml:trace contextRef="#ctx0" brushRef="#br0" timeOffset="60161.09">12250 16178 411 0,'0'0'196'0,"0"0"-146"15,0 0 3-15,0 0 34 16,0-10-57-16,0 10-27 16,-10 0 8-16,-5 14 29 0,-3 12-9 15,0 10 5 1,2 0-7-16,6 14 31 16,3 7-50-16,7 1-4 15,0-4-5-15,0 4 1 16,20-14-1-16,6-12-1 15,3-10-5-15,-4-12-13 16,4-10-36-16,-2 0-48 16,-2 0-34-16,-21-6-58 15,-2-8-177-15</inkml:trace>
  <inkml:trace contextRef="#ctx0" brushRef="#br0" timeOffset="60597.96">12370 16351 346 0,'0'0'163'0,"0"0"-107"0,0 0 36 16,0 0 32-16,0-57-73 15,0 57-25-15,0 0-2 16,0 12-24-16,0 15 3 16,0 5-3-16,0 4 11 15,0-6-4-15,4-2-1 16,3-6-6-1,-1-8-42-15,1-6-21 0,0-8 3 16,2 0-15-16,2 0-3 16,3-16 5-1,-4-12-38-15,-1-8 31 0,-4 1 11 16,-3 3 56 0,-2 9 13-16,0 10 35 15,0 4 30-15,0 4 79 0,0 5-3 16,0 0 1-16,0 0-40 15,0 19-71 1,-7 12-30-16,1 10 58 0,-1 3-53 16,3 6-2-16,-3 2 2 15,-4 2-5 1,2-6-1-16,5-10 1 16,4-8-1-16,0-21-15 15,0-9-43-15,0 0-103 16,4 0-109-16</inkml:trace>
  <inkml:trace contextRef="#ctx0" brushRef="#br0" timeOffset="60926.61">12514 16154 557 0,'0'0'80'0,"0"0"-39"0,0 0 42 15,0 0-52 1,21 32-26-16,5 4 32 16,6 8-13-16,-1 10-6 15,0 5 2-15,-6 21 16 16,-10-4-8-16,-9-4-14 15,-6-6-9-15,-2-26 3 16,-27-8-1-16,-9-5 2 16,5-13-2-16,4-6-7 15,12-8-43-15,17 0-93 16,0-4-187-16</inkml:trace>
  <inkml:trace contextRef="#ctx0" brushRef="#br0" timeOffset="61814.39">12904 16447 215 0,'0'0'339'0,"-4"0"-268"16,4 0-44-16,0 0 86 16,0 0-35-1,0 0-45-15,15 0 87 0,6 0-90 16,3 0-16-16,-1-2-5 15,3-2-5 1,-8 4 0-16,-9-4-2 16,-7 4-2-16,-2 0 0 15,0 0-4-15,0 0-34 16,2 0-55-16,-2 0-70 0,0-6-150 16</inkml:trace>
  <inkml:trace contextRef="#ctx0" brushRef="#br0" timeOffset="62221.16">13100 16160 467 0,'0'0'149'15,"0"0"-136"-15,0 0 38 16,0 0 90-16,-6-26-135 0,6 28-6 15,0 18 0 1,0 20 3-16,2 12 13 16,10 2-4-16,-2 9-6 15,5-13 2-15,4-6-8 16,-6-4 3-16,5-14 0 16,-5-8 0-16,-6-8 0 15,-2-10 8-15,-3 0 12 16,4 0 27-16,3-18 43 15,5-14 7-15,-3-12-43 16,3 0-42-16,-6-10-4 16,5 4 4-16,-3 1-10 15,-2 1-1-15,-1 10-2 16,-5 12-1-16,2 8-2 16,-4 14-1-1,0 4-2-15,0 0-29 0,0 0-70 16,0 22-131-16,0-8-75 15</inkml:trace>
  <inkml:trace contextRef="#ctx0" brushRef="#br0" timeOffset="62496.11">13461 16329 624 0,'0'0'141'16,"0"0"-108"-16,0 0 14 0,19 94-4 16,-13-54 0-16,1-4-19 15,-3 0-6-15,0-6 0 16,1-6-14-16,-2-2 1 16,3-10-3-16,-4-6-1 15,0-2-1 1,1-4-32-16,-1 0-49 0,-2 0-64 15,0 0-96-15</inkml:trace>
  <inkml:trace contextRef="#ctx0" brushRef="#br0" timeOffset="62667.95">13437 16419 197 0,'0'0'307'16,"0"0"-206"-16,0 0-18 15,0 0 25-15,0 0-56 16,-9-32-31-1,22 28 7-15,12 0 87 0,6 0-91 16,4-2-15-16,6-2-7 16,8 3-2-1,-9-3-3-15,-29 7-108 16,-7 1-213-16</inkml:trace>
  <inkml:trace contextRef="#ctx0" brushRef="#br0" timeOffset="63308.85">13831 16004 217 0,'0'0'312'16,"0"0"-222"-1,0 0 8-15,-22-27 94 0,22 27-104 16,0 0-56-16,0 0-23 16,0 3-9-16,14 21 0 15,10 6 0-15,10 10 7 16,1 6 0-16,3 2-5 16,2 6 6-16,-7 8-7 15,-2 6 2-15,-8 7-2 16,-9-3-1-16,-12-10 0 15,-2-4 5-15,-10-4-4 16,-25-14 5-16,-3-8 22 16,5-9-10-16,14-15-6 15,11-8-2-15,8 0-10 16,0 0-66-16,0-8-123 16,14-6-278-16</inkml:trace>
  <inkml:trace contextRef="#ctx0" brushRef="#br0" timeOffset="64370.8">14577 16347 425 0,'0'0'296'0,"-6"-13"-226"16,2 4 20-16,-1 0 56 15,-1-5-81-15,-2 0-20 16,-2-4-32-16,-5 2-4 15,-4 2-7-15,-5 6 8 16,-1 6-10 0,3 2-7-16,-2 0-2 0,3 0 9 15,2 22 0-15,1 10 0 16,1 4-1-16,7 5-2 16,7 3 2-16,3-8 1 15,0-4-1-15,0-16-7 16,13-2-2-1,6-10 7-15,3-4-9 16,0 0 12-16,5-4-4 0,0-22-15 16,-1-18 0-1,1-6-3-15,-4-4 0 16,-6-5-16-16,-7 7-15 0,-8-2 11 16,-2 0 9-1,0 0 3-15,0 11 4 0,-2 16 26 16,-4 13 8-16,2 14 52 15,4 0 17-15,0 0-24 16,0 5-39 0,0 30-14-16,0 9 10 15,0 10 4-15,0 0-10 16,18 16 3-16,3 2-4 16,0-3-1-16,2-7-1 15,-10-22 1-15,1-14-2 16,-4-8-1-16,4-10-8 15,-1-8-29-15,0 0-77 16,-7-2-94-16,-6-16-145 0</inkml:trace>
  <inkml:trace contextRef="#ctx0" brushRef="#br0" timeOffset="64761.21">14733 16052 484 0,'0'0'193'15,"0"0"-164"-15,0 0 49 16,6-40 71-16,-4 40-108 16,-2 10-41-16,6 20-17 15,1 10 17-15,3 10 10 16,7 8 4-16,-2 0-7 16,5 4 4-16,0 1-11 15,-2-5 4-15,0-14-3 16,-3-4 0-1,-3-18-1-15,-4-8 1 0,-3-14-1 16,-1 0 11-16,6-18 27 16,-2-26 56-16,1-10-27 15,5-8-33-15,-6-5-11 16,1-5 0-16,1 2-10 16,-2 6-9-16,-1 10-4 15,1 14 2-15,-5 14 0 16,-1 13-4-16,-2 9-2 15,0 4-38-15,0 0-80 16,0 17-261-16,0 5-158 16</inkml:trace>
  <inkml:trace contextRef="#ctx0" brushRef="#br0" timeOffset="65239.61">15296 16338 445 0,'0'0'187'16,"0"0"-160"-16,0 0 61 16,6-36 105-16,-6 28-94 15,0 2-23-15,0 2-8 16,-2 0-21-16,-19 4-28 0,-5 0-17 15,-10 8-1-15,-2 16-1 16,-1 11 8-16,4 5-2 16,14 6-1-1,9-2-4-15,12-4-3 16,0-10 0-16,20-12 0 16,34-12-4-16,15-2 6 15,4-4 0-15,-1-4-14 16,-28-14-44-16,-42 4-115 15,-2 4-436-15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08:41:02.7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16726 16240 183 0,'-9'0'26'16,"2"-4"-21"-1,0 2-3-15,0-2 51 0,1 4-52 16,0-4 19-16,-2 0 28 16,4 0-17-16,-3 0 19 15,5 0-4-15,0 4-5 16,0-2-25-16,2 2-16 15,0 0-3-15,0 0-31 16,0 0-45-16,0-4-133 16</inkml:trace>
  <inkml:trace contextRef="#ctx0" brushRef="#br0" timeOffset="620.08">16561 16204 274 0,'0'0'191'0,"0"0"-98"15,-16 0-60 1,16 0 83 0,0 0-43-16,0 0-41 0,0 0-4 15,0 0 16-15,0 0 5 16,0 0-2-16,0 0-3 16,0 0-19-16,0 0-9 15,0 0-4-15,6 0 1 16,17 0 8-16,10 0-8 15,8 0-3-15,26 0-7 16,6 0 1 0,1 0-4-16,-5 0 0 0,-25 0 0 15,-11 0 0-15,-8 0-4 16,-11 0-4-16,-10 0-4 16,-2 0 7-16,-2 0-5 15,0 0-1-15,0 0 8 16,0 0-19-1,0 4-44-15,-16 6-248 16,3-6 42-16,-3 0-142 16</inkml:trace>
  <inkml:trace contextRef="#ctx0" brushRef="#br0" timeOffset="963.61">16619 16419 274 0,'0'0'314'0,"0"0"-243"16,0 0-34 0,0 0 187-16,0 0-214 15,-5 10 21-15,41-20 30 16,24-8-10-16,5 4-30 16,6 2 0-16,0 2-10 15,-17 10-6-15,-9 0-5 16,-5 0-1-16,-14 0-1 15,-6 0-1-15,-8 0 2 16,-6 0 1-16,-6 0 0 0,0 0 0 16,0 0 3-1,0 0 1-15,2 0-2 16,-2 0-8-16,0 0-24 16,0 0-31-16,0 0-18 15,0 0-44-15,0 0-76 16,0 0-93-16</inkml:trace>
  <inkml:trace contextRef="#ctx0" brushRef="#br0" timeOffset="1557.46">16989 15990 559 0,'0'0'70'0,"0"0"-29"16,0 0 100-16,-8 0-30 15,8 0-67-15,0 0-2 16,0 0-23-16,0 0-3 15,0 0-3-15,0 0 5 16,0 0-3-16,0 0 2 16,0 0-12-16,8 0 0 15,11 0 0-15,2 8 4 16,-1 2 4-16,2 4-7 16,0 0-5-16,-1 4-1 15,0 4 4-15,0 0-4 16,-3 4 0-1,-1-4-1-15,1 0 1 0,-5 2 4 16,-1 2-4-16,-1-4-1 16,-7 8 0-1,-2 2 1-15,-2-4-1 16,0 7 2-16,-4-3-1 0,-21 4 4 16,-8 8-3-1,-5-4 3-15,-2 4-2 0,2-4 2 16,4-8-1-16,8-6 0 15,4-4 2-15,10-12-1 16,6-6-3 0,6 0 0-16,0-4-3 15,0 0-2-15,0 0-13 16,0 0-61-16,4 0-121 16,3-4-72-16,2-8-119 15</inkml:trace>
  <inkml:trace contextRef="#ctx0" brushRef="#br1" timeOffset="10320.74">18523 15735 742 0,'-24'-4'46'0,"13"0"-41"15,2 4 50-15,5-4 69 16,4 2-76-16,0 2-31 16,0 0-2-16,0 0-2 15,0 0-3 1,-5 0 12-16,3 0-4 15,2 0 0-15,0 0 3 16,0 0-2-16,0 0-5 16,0 0 0-16,-2 0 7 15,2 0-12-15,-2 0 0 16,2 0-3 0,0 0-3-16,0 0-2 0,-3 14-1 15,-1 18 0-15,-1 12 0 16,5 10 4-1,0 35-2-15,0 5 8 16,0 4-1-16,2-4-3 16,14-28-1-16,-3-3-3 15,1-9 0-15,-1-10 0 16,-8-12 1-16,-1-14-2 16,-2-10 0-16,-2-4 0 15,0-4 0 1,0 0 0-16,0 0-1 0,0 0-5 15,0-4-14-15,-11-12-45 16,-13 10-44 0,-3 2-262-16,-9 4 143 15,-4 0 48-15,5 0 108 16,-3 14 58 0,2-6 13-16,5 2 58 0,4-2 148 15,9-4-88-15,8 0-3 16,7-4-8-1,3 0-4-15,0 0-31 16,0 0-16-16,0 0-7 16,0 0-32-16,11 0-10 15,31 0-3-15,21 0 72 16,13-18-40-16,20-2-17 16,-7 6 4-16,-5 0-4 15,-10 2-6 1,-20 6-8-16,-19-2-5 15,-18 8 0-15,-12 0-1 0,-5 0-1 16,-20 0-1 0,-23 0-21-16,-9 8-20 15,2 2-44-15,8-6-41 16,30-4-142 0,6 0-186-16</inkml:trace>
  <inkml:trace contextRef="#ctx0" brushRef="#br1" timeOffset="10679.65">18174 15833 687 0,'-18'-8'140'15,"15"4"30"-15,3 2-71 16,0 2-56 0,14 0-29-16,24-2-13 0,18 0 27 15,15-6 23-15,14-6-11 16,13-2-13-1,18 2-5-15,-18 8 0 16,-24-2-21-16,-30 8-1 16,-38 0-6-16,-6 0-23 15,0 0-15-15,-29 8-10 16,-11 10-123-16,16-8-106 16,1 2-186-16</inkml:trace>
  <inkml:trace contextRef="#ctx0" brushRef="#br1" timeOffset="11007.79">18903 16178 738 0,'0'0'117'16,"0"0"-82"-16,-16-6 94 16,16 6-18-16,0 0-75 15,0 0-27 1,0 22-14-16,-3 18 5 0,1 14 2 16,2-8 10-16,0 7-9 15,0 1-2 1,0-6 0-16,2-2-1 15,7-10 0-15,1-6-5 16,3-8-31-16,-2-12-71 16,-8-10-102-16,-3 0-147 15</inkml:trace>
  <inkml:trace contextRef="#ctx0" brushRef="#br1" timeOffset="11319.61">18816 16240 655 0,'0'0'210'16,"0"0"-121"-16,0 0 6 16,31-68-69-16,42 68-22 15,14 0-4-15,7 20-1 16,-7 14 0-16,-38 2-5 16,-18 0-1-16,-18-1-23 15,-13 15-9 1,-44 0 25-16,-20-6 15 15,-17 0 32-15,14-22 7 16,9-8-9-16,9-6-4 16,15-6-13-16,17-2 0 15,10 0-14-15,7 0-22 16,0 0-66 0,14 0-104-16,3-6-74 0</inkml:trace>
  <inkml:trace contextRef="#ctx0" brushRef="#br1" timeOffset="11991.31">19557 16258 538 0,'0'-8'108'0,"-26"6"-19"16,-6-2 60-16,-3 4-76 15,-1 0-34-15,-1 0-11 16,0 8 4 0,6 10-6-16,14 0 6 15,13 5-32-15,4-4-3 16,15 3-11-16,25 5 6 15,9-1 7-15,7 2 1 16,-5 2-3-16,-7 2 1 16,-12-2-2-16,-18-2 2 15,-14-2-1-15,-8 0 3 16,-38-4 5-16,-8-8 7 16,-4-10-3-16,0-4-3 15,7 0 1 1,15-16-1-16,27-8-17 15,9-6-65-15,43 4-139 16,-7 16-92-16,4-4-159 16</inkml:trace>
  <inkml:trace contextRef="#ctx0" brushRef="#br1" timeOffset="12284.23">19998 16044 720 0,'-8'-10'243'16,"8"6"-151"-16,0 4-24 16,0 0-68-1,37-4-18-15,17-4 18 0,6 2 15 16,-8-2-2-16,-6 4-7 15,-8 2-4 1,-7 2-2-16,-15 0-68 16,-16 0-78-16,0 2-59 15,-11 6-113-15</inkml:trace>
  <inkml:trace contextRef="#ctx0" brushRef="#br1" timeOffset="12471.99">20056 16230 775 0,'0'0'77'16,"0"0"-31"-1,0 0 123-15,0 0-143 16,156-18 34-16,-96 10-36 16,-8 0-16-1,-10 4-8-15,-11 4-11 0,-31 0-383 16,0 0-6-16</inkml:trace>
  <inkml:trace contextRef="#ctx0" brushRef="#br1" timeOffset="13565.18">20590 16427 429 0,'-6'4'166'16,"6"-4"-84"-16,0 0 19 15,0 0-52-15,0 0-12 16,0 0 29-16,0 0 13 16,0 0 33-16,0 0-62 15,0 0-17-15,0-30-7 16,12-10-14-1,5-15-11-15,6-3-1 0,-5-4 4 16,1-12-3-16,-2-4-1 16,0-11-2-1,1 9 4-15,-3 16-2 16,-1 24 0-16,-7 28-1 16,-5 8 1-1,-2 4 0-15,0 0 0 0,0 4-15 16,2 28 0-16,0 16 14 15,5 24 0 1,0 7 2-16,2-5-2 0,3-4-4 16,0-30 0-1,1-12-4-15,1-8 7 16,1-14-4-16,10-6-2 16,2 0 1-16,6-32 7 15,-2-12 9-15,-4-14 3 16,-2 0-5-1,-8-13 1-15,-1 3 5 16,-7-4-13-16,-3 10 7 0,-4 10-7 16,-2 24 11-1,3 10 13-15,-3 14-10 16,0 4-2-16,2 4-12 16,3 32-11-1,6 34-4-15,0 8 18 16,7 6-1-16,-1-9-1 0,1-21-1 15,3-10 0 1,-6-8-1-16,1-8 1 16,-3-10-1-16,-4-4-5 15,0-2-28-15,-5-12-56 16,-4 0-165-16,0-14-342 16</inkml:trace>
  <inkml:trace contextRef="#ctx0" brushRef="#br1" timeOffset="13940.09">21382 16048 634 0,'6'-4'322'16,"-6"4"-305"-16,0 4 28 16,0 36-40-1,0 4-2-15,0 2 0 0,0-6-3 16,0-14 4-16,0-4-4 15,6-12-2 1,-2-6 2-16,3-4 1 16,-3 0-1-16,4-14 18 15,0-16 59-15,3-6-32 16,2 0-33-16,-2 0 12 16,2 4 2-16,-1 12-17 15,-3 10-5-15,-1 10 4 16,4 0-8-1,3 14 0-15,6 20-6 0,3 2 6 16,-4 0 1-16,-2-4 0 16,-9 4 0-1,-5-2-7-15,-4-6-28 16,0-11-49-16,0-17-125 16,-4 0-315-1</inkml:trace>
  <inkml:trace contextRef="#ctx0" brushRef="#br1" timeOffset="14659.19">22107 15620 596 0,'0'-22'105'15,"0"17"-29"1,0-4 78-16,-12 9-50 16,-8 0-47-16,-6 0-54 15,-12 21 2-15,-18 43-1 16,4 12 5-16,13 12-1 16,7 10-1-16,26-25-7 15,6-3-1-15,0-16 0 16,27-6-4-1,15-12-3-15,2-16 8 16,5-12 0-16,-1-8 0 16,-6-18 0-16,-7-22 0 15,-6-10 0-15,-11-2 2 16,-7 2 1-16,-11 6 1 16,0 16 1-1,0 11 8-15,-4 17 31 0,-12 4-16 16,-2 32-27-16,2 19-1 15,6 1-5 1,10 4 2-16,0-12-13 16,13-18 2-16,16-12 8 15,2-18 1-15,4 0 5 16,4-8 8-16,-4-28 4 16,-10-4 23-16,-14-8-14 15,-11 2 2-15,-4-2-6 16,-39 12-4-16,-8 13-6 15,2 14 6-15,13 9-7 16,7 14-6-16,9 26-9 16,20-14-41-1,0 2-483-15</inkml:trace>
  <inkml:trace contextRef="#ctx0" brushRef="#br1" timeOffset="14924.79">22614 15959 747 0,'14'-22'205'16,"-14"22"-117"-16,0 3-7 16,0 25-81-16,-12 16 0 15,-3-2 0-15,-3 2 7 16,-4 0-4-1,2-4 2-15,0-10 11 16,4-2-15-16,5-6-2 0,9-4 0 16,2-14-73-1,0-4-116-15,0 0-136 16,0-12-87-16</inkml:trace>
  <inkml:trace contextRef="#ctx0" brushRef="#br1" timeOffset="15127.54">22447 16030 280 0,'0'0'440'16,"0"0"-275"-16,0 0-18 16,-22-35 5-16,22 35-152 15,0 27-10-15,33 25 10 16,10-2 5-16,8 8 5 16,2-8-5-16,-8-12 5 15,-5-6-5-15,-6-4-4 16,-7-6-1-1,-12-5-105-15,-15-17-135 16,0 0-345-16</inkml:trace>
  <inkml:trace contextRef="#ctx0" brushRef="#br1" timeOffset="24291.66">20748 16565 190 0,'-8'-8'80'15,"6"4"-46"-15,2 4 51 16,0 0 24-1,0-4-50-15,0 4-21 0,-2 0 42 16,2 0-39-16,0 0 2 16,0 0 6-1,0-2 5-15,0 2-12 16,0 0-10-16,0 0 3 16,0 0-5-16,-2 0 9 15,2 0-3 1,0 0 31-16,0 0-43 0,0 0-3 15,0 0-3-15,0 0-3 16,0 0-8 0,0 0-6-16,20 0 0 15,22 0 2-15,23 0 2 0,57 0 7 16,21 0-5 0,17 0 1-16,12-12-5 15,-28 6-3-15,4-2 3 16,1-4-3-1,32 6 1-15,-7-6 1 16,-18 6 1-16,-14 2-3 16,-55 0-3-16,-14 0 2 15,-5 4-3-15,-10-6 3 16,-6 6 0-16,-2-4-1 16,-6 0 2-16,-11 4 0 15,-12-4-1-15,-11 4 1 16,-7 0 0-16,-3 0 0 15,0 0 4-15,-9 0-3 16,-42 0-1 0,-14 4-61-16,-13 18-41 15,33-14-93-15,22-2-133 16</inkml:trace>
  <inkml:trace contextRef="#ctx0" brushRef="#br1" timeOffset="24948.28">21787 16794 269 0,'0'-4'371'0,"0"-2"-282"0,0 2 61 16,0-8-60-1,25 2-59-15,6-8-1 16,10 1 2-16,1 7-10 16,4 1-3-16,2 4-3 15,1 5-1 1,-11 0-8-16,-14 10-7 0,-15 21 0 15,-9 1-10-15,-18 8-12 16,-33 8 11 0,-17-2-3-16,-9-2 0 15,-8 0 14-15,10-8 4 16,10-10-1-16,24-8 4 16,24-8 5-16,17-6 1 15,0 1-13-15,22-5 2 16,23 0-2-1,30 0 20-15,10 0 31 16,4 0-34-16,1 0-3 16,-22 0 6-16,-5-5-1 15,-14 1-3-15,-20 0-3 16,-12 4-13-16,-12 0-21 16,-5 0-60-16,0 0-71 15,-20 0-301-15</inkml:trace>
  <inkml:trace contextRef="#ctx0" brushRef="#br1" timeOffset="26219.73">23430 15977 349 0,'-2'-9'152'0,"0"-1"-107"0,2 2 34 16,-2-2 34-1,2 6 18-15,0-1-65 16,-4 5 8-16,4 0-21 16,0 0-8-16,0 0-14 15,-2 0-12-15,2 0-9 16,0 0-10-16,0 0-9 16,0 23-2-16,0 18 11 15,8 12 2-15,7 5-2 16,1-14 1-16,-1-2 0 15,3-8-1 1,-3-2 0-16,-1-10-3 16,-7-12 0-16,-3-2 2 15,-4-8 0-15,2 0 1 16,3 0 4-16,1-10 6 16,6-16 19-16,-4-4-13 15,3-8 3-15,-1-14 4 16,-2-6-10-16,-1 4-1 15,-3 1-2-15,2 26-9 16,-4 4 0-16,0 11 2 16,0 6 1-1,-2 2 0-15,0 4-2 16,0 0-2-16,2 0-2 16,2 0-4-16,3 26-6 15,7 11 3 1,3-1 9-16,1 8 2 0,5 0-2 15,3 6 0 1,1-2-1-16,-3-12 1 16,-5-12-3-16,-9-12-1 15,-1-8 3-15,-5 0 1 16,6-4 0 0,-1 0 4-16,1-16 2 0,4-12 8 15,-5-16 15-15,0-6-3 16,-4-4 2-1,-1-2-5-15,-2 6-8 16,0 9-3-16,1 15-7 16,1 8 5-16,-2 8-10 15,-2 8 0-15,0 2-3 16,0 0-15-16,2 0-32 16,0 20-25-16,-2 21-44 15,0 3-271-15,0-20 63 16</inkml:trace>
  <inkml:trace contextRef="#ctx0" brushRef="#br1" timeOffset="26719.62">23379 16547 660 0,'-7'-4'62'0,"7"-4"85"15,0 8-93-15,11-10-42 16,18 2 13-16,12 4 38 16,7-6 20-16,10 6-46 15,4-8-4-15,26 2-11 16,3-4-8-16,5 2-6 15,1 6-3 1,-30 2 0-16,-13 4-4 0,-19-4-1 16,-19 4-1-1,-13 0-1-15,-3 0 0 16,0 0 0-16,0 0-13 16,-14 0-7-1,-11 8-17-15,-3-4-41 0,10 2-303 16,-1-6-19-16</inkml:trace>
  <inkml:trace contextRef="#ctx0" brushRef="#br1" timeOffset="27278.6">23721 16611 245 0,'0'0'310'0,"0"0"-205"16,0 0 22-1,0 0 38-15,0 0-69 16,0-6-39-16,0 6-12 16,0-4-10-16,0 4-15 15,0 0-7 1,0 14-9-16,10 18-4 0,-1 8 0 15,-5 0 3-15,-2 1 1 16,-2-7-1-16,0-2-1 16,0-6-2-16,0-2 2 15,0-2-2-15,0-8 1 16,-4-2 2 0,0-8 0-16,1 0 1 15,3-4-3-15,0 0 2 0,0 0 2 16,0 0 2-1,0 0 2-15,0 0-7 16,18 0-1-16,17 0 1 16,12 0 7-1,11-4 1-15,3-4 2 16,3-2 1-16,-1 2-4 0,-8 0 0 16,-13 6-5-1,-17-2-2-15,-14 4 1 16,-9 0-2-16,-2 0 1 15,0 0-1-15,0 0-1 16,-19 0-22 0,-13 14-93-16,12-10-95 0,7 0-277 15</inkml:trace>
  <inkml:trace contextRef="#ctx0" brushRef="#br1" timeOffset="38169.58">24791 15543 197 0,'-11'-9'87'16,"11"0"-39"-16,-2 4 22 16,-3-3 34-1,3 4 21-15,-2 0-57 16,-1 0 11-16,3 2-14 16,0 2-2-16,2-4-9 15,0 4-5-15,-2 0 17 16,2-4-50-16,0 4-9 15,0 0 0-15,0 0-7 16,0 0 0-16,0 0-4 16,0 0-10-16,19 0 2 15,15 0 11 1,27 0 1-16,5 0 10 16,5 0-5-16,-8 0-3 15,-26 0-2-15,-12 0 3 16,-14 0-2-16,-9 0-1 15,-2 0 3-15,0 0 4 32,0 0-7-32,0 0-11 15,0 0-15-15,-6 4-24 0,-21 6-101 16,9-2-157-16</inkml:trace>
  <inkml:trace contextRef="#ctx0" brushRef="#br1" timeOffset="39006.61">24675 15633 328 0,'0'0'327'16,"0"0"-312"-16,0 0 4 15,7 0 104-15,-2-4-68 16,-3 4-46-1,5 0 8-15,-1 0-12 16,0 0 8-16,-1 0-3 0,0 0 3 16,-1 0 5-1,1 0-5-15,-1 4 11 16,3 0-18-16,-3-3-1 16,3 12-1-16,2 5-2 15,0 8 5-15,-1 10 4 16,-3 10 2-16,-2 16 3 15,-3 12-4 1,4 25 5-16,-2 5 12 16,2-2-18-16,3 0-6 15,-5-25 5-15,2-5-2 32,4-2-4-32,-4-12 0 15,3-8 4-15,-3-10-5 0,0-4 9 0,-2-5-7 16,2-5 4-16,-2-4 0 15,0-4 1-15,-2-4 2 32,0 4-4-32,2-4 2 15,-2-2-2 1,2 2 3-16,0 0-6 16,0-6-3-16,1-4-2 0,-1-4 1 15,-2 0 0 1,0 0 0-16,2 0 6 15,-2 0-2-15,0 0 1 16,0 0 5-16,0 0 0 16,0 0-5-16,0 0-3 15,0 0-3-15,0 0 1 16,2 0-1 0,-2 0 1-16,2 0-4 15,0 0 2-15,4 0 1 16,4 0-2-16,8 0 1 15,9 0 0-15,6-8 0 16,3 4-2-16,6 4 3 16,-2-4-1-16,5 4 0 15,-9 0 0-15,-12 0 1 16,-8 0-1-16,-16 0 1 16,0 0-1-16,0 0 1 15,0 0 0 1,0 0-2-16,0 0-4 15,0 0-17-15,-9 0-14 16,0 0-49-16,2 0-123 16,5 0-146-16</inkml:trace>
  <inkml:trace contextRef="#ctx0" brushRef="#br1" timeOffset="39746.33">25078 16092 352 0,'-13'-8'209'0,"13"4"-140"15,0 2 52-15,0 0 22 16,0 0-74-16,0-2-52 0,0 4-8 16,5-8 5-1,24-2 0-15,6 2 45 16,5-2-34-16,1 6-15 16,-16 4-3-16,-6 0-3 15,-5 0-4-15,-6 0-3 16,-5 18-10-16,-3 4 13 15,0 2 1-15,-9 16 5 16,-24 4-2-16,-6 0-2 16,-7 0 1-16,6-8-2 15,-1-5-1-15,8-3 2 16,4-2 0 0,12-8-2-16,7-8 0 15,8-2 0-15,2-4-3 16,0-2-3-16,0 2 1 15,9 4 5-15,11 2 8 16,7-2 2-16,8-4 2 16,17-4 8-1,1 0 1-15,-2 0-2 16,-6 0 0-16,-23 0-7 0,-6 0-7 16,-12 0-5-1,-2 0-1-15,-2 0-7 16,0 0-14-16,2 0-14 15,3 0-31-15,0 0-28 16,-5 0-100 0,0 0-191-16</inkml:trace>
  <inkml:trace contextRef="#ctx0" brushRef="#br1" timeOffset="40574.25">25683 15855 312 0,'4'-4'209'0,"-4"4"-141"16,0 0 20 0,0 0 92-16,0 0-137 15,0 0 1-15,-15 14-12 16,-8 26-23-16,1 9-6 15,-3 9 15-15,8 8 30 16,3 2-40-16,7-4-5 16,7 20-1-1,0 1 3-15,21-9-5 16,8-2 5-16,-6-24 3 0,6-14 1 16,3-6-8-1,-3-6 10-15,-7-12 4 16,-8-2-6-16,-7-6 3 15,-7-4-2-15,0 0 0 16,0 4-1 0,0-4 1-16,0 0-2 0,0 0-7 15,0 0-1-15,0 0-20 16,0 0-53 0,2-18-88-16,-2 6-51 15,0 2-184-15</inkml:trace>
  <inkml:trace contextRef="#ctx0" brushRef="#br1" timeOffset="42670.51">25816 15927 109 0,'-2'-14'466'0,"0"10"-421"15,2 0 96-15,0 4-65 16,0 0-61-16,0 0 0 15,0 0 14 1,0 0-9-16,0 8-10 0,0 20-5 16,10 12 18-1,11 27 20-15,3 5 3 16,1 0-46-16,2-6 7 16,-8-18-7-16,0-11 0 15,-6-11 3-15,-2-8-2 16,-4-8 2-16,-5-6 14 15,-2-4 13-15,4 0 11 16,5-10 6-16,5-20 6 16,-1-11-20-16,-1-7-10 15,-2 2-1-15,3-12-4 16,-1-14-6 0,1 6 1-16,-1 4-12 15,-6 13 1-15,1 27 3 16,-5 12 0-16,0 2-2 15,-2 8-3-15,0 0-7 16,0 0-9-16,0 0-33 16,0 0-24-16,0 12-62 15,0 10-91-15,0-8-73 16</inkml:trace>
  <inkml:trace contextRef="#ctx0" brushRef="#br1" timeOffset="43045.4">26268 16222 328 0,'25'4'104'16,"-14"-4"-57"-16,-5 0 83 15,-1 0-11-15,-5 0-54 16,0 0 18-1,0 0 74-15,0 0-101 16,0 0-9-16,-11 0-20 16,-16 14-5-16,-4 12-18 15,-2 10-4 1,6 9-5-16,9 5 1 0,9 0 0 16,9 2 1-1,0-12 0-15,5-12-3 16,15-8 2-16,6-14 4 15,3-6 0-15,3 0 0 16,1 0-5-16,-8-18-95 16,-17-8-58-16,-8-2-37 15,0 14-96-15,-4 6 62 16</inkml:trace>
  <inkml:trace contextRef="#ctx0" brushRef="#br1" timeOffset="43243.08">26289 16419 324 0,'0'0'152'0,"0"0"-21"16,0 0 7-1,-8-22-55-15,8 22-39 16,0 0-23-16,0 14-10 16,0 6 19-1,8 18 10-15,3 0 15 16,-3 2-46 0,-1-4-1-16,-7-14-5 0,0-4 2 15,0-8-4 1,0-2-1-16,0-4-57 15,0-4-84-15,0 0-120 16,0 0-110-16</inkml:trace>
  <inkml:trace contextRef="#ctx0" brushRef="#br1" timeOffset="43665.38">26524 16266 442 0,'0'0'211'0,"0"0"-86"16,19-26-2 0,-19 26-95-16,0 0-21 15,0 0 11-15,0 0 9 16,-14 0-9-16,-6 12-8 16,0 6 24-16,7-4-14 15,9 8 4 1,4 1-13-16,0-4-13 15,26 2 2-15,5-3 0 0,2-4 8 16,-4 0-6 0,-2 2 5-16,-11-2-4 15,-7-4-3-15,-9 2-5 16,0 6 5-16,-3-4 5 16,-21 4 2-16,-5 0-2 15,0-10 5-15,-2 2-2 16,-5-2 2-1,-4-4-9-15,7-4-1 16,4 0-19-16,8 0-46 16,19 0-67-16,2-18-18 15,0 10-53-15,0 0-122 16</inkml:trace>
  <inkml:trace contextRef="#ctx0" brushRef="#br1" timeOffset="44024.16">26792 16248 347 0,'2'0'312'15,"-2"0"-253"-15,0 0 37 16,0-4 52-16,0 4-87 0,2 0-28 16,3 0 5-1,19 0-10-15,14-8-11 16,11 4-2-16,10-2 8 16,-18 2-8-16,-9 0-6 15,-14 4-4 1,-12 0-1-16,-6 0 0 0,0 0 5 15,-4 0-6-15,-31 0-3 16,-4 0-17 0,3 8-52-16,21-4-91 15,15-4-223-15</inkml:trace>
  <inkml:trace contextRef="#ctx0" brushRef="#br1" timeOffset="44586.53">27135 15927 641 0,'0'0'108'0,"0"-32"35"16,0 32 35 0,0 0-86-16,0 0-48 15,0 0-44-15,7 0-7 16,15 32 5-16,3 18 2 16,0 11 13-16,0 7-1 15,-11-10-11-15,-3-4 0 16,1-2-1-1,-4 7 0-15,1-13 5 16,1-6-4-16,-6-18 0 16,-2-18 0-16,0-4 1 15,1 0-2-15,1 0 4 16,0 0 24-16,8-18 18 16,-1-22-9-16,11-23-21 15,4-13 2-15,-1-8-5 16,0 0-6-16,-7 16-1 15,-7 14-4-15,2 13-2 16,-4 9 5 0,-5 16-1-16,-1 8-4 15,-3 6-1-15,0 2-3 16,0 0-21-16,0 0-33 16,0 10-28-16,0 0-384 15,0 6 171-15</inkml:trace>
  <inkml:trace contextRef="#ctx0" brushRef="#br1" timeOffset="45320.74">27667 16248 462 0,'0'-8'43'0,"0"0"80"16,0 2-20-16,0 2-66 16,0 0 11-16,0-2 22 15,0 6 0-15,0 0-12 16,0 0-10-1,0 0-2-15,0 0 19 16,0 0-52-16,0 0-4 16,0 0-6-16,0 0-3 15,0 0-3-15,0 2-5 16,0 16-1-16,0 8 9 16,0 6 2-16,0 11-1 15,0 3-1-15,0-2 1 16,2-4-1-16,2-14 0 15,-2-2 0-15,-2-6 1 16,0-2 0 0,0-6-1-16,0-2-4 15,2-6-13-15,0-2-16 16,0 0-14-16,-2 0-28 16,0 0-74-16,0 0-432 15</inkml:trace>
  <inkml:trace contextRef="#ctx0" brushRef="#br1" timeOffset="45622.66">27521 16276 312 0,'0'0'263'0,"-23"-14"-210"16,23 14 213-16,0 0-198 15,0 0-43-15,0 0 1 16,5-4-26-16,17 4 6 16,12 0-4-16,10 0 21 15,5 0 1-15,5 0-6 16,6-4-11 0,-14 4 15-16,-12-2-15 15,-16 2-4-15,-18 0-2 16,0 0-2-16,0 0-17 15,0 0-50-15,-10 0-364 16</inkml:trace>
  <inkml:trace contextRef="#ctx0" brushRef="#br1" timeOffset="46544.32">27964 15815 253 0,'-18'-22'70'15,"9"8"20"-15,-2 2 54 16,5 2-43-16,-2 6-33 16,6-4 29-16,2 6-34 15,0 2-8-15,0-2 8 16,0 0-19 0,0 2 13-16,0 0-32 15,0 0-8-15,0 0-6 16,10 0-11-16,19 22 0 15,9 10 0-15,10 8 22 16,1 6-21-16,5 11 1 16,-1 19 0-16,-10 4-2 15,-14 2 2-15,-16 6 0 16,-13-20-2-16,0 3 0 16,-13-5 0-1,-18 6 0-15,2-14 3 16,0-14-3-16,8-16 2 15,10-16-2-15,7-7 2 16,2-4 1-16,2 3-3 16,0-4-13-16,0 0-50 15,0 0-63-15,0-5-157 16</inkml:trace>
  <inkml:trace contextRef="#ctx0" brushRef="#br1" timeOffset="47294.15">28479 15901 560 0,'2'-14'78'0,"-2"10"62"0,0 4-8 16,0 0-62-1,0 0-15-15,0 0-15 16,0 0-20-16,0 0-20 15,0 22-8-15,9 27 8 16,-1 9 14-16,6 6-4 16,1 2-6-16,-3-22-3 15,1 0 3-15,-2-8-4 16,1 4 1 0,-2-13-1-16,-3-8 0 15,-2-6 4-15,0-9-4 16,-3-4 2-16,0 0 2 15,0 0 8-15,0 0 48 16,7-8-15-16,5-19-10 16,9-19-17-1,4-12-4-15,2-8 0 0,-2-4-4 16,-11 10-6-16,-1-1 1 16,-6 11-3-1,1 0 3-15,-4 16 13 16,-2 12-6-16,-1 12-7 15,-3 10-5-15,0 0-2 16,0 0-3-16,0 0-14 16,0 0-113-16,0 8-14 15,0 14-96-15,0-8-42 16,-7 4-214 0</inkml:trace>
  <inkml:trace contextRef="#ctx0" brushRef="#br1" timeOffset="47591.47">28870 16134 342 0,'6'0'391'16,"-6"0"-334"-1,0 0 97-15,0 0 2 16,0 4-100-16,0 10-56 15,0 8-7-15,0 12 0 16,0 12 6-16,0 6 4 16,0-7-3-16,0-3 1 15,0-12-1-15,0-12 0 16,4-4-2 0,2-2 2-16,1-6-20 15,2-6-53-15,-2 0-82 16,-7 0-75-16,0-6-240 15</inkml:trace>
  <inkml:trace contextRef="#ctx0" brushRef="#br1" timeOffset="47887.78">28876 16160 16 0,'0'0'567'0,"0"0"-476"16,0 0 27-1,-12-50 29-15,12 50-79 16,0 0-51-16,14 0-14 15,7 10 2-15,11 20-4 16,-1 6 0-16,-4 4 3 16,-3 4 10-16,-13-8-10 15,-1-4 0-15,-8 0-4 16,-2 3-4 0,0-3 5-16,-16-10 14 15,-11 0-6-15,1-14 0 16,1 2-3-16,1-6 2 15,5-4-8-15,9 0-107 16,7 0-102-16,3-4-202 16</inkml:trace>
  <inkml:trace contextRef="#ctx0" brushRef="#br1" timeOffset="48305.07">29290 16106 23 0,'0'0'604'0,"0"0"-486"16,22-36 22 0,-22 36 30-16,0-4-75 0,0 4-44 15,-6 0-23-15,-13 0-5 16,-5 0-18-1,-1 22-3-15,6 6-4 16,5 2 2-16,14-4-7 16,0-4 4-1,0 2-2-15,18 2 3 0,11-4 0 16,2 2 1-16,-2-3-2 0,-6-3 1 16,-12 0 1 15,-9 0 0-31,-2-4-9 15,0-2 3-15,-13 2 7 0,-14 0 6 0,-18 0-3 16,3 0 5-16,-3 2-8 31,5-2 0-31,15-6-16 16,10-4-34-16,15-4-77 16,0 0-113-16</inkml:trace>
  <inkml:trace contextRef="#ctx0" brushRef="#br1" timeOffset="50263.23">29624 16106 197 0,'-4'0'92'0,"4"0"-35"16,0 0 78 0,0 0 103-16,0 0-163 15,0 0 10-15,0 0-11 16,0 0-22-16,0 0-9 15,4 0-14-15,23 0 12 16,6 0-16-16,7 0-13 16,20 0-3-1,3 0-7-15,-1 0 1 0,-6 0-3 16,-21 0 1-16,-12 0 0 16,-15 0 1-1,-5-4 1-15,-3 4 9 16,0 0 2-16,0 0-3 15,0 0-11-15,-15 0-34 16,3 0-42-16,1 0-150 16</inkml:trace>
  <inkml:trace contextRef="#ctx0" brushRef="#br1" timeOffset="50810.18">30237 15731 376 0,'2'-36'295'0,"0"26"-229"15,-2 6 30-15,2 4 50 16,0 0-48-16,-2 0-23 16,5 0-61-16,1 0-14 15,4 14-7-15,3 14-2 16,5 12 9 0,-1 12 0-16,4 6 8 15,3 5-2-15,1 1-5 16,6 10-1-16,-5-10 4 15,-5-12-3-15,-5-10 0 16,-10-26-1-16,-2-12-1 16,-4-2 1-1,0-2 0-15,3 0 16 16,-3-10 18-16,0-16 32 0,2-14-17 16,-2-6-37-1,6-2 7-15,4-6-3 16,5-4 4-16,3-5-18 15,-1 9-1-15,2 6 0 16,-4 12-1-16,-1 10 0 16,-6 12-3-16,-6 10-6 15,1 4-26-15,-1 0-37 16,0 0-35 0,-2 12-429-16,0 6 140 15</inkml:trace>
  <inkml:trace contextRef="#ctx0" brushRef="#br1" timeOffset="51106.87">30702 16018 750 0,'0'0'115'15,"0"8"-35"-15,0 10 24 16,0 8-76-16,0 10-23 16,3 4 6-16,-3-4-2 15,0 8-4-15,4 2 0 16,2 2-5 0,2-12 2-16,0-9 0 0,1-17-2 15,-5-2 0-15,4-4-2 16,3-4-27-1,-3-8-214-15,-6-10-7 16</inkml:trace>
  <inkml:trace contextRef="#ctx0" brushRef="#br1" timeOffset="51402.98">30778 16102 304 0,'0'0'177'0,"0"0"25"15,0 0 13-15,0 0-74 16,0-80-66-16,0 80-32 15,0 0-25-15,0 0-18 16,27 12-11-16,8 20 14 16,4 0 2-16,0 12-1 15,-12-8-2-15,0 4-2 16,-10-4-1 0,-7-2-1-16,-10-2-4 15,0-4-5-15,-12-1 11 16,-21 3 7-16,-3-8-5 15,-3-8 5 1,-2 0-4-16,17-10-3 0,8-4-23 16,10 0-35-1,6 0-31-15,0-14-552 16</inkml:trace>
  <inkml:trace contextRef="#ctx0" brushRef="#br1" timeOffset="51855.4">31220 16066 364 0,'0'0'313'0,"21"-18"-150"15,-21 18 16-15,0 0-85 16,0 0-37-16,0 0-25 15,-4 0-25-15,-11 0-2 16,-6 18 0-16,-3 8 0 16,2 6-5-1,8-2-1-15,5 2 0 16,7-6 1-16,2-8-2 0,0 0 0 16,15 0-1-1,39 4 0-15,6 1 5 16,7-1 4-16,-7-4-4 15,-29-4-1-15,-17-4-1 16,-12-2 0 0,-2 6-4-16,-7 0-3 0,-24 2 7 15,-11 2 11-15,-10 0 3 16,2-4 2 0,7-2-9-16,9-2-7 15,15-6 0-15,7-4-34 16,4 0-69-16,8 0-75 15</inkml:trace>
  <inkml:trace contextRef="#ctx0" brushRef="#br1" timeOffset="52417.77">31089 15619 512 0,'-6'-4'187'15,"4"0"-89"-15,2 0 185 16,0 4-218-16,0-2-30 16,4-1-21-16,23 2-14 15,11 1 0-15,7-3 2 16,-1 3-2-16,-1 0 1 15,-10 0-1-15,-6 0-1 16,-18 4-3-16,-9 21-1 16,-2 9-6-16,-40 4-3 15,-12 4 14-15,-6-4 3 16,4 0 1 0,18-8-1-16,18-12-2 15,18-2-1-15,2-10-12 16,12-2 12-16,31 0 6 15,20-4 12-15,6 0 14 16,11 0-29-16,-7 0-2 16,6-12-1-1,-13-2-2-15,-53 2-97 16,-5 2-250-16</inkml:trace>
  <inkml:trace contextRef="#ctx0" brushRef="#br1" timeOffset="53674.78">31821 15436 492 0,'-18'-6'103'0,"16"2"2"16,0 4 57-16,2-2 1 15,0 2-113-15,0 0-3 16,0 0-17-16,9 0-30 15,24-2-4-15,13 2 4 16,14 0 19-16,5 0-10 16,-3 0-2-1,2 0 2-15,-18 0 8 16,-13 0-12-16,-12 0 1 16,-21 0-3-16,0 0 5 15,0 0 18-15,0 0 2 16,0 0 8-16,0 0-28 15,0 0-7-15,0 0-1 16,0 0-1-16,0 0 0 16,0 0-1-16,0 0 1 15,0 0 1-15,0 0 0 16,0 0 0 0,0 0 5-16,0 0-1 15,0 0 3-15,0 0 1 16,0 0 1-16,0 0-3 15,0 0-2-15,0 0-4 16,0 0-3-16,0 0 2 16,0 2-2-1,0 14 0-15,0 6-4 16,0 14 1-16,0 9 6 0,0 9 3 16,0 4-1-16,0 22-1 15,0 0 1-15,8 2-1 16,1 1-1-16,1-19 0 15,0-2 0 1,3-4 0-16,-3 0 0 0,1-10 0 16,-3 2 0-16,-2-5 1 15,2 1-1 17,-1-6 0-32,-1-6 2 0,-2-2-2 15,-4-14 0-15,3 0-1 16,0 0 2-1,-1-2-1-15,-2 2 2 16,0-4-2-16,0-4 0 16,0-2 0-16,0 0 1 15,0-2-1-15,0-2 0 16,2 0 0-16,-2 0-1 16,4-4 2-16,-4 2 0 15,0-2-1-15,0 0 0 16,0 0 2-16,0 0-1 15,0 0 2-15,0 0-2 16,0 4-1 0,0-4 0-16,0 0-1 15,0 0-1-15,0 4-3 0,-22 4 5 16,-16 2 2-16,-16 3 9 16,-12-4 24-16,-11 4-17 15,2-3-8-15,0 3-6 16,17 0-3-1,19-7-1-15,18-2-2 0,18 0-2 16,3-4-11-16,0 0-39 16,0 4-38-1,0-4-239-15,0 0-16 16,0 0-124-16</inkml:trace>
  <inkml:trace contextRef="#ctx0" brushRef="#br0" timeOffset="61165.08">17686 14989 62 0,'0'-32'85'16,"0"20"-73"-16,0-4 10 16,0 10 13-16,0-4 11 15,0 8 2-15,0 2 23 16,0 0-6-16,0 0 25 16,0 0-10-16,0 0-29 15,0 0 14-15,0 0-46 16,0-2-4-16,0 2 2 15,0 0-1 1,0 0 10-16,0 0 3 0,0 0-5 16,0 0-8-16,0 0-6 15,0 0 0-15,0 14 2 16,0 2 7-16,4 8 7 16,1 4-10-16,2 8 1 15,-1 8 0-15,3 8-4 16,5 2 1-16,-3 9 16 15,-1 7-19-15,-2 16 4 16,-4 6-6-16,0 47-2 16,3 9-1-16,-3 13-1 15,6-3-1 1,-6-20 2-16,3 5 2 0,3 7 1 16,2-2-1-16,3-1 4 15,3-9-3-15,7-8 0 16,1-5 3-16,5-13-6 15,4-14-1 1,-2-9-1-16,-4-13 3 16,-8-14-6-16,-2-12 0 0,-11-10 2 15,1-14-3 1,-2-8 5-16,-2-12 1 16,-3-6-1-16,0 0 6 15,-2 0-3-15,0 0 2 0,0-10 5 16,-2-8-14-16,-12 4-2 15,3-8 0-15,-2 0-11 16,1-4-21-16,6 0-13 16,2-6-52-1,4 24-323 1,0-6 128-16</inkml:trace>
  <inkml:trace contextRef="#ctx0" brushRef="#br0" timeOffset="64401.44">17675 15009 379 0,'-31'-24'32'16,"22"12"-13"-16,-1 6 99 15,4 6-20-15,2-4-31 16,1 4-39-16,3-6 18 16,-2 4 32-16,2 2-17 15,0 0-14-15,0 0 21 16,0 0-41-16,0 0-10 16,0 0-7-16,0 0-10 15,18 0 3-15,18 0 2 16,13 0 7-16,6 0 14 15,14-2-2-15,8-2-4 16,6 0-2-16,9-2-8 16,1 0-2-16,6 0-3 15,6 2-2-15,8 0-1 16,10 0-1 0,4 0-1-16,2 2-3 0,4-6 3 15,2 2 0-15,0-2 0 16,19-6 0-1,-9 6 1-15,-14-2-1 16,-6 6 0-16,-36 4-1 16,-4 0 1-16,-3 0 1 0,1 0-1 15,-1 0 0-15,2 0 0 16,-1 0 0-16,0 0 0 16,2 0 0-16,-1 0-5 15,3 0 5 1,4-12-4-16,-2 3 4 15,-2 4 0-15,-7-1 0 0,7 3-2 16,-8 3 2 0,-6 0-2-16,1 0 2 15,-17 0 0-15,5 0 0 0,4-1 0 16,5-3-2 0,4-5 1-16,1 4-4 0,2-2 3 15,-4 6 0-15,5-4 2 16,2 5 2-1,-2 0 0-15,-6 0-3 16,-2 0-2-16,-3 0 3 16,7 0-1-16,25 0 1 15,4 0-1-15,6 0 1 16,4 0-2-16,-23-1 1 16,2-6 1-16,1 3 2 15,2 2-2-15,4-6 0 16,0 0 1-16,3 2-1 15,1-2 3-15,4 0-3 16,-2 2 0-16,-2-2 1 16,-5 2 2-16,-13 2-3 15,1-4 0-15,-2 2 0 16,36-2 0 0,1-2 2-16,10 2 0 0,-1 0-1 15,-24 0 2-15,-2 6-1 16,-7-4-2-16,-7 4 1 15,-6 0 2-15,-5-2 0 16,-2 2-3-16,2 0 3 16,3 2-2-16,3 0 3 15,-1 0-3-15,2-6-4 16,7 2 3-16,4-4 0 16,7 0 3-16,24-4-3 15,0 0 0 1,0 4 1-16,0-2-1 0,-26 6 3 15,1 0-3-15,-4 2 6 16,-3 0-5-16,-1-4 0 16,-3 2 0-16,3 0 1 15,4 0-2-15,0-6 2 16,-2 4-2 0,-3 0 0-16,-2 0-1 0,1 2 1 15,3-3 0-15,-3 2 1 16,17-1-1-1,-4-1 2-15,-11 2-1 16,-7 1 3-16,-24 0 3 16,-3-1 3-16,3 4-1 0,-3-3-8 15,2 4 3-15,-1 0 1 16,-3-4-5-16,-2 2 0 16,0-1 0-16,2 2 4 15,5 1-4 1,1 0 1-16,3 0-1 15,1 0-2-15,-1 0 2 0,18 0 0 16,4 0 1 0,-1 0-1-16,1 0-1 15,-24 0 1-15,-7 0 0 16,-4 0 0-16,-6 0 3 16,0 0-1-16,-2 0 4 0,0 0-2 15,-2 0-3-15,-1 0 4 16,-7 0-5-1,-1 0 2-15,2 0-2 16,-6 0 3-16,-2 0-3 16,-7-3 1-16,-1 2 2 15,1-3-3-15,-1 4 1 16,6 0-1-16,-2 0-2 16,-3 0 1-16,-2 0 1 15,-2 0 0-15,-2 0 0 16,4 0 0-16,1 0 0 0,4 0 0 15,4 0-1-15,0 0 0 16,2 0-3-16,7 0 1 16,2 0 4-16,1 4-2 15,-3 0-1-15,7 0 2 16,4-2 0-16,7 2 1 16,6-4-2-16,-6 1 1 15,-6 3 0-15,-4-1 0 16,0-1 0-16,-6-2 0 15,-5 0 0 1,-2 0 0-16,-4 0 0 0,-5 0 1 16,1 0-1-1,4 0 1-15,2 0-1 16,6 0-1-16,0 0 1 16,1 2-1-16,16 4 2 15,2-2-1-15,-2-3 1 16,0 4-1-16,-14-3 0 15,-4 4 0-15,1-6 0 16,0 4 0-16,-3-3 1 16,-3-1-1-16,-4 3 0 15,2-3 1-15,-2 0-1 16,-2 0 0-16,-8 0 1 16,0 0 3-16,-6 0-4 15,3 0 0-15,-6 0 2 16,4 0-3-16,-3-3 2 15,-2 2-1-15,3 1 0 16,-10-4 0-16,2 4 0 16,0 0 0-16,-4-2 1 15,0 2-1-15,0 0 2 16,0 0-2-16,0 0 3 16,0 0 0-16,0 0-2 15,0 0-1-15,0 0 2 16,0 0-3-16,0 0 1 15,0 0-4-15,0 0 4 16,0 0-4-16,0 0 4 16,0 0-9-16,0 0 3 15,0 14-3-15,0 6 7 16,0 4 2-16,0 6 5 16,0 8-3-16,0 0-2 15,0 6 2-15,0 3-2 16,0 0 1-1,2 6 1-15,3 5-2 0,4 0 0 16,-2 4-1-16,-5-4 1 16,2 13 2-1,1-3-1-15,-5 2-1 0,2-2 0 16,0-14 0 0,-2 0 0-16,0-2 0 0,4-2 0 15,-2-1 0-15,2 1 2 16,-2-6-2-16,-2 0 0 15,0-4 2-15,0 4 2 16,0-4-2 0,-10 1-1-16,4-4 0 15,6-2-1-15,-7 1 0 0,7 4 0 16,0 8 2 0,0-2-2-16,0-2 0 15,0-8 2-15,0-4-2 0,0 2-1 16,0-2 1-16,7-1 3 15,-3 5-3-15,0 4 2 16,2 0-1-16,-4 0 0 16,0-4-1-1,-2 0 3-15,2-4-3 16,-2 8 1-16,0 0-1 16,0 0 0-16,2 13 0 15,0-3 0-15,5-6 0 16,1-4 0-16,-2-12 1 15,0-2-1-15,-1 0 0 16,-3 6 0 0,2-1 0-16,0-4 1 15,1 0-1-15,-3-4 1 16,-2 4-1-16,0-5 0 16,0 0-9-16,0 0 4 15,0-8 3-15,0 0 0 16,0 2-13-1,0-2-6-15,0 0-16 0,-2-2-19 16,-13-12-49-16,6 0-57 16,-5 0-202-1</inkml:trace>
  <inkml:trace contextRef="#ctx0" brushRef="#br0" timeOffset="67801.31">18020 17650 682 0,'-11'-8'29'16,"7"4"-23"-16,-1 4 47 15,5 0 23 1,0 0 46-16,0-4-100 16,0 4-18-16,0 0 24 0,0-4 4 15,0 2 4 1,0 2 2-16,9-12-6 15,25 2-10-15,10-2-2 16,14-2 13-16,0 0-15 16,4 2 0-16,0 2-10 15,-1-3-2-15,5 12-3 0,1 1-2 16,7 0 0-16,4 0 0 16,7 0 0-1,6 0-1-15,7 0-2 16,7 1 1-16,4 4 2 15,42-5-2-15,7 0 1 16,-4 0 0-16,2 0 0 16,-38 0-2-16,-8-5 5 15,-10 0-5-15,-9 5 2 16,-8 0-2-16,-3 0-1 16,-2-4 0-16,0 4 1 15,-4-5 0-15,1 1 1 16,1 3-1-16,6-3 1 15,9 0 1-15,5-5 0 16,5 8 1-16,16-3-2 16,-5 4 1-16,-8 0 0 15,-5 0 0-15,-32 0 0 16,-5-4-3-16,-4 4 3 16,-5 0 0-16,-3 0 0 15,-1 0 0-15,4-5 2 16,7 1-2-16,12 4 1 15,12-4-1-15,12-2 2 16,7 2 5-16,-3 0-7 16,-2 0 1-16,-7 4-1 15,9 0 0 1,-3-1 0-16,-11 1 0 0,-6 0 0 16,-24 0-1-16,-2 0 1 15,-1 0 0-15,0 0-1 16,3 0 1-16,2 0 0 15,7-5 2-15,6 1-2 16,5 0-1-16,-3 4 1 16,-2-4 2-16,-2 0-2 15,-7 4 1-15,6-2 0 16,-5 2-2-16,14 0 0 16,1-4 1-1,-2 0 0-15,2-4 0 16,-15 6 1-16,3-6-2 0,7 4 1 15,6-4-3-15,4 6 3 16,0-2 2-16,-2 4-2 16,-8 0-2-16,-3 0 2 15,-8 0 0 1,-5 0 0-16,-1 0 0 16,-2 0 0-16,0 0 0 15,-4 0 0-15,22 0 0 16,2-4 0-16,4-4 1 15,4 2 0-15,-12 2 0 16,3 0-1-16,7 0 0 16,4 2 3-16,1-2-3 15,0 0 3-15,-7 0-3 16,4 0-1-16,1-2-1 16,-3 6 2-16,2-4-3 15,-1 0 3-15,-6 0 1 16,1 4-1-16,-2 0 0 15,19-4 0-15,3-2 1 16,2 6 0-16,2-8-1 16,-17 4 0-16,-3 0 0 15,7 2 2-15,-1-2-2 16,4 0 2-16,-1 4-2 16,-9-4 0-16,0 4 0 15,-6 0 0-15,-1 0 0 16,6 0-3-16,-4 0 2 15,3 0 0-15,-2-4 1 16,2 4 1-16,18-2-1 16,0-2 0-16,-3 4 1 15,-4-4 0-15,-20 0-2 16,0 4 1-16,-4 0 0 16,2 0 1-16,-2-4-1 15,-3 4 0-15,5-2 1 16,-5 2 0-16,5 0-1 15,-1 0 0-15,-1-4 1 16,0 4-2-16,-3-4 1 16,-4 4 0-16,0 0-3 15,16 0 3 1,4 0 0-16,4-4 1 0,3-4-1 16,-16 6 0-16,-4 2 1 15,-1-4-2 1,11 4 2-16,0 0-1 15,-7 0 0-15,-3-4 0 16,-18 4 2-16,-3 0-2 16,4 0 0-16,-4 0 1 15,1 0 1 1,-1 0-1-16,-2 0-2 0,9 0 2 16,-3-4 0-1,-2 4-1-15,1 0 0 16,-13 0 0-16,8 0 0 0,3 0 0 15,1 0 0-15,1 0 2 16,-11 0-3-16,-5 0 1 16,4 0 0-16,-3 0 0 15,5 0 0 1,6 0-3-16,-5 0 3 16,4 4 1-16,0 0-1 0,1 0-1 15,15 2 0 1,2-2 0-16,2 0 1 15,-4 0 1-15,-16 2 0 16,-6-6-1-16,-3 4 0 16,-2 0 0-16,-2 0 1 15,2-4 1-15,-6 4-2 16,2-4 0-16,-2 0 0 16,2 0 0-16,-4 0 0 15,2 0 1-15,2 0 1 16,4 0-1-16,5 0-1 15,7 0-2-15,1 0 2 16,2 2 0-16,-5-2 1 16,-6 4-2-16,-6 0 1 15,-4-4 0-15,-1 4 0 16,-4 0 0-16,3-4 1 16,-1 2-1-16,-2 2 1 15,2 0-2-15,-4-4 1 16,0 0 0-16,-8 0 6 15,4 0-5-15,-3 0-1 16,1 0 1-16,7 0 1 16,2 0 0-16,-1 0 1 15,-5 0-3-15,-8 0 0 16,0 0 1-16,-3 0 4 16,1 0-4-16,-3 0 4 15,0 0 0-15,-2 0 2 16,0 0 7-16,0 0-4 15,0 0-4-15,0 0 2 16,0 0-8-16,0 0-22 16,-20 0-20-16,-9 0-17 15,5 0-123 1,-3 0-336-16</inkml:trace>
  <inkml:trace contextRef="#ctx0" brushRef="#br0" timeOffset="74334.78">18488 17766 375 0,'0'-12'58'16,"0"6"-58"-16,0-2 12 15,0 4 45-15,0 0-44 16,2 4-7-16,0-6 28 16,-2 6 83-16,3-4-72 15,-1 4-5-15,-2 0-6 16,0 0-3-16,0 0-4 16,0 0-6-16,0 0 4 15,0 0-7-15,0 0-2 16,0 0-2-16,5 0-5 15,-1 0-6-15,2 0-3 16,8 4 6-16,-3 10 11 16,2 4-4-16,3 4-2 15,-1 6 2-15,3-2 2 16,1 5-12-16,4-4-1 16,0 0-2-16,6 5 0 15,-2-2 1-15,-8-8-1 16,-3-2 0-16,-7-12 1 15,-5 0-1-15,-2-4 1 16,2-2-1-16,-2 2 0 16,0 0 0-16,0-4 1 15,0 0 1-15,-2 4-2 16,2-4 0 0,-2 0 2-16,0 0 0 0,0 0 2 15,0 0 10-15,3 0-2 16,3 0 4-1,0-12 10-15,6-8 1 16,-3-6-10-16,-3 4-7 0,4-4-2 16,-1-2-2-1,6-16-4-15,1-1 1 16,-5 1-3-16,3-2 2 16,-4 16-2-16,-5 8 2 15,1 8-1 1,-1 6 5-16,-2 2 0 15,-1 2-1-15,-2 4-4 0,0 0 0 16,0 0-1 0,0 0 0-16,0 0 0 15,0 0-2-15,0 0 0 16,2 0-11-16,-2 0-14 16,0 0-18-16,0 0-17 0,0 0-55 15,0 0-97 1,-4 0-181-16</inkml:trace>
  <inkml:trace contextRef="#ctx0" brushRef="#br0" timeOffset="74776.06">19150 17915 201 0,'2'-14'275'0,"-2"5"-248"16,0 5 19-1,0 3 97-15,0-3-69 0,0 4-30 16,-11 0 5-16,-5 0 6 16,-4 0-24-1,0 14-30-15,0 4 4 16,5 8-3-16,3 2-2 0,8 2 0 16,4 10-5-1,0-12 0-15,25-2-2 16,4-8 4-16,0-14 3 15,2-4 0-15,0 0-3 16,0 0-36-16,-14-14-58 16,-5 2-26-16,-12 6-113 0,0 2-153 15</inkml:trace>
  <inkml:trace contextRef="#ctx0" brushRef="#br0" timeOffset="75041.63">19206 18003 402 0,'0'0'113'0,"0"0"-105"16,0 0 79-16,0 0 4 16,40-26-39-16,-32 22 6 15,-6 4-5-15,1 0-23 16,-3 0-25-16,0 12-3 16,0 12 15-16,0 2 33 15,0 4-17-15,0-2-10 16,4 4-23-16,6-6 1 15,-2 0 1-15,1 2-1 16,-4-10-1-16,-1-6 0 16,-4-2 0-16,0-10-1 15,0 4-23-15,0-4-82 16,0 0-110-16,0 0-69 16</inkml:trace>
  <inkml:trace contextRef="#ctx0" brushRef="#br0" timeOffset="75416.53">19580 17888 492 0,'0'0'133'0,"0"0"-111"16,0 0 127-16,0 0 13 15,9-36-110-15,-36 36-42 16,-7 4-1-16,-3 19-4 15,1-1 4-15,12 0 5 16,15 0-9-16,9-4-4 16,0 0-11-16,15 0 4 15,18 0 3-15,17 4 3 16,-6-4 2 0,-5 4-2-16,-16 0-2 15,-21-4-9-15,-2-4-8 16,0 8 10-16,-23-4 9 15,-14-4 9-15,-5 4 2 0,-2-10-4 16,-1 2-5-16,10-10 0 16,8 0-1-1,12 0-1-15,15 0-182 16,0-10-34-16,0 2-99 16</inkml:trace>
  <inkml:trace contextRef="#ctx0" brushRef="#br0" timeOffset="76182.52">19763 17812 235 0,'0'0'126'0,"0"0"-65"16,-16-10 76-16,16 10-1 15,0-4-58-15,0 4-5 16,-2 0 0-16,2 0-8 16,0-4-19-16,0 4-8 15,0 0-4-15,0 0-1 16,0 0-7-1,0-4-6-15,0 4 3 0,0 0-17 16,0 0-6-16,0 0 2 16,16 0-2-1,13 18 3-15,6 1-1 16,5 2 0-16,0 1-2 0,3 5 0 16,-1-5-1-16,-3 0 3 15,-2 2-3-15,-11-12 1 16,-6-2 0-16,-11-2-5 15,-5-8 4-15,-4 0 0 16,0 0 1 0,0 0 11-16,0 4 0 0,0-4-5 15,0 6-3-15,-24 6-2 16,-14 10-2 0,-13 6 3-16,-11 2-2 15,4 6 0-15,-2 4 0 16,8-8-2-16,10-2 5 15,15-7-2-15,14-14 0 0,8-4-1 16,5-5-3-16,0 0-3 16,7 0-8-1,20 0-15-15,1-9-52 16,1-5-46-16,-19 10-144 16,-6 0-154-16</inkml:trace>
  <inkml:trace contextRef="#ctx0" brushRef="#br0" timeOffset="76822.45">20386 17768 360 0,'0'0'149'16,"0"0"-67"-16,-16-32 22 15,16 26-56-15,0-2 0 16,0 8 17-16,0-4 0 16,0 0 5-16,0 4-10 15,0 0-15-15,0 0-4 16,0 0-22-16,0 0-19 16,0 18-2-16,8 12 2 15,15 2 1-15,4 8 7 16,2 0-7-1,0 1 4-15,-2-1-5 0,-2-4 1 16,-5-10-1-16,-7-8 1 16,-6-10-1-1,-1-6 0-15,-4-2 0 16,4 0 5-16,0-20 4 16,-2-14 16-16,5-2-5 0,1-4-8 15,-4-9 6-15,3-1-11 16,-3 2 2-16,4 10 2 15,-4 8 1-15,1 8-3 16,-5 14 11-16,0 2-9 16,-2 6-11-16,0 0-6 15,0 0-31-15,0 10-26 16,0 20-86 0,0-12-113-16,0 0-168 15</inkml:trace>
  <inkml:trace contextRef="#ctx0" brushRef="#br0" timeOffset="77072.45">20794 17905 543 0,'0'0'214'0,"0"0"-195"16,0 0 29-16,8 10 47 15,0 12-87-15,-2 8-4 16,1 8 29-16,-3-4 13 15,-2 6-21-15,4-4-6 16,-2 0-10-16,0-6 2 16,-2-7-10-16,3-7 0 15,-1-9-1-15,-2-3 1 0,0 0-2 16,-2 1-1 0,0-5-234-16,0 0 42 15,0 0-81-15</inkml:trace>
  <inkml:trace contextRef="#ctx0" brushRef="#br0" timeOffset="77353.59">20654 17955 614 0,'0'0'234'15,"0"0"-194"-15,0 0 179 16,0 0-199-16,0 0-14 15,-4-22-6-15,50 14 10 16,12-6 1-16,13 0-1 16,5 0 8-16,-15 1 5 15,-13 9 2-15,-19-1-16 16,-15 5-7-16,-12 0-1 16,-2 0-1-16,0 0-12 15,-14 4-24-15,-13 5-68 16,10 0-162-1,1-9-431-15</inkml:trace>
  <inkml:trace contextRef="#ctx0" brushRef="#br0" timeOffset="79389.42">21634 18159 216 0,'3'-4'142'0,"-3"4"-123"15,0-4 2 1,0 4 56-16,0 0-15 16,0 0-29-16,0 0 9 15,0 0-6-15,0 0-8 16,0 0-13-16,0 12 5 16,0 16 3-16,0 4-4 15,-12 8 7-15,-15 9-21 16,-2-5-2-1,-2-8 0-15,2-8-3 0,16-16 0 16,6-6-39-16,7-6-50 16,0 0-117-16</inkml:trace>
  <inkml:trace contextRef="#ctx0" brushRef="#br0" timeOffset="87773.16">22055 17726 271 0,'0'-4'119'0,"0"4"-108"15,0 0 25-15,0 0 50 16,0 0-49-16,0 0 22 16,0 0-6-16,0 0-5 15,0 0-12-15,0 0-1 16,0 0 10-16,0 0-4 16,0 0-9-16,0 0-9 15,0 0-9-15,0 0-4 16,0 0-4-16,0 0-4 15,0 0-2 1,12 14 12-16,1 0 22 16,2 8-11-16,1 4-6 15,2 0 7-15,-3 6-3 16,6-1-9-16,-2-3-6 16,1 4 1-16,3-2-6 15,-4-2-1-15,-3-6 0 16,-3-4 2-16,-8-14-1 15,-2-4 0-15,-1 0 0 16,0 0 3-16,0 0 2 16,1 0 6-16,-3 0 10 15,0 0-1-15,0 0 0 16,4 0-8 0,-2-4 1-16,4-10 11 0,4-8-16 15,-1 0 2-15,1-2-3 16,7-20 0-1,-5-1 2-15,5-2-7 0,-7-4 2 16,-5 15-2-16,-1 0-1 16,-2 2 1-16,0 10 0 15,0 6-1-15,2 10 1 16,-4 4-3-16,0 0 0 16,0 4-1-16,0 0 0 15,0 0 0-15,0 0-8 16,0 0-1-16,0 0-13 15,0 0-2-15,2 0-13 16,2 4-11 0,0 8 3-16,-4 2-44 0,0-6-131 15,0-6-131-15</inkml:trace>
  <inkml:trace contextRef="#ctx0" brushRef="#br0" timeOffset="88101.62">22525 17794 161 0,'0'0'362'0,"0"0"-308"15,7 4-34-15,-5 0 84 16,1 6-33-16,-1 8-47 15,2 8 21-15,-2 5 1 0,0-3-6 16,3 8-5 0,-1 0-6-16,4-6-23 15,-2-2 4-15,3-6-7 16,-1-10-3-16,2-2 0 16,-4-6 0-16,1-4-2 15,-3 0-7-15,-4-8-76 16,0-16-32-16,0 8-139 15,0 2-235-15</inkml:trace>
  <inkml:trace contextRef="#ctx0" brushRef="#br0" timeOffset="88409.78">22521 17806 386 0,'0'0'226'15,"0"0"-184"-15,0 0-9 16,0 0 67-16,0 0-64 15,35-22-23-15,-2 22 39 16,8 0-4 0,-1 18 12-16,-5 10-42 15,-8 7-2-15,-11-8-2 16,-9 6-3-16,-7-7-6 16,0 4 7-16,0-2-8 0,-20-6 4 15,-3 4-2-15,1-8 1 16,2-8-2-16,7 2-2 15,1-12-3-15,8 0 3 16,0 0-3-16,-1-4-29 16,1-6-92-16,4 2-174 15,0 0-248-15</inkml:trace>
  <inkml:trace contextRef="#ctx0" brushRef="#br0" timeOffset="88909.85">22936 17856 277 0,'0'0'173'16,"0"0"-143"-16,0 0 52 15,46-32 67-15,-46 28-50 16,0 4-16-16,0 0 67 15,0 0-90-15,0 0-36 16,-17 0 1-16,-22 0-21 16,-1 14-2-16,-2 0 5 15,7-1 2-15,14 0-1 16,10-4 0-16,9 0-7 16,2 4-1-16,0-3-4 15,7-2 0-15,17 2-3 16,2-6 3-16,6 4 3 15,4-2-3-15,0 8 4 16,-5-2-8-16,-2 6 7 16,-10 0 1-16,-7 0-10 15,-12 0-4 1,0 0 5-16,-23 4 9 16,-21-4 5-16,-10-2 8 0,-1-2 1 15,1-8 1-15,12-2-2 16,11-4-9-16,15 0-1 15,11 0-3-15,5-10-7 16,5-5-53-16,13 4-64 16,4 7-166-1</inkml:trace>
  <inkml:trace contextRef="#ctx0" brushRef="#br0" timeOffset="89503.84">23495 17718 507 0,'0'0'103'15,"0"0"-68"-15,10-10 85 16,-7 10-2-16,-3 0-81 0,0 0-12 16,0 0 7-1,0 0 19-15,0 6-30 16,0 12 7-16,-18 8-5 15,-23 10-8-15,-3 8 0 16,-3-3 1-16,1-1 0 16,17-14-2-16,6-8-4 15,12-4-3-15,5-6-6 16,6-6-1-16,0 2 0 16,0 0-2-16,0 0-4 15,0 0 5-15,15-2 1 16,10 2 8-16,8 0 7 15,9 0-2-15,5 4-5 16,9-2-3-16,15 2-1 16,-2 2 5-16,-9 2-3 15,-19-2-2-15,-28-6-3 16,-9-4 0-16,-4 0-1 16,0 4 3-16,0-4 2 15,0 0 2-15,0 0 2 16,0 0-5-16,0 0-4 15,0 0-8-15,0 0-39 16,0 0-264-16,-2 0-178 16</inkml:trace>
  <inkml:trace contextRef="#ctx0" brushRef="#br0" timeOffset="90081.82">23856 17650 490 0,'0'0'161'0,"0"0"-106"16,0 0 84-16,0-16-6 0,0 16-76 16,0 0-24-16,0 0-18 15,0 4-7 1,4 18-7-16,5 8 9 16,2 2-2-16,2 4 0 15,5 0-3-15,4 12-4 16,3-7 0-16,-5 1 1 15,-2-8-2-15,-10-16 0 16,0-8-1-16,-4-6 2 16,-2-4-1-16,0 0 1 15,1 0 5-15,-1 0 22 16,4-18 9-16,2-10 2 0,2-6-18 16,3-7-4-1,-1 1 14-15,1-6-20 16,-2-2 0-16,-2-2-4 15,4 2-1-15,-1 8 1 16,-1 8 1-16,-2 10-2 16,-3 14 2-16,-1 8-8 15,-3-5-3-15,1 5-1 16,-3 0-15-16,0 0-31 16,0 0-42-16,0 5-114 15,0 3-225-15,0 2 72 16</inkml:trace>
  <inkml:trace contextRef="#ctx0" brushRef="#br0" timeOffset="90471.92">24408 17852 545 0,'0'0'78'15,"0"0"-24"1,0 0 121-16,0-18-40 16,0 11-70-16,0 4 7 0,0-1-21 15,0 4-9-15,-9 0-22 16,-8 0-13-16,-4 4-6 15,-4 19-2-15,-1 0 1 16,4 8 0-16,4 5-3 16,9-4 2-1,7 4-14-15,2-6-1 0,0-8-2 16,11-8 3 0,22-6-4-16,3-8-21 15,-3 0-22-15,-4 0-106 16,-27 0-140-16</inkml:trace>
  <inkml:trace contextRef="#ctx0" brushRef="#br0" timeOffset="90737.37">24403 17981 698 0,'0'0'67'0,"0"0"1"15,0 0 28-15,0 0-66 16,10-8-1-16,7 8 16 15,6 0-28-15,-10 8-3 16,0 6 13-16,-2 4-2 16,-1 4-16-16,-2 4-3 15,-3-2-1-15,-3 2 3 16,-2-4-6-16,0 0-2 16,0-4 1-16,2-8-3 15,0-2-45-15,0-4-57 16,1-4-95-16,-3 0-72 15</inkml:trace>
  <inkml:trace contextRef="#ctx0" brushRef="#br0" timeOffset="91159.15">24756 17852 585 0,'0'0'55'0,"0"0"36"16,0 0 72-16,0 0-99 16,50-54-36-16,-50 54 4 15,0 0-21-15,0 0 9 16,-21 4-1-16,-8 14 7 16,-9 4-8-16,5-3 12 15,8-1 5-15,9-5-13 16,14 1-11-16,2-1-11 15,0-3-2-15,18 2-3 16,11-2-7-16,4-2 12 16,5 6 1-16,-5-6 6 15,-4 2-6 1,-8-2-1-16,-15 2 0 16,-6 2-7-16,-8 2 5 0,-29 0 2 15,-11 4 10 1,0-2-5-16,7-6 3 0,7 0-7 15,16-6 0-15,9-4-2 16,9 0-25-16,0 0-56 16,0 0-56-1,0 0-725-15</inkml:trace>
  <inkml:trace contextRef="#ctx0" brushRef="#br0" timeOffset="91490.82">25020 17866 445 0,'0'0'175'0,"0"0"-80"15,0 0 36 1,0-5-2-1,2 5-91-15,4 0-17 16,0 0-7-16,5 0 2 0,9 0 5 16,9-5 16-16,9-3-10 15,6 2-3-15,1-2-2 16,-9 4-5-16,-9 1-6 16,-14 0-5-16,-6-1-3 15,-7 4-2 1,0 0 7-16,0 0-1 0,0 0-7 15,-2 0-24 1,-10 0-99-16,-1 0-230 16</inkml:trace>
  <inkml:trace contextRef="#ctx0" brushRef="#br0" timeOffset="92099.98">25406 17554 375 0,'0'0'139'0,"0"0"-19"15,0 0 35-15,0 0-25 16,2-28-60-16,-2 28-16 16,0 0 14-16,0 0-53 15,3 0-8-15,1 0-4 16,5 28 8-16,4 6 12 16,0 6-7-16,3 6-5 15,-3-6-6-15,3 0-2 16,-5 0-3-16,3-4 1 15,-3-5-1-15,0-4 1 16,-2 0 2-16,-2-13-3 16,-3-6 0-16,-2-4 2 15,3-4-2-15,-3 0 1 16,0 0 3-16,0 0 11 16,3-4 11-16,6-22 6 15,0-11-6-15,3-3-4 16,-3-14-7-16,-1 4 7 15,0-6-8-15,1-2-4 16,-3 8-2-16,0 10-4 16,-4 13 2-16,1 9 1 15,-3 10 5-15,0 2-9 16,-2 6-3-16,0 0-2 16,0 0-59-16,0 0-15 15,0 14-17-15,0 9-55 16,0-5-131-1,0 0-81-15</inkml:trace>
  <inkml:trace contextRef="#ctx0" brushRef="#br0" timeOffset="92443.21">25805 17768 376 0,'0'0'132'0,"0"0"-3"15,4 4 35-15,-4-4-48 16,0 8-51-16,0 0-16 16,0 6-5-16,0 4-2 15,0 4-9-15,0 2-24 0,0 2 2 16,3 1-2-1,10 5 2-15,3-6-6 16,2 0-1-16,-3-6-4 16,-1-4-1-16,-3-6 1 15,-5-6 0-15,-2 0-7 16,1-4-27-16,-2 0-46 16,-3 0-60-16,0-8-64 15,0-2-279 1</inkml:trace>
  <inkml:trace contextRef="#ctx0" brushRef="#br0" timeOffset="92662.47">25683 17838 687 0,'0'0'117'0,"0"0"-9"0,0 0 10 15,-3-22-56-15,35 14-48 16,10 2 25-16,9-2 4 15,5-2-1-15,4-2-19 16,-5 2-2-16,-8 2-4 16,-15 4-4-16,-14 2-9 15,-14 2-4-15,-4 0-69 16,0 0-111-16,-4 0-354 16</inkml:trace>
  <inkml:trace contextRef="#ctx0" brushRef="#br0" timeOffset="94471.61">26714 18061 546 0,'-3'-8'9'0,"1"4"66"15,2 0 10-15,0 2-37 16,0 2-18-16,0 0 20 15,0 0 3-15,0-4-2 16,0 4-7-16,0 0-12 16,0 0-5-16,-2 0-12 15,-4 10-10-15,-3 12-2 16,-5 10 11-16,-1 8-8 16,1-2-6-16,-1-6-1 15,3 0-148-15,10-28-62 16,0-4-162-16</inkml:trace>
  <inkml:trace contextRef="#ctx0" brushRef="#br0" timeOffset="95096.46">27184 17504 309 0,'0'0'98'0,"0"0"-83"16,0 0 61-16,13-49-3 15,-13 43-25-15,3 6 4 16,-3 0 20-16,0 0 29 0,0 0-2 15,0 0-17-15,0 10-44 16,0 17-35-16,0 13 2 16,0 6 25-1,0 2 13-15,0 2-38 0,0-6-3 16,0 4 0 0,0-4-1-16,0-8 1 15,0-8-2-15,0-11 0 16,0-16 0-16,0-1 0 15,0 0-1-15,0 0-2 16,14 0 2-16,3 0 1 16,10 0 2-16,2 0 11 0,4-1-12 15,2-3 7 1,-3 0-8-16,1-1-1 16,-8 1-7-16,-5 0-51 15,-9-1-53-15,-11 0-91 16,0 1-156-16</inkml:trace>
  <inkml:trace contextRef="#ctx0" brushRef="#br0" timeOffset="95330.26">27516 17704 122 0,'0'0'392'0,"0"0"-281"15,0 0 128-15,0 0-203 16,0 0-31-16,-2 18 6 15,-5 18 7 1,5 4-6-16,2-4-6 0,0 0-5 16,0-14 0-16,0-3 3 15,0-7-4-15,4-6 0 16,8-2-3-16,-1-4-10 16,0 0-50-16,-4-8-56 15,-7-11-96-15</inkml:trace>
  <inkml:trace contextRef="#ctx0" brushRef="#br0" timeOffset="95473.55">27480 17552 527 0,'0'0'102'16,"0"0"-61"-16,0 0-41 16,0 0-8-16,2-26-89 15,6 31-207-15</inkml:trace>
  <inkml:trace contextRef="#ctx0" brushRef="#br0" timeOffset="96768.54">27480 17552 563 0,'147'50'180'0,"-142"-36"-176"15,4 12-3 1,9 14 77-16,0 4-3 15,-1-2-66-15,4-2-4 16,-11-14-2-16,2-8 1 16,-8-5-4-16,1-8 10 15,-1-1-4-15,-2-4 6 16,0 0 7-16,5 0 21 16,0-4 22-1,6-19-13-15,3-8-44 0,-3 9 3 16,-2 0-4-16,3 4-1 15,-8 4-1-15,1 10 3 16,-3 4-5-16,-2 0 0 16,4 0-3-16,2 4-1 15,3 14-6 1,3 8 10-16,-1-2 6 0,5 2-6 16,4-8 0-16,2 4-1 15,12-8 1 1,5-1-2-16,-1-9-2 15,2-4 1-15,-4 0-2 16,-5-8-3-16,3-15 1 16,-7-3-2-16,-4-6 5 0,-6 0 4 15,-3 2 4-15,-7-6-3 16,-7 4 4-16,-2 6 3 16,0 4-2-1,-2 8 12-15,-9 6-3 16,-1 8-15-16,-3 0 0 0,-3 18-5 15,1 18-1 1,7 8 4-16,10-4 0 16,0-6-5-16,10-6 0 15,19-6 0-15,4-8-1 16,9-5-2-16,7-4 10 16,4-5-7-16,5 0-29 15,-4 0-36-15,-2-5-59 16,-8-14-35-16,-7-3-144 15,-6 0 237-15,-4-8 72 16,-8-2 1-16,-9 0 76 16,-7 6 23-16,-3 12 33 15,0 6 17-15,0 8-9 16,-11 0-35-16,-10 0-75 16,-1 8-23-16,0 18-7 15,2 2-2-15,3 8 0 16,1-6-2-16,7-2 2 15,5-6 2-15,4-4 0 16,0-5-4-16,0-12-3 16,8-1 7-16,13 0 7 15,12 0 16 1,-2-18-7-16,-2-6-6 0,-5-6-1 16,-12 8-5-16,-6 4 2 15,-4 14-3-15,-2 2 5 16,0 2 6-16,0 0 11 31,0 6-25-31,0 16-11 0,0 10 6 16,0-2 5-1,0-7-3-15,5-5-27 16,5-9 16-16,4-9-3 16,-1 0 5-16,10 0 6 15,1-18-13-15,-1-18 0 16,1 0-4-16,-8 4 16 15,-1 2 7-15,-1 4 1 16,-6 6 1-16,-1 8 9 16,-2 8 18-16,0 4 9 15,-1 0-11-15,5 0-21 0,4 12-6 16,3 16 0 0,4 6 7-16,1-2-3 15,2-4-3-15,2 2 0 0,-3-2-1 16,-11-7 0-1,-4-7 0-15,-7-4 9 16,0-10 12-16,0 0-7 16,0 0 6-16,-16-5 23 15,0-18-13-15,6-4-11 16,5 1 12-16,5-6-6 16,0 0-13-16,0 2 1 15,2 4-3-15,16 8-3 16,2 8-7-16,3 2-5 15,1 8-5-15,14 0-44 16,-2 0-57-16,-21 0-90 16,-1 0-366-16</inkml:trace>
  <inkml:trace contextRef="#ctx0" brushRef="#br0" timeOffset="97912.34">29693 17664 449 0,'4'-12'161'0,"0"6"-24"15,2 6-11-15,-2-4-94 16,7 4-8-16,3 0-6 16,-1 0-3-16,0 0-1 15,-6 22-2-15,0 4 3 16,-3 2 5-16,0 2-11 15,1-2-5-15,-3-2 8 16,0-8-11-16,-2-8-1 16,0-6 1-16,0-4 3 15,0 0 13-15,0 0 47 16,5 0-11-16,-3-4-14 16,7-14-23-16,6-18-16 15,5 4 7-15,5-8-3 16,0 0-3-16,-6 14 3 15,-1 8-1-15,-5 8-2 16,-3 10-2-16,-6 0-1 16,1 0-1-16,1 0 1 15,5 18-9-15,5 10 11 16,-1 2 3-16,1-2-3 16,-3 2-1-16,-1-8-1 15,-3-8-2-15,-3-4-2 16,1-6 6-1,0 0-5-15,4-4-1 16,5 0 5-16,1-4 1 0,3-14 3 16,3-4-2-1,-1-6 4-15,0-2-2 16,-4 2-2-16,-3-2 0 16,-6 12-1-16,-1 4 0 15,-4 6 5 1,-2 4-1-16,-2 4 2 15,0 0 3-15,0 0-1 0,0 0-8 16,0 4-1 0,2 18-4-16,2 8 5 15,1 2 2-15,1 0 1 16,2-2-3-16,2 2 0 16,3-6-10-1,1-12-3-15,-1-3 1 0,-1-11-2 16,3 0 4-1,3 0 3-15,2-7-12 16,5-11 13-16,1-8 1 16,-3 0 5-16,-1-10 2 15,-4 8-1-15,-7 6 9 16,-4 4 18-16,-7 14 7 16,0 4-8-16,0 0 2 15,0 0-13-15,0 0-16 16,0 14-5-16,2 12-5 15,5 6 10-15,3-6-1 16,6 2-4-16,0-6 3 16,0-6-3-16,1-6 4 15,-1-6 1-15,1 0-1 16,10-4 2-16,2-4-1 16,0-18 3-16,0-8 1 15,-13 2-1-15,-5 2-2 16,-9-2 0-1,-2 2 3-15,-8 4 3 16,-26 8-5-16,-9 6-2 16,4 8-8-16,-6 0-6 15,5 12-8-15,6 10-133 16,28-12-136-16,6-2-174 16</inkml:trace>
  <inkml:trace contextRef="#ctx0" brushRef="#br0" timeOffset="98661.64">31124 17678 539 0,'26'-14'31'16,"-23"6"90"-16,-3 2 57 31,0-2-82-16,-10 4-27-15,-11 4-44 0,-8 0-25 0,-8 0-5 16,2 4 5-16,-3 14 0 0,5 8 0 31,6 2 0-31,10 2 0 16,7 2-5-16,10-2 1 16,0-7-4-16,0-10 4 15,18-3 0-15,9-6 11 0,9-4 24 16,1 0-3-16,3-18-2 0,3-18-12 31,-12-16 0-15,-4-2-4-16,-14-8-9 0,-9 12-1 0,-4-4-6 15,0 10 6-15,0 3 2 16,-4 19-1-16,-5 8 22 16,3 10 7-16,1 4-3 0,-4 0-8 31,-4 22-19-16,1 18-2-15,8 6-2 16,4 7 4-16,0 1 1 0,0-6-1 0,25 2 0 16,6-6 2-16,4-12 2 31,3-10 4-31,-7-18-3 16,2-4 2-16,4 0-4 15,-2 0 1-15,5-18-1 16,-6-8-1-16,-1-6 0 0,-8-4-2 0,-5-4-3 15,-5 0 2-15,-8 6 1 32,-5 12 8-32,-2 4-7 0,0 12 9 0,0 6 6 15,0 0-9-15,-9 18-7 16,-16 14-4-16,-1 16 4 16,8-8 3-16,7 4 2 31,6-6 0-16,5-4-5-15,12 2 19 16,36-13-8-16,20-1 3 16,7-17-6-16,6-5-4 0,-10 0-4 0,-53-1-182 15,-14-20-449-15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11:03:39.59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17472 10505 99 0,'0'0'238'16,"14"0"-219"-16,-14 0-6 15,0 0 37-15,0 0-12 16,0 0-28-16,0 0-7 15,0 0-3-15,4 0-12 16,31 0-33 0,-12-4-109-16,8 0-24 0</inkml:trace>
  <inkml:trace contextRef="#ctx0" brushRef="#br0" timeOffset="5229.57">11265 9697 314 0,'-4'8'0'15,"4"-8"0"-15,0 0 0 0,0 0 80 16,0 0-29 0,0 2-11-16,0 4-28 15,0 6-12-15,0 2-8 16,0-8-55-1,0-4-99-15</inkml:trace>
  <inkml:trace contextRef="#ctx0" brushRef="#br0" timeOffset="6512.31">9580 10267 538 0,'-27'-78'26'16,"27"25"-25"-16,0-3-1 16,18 0 26-16,14-8-12 15,5 8 4-15,1 6-12 16,1-1-3-16,-6 17 4 15,7-2 1-15,6-2-6 16,30-6-2 0,11 2-2-16,11 4-1 15,2 6 3-15,-15 14 1 16,-5 8-1-16,-6 4 1 16,-5 6-2-16,-5 0-16 15,-6 0 9-15,-8 0 2 16,5 10 4-1,-4 16-3-15,-4 6-1 0,-2 10 3 16,-14 4-5-16,-7 8 7 16,-5 6-3-1,-6 29 1-15,-7 5-2 16,-4 2 4-16,-2 4 1 16,0-21-5-16,-6-3-4 15,-30 2-15-15,-17-4-23 16,-14-6-93-16,-14-7 22 15,-8-15 92-15,-17-8 26 16,3-14 0 0,65-24-11-16,4 0-73 0</inkml:trace>
  <inkml:trace contextRef="#ctx0" brushRef="#br0" timeOffset="6521.29">16000 10038 385 0,'44'-56'110'16,"-29"30"-66"-16,1 8-21 15,2 2-12-15,-3 2-6 16,1 2-4-16,4-1-2 16,-2 4-5-16,2-1-34 15,6 0-42-15,1 2-21 0,-15 8-17 16,1 0-85 0</inkml:trace>
  <inkml:trace contextRef="#ctx0" brushRef="#br0" timeOffset="38538.08">23690 13668 77 0,'29'-6'21'15,"-6"2"-4"-15,-1 0 27 16,-6 0-16-16,2 1-17 16,-3 2-8-16,1-1 5 15,1-1-3-15,6 3 2 16,1 0-6-16,3-1 1 16,5-2 1-16,5 2 19 15,5 1 4-15,10 0 38 16,4 0-30-16,-3 0 7 15,-2 0-28-15,3 0-2 16,-10 0 1-16,-11 0-9 16,-8 0 1-16,-19 0-4 15,2 0 2-15,-8 0 1 16,0 0 0-16,0 0 3 16,0 0 2-16,0 0-3 15,0 0-2-15,0 0 0 16,-5-3-3-16,-17 3-31 15,-7 0-212-15,-7 0 166 16,1 0 51-16,-4 0 35 16,-7 0-9-1,-6 0 89-15,4 0-73 0,-6 0-16 16,40 0-70-16,1 0-74 16</inkml:trace>
  <inkml:trace contextRef="#ctx0" brushRef="#br0" timeOffset="38797.99">23825 13632 102 0,'0'0'9'0,"0"0"18"15,0 0-15-15,0 0 2 16,0 0 9-16,-77 0 3 16,77 0-26-16,0 0-9 15,0 0-3-15,9 0 4 16,11 0 8-16,5 0 27 16,2 1-10-1,0 2-9-15,2-2-8 0,4 2 5 16,3-3 2-16,3 0-6 15,-1 0-1-15,1 0 0 16,-2 0 0-16,-1 0 0 16,-3 0-25-1,-2 0-17-15,-2 0-39 16,-4 0 81-16,-3 0 3 0,-22 0-3 16,0 0-69-1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26T06:02:11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11616 9457 340 0,'0'0'111'16,"0"0"-101"-16,0 0-8 15,0 0 7-15,0 0 16 16,0 0 7-16,0 0-30 0,0 0 3 16,-4 14 3-1,4-14-6-15,0 1 1 0,0-1 9 16,0 0-11-16,0 0 3 16,0 0 5-16,0 0-1 15,0 0 25-15,0 0-1 16,0 0-8-16,0 0 1 15,0 0-20-15,0 0 0 16,0 0 5-16,0 0-5 16,0 0 21-16,0 0-19 15,0 0-6-15,0 4 7 16,0 3-7-16,0 0-2 16,4-7-45-16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10:42.25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1096 10475 304 0,'7'-14'157'0,"-3"6"-181"15,-2 2 24 1,0 0 79-1,0 2-47-15,1 0-7 16,-3 2-9-16,0 2 12 16,0 0 0-16,0 0-3 15,0-2 8-15,0 2-11 16,0 0 4-16,2 0 10 16,-2 0 3-16,0 0-1 15,0 0 0-15,0 0-9 16,0 0 1-16,0 0 11 15,0 0-21-15,2 0-16 16,0 0 1-16,3 12-2 16,2 28-1-16,-1 12 52 15,5 12-28-15,-1-1-15 16,-2-1 6-16,3 0 3 0,-1-6 2 16,-2-6 1-16,-1-8-23 0,-3-6 21 15,-4-7-13-15,2-9-7 16,-2-8 6-1,0-8-2-15,0-2-1 16,0 0-4-16,0-2 3 0,0 0-3 31,0 0-12-31,-2 0-4 16,-23 0-32-16,-6 0-23 16,3 0 16-16,-3 0 5 15,4-2 36-15,5 0 11 0,3-1 3 16,9 3 24-16,5 0 3 15,3 0 10-15,2-1-10 16,0 1-12-16,0 0-6 16,0 0-9-16,0 0 6 15,0-3-4-15,0 3-2 16,0 0 1 0,22-5 0-16,14 1 18 0,13-2 8 15,-2-1-10-15,1 4 2 16,-5 1-13-1,-1 2-3-15,-9 0 1 16,-6 0-3-16,-6 0-1 16,-10 0 0-16,-5 0 2 15,-4 0-6 1,0 0 4-16,-2 0-1 0,0 0-15 16,0 0-20-16,0 0-36 15,-19 0-117-15,3 0-126 16,1 0-239-16</inkml:trace>
  <inkml:trace contextRef="#ctx0" brushRef="#br0" timeOffset="348.65">966 10517 262 0,'0'0'428'16,"-53"-18"-388"-16,51 16-34 15,2 2 29-15,0-2 75 0,0 0-84 16,0 2-24-16,0 0-2 16,5-2 17-16,14 2 16 15,10-2 20 1,10 0 3-16,11 0 29 0,4-2-64 15,6 0-1-15,0 2-12 16,3 0-6-16,-7 2-2 16,-8 0 0-16,-13 0-4 0,-21 0-10 15,-7 0-22 1,-7 0-37-16,0 0-48 16,0 0-77-16,-4 6-86 0</inkml:trace>
  <inkml:trace contextRef="#ctx0" brushRef="#br0" timeOffset="771.77">1610 10618 627 0,'0'0'144'0,"0"0"-144"0,0 0 0 16,0 0 123-16,18 0-27 15,-18 0-57-15,0 0-15 16,0 0 7-16,0 0-12 16,0 0 1-16,0 10-18 15,0 13 1-15,-6 10 4 16,-6 19-4 0,6 6 11-1,6 4-13-15,0 0 4 0,0-12 0 16,6-3-5-16,17-3 3 15,1 0-3-15,3-2 1 16,-3-2-2-16,-4-4 4 16,-11-4-3-16,-9-4 2 15,0-2-2-15,-7-1-2 16,-28-3-1-16,-11-7 3 0,-8-5-16 16,0-7-13-16,-8-3-4 15,8-13-38 1,8-19-101-16,34 10-121 15,10 7-145-15</inkml:trace>
  <inkml:trace contextRef="#ctx0" brushRef="#br0" timeOffset="950.64">1394 11061 482 0,'0'0'149'15,"0"0"-24"-15,120-58 42 16,-66 41-68-16,13 3-53 15,28-5 3-15,1 2-6 0,-2 6-18 16,-18 0-11-16,-43 9-14 16,-18 2-3-16,-15 0-29 15,-17 6-89-15,-18 2-147 16,-6 1-223-16</inkml:trace>
  <inkml:trace contextRef="#ctx0" brushRef="#br1" timeOffset="6469.85">2858 10323 399 0,'0'-8'151'0,"0"2"-151"0,0 2 0 15,0 0 61 1,0-3 32-16,0 4-19 0,0-1-6 15,0 0-21-15,0 4 21 0,0 0-2 16,0 0-9 15,0 0 28-31,0 0-55 0,0 0-7 0,0 0-9 16,0 16-3-16,0 20-11 16,0 12 13-1,0 10 5-15,0-2-17 16,0 4 7-16,0 1-8 15,0 1 2-15,0-2 1 16,-4-6 0-16,0-6-3 16,-4-10 2-16,2-10-1 15,-1-6-2-15,1-6 1 16,0-4-3-16,-2-2-29 0,-3-3-45 16,-1-2-84-16,-11-2-79 15,-4-1-10 1,-2-1 63-16,-7 2 137 0,7 1 50 15,-4-3 62-15,4 2 48 16,6-1-5-16,10 0-17 16,6-2 34-1,7 2-8-15,0-2-28 16,0 0-21-16,0 0-43 16,0 0-12-16,18 0-8 15,18 0 19-15,11 0 1 16,11 0-7-1,17-4 3-15,-4-5-3 16,-4 2-6-16,-18 0-9 0,-24 7 0 16,-12-1-1-16,-11 1-29 15,-2-3-28-15,0 2-13 16,-17-3-36-16,-1 1-142 0,0-3-257 16</inkml:trace>
  <inkml:trace contextRef="#ctx0" brushRef="#br1" timeOffset="6793.91">2597 10349 704 0,'0'0'196'0,"0"0"-167"16,-21-18-15-16,21 16 55 15,0 2-26 1,21-2-20-16,24 0-15 16,20 0 27-16,6-2 10 15,1 4-21 1,-10 0-12-16,-11 0-1 0,-6 0-11 15,-10 0-1-15,-10 10-24 16,-8 6-62-16,-17-8-95 16,0-2-172-16</inkml:trace>
  <inkml:trace contextRef="#ctx0" brushRef="#br1" timeOffset="7157.68">3002 10868 333 0,'0'0'310'0,"0"0"-254"16,0 0-45-16,0 0 72 15,0 10 17-15,0-10-37 16,0 0-17-1,0 0-10-15,0 0 6 16,0 7-10-16,0 11-14 16,0 9-8-16,0 11-10 15,0 9 10-15,0-1 1 16,0 0-9-16,0-4 0 16,0-8-2-16,8-6 6 15,-4-10-6-15,-2-10 0 16,1-4-4-16,-1-4-9 15,0-8-79-15,-2-8-96 16,0-8-151-16</inkml:trace>
  <inkml:trace contextRef="#ctx0" brushRef="#br1" timeOffset="7475.11">2969 10794 466 0,'0'0'415'0,"0"0"-353"16,0 0-57-16,0 0 12 16,66-8 35-16,-4 38-17 15,11 8-19-15,-8 0-12 0,-7 0-2 16,-14 3-2-16,-13-4 0 16,-17 2-1-16,-14-5 1 15,0-2 0-15,-27-2 0 16,-22-8 0-16,-16-2 9 15,-6-8 3-15,2-6 55 16,5-4-42 0,16-2-7-16,19 0-3 15,17 0-15 1,12-6-6-16,10-10-55 0,32 0-63 16,-13 8-106-16,2 0-164 15</inkml:trace>
  <inkml:trace contextRef="#ctx0" brushRef="#br1" timeOffset="7929.81">3531 10885 772 0,'0'0'104'15,"0"0"-104"-15,0 0 24 0,0 0 93 16,7-51-62-16,-7 51-26 15,0 0 9-15,0 0-12 16,-9 2-14-16,-13 12-2 16,-3 6-10-16,2-2 9 15,10 0-8-15,9 2-1 16,4-2-2 0,0 0-1-16,15 3 3 15,21 3-4 1,4 2 0-16,0 0 4 0,-6 0 0 15,-14-8 1-15,-9-2-1 16,-11 0 0-16,0-4-1 16,0-2 2-16,-13 0 0 15,-20-2-1-15,-8-6 8 0,-10-2 3 16,-5 0-4 0,-2 0 6-16,7-12 21 15,11-4-17-15,13 2-11 16,16 0-6-16,11-4 0 15,4 4-16-15,30 0-18 16,13 0-34 0,-7 8-69-16,-23 6-150 15,-5-2-281-15</inkml:trace>
  <inkml:trace contextRef="#ctx0" brushRef="#br1" timeOffset="13748.11">4041 10716 628 0,'-13'0'0'0,"7"0"-5"16,2 0 94-16,4 0-27 16,0 0-48-1,0 0-7 1,0 0-6-16,0 0 1 0,0 0 15 16,0 0 1-16,0 0 15 15,0 0 18-15,0 0 3 16,0 0-2-16,0 0-12 15,0 0-20-15,0 0-1 16,0 0-11-16,0 0-1 0,0 0 9 16,0 0-5-16,10 0-3 15,3 0-5-15,5 0 4 16,11 0-5 0,9 0-1-16,6 0 7 0,3-2-7 15,-3 0 3-15,-1 2 1 31,1 0-4-31,-1 0 7 16,-7 0-7-16,-7 0-1 0,-12 0 0 16,-5 0 1-16,-10 0-3 15,-2 0 2 1,0 0-2-16,0 0 2 16,0 0-2-16,0 0-9 15,0 0-30-15,-2 0-51 0,-25 2-84 16,11 2-66-16,-6 0-239 15</inkml:trace>
  <inkml:trace contextRef="#ctx0" brushRef="#br1" timeOffset="14134.12">4088 10870 334 0,'0'0'147'0,"0"0"-147"0,0 0 7 16,-12 16 17-16,12-14 46 16,0 2-23-1,0 0-7-15,0-1 3 16,8-2 16-16,5 2-5 16,7-3 7-16,2 1-10 15,7-1-13 1,2 0-11-16,2 0 32 0,4 0-40 15,-2 0-2-15,3 0-7 16,6 0 7-16,-1 0 0 16,-7 0-7-16,-7 0 11 15,-19 0-11-15,-5 0-9 16,-5 0 3-16,0 0-4 16,0 0 0-16,0 0 0 15,0 0-15-15,0 0-11 0,0 0-45 31,-2 0-58-31,-5 0-65 16</inkml:trace>
  <inkml:trace contextRef="#ctx0" brushRef="#br1" timeOffset="15021.18">5126 10624 582 0,'0'0'59'16,"0"0"-51"-16,0 0 102 15,-15-20 5 1,-12 20-77-16,-6 0-23 0,-7 14 13 15,1 10-6-15,1 3 2 16,1 10 2-16,1 1 0 0,5-2-8 16,4 2-10-16,9-6-1 15,9-4-6-15,5-2 1 16,4-5-2-16,0-6 0 16,4-1-4-16,21-6 4 15,4-6 0-15,7-2 6 16,17 0 0-1,3-10-6 1,1-12-6-16,-5-4 4 16,-19 5-3-16,-6-4 2 15,-7 3 2-15,-4 4 1 16,-10 2 2-16,-1 6-1 0,-5 6 0 16,0 4 7-16,0 0-2 15,0 0 9-15,0 0-15 16,-11 16 3-16,-12 16 0 15,1 4-2-15,9 0 6 16,8 3-6-16,5-9 0 16,0-5 0-16,0-6 2 15,16-16-3-15,6-3 0 16,7 0 1 0,4 0 3-16,4-3 4 15,-6-16-4-15,-2 0 1 16,-5-5-1-16,-6-1 3 15,-10-1-6-15,-8-2 10 16,0 4 2-16,-8 2-11 16,-25 8-2-16,-7 6-7 15,-20 8 1-15,-6 0 5 16,4 0-2-16,7 8-14 0,21 4-29 16,16-2-37-16,10-2-66 15,8-2-37 1,0-2 14-16,12-4 0 0,11 0-30 15</inkml:trace>
  <inkml:trace contextRef="#ctx0" brushRef="#br1" timeOffset="15523.06">5449 10802 407 0,'0'0'136'0,"0"0"-113"15,27-10 57-15,-27 10 17 0,0 0-12 16,0 8-26-16,0 20-31 0,0 8-13 16,0 4 23-1,0 0-17-15,0 1-9 16,0-7 4-16,0-9-11 16,0-6 1-16,0-9 4 15,0-8 9-15,0-2 3 0,2 0 13 16,14-18 27-16,2-13-20 15,4-5-18-15,2 0-16 16,1-4-8-16,-3 0 6 16,3 2-6-16,-6 4 0 15,0 12 0-15,-11 12 0 16,-3 6 0 0,-5 4-2-16,0 0 0 15,0 8 0-15,0 20 2 16,0 8 1-16,0 14-1 15,0-3 1 1,0-7-1-16,11-7 2 0,-2-16-2 16,0-5 0-16,0-6 0 15,-2-5 0-15,1-1 0 0,1 0-1 16,3 0-4-16,3 0-2 16,-1-15 5-16,-6-6-24 15,3 2-52 1,-11 10-289-16,0 4-7 15</inkml:trace>
  <inkml:trace contextRef="#ctx0" brushRef="#br1" timeOffset="16255.69">5982 10716 269 0,'0'0'502'16,"0"0"-489"-16,0 0 31 16,11-22 71-16,-11 22-46 15,0 0-29 1,-7 0-32-16,-10 16-4 0,-6 4 10 16,-2 6-10-1,6 0 3-15,1 4 13 16,5-2-6-16,5-4-4 15,6-2-9-15,2-4 1 16,0-1 3-16,0-8-5 16,18 1 0-16,9-4-4 15,2-2 4-15,3 3-6 16,-3-2-11-16,-6 8 10 16,-7-3-5-16,-13 4 2 15,-3 2 6 1,0-1-6-16,-19-1 10 15,-12 1 5-15,0-3 3 16,0-6 24-16,7-2-8 16,6-4-8-16,7 0 1 15,7 0-14-15,4 0-3 0,0-4-23 0,0-18-95 16,0-4 46-16,19-4-10 16,4-8-20-16,4-19-32 15,-1-11-29 1,1-6 50-16,-3-2 69 0,-1 12 44 15,3 10 3-15,-1 7 20 16,-3 11 5 0,-4 12 42-16,-7 8 33 15,-4 10-1-15,-7 4-11 16,0 2 14-16,0 0-18 16,0 0-2-16,0 14-41 15,0 22-40-15,0 12 8 16,0 9-7-16,0 20 8 15,0 2-11-15,0-1 1 16,9-8 4-16,6-22-7 16,1-7 3-16,4-11-2 15,-2-8-1-15,-2-10 1 16,-3-8-1-16,-5-4-6 16,-8 0-14-16,0 0-41 15,0-4-55 1,-13-8-78-16</inkml:trace>
  <inkml:trace contextRef="#ctx0" brushRef="#br1" timeOffset="16439.71">5942 10818 502 0,'0'0'204'0,"0"0"-147"16,-47-68-12-16,47 62 97 16,7 2-67-16,17 4-54 0,12 0-3 15,6 0 16-15,8 0-11 16,4 0-4-16,-2 0-16 15,0 6-1 1,-10 0-13-16,-9-4-82 16,-6 0-75-16,-27-2-134 0,0 0-195 15</inkml:trace>
  <inkml:trace contextRef="#ctx0" brushRef="#br1" timeOffset="17303.09">6526 10756 607 0,'0'0'172'0,"0"0"-171"16,0 0 40-1,0 0 105-15,6-16-81 0,-17 16-33 16,-11 0-30-16,-14 8 5 15,-7 14-6-15,1 4 1 0,0 4 17 16,9 6 11-16,13-2-14 16,7-4-5-16,13-7-11 15,0-10 1-15,0-3 3 16,0-6-4 0,10-4 0-16,13 0 6 0,15-1 17 31,4-24-5-31,-2-3-15 15,0 0 0-15,-19 6 1 16,-6 8-3-16,-4 6-1 16,-9 4 0-16,-2 4 2 15,0 0-2-15,0 6-9 16,0 20 1-16,0 6 7 16,0-2 0-16,0-2 1 15,0-10 2-15,0-7-2 16,5-7 0-16,1-4 0 0,3 0 1 15,7-16 6 1,-1-11 3-16,8-5-10 0,-1 0 5 16,-4 2-4-16,0 4-1 15,-3 8 0-15,-5 8 2 0,-6 6-3 16,-4 4 1-16,0 0-3 16,0 0 2-16,0 18-4 15,0 12-3-15,-4 4 8 16,0-1 4-1,4-8-4-15,0-7 0 0,0-7 2 32,0-7-1-32,12-4-1 15,5 0 3-15,4-3-1 16,1-15 9-16,3-4-11 16,-5-2-1-16,-2 0-3 15,-7 4-16-15,-7 4-9 16,-2 8-1-16,-2 8-4 15,0 0 16-15,0 0 4 0,-11 24-13 16,-7 7 27-16,7 2 3 16,7-3 4-16,4-2-7 15,2-7 4-15,25-7-1 16,6-13-1-16,1-1 3 16,8-5 0-1,1-23 4-15,-6-7-9 16,-6-5-10-16,-10-4-22 15,-8-8-31-15,-7-4-10 16,-2-10-38-16,-4 35-31 16,0 4-23-16</inkml:trace>
  <inkml:trace contextRef="#ctx0" brushRef="#br1" timeOffset="17472.25">7007 10365 554 0,'0'0'246'0,"-60"-14"-170"15,35 68-19-15,14 12 22 16,11 6-21-16,0 7-41 15,0 1-13-15,24-4 7 16,1-8-6-16,0-8-3 0,-1-9 3 16,-4-14-5-1,-2-8 6-15,-3-13-6 0,-3-8-13 16,-10-8-94-16,-2 0-176 16,0-8-337-16</inkml:trace>
  <inkml:trace contextRef="#ctx0" brushRef="#br1" timeOffset="17641.55">6744 10718 923 0,'0'0'267'16,"0"0"-267"-16,0 0 19 16,0 0 0-16,114-56 45 15,-35 48-59-15,6 4-5 16,-6 2-8-16,-22 0-62 15,-52 2-209-15,-5 0-450 16</inkml:trace>
  <inkml:trace contextRef="#ctx0" brushRef="#br0" timeOffset="23410.17">8379 10153 613 0,'0'-21'34'16,"0"11"-16"-16,-6 5-18 16,6 0 110-16,0 3 5 15,0 2-86-15,0 0 0 0,0 0-2 16,-2-2-3-16,2 2 8 16,-3 0-13-16,3 0-3 15,-2 0 7-15,-2 0-8 16,-4 2 3-16,-2 20-9 15,-1 4 8-15,1 9 16 16,4 8-27 0,2 6-1-16,4 7-2 15,0 34-2 1,0 7-1-16,2 4 0 16,11 2 3-16,-4-25-2 15,-2-6-1-15,-3-5 0 16,-2-9 1-16,-2-6-2 0,0-10 1 15,0-8 0-15,0-8 1 0,0-8-1 16,0-6 0 0,0-2 0-16,-8-2 5 15,-9-2-1-15,-6-2 12 16,-8-2 5-16,-15-2-8 16,4 0-1-16,-3 0 0 15,6-12-9-15,10 0-3 0,0-2-15 16,4-2-22-16,3-4-11 15,4-4-47-15,5-2-60 16,13 14-99-16,0 2-119 16</inkml:trace>
  <inkml:trace contextRef="#ctx0" brushRef="#br0" timeOffset="24415.62">7980 10764 579 0,'0'0'116'16,"0"0"-69"-16,0 0 99 16,5-18-14-16,-3 18-61 15,10 0-43-15,5 0-21 0,12 0-7 16,14 0 0 0,5-2 5-16,6 0-2 0,8-2-3 15,3-2 0-15,6-2 5 16,7 0-4-1,-11 2-1-15,-20-2 0 16,-16 2 3 0,-24 4-5-16,-7 0 2 15,0 2 0-15,0 0 5 16,0 0-2-16,0 0 1 0,-4 0 1 16,-6 0 3-16,3 0 1 15,3 0-9 1,4 0-1-16,-2 0 1 15,2 0 1-15,0 0 0 0,0 0 2 16,0 0 1 0,-4 4-1-16,-1 6-1 0,-4 2 1 15,0 6-3-15,3 6 1 16,-1 2 1-16,3 6 0 16,4 2 0-16,0 0-2 15,0-2 2 1,4-7-3-16,18-6 3 15,2-6-2 1,3-9 0-16,4-4 7 0,5 0 0 16,5-17-2-16,1-13 14 15,-2-16-9 1,-11-2-4-16,-11 2 3 16,-12 8-7-16,-6 12 12 0,0 6 3 15,-22 4-6-15,-7 6-2 16,-2 4-9-16,-5 6-9 15,-2 0 3-15,3 0-23 0,6 8-6 16,8 2-29 0,11-2-24-1,10-2-184-15,0-4 123 0,2-2 54 0,25 0 41 16,15 0 53 0,5-10 1-16,-1-8 3 0,4 2 37 15,-13 5 12-15,-1 2 6 16,-5 3-2-16,-6 3-9 15,-5 3 9-15,-1 0 0 16,2 13-20 0,4 17 0-16,-4 8-26 15,4 6-8 1,-5 2 8-16,-3-2-9 0,-5-4-1 16,-5-6-2-16,-7-6-3 15,0-7 6 1,0-6-1-16,0-6 42 15,0-7 22-15,0-2 6 0,-5 0-4 16,1-15-8-16,2-13-12 16,2-4-28-16,0-9-2 15,0-6 3-15,6-1-5 0,12 4-2 16,2 6-8 0,-2 8-3-16,2 7 14 15,2 8-13 1,-1 4-2-16,0 8-7 15,10 3 5-15,1 0-20 16,-3 3-48-16,-5 10-33 16,-24-9-157-16,0-4-323 15</inkml:trace>
  <inkml:trace contextRef="#ctx0" brushRef="#br1" timeOffset="30823.45">10037 10359 33 0,'-2'-2'0'0,"2"2"-31"15,0 0 31-15,0 0 80 16,0 0-28-16,0 0-42 16,0 0 20-16,0 0 4 15,-2 0 0-15,2 0 0 16,0 0-6 0,0 0-10-16,0-2 54 15,0 0-21-15,0 0-4 16,0 0-18-16,0-4-3 15,0 2-4-15,0-2 5 16,0 0 2-16,0 2 8 16,0-4 16-16,0 4-5 15,0-4 8-15,0 2-5 0,0 0-3 16,0 0-5-16,0 4-7 16,2 0 11-16,-2 2-10 15,0 0-5 1,0 0 4-16,0 0-19 0,0 0-9 15,0 0 5-15,2 0 0 32,2 0-11-32,7 8 8 15,3 18-10-15,3 4 12 16,4 4 5-16,-1 10-14 16,5 8 1-16,1 6-4 15,5 9 2-15,2-3 2 16,2 0-4-16,-2-4 3 0,-2-8-2 15,-7-6 1-15,-6-7-2 16,-2-10 0-16,-7-7 3 16,-5-9-2-16,0-9-1 15,-4-3 18-15,3-1-12 16,-3 0 14-16,2 0-1 16,-2 0-9-16,2 0 17 15,0 0-6 1,0-1-7-16,1-3-3 15,2-2-11-15,-1-2 6 16,0 0-6-16,1-5 0 16,-1-1 6-16,2-4-6 15,4-5 3-15,-1-6 0 16,-1-7-2-16,6-24 5 16,-1-12-5-16,3-12 8 15,-3-10-7-15,1 11-2 16,-3 9 2-16,2 12 1 0,1 14-5 15,-1 13 2-15,-4 16 0 16,-2 5 4-16,-5 10-3 16,0 1 0-16,-2 3 6 15,0 0-7-15,0 0-4 32,0 0-4-32,0 0 6 15,0 0-5-15,0 0 2 16,0 0 3-16,0 0-14 15,0 0-2-15,0 0-12 16,0 4-3-16,0 9 11 16,0 0-24-16,0 8-15 0,0 3-64 15,-6-14-153-15,-2-1-97 16</inkml:trace>
  <inkml:trace contextRef="#ctx0" brushRef="#br1" timeOffset="31255.52">10552 10633 183 0,'0'0'215'0,"0"7"-149"31,0-7-42-31,0 0 201 15,0 0-139-15,0 0-25 16,0 0-19-16,0 0 11 16,0 0 15-16,0 0-17 15,0 0-6-15,0 2-21 16,0 4-15-16,0 10-9 16,2 6-6-16,5 10 6 0,-1 2 4 15,1 4-1-15,2 0 5 16,-2-2-8-16,-1 0 0 15,3-1 12-15,-2-9 4 16,0-4 0-16,-1-6-8 16,-4-7 1-16,0-2-8 31,1-3 0-31,-3-4 6 16,0 0-6-16,2 0-1 0,-2 0 0 15,4 0-7-15,1-2-40 16,0-21-65-16,-5 9-148 15,0 1-178-15</inkml:trace>
  <inkml:trace contextRef="#ctx0" brushRef="#br1" timeOffset="31693.54">10648 10668 518 0,'0'0'112'0,"0"0"-112"16,0 0 31-16,0-20 137 15,0 20-67-15,0 0-44 0,0 0-16 16,0 0-15-16,0 0 8 16,0 0-8-16,0 0-12 15,0 0 4-15,0 0-3 16,13 0 3-16,5 0-9 16,3 7-1-16,16 22-8 31,3 5 3-31,-3 2 1 0,1 2-4 15,-15-8 0-15,-5-2 0 16,-5-2-1-16,-7-2-1 16,-6-2 2-16,0-1-2 15,0 0 1-15,-19-5 2 16,-15 3 2-16,-6-3 12 16,-7-2-7-16,-2-2 18 15,7-4-24-15,9-4 16 16,12-2-12-16,13-2-3 15,8 0-3-15,0 0-1 16,0 0-6-16,2-11-16 16,15-3-30-16,3 1-50 15,-11 7-150 1,-1-2-291-16</inkml:trace>
  <inkml:trace contextRef="#ctx0" brushRef="#br1" timeOffset="32280.24">11229 10694 529 0,'0'0'44'0,"0"0"31"16,0 0 62-16,34-25-60 0,-34 25-30 16,0 0 7-1,0 0 14-15,0 0-20 16,-8 0-15-16,-13 0-25 16,-8 3 10-16,-3 9 7 15,1-2-10 1,2 0 10-16,7 0 1 0,9-2-13 15,5-2-1 1,8 4-12-16,0-2 2 16,0 4-6-16,0 2 0 15,16 0 4-15,11 0 0 16,2 2 1-16,9 6-1 16,-3 0-3-16,-1 0 3 0,-10 2-12 15,-11-5 6-15,-7-8 4 16,-2 2-9-16,-4-4 9 15,0-3-2-15,0 2 4 16,0 0-4-16,-6-2 8 16,-13-2-4-16,-1 0 11 31,-4-4-9-31,-5 0 9 0,0 0-11 16,-2 0 9-16,0 0-8 0,-6-9-2 15,11-4-1-15,6 2-16 16,7 0-17-16,13 5-51 15,0 1-84-15,0 2-137 16,4 3-159 0</inkml:trace>
  <inkml:trace contextRef="#ctx0" brushRef="#br1" timeOffset="33158.89">11633 10293 425 0,'0'0'104'0,"0"0"-84"16,-8-10 105-1,8 8-16-15,0 0 1 16,0 2-69-16,0 0-12 0,0 0 25 16,0 0-4-1,0 0-10 1,0 0 2-16,0 0-15 16,0 0-10-16,0 4-8 15,14 10-2-15,3 4 22 16,10 2-16-16,2 2-8 15,2 4 12-15,8 2-15 16,5 4 2-16,0 2-4 16,8 0 3-16,-3 1-1 0,-5-3-2 15,-4-6 2-15,-11-6-2 16,-4-8 0 0,-9-4 0-16,-10-6 0 0,1-2 4 15,-7 0-4-15,2 0 2 16,-2 0 7-16,0 0-7 15,0 0 5 1,0 0-3-16,0 0-2 16,0 0 1-16,0 0-3 15,0 5-3 1,-4 4 2-16,-25 5-5 16,-11 8 9-16,-12 2-2 0,-4 6 18 15,-12 10-11 1,5-2 6-16,7-2 6 0,10-8-20 15,24-14 6-15,11-6-6 16,3-4 4-16,8-1-5 16,0-3 3-16,0 0-2 0,0 0 0 15,0 0-1-15,0 0 0 16,0 0-2 0,0 0-2-1,0 0-17-15,0 0-16 16,0 0-7-16,0 0-29 15,14-21-69 1,-7 9-185-16,3 0-200 0</inkml:trace>
  <inkml:trace contextRef="#ctx0" brushRef="#br1" timeOffset="40944.06">12345 10329 363 0,'-22'-22'100'0,"22"12"-61"16,0 4 149-16,0-2-72 31,0 1-52-31,0 2-22 16,12-4-8-16,1 5 0 15,-5-1 35-15,-1 1-18 16,0 2-11-16,-3 2 14 16,-1 0-38-16,-1 0 26 15,0 0-36-15,0 0 18 16,0 0-24-16,7 0 0 16,0 11 11-16,2 16-9 15,0 3 8-15,1 8-4 16,-1 12 3-16,7 24-9 15,1 9 0-15,2 1 5 16,-1 0-4-16,-3-22-1 16,-1-8 0-16,-3-6 2 15,1-10-2-15,-3-11 0 16,-5-9 1-16,-1-10 1 16,-5-8-2-1,0 0 0 1,2 0 2-16,1 0 18 15,1 0 30-15,3-7-10 16,6-16-27-16,9-24-1 16,3-11-6-16,2-6-2 15,2-12 10-15,-5 5-14 16,-2-1 0-16,-1 0 3 16,-6-4 1-16,-1 8-4 15,-6 13 0-15,1 14-3 16,-2 24 3-16,-7 10-4 15,0 4 3-15,0 3-22 16,0 0-78-16,0 18 5 16,-16 17 4-1,-13 15-75 1,16-28-53-16,-1 0-161 16</inkml:trace>
  <inkml:trace contextRef="#ctx0" brushRef="#br1" timeOffset="41361.67">12907 10728 470 0,'8'0'198'16,"-6"0"-153"-16,4 0 14 15,-2-6 60-15,-2 0-1 16,-2 2-81-16,0 4 30 16,0 0-14-16,0 0-25 15,-8 0-26-15,-19 16 1 16,-12 12-6-16,1 8 6 16,3 4-2-1,8 8-1 1,12 0 0-16,13-5-1 15,2-3 6-15,0-16-8 0,15-4 3 16,10-6 0 0,21-6 2-16,3-8 3 15,1 0-4-15,-4 0-1 16,-21-8-22-16,-10-10-41 16,-8 0-40-16,-7 8-42 0,0 2-460 15</inkml:trace>
  <inkml:trace contextRef="#ctx0" brushRef="#br1" timeOffset="41631.71">12888 10888 104 0,'0'0'568'15,"0"0"-493"1,-13-32-58-16,13 32 122 16,7 0-92-16,7 0 4 0,-1 0-6 15,3 14-19 1,-1 12 0-16,1 4-14 15,-1 6 9-15,-3 3-18 16,1 1 7-16,-5 6-9 0,2-4-1 16,-3-6 3-16,-3-4 2 15,0-16-5-15,0-4 0 16,-4-4-4 0,3-6 1-16,-1-2-185 15,0 0 45-15,-2-4-142 16,0-10-168-1</inkml:trace>
  <inkml:trace contextRef="#ctx0" brushRef="#br1" timeOffset="42115.98">13318 10816 593 0,'0'0'63'0,"19"-40"-47"16,-13 32 19 0,-2 4 107-16,-4 0-69 15,3 4 53-15,-3 0-85 16,0 0 20-16,0 0-32 0,-26 0-19 16,-11 2 0-16,0 16-2 15,8 0 0-15,7-2-5 16,10 2-1-1,6 6 13-15,6-2-15 16,0 3 0-16,6-2 5 16,19-5-7-1,4 2 2-15,9-4-8 16,5 1 6-16,3 1-29 16,1-3 25-16,-7 2-5 15,-11-1 8 1,-12-2-7-16,-12 0-5 15,-5-4 15-15,-3-2-1 0,-32-2 1 16,-14-4 14 0,-11-2 1-16,-2 0 29 15,8 0-41-15,16-14 12 0,20 2-15 16,7-2-1 0,7 0-31-16,4 0-56 15,0 8-403-15,0 0-15 16</inkml:trace>
  <inkml:trace contextRef="#ctx0" brushRef="#br1" timeOffset="42547.24">13787 10521 550 0,'0'-11'123'0,"0"11"-75"15,0 0 99-15,0 0-39 16,0 0-51-16,7 0-30 16,1 0 30-16,13 0-44 15,8 0 20-15,10 0-8 16,11 0 4-1,8-3-4-15,-1 1-19 16,-3 0 10-16,-9 2-14 16,-12 0 3-1,-6 0-3 1,-12 0-2-16,-8 0 0 0,-5 0 4 16,-2 0-1-16,0 0-3 15,0 0 0 1,0 0 7-16,0 0-10 15,0 0-19-15,0 0-48 16,0 0-36-16,0 0-118 0,-2 0-130 16</inkml:trace>
  <inkml:trace contextRef="#ctx0" brushRef="#br1" timeOffset="43094.89">14351 10271 277 0,'0'0'337'16,"10"-60"-267"-16,-5 42-45 16,2 1 201-16,-5 9-161 15,3 4 5-15,-3 4-30 0,0 0-9 16,0 0-14-16,2 0-16 15,3 8 23-15,2 19-22 16,4 13 4 0,6 24 17-16,-2 8-16 15,1 10-7-15,0-2 3 16,-5-16 1-16,0-5-4 0,-3-7 0 16,-2-10 3-16,1-10-2 15,-2-10-2-15,0-10 2 16,-3-8 6-1,-2-4 2-15,7 0 11 0,3-12 21 16,1-14-5-16,5-8-1 31,-3-4-16-31,10-25-15 16,2-6 34 0,0-10-34-16,-2-5 7 0,-6 14-7 15,1 6-4 1,-5 5 0-16,3 14 2 15,-5 6 3-15,-1 9-5 16,-5 8 6-16,-3 8-4 0,-4 8-4 16,0 4-2-16,0 2-28 15,0 0-3-15,0 8-42 16,0 16-16 0,0-7-23-16,0-2-493 15</inkml:trace>
  <inkml:trace contextRef="#ctx0" brushRef="#br1" timeOffset="43447.83">14953 10537 874 0,'6'27'5'15,"-6"1"-5"-15,0 2 61 16,0 3 7 0,0 10-13-16,0-1-22 15,0-2 9-15,0-2-30 16,0-6 2-16,0-2-14 0,0-7 16 16,0-8-7-16,0-7-6 15,0-6 7-15,0-2-6 16,0 0-4-1,4 0 0-15,3-6-19 16,-5-13-30-16,-2-10-76 16,0 1-34-1,0 16-133-15,-9-2-89 16</inkml:trace>
  <inkml:trace contextRef="#ctx0" brushRef="#br1" timeOffset="43680.02">14768 10637 457 0,'0'0'299'0,"0"0"-221"0,0 0-39 16,-29-29 113-16,48 26-63 16,26-1-29-16,15 0-29 15,9 3 12-15,-2-2-24 16,4 2 11 0,3-1-10-16,-3 2 4 15,-11 0 36-15,-14 0-49 16,-19 0-11-1,-13 0-1-15,-14 0-11 16,0 0-44-16,-18 0-32 16,-7 0-59-16,-1 0-365 15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13:42.82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1552 16096 476 0,'0'0'128'0,"-13"-22"-128"16,9 18 0-16,2 0 37 15,-1 0 60-15,3-2-47 16,0 6-35-16,0 0 3 16,-4 0 12-16,-1 0-2 15,-4 0-10-15,-2 0-2 16,-11 18 1 0,-3 10-9-16,-2 8 7 0,6 0-2 15,7-2 8-15,7-2-10 0,5-6-11 16,2-4 1-16,0-8 1 15,0-10-1-15,15 1 0 16,10-5-1-16,2-5 0 16,0-17 16-1,0-12 10 1,-5 2 18-16,-7 4-31 16,-6-6 16-16,-5 10-14 15,-4 2 13-15,0 10-6 16,0 6-1-16,-17 6-6 15,-8 0-15-15,-4 2-24 16,2 14 9-16,8-6-22 16,9 2-37-16,10-10-54 15,0-2-123-15,0 0-163 0</inkml:trace>
  <inkml:trace contextRef="#ctx0" brushRef="#br0" timeOffset="449.39">1701 15677 346 0,'0'0'70'16,"0"-134"-70"-16,-4 81 0 16,0 9 69-16,4 8 85 15,0 8-79-15,0 6-48 16,0 8 41-16,0 10-41 15,0 0-12-15,0 4 0 0,-2 0 1 16,-5 26-16 0,3 14 1-16,-1 10 14 15,2-6 4-15,3-4-16 16,0-3 3-16,0-14-2 16,0-2-1-16,0-17 5 0,10-4-1 15,3 0 2-15,12-12 11 0,8-29 12 16,5-9 21 15,2-6-28-31,-11 2-17 16,-5 6-6-16,-12 10-1 15,-12 8 7-15,0 12 6 16,0 14 27-16,-14 4-5 16,-13 8-32-16,-4 22-8 0,0 12-3 15,2 8 6-15,9 2-35 16,9-6-55-16,11-30-103 15,0-7-261-15</inkml:trace>
  <inkml:trace contextRef="#ctx0" brushRef="#br0" timeOffset="888.77">1920 16156 557 0,'0'0'252'0,"0"0"-252"16,0 0 1-16,4 12 105 15,-4-8-40-15,0 2-40 16,0 16-1-16,0 4-13 15,-2 10 5-15,-7 4 12 0,7-4-24 16,0-5 1-16,2-13-4 16,0-12 1-16,0-6 2 15,2 0-4-15,25-18 7 16,6-24 30-16,5-3 4 16,-5 1-19-16,-10 0-21 15,-10 12 7 1,-8 6-6-16,-5 8 11 15,0 10 8-15,-29 8-10 16,-10 0-12-16,2 8-19 16,-1 18-31-16,5 2-41 15,24-14-140-15,4 2-290 16</inkml:trace>
  <inkml:trace contextRef="#ctx0" brushRef="#br1" timeOffset="16604.43">3407 15444 234 0,'0'0'76'0,"0"-26"-61"15,0 16-1-15,2-2 70 16,2 0-6 0,-2 2-22-16,3-2 5 15,-1 2-12-15,-2 4 16 16,0 2-8-16,-2 0-7 15,0 4 2-15,0 0 40 16,0 0-68-16,0 0-1 16,0 0 7-16,0 0-14 15,0 22-16-15,0 10 6 16,4 12-1-16,4 2 28 16,-4 6-29-16,3 7-3 0,-7 7 3 15,0 6-3-15,0-2 0 16,0 2-1-16,-9-5 0 15,-1-9 6-15,2-4-6 16,1-14 1-16,1-4 0 16,2-4-1-16,-2-2 0 31,2-10 1-31,2-4-1 16,2-6 0-16,-2-2 0 15,2-8-1-15,-2 0-13 16,-3 0-24-16,-3 0-21 15,-6 0-43-15,-8 0-25 16,-5 0-3-16,-2 0 30 0,0 0 91 16,4 0 9-16,3 0 30 15,7 0 22-15,5 0 67 16,6 0-48-16,4 0-9 16,0 0-10-16,0 0-17 15,0 0-8-15,2 0-16 16,18 0-5-16,5 0 4 15,11 0-1-15,6-4 2 16,22-2 2-16,12 2 17 31,0-4-11-31,-2 4 2 16,-26-4 11-16,-11 6-20 16,-11-2-7-16,-12 0 0 15,-8 4-4-15,-6 0-1 16,0 0 1-16,0 0-2 15,0 0-6-15,0 0-36 16,-13-4-9-16,-1 0-54 16,6 2-104-16,-1-2-177 15</inkml:trace>
  <inkml:trace contextRef="#ctx0" brushRef="#br1" timeOffset="17106.09">3193 15450 730 0,'-14'-6'73'16,"14"4"-72"-16,0 2 4 0,0 0 85 15,0 0-33-15,0 0-40 16,0 0-1-16,0 0 14 15,8 0 2 1,11 0 0 0,10 0-7-16,8 0 52 15,8 0-72-15,6 0-1 16,1 0 1-16,-3 0-5 16,-11 0 2-16,-12 0-2 15,-13 0 0-15,-13 0-4 16,0 0 4-16,0 0-12 0,0 0-11 15,0 0-28-15,0 0-29 16,0 0-61-16,0 4-104 16,0 0 53-16,0 0-51 15</inkml:trace>
  <inkml:trace contextRef="#ctx0" brushRef="#br1" timeOffset="17660.07">3738 15897 617 0,'0'0'8'15,"0"0"21"-15,0 0 124 16,0-6-33 0,0 6-61-16,0 0-18 0,0 0-3 15,0 0-6-15,0 0 5 16,0 0-35-16,0 14-2 16,0 12-8-16,0 11 8 15,0 3 6-15,0 0-5 16,0-4 0-16,0 0 5 15,0-6-6-15,0-4 4 16,0 2-4-16,0-10 1 16,0-4-1-16,0-6 1 15,0-4-4-15,0-4-30 16,0 0-64-16,12 0-103 16,-10-12-39-16,0 2-139 0</inkml:trace>
  <inkml:trace contextRef="#ctx0" brushRef="#br1" timeOffset="18024.24">3718 15753 627 0,'0'0'397'0,"0"0"-397"16,0 0-53-16,0 0 23 15,13 8 29-15,19 20 1 16,5-6 6-16,6 6 2 0,3 2-8 16,2-4 6-1,-4 6-5-15,-7 4 4 0,-10-1-5 16,-6 1 0 0,-13-4-3-16,-8 4 3 15,-4-6 4-15,-34 2 8 16,-15-4 16-16,-5-6 32 15,-3-2-21 1,3-4-6-16,8-4-10 16,10-4-12-16,11-6-4 15,11-2-5-15,13 0-2 0,5 0-43 16,0 0-67 0,5-2-92-16</inkml:trace>
  <inkml:trace contextRef="#ctx0" brushRef="#br1" timeOffset="18665.21">4277 15936 552 0,'0'0'181'0,"0"0"-178"16,0 0 9-1,0-18 119-15,0 18 2 16,0-3-91-16,0 3-8 16,0-2-1-16,-10 2-1 0,-9 0-23 31,-3 0 5-31,-7 0-1 16,7 10-5-16,2 3 3 15,4-4 6-15,7 4-6 16,3 1-11-16,6 0-3 15,0 0 2-15,0 2-4 0,0 2 4 16,15-4-1-16,7 4-8 16,5-4-15-16,0 4 14 15,2 4 9-15,0-4-4 16,7 8-8 0,-7-4 10-16,-5-4-7 0,-11-4 0 15,-13-6 6-15,0 0-1 16,-27 2 1-16,-14-4 5 0,-7-4 27 31,-4 0 13-31,-2-2 2 0,4 0-3 16,13 0 1-16,8-6-23 15,16-2 2-15,5 0-16 16,8 6-24-16,0-6-21 16,0 0-35-16,37-2-98 15,-16 6-186 1</inkml:trace>
  <inkml:trace contextRef="#ctx0" brushRef="#br1" timeOffset="19599.38">4855 15530 127 0,'4'-10'710'0,"-4"10"-710"16,0 0-40-16,0 0 40 15,0 0 61-15,-9 23-52 16,-11 13 14-16,-7 12-4 0,-2 10 11 16,0 10 15-16,7 12-2 15,4 6-11-15,7 7-10 16,8-9-14-16,3-4-1 16,0-12-8-16,19-6 1 15,5-12 0-15,3-13 1 16,7-7 0-1,-3-16-1 1,-2-14-16-16,-8 0-37 0,-11 0-72 16,-10-18-147-16</inkml:trace>
  <inkml:trace contextRef="#ctx0" brushRef="#br1" timeOffset="20085.9">5059 15891 531 0,'0'0'170'16,"0"0"-159"-16,0 0-11 0,0 0 138 16,33-70-16-16,-33 70-49 15,0 0-21-15,0 0 2 16,-17 0-43-16,-5 8-4 15,-7 10 8-15,0 4-1 16,6-4-12-16,6 4-2 16,8 0-1-1,7 1-1-15,2-4 0 16,0 2 2-16,2-7-7 16,20 0 7-16,2-2-25 15,6 2 5-15,-4-4 1 16,-3 2-1-16,-10-8 14 15,-7 6-5-15,-6-6 6 16,0 0 3-16,0 6-4 0,-23-2-1 16,-16 2 7-16,-9-6 10 15,-4 0 21-15,-2-4-10 16,12 0-8 0,13 0-8-16,13 0-5 15,16-14-19-15,0 6-51 16,25-6-27-16,18 6-107 15,-22 2-66 1,4 2-33-16</inkml:trace>
  <inkml:trace contextRef="#ctx0" brushRef="#br1" timeOffset="20733.91">5371 15859 420 0,'0'0'77'0,"0"0"-33"16,0 0 92-16,-9-26 12 16,-13 26-103-16,-7 6-37 15,-7 20 4-15,-4 10 15 16,1 8 10 0,3-3-5-16,11 3 46 15,14-8-61-15,6-10 5 16,5-8-19-16,0-4 4 15,19-14 9 1,12 0 1-16,6 0-1 0,1-12-1 16,1-12-9-1,-8-2-2-15,-7-2-4 16,-6 6-6-16,-12 8 4 0,-1 10 2 16,-5 4 0-16,0 0-3 15,0 4 0 1,0 24-4-16,0 0 6 15,2-2 3-15,10-4 2 16,3-4-4-16,3-10-17 0,-1-4 8 16,4-4-15-16,1 0-9 15,-2-22 15-15,2-12-33 16,-2 2-25-16,-4-12-16 16,-3-1 13-16,-2-1 41 15,-4-8-10-15,-3 6 22 16,-4 2 11-1,0 16-19-15,0 16 53 16,0 6 86-16,0 8 46 16,0 0-45-16,0 22-71 15,0 24-25 1,0 16 0-16,0 8 7 0,0-7 0 16,0-5-13-16,0-4 5 15,5-14-8-15,4-4 1 0,-3-10 2 16,1-8-2-16,-5-8-4 15,-2-6-13-15,0-4-42 16,0 0-37 0,0-4-281-16</inkml:trace>
  <inkml:trace contextRef="#ctx0" brushRef="#br1" timeOffset="20871.37">5454 16022 525 0,'0'0'271'16,"-21"-32"-172"-16,21 28-28 15,16-2-6-15,20-1-34 16,6 2-11-16,9 0-4 16,-3 0-16-16,-8 1-13 15,-34 4-95-15,-4-4-195 0</inkml:trace>
  <inkml:trace contextRef="#ctx0" brushRef="#br1" timeOffset="21171.81">5621 15633 673 0,'0'0'181'0,"0"0"-175"0,0 0 20 15,0 0 47-15,0 0-68 16,15-4-4 0,19 44 29-16,8 8-7 15,3 14-23-15,1 6 6 0,-1 26-6 31,-9 1 0-31,-16 1 0 16,-13-6 0-16,-7-28 1 16,-7-8-5-16,-20-5 10 15,-6-13 16-15,-3-10-17 16,0-8-5-16,5-12-7 16,9-6-51-16,18 0-133 15,4-18-245-15</inkml:trace>
  <inkml:trace contextRef="#ctx0" brushRef="#br1" timeOffset="21706.24">6361 15833 714 0,'0'0'35'0,"0"0"-19"16,0 0 148-16,-25-8-39 16,25 8-65-16,0 0-45 15,5 0-6-15,10-4-9 16,9 0 0-16,14-2 8 15,9-2-5-15,9 2 0 0,5-2-1 16,-1 4 0-16,-2 0 1 16,-8 2-3-16,-7 2 0 15,-12 0-1-15,-11 0 1 16,-8 0-15-16,-8 0-26 16,-4 0-35-16,0 0-16 15,-14 0-54-15,-3 6-40 0,-10 2-215 16</inkml:trace>
  <inkml:trace contextRef="#ctx0" brushRef="#br1" timeOffset="21978">6327 15990 604 0,'0'0'289'16,"0"0"-289"-16,0 0 0 15,0 0 51-15,-26 14 14 16,52-14-41-16,15 0-5 16,9 0 12-16,8 0 7 15,9 0-17-15,5 0-3 0,3-10 5 16,-3 6-11-16,-15 0 7 16,-10-1-9-16,-20 4-7 15,-16 1 5-15,-11 0-6 16,0 0-2-16,0 0-4 15,-19 0-35-15,-26 0-55 32,20 0-149-32,-2 1-274 0</inkml:trace>
  <inkml:trace contextRef="#ctx0" brushRef="#br1" timeOffset="31575.01">7664 16038 89 0,'-4'6'201'0,"4"-6"-166"16,0 4-28-16,0-4 70 0,0 0 18 31,0 0-41-31,0 0-33 16,0 0 10-16,0 0 29 0,0 0 14 15,0 0-6-15,0 0-16 16,0 0-11 0,0 0 0-16,0 0 26 15,0 0-8-15,0 0-9 16,0 0-2-16,0 0-9 16,13-22-18-16,5-6-2 0,9-11-15 15,2 3-1-15,-1-14 10 16,6-4-11-16,0-8 1 15,-1-8-1-15,-2-2 0 16,0-9 0-16,-6 1-2 16,-6 8 0-16,-5 14 2 15,-7 6-1-15,-1 14 0 0,-1 9-2 16,-1 14 1-16,-2 7 0 16,-2 8-1-1,0 0 0-15,0 0-9 16,0 9-3-16,0 22-2 0,0 15 11 31,-4 14 2-31,-1 12 2 16,1 8 0-16,0 2 2 0,0-1 0 15,4-11-2-15,0-8 0 16,0-12 0 0,4-10 0-16,18-14 0 15,7-16 0-15,3-10 0 16,3 0 0-16,3-14 8 15,2-18-5-15,-3-8 8 0,0 0-9 16,-8-8-2-16,-6-2 5 16,-2-4-3-16,-8-7 0 15,-1-1-2-15,-6 2 0 16,-4 4 4-16,0 10-4 16,-2 12 0-1,0 14 3 1,0 8 0-16,0 8-2 0,0 4-1 15,0 0-3-15,0 4-8 16,0 40-4 0,0 14 13-16,0 8 4 15,0 1-4-15,7-13 4 16,2-8 0-16,2 8-2 16,-2-6 0-16,0-8 0 0,-2-8-2 15,-3-16-19-15,3-2-27 16,-1-8-48-1,-4-6-86-15,-2 0-519 16</inkml:trace>
  <inkml:trace contextRef="#ctx0" brushRef="#br1" timeOffset="32013.75">8481 15669 440 0,'0'0'324'16,"8"-40"-317"-16,-6 34 4 15,-2 3 46-15,0 3 61 16,0 0-48-16,0 0-53 0,0 13-17 31,0 17-4-31,0 16 4 16,0-2 19-16,0-4-18 15,0-8 2-15,0-20-1 16,0-6 6 0,2-2 15-16,0-4-7 15,3 0 6-15,3 0 62 16,6-22-43-16,8-18-31 15,5-4-7-15,-1 2 2 0,-1 2-5 16,-12 14 3-16,-3 8-3 16,-4 10 0-1,-6 8-1-15,0 0 1 0,0 0 0 16,0 0-9 0,2 16-3-1,5 20 12 1,5 4 0-16,-4 0 6 0,1-2-6 15,-5-12 0-15,-2-4 2 16,-2-6-2-16,0-2-12 16,0-4-15-16,0-2-36 15,0-6-41-15,2-2-80 0,-2 0-92 16,6 0-89 0</inkml:trace>
  <inkml:trace contextRef="#ctx0" brushRef="#br1" timeOffset="32694.98">8981 15284 627 0,'0'0'102'16,"0"0"-102"-16,7-76 97 0,-7 68 28 15,2 2-68-15,0 2-38 16,-2 1-13-16,0 3 1 16,0 0 18-16,0 0 8 0,0 21-28 15,-6 15 1 1,-8 10-1-16,1 10 11 16,4 4-6-16,2 0-9 15,2 3 10-15,5-5-9 0,0-4 0 16,0-8 0-16,0-6 1 15,2-10-3-15,8-12 0 16,-1-12 0-16,4-6 0 16,13 0 10 15,8-24 18-31,1-14-18 0,6-8 1 0,-16 10-11 16,-4 0 0-16,-5 5 5 15,-5 8-5-15,-4 6 0 16,-5 12 2-16,-2 5 1 15,0 0 3-15,0 5 2 16,0 26-8-16,0 13-8 16,0-2 10-1,0-6 1-15,9-10-1 16,2-14 0-16,0-10-2 0,1-2 0 16,5 0 8-16,8-4-4 0,2-16 12 15,0-6 3 1,-5-4-16-16,-5 2 3 15,-3 0-6-15,-5 2 0 0,-9 3 4 16,0 1-3-16,0 10-2 16,-21 8-4-1,-10 4-10 1,-11 0-4-16,-7 0 13 16,0 12-6-16,2 2-44 15,3 3-64 1,32-12-145-16,8-1-152 0</inkml:trace>
  <inkml:trace contextRef="#ctx0" brushRef="#br1" timeOffset="32995.24">9569 15472 596 0,'0'0'156'0,"34"-28"-156"0,-32 26 0 16,0 2 127-16,-2 0-37 16,0 0-45-16,0 0-26 15,0 12 2-15,0 18 3 16,-6 12-18-16,-13 11 17 16,4-5-1-1,-1 6-16 1,3-4 5-16,4-10-11 15,0-10 6-15,7-16-4 16,0-12-4-16,2-2 2 16,0 0-76-16,-3-2-87 15,1-16-150-15</inkml:trace>
  <inkml:trace contextRef="#ctx0" brushRef="#br1" timeOffset="33196.87">9482 15498 775 0,'0'0'62'16,"0"0"2"-16,0 0 31 16,0 0-8-1,0 0-29 1,105 113-32-16,-65-55-7 0,-4-14-13 16,-3-4-4-1,1 6-4-15,-10-12-12 16,-13-6-60-16,-11-28-110 15,0 0-151-15</inkml:trace>
  <inkml:trace contextRef="#ctx0" brushRef="#br1" timeOffset="34023.61">7953 16040 399 0,'0'0'89'0,"0"0"-75"16,-15-4 40-16,11 4 37 15,2 0-41-15,-1 0-2 16,1 0-9-16,2 0 8 15,0 0 13-15,0 0-19 16,0 0-1-16,0 0 8 31,0 0-25-31,0 0-2 0,13 0-6 0,12 0 6 16,13 0 26-16,18 0-27 16,13 0-7-16,11 0 0 15,8 0-11-15,11 0-2 16,8 0 0-1,40-2 1-15,9-2 0 16,-2 4-1-16,-1-4-1 16,-42 0-3-16,-12 0-2 15,-19 2 3-15,-20-2 3 16,-17 4 1-16,-19 0-1 16,-11 0 0-16,-6 0 0 15,-7 0 0-15,0 0 0 0,0 0 3 16,0 0-2-16,0 0 11 15,0 0-11-15,0 0-1 32,0 0 2-32,0 0-20 15,0 0-40-15,-2 0-34 16,-9 0-93-16,-5 0-145 16</inkml:trace>
  <inkml:trace contextRef="#ctx0" brushRef="#br1" timeOffset="34724.98">8620 16333 405 0,'0'0'294'0,"-11"0"-264"15,11 0 102-15,0 0-39 16,7-4-64-16,20-9-20 15,8-1 26-15,7 0 9 0,5 2-30 16,-5 8-2-16,-4 2-5 16,-5 2-4-16,-8 0 10 15,-7 0-9-15,-9 2-1 16,-7 20-3-16,-2 9-2 16,0 9 2-16,-20 10 3 15,-14-2 2-15,-8-2-3 0,-2-2 0 16,-3-12 6-1,1 2-6-15,-4-6 13 16,8-6 13-16,11-8-22 16,15-6 25-16,16-4 1 15,0-4-32-15,0 0 4 32,0 0-8-32,6 0 5 15,19 0-1-15,11 0 15 16,13 0-4-16,7-4-2 15,11-1-1-15,4 0 1 16,5 5 0-16,3-4 0 16,-2 4 2-16,5-4-8 15,-16 4 7-15,-14 0 1 0,-23 0-9 16,-21 0 4-16,-8 0-5 16,0 0 1-16,0 0 4 15,0 0-4-15,0 0-2 16,0 0-9-16,-2 0-33 15,-8 0-19-15,1 0-28 32,-1 0-103-32</inkml:trace>
  <inkml:trace contextRef="#ctx0" brushRef="#br1" timeOffset="37353.44">10345 15392 339 0,'0'-14'57'16,"0"10"-56"-16,0-2 43 0,0 2 72 0,0 2-36 15,0 0-25-15,0 2-9 16,0-4 16-16,0 4-10 16,0 0 2-16,0 0-2 15,0 0-14-15,0 0-4 16,0 0-12 0,0 0 0-16,0 0 12 0,0 0-19 15,0 0-3-15,0 0 0 0,0 0 1 16,0 0-12-1,4 22 0-15,4 8 18 16,6 8-14-16,1 6 7 0,6 0-10 16,-1 5-2-1,0-3 4 1,0-2-3-16,0-4-1 16,-4-4 2-16,2-8-1 15,-7-4 0-15,-3-8-1 16,-1-4 0-16,-4-8 1 15,-1-2-1-15,-2-2 5 16,0 0-1-16,2 0 12 16,-2 0-3-16,0 0-4 0,0 0 5 15,0 0-8-15,2 0 9 16,5-10 1-16,-1-12-4 16,3-2 2-16,3-6-13 15,-2-6 1-15,4-8 6 16,-1-5-7-16,-2 4-1 15,1-1 3 1,-1 3-4-16,-3 5 1 16,2 8 0-16,-1 4 1 15,-5 8 0-15,-2 6-1 16,0 6 0 0,-2 2 1-16,0 4 1 0,0 0-2 15,0 0 0-15,0 0-3 16,0 0 2-16,0 0-3 0,0 0 1 15,0 4-4-15,4 14 7 16,4 12-8 0,3 6 16-16,-1 0-6 15,2 4-2-15,1-4 0 16,3 14 1-16,2-1 1 16,-2-5-2-1,-1-4 0-15,-1-8 1 16,-6-10 0-16,1-4-1 15,-2 0 0-15,-2-10 0 16,-1-4 0-16,-2 0 0 16,0-4 0-16,-2 0 3 15,2 0-2-15,1 0 1 16,-3 0 6-16,4 0 7 0,2-16 9 16,6-10-6-16,8-20-1 15,0-12-7-15,5-10 0 16,-3-12-5-16,-5 5-5 15,0 7 6-15,-9 6-6 16,1 18 0-16,-7 12 5 16,0 10-5-16,-2 12 7 0,0 6 4 15,0 1-9-15,0 3 6 16,0 0-8 0,0 0-13-16,0 0-17 15,0 0-10-15,0 7-16 0,0 27-19 16,0 14 4-1,-6 10-103 1,-3-32-134-16,0-8-93 16</inkml:trace>
  <inkml:trace contextRef="#ctx0" brushRef="#br1" timeOffset="37984.65">10432 16092 282 0,'-27'0'20'16,"13"0"-13"-16,3 0 22 0,2 0 24 15,0 0-5 1,2 0-8-16,1 0 22 0,4 0 10 16,0 0 6-16,-1 0-2 15,1 0-12-15,0 0-10 16,0 0-1-16,2 0-18 15,0 0-1-15,0 0 16 16,0 0-2-16,0 0 1 16,0 0 12-16,0 0-34 0,0 0-12 15,2 0-8-15,31 0 0 16,14-4-2-16,13 0 9 16,14 4-5-16,-5-4-8 15,6 4 8-15,4 0-9 16,0 0 0-16,0 0 0 15,-6 0 2 1,-11 8-2-16,-12-2 0 16,-17-2 0-1,-13 0 1-15,-7-4-1 16,-8 0 1-16,-3 0 1 16,-2 0 1-16,0 0-2 15,0 0 1 1,0 0 0-16,0 0-2 0,2 0-3 0,3 0-6 15,-1 4-21-15,3-4-11 16,-7 0-50-16,0 4-78 16,0-2-96-16,0-2-160 15</inkml:trace>
  <inkml:trace contextRef="#ctx0" brushRef="#br1" timeOffset="38904.47">10750 16272 349 0,'0'0'339'15,"0"0"-291"1,0-20 84-16,0 20-15 0,0 0-52 16,0 0-30-16,0 0-6 15,0 0-3-15,0 0 6 16,0 0-6-16,0 0-8 16,0 10-7-16,0 8-7 15,0 8 7-15,0 11 0 16,0 8-11-16,0 12 7 0,0 1-7 15,0 0 2-15,0-14 2 16,0-4-3-16,0-4 0 16,0-8 1-16,0-1-2 15,0-9 0-15,0-4 0 16,0-6-1-16,0-4 3 16,0 0-2-1,0-2 0-15,0-2 2 16,0 4-1-16,0-4-1 15,-2 0 0-15,2 0 0 16,0 0 0-16,0 0 0 16,0 0 1-16,-2 4 2 15,2-4-3 1,0 0 0-16,0 0 6 0,0 0 5 0,0 0 5 16,0 0 1-1,0 0-9-15,0 0 5 16,0 0-7-16,0 0-3 15,4 0 4-15,23 0-6 16,26 0 1 0,10-4 3-1,6-2 0-15,4 2-5 16,-15 0 0-16,-4 0 3 16,-10 0-2-16,-15 4 0 15,-11 0-1-15,-12 0 0 16,-6 0 0-16,0 0 2 15,0 0 16-15,0 0-10 16,0 0-7-16,0 0-1 0,0 0-7 16,0 0-3-16,-4 0-21 15,0 0-22-15,0 0-17 16,-4 0-66-16,4 0-114 16,2 0-167-16</inkml:trace>
  <inkml:trace contextRef="#ctx0" brushRef="#br1" timeOffset="39964.64">11755 15087 379 0,'-16'-8'282'16,"10"2"-251"0,3 6-24-16,1 0 130 0,2-2-8 15,0 2-63-15,0 0-44 0,0 0 5 16,0-2 4-16,0 2-7 16,0 0 2-16,15 0-11 15,10-2 5-15,11 0 4 16,9 2-2-1,7-4 7-15,11 4-10 16,4-4-12-16,2 4-6 0,0 0 1 16,-9 0-2-16,-12 0 1 15,-19 0-2-15,-14 0 1 32,-13 0-2-32,-2 0 2 15,0 0-14-15,0 0 5 0,0 0-3 0,-2 0-17 16,-17 0-30-1,-2 8-85-15,7-6-76 16,-1-2-179-16</inkml:trace>
  <inkml:trace contextRef="#ctx0" brushRef="#br1" timeOffset="40998.25">11810 15123 189 0,'0'0'483'15,"0"0"-370"-15,0 0-91 16,0 0 62-16,0 0-2 16,0 0-45-16,0 0-27 0,0 18-5 15,0 10-2-15,0 15 34 16,0 8 4-16,0 12-23 16,0 11-4-16,0 6-14 15,-6 1 8-15,1 3-8 16,-1 24 0-1,-3-4 3-15,4 2-2 0,-2-3 10 16,5-27-1 0,-2 4-4-16,2-4 24 15,0 1-14-15,2 3-2 16,0-8 3-16,0-6-9 16,0-4 19-16,0-12-20 15,0-6 3 1,0-3 7-16,2-9 7 0,2-6-16 15,0-8-8-15,1-2 8 0,-5-10-6 16,2-2 0 0,-2 0 5-16,0-4-7 15,0 0 0-15,0 0 3 0,0 0 0 16,0 0 0 0,0 0-3-16,0 0 1 0,0 0 3 15,0 0-3-15,0 0 0 16,0 0 1-16,0 0 1 15,0 0-3-15,0 0 0 16,0 0 2-16,0 0-2 16,0 0 0-16,0 0 2 15,0 0 1-15,0 0-2 16,0 0-1 0,0 0 1-16,0 0 2 15,0 0-3-15,0 0 1 16,0 0 2-16,0 0-2 15,0 0-1-15,0 0 0 16,0 0 0-16,0 0 8 16,3 0-1-16,-3 0-2 15,0 0-2-15,2 0-6 0,7 0 3 16,6 0 0 0,5 0 0-16,11 0 1 15,7 0-1-15,9 0 0 0,11-4 2 16,9 0-3-16,6 4 1 15,3 0 0-15,-7 0 0 16,-11 0 2 0,-18 0-1-16,-17 0-1 15,-15 0 3 1,-8 0-3-16,0 0 4 16,0 0 17-16,0 0-15 15,0 0-5-15,-15 0-2 16,1 0-5-16,1 0-3 15,5 0-27-15,0 0-20 0,0 0-6 16,-1 0-18-16,-5 0-71 16,8 0-175-16,-1 0-303 15</inkml:trace>
  <inkml:trace contextRef="#ctx0" brushRef="#br1" timeOffset="42924.18">12065 15713 832 0,'-14'-10'0'0,"12"6"15"16,2 4 33-16,0-4 42 15,0 0-54-15,0-2-33 16,6 2 1-16,15 0-1 15,1 0-3-15,1 0 8 0,3-2-7 32,-4 2 6-32,3 4-2 15,4 0-2-15,0-4 6 16,-2 4-8-16,0 0 1 0,-8 0 7 16,-1 0-6-16,-7 14-3 15,1 4 0-15,-6 4 1 16,-4 8 2-1,-2 6-3-15,0 0 0 16,-2 4 4-16,-20-4-7 16,-10 0 4-16,-7 0-1 0,-6-1 4 15,-6-7 0-15,-3-6-4 16,7-4 1-16,9-4 14 16,9-6 11-16,16-4-10 15,4 0-6-15,7-4 7 16,2 0-15-16,0 0-5 15,0 0 3-15,0 0-1 32,7 0 1-32,15 4 1 15,11-4 17-15,8 6 0 16,9-6-3-16,4 0 4 0,4 4-7 16,2 0 15-16,-6 0-13 15,-5 2-6-15,-12-6 11 16,-10 4-10-16,-11-4-5 15,-7 4 4-15,-9-4 0 16,0 0-5-16,0 0 2 16,0 0 6-16,0 0-11 0,0 4-2 15,0-4-7-15,0 0-24 16,0 0-16-16,-9 0-26 16,0 0-59-16,0 0-172 15,2 0-307-15</inkml:trace>
  <inkml:trace contextRef="#ctx0" brushRef="#br1" timeOffset="43610.61">12840 15440 537 0,'0'0'84'0,"0"-12"-80"16,0 12 84-16,0 0 60 16,0 0-77-16,0 0-22 0,0 4-36 15,0 22 22-15,-4 4-3 16,-10 20-8-1,-1 9 0-15,-4 5-2 0,0 10 3 16,7-6-15 0,1 4 0-16,5 3 0 0,6-9-10 0,0-6 8 15,0-4-6-15,11-14-2 16,11-4 8-16,3-2-2 16,3-14 6-1,1-2 3-15,0-4 22 16,-2-10-32-16,-5 2 2 15,-3-8 8 1,-6 5-3-16,-3-1-2 16,-2-4 6-16,-2 0-11 15,-3 0 4-15,3 0-9 16,-2 0 3-16,3 0-1 16,-2 0-2-16,-3 0 0 15,0 0 0-15,-2 0-4 16,0 0-2-16,0 0-10 0,0 0-10 15,0 0-72-15,0 0-27 16,0 0-68-16,0 0-150 16</inkml:trace>
  <inkml:trace contextRef="#ctx0" brushRef="#br1" timeOffset="44697.68">12956 15713 317 0,'2'-14'193'0,"-2"10"-179"0,2-6 12 16,-2 4 129-16,3 0-21 16,-1-2-53-1,0 2-29 1,0 2 43-16,-2 0-48 15,2 4-3-15,-2 0-4 16,2-4-4 0,-2 4-18-16,2 0-5 0,-2 0 2 15,0 0-13-15,0 0 3 16,0 0-1-16,0 0-2 0,0 0 13 16,0 0-10-16,5 16-4 15,-2 12-1-15,6 0 5 16,-1 10 5-1,1-2-8-15,3 4 4 0,-2 0-6 16,4 0 0-16,-1 2 2 16,5 7 0-1,-5-9-2 1,0-6 0-16,-3-6 0 16,-8-14 1-16,2-2-1 15,-1-10 0-15,-3-2 4 16,2 0-4-16,-2 0 9 0,2 0 2 15,0 0-2-15,-2 0 14 16,4 0-5-16,2-10 4 16,2-16 20-16,3-6-34 15,5-8-4-15,1-6-3 16,12-21 6-16,-4-9-7 16,0-2 0-16,-6 2 0 15,-7 20 4-15,-6 9-4 16,1 15 0-16,-3 9 1 0,-2 10 4 15,-2 8-3-15,0 2-2 16,0 3 0-16,0 0 0 16,0 0-3-16,0 0-21 15,0 12-64-15,-8 10 22 16,-5 10-1-16,-1 0-30 16,1 13-83-1,2-1-47 1,8-26-53-16,1-6-113 15</inkml:trace>
  <inkml:trace contextRef="#ctx0" brushRef="#br1" timeOffset="45400.25">13424 15954 317 0,'0'0'215'15,"0"0"-186"-15,22-4-4 16,-15-5 115-16,-1-1-6 16,-1 2-50-16,-1 3-26 15,-4-4 0-15,0 5-4 16,0 4 42-16,0-4-64 15,0 4-4-15,0 0-12 16,0 0-16-16,-9 0-6 16,-9 0 0-16,-10 12 6 0,1 6-3 15,0 5 5-15,0-4-2 16,7 6 0-16,5 3 0 16,1-2-4-16,10 2 3 15,4-2-14-15,0-8 9 16,0-4-17-1,8 0 3 1,13-6-15-16,3 0 9 0,3-4 12 16,2-4-5-16,5 0-12 15,-3 0-41 1,-7-8-48-16,-11-6-38 16,-8 0 32-16,-5-2 58 15,0 2 68-15,0 0 13 0,0-2 46 16,0 6 3-16,0 0 21 15,0 6 1-15,0 0-1 0,0 4 11 16,0 0-25 0,-2 0 29-16,2 0-69 15,-3 0-17-15,3 0-3 16,0 0-8-16,0 14 6 0,0 12 1 16,0 10 3-16,0-8 4 15,0 2-9-15,0-2 1 16,0-4 2-16,0 0-8 15,9-6 4-15,1-6-5 16,-4-7 0-16,-2 0 2 16,1-5-2-1,-3 0-33-15,0 0-148 16,6 0-15-16,-8 0-94 16,2 0-160-16</inkml:trace>
  <inkml:trace contextRef="#ctx0" brushRef="#br1" timeOffset="45849.18">13711 15895 616 0,'0'0'277'0,"0"0"-273"16,22-52 123-16,-17 50-31 15,-5 2-39-15,0 0-32 16,0 0-8-1,0 0 0-15,-5 6-17 16,-9 12 0-16,-1 0 7 16,2 0-1-16,4-1-3 15,2 1 0-15,5-4-2 16,2 4 1-16,0-5-2 16,0 1 1-16,11 3-2 15,3-3 1-15,3 0-5 0,-1 0-8 16,-1 2 11-16,-1-2-2 15,-1-4 3-15,-1 6-2 16,-6-2 1-16,-3-2-6 16,-3 2 3-16,0-4 2 15,0 2 0-15,-14-6 2 16,-14 2 1 0,-11-4 5-16,3-4 10 15,1 0-4-15,8 0 0 16,7 0-11-16,7 0-3 15,4 0-32 1,9-12-192-16,0 6-112 0,0-2-128 16</inkml:trace>
  <inkml:trace contextRef="#ctx0" brushRef="#br1" timeOffset="46173.53">13991 15887 254 0,'0'0'708'0,"0"0"-660"16,0 0-43-16,-4-6 38 16,4 6-1-16,12 0-37 15,12 0-2-15,5 0 1 16,0 0 1-1,2 0 4-15,-2 0-6 16,-2 0 8-16,-5 0 8 16,-7 0-11-16,-3 0-1 15,-10 0-5-15,-2 0 2 16,0 0-4-16,0 0-15 16,0 0-47-16,-18 0-76 15,5 0-122-15,-1 0-400 16</inkml:trace>
  <inkml:trace contextRef="#ctx0" brushRef="#br1" timeOffset="46739.66">14230 15633 191 0,'0'0'638'16,"0"0"-587"-16,0 0-50 16,0 0 105-16,0-49-4 15,0 49-68-15,0 0-26 0,0 0-5 16,0 0 3-16,0 14 15 16,0 13 0-16,2 7 1 15,9 2-12-15,1 8 4 16,1 2-14-16,1 4 1 15,1-2 0-15,5 6 0 32,-3-5 2-32,0-9-3 0,-5-14 0 15,-6-16 5-15,-6-6-4 16,2-4 0-16,-2 0 11 16,2 0 2-16,0 0 16 15,3 0 1-15,1-8 2 16,5-10-3-16,3-9-23 15,1-5-2-15,1-4 15 16,-1-8-3-16,3-10-7 0,-2-4-6 16,4-22 0-1,0-2-2-15,-3 12-2 16,2 11 0-16,-13 29 1 16,1 12 2-16,-7 10-1 15,0 6-2 1,0 2 0-16,0 0 0 15,0 0-13-15,0 0-19 16,0 14-23-16,-9 8-14 16,-8 9 4-16,-6-4-217 15,17-14-12-15,-2-3-48 16</inkml:trace>
  <inkml:trace contextRef="#ctx0" brushRef="#br1" timeOffset="47077.71">14587 15779 418 0,'0'0'157'15,"0"0"-130"-15,0 0 138 0,13 14-81 16,-13-8-13-16,0 6-17 16,2 6 1-1,0 4-21-15,-2 8 10 16,0 2-4-16,0 0-12 0,0 4 1 15,5 1-6-15,-3-3-14 32,3-2 4-32,-1-4-8 0,1-2-1 15,1-4-2-15,1-10 0 16,-3-2 3 0,-1-6-5-16,1 0 2 15,-1-4-2-15,1 0-24 16,4 0-50-16,-5-8-69 15,-3-6-192-15</inkml:trace>
  <inkml:trace contextRef="#ctx0" brushRef="#br1" timeOffset="47309.47">14464 15913 866 0,'0'0'161'0,"0"0"-136"15,0 0 102-15,0 0-76 16,-20-18-50 0,49 18 4-16,9-4-5 15,11 0 6-15,-3 0-3 16,6 0 6-16,-6 4-9 0,-7 0 0 16,-10 0-1-16,-16 0 0 0,-13 0-70 15,0 0-198-15,-4 0-288 16</inkml:trace>
  <inkml:trace contextRef="#ctx0" brushRef="#br1" timeOffset="48078.05">14731 15290 602 0,'0'0'98'0,"0"0"-70"16,0 0 86 0,-2-6 5-16,2 6-42 0,0 0-60 15,0 0 13-15,12 6 30 16,11 20-12-1,12-4-26-15,2 8 1 16,10 4-10-16,-2-4-7 0,-1 6 7 16,3 3-11-16,-3 2 4 15,1 8-2-15,-7 5-3 0,-7 4 1 16,-11 4-2-16,-15 8-1 16,-5 7-1-1,0 0 2-15,-33 2 4 16,-8-3-4-16,-5-8-1 0,-2-10-1 15,0 0 2 1,3-13 0 0,11-15 1-16,14-16 8 15,16-10 10-15,4-4-12 16,0 0 7-16,0 0-9 16,0 0-5-16,2-22 0 15,12-8-15-15,-1 2-38 16,-9 15-73-16,-4 4-292 15</inkml:trace>
  <inkml:trace contextRef="#ctx0" brushRef="#br2" timeOffset="57914.67">15687 15310 188 0,'0'-2'239'15,"0"2"-239"1,0 0-1-16,0-2 1 16,0 2 35-16,0 0-35 15,0 0 0-15,0 0-4 16,0 0 4 0,0 0 0-16,0 0 2 15,-2 0-2-15,0 0-3 16,-3 0-41-16,1 0-10 0,0 0 32 15,-1 0-17-15,1 0 15 16,4 2 23-16,-3-2 2 16,3 0-1-16,0 0 19 15,0 0 30-15,0 0 17 16,0 0-6-16,0 0-23 16,0 0-11-1,0 0-1-15,0 0 13 16,0 0 32-16,0 0-22 15,0 0-3-15,0 0 5 16,0 0-2 0,0 0-20-16,0 0-7 0,0 0 2 15,-2 0 5-15,-3 0 4 16,-1 0-6-16,-7 0-11 0,-3 2 13 16,-4 4-13-16,-2 2 0 15,-3 2 11-15,-2 8-10 16,-4 8 5-1,-4 2-4-15,1 12 20 0,1 8-26 16,2 10 1-16,2 5-11 16,-2 21 2-16,6 0 2 15,7-6-5-15,9-3 1 16,9-21-5-16,0-4 4 16,7-6 0-16,15-4 3 15,1-12-3-15,4-4 10 16,2-4-1-16,-1-8-3 0,6-6 7 31,-1 2-6-31,1-8 6 16,-1 0 4-16,-4 0-3 15,-4 0-5-15,-12 0-5 16,-5 4 9 0,-8-4-12-16,0 0 6 0,0 0 10 15,0 0-7-15,0 0 9 16,0 4-12-16,0-4-6 0,0 0 5 15,0 0-6-15,0 0 0 16,0 0 0-16,0 0 0 16,0 0-1-1,0 0 1 1,0 0-48-16,0 0-14 16,-2 0-21-16,-7 2-51 15,5-2-159-15,2 0-139 16</inkml:trace>
  <inkml:trace contextRef="#ctx0" brushRef="#br2" timeOffset="58533.38">15651 15637 423 0,'0'0'186'0,"0"-40"-165"16,3 36-10-16,-3 4 142 16,0-5-23-16,0 5-55 15,0 0-10 1,0 0-18-16,0 0 2 0,0 0-33 15,0 0 2-15,0 0-12 16,0 31-3-16,0 9 13 16,0 10-4-16,0 2-6 0,0-6 6 15,4-6-11-15,10 4 3 16,-3-8-3-16,3 0 0 16,-1-5 5-16,-5-12-6 15,4-2 0-15,-3-7-3 16,-1-6 7-16,-4 0-4 15,4-4 2-15,-4 0 9 16,1 0-8-16,1-4 14 0,12-32 5 16,0-4-11-1,4-5 8-15,1-9-2 16,-4 6-7-16,-1-6 3 16,3 0-10-1,-6 0 0-15,-1 0 1 16,-1 14-2-16,-5 9 1 0,-2 9-3 15,-2 10 0 1,-4 6 3-16,0 6-3 16,0 0-2-16,0 0-24 15,0 0-12-15,0 0-26 16,0 13-30-16,-2 14-54 0,-6-14-179 16,4 2-218-16</inkml:trace>
  <inkml:trace contextRef="#ctx0" brushRef="#br2" timeOffset="58902.77">16095 15807 106 0,'0'0'471'0,"0"0"-376"16,13-26-69-1,-13 20 107-15,0-2-1 16,0 4-32-16,0 2-53 0,0 2 2 16,0 0-11-16,0 0-4 0,-2 0-27 15,-16 14-7-15,-1 14 0 16,-6 8 4 0,4 0 8-16,11 2-9 15,5-10 0-15,5-1-3 16,0-1 0-1,11-4-3-15,14-8-1 16,2 0-2-16,2-10-1 16,0 0-14-16,2-4-22 15,-4 0-48-15,-10 0-94 16,-17 0-86-16,0-8-51 16</inkml:trace>
  <inkml:trace contextRef="#ctx0" brushRef="#br2" timeOffset="59150.84">16195 15941 517 0,'0'0'123'15,"0"0"-70"-15,0 0 79 16,0 0-21-16,0 0-34 16,-2-40-20-16,2 40-15 15,0 0-4 1,0 0-16-16,0 4-12 0,0 18-4 0,0 5 16 16,0 5 1-16,0-5-17 15,0 4 1-15,0-1 3 16,0-2-9-1,0-2 4-15,5-4-2 16,1-8-4-16,-2-2 1 16,4-2-13-1,0-6-21-15,3-4-54 16,3 0-81-16,-12 0-145 16,3 0-200-16</inkml:trace>
  <inkml:trace contextRef="#ctx0" brushRef="#br2" timeOffset="59581.36">16557 15833 640 0,'0'0'173'0,"0"0"-165"0,0 0 28 15,0 0 101-15,-6-50-51 16,-13 50-48-1,-8 0-11-15,0 0-11 16,3 6 12-16,2 2-9 16,8 6-6-16,3 0 4 15,7-2-13 1,4 2-1-16,0 0-1 16,0 2-1-16,6-2-1 15,21 6-8-15,9 1 6 0,1 1-7 16,1 1 2-16,-9 0-5 15,-4-5-4-15,-9-2 8 16,-10-2 1-16,-3 0 0 16,-3-6 6-16,0 2-4 15,-21-2 5-15,-14-2 28 16,-9-2-3-16,-2 0-3 0,4 0 3 16,9-4-14-16,11 0-8 15,11 0-3-15,11 0-27 16,0 0-50-1,0 0-93-15,15 0-206 0</inkml:trace>
  <inkml:trace contextRef="#ctx0" brushRef="#br2" timeOffset="59905.04">16815 15807 714 0,'0'0'234'16,"0"0"-215"-16,0 0 13 15,0-22 126-15,0 22-78 16,0 0-78-16,6 0-2 16,8 0 0-16,6 0-3 15,11-2 3-15,4 2 10 16,4-2-8-1,-1 0 9-15,-9-2-10 16,-9 4 1-16,-7 0-1 16,-11 0-2-16,-2 0 1 15,0 0-37-15,0 0-16 16,0 0-70-16,0 0-105 16,0 0-137-16</inkml:trace>
  <inkml:trace contextRef="#ctx0" brushRef="#br2" timeOffset="60409.06">17151 15494 805 0,'0'0'125'0,"0"0"-117"0,0 0 50 15,0 0 73 1,-11-32-74-16,11 32-54 0,0 4-3 16,0 24-8-16,0 8 8 15,0 13 16-15,3 1-4 16,1 2-7-16,0 2-4 16,1-8-1-16,5 6 0 15,2-8 1-15,-1-6 3 16,1-8-4-16,-2-21 1 15,-1 0 5-15,0-9-5 16,0 0 7-16,0 0-1 0,2 0 0 31,3-5 18-31,1-16-7 16,3-7 5-16,-1-6 8 16,4-4-13-16,1-6 13 0,3-8-26 0,-1-6 6 15,0-2-10-15,3-11-1 31,-2 5 4-31,-8 12-4 0,4 10-2 16,-13 22 2-16,4 8-1 16,-6 8-3-16,-3 4-4 15,-3 2-19-15,0 0-6 16,0 4-38-16,0 22-62 16,0-14-104-16,0 6-156 15</inkml:trace>
  <inkml:trace contextRef="#ctx0" brushRef="#br2" timeOffset="60710.05">17635 15761 820 0,'0'0'63'0,"0"0"-37"16,0 0 145-1,2 22-62-15,-2-2-73 16,0 10-33-16,0 6 18 16,0 0-10-16,5 9-2 15,1-1 1-15,3-4-9 0,0-4 3 16,-2-22-4-16,1 0 2 16,-1-6 2-16,0-4-4 15,2 0-10-15,-3-4-19 16,1 0-34-16,-1 0-67 15,-6-8-150-15,0-4-188 32</inkml:trace>
  <inkml:trace contextRef="#ctx0" brushRef="#br2" timeOffset="60910.6">17544 15879 628 0,'0'0'246'0,"0"0"-216"16,0 0-11-16,0 0 124 0,-48-44-43 15,48 42-59-15,21 2-36 16,12-4 1-16,9 0-1 0,5 0-5 16,4 2 5-1,-6 2-4-15,-9-2-1 16,-7 2-68-16,-27 0-141 16,-2-2-202-16</inkml:trace>
  <inkml:trace contextRef="#ctx0" brushRef="#br2" timeOffset="61489.97">17849 15400 412 0,'0'0'178'16,"0"0"-168"-1,0 0 16-15,0 0 303 16,-14-18-256-16,14 14-21 0,0 4-10 15,0 0-9 1,0 0-6 0,0 0 0-16,0 0 13 15,0 0-8-15,7 0-11 16,11 0-2-16,4 0-11 16,16 0 3-16,6 6 0 15,8 10-10-15,4 10 7 16,-1 6-5-16,-2 8-3 15,-1 14 7-15,-12 1-5 0,-7 11-3 16,-11 4-1-16,-13 6 1 16,-9 23-1-1,0-1 1-15,-15-4 1 0,-18-4 0 16,-1-32 0-16,-4 0-1 16,-2-13 4-16,4-5-3 15,1-14 0 1,8-8 1-16,7-8 11 15,9-6-9-15,7-4 0 16,4 0-3 0,0-14-20-16,0-16-133 15,0 12-105-15,0 4-303 0</inkml:trace>
  <inkml:trace contextRef="#ctx0" brushRef="#br2" timeOffset="70369.28">19273 15641 375 0,'-3'-26'110'0,"3"12"-106"31,0 6 58-31,0-5 60 15,0 8-40-15,0-4 64 16,0 4-89-16,0 5 2 16,0 0-12-16,0 0-16 15,3 0 0 1,-3 0-13-16,0 0 13 0,0 0-22 16,0 0 6-1,6 0-13-15,3 23 1 16,5 12 16-16,1 7-12 15,-4 0 2-15,4 0-8 0,-1 2 1 16,2 0 6 0,2-2-8-16,-3-4 5 15,-1-6-5-15,-6-14 0 0,-3-5 0 16,-1-3 2 0,-4-6-2-16,2-4 1 0,0 0 4 31,-2 0-3-31,0 0 6 15,3 0 1-15,-3 0 1 16,2 0 10-16,1 0-5 16,5 0 1-16,5-18 6 15,10-14-17 1,2-8 10-16,-1-3-11 16,2-7 9-16,-5 4-6 0,-1-2-4 15,2-4 2 1,-4 2-2-16,2 0-6 0,-3 1 6 15,2 9 1-15,-2 0-3 16,-3 12 0 0,-3 10 13-16,-7 10-5 15,-2 4 2-15,0 4-7 0,-2 0-2 16,0 0-2-16,0 0-4 16,0 0 3-1,0 0-17-15,0 0 2 0,0 0-10 16,0 0-13-1,0 12-5-15,0 6-96 16,-6 4-6 0,-5 6-75-16,5-18-32 15,1 2-32-15</inkml:trace>
  <inkml:trace contextRef="#ctx0" brushRef="#br2" timeOffset="71087.89">19840 15753 123 0,'12'0'456'0,"-6"0"-421"16,3 0-35-1,2 0 77-15,-2 0 39 16,2-8-58-1,-2 2-7-15,-4 2 58 16,0 4-51-16,-5 0-7 16,0 0-1-16,0 0-24 15,0 0-13 1,0 0-4-16,0 0-9 16,-10 0-2-16,-7 2 2 0,-17 22 3 15,3 8-3-15,-4 8 0 16,3 2-1-16,12-8 2 15,9-3-1-15,6-8 0 16,5 4-1 0,0-5 0-16,5-4 0 15,17-4 1 1,3-6 0-16,6-4 1 16,6-4-2-16,4 0-4 15,1 0-41-15,-9 0-32 16,-6 0-40-16,-12-4-92 15,-9-10-24-15,-6 2 32 16,0-2 103-16,0-3 87 16,-10 2 12-16,-1-2 31 15,5-1 28-15,2 4 172 16,4 1-123-16,0 4-18 16,0 5-3-16,0 0-36 15,0 4 2 1,0 0 12-16,0 0 5 0,0 0-46 15,0 0-3-15,0 4 4 16,0 22-18-16,-4 6 6 16,4 5 2-16,-2-1-13 15,2 2 2-15,0-2 6 16,0 0-10 0,0-10 12-16,0-4-12 15,0-6 8 1,2-8-8-16,2-8 0 15,0 4-12-15,2-4-46 16,-1 0-220-16,-3 0-53 16</inkml:trace>
  <inkml:trace contextRef="#ctx0" brushRef="#br2" timeOffset="71557.33">20248 15821 252 0,'18'-36'441'0,"-14"26"-412"0,1 2 122 15,-3 8-42 1,-2 0-36 0,0 0-19-16,0 0-13 15,-9 0-20-15,-11 0-21 16,-4 4 24-16,1 10-5 15,3 4-2-15,5-2 3 16,8 2-18 0,4 0 0-16,3-4-1 0,0 4-1 15,0-4 4-15,19 3-4 16,3 1-18-16,7-4 4 16,4 4 9-16,9 4-12 15,1-4 4-15,-9-4 5 16,-11 2 0-16,-17-6 4 15,-6-2-5-15,0 2-1 16,-34-2 8-16,-17-2 21 16,-9 2 8-16,-1-4-12 15,24-4 0-15,10 0-8 16,11 0-7-16,7 0-3 16,9 0-112-16,0-4-97 15,0 0-281 1</inkml:trace>
  <inkml:trace contextRef="#ctx0" brushRef="#br2" timeOffset="71974.07">20573 15789 593 0,'-4'0'228'0,"4"0"-219"16,0 0 138-16,0 0-87 16,4 0-48-16,25-6-8 15,9 4 0-15,5-2-4 16,-3 2 4-16,-13-2-3 0,-12 0-1 16,-3 4 0-1,-10 0 2-15,-2 0 5 16,0 0-6-16,0 0-1 31,0 0-52-31,0 0-55 16,0 0-102-16,0 0-99 15</inkml:trace>
  <inkml:trace contextRef="#ctx0" brushRef="#br2" timeOffset="72539.06">20923 15494 531 0,'0'0'313'0,"0"0"-285"16,0-30 132-16,0 30-84 15,0 0-62-15,0 0-10 0,0 0-4 16,0 0-5-16,0 22 5 15,0 8 12 1,0 19 4-16,0 6 11 31,7 6-21-31,4 1 0 16,-2-12-5-16,3-8 0 16,0-2-1-16,-1-6 0 15,1-6 4-15,-3-7-3 16,-3-7 1-16,-2-9 0 15,2-2 1-15,-6-3 1 16,2 0 5-16,2 0 24 16,3 0-5-16,3-12-1 0,11-20-2 15,1-9 6 1,0-3-21-16,5-14-2 16,-7 2 5-16,3-4-9 15,-2 3-3-15,2 7 4 16,-5 5-5-16,-5 14 2 15,-1 5 3 1,-6 12 6-16,-1 6-10 16,-3 6-1-16,-2 2 0 15,0 0-19-15,0 0-22 16,0 2-37 0,0 24-41-16,0-10-307 15,0-2-7-15</inkml:trace>
  <inkml:trace contextRef="#ctx0" brushRef="#br2" timeOffset="72840.37">21367 15727 352 0,'9'8'376'15,"-9"-4"-272"-15,2 14-64 16,-2 8 88-16,2 8-76 15,0 6-28-15,0-6 4 16,2 2-14 0,2-5 7-16,0 1 2 15,1-10 2-15,-1 0-20 16,2-8-5-16,-6-4 6 0,2-2-5 16,-2-8 0-16,0 0-1 15,1 0-28-15,-1 0-40 16,2 0-37-1,-4 0-24-15,0-4-426 16</inkml:trace>
  <inkml:trace contextRef="#ctx0" brushRef="#br2" timeOffset="73063.89">21280 15837 585 0,'0'0'225'0,"0"0"-197"0,-27-30-5 16,27 26 139-16,4 2-82 15,21-2-62 1,19 4-15 0,8-4 6-16,4 4-4 15,2 0 0-15,-12 0 12 16,-5 0-4 0,-10 0-7-16,-12 0-6 0,-9 0-1 15,-10 0-44-15,0 0-86 16,0 0-104-16,-5 0-28 15</inkml:trace>
  <inkml:trace contextRef="#ctx0" brushRef="#br2" timeOffset="77745.57">21542 15236 245 0,'-15'0'166'16,"11"0"-131"-1,4 0-23 1,-2 0 106-16,2 0 52 16,0 0-136-16,0 0-5 15,0 0 9-15,0 0-2 16,0 0-13-16,0 0 10 15,0 4-9-15,0-4 3 16,0 0 18 0,0 0-22-16,0 0 23 0,0 0-38 15,0 0 20-15,0 0-17 16,2 4-2-16,2 0 16 16,5 2-17-16,0 3 22 15,6 4-30-15,8 3 13 16,6 20-13-1,7 10 0-15,-1 8 4 0,0 12-3 0,-10-8-1 16,-4 5 0-16,-6-1 2 16,-7 10 0 15,-5-2-2-31,-3-2 3 16,0-5 1-16,-31-18-4 0,-10-4 13 15,0-7-11 1,-2-2 16-16,3-14-10 15,6-4-2-15,10-2-5 16,9-8-2-16,8-4-8 16,4 0-49-16,3 0-62 15,0 0-166-15,0-14-512 16</inkml:trace>
  <inkml:trace contextRef="#ctx0" brushRef="#br2" timeOffset="78883.89">19591 15234 229 0,'4'-4'325'0,"-2"4"-273"16,0-3-41 0,2 3 97-16,-4 0-56 15,0 0-9-15,0 0 15 16,0 0-12-16,0 0-9 15,0 0 11 1,0 0 0-16,0 0-26 16,-12 0-9-16,-9 0 10 15,-2 17-11 1,-9 2 4-16,-1 8 10 16,-3 3-15-16,-2 10 3 15,-2 4 0-15,-18 32-13 16,2 6 14-16,6 7-14 15,2 1 10-15,26-20-11 0,5-8 2 16,12 1-1 0,5-9 3-16,0 0-8 15,0-4 8-15,13-6-4 16,23 4 0-16,1-12 0 16,8-8 2-16,0-6 4 0,-10-14-4 15,2-4 0-15,-8 0 2 16,-4-4 16-1,-6 0-16-15,-8 0-4 16,-9 0-16-16,-2-4 1 16,0-10-41-16,0 6-91 31,-13-2-150-31</inkml:trace>
  <inkml:trace contextRef="#ctx0" brushRef="#br2" timeOffset="80491.95">21639 15009 536 0,'0'-2'9'0,"0"2"33"16,0 0 82-16,0-4-53 15,0 4-32-15,0 0-10 16,0-6 56-16,4 4-57 15,3-2 8-15,3 2-10 16,9-8 9 0,1 6-8-16,6-4-10 0,3 4 10 15,2-2-15-15,3 2-3 16,8 2 4-16,0 2 2 16,-1 0-15-16,-5 0 1 15,-15 0 9-15,0 0-9 16,-7 0 2-1,-4 4 4 1,-3 4-7-16,-7 0-5 16,0 10-7-16,0 14 12 15,-33 8 0-15,-5 6 6 16,-3 2 10-16,8-13-15 16,4-3 11-16,5-6-12 15,-5 2 0 1,11-6 14-16,0 0-9 0,5-10 2 15,8-6-4-15,3-2 3 16,2-2-6-16,0-2 0 16,0 0 4-16,0 0 0 15,0 0-2-15,0 0 4 16,0 0-5-16,20 0 3 31,6 0-3-31,8 0 18 0,4 0-15 16,0 0 1-1,8 0-3-15,-3 0 5 16,-5 0-7-16,-7 0 0 16,-15 0 14-16,-7-2-11 15,-5 2 4-15,-4 0 8 16,0 0 8-16,0 0-21 0,0 0 1 16,0 0 1-1,0 0-4-15,0 0-4 16,0 0 3-16,0 0-30 15,0 0-2-15,0 0-28 16,-2 0-65-16,-7 0-392 31,2 0-93-31</inkml:trace>
  <inkml:trace contextRef="#ctx0" brushRef="#br1" timeOffset="87817.97">18562 15891 407 0,'-4'0'205'0,"0"0"-193"16,4 0-2-16,0 0 86 15,0 0 3-15,0 0-85 16,0 0 4-16,0 0 27 16,0 0-5-1,0 0-2 1,0 0 4-16,0 0 34 15,0 0-36-15,0 0-8 16,0 0 7-16,0 0-20 16,0 0 1-16,0 0 4 15,0 0-15-15,0 0 9 16,0 0-3-16,0 0-4 16,0 0 23-16,0 0-25 15,0 0 2-15,0 0-10 16,0 0 10-16,0 0-11 15,0 0-2-15,0 0 1 16,0 0 2-16,16 0 0 16,18 0 6-1,11 0-9 1,8 0 2-16,3 0 0 0,-9 0-1 16,-5 0 1-16,-7 0 0 15,-6 0-2 1,-8 0 4-16,-11 0-2 15,-7 0 0-15,-3 0 5 16,0 0-4-16,0 0 4 16,0 0 8-16,0 0-12 15,0 0-1-15,0 0-16 16,0 0 0-16,-13 0-38 16,-8 0-24-16,-1 0-27 15,0 0-83-15,15 0-64 16,0 0-141-1</inkml:trace>
  <inkml:trace contextRef="#ctx0" brushRef="#br1" timeOffset="90574.3">22209 14766 232 0,'0'0'22'15,"0"-4"-18"-15,-2 4 11 16,2-1 77-16,0 1-56 0,-3 0-13 15,3 0-17 1,0 0 9 0,0 0 6-16,0 0 20 15,0 0 9-15,0 0-17 16,0 0 10 0,0 0-16-16,0 0 23 15,0 0-25-15,0 0 3 16,0 0 13-16,0 0-12 15,0 0 4-15,0 0-11 0,0 0 35 16,0 0-31-16,0 0 0 16,0 0 6-1,0 0-24-15,0 0 14 16,0 0-18-16,0 0-1 0,0 0 10 16,0 0-8-1,0 0 5-15,0 0 5 16,5 0-5-16,9 0-3 0,5 0 0 15,8 0 16 1,2 5-16-16,4 4-1 16,3-4-2-16,1 4 2 15,2-1-6-15,1-3 0 32,-7 4 4-32,-8-9-2 0,-10 1-2 15,-10-1 2-15,-5 0 2 16,0 3 2-1,0-3 4-15,0 0 13 16,0 0-23-16,0 0 1 16,0 0 3-16,0 0-3 15,0 0 1-15,0 0-2 0,0 1-2 16,0-1-1-16,0 0 3 16,0 0 0-1,0 0 4-15,0 0-5 16,0 0 1-16,0 0 0 0,0 0-1 15,0 0 2 1,0 0-1 0,0 0 5-16,0 0-6 15,0 0 1-15,0 0 0 16,0 0 7 0,0 0-5-16,0 0 3 15,0 0 0-15,0 0 6 16,0 0-11-16,0 0 0 15,0 0 12-15,0 0-11 0,0 0 1 16,0 0-2-16,0 0 4 16,0 0-2-1,0 0-2-15,0 0 0 16,0 0 3-16,0 0-3 16,0 0 0-16,0 0 4 15,0 0-3 1,0 0 2-16,0 0-6 15,0 0 4-15,0 0-1 16,0 0 0 0,0 0 2-16,0 0-9 15,0 0 0-15,0 0-11 0,0 0 15 16,0 0-20 0,0 0 6-16,0 0-17 0,0 0 21 15,0 0-21-15,0 0-35 16,-7 0-21-1,3 0-81-15,-1 0-99 16</inkml:trace>
  <inkml:trace contextRef="#ctx0" brushRef="#br1" timeOffset="91315.66">22323 14790 207 0,'-12'-1'144'16,"8"1"-83"-16,1 0-12 16,3 0 171-1,0 0-158-15,0 0-16 0,0 0-8 16,0 0-5 0,0 0 18-16,0 0-25 0,0 0 41 15,10 0-34-15,7-5 8 16,12 4-27-16,9-2-14 15,7 2 13-15,4 1-13 16,-7-3 0-16,-2 3 3 16,-2 0 2-1,3 0-1 1,-6 0-2-16,-6 0 15 16,-9 0-14-16,-11 0 1 15,-7 0 1-15,-2 0-2 16,0 0 3-16,0 0 2 15,0 0 7-15,0 0-15 16,0 0 0 0,0 0 7-16,0 0-5 0,0 0-4 0,0 0-20 15,0 0-21 1,-2 0 7-16,-5 0-9 16,-2 0-6-16,-4 0 11 0,-1 0-27 15,-3 3-48-15,7-3-99 16,4 0-67-1</inkml:trace>
  <inkml:trace contextRef="#ctx0" brushRef="#br1" timeOffset="92968.61">22564 14779 311 0,'0'0'252'15,"0"-3"-201"-15,0 3 59 16,0 0-54 0,0 0-7-16,0 0 3 0,0 0 11 0,0 0-20 15,0 0 0-15,0 0 11 16,0 0-18-1,0 0 9-15,0 0-45 16,0 0 7-16,0 4-7 16,0 10 0-1,0 3 16-15,0 2-8 16,0 6 22 0,0 3-26-16,0 4 10 15,0 12-12-15,2 4-1 16,-2 0 14-16,0 2-15 15,0-10 3-15,0-3 0 16,0 7 2 0,0 10-2-16,0-2 1 0,0 2 7 0,0-4-10 15,-2-14 2-15,-1-1 0 16,3-2 0 0,-3 2-1-16,1-8 2 15,0 8 1-15,-2-3-5 16,-3 2 0-16,3 0 3 15,-3 0 1 1,0-8-4-16,3-6 0 16,1-2 0-16,-1-2 1 15,2 2-1-15,0-6 0 16,-3 2 0-16,1 0 5 16,-3 0-9-16,2-1 4 15,-1 5 0-15,2-4 1 16,1-2 3-16,1 2-8 0,0-4 9 15,2-1-6-15,-2 4 1 16,2-1 0 0,-2 2 1-16,-1 0 3 0,3-4-3 15,0 6-1 1,0-6 3-16,0 0-5 16,0 2 2-16,0-4 3 0,0 2-3 15,0-2 0-15,0-2-2 16,0 2 5-1,0 0-7-15,0-4 9 16,0 2-7 0,0 2 5-16,0 2-3 15,0-2 0-15,0 2 0 16,0-2-1-16,0-4 1 16,0 6 0-16,0-6 1 15,0 6 2 1,0-2-3-16,0 2 1 15,0-2 1-15,0 0-2 16,0-3 0-16,0 0-1 16,0 3 5-16,0-2-8 0,-2 2 8 15,2-3-6-15,0 3 2 16,0-3 0-16,0 4 1 16,0 0 1-16,0 0-2 15,0-4 0-15,0 4 1 31,-3-1 0-15,3-2-1-16,0 2 0 0,0-4 1 16,0 0-1-16,0-2 0 15,0 2 1 1,0 0-1-16,0 0 3 16,0-4-5-16,0 4 2 0,0 0 0 15,0-2 0 1,0 2 3-16,0 0-3 0,0 0 0 15,0-2 0-15,0 2-3 16,0 0 5 0,0 0-2-16,0 0 0 15,0 0 0-15,-2 2 0 16,2-6 0-16,0 4-1 16,0-4 3-1,0 0-4-15,0 0 4 16,0 0-2-16,0 0 0 15,0 0 0-15,0 0 0 16,0 0 5-16,0 0-6 16,0 0 1-16,0 0 0 15,0 0 5 1,0 0-3-16,0 4 8 0,0-4-7 16,0 0-3-16,0 0 0 15,0 0 3 1,0 0-2-16,0 0 1 0,0 0-1 15,0 0 4-15,0 0-5 16,0 0 0 0,0 0 0-16,0 0 6 0,-2 0-6 15,-2 0 1-15,-1 0 2 16,-11 0 1 0,-15 4 1-16,-15 2-5 15,-14-2 13-15,-3 0-12 0,-3 0 7 16,-1 0 5-1,7-4-12 1,6 0 19-16,14 0-18 16,9 0 16-16,11 0-17 15,13 0 0-15,5 0 0 16,2 0 2-16,0 0-6 16,0 0-2-16,0 0-3 15,0 0 3 1,0 2-18-16,0-2 10 0,0 0-32 15,0 0-11-15,0 0-49 16,0 0-171-16</inkml:trace>
  <inkml:trace contextRef="#ctx0" brushRef="#br1" timeOffset="134544.96">9046 18723 410 0,'124'-32'36'15,"-42"16"-36"-15,19 1-32 16,-5 11 18 0,-14 4-19-16,-62 0-42 0,-20 0-79 15</inkml:trace>
  <inkml:trace contextRef="#ctx0" brushRef="#br3" timeOffset="147397.37">15379 16535 271 0,'0'-4'101'15,"0"4"-101"-15,0 0-1 0,0 0 1 16,0 0 94 0,0 0-31-16,0 0-37 15,0 0 1-15,0 0-5 16,0 0 3-16,0 0 3 15,0 0-4-15,0 0 5 0,0 0-11 16,0 0-8-16,0 0 1 16,0 0 2-16,0 0-7 15,0 0-1-15,0 0-4 16,0 0 20-16,0 8 15 16,0 10-17-1,0 4-2 1,8 4 4-16,-4 2-3 0,3-2-4 15,-3 2 0-15,2 3-2 16,2-5-7-16,-4-2-1 16,5-2-1-16,0-4-1 15,0 0 6-15,2-2-7 16,0-6 5 0,0-6-6-16,0 0 3 0,5-4 3 15,-1 0 5-15,8 0 3 0,12 0-4 16,3-18-1-1,5-2-3-15,1-4-1 16,-8 6 9-16,1 0-9 16,4 0 0-16,-1 0 6 0,2 5-9 31,3-1 4-31,-1-2-2 0,3 6-4 16,-5 2 8-1,0 6-7-15,-7 2 1 0,-4 0 8 16,-5 0-4-16,-2 0-5 15,-1 0 1-15,0 10 0 16,-2 4-2 0,-1 3 0-16,1 1-1 0,-4-4 1 15,4 8 0-15,-1-4 2 16,4 4 1-16,0 0-3 16,3-4 3-16,0 6-3 15,2-4 0-15,-2 4 2 16,2-6-2-16,-5-2 0 15,-4 2 1 1,-4-8-1-16,-7-2 1 16,-3-2-3-16,-4 2 2 15,-2-8-2-15,0 0 1 16,0 4 2-16,3-4 1 16,-1 0-1-16,0 0-1 15,-2 0 7-15,0 0-6 16,5 0 7-16,2 0 11 0,3-8 7 15,9-2-2-15,-2-8-14 16,8 0-4-16,-1-2 5 16,1 0-8-16,-1 2-2 15,3-4-1-15,11-4 3 16,-2 0 0 0,1 2-3-16,-3-2 0 0,-5 12 3 15,2-4-5-15,5 5 2 16,-1 4-1-16,2-4-1 15,0 3 2-15,-1 2 0 0,1 0-1 16,1 6 1 0,3 2-1-16,-1 0 0 15,2 0-1 1,-2 0 5-16,2 0-2 16,0 0 3-16,12 14-3 15,2 4-1-15,0 0 0 16,2 5 1-16,-14-5 2 15,-2 4-3-15,-3-4-1 16,-8-4 0-16,-4-2 1 16,-6-2 3-16,0-2-3 0,-1-4 0 15,-5-4 1-15,1 0-1 16,-1 0 1-16,3 0 8 16,0-16 0-16,0-2 8 15,-1 0-8-15,4-4 7 31,-5-2-11-31,-3 7-2 16,-5 3 6-16,-6 10-9 16,-2 0 0-16,0 4 0 15,0 0-22-15,0 0-24 16,-17 0-66-16,3 0-187 0,-3 0-355 16</inkml:trace>
  <inkml:trace contextRef="#ctx0" brushRef="#br3" timeOffset="148470.16">16337 17213 262 0,'0'-4'106'16,"0"0"-98"-16,0 0 33 15,0-2 81-15,0 2-79 16,0-4-15-16,0 8 23 31,0-6-29-31,0 6-3 0,0-4 20 16,0 4 5-1,4-4 18-15,-2 0-21 16,0 0-12-16,-2-1 0 16,2 5-7-16,-2 0 4 15,0 0-2-15,0 0-3 16,0 0 8-16,0 0-6 0,0 0-1 16,0 0-2-16,2 9-20 15,5 17 2-15,1 6 18 16,4 8 2-16,1 0-16 15,5 4-2-15,4 10 2 16,5-6-4-16,-3-3 1 16,-3-9-2-16,-8-14 1 15,-5-12-2-15,0-2 0 0,-4-6 0 32,-2-2 3-32,0 0-2 0,3 0-1 15,3-6 21-15,4-16 15 16,1-9-3-1,5-1-20-15,2-8 10 16,0-4-23-16,7-6 5 0,-2 2-5 16,6-6 0-1,-4 4-2-15,-6 10 2 16,-2 9 0-16,-11 13 2 16,-1 9 0-16,0 0-2 0,-5 5 0 15,-2 4-7 1,0 0 5-16,0 0-14 0,0 0-21 0,0 0-8 15,0 18-51 1,0-5-171-16</inkml:trace>
  <inkml:trace contextRef="#ctx0" brushRef="#br3" timeOffset="148857.44">16802 17409 508 0,'0'0'239'16,"0"0"-229"-16,4 0 46 0,-4 0 56 16,0 0-33-1,0 6-39-15,0 10-24 0,0 7-12 16,0 4 12-16,0 5 33 15,0-5-18-15,0 5-8 16,0-10-15-16,0 4 0 16,0-8-7-1,0-4 4-15,0-2 4 16,0-6-8 0,0-2 1-16,0-4-2 15,0 0-3-15,0 4 3 0,0-4-4 16,0 0 2-1,2 0-30-15,9 0-48 16,-4-22-51-16,0-6-21 0,-3-2-74 16,-4 12-87-16</inkml:trace>
  <inkml:trace contextRef="#ctx0" brushRef="#br3" timeOffset="148925.76">16802 17409 577 0</inkml:trace>
  <inkml:trace contextRef="#ctx0" brushRef="#br3" timeOffset="149189.81">16802 17409 577 0,'35'-88'20'0,"-35"88"-8"0,0 0 89 0,0 0-20 16,0 0-33-16,0 0-46 0,2 4 2 16,14 18 10-16,2 4 38 15,2 2 3-15,0-2-29 16,-4 6-20-16,-1-1 1 16,-3-8-2-1,-4 4-3-15,-6-5 6 16,-2-4-5-1,0-4-1-15,0-2 0 0,0 2 8 16,-6-6 14-16,-15 2-5 16,-1 2-6-1,3-6-13-15,0-2 1 0,8 0-1 16,7-4-1-16,2 4 0 16,2-4-17-16,0 0-10 15,0 0-40-15,11 0-90 0,0 0-74 16,0-4-99-16</inkml:trace>
  <inkml:trace contextRef="#ctx0" brushRef="#br3" timeOffset="149660.54">17270 17351 518 0,'0'0'66'0,"0"0"-62"15,4-22 241-15,-4 22-149 16,0 0-47-16,-21 0-14 16,-8 4-20-1,0 14-3-15,4 4 15 0,2-2-3 31,13-4-14-31,8-2 4 0,2 0-14 16,0-2 0-16,0 2-1 16,8-4-2-1,13-2 3-15,6 6 4 0,0-1 0 16,4 1 5 0,-4 0-7-16,-4-2-1 15,-8 2 1-15,-4-4-2 0,-8 2-4 16,-3 2 4-16,-21 0 0 15,-23-2 14-15,-10-6-1 16,5-6-7-16,7 0-3 16,11 0 2-16,8 0-5 15,12 0-7 1,9 0-30-16,2 0-42 0,7-2-75 0,10-2-158 16,6-4-196-16</inkml:trace>
  <inkml:trace contextRef="#ctx0" brushRef="#br3" timeOffset="150531.96">19163 16651 76 0,'0'-4'0'15</inkml:trace>
  <inkml:trace contextRef="#ctx0" brushRef="#br3" timeOffset="152065.2">19163 16651 123 0,'45'-108'101'0,"-45"104"-40"15,0 4 9-15,0 0 14 16,0 0-13-16,0 0-17 16,0 0 37-16,0 0-63 15,0 0 3-15,0 0-9 0,2 0-5 16,0 0 5-16,0 0 0 16,3 0 11-1,-3 14-3-15,4 0 1 16,2 4 15-16,-2 2-28 0,5-2-2 15,-2 4-2-15,-2-2-4 16,2-2-2-16,-1 3-4 0,-1-7-4 16,3 4 3-1,-2 0 6-15,-1 4-5 16,-1-4-3-16,-1 4 3 16,6 0 0-16,-2 0-4 15,3-4 5-15,-2 4-3 16,-3-16-2-1,1 2 2-15,2-2 2 16,-1 2-3-16,-1-8 1 16,0 4-2-16,-4-4 0 15,5 0 0-15,-3 0 4 0,6 0 7 16,3 0 4-16,1 0 4 16,1 0-13-16,2 0 4 15,0 0-6-15,10-4 0 16,0-6 2-16,4-2-5 15,-1 2 4 1,-8-2-5-16,-1 2 1 0,-1-4 5 16,0 2-3-16,1 2 0 15,-1-2 4-15,-2 2-6 16,0 2 2 0,0-2-2-16,2 2 0 15,0-2 4 1,3-2-3-16,-2 2-2 15,-2 1 3-15,2 4 2 16,6-8-5-16,0 5 0 16,2 3 3-16,0-4-2 15,-4 9 3-15,0 0 2 0,-2 0-5 16,-4 0 3-16,4 0-1 16,-3 0 0-16,1 0 8 15,1 0-1-15,-2 0-5 16,1 0 2-16,-1 4-4 15,2 5 0-15,-1 5-3 16,1-1 0-16,3 6 0 0,4 11 1 16,-2-2 1-16,-2 2 0 15,-3-4-1-15,-6-6-1 16,-3-2-1-16,-1-2 1 16,-3-2 0-16,-4-4 0 15,0 2 1-15,-5-8-1 16,0 0 0-1,-2 2-3-15,0-6 3 16,0 0 2 0,3 0 1-16,-3 0 0 15,2 0-1-15,2 0 3 16,2 0-3-16,-1 0-2 16,4-4 23-16,-2-6-8 15,1-2-9-15,2 2 3 0,1 0-9 16,2-2 6-16,-1-2-5 15,1 0 0-15,0 2 5 16,3-2-6-16,-4-4 2 16,7 6 1-16,-3-2-1 15,1 0 3-15,-1 0-4 16,4 2 2 0,4 2-2-16,7-7-1 15,5 8 0-15,3-5-2 16,-4 1 2-16,-6 8 1 15,0 1-1-15,-3 4 2 16,-1 0-2 0,-3 0 0-16,3 0-3 0,-6 0 3 15,4 0 0-15,-5 0-1 0,2 0 1 16,-2 0 3 0,-1 5-3-16,-1 3-3 15,2 5 1-15,-2-3 1 0,4 8 0 16,1 0 1-1,0 0 2-15,-1-4-1 16,-7-2 1 0,3-4-2-16,-3-2 3 15,3 2-2 1,-1-8 1-16,2 0 2 16,-2 0-4-16,1 0 3 15,-1 0 1-15,5 0-4 16,0-14 16-16,0-2-16 15,0 2 7-15,0-4-4 0,2-4 1 16,1-6-2-16,-3 2-2 16,-7 3 3-16,-6 9-3 15,-5 10 1-15,-2 0-9 16,0 4 8 0,0 0-74-16,-15 0-32 15,-1 0-118-15,-4 4-215 0</inkml:trace>
  <inkml:trace contextRef="#ctx0" brushRef="#br3" timeOffset="153503.29">19943 17271 0 0,'-5'-4'190'16,"-1"4"-156"-16,1 0-11 15,3-4 0-15,-4 4-18 16,4-4-5-16,-1-2-6 16,1 6-5-16,2-4 11 15,0 0 18 1,0 0 38-16,0-6 22 15,0 2-25-15,5-2-18 16,-1 2-1-16,0-2 36 16,-2 2 1-16,3 4-10 15,-1 0-14-15,-2 2 74 16,-2 2-76-16,0 0-4 16,0 0-11-16,0 0-11 15,0 0-13-15,0 6-6 16,2 16 0-16,6 0 1 15,0 4 19-15,1 6 1 0,1 0-12 16,2-2-5-16,-1 2 1 16,-1-2-5-16,-1-2 10 31,-1-2-8-31,-1-8 1 16,0 0 0-16,0-9 5 15,-3-4-4-15,0-5-2 16,0 0 16-16,8 0 16 15,3-14 6-15,6-12 4 16,3-6-25-16,2-4-6 16,-1 0-3-16,2-4 3 0,0-4-2 15,0 4-6-15,0-4-1 16,-8 8-4-16,1 4 1 16,-4 5-2-16,-5 9 1 15,0 0-3-15,-4 10 0 16,0 2-12-16,-5 2-1 15,-2 4-19-15,0 0-5 16,0 0-14-16,0 18-34 0,-4 9-131 16,-4-13-30-16,0-5-103 15</inkml:trace>
  <inkml:trace contextRef="#ctx0" brushRef="#br3" timeOffset="153774.04">20353 17383 318 0,'0'0'409'15,"0"0"-373"-15,7 18-28 16,-7-4 12-16,0 4 44 16,0 8 39-16,0 1-33 0,0 4-35 15,0 0-16-15,0-7 4 0,0 2-9 16,0-8-7-1,2-4-2-15,2-2-5 32,-4-8 2-32,0 0-4 0,2-4-2 15,3 0-2-15,0 0-58 16,-1 0-60 0,-4-4-102-16,0-8-133 0</inkml:trace>
  <inkml:trace contextRef="#ctx0" brushRef="#br3" timeOffset="154091.03">20395 17343 607 0,'0'0'96'0,"0"0"14"0,0 0-10 16,0 0-50-16,18-14-35 16,-1 18-12-1,8 24 31-15,-2 2-14 16,1 6-5-16,-6-4 3 15,0-1-12-15,-3 1 0 16,-1 0-1 0,-8-6 0-16,-3 0 0 0,-3-2 2 15,0-4-4-15,0-6 4 16,-7-4-6 0,-20-2 4-16,-8 0 50 15,-1-6-49-15,3-2-6 0,8 0 0 16,11 0 0-16,8 0-25 15,6 0-40-15,0 0-72 16,6-6-139-16,8 2-54 16</inkml:trace>
  <inkml:trace contextRef="#ctx0" brushRef="#br3" timeOffset="154592.75">20887 17423 516 0,'0'0'87'0,"0"0"-86"15,0 0 80 1,0 0 81-16,27-36-57 16,-27 36-10-16,0 0-24 15,0 0-14-15,0 0-11 16,-6 0-10-1,-19 0-18-15,-2 0-10 0,0 4-4 16,6 6 3-16,5 2-5 16,5 2 1-16,4 0-3 15,7 0-1-15,0 4-1 16,0-1-4-16,0 1 5 16,3 0-3-16,14 4 2 15,1 0 0-15,5 0-3 16,-2-2-2-16,2 2 6 15,-3-4-4 1,-5 0 4-16,-6-6-3 16,-7-2 4-16,-2-6-4 15,0 0 4-15,-24 0 2 16,-27-4 5 0,-9 0 3-16,-1 0-8 0,8-8 0 15,21-2 7-15,11 6-9 16,3-4-11-16,11-2-30 15,7 10-422-15,0-4-124 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17:53.95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1348 12701 424 0,'2'-12'135'16,"0"6"-132"-16,0 2 51 15,-2 2 19 1,0 0-11 0,0 2-6-16,0 0 1 15,0 0-5-15,0 0 7 16,0 0-21-16,0 0-25 15,0 2-3-15,0 18-7 16,0 10 1-16,0 6 26 16,0 6-8-16,0 4 1 15,7 4-10-15,1 3-2 0,4-5 1 16,-1-2-7-16,-3-4 5 16,2-4-8-16,-3-6 4 15,-1-6-6-15,0-4 0 16,2-5-2-16,-6-6 2 15,-2 0-3-15,0-4-48 16,0 4-52 0,0-1-135-16,-22 2 22 15,-7-2 14-15,16-10 24 16</inkml:trace>
  <inkml:trace contextRef="#ctx0" brushRef="#br0" timeOffset="253.77">1254 13343 157 0,'0'0'188'0,"0"0"86"16,0 0-166-16,0 0-5 15,-76 34-31-15,76-32-32 16,0-2-22-16,14 0-4 16,13 0-8-16,4 0 21 15,7 0 24-15,3 0-31 16,9-2 6-16,0-4-8 16,6 2-1-16,-2 0 2 0,-2 0-7 15,-10 0-1-15,-9 1-7 16,-10 2-2-16,-13 1-6 15,-8 0-28-15,-2 0-29 16,0 0-10-16,-10 0-49 16,-17 0-59-16,6 0-143 15,4-6-48-15</inkml:trace>
  <inkml:trace contextRef="#ctx0" brushRef="#br0" timeOffset="571.04">1109 12815 583 0,'0'0'117'0,"0"0"-84"0,0 0 63 16,0 0 55-1,-60-30-55-15,60 28-19 0,0 2-43 32,0 0-16-32,2 0-13 15,25 0-1-15,13 0 9 16,11 0 5-16,9 0 9 16,9 0-15-16,8 0-6 15,-6 0-6-15,-16 0 0 16,-15 0-2-16,-21 0-35 15,-11 0-43-15,-8 0-99 0,0 2-155 16</inkml:trace>
  <inkml:trace contextRef="#ctx0" brushRef="#br0" timeOffset="919.18">1677 13060 40 0,'0'0'833'0,"0"0"-815"15,0 0-13-15,0 0 156 16,3 14-140-16,-1 2-15 0,5 8 1 15,3 18 25 1,-1 6-7-16,3 5-15 16,-4-5-2-16,3-16-5 15,-1-8-2-15,-4-6 3 0,1-10-4 16,-5-2-2-16,-2-6-6 16,0 0-71-16,0-6-113 15,0-14-166-15</inkml:trace>
  <inkml:trace contextRef="#ctx0" brushRef="#br0" timeOffset="1203.44">1699 13056 498 0,'0'0'457'0,"0"0"-433"16,0 0-21-16,0 0 40 15,81-26-1-15,-30 42-23 16,9 8 2-16,-4 8-16 15,-9 4-4-15,-12 2-1 16,-14 4-2-16,-10-3 1 16,-11-5 1-16,0-2 3 0,-11-4-2 15,-41-6 3 1,-2-10 6-16,1-8-7 16,9-4 8-16,19 0-9 15,12-10-2 1,9-4-5-16,4-2-75 15,0 8-106-15,0 1-153 16</inkml:trace>
  <inkml:trace contextRef="#ctx0" brushRef="#br0" timeOffset="1651.62">2221 13118 435 0,'0'0'214'0,"0"0"-185"16,0 0 33-16,0 0 108 16,27-42-85-16,-27 42-29 15,0 0-15-15,0 0 1 16,0 0-22-16,0 0-8 0,-9 0-4 16,-14 4 12-16,-6 10-18 15,-4 4 0 1,6 2-2-16,9-2 1 15,9 3-3-15,9-6 0 16,0-1-5 0,9 0 7-16,23 1-13 15,8-4 8-15,4 6-4 0,-1-2-2 16,-7 0 6-16,-10 3-14 16,-11-2-12-16,-8-3 8 15,-7 4-22-15,-2-3 45 16,-34 0 3-16,-15-4 27 15,-18-8 3 1,4-2 7-16,14 0-2 0,15-8-19 16,26-2-19-16,10 4-1 15,0-2-63-15,6 0-46 16,10 6-143-16,1-4-131 16</inkml:trace>
  <inkml:trace contextRef="#ctx0" brushRef="#br0" timeOffset="2554.3">2724 13010 644 0,'3'-12'14'16,"-3"8"-1"-16,0 0 11 0,0 4 88 16,0 0-29-16,0 0-20 15,0 0-16 1,0 0-15-16,-12 0 1 16,-12 0-20-16,-8 8-10 15,-5 18 1-15,-1 4 1 16,0 6 26-1,12 8 0-15,5 2 10 0,10 6-36 16,9 5-4-16,2-3 5 16,0 6-6-16,36-8-1 15,8-14 1-15,10-10-1 16,-5-18-4-16,4-10-18 16,-4 0-54-16,-7 0-27 15,-32-14-123-15,-8 2-301 0</inkml:trace>
  <inkml:trace contextRef="#ctx0" brushRef="#br0" timeOffset="2993.42">3012 13088 541 0,'0'0'215'15,"0"0"-209"-15,0 0 63 16,0 0 89-16,-12-34-85 16,-7 34-35-16,-8 0 4 15,-4 20-21-15,-3 0 4 16,10 0-6-16,6 0 6 16,7 2-23-16,11 2-2 15,0-4 0-15,6 1-11 16,23-8 8-16,2-3 0 0,5 3-6 15,-3-4-2-15,-4 1-5 16,-6 3 0-16,-9 1 10 16,-8-1-9-16,-6 4 9 15,0-3-1 1,0 0 4 0,-16 0 6-16,-17-2 7 15,-9-4-1-15,-3-4-2 16,-8-4 8-16,6 0-10 15,11 0 0-15,14-4-3 16,20-4-2-16,2-2-33 16,2 0-52-16,27 0-111 0,-11 5-74 15,3 2-41 1</inkml:trace>
  <inkml:trace contextRef="#ctx0" brushRef="#br0" timeOffset="3660.3">3210 13222 175 0,'0'0'142'16,"0"0"-131"-16,0 0 39 16,0 0 97-16,91-66-33 15,-91 58-20-15,0 0 31 16,0 2-22-16,-8 0-35 16,-6 2-31-16,-6 4 4 15,-2 0-7-15,-9 0-29 16,-3 2-5-16,-1 20 0 15,-3 4 9-15,9 4-3 16,4 5-3-16,11 1 0 0,12 4-4 16,2-8 1-16,0-10-8 15,21-6 5-15,3-16 3 16,5 0 8-16,5 0 2 31,1-14-4-31,-1-14 8 16,-8-3-14-16,-5 2-3 15,-10 7 1-15,-7 9-3 16,-2 5 5-16,-2 8-1 16,0 0 0-16,0 0-9 15,0 11 10-15,0 17-2 16,0 5 3-16,0 2-2 0,9-13-1 16,7-8-6-16,2-14 2 15,-1 0-8-15,10-4 10 16,0-24-1-16,0-11-25 15,0-1-26-15,-6-3-41 16,0-2-30-16,-1 1 34 16,-5-2 14-16,-3 4-11 0,-3 6-142 15,-9 6 181-15,0 12 51 16,0 9 165-16,0 9 37 16,-16 0-10-16,0 15-91 15,5 17-58-15,6 6-12 16,5 8 6-16,0 2-6 15,0 7-22 1,5 5 3 0,11-6-9-16,-5-4 0 0,0-10-2 15,-4-10 1-15,1-10-2 16,-1-4 0 0,-2-8-89-16,-5-8-68 15,0 0-153-15</inkml:trace>
  <inkml:trace contextRef="#ctx0" brushRef="#br0" timeOffset="3799.32">3428 13216 661 0,'0'0'281'0,"0"0"-271"16,-8-32 16-16,37 26 29 16,10 0-38-1,11 0-14-15,6 0-9 16,-37 4-97-16,-3 2-241 15</inkml:trace>
  <inkml:trace contextRef="#ctx0" brushRef="#br0" timeOffset="4101.26">3636 12950 781 0,'0'0'77'16,"0"0"-70"-16,0 0 219 15,0 0-211-15,0 0-15 16,-11-16-3-16,46 52 3 31,7 10 4-31,6 14-3 16,-2 10 1-16,-19 0 4 16,-7 3-3-16,-11-1-2 15,-9-10 2-15,0-10-1 16,-11-8-1-16,-18-10 1 0,-2-10 0 15,0-8-4-15,6-8-47 16,18-8 17-16,5 0-748 16</inkml:trace>
  <inkml:trace contextRef="#ctx0" brushRef="#br0" timeOffset="4632.82">4290 13030 583 0,'0'0'194'16,"0"0"-178"-16,0 0 92 15,-50-20 71-15,50 18-112 16,0 2-23-16,0 0-6 16,0-2-11-1,0 2-15-15,4-2-12 16,23 0-5-16,19-2 5 16,19 0 7-16,7 2 4 15,1-2-6-15,-4 2-1 16,-11 0-4-16,-18 0-1 15,-11 2 1-15,-13 0-5 16,-14 0 4-16,-2 0-11 16,0 0-4-16,-4 0 4 15,-25 2-62-15,10 2-73 0,0-2-230 16</inkml:trace>
  <inkml:trace contextRef="#ctx0" brushRef="#br0" timeOffset="4902.41">4336 13126 785 0,'0'0'91'0,"0"0"-86"0,0 0 119 0,-34 16-21 32,34-16-66-32,0 0-17 15,15 2-16-15,16-2 8 0,15 0 13 16,4 0 13-16,8 0-7 15,2 0-16-15,-2 0 9 16,-6 0-12-16,-12 0 3 16,-13 0-15-16,-14 0-2 15,-9 0-12-15,-4 0-26 16,0 0-6-16,0 0-72 0,-15 0-190 16</inkml:trace>
  <inkml:trace contextRef="#ctx0" brushRef="#br0" timeOffset="6944.5">5304 12579 435 0,'14'-18'3'0,"-5"5"15"0,-1 6 71 15,-1-5-49 1,0 2-7 0,-4 3 12-16,1-1 17 15,-4 7 9-15,0-1-3 16,0 2-25-16,0 0 1 15,0 0-17-15,0 0 3 0,0 0-17 16,0 0-9-16,0 0-1 16,0 0-2-1,0 0 3-15,0 0-1 0,0 0-1 16,0 18 4-16,0 10 11 16,6 22 3-1,1 10-12-15,0 8 7 16,4 10-10-16,-2-8-1 15,-1 1 4-15,-2-3-8 16,-4-6 0-16,-2-8 0 0,0-8 2 0,0-6 0 31,0-11-2-31,0-11 0 0,0-8 4 16,0-9-4-16,0 2-2 0,0-3-16 16,2 0-64-16,2 0-87 15,-2 0-2 1,-2 0-22-1,0 0 35-15,0 0 47 16,0 0 30-16,-10 1 81 0,-11 3 79 16,-1 3-52-16,2 0 65 15,-2 0 46-15,8-3-15 16,3 0-30-16,7-1-7 16,1 0-7-1,3-2-15-15,0-1 33 0,0 0-58 16,0 0-7-16,0 0-4 15,5 0-25-15,24 0 3 16,13 0 16-16,9 0-4 16,-1-1-8-16,-4-3 3 15,-1 0-10-15,-9 0 2 16,-9 2-5 0,-10-2 2-16,-9 4-3 15,-4 0 1-15,-4 0-13 16,0 0-34-16,-12 0-40 15,-8-3-579-15</inkml:trace>
  <inkml:trace contextRef="#ctx0" brushRef="#br0" timeOffset="7379.92">5240 12661 468 0,'0'0'121'0,"-13"-8"-110"0,13 6 66 16,0 2 97-16,0-2-89 16,0 2-29-16,0 0-16 15,0-2 11-15,0-2-32 16,19 0 4-16,12-2 16 16,27-4-15-1,7 4-2-15,7 0-11 0,-5 2-2 0,-23 2-9 16,-6 2-1-16,-12 0-3 31,-5 0-2-31,-13 0-25 0,-3 0-17 0,-5 0-33 16,0 0-54-16,-3 0-118 15,-9 0-177 1</inkml:trace>
  <inkml:trace contextRef="#ctx0" brushRef="#br0" timeOffset="7781.78">5690 13110 524 0,'0'0'148'15,"0"0"-138"-15,0 0 103 16,-2 0 45-16,2 0-75 16,0 2-44-16,0 2-26 15,0 8-9-15,0 6-4 16,0 7 0-16,0 7 22 15,0-1 9-15,2 6-22 0,7 1-8 16,-3-2 4-16,4 2-5 16,-4-10-2-1,1-8 0-15,-3-8 2 0,-2-8-5 16,-2-4-45-16,0 0-75 16,0 0-96-16,0-12-63 31</inkml:trace>
  <inkml:trace contextRef="#ctx0" brushRef="#br0" timeOffset="8114.88">5655 13196 332 0,'0'0'393'0,"0"0"-315"0,0 0-51 16,0 0 91 0,0 0-48-16,0-68-55 0,26 68-12 15,5 0 0-15,0 8 13 16,5 12-7-16,-2 4-7 15,-3 3 5-15,-4 0-3 16,-8 1-6-16,-5 3 2 0,-10-1-5 16,-4-1 0-1,0 2 15-15,-18-5-1 0,-13 0-8 32,0-6 6-32,-13 0-3 15,3-4-4-15,3-10 7 0,7-4-6 0,14-2-2 16,5 0-6-16,10 0-26 15,2-10-53-15,0-2-80 16,2 4-128 0,12 2-109-16</inkml:trace>
  <inkml:trace contextRef="#ctx0" brushRef="#br0" timeOffset="8545.74">6050 13232 537 0,'0'0'84'16,"0"0"-81"-16,0 0 34 15,0 0 74-15,41-94-37 16,-39 82-9-16,-2 6 12 16,0 0-30-16,0 4 8 15,0 2 9 1,-6 0-57-16,-17 0-5 15,-8 0 0-15,-9 20-1 16,7 4 4-16,8 0 18 16,14 0-17-16,11-6-5 15,0 3-2-15,14 1-7 16,15-3 8-16,2 4-3 16,6-3 6-16,-1 4-7 0,-9 0 3 15,-5-2-6-15,-13 0-3 16,-5-4-10-1,-4-6 5-15,0 2 15 16,-13-4 13-16,-16 0-9 0,-14-2 6 16,-1-8 4-1,7 0-10-15,1 0 2 0,16-4-6 16,6-4-3-16,5-2-17 31,3 4-31-31,6 2-57 16,0 2-123-16,0 2-201 0</inkml:trace>
  <inkml:trace contextRef="#ctx0" brushRef="#br0" timeOffset="9163.31">6528 13000 639 0,'0'0'63'16,"0"0"-48"-16,2-16 57 15,-2 16 15 1,-2 0-36-16,-21 16-3 16,-4 14-31-16,-2 10 19 15,0 8-1-15,6 14 25 16,2 9-53-16,6 1 1 15,10-2-8-15,5 2-2 16,14-10-3-16,23-14 2 16,5-8-2-16,-5-22 5 15,3-7 0-15,2-4 0 0,3-4-66 16,-3-3 14 0,-7 0-107-16,-31 0-111 0,-4 0-299 15</inkml:trace>
  <inkml:trace contextRef="#ctx0" brushRef="#br0" timeOffset="9803.34">6630 13561 637 0,'0'0'31'16,"0"0"-30"-16,0 0 68 15,0 0 53-15,-11 0-68 16,11-4-4-16,0-12 12 16,13-8-10-16,-1-8-33 15,1-4-11-15,-1-22 6 16,-6 0-14-16,-2-4 0 16,-4-1 4-16,0 23-4 15,0 6 0-15,0 12 1 0,0 12-1 16,0 4 3-16,0 6-3 15,0 0-14-15,0 0 3 16,0 2 0-16,0 18 11 16,0 8 1-1,0 6 2 1,0 7-3-16,0 7 1 0,0-1 7 16,13 14-6-1,3-7 3-15,2-6-1 16,0-8-4-16,-5-18 1 15,1-10-1-15,-1-6-1 16,3-6-3-16,3 0 4 16,2-6 0-16,-1-18 10 0,-3-8-4 15,-5-4 6-15,-6 0-9 16,-1-4-1-16,-5 4 4 16,0 6-5-16,0 8 7 15,0 9-5-15,0 9 19 16,0 4-20-16,0 3-2 15,-5 26-1 1,1 10-1-16,4 5 2 16,0-2 1-16,0-4 1 15,0-4-2-15,7-8 0 16,1-6-1-16,-1-10-1 16,0-4 2-16,-3-4-4 15,1-2-1-15,-3-2-189 16,-2-12-58-16,0-4-217 0</inkml:trace>
  <inkml:trace contextRef="#ctx0" brushRef="#br0" timeOffset="9937.34">6777 13142 895 0,'0'0'101'16,"0"0"-91"-16,-13-28-20 0,13 48-4 15,5 4-24 1,5-10-119-1,-1-6-88-15</inkml:trace>
  <inkml:trace contextRef="#ctx0" brushRef="#br0" timeOffset="10289.11">6777 13142 254 0,'116'112'169'0,"-111"-105"-65"16,-3 3 15-16,2 8-14 0,3 8-33 16,0 6-2-16,2 2-17 15,-3 4-5-15,-2-2-28 16,1-4-13-16,-3-6 4 15,1-8-9-15,-1-10 2 16,0-4 25-16,1-4 56 16,1 0-49-16,2 0-6 0,3-12 10 15,11-26-23 1,1-6-13-16,-2 0-2 16,2 0 1-16,-11 14-4 15,-2 10 1-15,-4 10 0 16,-4 7-1-16,0 3 1 0,0 0-7 15,0 23 5 1,0 17-5 0,4 4 7-16,5 2 0 15,5-6 2-15,-1-8-4 16,-2-6 1-16,-2-6-8 16,-2-10-25-16,-1-7-35 15,-1-3-77-15,-5 0-104 16,0 0-44-16</inkml:trace>
  <inkml:trace contextRef="#ctx0" brushRef="#br0" timeOffset="10590.65">7154 13189 316 0,'0'0'130'0,"0"0"-60"0,0 0 52 31,0 0 8-16,0-95-28-15,0 95-5 0,2 0-28 0,9 8-22 16,7 24-46-16,6 14 23 0,5 10 20 31,3 11-30-31,-3 3-6 0,-2 2-6 16,-5-4 1-16,-9-2 4 16,-11-8-5-1,-2-8 2-15,-6-5 3 16,-30-11 2-16,-7-12-9 0,1-4-11 15,-5-18-66 1,34 0-159-16,2-4-275 16</inkml:trace>
  <inkml:trace contextRef="#ctx0" brushRef="#br0" timeOffset="11193.27">7862 12260 189 0,'0'0'-123'15,"4"0"123"-15,-4 0 49 16,0 0-36-1,0 0-13-15,0 0-21 0,0 0-86 16</inkml:trace>
  <inkml:trace contextRef="#ctx0" brushRef="#br0" timeOffset="12442.99">7927 12306 420 0,'0'0'181'0,"2"-2"-165"16,-2 2-15-16,0 0 64 15,0 0 20-15,0 0-49 16,3 0-1-16,-3 0 2 15,0 0 14 1,0 0-9-16,0 0-12 0,0 0-4 16,0 0-16-1,-3 0 7-15,-6 0-9 16,-2 8 0-16,-3 2 13 16,-1 0-12-16,-1 4 1 15,-1 4 4-15,-6 4-6 16,3 8 8-1,-6 8-6-15,-1 15 24 16,0 15-27-16,1 16 4 0,3 16-6 0,-2 45-1 16,12 5-3-1,9 4-1-15,4-7 0 16,0-45 2-16,25-13-2 16,4-21 0-16,8-13-1 15,3-8 3-15,12-11 14 0,4-6-6 16,1-6 3-16,-4-6 8 15,-7-6-14-15,-15-6-3 16,-16-4 1-16,-9-2 0 16,-4 0 1-16,-2 0-1 15,0 0 8 1,0 0-12-16,0 0-1 0,0 0-8 16,0-6-30-1,0-4 8-15,0-2-25 16,0 2-66-16,0 4-77 15,-2 0-198-15</inkml:trace>
  <inkml:trace contextRef="#ctx0" brushRef="#br1" timeOffset="18550.77">7934 12765 283 0,'0'-8'162'15,"0"4"-144"-15,0 2 1 0,0-2 99 16,0 4-45-16,0-4-40 31,0 2-8-31,0 2 7 0,0-2 16 16,0 2 5-16,0 0-5 15,0 0 7-15,0 0-17 16,0 0-13 0,0 0-2-16,0 0-21 15,0 8 9-15,0 10 2 16,0 13 16-16,6 6-16 0,5 8-5 16,5 3 11-16,-3 0-16 15,6 2 6-15,-2 2-9 16,1 0 2-16,-3-6 2 15,1-2-4-15,-5-8 0 16,-1-6 3-16,-4-5-2 16,-2-11-2-16,-1-4 2 0,-1-4 12 15,-2-6 1-15,0 0 15 16,2 0 14-16,0 0-15 16,0-16 5-16,0-13-19 15,-2-7-13-15,5 4 12 16,-2-1-8-16,-3-6 1 15,4-3 8 1,-2-8-9-16,7-4 1 16,0-4-4-16,2-2 0 15,0 9 5-15,0 8-7 16,1 10 0 0,-6 11 7-16,1 6-6 0,-3 8-1 15,1 4 2-15,-5 2-4 16,2 2 2-16,-2 0-4 15,0 0 3-15,0 0-8 16,0 0 5-16,0 0-6 16,0 0-9-16,0 0 6 0,0 0-14 15,5 0-12 1,-1 10 0-16,0 8-17 0,3 2-39 31,-5-10-83-31,0-1-367 16</inkml:trace>
  <inkml:trace contextRef="#ctx0" brushRef="#br1" timeOffset="18921.74">8310 13136 588 0,'0'0'179'0,"0"0"-165"16,0 0 49-16,0-4 76 31,0 2-59-31,0 0-27 16,0 2-10-16,0 0-18 0,0 0-10 16,-4 0-15-16,-3 22-9 15,0 12 9-15,-2 7 1 16,3 0 2-16,4 0 0 15,0-3-1-15,2-4-3 16,0-6 1-16,0-4 0 16,0-6 0-16,0-4 0 0,0-4-2 15,0-4-4 1,2-4-4-16,4-2-53 16,1 0-30-16,-5-6-125 15,-2-6-90-15</inkml:trace>
  <inkml:trace contextRef="#ctx0" brushRef="#br1" timeOffset="19278.16">8239 13156 682 0,'0'0'49'0,"0"0"8"16,0 0 71-16,0 0-38 15,-11-66-38-15,11 66-21 0,0 0-14 16,6 0-17-16,17 0 0 15,6 12-4-15,2 8 4 16,11 6 3-16,3 4-2 16,-3 3 0-16,-5 0-2 15,-10 2-5-15,-13-2 6 16,-12 0-8-16,-2 1 19 16,-6-2 0-16,-25 0 14 0,-8-4 2 15,-11 0-7 1,0-8 0-16,8-6 3 15,5-8-14-15,18-6 9 0,6 0-14 16,4 0 1-16,4 0-3 31,3-6-2-31,2-6-17 0,0 0-40 16,0-2-51 0,9 8-80-16,1 0-185 15</inkml:trace>
  <inkml:trace contextRef="#ctx0" brushRef="#br1" timeOffset="19739.64">8682 13120 729 0,'0'0'96'0,"0"0"-90"31,0 0 74-31,0 0 114 0,13-30-162 16,-13 30-32-16,-2 0 19 16,-25 10-8-1,-4 14 1-15,0 2-8 16,5-2-3-16,16-5 15 0,10-4-14 16,0 3-2-16,0 3-2 15,5-2-7-15,19 6 7 0,5-4-5 16,3 4 5-16,-1-1 1 15,-4 0 1 1,-7-4-4-16,-7 0-5 16,-7 0 5-16,-6-4 1 15,0-2 3-15,-2 2 12 16,-33-4-7-16,-7-2 7 0,-8-2 6 16,13-6-3-16,1-2 3 15,12 0-5-15,11 0-7 31,3 0 1-31,10 0-7 16,0-12-14-16,2-6-58 16,25 0-66-16,-9 10-174 15,0-2-353-15</inkml:trace>
  <inkml:trace contextRef="#ctx0" brushRef="#br1" timeOffset="20056.41">8943 13082 702 0,'0'0'310'16,"0"0"-300"-16,0 0 108 0,-18-20-59 15,18 20-59 1,0-2-7-1,15 2 7-15,10 0 5 16,4 0 3-16,4 0 9 16,-1-2-11-16,1 2-4 15,-4 0 6-15,-2 0-8 16,-5 0 0-16,-9 0 0 16,-8 0 0-16,-5 0-4 15,0 0-29-15,-18 10-110 0,-2-4-133 16,-3 0-267-16</inkml:trace>
  <inkml:trace contextRef="#ctx0" brushRef="#br1" timeOffset="20303.27">8932 13230 638 0,'-2'6'167'15,"2"-6"-142"-15,0 0 64 16,0 0 52-1,0 0-57-15,8 0-20 16,19 0-29-16,13 0-12 0,3 0-8 16,3 0 0-1,-5 0-15-15,-12 0 2 0,-10 0-2 16,-10 0-5-16,-6 0 2 16,-3 0-31-16,0 0-22 15,0 0-40-15,0 0-145 16,-7 0-244-16</inkml:trace>
  <inkml:trace contextRef="#ctx0" brushRef="#br1" timeOffset="20860.5">9329 12846 677 0,'0'0'130'0,"0"0"-32"0,0 0 65 16,0 0-98-16,6-49-25 16,-6 49-17-1,0 0-20-15,0 0-3 0,6 21-13 16,2 11 2-16,3 9 11 0,-1 5 14 15,2 7-6-15,3 1-3 16,-1 4-1-16,1-2 2 16,4-2-6-1,-2-5 4-15,-3-9-2 16,-1-8-2 0,-7-10 5-16,2-8-5 15,-4-10 3-15,-2-4 1 16,2 0 9-16,5-2 25 15,0-26-4-15,5-14-1 16,1-5-4-16,-1-7-14 16,1-4 3-16,3-2 0 15,-5-8-10-15,3-5 11 0,-1 8-14 16,-3 7-3-16,-6 15 3 16,-1 15-4-16,-5 10 17 15,0 8 2-15,0 4-9 16,0 4-11-16,0 2-5 15,0 0-17 1,0 0-33-16,-7 20-15 16,-7 10-23-16,6-13-53 15,1-6-250-15</inkml:trace>
  <inkml:trace contextRef="#ctx0" brushRef="#br1" timeOffset="21277.22">9805 13225 482 0,'0'0'237'16,"0"0"-229"-16,0 0 6 0,36-9 61 15,-29 0 20 1,-1-5 16-16,-4 1-48 16,-2 1-19-16,0 0-1 15,0 2-16 1,-13 2-14-16,-16 6-3 16,-9 2-10-16,-2 0 0 15,-2 17-2-15,1 12 2 16,10 3 0-16,10 7-1 15,9 1-5-15,10 1 5 16,2 0-5-16,0-5 2 16,18-6 2-16,11-4 2 15,6-6-16-15,5-10-28 0,-1-2-17 16,-28-8-143-16,-5 0-233 16</inkml:trace>
  <inkml:trace contextRef="#ctx0" brushRef="#br1" timeOffset="21571.9">9732 13401 164 0,'0'0'747'0,"0"0"-747"16,0 0 9 0,0 0 153-16,-9-20-135 15,16 20-24-15,8 0-3 16,5 0 3-16,-2 10-3 15,0 16 7-15,0 2-3 0,-7-2 0 16,-3 4 13-16,0 0-10 16,-8 0 9-16,0-2-1 15,0-2-10-15,0-1 3 16,0-6-8-16,0-5 1 16,0-3-1-16,0-5 0 15,2-2-80 1,0-4-77-16,0 0-122 15,0 0-180-15</inkml:trace>
  <inkml:trace contextRef="#ctx0" brushRef="#br1" timeOffset="22049.46">10039 13178 614 0,'0'0'81'0,"0"0"-80"16,0 0 62-1,0 0 121-15,0-58-87 0,0 58-46 16,-2 0-13-16,-16 0 5 16,-9 10-18-16,1 10-21 15,-1-2-2 1,7 0 19-16,7 0-11 15,3-1-7-15,10 2-3 16,0-5 0 0,0 1-6-16,10-1 0 0,21 0 4 15,9 0 2-15,14 4-6 16,-2 0 4-16,-4 2-7 16,-11 0 5-16,-16-4 0 15,-11-2-2-15,-5-2 4 16,-5 0 1-16,0-2 0 15,-22 4 1-15,-14-2 6 0,-6-2 17 16,0-2-4-16,-1-2-9 16,12-2 12-1,9-2-8-15,4 0-11 0,11 0-3 16,5-2-13-16,2 0-43 16,0-8-58-1,4-4-156 1,9-2-189-16</inkml:trace>
  <inkml:trace contextRef="#ctx0" brushRef="#br1" timeOffset="22382.17">10324 13060 814 0,'0'0'185'0,"0"0"-177"16,0 0 32-16,-35-10 105 16,35 10-112-16,0 0-33 15,0 0-7 1,16 0 7-16,10 0 3 16,8 0 8-16,4 0-11 15,-3 0 12-15,-4 0-12 16,-8 0 4-16,-8 0-2 15,-9 0-2-15,-6 0 0 16,0 0 0-16,0 0 2 16,0 0-2-16,-4 0-35 0,-9 0-59 15,7 0-153-15,0 0-254 16</inkml:trace>
  <inkml:trace contextRef="#ctx0" brushRef="#br1" timeOffset="22852.49">10585 12839 745 0,'0'0'74'16,"0"0"-60"-16,0 0 145 15,0 0-29 1,0-28-85-16,0 28-32 15,0 0-13-15,0 25-23 16,5 8 23-16,5 10 18 16,2 7-12-16,1 4-4 15,-2 4 1-15,5 12-3 16,-1-6 0-16,1-10 2 16,-1-5-1-16,-5-29-1 0,-4-10 6 15,-3-6-6-15,-1-4 19 16,0 0 2-16,4-2 9 15,4-25 20-15,1-10-13 16,2-10-19-16,5-7 5 16,0-8-13-1,6-4 8 1,-2 0-16-16,-1 5 1 0,-8 11-2 16,-5 10 0-1,-4 16 4-15,-4 11 9 16,0 6-1-16,0 5-13 15,0 2-15-15,0 0-12 16,0 0-46-16,0 24-28 16,0-7-78-16,0-4-187 0</inkml:trace>
  <inkml:trace contextRef="#ctx0" brushRef="#br1" timeOffset="23115.31">10980 13194 485 0,'0'0'207'16,"0"0"-149"-16,0 0 25 15,13 64 73-15,-13-33-79 16,0 7 7-16,0 4-35 16,0-4-12-16,2-2-18 15,0-6-9-15,2-8 11 16,-1-6-16-16,-1-6 1 0,-2-6-6 15,5-2-1 1,-3-2-1-16,-2 0-50 16,0-18-57-16,0 4-154 15,0 0-308-15</inkml:trace>
  <inkml:trace contextRef="#ctx0" brushRef="#br1" timeOffset="23300.19">10766 13222 994 0,'0'0'11'0,"0"0"79"16,0 0 14-16,0 0-88 16,0 0-6-16,115-64 9 15,-39 56-8 1,-9 4-11-16,-9 0 0 16,-14 0-12-16,-10-2-42 15,-34 4-157-15,0 0-240 16</inkml:trace>
  <inkml:trace contextRef="#ctx0" brushRef="#br0" timeOffset="28371.98">11138 12256 327 0,'-2'0'106'0,"2"0"-91"16,0 0-2-16,0 0 56 15,0 0-21-15,0 0-16 16,0 0-11 0,0 0 64-16,0 0-28 0,0 0-6 15,0 0-5-15,0 0-1 16,0 0-17-16,0 0-6 16,0 0 5-16,0 0-4 15,0 0 5-15,0 0-1 16,0 0 8-16,0 0 2 0,0 0-12 15,0 0-2 1,0 4-5 0,8 8-4-16,8 4 18 15,0 2-13-15,4 2 17 16,4 6-23-16,3 0-1 16,2 4-1-16,8 16-10 15,-6 3 8-15,1 7-9 16,-6 6 1-16,-12-2 5 15,-5 6-5-15,-9 10-1 0,0 2 2 16,0 7-1-16,-4-1 3 0,-15 2-4 16,2-3 0-16,-3-7-1 15,-5-4 4 1,-2-10-3-16,0-4 28 0,4-8-7 16,0-3-2-16,5-10-5 15,5 4 3 1,6-9-16-16,3-4 0 15,2-2 5-15,2-10-4 0,-3 0 7 16,-1 0-5 0,1-4 0-16,1-4 13 0,0-4-13 15,2-2 8-15,0-2-6 32,0 0-2-32,0 0-1 15,0 0-3-15,0 0-1 16,0 0 1-16,0 0-15 0,0 0-24 15,0 0-16 1,0 0 3-16,0 0-22 16,0-2-10-16,0-14-86 0,4 4-153 15,3 2-158-15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18:57.55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13279 14736 134 0,'0'0'7'15,"0"0"-3"1,0 0 52-16,0 0 33 0,0 0-25 16,0-2-7-16,0 0 3 15,0 2 2 1,0-2 2-16,0 2 59 15,0 0-66 1,0 0-15-16,0-4 0 16,0 4 7-1,0-8-14-15,0 2-5 0,0-2 41 16,-5-2-33-16,3-2-17 16,2-6-1-1,0-4-1-15,0 0-11 16,0-6 5-16,0 2 6 0,0-6-19 15,0-4 9 1,21-25-9-16,2-8 7 16,6-14-6-16,10-11-1 0,-1 8 0 15,6-3 3 1,5 1-6-16,5 6 4 16,10 2-2-1,5 8-2-15,12 4 3 16,36-15 5-16,8 7-3 15,11 2 10-15,6 6-6 16,-21 19-5-16,-1 9 14 16,-2 7-15-1,34-4 6-15,-1 5 3 16,5 4-6-16,0-2-3 0,-33 6 0 16,-9 0-2-16,-8 2 3 15,-14 2-2-15,-16 2 2 16,-18 4 0-16,-12 4-1 15,-6-2 0 1,-7-1 0-16,-6 6 0 16,-6 0 0-16,-11 6 0 0,-2-2 8 15,-2 2-10-15,-3 1 2 32,-1 0 2-32,-2 0-2 0,0 0 0 0,0 0 0 31,2 0 0-16,-2 0-5-15,0 0 8 0,0 0-6 16,0 0 1-16,0 0 2 16,0 0-1-16,0 0 3 15,0 0-5-15,0 0 3 16,0 0 0-16,0 0-3 16,2 0 3-1,2 0-4-15,1 0-30 16,-1 0 8-16,1 0-10 0,-3 0-8 15,1 0 3-15,-1 0-35 16,0 0-11-16,-2 0-242 16,0 0 49-16</inkml:trace>
  <inkml:trace contextRef="#ctx0" brushRef="#br0" timeOffset="972.07">15832 12787 412 0,'0'-4'164'15,"0"0"-109"-15,0 0 104 16,0 2-61-16,0 2-33 15,0-2-30-15,0 2 6 16,0 0 0-16,0 0-1 0,0 0 6 16,0 0-16-1,0 0 9-15,9 0-38 16,13 0 4-16,7 0 8 16,9 2-9-16,7 6 12 15,6 2-12-15,7 2 5 16,2 0-6-16,2 1-3 0,15 0 0 15,-4-3 3 17,-11-3-1-32,-6-1-2 0,-29-5 0 0,-8-1 0 15,-9 3 1-15,-8-3-1 16,-2 1 2-16,0 2 12 31,0-3-14-31,0 0 3 0,0 0 11 16,0 0-13-1,0 0-1-15,0 0 3 16,0 0 0-16,0 0-3 16,0 0 0-16,0 0-1 15,0 0 3-15,0 1-2 16,0-1 0-16,0 0 4 0,0 0-5 16,0 0 1-1,0 0 0-15,0 0 0 16,0 0 0-16,0 0 0 15,0 0 0-15,0 3-12 16,0 3 10-16,-4 3-2 16,-21 8 4-1,-11 3 1-15,-19 18-1 16,-8 6 3 0,-1 10 4-16,-3 2-7 0,18-10 0 15,7-4 7-15,5-6-1 16,9-5-6-1,10-9 6-15,11-10 6 16,5-6-7-16,2-2-3 0,0-2 4 16,0-2 1-1,0 2-6-15,0-2 9 16,0 0 6-16,0 0-16 16,0 2 0-16,0-2-1 15,0 0-27-15,0 0-32 16,0 0-33-1,0 0-121-15,0 0-244 16</inkml:trace>
  <inkml:trace contextRef="#ctx0" brushRef="#br0" timeOffset="8344.59">18109 12220 563 0,'-8'-18'117'0,"3"7"-117"0,5 4 0 15,0 1 94 1,0 1-7-16,0 1-35 16,0 4 11-16,0-1-31 15,0 1-5-15,0 0-4 16,-2 0 15-16,-1 0-8 0,-3 1-9 16,1 21 1-16,-1 7-13 15,1 7 15 1,1 16-5-16,4 4 7 15,0 4-19-15,0 9 1 16,0-9 2-16,0 0-9 16,2 0 10-1,0-4-10-15,1-6 1 16,-3-6-1-16,2-8 1 16,-2-4 0-1,2-7 4-15,0-7-7 16,0-6 1-16,5-8 0 0,-5-2-3 15,0 2 3 1,-2-2 0-16,0-2 8 0,0 1-14 16,0-1 3-16,0 0-18 15,0 3 15 1,0-3-14-16,0 0 6 16,-11 0-48-16,-7 0 38 15,-8 0-6-15,-13 0 14 16,2 0 16-1,3 0 1-15,3 0 1 16,13-4 11-16,3 0-9 16,2 0 23-1,3 0-16-15,4 4 19 16,6-2-18-16,0 2 3 16,0 0-15-16,0 0-3 0,9 0 3 15,15 0 0-15,12 0 25 16,13 0-14-16,9-8-1 15,22 0 3 1,-2-1-11-16,-7 4 11 16,-11-1-9-16,-33 3-3 0,-14 3 7 15,-5-1-7 1,-8 1-1-16,0 0-2 0,-8 0 1 16,-18 0-29-16,-3 0-25 15,-4-8-72 1,15 2-152-16,2-1-60 15</inkml:trace>
  <inkml:trace contextRef="#ctx0" brushRef="#br0" timeOffset="8682.65">17839 12151 474 0,'-37'-41'173'15,"22"27"-138"1,7 4 0-16,8 6 130 16,0 1-75-16,0 3-30 0,8-1-26 15,18 1-33 1,32 0 28-1,14 0 50-15,9 0-51 16,6 0-15-16,-20 0-4 16,-9 0 17-1,-15 4-26-15,-17 0 1 16,-10 1-1-16,-10 1-12 16,-3 1-44-16,-3 3-55 15,0-6-84-15,-13 0-165 0</inkml:trace>
  <inkml:trace contextRef="#ctx0" brushRef="#br0" timeOffset="9046.18">18375 12647 571 0,'0'0'164'16,"0"0"-140"-16,4 8 100 16,-4-8-8-1,0 0-53-15,0 0 36 0,0 14-68 16,0 16-31-16,0 10 0 16,0 6 8-1,0 1-7-15,0-1 0 0,4-8 0 16,3-2 12-16,-3-8-13 15,6-4 0 1,-4-8 2-16,1-8-1 0,-1-6-1 16,-2-2 0-16,4 0-12 15,-2-16 4 1,-6-24-49-16,0 18-352 16,0-7 47-16</inkml:trace>
  <inkml:trace contextRef="#ctx0" brushRef="#br0" timeOffset="9347.26">18369 12627 286 0,'0'0'498'16,"0"0"-410"-16,0 0-65 15,-6-42 88-15,8 42-57 16,19 6-41-16,12 22 6 16,5 6-2-1,11 20-3-15,-3 4-3 0,-7-2 5 16,-8 1-15-16,-18-19 0 15,-9-6 0-15,-4-4 4 16,0-10-9-16,-33 0 8 16,-13-6 8-16,-6-6-9 15,-12-6 1 1,8 0 7 0,12-6-9-16,12-10 0 15,25 0-2-15,7 2-34 16,0 0-10-16,47-2-89 15,-18 9-331-15,2 2 149 16</inkml:trace>
  <inkml:trace contextRef="#ctx0" brushRef="#br0" timeOffset="9785.94">18918 12715 61 0,'0'0'249'16,"0"0"-192"-16,33-72-4 15,-29 56 91 1,-4 6-3-16,0 4 50 0,0 2-101 31,0 4-26-31,0 0-10 16,-4 0-23-16,-20 0-25 0,-10 16 7 0,-6 0-13 16,5 2 24-16,8 0-15 15,6 6 0 16,15-2-4-31,6-2-3 0,0 2-4 0,14-2-6 16,19-2 8-16,7 2 12 16,12 2-12-1,-8 0 1-15,-3 0 6 16,-13-4-11-16,-19-4 4 16,-9-1 0-1,0-4-2-15,-6 4 8 0,-33-5 5 16,-9-2 0-16,-10-4 16 15,-7-2-10-15,14 0-7 16,11-4 5-16,13-10-15 16,18 3-15-16,9 0-43 15,0 4-88 1,11 0-224 0</inkml:trace>
  <inkml:trace contextRef="#ctx0" brushRef="#br0" timeOffset="10271.01">19669 11961 756 0,'0'0'90'16,"-4"0"-75"-16,-8 28 3 16,-5 12 65-16,-6 18-25 15,-6 15 3-15,-4 17-9 16,-3 16-16-16,1 9-27 16,12 17-4-1,19-12-5-15,4-14-1 0,13-21 1 0,23-37 0 16,-1-12 0-16,6-14 7 15,12-12-7 1,-4-10 9-16,-5 0-9 16,-7-28-56-16,-37 6-236 15,0-2-484 1</inkml:trace>
  <inkml:trace contextRef="#ctx0" brushRef="#br0" timeOffset="10735.08">19919 12370 868 0,'0'0'47'16,"0"0"-42"-16,-5-48 90 15,-19 48-1-15,-10 0-48 16,-6 0-20-16,-2 6-9 15,0 20 1-15,13 2 0 16,15 4-14 0,11 0-4-16,3-3-2 15,14-1-2-15,20-1 0 16,22 5 8 0,6 1-1-16,-5-3-3 15,-5-4-2-15,-23-8-17 16,-11-2-5-16,-14-2 21 15,-4-2-17-15,0-2 2 0,-33-2 18 16,-14-4 4-16,-20-4 3 16,0 0-4-1,14-4 15-15,13-12-6 16,31 6 8-16,6 2-13 16,3 4-1-16,0 0-12 15,31 2-72-15,10 0 12 16,13 2-45-16,-6 0-65 15,-28-2-92-15,-2 0-45 16</inkml:trace>
  <inkml:trace contextRef="#ctx0" brushRef="#br0" timeOffset="11353.57">20268 12462 325 0,'0'0'133'15,"29"-72"-43"-15,-29 62 109 16,-40 10 9-1,-7 0-73-15,-7 28-115 16,-5 18 6-16,16 8-11 16,8 0-7-16,8-1 12 15,14-9-20-15,9-10-4 0,4-10 4 16,0-10 19-16,29-14-8 16,15 0 9-1,7-18 17-15,4-18-33 0,-14 0 0 16,-8-2-4-16,-8 4 2 15,-12 9-4 17,-7 10 2-32,-6 15-2 15,0 0 2-15,0 19-3 0,0 22-12 16,0 3 15 0,0-2 3-16,0-6 7 15,17-10-13-15,4-6 6 0,18-20-2 16,3 0 2-1,3-18 4-15,-3-28 2 0,-15-4-9 16,-8-8-12-16,-3-6 5 16,-3-27-14-1,1-5 9-15,-3-2-21 0,-5 9 20 16,-6 39-24 0,0 21 29-16,0 14 8 15,0 11 12 1,0 4 60-16,-2 0-63 15,-7 11 2-15,1 37-10 16,-2 13-1-16,6 18 8 16,4 5-3-16,0-4-5 15,0 1 2-15,0-5 4 16,2 4 5 0,12-12-11-16,1-14 1 0,-1-14 2 15,-5-22-6-15,-3-10 3 16,-4-8-13-1,0 0-2-15,-2-4-230 0,0-18-172 16</inkml:trace>
  <inkml:trace contextRef="#ctx0" brushRef="#br0" timeOffset="11522.82">20422 12414 900 0,'-2'-20'251'0,"2"16"-251"0,33 0 0 15,21 2 51 1,8-2-26 0,3 2-25-16,-3-4-4 15,-46 4-85-15,-9-8-357 16</inkml:trace>
  <inkml:trace contextRef="#ctx0" brushRef="#br0" timeOffset="11856.39">20611 11711 926 0,'0'0'47'0,"0"0"-19"16,0 0 82-1,0 0-66 1,10 29-37-16,13 28 1 15,11 17-8-15,7 18 17 16,11 49-13-16,2 11-1 16,-9 2-3-1,-9-2 5-15,-26-45-5 0,-10-17 0 16,-6-12-3 0,-34-14 8-16,-9-11-2 0,-3-15 0 15,6-12 10-15,4-14-8 16,11-12-5-16,10 0-4 15,21-20-181-15,0-6-623 16</inkml:trace>
  <inkml:trace contextRef="#ctx0" brushRef="#br0" timeOffset="13381.06">21334 12292 645 0,'-23'-6'36'16,"14"4"-26"-16,5 2 48 15,4 0 73-15,0-2-53 16,0 2-65-16,0-4-4 0,0 4 18 15,0 0-6 1,9-2-14-16,13 0 11 16,14 0 0-16,12-2 44 15,10 0-55-15,21 0 15 16,-4 4-19-16,-8 0 2 16,-9 0-3-16,-27 0 5 0,-6 0-9 15,-9 0 2 1,-10 0 0-16,-4 0-5 15,-2 0-10-15,0 0 4 16,-4 0-30-16,-21 0-57 16,7 2-108-16,1 2-177 31</inkml:trace>
  <inkml:trace contextRef="#ctx0" brushRef="#br0" timeOffset="13728.58">21514 12462 122 0,'0'0'306'0,"-70"41"-240"0,51-36-37 15,5 2 95 1,10-6 0-16,2-1-46 16,2 0-40-16,0 0 30 15,0 0-49 1,0 0 17-16,0 0-6 15,24 0-13-15,10 0 10 16,12 0 3-16,14 0 12 16,5-4-20-1,17-4-16-15,-3 7 24 16,-15-1-25-16,-13-1-2 16,-29 3 6-16,-10 0-10 15,-10 0 1-15,-2 0 0 16,0 0-8-16,0 0 3 0,-24 0-34 15,-1 0-81-15,7 0-226 16,7 0-366-16</inkml:trace>
  <inkml:trace contextRef="#ctx0" brushRef="#br0" timeOffset="14633.61">22142 12959 394 0,'0'7'90'0,"0"-7"-70"16,0 0 100-1,0 0 18-15,0 0-56 0,9-18 38 16,2-7-53-16,5-7-13 16,6-23 3-1,3-12-16-15,6-11-10 16,5-16 0-16,-5 0-25 0,4-11 6 15,-1 1-12 1,-1 4 0-16,-2 24-6 0,-8 26 6 16,-6 19 0-1,-12 23 8-15,-5 4-9 16,0 4 1-16,0 0-1 16,0 4-4-1,0 27-7-15,0 19 10 16,0 31 4-16,0 10 2 15,0 3-4-15,0-8 0 16,2-27 1-16,5-15 0 16,1-12-1-1,-1-12 0-15,0-14-2 16,2-6 2-16,8 0 0 0,6-30 6 16,6-15 1-16,2-9-2 15,2-8-3-15,1-10 3 16,-3-4-1-16,-4-2-4 15,-5 9 0-15,-4 15 1 16,-5 20 1-16,-6 14-2 0,-5 12 8 16,-2 6 12-16,0 2 19 15,0 0-29-15,0 22-10 16,0 28-13-16,0 14 13 16,4 13 0-16,6-13 6 15,-4-6-7 1,-1-4 1-16,3-9 0 15,-3-9-5 1,4-10-52-16,0-6 7 16,4-11-42-16,-8-9-84 15,2 0-298-15</inkml:trace>
  <inkml:trace contextRef="#ctx0" brushRef="#br0" timeOffset="15051.02">23058 12414 827 0,'2'-10'168'0,"0"10"-142"16,-2 0-19-16,3 12 70 15,-1 18-60-15,4 9-14 16,4 2-1-16,-4-1-2 16,5-1 4-1,-4-9 2-15,0-6-6 16,-3-10 0-1,1-8 1-15,-1-6-1 16,2 0 6-16,3-20 16 16,5-16 53-16,-1-8-63 15,3-5-7-15,-1-1 11 16,1 2-13-16,-3 10-3 16,-1 12 3-16,-6 14 2 15,-4 12 4-15,1 0 0 16,-3 26-9-16,4 18-11 15,0 6 11-15,8 11-4 16,1-5 11-16,1-10-7 31,-1-8 0-31,-5-20-2 0,2-8-13 16,1-6-24-16,0-4-44 16,0 0-126-16,-8-10-134 15,-1-6-261-15</inkml:trace>
  <inkml:trace contextRef="#ctx0" brushRef="#br0" timeOffset="15639.46">23719 11959 522 0,'0'0'556'0,"0"0"-537"16,12-38 25-1,-12 38-2-15,0 8-39 16,0 32-4 0,-12 20 2-16,-5 15 2 0,1-1 14 15,1 8-16-15,3-4 13 16,6 12-14 0,6-10 9-16,0-15-9 15,0-13 0-15,6-30-4 0,12-12 6 16,9-10-2-1,4 0 4-15,5-12-2 16,4-24 13-16,-3-8-9 16,-3-17-2-16,-7 3 2 15,-11 8-3-15,-8 12-3 16,-8 28 0-16,0 8 9 0,0 2 9 16,-17 20 1-1,-6 24-7-15,5 8-19 16,10-2 7-16,8-15 0 15,0-9-6-15,6-8 6 16,14-6-1-16,3-8 1 16,5-4 15-1,6 0-13-15,8-26 0 16,-2-16 13-16,-9-8-12 16,-10-3-2-16,-17 9 3 15,-4 8 1-15,0 8-4 16,-33 18-1-1,-21 10-11-15,-11 0 11 16,-6 30 0-16,20 6 0 0,11-2-8 16,15-2-23-1,25-24-84-15,0-5-796 0</inkml:trace>
  <inkml:trace contextRef="#ctx0" brushRef="#br0" timeOffset="15993.07">24390 12194 663 0,'0'-22'103'0,"0"14"-86"15,0 6 140-15,0 2-38 16,0 0-91-16,0 0-8 16,0 36-20-1,-16 16 10-15,-1 10 6 16,-6 8-7 0,10-12-2-16,-1-5-2 15,2-9-3-15,0-10-1 16,5-8-1-16,3-12 0 15,4-6-3-15,0-8-37 16,0-12-103 0,0-10-75-16,0-6-174 0</inkml:trace>
  <inkml:trace contextRef="#ctx0" brushRef="#br0" timeOffset="16171.47">24272 12290 427 0,'0'0'556'0,"0"0"-465"16,0 0-61-1,0 0 3-15,4 64 29 16,21-14-19-16,10-1-31 0,13 6-10 16,-2-6 15-16,-5-7-16 15,-6-12-1-15,-20-16 0 16,-5-8-20-16,-10-6-63 16,0 0-164-1</inkml:trace>
  <inkml:trace contextRef="#ctx0" brushRef="#br0" timeOffset="17746.68">22445 12959 474 0,'-6'0'156'0,"4"0"-151"16,2 0 33 0,0 0 115-1,0 0-76-15,0 0-62 16,0 0 29-16,6 0-8 15,11 0 38-15,6 0-15 16,4 0-24-16,4 0 12 16,4 0-24-16,5-1-5 0,12-1 4 15,10 0-18 1,30-2 12-16,10 2-5 16,7 0 7-16,12 0-16 0,-10 2-2 15,9 0 3 1,12 0 4-16,8 0-9 15,12 0 4-15,6 0-1 16,0 0-1 0,14 0 0-1,-21 0-1-15,-28-8 0 0,-30 2-3 16,-55-1-2-16,-18 6 2 16,-15-3-3-1,-5 4 7-15,0-2-4 16,0 0-3-16,-5 2-15 15,-13-2-34-15,-4 2-34 16,-2 0-58-16,8 0-76 0,1 0-150 16</inkml:trace>
  <inkml:trace contextRef="#ctx0" brushRef="#br0" timeOffset="18486.34">23258 13271 658 0,'0'-20'157'0,"2"3"-131"16,8 4 64 0,1-1 42-1,4 0-55-15,7 3-43 16,5 1-23-16,4 2-4 16,19 4 13-1,-4 2-17-15,6 2 13 0,-6 0-13 16,-13 0 11-1,-8 2-13-15,-9 22-1 0,-12 14 0 16,-4 6-6-16,-2 9 6 16,-33-1-7-16,-17-2 7 15,-8-2-8 1,-15 2-3-16,3-4 20 16,9-7-5-16,13-10 0 0,25-12 1 31,11-9-3-31,14-7 16 15,0 2-15-15,0-3-3 16,12 0 0-16,19 0 16 16,29 0-10-1,13 0-5-15,14-3 9 0,7-2-9 16,-13-2-1-16,-4 4 14 16,-6 0-6-16,-6 2 15 15,-25 1-14-15,-18-3-6 0,-19 3-3 16,-3 0-10-16,-16 0-24 31,-9 0-41-15,1 0-132-16</inkml:trace>
  <inkml:trace contextRef="#ctx0" brushRef="#br0" timeOffset="20653.21">25240 12250 302 0,'-6'-18'138'0,"6"6"-138"16,0-2 75-16,0-1 23 15,0 2-37-15,0-3 0 16,0 1 3-16,0 4 10 16,6 1 38-16,-2 3-69 15,-2 6 3 1,-2-2-17 0,0 3-19-16,0 0 7 0,0 0-17 15,0 7-3-15,0 22-3 16,0 26 6-1,11 9 4-15,3 8-1 16,3 2 9-16,-3-14-9 16,-1-3 1-16,-2-9-4 15,-2-6-1-15,-2-12-1 16,-1-10 4-16,-2-10 1 16,-1-8-2-16,-1-2 0 15,3 0 20-15,2-4 11 16,-1-22 16-16,3-8-14 15,0-8-29 1,2-21 23 0,2-9-6-16,3-6-10 15,-1 0-8-15,-1 16-5 16,-3 9 1-16,-2 12 0 16,0 13 0-16,-5 10 3 15,-1 7-6-15,-1 9 6 16,-2 2-4-16,0 0 1 0,0 0-8 15,2 0 4-15,2 28-8 16,3 17 3-16,4 13 4 16,9 20 10-1,2 2-4-15,1-2 0 16,2-6-3-16,-6-19 3 16,-3-11-1-16,-3-10 0 15,-1-12 4-15,-8-8-8 16,1-10 8-16,-3-2-1 0,0 0-1 15,2-18 5 1,3-20 21-16,2-17-15 16,4-3 3-16,1-10-8 15,1-10-8 1,6-20 15 0,-6 11-14-16,-4 18 2 15,-2 16 5-15,-7 33-8 16,-2 10 0-16,0 8 1 15,0 2-4-15,0 0-1 16,0 0-28-16,0 14-49 16,0 32 10-16,-6 11-40 0,-1-29-191 15,-2 2-216-15</inkml:trace>
  <inkml:trace contextRef="#ctx0" brushRef="#br0" timeOffset="21287.02">25172 12959 384 0,'-13'-3'160'16,"11"1"-114"-16,-3 0 119 16,-2 2-75-16,3-2-32 15,-1 2-16 1,5 0 12-16,0-2-12 16,0 0 9-16,0 0-12 15,0-1-10-15,9-2-14 16,27-5 2-1,13 2 9-15,18-5-24 16,2 5 7-16,7 2-9 0,4 1 0 16,25 2 16-16,-3 3 9 15,-13 0-19 1,-13 0-1-16,-40 0-4 0,-16 0-1 16,-9 0 0-1,-11 0 10-15,0 0 11 16,0 0 10-16,0 0-27 15,0 0-3 1,-6 0-1-16,-13 0-14 16,-3 4-2-16,-4 3-71 15,-3-5-52-15,11-2-140 16,-3 0-290 0</inkml:trace>
  <inkml:trace contextRef="#ctx0" brushRef="#br0" timeOffset="22030.48">25424 13078 833 0,'0'0'5'0,"9"-12"3"15,4 4 141-15,-3 2-79 16,-2 4-20-16,-3 0 9 16,-3 0-31-16,-2 2 5 15,0 0-32-15,0 8 9 16,2 26-6-16,0 12-4 16,0 10 10-1,0-3-10-15,-2 5 0 0,0-2 0 16,0 10 5-1,0-10 0-15,0-10-5 16,0-12 1-16,0-22 3 16,0-4-4-1,0-4 0-15,0-4 4 16,0 0 1-16,0 4-4 16,0-4 14-16,0 0-15 15,0 0 7-15,0 0-3 16,0 0 2-16,0 0-1 15,0 0-5-15,0 0 0 16,0 0 8-16,0 0 0 16,0 0-1-16,0 0-2 15,0 0 11-15,0 0-11 16,0 0-3-16,0 0 9 16,0 0-8-16,0 0 6 15,0 0-8-15,10 0 14 31,7 0-15-31,17 0 0 0,11-10-1 16,7 6 7-16,12 2-6 16,0 2 0-1,16 0 2-15,-11 0 3 16,-9 0-5-16,-17 11 0 16,-26-7 3-16,-7-1-4 15,-10-3 1-15,0 0 0 0,0 0 4 16,0 2-3-16,0-2-1 15,0 0-2 1,-2 2-2-16,-6-2-29 16,-3 0-26-16,5 3 5 15,-6-3-80-15,8 0-188 16,2 0-229-16</inkml:trace>
  <inkml:trace contextRef="#ctx0" brushRef="#br0" timeOffset="23279.73">26657 12023 477 0,'15'-12'113'0,"-7"6"-111"16,2 0 43-16,-4 4 83 0,-6 0-86 16,0 2-3-1,0 0 20-15,0 0 43 0,0 0-66 16,0 0-19-16,0 0-9 15,-6 8-5 1,-14 18-3-16,-10 13 23 16,1 12-3-16,-2 14-10 15,-2 7-8-15,-5 40 23 16,3 6-19-16,6 3 2 0,8-1-8 16,19-36 8-16,2-9-16 15,2-11 6 1,36-4 2-16,11-12 11 15,7-12-1-15,5-10 4 16,-9-14-11-16,4-4 18 16,-4-4-10-1,-8 2-3-15,-9-3 14 16,-14-2-19-16,-13 1 7 16,-8-2-10-16,0 0 18 15,0 2-7 1,0-2-7-16,0 0 8 0,0 0-12 15,0 2 0-15,0-2-5 16,0 0-80-16,0 0 0 16,0-2-56-16,-2-14-74 15,-2 8-92 1,-3-2-85-16</inkml:trace>
  <inkml:trace contextRef="#ctx0" brushRef="#br0" timeOffset="23835.46">26857 12374 762 0,'-5'-34'70'0,"5"26"-69"15,0 6 96 1,0 2 2-16,0 0-46 16,0 0-2-16,0 0-31 15,0 2-3 1,0 40-14 0,9 14 21-16,7 12-6 15,1 7-16-15,1-13 16 16,3 4-15-16,-4-4-3 15,-1-6 3-15,-3-7-1 16,-2-12-2-16,1-8 0 16,-6-13 1-1,-4-8 1-15,3-7-2 0,-5-1 4 16,4 0 1-16,3-18 47 16,2-18-1-16,6-28-25 15,3-16 6 1,5-10-18-16,1-8-9 0,-2 10 2 15,-1 7-5 1,-8 13-2-16,-2 20 0 0,-6 18 12 16,-3 14 24-16,0 8-18 15,-2 8-15-15,0 0-6 16,0 0 2-16,0 18-32 16,-2 16-24-16,-10 10-32 15,6-24 4 1,1 0-107-1</inkml:trace>
  <inkml:trace contextRef="#ctx0" brushRef="#br0" timeOffset="24283.23">27351 12725 932 0,'4'-26'20'0,"-1"8"-17"16,-1 4 109-16,-2 4-21 15,0 4-53-15,0 2-11 16,0 4-16-16,-17 0-8 16,-6 0-5-1,-17 8 2-15,-5 20 5 0,1 10-5 16,6 4 0-16,16-4-5 16,11-2 7-16,11-1-7 15,0-2 4-15,0-4-5 16,19-7 6-16,10-4 0 15,11-8 0 1,3-4-7 0,-3-6-12-16,-2 0-44 0,-20 0-106 15,-18-4-86-15,0-8-199 16</inkml:trace>
  <inkml:trace contextRef="#ctx0" brushRef="#br0" timeOffset="24521.24">27314 12878 777 0,'0'0'60'0,"0"0"80"16,-3-10-58-16,3 10-56 0,0 0-7 16,0 0 29-1,0 0-26-15,0 0-4 16,0 0-9-16,0 15-3 16,0 16-6-1,0 13 3-15,0 6 13 0,0-2-13 16,0-2-3-16,0-14 2 15,0-4 3-15,0-10-9 16,0-4 4-16,0-8-16 16,5-6-65-16,-1 0-81 15,-4 0-196 1,0-4-187-16</inkml:trace>
  <inkml:trace contextRef="#ctx0" brushRef="#br0" timeOffset="24986.01">27590 12719 339 0,'0'0'461'16,"0"0"-429"-16,0 0-16 16,13-40 112-16,-11 38-30 15,-2-2-63-15,2 2-13 16,-2 2 6-16,0 0-21 15,0 0 12 1,-17 4-19 0,-17 20 18-16,-6 2-16 15,2 2 8-15,19-6 7 0,5-4-16 16,9-2 0 0,5 0-1-16,0-2-7 15,0-2 4-15,23 2 3 16,17 3 1-16,4-2 2 15,3 0-6-15,-3-1 0 0,-17-4 3 16,-9 2-3-16,-7-1 3 16,-11 6 0-1,-4-3-7-15,-32 2 7 16,-13-2 3-16,-2-4-1 16,6-6 25-16,8 0-14 15,8-2 6 1,13-2-10-16,5 0-9 15,9 0-34-15,2-8-61 16,6 0-84 0,17-6-185-16</inkml:trace>
  <inkml:trace contextRef="#ctx0" brushRef="#br0" timeOffset="25388.4">27955 12635 916 0,'-6'-14'53'0,"1"14"-53"16,5 0 157-16,0 0-55 16,0 0-78-1,0 0-25-15,0 0-3 16,0 0-10-16,14 0 14 0,5 0 6 15,12 0 3 1,8-4 16 0,3-2-6-16,-2 0-12 15,-4 4-7-15,-3-2 0 16,-9 2 2-16,-8 2-1 16,-9 0-1-16,-7-2 1 15,0 2 4-15,0 0-3 16,0 0-2-1,0 0-6-15,0 0-19 0,0 0-19 16,0 0-31-16,2 0-50 16,-2 0-106-16,0 0-136 15</inkml:trace>
  <inkml:trace contextRef="#ctx0" brushRef="#br0" timeOffset="26060.9">28412 12298 703 0,'0'-30'93'16,"0"20"-57"-16,0 2-34 15,0 4 115-15,0 2-60 16,0 2 42-16,0-2-72 15,0 2 1-15,0 0 4 16,0 0-23-16,5 8 5 16,3 24-14-16,5 10 0 0,3 12 8 15,5 4-5 1,2 22-2-16,2 1 4 16,0-3-4-16,-3-6-1 15,-7-23 0-15,2-12 3 16,-9-9-2-16,3-11-2 15,-7-8 2-15,2-5 7 16,-4-1-6-16,0-3 6 16,2 0 23-16,5-18 1 15,3-15 20-15,-4-5-21 16,5-10-19-16,5-10 17 16,5-34-23-1,3-8 3 1,1-1-6-16,-5 1-3 15,-6 36 0-15,-7 13 0 16,-3 15 4-16,-1 18-1 16,-5 10-4-16,0 7 1 15,0 1-11-15,0 0-29 16,0 4-33-16,0 24-2 16,-9 10-60-16,3-18-64 0,1-2-173 15</inkml:trace>
  <inkml:trace contextRef="#ctx0" brushRef="#br0" timeOffset="26346.22">28953 12566 136 0,'7'0'672'16,"-5"0"-625"-16,-2 0 28 15,0 0 75-15,0 17-52 16,0 23-98 0,0 10 6-16,0 2 3 0,0 4 4 0,0-14-5 15,0-6-6 1,0-4 12-16,0-7-9 16,0-7 3-16,5-4-3 15,-1-6-6-15,1-6 1 16,-3-2-13-16,-2 0-57 15,0-6-114 1,0-10-141-16</inkml:trace>
  <inkml:trace contextRef="#ctx0" brushRef="#br0" timeOffset="26530.53">28753 12707 613 0,'0'0'342'15,"0"0"-334"-15,0 0 27 16,-31-42 155-16,48 40-159 0,17 0-24 15,21 0 8 1,8 0 6-16,-1 0-19 16,-6 2 5-16,-25-2-7 15,-10 0-9-15,-21 0-19 16,0-2-117-16</inkml:trace>
  <inkml:trace contextRef="#ctx0" brushRef="#br0" timeOffset="27048.22">29227 12064 257 0,'0'0'319'15,"0"0"-268"1,-10-63 8-16,10 55 101 16,0 2-60-16,0 4-57 0,0 2-2 15,0 0 21 1,0 0-21-16,0 0 22 15,6 0-62 1,17 25 1-16,12 16 7 16,9 16-5-1,12 8 12-15,2 16-15 0,0 3 5 16,-2 2-4-16,-12 5 5 16,-13-3-9-16,-15-6 2 15,-16-2 0-15,0-8-2 16,-18-9 3-16,-22-7-1 0,-11-12 7 15,-7-6-3 1,-2-6 0-16,6-6-4 16,14-10 11-16,13-6-11 15,16-10-2-15,5 0-27 16,6-4-125-16,0-12-195 16</inkml:trace>
  <inkml:trace contextRef="#ctx0" brushRef="#br0" timeOffset="27696.57">29493 11798 677 0,'-21'-22'150'0,"21"8"-143"16,0 0 55-16,0 1 41 16,7-1-55-1,18 0-22-15,4-3 32 16,0 3-35-16,6 2 16 0,5 2-14 0,18 6-18 31,-2 4 4-31,-5 0-7 0,-15 10-3 16,-23 20 0-1,-13 15-2-15,-20 23-3 16,-35 0 4-16,-14 0 9 16,-8-16-7-1,24-22 6-15,15-10 2 16,16-10-6-1,15-1 11-15,7-9-12 16,0 0-10-16,25 0-3 16,15 0 10-16,13 0 12 15,12 0-6-15,6 0 3 16,1 0-2-16,-3 0-10 0,-11 0 3 16,-21 0-16-16,-23 0-38 15,-14 0-100-15,-9 0-172 16,-23 0-234-16</inkml:trace>
  <inkml:trace contextRef="#ctx0" brushRef="#br1" timeOffset="35692.01">17249 11163 391 0,'-13'-20'92'0,"9"12"-87"15,4 0 14-15,0 4 92 16,0 0-39-16,0 0-12 31,0 4-33-31,0-2 52 16,0 2-60-16,0 0 9 15,0 0-6-15,0 0 4 16,0 0 19-16,0 0-14 16,0 0 18-16,0 0-45 15,0 0 8-15,0 0-12 16,0 0 0-16,0 0 4 16,0 2-3-16,0 18 7 15,-3 8 29-15,1 10-12 16,-3 21 7-1,3 13-26-15,2 15 12 0,0 18-18 16,0-1 5 0,0 8 4-16,0 5-8 0,0 3 6 15,0 13-4-15,0 5 12 16,-6 6-15-16,-13 30 5 16,2-7 14-16,-1-13-15 15,3-9 19-15,3-47-10 16,6-10-4-16,-1-5 20 31,3 1-14-31,4-12 32 16,0-12-38-16,0-8 16 15,0-25-18-15,0-8-7 16,0-2 16-16,0-9-15 16,0-4 4-16,0-2 1 15,0-1-2-15,0 2-4 16,0-3 1-16,0 0 3 15,0 0-4-15,0 0-15 16,0-6-12-16,0-5-29 16,0-3 11-1,0 0-52-15,0-4 64 0,-5 0-16 16,3-5-18-16,-3-4-37 31,1 15-105-31,-1-2-198 16</inkml:trace>
  <inkml:trace contextRef="#ctx0" brushRef="#br1" timeOffset="38287.33">17042 11205 562 0,'0'-4'66'0,"0"2"-65"31,0 0 67-31,0 2 25 0,0-2-70 16,20 2-7-16,9-2 5 15,11 0 27 1,27-6 19-16,17-2 6 16,16-2-25-16,12-2-23 15,-10 2 2-15,4 2-7 16,0 2-9-16,4 2 9 16,1 2-11-16,0 2 8 0,1 0-16 15,38 2-1 1,6 0 0-16,2 0 4 15,2-2 2-15,-29-2-6 16,-4 0 0-16,2-4-1 31,25 2 1-31,-11 0 0 16,-10 2 1-16,-7 4-2 0,-38 0 1 16,-1 0 0-1,-4 0 3-15,2 0 0 16,-1 0-6-16,9 0 6 15,10 0-1-15,28 0-2 16,1 0 0-16,-5 0-3 0,-3 0 4 16,-29 0-1-16,-2 0 0 15,1 0 1 1,25 0-2-16,2 0 1 16,1 0 1-16,-4 0-1 15,-28 0 0-15,-8 0-2 16,-11 0 7-1,-4 0-10-15,-2 2 14 16,-1 2-14-16,6-2 7 16,26 2-2-1,-1-2 0-15,5 0 1 16,0-2-6-16,-15 0 5 16,0 0 0-16,2 0-3 15,15 0 4-15,-6 0-1 0,0 2 1 16,0 0-2-16,-18 0 1 15,7 0 0 1,2 0 2-16,-1 0 1 16,3 0-6-16,-2 0 6 15,0 2-2-15,22-2-1 16,-4 4 0-16,-5-4-2 0,-4 0 4 16,-27 0-3-16,1-2 1 15,5 0 0 1,23 0-2-16,7 0 2 15,0 0-2-15,-3 2 7 16,-20 2-7-16,-1 2 2 16,1 2 0-1,1-2-1-15,2 0 6 16,-3 0-10-16,2 0 10 16,22 4-6-1,0 0 1-15,6 0 0 0,1 0 3 16,-22-4-3-16,3 2 0 15,-1 0-1 1,25-4 7-16,1 4-7 0,-1-2 1 16,-2 0-1-16,-22 0 1 15,-3-1 0 1,0 0-2-16,-1-1 10 16,-6-2-14-16,0 2 12 0,1-4 0 15,26 3-2 1,7-2-3-1,7 3 3-15,-2 2 3 16,-30-2-12-16,-4 3 5 16,-8-4 0-16,19 4 0 15,-2 1 0 1,-2-3 5-16,0 1 1 16,-18-2-8-16,0 0 2 15,-5-2 0-15,-2 2 4 0,-1-1-2 16,-1 1-1-16,0-4 6 15,11 1-7-15,-4 2 0 16,-2-3 0-16,-10 0 3 16,-11 0-3-16,-3 0 0 15,-4 0-1 1,12 0 10 0,-2 0-13-16,-5 0 4 15,-2 0-1-15,-13 0 2 16,-2 0-1-1,-1 0 0-15,5-3 1 0,-1 3-4 16,3 0 6-16,5 0-3 16,11 0 0-1,0 0 0-15,-3 0 0 0,0 0 6 16,-17 0-9-16,-1 0 3 0,-3 0 0 16,13 3 2-1,1-2 0-15,5 4-1 16,-1 0 7-16,-12-2-12 15,-3 2 4 1,-4-2 0-16,-6-1 3 0,-6-2-3 16,-7 1 0-16,-3-1 8 15,-1 0-8-15,0 0 0 16,0 0 0-16,-1 0 10 16,-1 0-7-16,2 0 1 15,-2 0 1 1,1 0 2-1,-5 0-4-15,2 0-3 16,1 0 4-16,-1 0-4 16,-1 0 0-16,-1 0 3 15,0 0 0-15,1 0-6 16,-3 0 6-16,2 0-3 16,-2 0 2-1,0 0-1-15,0 0 1 0,0 0 4 0,0 0 2 16,0 0-8-16,0 0 0 15,0 0 5 1,0 0-5-16,0 0 1 16,0 0 7-16,0 0-12 15,0 0 4-15,0 0 0 32,0 0-9-32,0 15 12 0,0 7-6 15,0 12 6-15,0 24-1 16,2 6-2-1,0 6 3-15,0 2 7 16,-2-7-10-16,0-1 5 16,4 6-4-16,3 24 6 15,3 3-3-15,-4 3-4 16,-2-4 11-16,-2-18-10 0,-2-2 0 16,0-4 3-1,0 3 3-15,0-1-12 16,0 0 13-16,0 0-4 15,-2 12-4-15,-6 1 0 16,-2-1 4 0,1-2 2-16,5-16 0 15,-2-1-6-15,4-5 0 16,-1 10 8 0,1-8-5-16,2 1 2 15,0-6-2-15,0-13 4 16,0-1-7-1,0-9 0-15,0-4 4 0,0-2 1 0,0-4-10 16,2 0 11-16,-2 6-8 16,0-2 2-1,0-2 0-15,3 0 3 16,-1-8 0-16,-2-1-3 16,0-1 0-16,0-2 4 15,2-2-4-15,-2-4 0 16,0-2 1-16,0-4 0 0,0-4-1 15,0 0 0 1,0 0-1-16,0 0-2 16,0-20-77-16,-34-8-67 15,12 10-178 1,-5 0-397-16</inkml:trace>
  <inkml:trace contextRef="#ctx0" brushRef="#br1" timeOffset="41747.37">17160 13609 269 0,'2'-5'201'16,"-2"1"-176"-1,2 4-22-15,-2-3 157 0,0 2-103 16,0 1 1-16,0 0-6 15,0 0-4 1,0 0-17 0,0 0-9-16,0 0 12 15,0 0-20-15,0 0-3 16,0 0 2 0,0 19-3-16,0 21 3 15,0 14 17-15,0 3 16 16,0 5-24-16,0 4-10 15,0-3 11-15,0-5-15 0,0-8-8 16,0-4 2-16,0-8 1 16,0-10 0-16,0-14 0 15,0-6 2-15,0-6-1 16,0-2 3-16,0 0-7 16,0 0 0-1,0 0 15 1,0 0-11-16,0 0 5 15,0 0-5-15,0 0 3 16,0 0-6-16,0 0-1 16,2 0 20-16,4 0-13 15,0 0 1-15,11 0-3 16,8-2 3 0,8-8-4-16,10 2-1 0,4 4 19 15,6-4-13-15,5 2-1 16,20-2 6-1,2 2-2-15,3 2-9 0,-3 0-2 16,-20 4 9-16,-2 0-9 16,0 0-1-1,0 0 8-15,2 0-8 0,3 0 0 16,-1 0 0-16,25 0 9 16,7 2-8-16,6-2 1 15,12 2-1-15,-17 0 7 16,1 2-10-16,-3 0 2 15,16 4 0 1,3-2-5 0,-6-2 5-16,0 0 0 15,-25-4 6-15,-4 0-9 16,-4 0 3-16,3 0 0 16,-1 0 1-16,2 0 1 15,2 0-2-15,13 0 7 16,-5 0-9-16,-4 4 2 15,-8 0 0-15,-19-2 0 0,0 2 1 16,2 0-1 0,19 0 0-16,2 0 3 15,0 0-3-15,0 0 0 16,-17-2-3-16,-2 2 3 16,7-2 0-1,-3-2 3 1,1 0-3-16,2 0-1 15,0 0 1-15,19 0 0 16,4 0 0-16,-1 0 0 16,-2 0 0-16,-18 0 5 15,-3 0-7-15,0 0 2 16,16 0 0 0,0 0 2-16,3 0-2 0,5 0-1 15,-15 0 7-15,8 0-6 16,-2 0 0-16,0 0-1 15,-4 0 0-15,-5 0 2 16,-3 0-2-16,16 0 3 16,2 0-5-16,5-2 3 15,-1-2 0 1,-16 0 0-16,1 0 2 16,2 0-2-1,20 2 0-15,-2-2 3 16,-1 4-3-16,4-2 0 15,-21 0 5-15,-2-2-2 16,1 0-3-16,2 0 4 16,0-2-2-16,11 4-2 0,-3 0 0 15,19-2-3 1,-5 0 3-16,-7 2 0 16,-5-6 0-16,-20 4 1 15,-3-2 1-15,-3 2-2 16,17 0 0-1,0 0 13-15,3 2-12 0,4 2-1 16,-18 0 3-16,0 0 3 16,-3 0-6-16,2 0 0 15,-1 0 7-15,-5 0-4 16,-2 0-3-16,13 0 3 16,6 0 1-16,-2 0-4 15,4 0 0 1,-12 0 0-16,-5 0 3 15,3 0-3 1,13 0 0-16,-2 0-3 16,2 0 3-16,3 0 0 15,-12 0-2-15,5-4 4 16,6 4-2-16,1-3 2 16,2 3-2-16,-3 0-3 0,-2 0 3 15,14 0 0 1,-7 0 3-16,-5 0-3 15,-6 0 0-15,-20 0 1 16,0 0-1-16,1 0 0 16,23 0 0-16,-1 0 4 15,7 0-4 1,-3 3 0 0,-17-1 1-16,-1 2-6 15,-5 0 5-15,-2 4-2 16,0-4 2-16,0 2 2 15,2 2-2-15,16-6 0 16,-2 4-4-16,-3-2 5 16,-4 2-1-16,-14-4 1 0,1 4 5 15,-1-2-7 1,19 0 1-16,-3 2 1 16,-1-4-1-16,-3 0 0 15,-16 2 1-15,-2 0 6 16,-4 2-9-16,-2-4 4 15,-3 2 4 1,3 0-5-16,-1 2-1 16,16 2 1-1,0 0 9-15,-2 0-11 16,2 0 1-16,-11-2 0 0,0 2 4 16,0-6-4-1,3 6 0-15,-1 0 8 16,0-2-5-16,0 2-3 0,-9-2 0 15,1 0 10 1,-1 3-10-16,5-4 2 16,-1-1-1-16,3 2 7 0,1-3-8 15,2 2 0 1,-6-3 0-16,-5 2 2 16,-3-1-2-16,-8-2 2 0,-1-1 5 15,2 0-8 1,2 0 1-16,2 0 0 15,-2 0 1-15,-2 0-1 16,-12 0 0-16,-3 0 6 16,-6 0-9-16,-1 0 6 15,-5 0-3 1,0 0 1-16,2 0-1 16,0 0 0-16,4 0 6 15,4 0-10-15,-1 0 4 16,2 0 0-16,-2 0-3 15,4 0 3 1,2 0 0-16,3 0 5 16,-5 0-9-16,-1 0 4 0,-5 0 0 15,-5-1-1-15,0 1 2 16,0-3-2-16,0 3 2 16,3-4 6-16,4 2-7 15,4-3 0 1,-1-2 0-16,1 1 2 15,-2-6-2 1,-4 2 4-16,-1 2 0 16,-1-2 8-16,1-12-2 15,-1-2 32-15,2-4-30 16,2-2 2-16,-5 0 5 16,2 0-18-1,3-1 9-15,1 2-8 16,-2-1-4-16,1 3 1 0,-5 4 0 15,-4-8 1-15,0 1-62 16,0 2-32-16,-6 14-58 16,-7 10-83-16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6-11T07:01:12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18887 4459 130 0,'0'0'209'16,"0"0"-122"-16,0 0-54 16,0 0-7-16,11 119-23 15,-6-88 12-15,-5-4-13 16,0-4-2-16,-14-4-11 16,-10-7 9-16,-5-6-490 0</inkml:trace>
  <inkml:trace contextRef="#ctx0" brushRef="#br0" timeOffset="1423.63">17270 3457 262 0,'0'0'400'15,"0"0"-199"-15,0 0-54 16,0 0 4-16,0 0 58 16,0 0-84-16,0 0 29 15,-38-20-8-15,35 15-11 16,-2 4-64-16,1 1-12 16,0-2-16-16,-5 2-27 15,-3-2-15-15,2 0 10 16,-3 2-2-16,-1-2 0 0,3 2 18 15,1 0-3-15,4 0-15 16,2 0-8-16,-5 0 20 16,0 0-21-16,-2 0-1 15,-5 0 1-15,-2 0 0 16,-4 0 11-16,2 0-11 16,-2 0 4-16,3 0-4 15,2 0 0-15,3 0-1 16,6 0 1-16,3 2 0 15,5-2 4-15,0 0-4 16,0 0 0-16,0 0-23 16,0 0-2-16,0 0 16 15,0 0-15-15,5 0 6 16,9 0 18-16,5 2 33 0,8 2-32 16,10 0 19-16,11 0-20 15,8-2 3-15,10-2 21 16,7 0-10-16,12 0-14 15,5 0-2-15,5-6 2 16,3-2 14-16,0-2-7 16,-4 0-5-16,-10-1 7 15,-7 2 0-15,-11-1 49 16,-10 0-29-16,-9 3-6 16,-14 1 0-16,-11 4 11 15,-11 1-16-15,-9 1 11 0,-2 0 59 16,0 0-38-1,0 0-12-15,0 0-14 0,0 0-10 16,0 0-14-16,0 0 0 16,0 0 7-16,0 0-7 15,0 0-2-15,0 0 2 16,0 0 2-16,0 0 14 16,0 0-16-16,0 0-7 15,0 0 2-15,0 0-15 16,0 0 3-16,0 0-59 15,0 0-77-15,-4 0-111 16,-5 0-358-16</inkml:trace>
  <inkml:trace contextRef="#ctx0" brushRef="#br0" timeOffset="2179.52">17285 3634 288 0,'0'0'394'0,"0"0"-183"16,0 0 57-16,0 0 14 16,0 0-98-16,0 0-45 15,0 0-16-15,-3 0 22 16,1 0-45-16,0 0 0 15,2 0-43-15,0 0-22 16,0 0-11-16,0 0 14 16,0 0-10-16,0 0-28 15,0 0-10-15,0 0-11 16,0 0 3-16,11 0-7 16,7 0 25-16,9 0 24 0,6 0-15 15,9 0-8-15,3 0 15 16,6 0-15-16,-2 0 9 15,1-5 3-15,-6 2-13 16,-6-4 0-16,-11 5 0 16,-9-2 8-16,-7 4-8 15,-7 0 18-15,-2 0-18 16,-2 0 1-16,0 0-2 16,0 0 8-16,0 0-14 15,0 0-5-15,0 0 12 16,0 0-1-16,0 0-15 15,0 0-12-15,-13 0 20 16,-5-2 6-16,-4 0 4 16,-5 2-4-16,-2 0-2 15,-2 0 3-15,0 0 1 0,-2 0-15 16,-1 0 14-16,3 0-13 16,6 2 13-16,7 2 1 15,7-2 1-15,9-2-1 16,2 2-17-16,0 0-75 15,13 0-8-15,16 1 55 16,-2-2-309-16,0-1-1184 0</inkml:trace>
  <inkml:trace contextRef="#ctx0" brushRef="#br0" timeOffset="2858.04">17993 3645 1042 0,'0'0'536'0,"0"0"-416"15,0 0-75-15,0 0 55 16,0 0 29-16,0 0-25 15,0 0-43-15,0 3 5 16,2 0 0-16,3 3-66 16,9 6-25-16,8 7 25 0,11 9 5 15,14 8-2-15,11 4 10 16,16 2-13-16,10-3-9 16,25 1-14-16,29-13 21 15,30-8 4-15,5-12 2 16,-8-7 3-16,-18-3-7 15,-17-18-2-15,-22-1 1 16,-18 2-48-16,-22 0 46 16,-3 0 2-16,11-6-23 15,7-2 1-15,5-5 23 16,-14 2 0-16,-13 1-39 16,-22-3-130-16,-14 2-36 15,-21-2 57-15,-4 2-70 0,-22 2 69 16,-18 1 149-1,-6 2 68-15,-8 2 192 0,5 4-8 16,4 4-59-16,10 2-36 16,12 6-30-16,13 2-17 15,7 4-75-15,3 0-35 16,5 2-58-16,24 0 58 16,13 5 3-16,14 13 5 15,10 7 23-15,8 6-29 16,0 2 0-16,-6 5-2 15,-7-1-8-15,-15 5-61 0,-15-7-50 16,-19-1 37 0,-12-6-26-16,-23-1 87 0,-28-3 21 15,-16-3 29 1,-6 0-28-16,-23 3-1 0,18-5-115 16,18-4-981-16</inkml:trace>
  <inkml:trace contextRef="#ctx0" brushRef="#br0" timeOffset="3563.64">20935 3270 1488 0,'0'0'218'0,"0"0"-203"16,0 0-8-16,0 0 15 15,0 0-22-15,0 0 2 16,56 103-2-16,-31-39 3 0,2 8 19 15,0 4-6 1,0-2 13-16,-2-6-29 0,-1-13 2 16,-6-16-2-16,-2-16-13 15,-5-17 13-15,3-6 170 16,1-30 144-16,7-24-142 16,5-21-128-16,4-11-3 15,3-8 13-15,-3 2-31 16,2 7 7-16,-4 14-29 15,-4 12-1-15,-6 18-37 16,-1 18-113-16,-5 13-200 16,-6 10-1016-16</inkml:trace>
  <inkml:trace contextRef="#ctx0" brushRef="#br0" timeOffset="3754.44">21545 3582 1786 0,'0'0'343'15,"0"0"-307"-15,0 0-22 16,0 0-14-16,0 0 9 16,0 121-9-16,0-58 0 15,0 3-60-15,0-2-34 16,0-10 30-16,0-14-17 16,0-14 12-16,0-24-68 15,0-2-131-15,0-9-141 0</inkml:trace>
  <inkml:trace contextRef="#ctx0" brushRef="#br0" timeOffset="3973.76">21492 3603 1533 0,'0'0'424'0,"0"0"-219"15,0 0 4-15,0 0-100 16,0 0-74-16,0 0-23 16,0 0-11-16,151-72-1 15,-107 108-18-15,-6 12-18 16,-9 4-58-16,-11 2-24 15,-13-4 35-15,-5-5 39 16,-9-9 32-16,-18-6 12 16,-6-8 29-16,-17 0-7 15,8-8-22-15,9-6-350 0</inkml:trace>
  <inkml:trace contextRef="#ctx0" brushRef="#br0" timeOffset="4325.31">22084 3527 908 0,'0'0'197'0,"0"0"-197"16,0 0 0-16,0 0 75 16,0 0 211-16,0 0-33 15,0 0-175-15,-13-52-26 16,13 52 35-16,0 0 29 15,0 0-31-15,-4 0-36 16,-8 0-19-16,-1 6-6 16,-5 11 24-16,-3 10 6 0,6 5-15 15,7 2-39-15,8 4-15 16,0 2 0-16,19 4-6 16,14 3 10-16,6-1 11 15,-1-2 3-15,-7-6 9 16,-9-10-2-16,-13-6-10 15,-9-10-54-15,-9-5 54 16,-27-4 65-16,-12 0-25 16,-33-3-11-16,14 0-29 15,9-15-224-15</inkml:trace>
  <inkml:trace contextRef="#ctx0" brushRef="#br0" timeOffset="4829.39">22728 3228 1761 0,'0'0'261'0,"0"0"-186"16,0 0-34-16,0 0-41 15,0 0 0-15,0 0-89 16,0 0 65-16,71 113 22 16,-6-52 2-16,9 6-1 15,3-1-25-15,2-5 26 16,-8-4 0-16,-11-12 0 16,-13-11 14-16,-18-13-7 15,-14-7-7-15,-13-5 0 16,-2-1 1-16,-17 1 38 0,-22 5 17 15,-11 5 4 1,-10 3-38-16,-3-3 14 0,3 4-36 16,8 0-24-16,15-6-190 15,10-3-293-15,20-10-123 0</inkml:trace>
  <inkml:trace contextRef="#ctx0" brushRef="#br0" timeOffset="5095.88">23457 3319 411 0,'0'0'1505'15,"0"0"-1318"-15,0 0-137 16,0 0 4-16,0 0-54 16,0 0-104-16,0 0 82 15,46 72 22-15,-6-17 0 16,5 8-2-16,-1-1 2 15,1-6 3-15,-7-4 17 16,-7-8 18-16,-8-1 5 16,-12-2-43-16,-11 2-19 15,-47 20-16-15,-15-12-74 16,-14-8-376-16</inkml:trace>
  <inkml:trace contextRef="#ctx0" brushRef="#br0" timeOffset="38731.89">11076 7724 531 0,'0'0'371'0,"0"0"-278"0,0 0-46 15,0 0 3-15,0 0 42 16,0 0 3-16,-52 52 12 16,34-35-21-16,-2-2-63 15,-2 4 13-15,-18 10-36 16,5-3-36-16,-4-4-342 0</inkml:trace>
  <inkml:trace contextRef="#ctx0" brushRef="#br0" timeOffset="38993.01">10585 7843 18 0,'0'0'138'0,"0"0"64"0,0 0-24 15,0 0 19-15,0 0-5 16,49-107-50-16,-49 99-6 16,0 2 37-16,0 4-71 15,-5 0-81-15,-1 2-21 16,0 0-2-16,-4 0-68 16,-3 0 17-16,2 2-56 15,2 4-201-15</inkml:trace>
  <inkml:trace contextRef="#ctx0" brushRef="#br0" timeOffset="39253.1">6501 7357 1752 0,'0'0'271'0,"0"0"-271"0</inkml:trace>
  <inkml:trace contextRef="#ctx0" brushRef="#br0" timeOffset="40632.97">6679 6220 1217 0,'0'0'245'0,"0"0"-118"16,0 0 111-16,0 0-61 16,0 0-35-16,0 0-66 15,0 0-38-15,18-10-4 16,-18 10 26-16,0 0 3 15,0 0-19-15,0 0-5 16,-11 0-13-16,-16 4-16 16,-13 8-10-16,-16 2-1 15,-8 2-4-15,-5-2 5 16,2 0 0-16,7-1 0 16,6-4 0-16,9-1-9 15,8-2-67-15,10-2-44 16,9 0-19-16,12-4-5 15,6 0-40-15,0 0-216 0,13-8 143 16,9-8 6-16,3-2 142 16,-3-4 109-16,-4 0 33 15,-5 2 194-15,-3 4 158 16,-4 2-47-16,-4 4-80 16,-2 4-21-16,0 6-90 15,0 0-71-15,0 0-66 16,0 4-10-16,-8 19-15 15,-6 8 15-15,1 7 0 16,3 1 0-16,6 3-7 16,4-6 7-16,0-7-1 0,0-5-11 15,20-3 12-15,9-5 0 16,7-9 1-16,11-1 3 16,15-6-4-16,-9 0-151 15,-17-6-681-15</inkml:trace>
  <inkml:trace contextRef="#ctx0" brushRef="#br0" timeOffset="45643.08">3589 3617 339 0,'0'0'297'0,"0"0"-189"16,0 0-50-16,0 0 131 16,0 0 18-16,0 0 30 0,0-21-26 15,0 20-58 1,0-3-43-16,0 1-37 0,0 0-25 15,0 2-23-15,0-1-1 16,0 2-11-16,0-3-2 16,0 3 8-16,0-2 12 15,0 0 13-15,3 0-13 16,1 0-10-16,2 0-12 16,5 0-9-16,3 2 1 15,1-2 2-15,8 0-2 16,4 0 2-16,2 0 4 15,4 0-6-15,7 2 1 16,5 0 6-16,3 0-6 16,6 0-2-16,4 0 0 15,2 2-2-15,5 6 2 0,4 0 3 16,5 1-2-16,5-4 1 16,4 2-1-16,2 2 1 15,-1-1-2-15,-1 2 0 16,-5 1 13-16,-7-2-13 15,-4 1 0-15,-3 3 0 16,-3-2 0-16,-1 1 2 16,-2 1-2-16,4-3 0 15,0-2 0-15,3-2-3 16,4 0 3-16,3 0 8 0,5 2-5 16,4-1-1-1,8 4-2-15,5 1 1 16,8 1 0-16,18 4 1 15,20 0-1-15,21 2-1 0,2-1-1 16,-10-2 1-16,-13 0 0 16,-12-2 1-16,-3 0-1 15,-3 0 2-15,-22-2 6 16,-17 1 7-16,-21-6 21 16,-7-2-1-16,8 6-16 15,7-3-4-15,7 3 3 16,-5-2-4-16,-10-1 3 15,-7 0-5-15,-8 0-5 16,-9-1-6-16,-7-4 7 16,-6 1-5-16,-8-1-2 0,-7-1 7 15,-6-2-7-15,-2 0 1 16,-2 1 10-16,0-1-12 16,0 0-7-16,0 3-28 15,-20 3-68-15,-4-3-114 16,-7 1-265-16</inkml:trace>
  <inkml:trace contextRef="#ctx0" brushRef="#br0" timeOffset="47350.08">2883 5153 1003 0,'0'0'371'0,"0"0"-220"16,0 0 19-16,0 0-13 15,0 0-23-15,0 0-31 16,0 0-22-16,51-27 0 16,-37 23-3-16,-2-3-27 15,5 1-15-15,0 2-17 16,8-2-1-16,4 2-17 16,6-2 8-16,10 1-7 15,6-1 7-15,7-1 3 16,6 1-12-16,8-2 0 15,4 2 10-15,2 0-1 0,2 2-8 16,2-1 1 0,-4 3-2-16,0 2 0 0,-5 0 0 15,-1 0 0 1,-3 0 1-16,0 0-1 0,-2 0-1 16,-3 0-1-16,1 0 2 15,-1 0 0-15,2 0-7 16,0 0-6-16,3 0-16 15,2 2-5-15,3 3 15 16,6-4 4-16,3 4 15 16,6-4 0-16,5 2 0 15,6-3 0-15,5 2-5 16,1-2 3-16,-1 0 4 16,-2 0 15-16,-5 0-17 15,-3 0 0-15,-1 0 10 0,-1 0-10 16,-1 0 0-1,-1 0-1-15,-2 2 1 16,1 2 0-16,-5 0 0 0,1 0-8 16,-6-2 8-16,-3 2 8 15,-6 1-8-15,-7-4 0 16,-6 4 2-16,-9-4-2 16,-6-1-10-16,-12 1 10 15,-7-1 0-15,-9 0 10 16,-4 3-9-16,-5-3-1 15,-4 0-11-15,0 0 11 16,-2 0 15-16,0 0-15 0,0 0-13 16,0 0 12-16,0 0-14 15,0 2-61-15,0-1-111 16,-12 4-172-16,-3-3-261 0</inkml:trace>
  <inkml:trace contextRef="#ctx0" brushRef="#br0" timeOffset="48602.01">2190 6341 768 0,'0'0'478'15,"0"0"-262"-15,0 0-68 16,0 0 19-16,0 0-45 15,0 0-45-15,0 0-19 16,0 0-5-16,6 0-6 16,4-3 16-16,0 1-15 15,6-2-23-15,2-1-5 16,6-2-8-16,8 1-12 16,5 1 0-16,11-1 0 15,10-3 0-15,8 3 2 16,10-2 6-16,11 2-7 15,8-4 1-15,24 0 6 0,18 0-8 16,17-4-1-16,4 0-8 16,-13 1 9-16,-14-2 0 15,-15 3 13-15,3 0-13 16,-19 4 1-16,-13 0 9 16,13 2 2-16,18 2-3 15,16 2 13-15,15 2-14 16,-10 0-8-16,-17 0-2 15,-2-2 1-15,5 0 1 16,0 0 0-16,8-2 0 0,4-3 0 16,0 2-8-1,2 0-1-15,-3-4-9 0,2 1 18 16,0 0 12 0,-3-1-11-16,-5 3 7 0,-23 3 1 15,-29-2-7-15,-25 5 8 16,-14-1-3-16,-6 1 5 15,-2 0 3-15,-7 0 44 16,-10 0-7-16,-10 0-14 16,-4 0-32-16,0 0-6 15,-4 0-29-15,-41 6-35 16,3 6-202-16,-4-2-914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0:55.69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10173 11141 375 0,'-7'0'29'0,"7"0"-24"16,0 0-5-16,0 0 72 15,0 0 67-15,0 0-121 16,0 0 24-16,0 0-18 15,0 0-19-15,0 0-5 16,0 0 21-16,0 0 14 16,0 0-19-16,0 0-6 15,0 0 14-15,0 0-14 0,0 0-10 16,0 0 0-16,0 0 8 16,0 0 16-16,0 0-16 15,0 0 1 1,0 0 20-16,0 0-9 0,0 0-1 15,0 0-17-15,0 0 25 16,0 0-12 0,0 0 0-1,0 0 3-15,0 0-15 16,0 0-1-16,0 0 0 0,0 0 0 16,2 0-1-1,7 0-1-15,5 0 0 0,3 0 3 16,8 0 0-16,2 0-2 15,2 0 2-15,4-4 2 16,5 2-2-16,0-2-3 16,2-2 2-16,0 0 2 15,11-6-2-15,1-2-2 16,-4-2 5-16,0-2-5 16,-15 0 0-16,0-2 1 15,-4-2 0 1,0-1 3-16,-4 1 0 15,1 0 0-15,1-4-1 16,0 0-1-16,2 0-2 16,-2-2 0-16,0-2 0 15,-3 2 7-15,0-2-5 16,-1 0 3-16,-1 2-2 16,3-10 1-16,2 0-2 0,-6-1 1 15,2 3 1 1,-8 10-2-16,1 2 1 0,-5 2 3 15,1 0-2-15,-4 2-1 16,1 0 4-16,-3 0 0 16,2-2 0-16,-6 0 1 15,2 0-2-15,-2 0-1 16,0 2-2-16,3-3-3 0,-1 1 0 16,6 0 0-1,-4-6 0-15,-2-2 3 16,3 2-2-16,-1-2-1 15,0 6-1-15,-2 4-1 16,0-2 2 0,-1 2 0-16,-3 0 2 15,2-4 0-15,-2 4 2 16,2-4-4-16,2 4 0 16,-2 2 0-16,-2 0 0 15,2 0 0-15,-2 3 0 16,0 0 2-16,0 2 0 15,0-2 0-15,0-2 1 0,-4-1 0 16,-2 2 2-16,4 4 1 16,-3-2-4-16,3 2 1 15,-4 2-3-15,-6-2 0 16,3 2-3-16,1-2 2 16,0 4-1-16,-1-2 2 15,3 4 0 1,-3-2 0-1,-2 2-1-15,0 0 2 0,-3 2 1 16,1 0-2-16,-5 0-2 16,0 4 2-1,-2-2 1-15,1 2-1 16,3 0-1-16,-3 0 0 0,2 0 0 16,-3 0 0-16,0 0 1 0,-2 0 0 15,-1 4 1-15,-2 2-1 16,4 2-1-16,-2-2 1 15,1 4 1 1,-1-2-1-16,4-2 0 16,-2 2 0-16,1 0 0 15,-2 2 0 1,-2 0 1-16,1 0 0 16,4 0-1-16,3-2 0 15,-3 0 1-15,4 2 0 16,-3 0-1-16,-1 2 0 15,0 0 0-15,-1 2-1 16,-2 0 4-16,0 3-2 16,-1-2-1-16,4 3 1 0,-1 0-1 15,-1 3 0-15,0-2 2 16,0 4-2-16,-1 7 3 16,2 0-3-1,0 6 1-15,-1-2-1 16,9-4 0-16,-5-2 0 0,5 5 2 15,-1-2-2-15,-1 1 0 0,3 3 0 16,-1 1 1 0,3 2 0-16,1 0-1 0,-4 0 0 15,3 0 2 1,1-2-2-16,-4 2 1 16,6 0 0-16,-3-3-1 15,2 6 0 1,1-2 0-16,-1-3-1 15,0 2 3-15,3-10-1 16,-1-4 0-16,3 0 0 16,0 0-1-16,2-2-3 15,0 0 2-15,0 1 1 16,0-2-1-16,0 1 1 16,0 0 2-16,0-4-2 0,0 3 3 15,0-3-3-15,2 0 0 16,5-2 2-16,-1 0-4 15,1-4 3-15,0-2-1 16,0 0 0-16,-3-6-3 16,-2 0 3-16,2 0-1 15,-1-2 2 1,-1 0 2-16,0-2 2 16,3 2-1-16,-3 0 2 15,3 0-4-15,-1 2-2 16,-2-2 0-1,0 0 10-15,0 0-10 0,-2-2-5 16,0 2 5-16,0 0-1 16,0-2-47-16,0 0-54 15,0 0-206-15</inkml:trace>
  <inkml:trace contextRef="#ctx0" brushRef="#br0" timeOffset="2038.38">9783 11458 2 0,'2'0'39'0,"1"0"-36"16,-3 0 0-16,0 0 26 16,2 0-14-1,0 0-15-15,-2 0-45 16</inkml:trace>
  <inkml:trace contextRef="#ctx0" brushRef="#br0" timeOffset="2176.33">9783 11458 40 0</inkml:trace>
  <inkml:trace contextRef="#ctx0" brushRef="#br0" timeOffset="3673.71">9783 11458 40 0,'49'-57'102'0,"-49"56"-63"0,0-1-16 0,0 0-8 0,0 0-5 16,0 0 5-16,0-3-13 0,0 1 2 15,0 3-1-15,0-5 10 16,0 3 14-16,0-1-5 16,0 3 0-1,0 1 16-15,0-3-21 16,0 2 6-16,0 1-10 15,0 0 2 1,0 0 18-16,0 0-1 16,0 0-15-16,0 0-17 0,0 0 11 15,0 0 0 1,0-3 2-16,0 3 22 0,0 0-12 16,0 0 3-16,0 0 7 15,0 0-14-15,0 0 9 16,0 0-10-16,0 0-9 15,0 0 16-15,0 0-13 16,0 0 0-16,0 0-3 16,-2 0-3-1,-11 17 41-15,-3 5-30 16,-6 10 21-16,-1 8-21 16,-12 36 5-1,-6 16-1-15,1 19-21 0,-2 11 22 16,13-10-9-16,2 7-2 15,5 5 19-15,5 2-29 16,7 0 4-16,6 3-5 0,4-5 6 16,0-6-6-16,0-3 0 15,0-5 0 1,14-2-3-16,1-3 3 0,7-1 0 16,7-6 5-16,5-10-6 15,19 15 1 1,8-11 0-16,1-8 11 0,2-10-7 15,-15-31 3-15,-6-6 6 16,-5-6-12-16,-3-5 9 16,-6-2-4-16,-2-6-5 0,-6-2 15 15,-2-2-3-15,-5-2 0 16,-4-4 3 15,-1 0-15-31,-7-4 19 0,3 0-20 16,-5-4 17-16,2 0-14 15,-2 0 4-15,0 0 11 16,0 0-7-16,0 0 13 16,0 0-16-16,0 0-6 15,0 0 10-15,0 0-11 16,0 0-1-16,0 0 0 0,0 0 4 16,0 0-6-16,0 0 2 15,0 0-4-15,0 0-1 16,0-6-34-16,0-10 23 15,0-2-11-15,-5-6 16 16,-1-10-19 0,-3-6 3-1,3 3 23-15,-6-7 5 16,6 14-1-16,-1 2 5 0,1 0-3 16,-2 6 15-16,0-2 0 15,-1 4-4-15,-1-4 16 16,2 4-16-16,1 4 3 15,5 2 1 1,-2 4-16-16,2 0 7 0,2 3-8 16,-5 4 5-16,5 3-1 15,-5 0-3-15,3 0 0 16,-3 0 4-16,5 0-10 16,0 0 1-16,0 3 2 15,0 10-1-15,0 5 4 16,0 0-1-1,0 4 0-15,5 2 5 16,4 0-12-16,2 0 7 16,-2 6 0-16,3 0 2 15,-2 2 0-15,1 3-2 16,1-6 5-16,-1 0-8 16,3 7 3-1,-1-4 0-15,-3-4 0 0,2 2 0 16,-3-12 0-16,-3-4 0 0,-1-4 4 15,-1-2-8-15,-1 0 4 16,-3-8 0-16,2 2-1 16,-2 0 3-16,0-2-2 15,2 0 0 1,-2 0 5-16,0 0-1 0,0 0-4 0,0 0 18 16,0 0-18-1,0 0 9-15,0 0-9 16,0-4 6-16,0-2-3 15,-2 2-3-15,-7 0 0 16,-4 2 8-16,-6 0-8 16,-10-4 0-1,-8 6 0-15,-15 0 4 16,-7 0-3-16,-7 0-1 0,0 2 0 16,1 8 20-1,7-2-2-15,14 0-8 16,15-2-9-16,11-4 16 15,16-2-17 1,2 0 0-16,0 0-5 0,0 0-1 0,0 0-6 16,0 0 8-16,0 0 4 15,2 0-8-15,0 0-1 16,-2 0-44-16,0 0-9 16,0 0-116-16,0 0-354 15</inkml:trace>
  <inkml:trace contextRef="#ctx0" brushRef="#br1" timeOffset="9947.62">10480 13732 190 0,'0'-5'96'0,"0"4"-96"15,0-5 0 1,0 2 30-16,0 0 19 16,0 1-16-16,0 2-32 15,0-3-2 1,0 2-1-16,0 2-36 0,0 0-40 15</inkml:trace>
  <inkml:trace contextRef="#ctx0" brushRef="#br1" timeOffset="10865.82">10600 13537 74 0,'0'0'314'16,"0"0"-220"-16,0 0-45 16,0 0 83-1,0-50 30-15,0 48-123 16,0 2-6-16,0 0-1 0,0 0 0 15,0 0-17-15,0 0 6 16,0 0-9-16,0 0-6 31,0 0 14-31,0 20-20 16,0 21 0-16,0 13 4 0,0 10 22 16,-2 8 5-16,0 4-26 15,2 0-3-15,0-7 20 16,0-10-20-16,0-6 18 0,0-9-17 15,0-12 4-15,0-8-7 16,0-12 0 0,0-6 0-16,0-4 5 15,0-2-4-15,0 0 17 16,2 0-17-16,-2 0 8 0,0 0-9 16,0-16-6-16,0-12 5 15,0-6-58-15,0-11 10 16,0-9-19-16,-4-10-72 15,-7-4-3 1,4-6-87-16,-2 4 214 0,3 3 16 31,3 7 27-31,-3 0 70 16,6 8-14-16,0 10 24 16,0 6-42-16,0 18-27 15,0 6 24-15,0 2-26 16,0 4-1-16,6 0 3 15,3 2-22-15,7 4 2 16,-1 0-17-16,8 0 2 0,6 0 11 16,4 0-12-16,9 0 26 15,5 0-23-15,2 0 13 16,0 0-18-16,3 0 6 16,-8 0-1-16,-13 0-5 15,-8 0 0-15,-19 0-2 16,-4 0 2-1,0 0-1-15,0 0-32 16,-31 12-53-16,8-6-89 16,-8 2-236-16</inkml:trace>
  <inkml:trace contextRef="#ctx0" brushRef="#br1" timeOffset="11120.59">10471 13792 698 0,'0'0'194'0,"-2"4"-194"16,2-4 0-16,27-2 31 16,13-8 6-16,11 0-17 15,5 2-15-15,-5 4 12 16,-8 2-17-16,-12 2 2 15,-14 0-3-15,-10 0 1 16,-4 0-50-16,-3 2-89 16,0 6-87-1,-5-6-19-15,-6-2 23 16</inkml:trace>
  <inkml:trace contextRef="#ctx0" brushRef="#br1" timeOffset="11774.58">10766 13772 251 0,'0'0'130'0,"0"0"36"15,0 0-62-15,0 0-48 16,22 0-19-16,-22 20 3 16,0 26 0-16,0 12 37 0,-9 4-57 15,0-16-15-15,7-7 8 16,2-13-7-16,0-6 0 16,0-8 16-16,7-6-18 15,8-6 20-15,7 0-7 16,5-10-3-1,9-21 46 1,-1-5-10-16,-4-5-10 0,-4-2-36 16,-9 3 5-16,-7 2-9 15,-11 4 1 1,0 10 11-16,0 8-12 16,-22 8-1-16,-7 8-1 15,-3 0-16-15,1 8-29 0,2 8-53 16,10-2-18-16,5-4-3 15,10-6-6-15,4-2-3 0,0-2 28 16,2 0 39 0,18 0 63-16,3-10 129 15,4-4-47-15,-2 4-29 16,2 0-4 0,-2 6 3-1,-7 4-8-15,2 0 0 0,-2 10-24 0,-1 24 0 16,6 4 12-16,1 10-12 15,1-6-3-15,0 1-8 16,-6-6-8-16,2-6 3 16,-8-5-4-16,-4-7 0 15,-5-6 7 1,-4-5-7-16,0-8 36 0,0 0-10 16,0 0 33-16,0 0 0 15,-2-18-18 1,-14-21-3-16,8-11-19 15,5-8 14-15,3 4-6 0,0 2-27 16,11 6 14-16,10 4-14 16,3 12 1-16,2 8-1 0,3 10 0 31,0 8-4-31,-2 4-7 16,-23 0-111-1,-1 0-181-15</inkml:trace>
  <inkml:trace contextRef="#ctx0" brushRef="#br1" timeOffset="12442.9">12117 13439 680 0,'0'0'76'0,"-17"-44"47"0,17 36-6 16,0 4-56-16,0 4-26 15,0 0-23-15,0 0-8 16,0 10-8-16,7 20 2 16,13 14 2-16,3 8 24 15,-2 6-12-15,4 5 2 16,0 2-6-16,-3-2-4 0,0 1 3 15,-2-6-7-15,1-9 0 32,-6-9 4-32,1-12-3 15,-8-10-1-15,-3-10 2 16,-3-7 2-16,-2-1-3 16,4 0 16-1,3-22 43-15,0-19-19 0,4-18-7 16,0-5-17-16,3-12-5 15,3-9 24-15,3-1-34 0,1 0 1 16,-4 10 3-16,1 14-4 16,-7 14-2-16,-5 13 4 15,2 12-2 1,-8 9 14-16,2 5-16 0,-2 5-8 16,0 3 8-16,0 1-20 15,0 0-39-15,0 0-40 31,0 11-59-31,-6 6-223 0</inkml:trace>
  <inkml:trace contextRef="#ctx0" brushRef="#br1" timeOffset="12900.01">12668 13846 311 0,'0'0'122'0,"0"0"-114"16,0 0 59-16,35 0 68 15,-23-10-53-15,-5-2 5 16,1 2 51-16,-2-2-59 15,-6 2-29-15,0 2-3 16,0 2-6 0,0 4-31-16,-23 2-2 15,-10 0-8-15,-6 6 0 16,-3 20 3-16,2 8-2 16,5 6 10-16,10 0-10 15,11 0 2-15,12-4-6 16,2-5-2-16,0-3 5 15,27-6-4-15,8-6-2 16,8-4 3-16,-1-4-6 0,-2-8-25 16,-3 0-63-1,-12 0-85-15,-25-14-129 16,0-3-219 0</inkml:trace>
  <inkml:trace contextRef="#ctx0" brushRef="#br1" timeOffset="13114.4">12732 13957 610 0,'0'0'126'16,"0"0"-106"-16,0 0 49 16,0 0-3-16,0-13-21 15,4 44-39-15,9 6 18 16,-1 8-4-16,-4-1-3 16,-4-4-1-16,-2-2-12 0,-2-4 16 15,0-4-18-15,0-8 1 16,0-6 1-16,3-6-1 15,-3-4-6-15,4-6 3 16,-2 0-65-16,-2 0-118 16,2-14-201-16</inkml:trace>
  <inkml:trace contextRef="#ctx0" brushRef="#br1" timeOffset="13646.49">13058 13824 446 0,'0'0'72'0,"0"0"-58"16,0 0 145-16,0 0-45 0,27-34-41 16,-27 34-1-1,0 0 16-15,0-2-39 16,0 2-22-16,0 0 8 15,0 0-13-15,-11 0-6 16,-7 0 13-16,-9 0 0 16,2 10-12-16,4 0-12 15,1 6 8-15,6 4-13 16,5 0 0-16,5-2-6 16,4-4 6-16,0 2 0 15,0 0-4 1,22 4-1-1,12 0-3-15,5 1 2 16,6-2-3-16,-9-1 9 16,-5-1-4-16,-9 1 2 15,-4-4-16-15,-12 0 13 16,-6-2-8-16,0 0 3 16,-4-2 8-16,-27-2-4 0,-7-2 6 15,-4-2 17-15,-3-4-6 16,3 0 10-16,4 0-7 0,10 0-6 15,5-8 14 1,11 0-21-16,8 2-3 16,4 2-36-16,0-2-21 15,2-6-81 1,12 6-126-16,3-1-147 16</inkml:trace>
  <inkml:trace contextRef="#ctx0" brushRef="#br1" timeOffset="14395.84">13553 13363 327 0,'0'0'183'0,"-47"-36"-95"16,40 28-4-16,5 1 67 16,2 4-59-16,0 1-29 0,0 2 15 15,0 0-73-15,0 0 4 16,0 4-8-16,14 28 12 15,15 6 11-15,6 2-18 16,16 4 15-16,0-8-17 16,8 2-3-16,5 2 22 31,-2-4-23-31,-1 3 1 0,-8-3 0 16,-9-4 5-16,-3-2-7 15,-10-6 1-15,-7-8 0 16,-10-2-1-1,-7-10 1-15,-7 0 0 0,0 0-2 16,0 2 2-16,-29 12 4 16,-21 8-3-16,-14 4 13 15,-5 6-13 1,9-6 10-16,2 3 12 16,3-5-20-16,3-2 16 15,9-6-13-15,12-8 6 16,14-4 18-16,10-6-18 15,7-2-10-15,0 0-2 0,0 0-8 0,0 0-9 16,11 0-30-16,16-4 19 16,10-12-57-16,17-10-118 15,-33 12-152-15</inkml:trace>
  <inkml:trace contextRef="#ctx0" brushRef="#br1" timeOffset="14952.34">14330 13305 683 0,'0'0'111'16,"0"0"-82"-16,4-43 89 15,0 39-19-15,-2 3-48 0,2 1-26 16,0 0-1-16,5 1-23 16,5 32 6-16,3 9 19 31,6 12-11-31,-1 4 39 16,2 4-52-16,-1 2 12 15,-3 1-11-15,3 8-3 16,-2 0 0-16,-3-7 6 15,-3-10-8-15,-5-24 2 16,-4-10 0-16,-1-5 0 16,-1-12 1-16,-4-1-1 0,2-4 0 15,0 0 4-15,3 0 1 16,0 0-3-16,4-26 4 16,4-8 41-16,5-14-17 15,4-10-7-15,0-8-15 16,3-9 18-16,6-20-24 31,-4 6 1-31,0 13 10 16,-7 16-12-16,-7 30 12 0,-2 6 12 15,-4 5-24-15,0 7 9 16,-5 5-10-16,-2 0 0 16,0 3-9-16,0 3 8 15,0 1-13-15,0 0-36 16,0 0-46-16,0 9-187 15,-5 5-93-15</inkml:trace>
  <inkml:trace contextRef="#ctx0" brushRef="#br1" timeOffset="15318.57">14953 13732 845 0,'0'0'95'0,"0"0"-92"15,0 0 33-15,8 46 11 16,-6-12 10-16,3 8 14 0,-5 2-46 16,4-3-5-16,-2-4-1 15,2 2-12-15,4-7 19 16,-2-2-24-16,1-6-1 15,-3-10 13-15,3-2-11 16,-2-6 1-16,1-2-4 16,-1 0 2-16,-3-4-4 0,0 0 2 15,2 0-8-15,1-10-6 16,-3-20-47 0,-2-9-37-16,0-2-49 15,-20-9-82-15,6 33-97 0,2 3-66 16</inkml:trace>
  <inkml:trace contextRef="#ctx0" brushRef="#br1" timeOffset="15540">14863 13770 314 0,'0'0'304'15,"0"0"-242"1,0 0-9-16,0 0 186 16,0 0-170-16,-24-36-45 15,24 36 4-15,22-2-8 16,20-3 7-16,14 4 17 0,9-3-33 15,-1 2 8-15,-2 0-10 16,-4 2-9-16,-9 0 26 16,-16 0-26-16,-10 0 2 15,-15 0-4-15,-4 0 2 16,-4 0-10-16,0 0-74 31,-21 0-117-31</inkml:trace>
  <inkml:trace contextRef="#ctx0" brushRef="#br1" timeOffset="16072.89">15955 14087 767 0,'0'0'111'0,"0"0"-82"15,18-22 46-15,-18 22 37 16,0 0-34 0,0 0-32-16,0 0-41 0,0 22-9 15,-2 18 4-15,-14 6 31 16,-22 16-24 0,-9 0-7-1,-8-12 0-15,-9-6-4 16,14-20-16-16,10-12-64 15,30-12-94-15,10 0-208 16</inkml:trace>
  <inkml:trace contextRef="#ctx0" brushRef="#br1" timeOffset="18432.32">16385 13565 399 0,'0'-26'125'0,"0"8"-99"15,0-2-21 1,0-2 50-16,6 0 13 15,6 2-33-15,-6 8 15 16,3 2-15-16,-5 2-8 16,1 2 23-16,-3 2-14 15,1 0-1-15,-1 0-3 16,0 2-10-16,0-2 13 16,1 4-18-1,-1 0 2-15,0 0 6 0,0 0-21 0,5 0-3 16,-1 0 3-16,8 32 11 15,3 12-13 1,6 12 13-16,1 4 8 0,-3-6-21 16,0 3 3-16,-2-1-5 15,-1-2 3 1,-3-6 1-16,-2-2-4 16,-1-12 0-1,-2-6-1-15,-3-8 7 0,3-8-6 16,-6-3 0-1,0-8 18-15,-2-1-16 16,-2 0 8-16,0 0 26 16,2 0-15-1,5-22 12-15,3-20 3 0,5-12-36 0,3-8 28 16,9-12-23-16,6-7 5 16,5-1-6-16,-1 2-3 15,-5 12-1-15,-8 10 0 16,-1 10 2-16,-6 8-7 15,-1 5 7-15,-3 8-2 16,-6 9 6-16,-2 4-7 0,-3 5 1 16,-2 5-1-16,0 4-10 15,0 0 8-15,0 0-17 16,0 0-28-16,0 17-44 16,0 6-43-16,0-9-136 15,-2 0-115-15</inkml:trace>
  <inkml:trace contextRef="#ctx0" brushRef="#br1" timeOffset="18781.05">17071 13622 442 0,'0'0'198'0,"0"0"-158"16,2 10-2-16,-2 2 77 15,0 8-49-15,2 10-46 16,-2 8 53 0,0 6-33-16,3 0-19 15,-1-4-10-15,7 8 11 16,0-6-20-16,-1-3 1 15,2-7 0-15,-4-14 5 16,-1-6-12-16,-1-6 4 16,-2-2-9-16,0-4 7 15,-2 0-72-15,0-13-45 0,0-14-18 16,0 8-184-16,-4-3 34 16</inkml:trace>
  <inkml:trace contextRef="#ctx0" brushRef="#br1" timeOffset="19083.23">17082 13682 259 0,'0'0'246'16,"0"0"-92"0,0 0-29-16,0 0 12 15,-2-95-48-15,2 95-27 16,18 0-20-16,11 0-39 0,8 14 10 16,13 8-9-16,10 5-3 15,0 5 17-15,-2 4-16 16,-9 2 0-1,-11 2 2-15,-12 0-7 0,-12-2 3 16,-14-4 0-16,0-2 1 16,-40-4 1-16,-14-3 1 15,-4-10 27-15,11-7-16 16,12-3 11-16,8-5-24 16,12 0 4-16,8 0-7 15,7 0 2-15,0 0-44 0,4 0-35 16,30 0-98-16,-17 0-35 15,8-6-69-15</inkml:trace>
  <inkml:trace contextRef="#ctx0" brushRef="#br1" timeOffset="19537.02">17851 13684 272 0,'0'0'18'16,"0"0"-4"-16,0 0 172 15,86-107-9-15,-68 91-73 16,-7 6-24-16,-3 2-16 16,-8 6-1-1,0 2 100-15,0 0-95 0,0 0-50 16,-27 5-13-16,-18 24 21 16,-6 7-10-16,4 3-9 15,14-2 4-15,20-8-7 16,9-3-8-16,4 0 3 15,0-2 1-15,10 0-9 16,17 0 9 0,4 0 0-16,5-4-1 15,-3 0 2-15,-4-2-1 16,-2 6 0-16,-10 1 2 16,-3-2-2-1,-7-5 0-15,-7-5-4 0,0-1 1 16,-5-5 0-16,-20 0 3 15,-10-1 0-15,-3-6 13 0,-7 0-11 16,3 0 3-16,9-2 2 16,6-14-3-16,9 2-6 15,7-3 2-15,7 6-29 16,4 0-12-16,0 9-78 16,0 0-137-1</inkml:trace>
  <inkml:trace contextRef="#ctx0" brushRef="#br1" timeOffset="20402.14">18408 13736 277 0,'0'0'449'0,"-10"-22"-394"16,10 12-26-16,0-7 111 15,0 2-53-15,17-6-61 16,1 2-4-16,3 1 44 0,6 0-37 16,4 1-18-16,3 7-7 15,7 0 7 1,-2 8-5-16,-3 2-6 15,-3 0 0-15,-12 2 4 0,-2 18-13 16,1 8 7 0,1 6 2-16,-4-2 0 0,-1 3 4 15,-5-5-4-15,0-6 0 0,-4-8 6 16,-3-8-4 0,1-4-2-16,-3-4 8 15,2 0-6-15,5 0 11 16,5-24 33-16,8-16-39 15,2-6 8-15,1 2-15 32,-3 4 0-32,-7 8 1 0,-5 5-1 15,-6 7 0-15,1 6-12 16,-3 6-39-16,-2 6-29 16,0 2-188-16,0 0-327 15</inkml:trace>
  <inkml:trace contextRef="#ctx0" brushRef="#br1" timeOffset="22278.39">19603 13493 371 0,'0'0'393'0,"0"0"-314"0,0 0 57 16,17-46-62-1,-17 40-46-15,-17 4-17 16,-16 2 16-16,0 0-25 16,-7 0 4-16,11 0 24 0,5 6-15 15,6 6 8-15,6 0-20 16,6 4 3-16,6 2-12 15,0 4 5-15,0 2 1 0,16-2-3 16,11 0 6 0,4 3-3-16,0-6 0 15,3 3 7 1,-5 3-7-16,-6-4-5 16,-4 8 5-1,-11-3-16-15,-6-2 14 0,-2-2-4 16,0-10 1-16,-19-2-3 15,-14-4 7-15,-4-2 1 16,0-4 10-16,3 0-6 16,12 0 5-16,4 0-7 0,12-14 0 15,4-4-4 1,2-6-1-16,0 0-69 0,2 0 39 16,22-2 9-16,7 0-4 15,20-16-1 1,5-5 27-16,-2 5-27 15,1 0 1-15,-16 18 19 0,-8 8 5 16,-2 8 4-16,-8 2 17 16,0 6 9-16,-1 0 24 15,-5 0-29-15,1 14 0 0,2 12 4 16,-2 6-21 0,-1 5 10-16,-1 0-12 15,-4 2 1 1,-5-3-3-16,-1-4 0 15,-4-2 3 1,0-10 3-16,2-6-9 0,-2-8 3 16,0-6 0-16,0 0 19 15,2 0-12-15,4 0 11 16,2-12 19-16,5-16 5 16,3-5-16-16,-1 1-20 0,4-4-3 15,1 6 11 1,-5 5-10-16,-1 4-4 0,-3 9 7 15,-2 4-12-15,-5 4 5 16,3 4-7 0,-2 0-2-16,-1 6 7 15,2 20-2 1,5 2 0-16,1 8 7 16,-1 3-3-16,3-3 0 15,-1-8 0-15,-3-4-3 0,2-6 5 16,-1-10-2-16,0-4 0 15,3-4 0 1,3 0-3-16,-1-22 3 16,2-12 14-16,-3-4-12 0,4-3 1 15,-2-7-3 1,-1 2 9-16,-1 8-12 0,-9 12 3 16,-2 18 0-16,-4 8 13 15,0 0-2-15,0 0-6 16,0 18-5-16,0 16-30 15,0 8 30-15,0 2-1 0,0-3 2 16,13-9-8 0,7-2 7-16,4-10-14 0,3-8-16 15,8-8 8-15,6-4-16 16,17-6-9 15,0-24 20-31,-1-6-2 0,-5-3 25 0,-19 3-4 16,-8 0 16-16,-12 2-7 15,-11 4-1 1,-2 6 0-16,0 8 19 0,-11 6-7 16,-14 10-2-16,-10 0-10 15,-5 14 1 1,-7 20 8-16,7 6-9 16,7 0-1-16,8-1 1 0,14-7-3 0,9-2-2 15,2-12 8 1,0-8-8-16,15-10 5 15,14 0 0-15,4 0 2 16,5-22 17-16,-2-2-12 16,-12 2-5-16,-3 1 4 15,-9 7-10 1,-6 9 4-16,-6 5 0 16,0 0-6-16,0 4 6 15,0 24-23-15,0 9 23 16,-2 2 6-16,2-3-6 15,0-10 0 1,29-14 3-16,13-12-3 0,16 0 1 16,0-28 18-16,6-14-17 0,1-6 7 15,-9-5-9-15,-6-1 0 16,-7-4 1-16,-9-2-1 16,-13-2-8-16,-11-4 4 15,-10 6-20 1,0 9 14-16,0 15 8 0,-16 18 32 15,-2 18-16 1,-6 0-9-16,-8 43-5 16,3 22-3-1,9 14-1-15,18 3-1 16,2-16 5-16,12-6 1 16,17-8 0-16,-1-9 0 15,3-13-1-15,3-10 4 0,4-8-7 16,4-12 3-16,3 0 0 0,3-12 4 15,-2-23-4 1,-5-8-58-16,-7-8 28 16,-5-7 28-16,-7-14-5 0,-9-28-1 31,-11 3 7-31,-2 9-2 0,0 20 3 16,0 40 57-1,-10 10 2-15,-1 10-1 16,-3 8-27-16,-6 2-8 15,-2 36-10-15,-3 24-13 16,5 14 0-16,9 9 16 16,7 3-14-16,4-10 20 15,0-10-20-15,0-14 6 16,8-14-8-16,9-7-3 0,-13-33-21 16,-4-7-178-1</inkml:trace>
  <inkml:trace contextRef="#ctx0" brushRef="#br0" timeOffset="51426.67">10817 15035 137 0,'-5'-10'441'0,"3"10"-396"0,2 0-39 15,0-4 51 1,0 4-1-16,0 0-38 0,0 0-18 16,0 0 0-1,0 0 3-15,0 0 13 16,0 0 9-16,0 0 2 0,0 0 2 16,0 0 12-1,0 0-3-15,0 0-14 16,0 0 3-1,0 0-15-15,0 0-6 16,0 0-4-16,0 0-2 0,0 0 0 16,0 0 3-1,0 0 6-15,0 0-3 16,0 0 18-16,0 0 4 0,0 0-21 16,0 0 3-16,0 0-2 15,0 0-5-15,0 0 11 16,0 0-2-16,0 0 6 15,0 0 12-15,0 0-18 16,0 0 7-16,0 0-17 16,0 0 3-16,0 0-5 0,0 0 0 15,0 14-1 1,-2 26 3-16,0 14-2 0,0 17 13 16,2 5-10-1,0 0 4-15,0 0-6 16,0-4-1-16,2-7 2 0,4-11 0 15,1-4-2 1,0-14 0-16,0-10 0 16,-3-4 0-1,0-8 2-15,1-4 1 16,-3-4 0-16,0 0-2 0,-2-6-1 16,0 0 1-1,0 0 0-15,0 0-1 16,0 0-1-16,0 0 0 0,0 0-30 15,0 0-10-15,0 0-17 16,0 0 9-16,-17 0-3 16,-10 0-23-16,-7 0 29 15,-3 0 38-15,-2 4 7 16,-1 0 5-16,7-2 18 16,6 0 27-1,5-2-2-15,9 2 4 16,6-2-10-1,5 4-12-15,2-4 4 0,0 0-13 16,0 0-16-16,0 0 8 16,0 0-11-16,0 0 1 15,6 0-2-15,21 0 0 16,9 0 7-16,10 0 8 0,10 0-10 16,11-6 10-16,2 2-3 15,2 0 0 1,-8 4-12-16,-12-4 7 0,-13 4-7 15,-21 0 1 1,-9 0-5-16,-6 0 4 16,-2 0 0-16,0 0 5 0,0 0-5 15,0 0-2-15,-12 0-29 16,-7 0-31-16,-4 0-27 16,1-6-89-16,13 2-154 15,3-4-261-15</inkml:trace>
  <inkml:trace contextRef="#ctx0" brushRef="#br0" timeOffset="51849.55">10648 15067 720 0,'-7'-10'76'16,"7"10"-62"-16,0 0 79 15,0-2 0-15,2 0-39 0,24 2-48 16,11-4 10-16,5 2 23 16,5 2-11-1,6 0 20-15,5 0-32 16,-2 0 11-16,0 0-17 0,-6-4 0 16,-13 4-4-16,-14 0-2 15,-13 0-8-15,-10 0 4 16,0 0-11-16,-2 0 0 15,-27 4-79-15,6-4-141 16,3 4-283-16</inkml:trace>
  <inkml:trace contextRef="#ctx0" brushRef="#br0" timeOffset="52313.39">11356 15557 558 0,'0'0'152'15,"0"0"-126"-15,0 0 44 16,0 0 93-16,-35-35-71 16,35 33-40-16,0 2 9 15,0 0-30-15,0 0-11 16,0 0-4-16,0 0-10 16,0 0 3-1,0 0-9-15,-6 0 1 16,4 10-5-16,0 21 2 15,0 5 3-15,2 4 3 16,0 4-6-16,0 10 2 16,0-4 0-1,0-2 2-15,0-8-1 0,0-16-1 16,0-6 0-16,0-2 3 16,0-6-4-16,0-6 1 0,2-4-12 15,-2 0-35-15,0 0-144 16,0 0-202-16</inkml:trace>
  <inkml:trace contextRef="#ctx0" brushRef="#br0" timeOffset="52684.62">11261 15484 773 0,'0'0'186'0,"0"0"-163"16,0 0 36-16,0 0 61 15,-6-54-67-15,6 54-41 0,23 0-12 16,14 0-6-16,13 16 6 16,8 10 0-16,4 6-1 15,-6 2 0-15,-7 7-4 16,-14-5 5-16,-12 10-4 16,-15-2-9-16,-8 4 13 15,-2-4-8-15,-38-12 5 16,-11-6 2-1,-8-4-2-15,-2-4 3 16,3-4 5-16,11-5-4 16,14-4 17-16,12-5-6 15,15 0-5-15,6 0 2 16,0 0-5-16,0-5-43 16,16-8-35-16,15-1-24 15,7-2-34-15,15 0-40 16,-29 12-91-16,-1-4-7 15</inkml:trace>
  <inkml:trace contextRef="#ctx0" brushRef="#br0" timeOffset="53156.68">11795 15677 73 0,'0'0'36'0,"0"0"12"16,0 0 56-16,0 0-27 16,87-98 53-16,-76 81 122 15,3 7-134-15,-6-2-36 31,-1 6-7-31,-5 2-12 0,-2 4-7 16,0 0 18-16,0 0-26 16,0 0-24-16,-7 0-24 15,-17 0 7-15,-3 8-5 16,0 6-1-16,3 4-1 16,8-8 11-16,8 3-10 15,3 1-1-15,5-1 0 16,0 4 1-16,0 1-5 15,5 4 4-15,17-4-4 16,7 6 0-16,13 6 1 16,2 0-3-16,-3 2-7 0,-10-4 13 15,-20-10-10 1,-9-2 4-16,-2-2 2 0,0 4-2 16,-27-5 5-16,-13 0 1 15,-13-4 0-15,-7-4 21 16,-1-5-9-1,5 0 8 1,10 0 16-16,6-14 0 16,11-4-27-16,7 0-6 15,13 0-3-15,9 0-8 16,0 0-40-16,17 6-20 16,4 8-110-16,-1 4-291 15</inkml:trace>
  <inkml:trace contextRef="#ctx0" brushRef="#br0" timeOffset="55441.78">12608 15462 297 0,'-13'0'179'0,"11"0"-149"16,-1 0-25-1,3 0 83-15,0 0 9 16,0 0-25-1,0 0 24-15,0 0-59 16,0 0 5-16,0 0 10 0,0 0-15 16,0 0-7-1,0 0-5-15,0-4-22 16,5 4-3-16,17-4 4 16,10-2 2-16,7 0 10 0,11 0-14 15,5 0 1-15,-2-2 1 16,-1 4-4-16,-8 0 8 15,-8 4-8-15,-7 0 0 16,-7 0 3-16,-6 0-3 16,-9 0-1-16,-5 0 2 15,-2 0-3-15,0 0-3 0,0 0-4 16,0 0 0-16,-9 10-56 16,-11 6-29-16,-3-2-69 15,10-10-111-15,-1 0-104 16</inkml:trace>
  <inkml:trace contextRef="#ctx0" brushRef="#br0" timeOffset="55828.25">12543 15703 372 0,'0'0'171'0,"0"0"-156"0,0 0-14 16,-21 14 108-16,21-14-7 0,0 0-29 16,0 0-36-16,0 0-10 15,2 0 6 1,13 0 67-16,10 0-59 16,8-4-15-16,11 0-16 15,26-6 10 1,7 2-12-16,2 2-3 15,-6 0 18-15,-24 6-22 16,-11 0 2-16,-9 0-3 16,-11 0 3-16,-9 0-3 15,-9 0 0-15,0 0-3 16,0 0 1-16,0 0-2 16,0 0 4-16,0 0-2 0,-9 0-38 15,-2 0-49-15,-2 2-75 16,5-2-70-16,2 0-194 15</inkml:trace>
  <inkml:trace contextRef="#ctx0" brushRef="#br0" timeOffset="56719.42">12572 15320 568 0,'0'0'0'16,"-2"0"17"-16,2 0 33 16,0-8 60-16,0-10-85 31,7 0-8-31,6-10 34 16,7 2-22-16,0-9 4 15,1 7-7-15,3-8-9 16,0 6-6-16,1 6 9 15,-3 6-8-15,-7 10 5 16,-3 4-11-16,-3 4 4 16,0 0 3-16,2 0-9 0,0 12-4 15,2 14-4-15,3 8 4 16,-1 5 12-16,1-3-11 16,-3 0 7-16,1-10-3 15,-1-6-7-15,-1-4 2 16,-6-12 0-16,3-4 3 31,3 0-2-31,1-8 15 0,2-18 45 16,1-2-6-16,-3-8-19 15,3 1-15-15,-5-1-13 16,0 0 13-16,-2 2-12 16,-7 6-3-16,3 4-3 15,-5 16 3-15,0 4-10 16,0 4 4-16,0 0-51 0,-9 4-45 15,0 6-185-15,-7 6-241 16</inkml:trace>
  <inkml:trace contextRef="#ctx0" brushRef="#br0" timeOffset="59234.59">13648 15797 327 0,'-8'4'121'0,"8"-2"-121"15,0-2 3-15,0 0 7 16,0 0 51-16,0 0-23 15,0 0 0-15,0 0 20 0,0 0 13 16,0 0 23 0,0 0-31-1,0 0 9-15,0 0-47 16,0-6-1-16,8-16-6 16,13-8-12-16,1-6 6 15,4-8-12-15,5-6 2 16,-2-4-2-16,-2-5 2 15,0-3-2-15,-6 0 0 16,-6 0 0-16,-3 8 4 0,-6 5-4 16,-2 12 0-16,1 6 8 15,-3 11-7-15,0 4 2 16,-2 8 10-16,0-2-3 16,2 6-7-16,-2 0-2 15,0 4 2 1,0 0 0-16,0 0-6 0,0 0 3 0,0 0-18 15,0 0 16-15,0 0-2 16,0 12-1 0,0 16 4-16,0-1 2 0,0 5 1 15,0 4-2-15,0 4 1 16,0 0-1 0,0 4 0-1,0-4-1-15,0 0 3 16,0-8-2-16,0-2 0 15,0-2 0-15,4-14-4 16,6-2 4-16,1-7-3 16,-3-5 1-16,6 0-4 15,1 0 6-15,8-9 12 16,0-9-5-16,1-8 10 0,0-2-10 16,-1-6 0-16,1-4 8 15,-1-2-12-15,-4 0 6 16,-1-4 1-16,-5 4-1 15,-1 0-7-15,-3-1 0 16,-5-3 2 0,0 4-3-1,-4 10-1-15,0 8 3 0,0 16-2 16,0 0 9-16,0 6-7 16,0 0 0-16,0 0 4 15,0 0-7-15,0 0-1 16,0 0-6-16,0 10-7 15,-2 20 13 1,0 10 0-16,0 8 1 0,2 4 1 16,0 7-1-16,0-1 0 0,0 12 0 15,6-4-2 1,13-10 3-16,3-8-1 16,-5-21 0-16,0-9-2 15,-5-9 1-15,-1 0-2 16,-1-9-1-1,1 0 0-15,3 0-6 16,-4 0-17-16,-1-13-84 16,-9-1-203-16</inkml:trace>
  <inkml:trace contextRef="#ctx0" brushRef="#br0" timeOffset="59797.14">14451 15342 631 0,'0'0'4'0,"0"-22"23"15,0 22-27-15,0-4 121 16,2 4 23-16,-2 0-125 0,0 0 2 31,2 0-5-31,-2 0 1 16,5 0-2-1,2 22-10-15,-1 14-1 0,3-2 15 0,-3 6-15 16,4-2 3 0,-2-2-7-16,-1-6 0 15,-1-3 1-15,0-13 1 0,-2-6-2 16,-2-4 0-16,-2-4 5 16,0 0-4-1,0 0 34-15,2 0 29 16,3-3-18-16,-1-19-8 15,10-18-22-15,-3-6-11 16,2-2 11-16,5-2-16 0,-7 14 1 16,3 8 2-16,-6 8-3 15,-1 10 0-15,-5 6-1 16,-2 4 4-16,2 0-5 16,-2 0 2-16,3 0-10 15,6 6 10-15,4 22-13 16,7 10 11-1,-3 2 6-15,-1 4-3 16,-5-8-1-16,-3 8-1 16,-4-12-2-1,-2-5 3-15,-2-5-17 0,0-12-17 16,0-2-29 0,0-3-18-16,0-5-92 0,0 0-87 15,0 0-98-15</inkml:trace>
  <inkml:trace contextRef="#ctx0" brushRef="#br0" timeOffset="60717.51">15144 14957 303 0,'0'-18'372'0,"0"12"-325"16,0 4-35-16,0 0 93 15,-2 2-42-15,-10 0-43 0,-3 0-20 16,-5 16-1-16,-3 12 1 16,-3 12 2-1,1 12 25-15,5 6-13 0,5 1 5 16,5 3-19-16,10 10 0 15,0-10 8-15,10-4-7 16,14-18-1-16,-2-18 0 16,5-12-1-16,2-6 1 15,4-4 11-15,5 0-6 16,5-8 16 0,-3-16-9-16,-5-10-6 15,-8-2-2-15,-10 0-2 16,-5-6 3-16,-5 8-4 15,-5 2 8-15,-2 10-5 16,0 8 18-16,0 10 12 16,-4 4-12-1,-13 8-22-15,-2 34-5 0,-1 6 5 16,7 2 0-16,8-2 0 0,5-8 0 16,0-8-2-16,5-6-1 15,8-8 0-15,3-12-2 16,3-6 5-16,4 0 10 15,1 0-5 1,3-18 33 0,-2-10-30-16,-6-4 10 15,-5-2 3-15,-5-10-7 0,-7 2 10 16,-2 4-16-16,0 10-3 16,-9 14-3-16,-13 10-1 15,-7 4-1-15,-11 0-6 16,-9 18-22-16,2 10-7 15,7-2-71-15,31-18-86 16,9-4-243-16</inkml:trace>
  <inkml:trace contextRef="#ctx0" brushRef="#br0" timeOffset="61102.39">15846 15212 265 0,'0'0'331'16,"0"0"-329"-16,22-26 84 0,-22 22 30 15,0-1-15 1,0 5-31-16,0 0-11 15,0 0-26-15,0 0-23 16,-20 23-5-16,-7 13 4 16,-6 12-7-16,2 6-1 15,0 0 4-15,2-2-2 0,6-10-3 16,3-8 0-16,9-10 2 16,7-7-5-16,4-13-19 15,0-3-35-15,0-1-48 16,0 0-38-16,4-26 26 15,-2-16-134-15,-2-8 46 16</inkml:trace>
  <inkml:trace contextRef="#ctx0" brushRef="#br0" timeOffset="61302.85">15641 15250 188 0,'0'0'107'16,"0"0"-30"-16,0 0 39 16,0 0 55-16,0 0-32 15,-12-81-6-15,12 81-51 16,0 17-71-16,3 15 39 15,19 8-9-15,4 10-1 0,10 4-28 16,20 10-6 0,2-2 6-16,-2-10-12 15,-10-8 3-15,-21-17-3 16,-13-13-4-16,-10-2-5 0,-2-6-63 16,-2-6-145-1,-19 0-127 1</inkml:trace>
  <inkml:trace contextRef="#ctx0" brushRef="#br0" timeOffset="70031.56">16538 15182 21 0,'0'-9'144'0,"0"5"-89"15,0 0-1-15,0 2 40 16,0 2-45-16,0 0-8 15,0 0 2-15,0-4 8 16,0 4 8-16,0 0-4 16,0 0 4-16,0-4-14 15,0 3 0-15,0-2-14 16,0 3-9-16,0 0-17 16,0-1 1-16,0-2 1 0,0-3-6 15,0-2 5 1,0 0-4-16,0 2 8 15,0-2 24-15,0 4-21 16,0 2 0 0,0 2 25-16,0-4-16 15,0 4-1-15,0 0-8 16,0 0-5-16,0 0 7 16,0 0-14-16,0 0 2 15,0 0 6-15,0 0-6 16,0 6 0-16,3 16-2 15,1 17 24-15,2 11-25 0,4 2 13 16,-4 8-13-16,1-8 2 16,-1-6-2-16,2-2 0 15,-2-9 0-15,-1-8 3 16,-1-4-1-16,0-10-2 16,-2-8 0-16,1-5 3 15,-3 0-3 1,2 0 1-16,1 0 34 15,-3 0-20-15,2 0 9 16,0 0 13-16,5-18-10 16,3-13-7-1,2-5-9-15,3-10-9 16,-6 2 9-16,3-8-10 0,-4-4-1 16,1 4 0-16,-2 6 4 15,0 7-4-15,-3 7 0 0,-2 10 0 16,3 0 3-16,-5 8-3 15,2 4 0 1,0 6 3-16,-2 0-6 16,0 4 3-16,0 0-5 15,0 0 4-15,0 0-11 0,0 0 5 16,0 0-3-16,0 18-5 16,2 8 11-16,3 8-2 15,0 4 6-15,1-1 7 16,3 7-6-16,-1-2-1 15,4 4 0-15,1-4 1 16,1 2 0 0,-3-8-1-16,-2-4 2 15,-2-6-2-15,-1-4 0 16,1-9 0-16,-1-8 0 16,-1 0-2-16,-3-5 2 15,-2 0 0 1,5 0 12-16,2 0-11 0,-1-14 8 15,12-22 14-15,0-13 19 16,4-9-28-16,1-8-8 16,-6 8 12-16,1-5-17 15,-5 4 3 1,-1 6 0-16,-6 7 3 16,-1 12-6-16,-3 6-1 15,0 12 2 1,-2 8-2-16,2 6 0 15,-2 2-3-15,0 0-27 16,0 0 3-16,0 8-36 16,0 20-18-16,-8 8-12 15,-3 8-80-15,-5-2-40 16,9-26-59-16,1-2-9 16</inkml:trace>
  <inkml:trace contextRef="#ctx0" brushRef="#br0" timeOffset="70597.86">16331 15781 176 0,'-13'0'224'0,"11"0"-160"31,2 0-25-31,0 0 191 16,0 0-135-16,0 0-26 15,0 0-24-15,0 0-11 16,13 0 13-16,5 0-25 16,13 0 8-16,7-4 9 15,11 2-16-15,14-2-6 16,8-4-5-16,11 6-6 0,10-2 9 15,1 4-9-15,5 0-2 16,-11 0 4-16,-16 0-6 16,-21 0 0-16,-21 0-2 15,-16-4 1-15,-9 4 2 16,-4 0-3-16,0 0 0 16,-15 0 3-16,-16 0-10 0,-8 0 7 15,8 0-68 1,-5 6-15-16,3 2-25 0,2 0-37 15,18-6-41-15,-1 0-101 16</inkml:trace>
  <inkml:trace contextRef="#ctx0" brushRef="#br0" timeOffset="71285.09">16630 15881 478 0,'0'0'192'16,"0"0"-170"-16,0 0 222 15,0 0-137-15,0 0-59 16,0 0-13-16,0 0-9 31,0 0-19-31,0 0 5 0,0 10-12 16,0 12 0-16,0 10 11 15,0 0-2-15,0 9 6 16,0-1-7-16,0 8-7 16,0-4 6-16,-4-4-7 15,-3 0 0-15,2-12-3 16,3-6 7-16,-3-4-3 0,5-5 2 15,-2-8 7-15,2-1-10 16,0-4 2 0,0 0 5-16,0 0-5 15,0 0 4-15,0 0 4 16,0 0-4-16,0 0 11 0,0 0-9 31,0 0-3-31,0 0 13 0,0 0-15 16,0 0 1-16,0 0-1 15,0 0 0 1,0 0-1-16,0 0-2 16,7 0 5-16,11-4-5 15,11 0 0-15,17 3-1 16,10-4 6-16,6 1-7 0,3 0 2 16,-16 4 0-16,-13 0 5 15,-16-4-4-15,-11 4 3 16,-7 0 0-16,-2 0-1 15,0 0 4-15,0 0-4 16,0 0 3-16,0 0 5 16,0 0-11-16,0 0-15 0,0 0-21 15,-9 0-12-15,-5 0-28 16,-9 0-96 0,11 0-140-16,-1 0-36 15</inkml:trace>
  <inkml:trace contextRef="#ctx0" brushRef="#br0" timeOffset="75214.92">17739 15061 126 0,'3'-4'90'0,"-1"2"-35"15,0 0 3-15,-2 0-45 16,0 0 0-16,2 0 9 16,-2-2-7-16,2-2-8 15,-2 4 10-15,0 0 24 16,0 2 3-16,0 0-12 0,0-2 0 16,0 2-7-16,0 0-1 15,0 0 1-15,0 0-8 16,0 0-1-16,0 0 1 15,0 0 5 1,0 0 42 0,0 0-44-16,0 0 0 15,0 0-4-15,0 0-2 16,0 0-10-16,-4 0-4 16,-9 0 0-16,-5 18 13 15,-5 4 4-15,-1 8 18 16,-5 14-13-16,-2 11 6 15,-4 17 23-15,0 12-29 0,7 8 9 16,6 0-19-16,4-7-10 16,7-11 4-16,6-6-5 15,5-10 3-15,0-4-4 16,25-6 21-16,32 5 18 16,11-7-17-16,9-6 7 15,4-12-12-15,-14-12-1 0,-7-2 5 16,-12-6-16-16,-11-6 10 31,-16 2-7-31,-11 0-3 16,-8-4 7-16,-2 0-9 15,0 0 4-15,0 0 8 16,0 0-5-16,0 0 6 0,0 0-14 16,0 0 2-16,0 0-4 15,0 0-21 1,0 0-8-16,-4 0-17 15,-10-10-39-15,-3-2-84 16,7 2-100-16,1 2-75 16</inkml:trace>
  <inkml:trace contextRef="#ctx0" brushRef="#br0" timeOffset="75870.03">17887 15245 682 0,'0'0'55'0,"0"-18"-46"15,0 18 45 1,0 0 16-16,0 0-22 0,0 0-24 16,0 17-8-16,0 11 7 15,0 10 24 1,4 4-11-16,7 6-15 15,3 2-10 1,-1 0 4-16,1 2-9 16,-2-7-4-16,1-5 1 0,-1-4 0 0,-1-10-3 15,-5-8 0 1,2-8 10-16,-4-6-4 16,-4-4 15-16,5 0 4 15,-3 0 6-15,4-10 21 16,3-12-9-16,0-14-16 15,4-7-6-15,-1-7-12 16,1-8 9-16,0-4-6 16,-1-6-8-16,1-2 14 15,-2 8-18-15,-4 6 6 0,2 12-5 16,-3 5 10 0,-4 15-2-16,3 6-7 15,-5 14 1-15,0 4-3 16,0 0-10-1,0 0-13-15,0 8-44 16,0 24-18-16,-7 0-21 16,-4 4-66-16,7-19-116 0,2-3-136 15</inkml:trace>
  <inkml:trace contextRef="#ctx0" brushRef="#br0" timeOffset="76618">18350 15472 505 0,'0'0'113'16,"0"0"-65"-16,0 0 48 15,9-26 64 1,-9 20-76-16,2 2-52 0,-2 4 22 16,0 0-16-1,0 0-14-15,0 0 4 0,0 0-11 16,0 0-17-16,-13 8-1 16,-12 20 1-16,-6 7 0 0,0 6 0 15,2 4 3 1,2-5-4-16,10 0 4 15,5-10-3-15,8-2 0 16,4-6 2-16,0-4-2 16,10-4 0-16,22-6 4 15,4-8-4-15,-5 0-6 0,3 0 2 16,-8 0-21-16,-4 0-15 16,-8-4-37-16,-10-6-9 15,-4-2 3-15,0-6-30 16,-6 0-75-16,-10 0 52 15,3-4 67-15,-1 0 97 16,5 4 45 0,5 0 8-16,2 4-5 15,2 0 11 1,0 7 13-16,0 2-45 0,2 0-18 16,2 4-13-16,-2 1 22 15,-2 0 24-15,0 0-16 16,0 1-19-16,0 22-31 15,0 4-2-15,0 8 28 0,0 1-17 16,0 0-8 0,2 2-2-16,3 0 1 15,-3-2-4-15,5-2 1 0,-4-10 3 16,1-3-3 0,-4-7-1-16,2-9 2 15,-2-1 2 1,4-4-3-16,-4 0-1 15,0 0 0-15,3 0-1 16,-3-5-34-16,0-12-28 16,2 7-127-16,-2-2-216 15</inkml:trace>
  <inkml:trace contextRef="#ctx0" brushRef="#br0" timeOffset="77135.47">18704 15476 598 0,'0'0'114'0,"0"0"-81"15,0 0 56 1,-17 0-28-16,-12 0-15 16,-7 8-32-16,3 8 33 0,2 4 8 0,4-6-17 15,6 4 1 1,6-5-24-16,6 1-4 0,9-5-10 16,0 1-1-16,0-1 0 15,0 3-2 1,4-2 2-16,18-1 8 15,3 8-4-15,6-3-8 0,3-2 2 16,3 8 0-16,-8-2 2 16,-8-2-6-16,-8 2 2 15,-13-4 4-15,0-2-3 16,0 2-1-16,-18-6 4 16,-13 2 9-16,-4-4 13 15,-8 2 4 1,5-4 2-16,9-4-13 15,7 0-7-15,6 0-7 16,7 0-22-16,7 0-48 16,2-14-71-16,0 2-204 15,0 2-110 1</inkml:trace>
  <inkml:trace contextRef="#ctx0" brushRef="#br0" timeOffset="77543.16">18905 15458 458 0,'0'0'295'0,"0"0"-244"15,0 0-44-15,6 0 65 16,-1 0 11-16,3 0-37 16,4 0-28-16,5 0 11 0,8 0-2 15,4-4 0-15,6 0 0 16,4 0-7-16,-1 0-13 16,-3 2 0-16,-10 2 9 15,-10 0-9 1,-11 0 0-16,-4 0 4 0,0 0-10 15,0 0 13-15,0 0-12 0,0 0 1 32,0-4 0-32,0 4-3 0,0 0-10 0,0 0-8 31,0 0-41-31,0 0-49 0,0 0-120 16,-6 0-211-16</inkml:trace>
  <inkml:trace contextRef="#ctx0" brushRef="#br0" timeOffset="78579">19389 15107 393 0,'0'0'86'0,"0"0"-40"15,-4-28 119-15,4 22-73 16,0 2-44-16,0 0 32 16,0 0-22-16,0 4-14 15,0 0 1-15,0 0-18 16,0 0 1-16,0 0-16 0,0 0-8 15,0 0 8-15,0 0-12 16,0 0 1-16,0 0-1 16,0 18 5-16,0 4 1 15,0 6 7-15,0 6-11 16,8 7 12-16,1 0-11 16,-1 6 7-16,4-1-9 0,-1 8 2 31,2-4-3-31,-2-6 0 0,-4-4 3 15,-1-14-3-15,-3 1 0 0,1-9 4 16,-1-4-4-16,-1-6 10 16,0-2-4-16,0-4-1 15,1 0 9 1,-1-2-13-16,-2 0 7 16,0 0-1-1,0 0 16-15,0 0-11 16,2 0 4-16,0 0 15 15,2-2-3-15,5-18-1 16,3-4-21-16,-1-7-5 16,5-1 16-16,-3-6-14 0,3-4-2 15,-1-8 5-15,3-6-3 16,-1-2-3-16,-1-10 0 16,2 1 2-16,-2 5 1 15,-1 8-3-15,-3 6 0 16,-4 12 7-16,-1 12-1 15,-3 8-6 1,-4 8 4-16,0 3-2 16,0 5-2-16,0 0-7 15,0 0 7-15,0 0-16 16,0 0-9-16,0 0-6 16,0 0-19-16,0 17 18 15,0 1-10-15,0 4-33 16,0 4-36-16,0 0-102 0,0-16-130 15</inkml:trace>
  <inkml:trace contextRef="#ctx0" brushRef="#br0" timeOffset="78897.82">19867 15270 475 0,'0'0'215'0,"0"0"-146"16,11 18 3-16,-11-4 28 16,0 4-39-1,3 8 82-15,1 6-109 16,-2 4-13-16,1 4-12 0,-1 6 18 16,2 2-17-16,0-3-6 15,1-5 5-15,-1-18-6 16,-1 0-1-16,2-8-2 15,-3-6 4-15,0-2 2 16,0-2-6-16,-2-4 0 16,2 0-4-1,-2 0-3-15,0 0-30 16,0 0-31-16,0-10-138 16,0-12-105-16,0 8 2 15</inkml:trace>
  <inkml:trace contextRef="#ctx0" brushRef="#br0" timeOffset="79144.3">19771 15396 620 0,'0'0'114'15,"0"0"-106"-15,0 0 83 16,0 0 51-16,-6-26-96 16,21 24-30-1,5-2 63-15,7 2-29 0,2 0-16 16,7 2-14-16,20-4 9 15,4 4-14-15,2-4-7 16,-7 2-3-16,-26 0-4 16,-15 2-2-16,-12 0-51 15,-2-2-78-15,0 2-115 16,-6-4-111-16</inkml:trace>
  <inkml:trace contextRef="#ctx0" brushRef="#br0" timeOffset="79652.13">20181 14865 604 0,'0'0'245'16,"0"0"-222"-16,0 0-18 16,0 0 92-16,-17-14-35 15,17 14-31-15,0 4-31 16,8 22 4-16,5 6 3 15,3 8 13-15,5 4 12 16,-2 6-5-16,6 8-18 0,2 0 12 16,2 9-12-16,2 5 8 15,-2 4-15-15,0 0 6 16,-4-4 0-16,-14 17-7 16,-11-9 6-16,0 0-7 15,-19-14 0-15,-18-20 9 16,-3-10-9-16,-1-9 7 0,10-9 5 15,7-9-9-15,12 0 3 16,6-9-6-16,6 0 0 16,0 0-7-16,0 0-23 15,0-5-52-15,6-8-518 16</inkml:trace>
  <inkml:trace contextRef="#ctx0" brushRef="#br0" timeOffset="80415.61">20638 15093 337 0,'0'0'131'0,"0"0"-102"16,-4-62 42-16,4 52 54 15,0-2-23-15,0 10-20 0,0 2-12 16,0 0-7 0,0 0-20-16,0 0-1 0,0 0-19 15,0 0-10-15,0 0 6 16,0 2-15-16,0 24 5 15,8 10-7-15,4 8 41 32,-1 4-34-32,0 7-8 15,-4 3 2-15,2 12 1 16,-3-2-4-16,-2-6 0 0,1-9 0 0,-3-21 1 31,1-6-1-31,-1-11 0 0,0-2 1 16,1-9 4-16,1-4-4 15,0 0-1-15,-2 0 1 16,5 0 17-16,7-12 3 16,1-16 14-16,5-11-1 15,1-3-21-15,-2-10-10 16,1-6-1-16,7-22 10 16,-2-2-11-16,-3-3 2 15,-2 11-6-15,-9 28 9 16,-2 10-3-16,-2 8-1 15,-3 12 1-15,0 6 11 16,-1 6-14-16,-3 0 1 0,0 4-2 31,0 0-1-31,0 0 0 16,0 0-19-16,0 0-100 16,0 16-11-16,0-4-104 15,0 0-163-15</inkml:trace>
  <inkml:trace contextRef="#ctx0" brushRef="#br0" timeOffset="80884.83">21168 15310 88 0,'0'0'660'0,"0"0"-619"16,4-8-14-16,-4 4 125 16,0 4-14-16,0 0-62 15,0 0-25-15,0 0-15 16,0 0-25-16,0 0 1 15,3 0-12-15,-3 8-8 16,0 18 5-16,3 20 3 16,-1 2 2-16,2 2-2 15,3 0 0-15,-1-15 1 16,6-8 0-16,-4 0-1 0,1-13 1 16,-2-5 4-16,-2-4-5 15,-1-3 0-15,-4-2 0 16,0 0 7-16,2 0-7 15,0 0-3-15,3 0-45 16,1 0 17-16,-1-16-70 16,0-2-71-1,-5 5-141 1,0-1-147-16</inkml:trace>
  <inkml:trace contextRef="#ctx0" brushRef="#br0" timeOffset="81271.78">21117 15169 615 0,'0'0'197'0,"0"0"-162"16,0 0 2 0,0 0 93-16,-9-32-62 15,25 32-42-15,9 0-21 16,6 8-5-1,4 16 2-15,3 7-3 16,0 5 3-16,-3 8-2 16,-6-4 0-16,-4 4 0 15,-7 0 5-15,-7-2-5 16,-7-2 0-16,-4-1-9 16,0-7 5-16,-4-5 1 15,-23-4 3-15,-15-1 17 0,-5-10-8 16,0-2 21-16,12-4-11 15,15-4-6-15,9-2-4 16,3 0-5-16,8 0-4 16,0 0-4-16,0 0-40 15,0-4-30-15,3-12-85 16,6 10-157 0,0-6 25-1</inkml:trace>
  <inkml:trace contextRef="#ctx0" brushRef="#br0" timeOffset="81821.82">21723 15280 290 0,'0'0'269'16,"0"0"-233"-16,0 0 68 15,0 0-20-15,45-68-3 16,-43 60-24-16,0 4 5 16,-2-2-36-16,0 3 15 0,0 2-11 15,0 1-7-15,0-3 11 16,-20 3-34-16,-2 0 3 16,-5 0-1-16,-2 0 6 15,3 0 19-15,-1 17-9 16,2 1-14-1,6 0 11-15,0 5-13 16,3 0 2-16,10-3 0 16,1-2-4-16,5 0 0 15,0 2 1 1,0-4 1-16,23 6-2 0,8-8 0 16,2 0-2-16,5 6-6 15,2 0 6-15,1 0-1 0,-8 4 3 16,-6 2-5-16,-8-3 5 15,-7 0 0-15,-10-2-3 16,-2-3-1 0,0 0 4-16,-18-4 8 0,-17 0 18 15,-10-6-3-15,-4-4 4 32,-7-4-8-32,12 0-18 15,3 0-2-15,4 0-5 16,12-4-49-16,18-4-27 15,3-2-281-15</inkml:trace>
  <inkml:trace contextRef="#ctx0" brushRef="#br2" timeOffset="89136.85">13933 16527 291 0,'0'-6'51'0,"0"2"18"15,0 0 30-15,0-2-54 16,0 2 1-16,0 0 28 15,0 4-25-15,0 0-16 0,0 0 22 16,0 0-6-16,0 0-9 16,0 0-22-16,0 0-6 15,0 0 11-15,0 0-14 16,0 0-1-16,0 14-7 16,0 8 4-16,0 8 49 15,0 2-39 1,0 8-4-16,-2 0-6 15,-6 27 6 1,1 1-5-16,3 16-3 0,2-4 2 16,2-12-5-16,0-10-8 15,19-9 5-15,12-9 5 16,8-8-2-16,9-6 0 16,6-12 1-16,6-6 7 0,3-2-7 15,-3-6 0 1,-4 0 5-16,-8 0-3 15,-12 0-3-15,-12 0 3 16,-8 0 1-16,-7 0 11 16,-7 0 7-16,-2 0 6 15,0 0-20-15,0 0 9 0,0 0-3 16,0 0-5-16,0 0 2 16,0 0-11-16,0 0 0 15,0 0 2-15,0 0-2 0,0 0-1 16,0 0 0-1,0 0-24-15,0 0-93 16,-2 0 15 0,-11 0-58-16,-7 0-38 15,9 0-21 1,-1 0-118-16</inkml:trace>
  <inkml:trace contextRef="#ctx0" brushRef="#br2" timeOffset="89755.21">14334 17074 359 0,'0'0'85'0,"0"0"-38"16,0 0 99 0,0-36 29-16,0 36 61 0,-2 0-158 15,2 0-14-15,-2 0-8 16,0 0-21 0,2 0-8-16,0 0 7 0,0 0-21 31,0 0 11-31,0 0-8 15,0 0-5-15,0 0 12 0,0 0-15 16,0 0-7-16,0 0 2 16,6 0-3-16,4 6 0 15,3 6 0 1,3 2 3-16,1 4-5 16,-1-4 2-16,4 4 0 0,0-1 1 15,11 7-1-15,1 2 0 16,-6-4 1-16,-3-4-6 15,-10-8 5-15,-4-2-1 16,-2 0-4-16,-3-8 5 16,-2 4 0-16,1-4 0 15,-1 2 0 1,-2-2-3-16,0 0 3 16,0 0 0-1,0 0 0-15,0 0 1 0,0 0-1 16,0 0-2-16,0 0-3 15,0 0 5 1,0 0 0-16,0 0 0 0,0 0 3 16,0 0-6-16,0 4 1 15,0 0-7-15,-7 0 7 16,-13 10-7-16,-11 0 9 0,-13 2 6 16,-8-2-3-16,-4 4 8 15,6-8-11 1,7 2 1-16,11-6 9 0,12-2-10 15,9-4 0-15,7 0-21 0,4 0-15 16,0 0-30 0,0 0-21-16,0 0-99 15,9 0-242-15</inkml:trace>
  <inkml:trace contextRef="#ctx0" brushRef="#br2" timeOffset="91659.14">14843 17030 626 0,'0'-8'140'0,"0"6"-126"16,2-2 98-16,0 4-23 16,0 0-63-16,-2 0-13 15,0 0-7-15,0 0 13 16,0 0 18-16,3 0-17 0,1 14-12 15,8 26 2 1,1 5 34-16,3 9-36 16,1 4-8-16,-1-10 9 15,3-6-8-15,0-2 0 16,-3-6 6-16,-1-10-7 16,-9-8 0-16,1-6 0 0,-4-10 2 15,-1 0-2-15,0 0 10 16,0-4 24-16,5-18 6 15,-3-10-6-15,5-4-29 16,3-22-3 0,-2 0 15-16,4-8-12 31,1-6 7-31,-4 9-11 0,3 5 2 16,-1 6-3-1,1 14 0-15,-3 16 2 16,-5 10-2-16,-4 6 0 15,-2 6 3-15,0 0-7 16,0 0-11-16,0 14-27 16,0 18-10-16,-6 8-19 0,2 0-12 15,1 8-90 1,3-34-408-16</inkml:trace>
  <inkml:trace contextRef="#ctx0" brushRef="#br2" timeOffset="92030.35">15235 17098 209 0,'0'0'262'16,"40"0"-254"-16,-29-14-4 16,1-4 64-16,-6 4 61 15,-6 6-3-15,0 4 3 16,0 4-18-16,0 0-24 16,-4 4-33-1,-14 31-27-15,-2 6-27 16,-2 12 4-16,8-9-3 0,7-4 3 15,7-4-4-15,0-8-1 16,0-6 1 0,14-8 0-16,3-10 6 0,15-4-4 15,3 0 9 1,6-22-6-16,-6-10-5 16,-12-4 13-1,-12 0-12-15,-11-2 3 16,0-3 5-1,-25 9 6-15,-17 6 4 0,-5 12-9 16,3 14-2-16,-4 0-8 16,9 4-11-1,1 19 6-15,15-5-109 0,15 4 8 16,8-8-67-16,21-6-111 16,8-8 4-16,3 0-41 15</inkml:trace>
  <inkml:trace contextRef="#ctx0" brushRef="#br2" timeOffset="92601.26">15533 16830 371 0,'23'-76'184'0,"-17"40"-162"16,-1 1 161-16,0 15-30 15,-5 12-46-15,0 4-23 16,0 4-11-16,0 0-30 15,0 8-31-15,0 24-12 16,0 8 2-16,0 5-2 16,0 27 10-16,6 8-4 15,-1 4-6-15,3-3 0 16,4-19 3-16,-3-12-2 16,1-2-1-1,2-8 3-15,-3-12-1 16,2-10-2-16,-2-10-1 0,6-8 0 15,6 0 1-15,0-12 0 16,4-16 0-16,-2-8-4 16,-5-4 4-16,-1-4-7 15,3-28-3 1,-4-5-2-16,2-3-4 16,-10 6-11-1,-5 32-2-15,-3 20 29 16,0 10 1-16,0 6 23 15,0 6 55-15,0 0-76 16,0 0-3-16,0 40-12 16,0 14 11-16,0 14-2 15,0 6 3-15,0-10 4 16,0-1-4-16,2-9 0 16,9-6 0-16,0-8-1 15,0-14-16-15,1-4-12 16,-4-20-14-16,1-2-23 15,-5 0-44 1,-4 0-71-16,0-14-504 16</inkml:trace>
  <inkml:trace contextRef="#ctx0" brushRef="#br2" timeOffset="93584.36">15770 17179 87 0,'-42'-28'642'15,"32"24"-521"-15,8 0-89 16,2 4 44-1,0 0 78-15,14 0-133 16,17 0-18-16,7 0 4 0,4 0 0 16,7 0-7-16,-5 0-4 15,1 0-104-15,-5 0-31 16,-4 0-7-16,2 0 18 16,-2-10-12-16,-13 1 18 15,-2 0 85-15,-15 0 37 16,-6 0 77-16,0 0 44 31,0 5 10-31,0 4 104 16,-17 0-167-16,-12 0-32 15,-4 9-20-15,-8 17-13 16,-3 6 14-16,2 8 8 16,9-4 35-16,10 0-45 15,11-10-9-15,12 0-4 16,0-12-1-16,18-10 1 15,16-4 21-15,3 0-14 16,6-12 2-16,-3-14-9 16,-4-6-1-16,-12 0-13 0,-11-2 11 15,-7 10-3 1,-6 16 8-16,0 4 2 16,0 4 9-16,0 0 13 15,0 8-8-15,0 14-16 16,0 0-8-16,0 10 6 15,17-6-4-15,10-8 2 16,0-4-5-16,-5-10 5 16,0-4-14-1,7 0 8 1,8-22-10-16,4-6-31 16,-3-10 21-16,-3-2 1 15,-10 8 15-15,-12-4-2 16,-3 9 6-16,-10 5-4 15,0 8 1-15,0 10 9 16,-27 4 14-16,-16 0-13 16,-1 14 6-16,0 16 10 0,5-3-1 15,22-5-4-15,5-8 7 16,12 0-18 0,0-6 0-16,0-4-1 15,16 2 18-15,1-2-15 16,1 4 1-1,1 2 4 1,-6 8-8-16,1 12 0 16,-1 6 6-16,-3 8-3 0,2 6 0 15,-1 22 1 1,0-1 2-16,-2-3-6 16,-2-6 0-16,-7-28-2 15,0-6 4-15,0-10-4 16,-23-6 4-16,-14-6 53 15,-3-6-34-15,-5 0-16 16,9-6 8-16,5-20-12 16,6-10 3-16,12-4 1 15,9-12 27-15,4-6-29 16,9-1-1 0,37-5-4-16,8 8 0 15,2 16 1-15,-3 4-17 16,-15 14-29-16,-11 8-28 15,-25 14-163 1,-2 0-323-16</inkml:trace>
  <inkml:trace contextRef="#ctx0" brushRef="#br2" timeOffset="93969.48">16563 17263 355 0,'11'0'328'16,"5"0"-218"-16,1-18-51 15,4-4 18-15,-6 0-32 16,-3-2-28 0,-4-2 5-16,-4 4-3 15,-4-1 27-15,0 1-17 16,0 12 1-1,-12 2 10-15,-13 8-35 16,-9 4-4-16,-1 24-2 16,2 12 1-16,-4 9 0 15,11-1 4 1,15 16-2-16,11-12 2 16,2-6-4-16,36-12 3 15,6-16 12-15,12-8 11 0,9-10-19 16,8 0-7-16,-3 0-80 15,-51-4-174-15,-5-10-582 16</inkml:trace>
  <inkml:trace contextRef="#ctx0" brushRef="#br2" timeOffset="94471.03">16913 17277 875 0,'-34'-10'7'16,"34"10"30"-16,0 0 109 15,0 0-92-15,0 0-26 16,9 0-10 0,18-4-9-16,6 0-4 0,6 2-3 15,3-6-2-15,-5 4-17 16,-5 0-11-16,-8-2-65 15,-24 6-121-15,0-4-126 16</inkml:trace>
  <inkml:trace contextRef="#ctx0" brushRef="#br2" timeOffset="94992.09">17328 17044 933 0,'0'0'0'0,"0"0"-10"16,0 0 10-16,-41 0 53 15,24 30-43-15,-6 20-9 16,5 3 18-16,7-3-10 16,7-2-5-16,4-20-4 15,0-10 0 1,0-6-1-16,15-6 2 0,7-6 30 15,5 0-24-15,6 0-6 16,5-32-1 0,-5-4-11-16,-6 0 5 15,-6 6-5 1,-17 16 11-16,-4 6-2 0,0 8 4 16,-2 0 19-1,-23 26 56-15,-4 14-51 16,2 10 4-16,19-14-14 15,8-2 8-15,0-10-18 16,0-8-5-16,18-10 15 16,7-6 7-16,6 0-15 15,11-18-1-15,0-18 9 16,-5-4-13-16,-10-4-3 16,-15 8 6-16,-12 0-3 15,0 8 1-15,0 6-4 31,-23 5-4-31,-8 16 1 16,-2 1-13-16,4 0-14 0,4 14-37 16,8 8-49-1,17-12-114-15,0-6-419 16</inkml:trace>
  <inkml:trace contextRef="#ctx0" brushRef="#br2" timeOffset="96197.79">17657 17151 286 0,'43'-14'239'15,"-35"10"-179"1,-3 4 252-16,-5 0-177 16,0 28-65-16,0 12-62 15,2 8 38-15,0 2-11 16,2-6-19-16,1-8-13 16,2-6 6-16,-1-12-4 15,1-8 7-15,-3-10 7 16,6 0-11-16,1-10 7 15,5-24 15-15,1-2-22 16,3-4 3 0,-2-14-11-1,0 0-1-15,-1 6 1 16,-5 16-6-16,-8 23 6 0,-4 9-4 16,0 0 4-1,0 13 0-15,0 19-3 16,0 12 3-16,7 0 3 15,7 2-3-15,3-6 4 0,-1-10-6 16,-1-8 2-16,-3-16-2 16,-4-6-11-16,5 0-15 15,3-14-22 1,-5-22-126-16,1-12 7 16,-6-6-14-16,-1 0 38 15,-1-8 28 1,2-5 33-16,-6-5 50 15,3 10 34-15,-3 12 138 16,0 24 53-16,0 8 3 16,0 14-26-1,0 4-51-15,2 0-44 16,3 32-63-16,-1 16 4 0,5 10-7 16,4 22 6-16,-1 5-4 15,-4-9-9-15,1-8 0 16,-7-24 0-16,-2-10 3 15,0-14-8 1,0-4-2-16,0-10-34 0,0-6-6 16,0 0-35-1,-8-18 6 1,-3-28-60-16,-3-2-2 16,5-2 138-16,5 10 37 15,4 10 5-15,0 3 38 16,0 9 18-1,0 13 38-15,13 1-94 16,5 4-36-16,5 0-5 16,0 18 16-16,2 18-16 0,0 0 0 15,-1 0 3-15,-6 4-2 16,-2-10-2-16,-8 2-11 16,-3-10 10-16,0-4-9 15,-5-10 5-15,0-8-13 16,0 0 9-16,0-4 9 15,0-32 19-15,-3-12-6 16,3-2-8-16,0-4 11 16,0 14-9-16,20 5-7 15,1 8 6 1,-4 8-2-16,3 7 0 0,1 2-3 16,0 2-2-16,4 2 1 31,-2 6 0-31,-13-4-1 15,0 4 1-15,-10 0 0 16,0 0-3-16,0 0-1 16,0 36-9-16,-7 9 2 15,-2 5 14-15,2 8-3 16,7-14 0-16,0-8 2 16,0-4-2-16,5-12-1 15,10-10 1-15,3-6 4 16,5-4 9-16,8-8 2 15,0-28 11-15,-4-8-15 16,-10-6-2-16,-17 6 18 16,0 4-16-16,0 4 7 31,-40 9-5-31,-7 13 4 16,-6 14-17-16,-3 0-5 15,13 9 0-15,8 18-36 16,11 5-11-16,24-15-47 15,0-7-631-15</inkml:trace>
  <inkml:trace contextRef="#ctx0" brushRef="#br2" timeOffset="97320.78">18704 16928 403 0,'27'-76'103'0,"-27"36"-2"16,0 22 58-16,0 8-4 31,0 10-48-31,-2 0-26 16,2 0-56-16,0 28-25 15,0 16-3-15,0 32 3 16,0 14 4-16,0-1-4 16,10-5 0-16,-2-26 0 15,0-8 1-15,1-14 0 16,1-10-1-16,0-16 0 15,5-10 1-15,6 0-1 16,-1-18 0-16,5-18-3 16,-3-14-6-16,-4-2-28 15,-3-12-56-15,-3-12 59 16,-6-5 2-16,1 1 3 16,-7 14 29-16,0 22 16 0,0 22 71 15,0 22 16-15,0 0-16 16,0 22-50-1,-5 40-37-15,3 14-6 16,2 8 9-16,0 1-3 16,0-21 0-16,9-6 3 31,3-6-1-31,-4-16-2 16,3-10 0-16,-1-8 1 15,3-8 0-15,9-10-1 16,2-4 6-16,5-24-3 15,2-12-3-15,-11-4 0 16,-4-10-4-16,-3 0 3 16,-8 1-10-16,-5 9-24 15,0 20 34-15,0 12 1 16,-20 12 26-16,-2 12-12 16,1 20 1-16,6 8-14 15,3 5 19-15,10-1-20 16,2-4 6-16,0-4-6 31,19-12 1-31,12-8 5 0,9-10 3 16,2-6 2-16,5 0-11 15,2-22-2 1,6-10-19-16,-3-8-96 16,-3 0 17-16,-5 4-71 15,-13 9-53-15,-6 5-24 16,-4 8 55-16,-9-4 132 15,-7 4 61-15,-5-4 202 0,0-4 63 16,-5 4-44 0,-19 0-71-16,-7 6-57 15,-7 12-9-15,0 0-56 16,-5 12-17-16,1 24 9 16,0 22-5-16,11 9-10 15,13-9 0-15,16 0-9 16,2-30 4-16,2-6 0 15,23-14 5-15,6-8-1 16,7 0 14-16,9-8-16 16,-3-24-4-16,5-30-2 15,-11-4-6 1,-9-19 9-16,-14-5-17 16,-15 22-8-16,0 6 11 15,0 22-19 1,-9 26 34-16,-9 14 75 15,-1 6-33-15,3 42-27 16,3 20-9-16,8 8 14 16,5 8-16-16,0-3 0 15,11-15 0-15,5-8-4 0,-1-14 1 16,-4-12-2 0,3-14-16-16,-3-8-31 15,3-10-34-15,-14 0-189 0,2-10-394 16</inkml:trace>
  <inkml:trace contextRef="#ctx0" brushRef="#br2" timeOffset="97852.58">20133 16605 599 0,'0'-22'43'0,"-10"22"70"15,-7 0-10-15,-12 0-63 16,0 22 7-16,-7 6-2 15,3 16 88-15,-3 6-94 16,2 25-5-16,3 37-9 16,7 8-9-16,15 7 14 0,9-11-18 15,2-32-9-15,27-8 9 16,9-9-10 0,23 1 11-16,3-12-2 15,3-16-8-15,-5-16-3 16,-20-20-6-16,-9-4-4 15,-6 0-37 1,-27-14-14 0,0-4-559-16</inkml:trace>
  <inkml:trace contextRef="#ctx0" brushRef="#br2" timeOffset="98284.96">20168 16910 631 0,'0'0'302'15,"0"0"-270"-15,-14-50 108 16,14 50-67-16,0 0-73 16,0 18 2-1,0 22-2-15,14 14 14 16,-1 4 10-16,1 5-7 15,-1 0-16 1,7 8 6-16,0-5-7 16,0-20 4-16,-2-10-3 15,-9-24-1-15,-5-8 0 16,3-4 5-16,5 0 2 0,5-18 67 16,5-20-45-16,5-8-27 15,2-34 11 1,-2-9 2-16,2-9-8 0,-5 4 3 15,-6 32-10-15,-11 18 0 16,-5 20 1 0,-2 20-1-16,0 4-6 0,0 0-32 15,-11 18-31-15,-2 8-51 16,6-8-79 0,7-4-252-16</inkml:trace>
  <inkml:trace contextRef="#ctx0" brushRef="#br2" timeOffset="98555.64">20676 16990 442 0,'0'0'173'16,"0"0"-128"-16,26 0 304 16,-26-4-236-16,0 4-41 15,0 4-33-15,-19 28-38 16,-10 8 3-16,0 4-5 0,6 5 2 15,5-9 3-15,10 0-4 16,8-8 0-16,0-6-1 16,0-8 5-16,8-8-4 15,10-10 5-15,5 0-3 16,-1 0-4 0,7-10-29-1,-20-6-274-15,-2 2-99 16</inkml:trace>
  <inkml:trace contextRef="#ctx0" brushRef="#br2" timeOffset="99075.34">20716 17179 538 0,'0'0'303'0,"0"0"-237"15,0 0-4 1,5-23 70-16,-5 23-43 0,0 9-49 16,0 21-28-16,0 10-10 15,0 2 11-15,0 10 4 16,0-2-16-16,0-10 1 15,0-5-2-15,0-22-5 16,0-3-2 0,0-10-21-1,8 0-13-15,13 0-184 16,0-10 66-16,8-16-48 16,8-24 31-16,-4-2 133 15,0-10 43-15,1-2 77 16,-7 12-9-16,-6 10-31 15,-7 3 41 1,-14 15 24-16,0 6 159 0,0 6-158 16,-20 12-25-16,-5 0-55 15,-4 0-11-15,5 0 5 16,4 14-9-16,9 8 7 16,7 0-12-16,4 0-3 15,0 9 0 1,2 1 1-16,20-4 1 0,0 6 0 15,-1-8-1-15,-9-2-1 0,-5 2 2 16,-7 6-1 15,0-6-1-31,0 0 0 0,-9-8 0 0,-9-8 0 16,-1-2 0-16,-2-8-8 31,2 0 3-31,-2 0-89 0,8-8 6 16,10-2-118-16,3-8-238 15</inkml:trace>
  <inkml:trace contextRef="#ctx0" brushRef="#br2" timeOffset="99444.55">20985 16709 437 0,'-17'-40'263'0,"17"40"-188"16,0-4 33-16,0 2 59 16,0 2-58-1,0 0-46-15,0 10-52 16,15 21-7-16,10 14-2 15,2 14 15-15,6 15-11 16,5 12 5-16,5 8-11 0,1 5 21 16,-1-1-5-16,-15 12 2 15,-14-7-11 1,-14-17-4-16,-7-16-2 16,-34-34-1-16,-7-10 0 15,-1-16-1-15,0-10-14 31,31-4-96-31,9-22-225 16</inkml:trace>
  <inkml:trace contextRef="#ctx0" brushRef="#br2" timeOffset="101429.82">21741 16994 499 0,'-9'-18'117'0,"5"10"-108"0,4 8 12 0,0-4 130 16,0 4-56-1,0-6-40-15,0 6 0 16,0 0-22-16,0 0-9 16,0 0 11-16,0 0-4 15,0 14-9 1,9 12-5 0,6 14 12-16,3 6-7 0,7 7-20 15,6 11 2 1,0-2-4-16,-2-4 1 15,-7-6-2-15,-13-28 1 0,-4-8-2 16,-3-6 2 0,-2-10-2-16,0 0-2 15,0 0 4-15,0-8 17 16,-7-16 9-16,-7-6-24 16,1-6 7-16,2-4-8 15,6-4 28-15,5-6-27 16,0-3 13-16,5-11-13 15,38-2 1-15,7 8-6 16,14 0-6 0,-12 26 6-16,-7 10-6 15,-9 4-1 1,-19 14 4-16,-9 4-82 16,-8 0-8-16,0 0-67 15,0 0-150-15,-16 14-91 16</inkml:trace>
  <inkml:trace contextRef="#ctx0" brushRef="#br2" timeOffset="102434.02">22178 17315 568 0,'20'0'221'0,"7"0"-149"0,6-12 49 0,-2-14-86 16,7-6-19-16,-3-8-6 15,-12 0 21-15,-6-5 6 16,-11 4 7 0,-6 14 5-16,0 9-11 15,-8 6-22 1,-21 12 2-16,-6 0-11 15,-7 4-8-15,-3 28 1 16,9 12-2-16,9 5 1 16,14 1 1-16,11 2-5 15,2-6 6-15,7-2-4 0,22-8-4 16,20-10-1 0,2-12-5-16,2-10 7 15,1-4 4-15,-16-4-18 0,-5-24-23 16,-4-6-5-1,2-16-17-15,-6-8-19 16,-2-8 73 0,-2-2 10-16,-3 9 2 15,-3 1 15 1,-1 10-8-16,-5 12 26 16,-3 14 110-16,-6 12-72 15,0 6-19-15,0 4-28 16,0 0-12-16,-23 18-13 15,-6 18-5-15,2 4 0 0,4 0 5 16,13 0 0 0,10 10 1-16,0-5 0 15,17-1-1-15,14-4-4 16,-6-14 2-16,-3-6-8 16,-7-2 1-16,-3-2 6 15,-10-6-16 1,-2 2 11-16,0-2-21 15,-22 2 9 1,-5-6 16-16,4-2 4 0,12-4 4 16,9 0-4-16,2 0-5 15,0-14-11 1,7-16-28-16,17-2-1 16,1 0 9-16,4-2-9 0,-5 6-2 15,1 6 23 1,-1 4 0-16,1 0 4 15,-5 1 15-15,2 3 3 0,1 1-2 16,-1-6 2 0,-5 7 2-16,-5 2 3 15,-3 6 19-15,-7 4 55 0,0 0 3 32,-2 0-19-32,0 0-19 0,0 0-28 15,0 0-14-15,2 26 0 16,3 15 0-16,-1 5 15 31,-1 6-11-31,1 2 6 0,-1-6-5 16,1-6-5-16,-2-8 0 15,-2-12-4-15,0-12 2 16,0-10-21-16,0 0-14 16,-11-18-46-16,2-4-35 15,2-4-345 1</inkml:trace>
  <inkml:trace contextRef="#ctx0" brushRef="#br2" timeOffset="102541.4">22873 16852 1032 0,'0'-36'13'0,"0"36"-13"16,0 4-26 0,0 28-63-16,4 8-42 15,1-18-145 1</inkml:trace>
  <inkml:trace contextRef="#ctx0" brushRef="#br2" timeOffset="103043.47">23017 17030 538 0,'0'0'123'15,"0"0"-115"1,0 0-3-16,114 8 37 16,-96-16-42-16,0 4-69 0,-2 0-45 15,-5-2 30-15,3 2 60 16,-6 4 24-16,1-4 4 15,-3 0-3-15,-4 4 18 16,2-4 55 0,-4 2 44-16,0-2 133 15,0 0-158 1,0 0 1-16,-6 0-30 16,-5 4-9-16,-7 0-36 0,-3 0-13 15,-4 8 11-15,-2 14-11 16,2 4 3-16,8 6-6 15,7 0-1-15,10 3-2 16,0-3 0 0,0-6-3-16,27 2 3 0,2 2-4 15,14 2 1 1,-3 0-14-16,-4-6 0 16,-7 0-3-16,-21-12 7 15,-8-6 4 1,0 2-1-16,-17-2 10 15,-26-2 13-15,-8-6 3 0,-4 0 6 16,-1 0 1-16,12-6-17 31,9-12-6-31,20 0-8 16,15-4-81-16,0-4-20 0,15 16-37 16,12-10-81-1</inkml:trace>
  <inkml:trace contextRef="#ctx0" brushRef="#br2" timeOffset="103259.9">23412 16740 986 0,'4'-4'160'0,"-4"13"-160"16,0 40 0-16,0 13 14 0,2 10 7 15,17 22-5 1,5-1-10-16,-1-7-6 15,-4-16-1-15,-5-26-1 16,-3-12-18-16,-5-14-16 16,1-8-1-16,-2-6-169 15,-5-4-81 1,0-4-214-16</inkml:trace>
  <inkml:trace contextRef="#ctx0" brushRef="#br2" timeOffset="103708.05">23301 17120 716 0,'0'0'284'16,"0"0"-270"-16,0 0-3 0,29-82 93 15,24 70-64 1,11 6-36-16,6-2-1 16,-3 4-3-16,-9 4-9 15,-12 0-22-15,-15 0 5 16,-12 0 5-16,-13 0 21 15,-6 0-3 1,0 0 3-16,0 8 0 16,-13 28 17-1,-7 14 9-15,1 4-26 16,9 7 2-16,10-15 6 16,0-2-8-16,0-12 0 15,4-2 0-15,14-12 2 16,4-12-2-16,7-2 0 0,18-4 16 15,2-18-12 1,-2-18-4-16,-12-4-9 16,-28-6 5-16,-7-2 4 0,0 4 4 15,-38-1 9 1,-6 9 66-16,-5 18-56 16,7 8-5-16,15 10-18 0,4 0 0 15,10 10-36 1,9 12-63-16,4-8-437 15,0-5 51-15</inkml:trace>
  <inkml:trace contextRef="#ctx0" brushRef="#br2" timeOffset="104046.61">24020 17084 286 0,'40'-26'396'15,"-33"16"-195"-15,0 2-13 16,-7 8-81-16,4 0-43 15,5 8-58-15,2 28-5 16,3 9-1-16,3 5 2 16,3 2-2-16,-1-2-8 0,2-10 6 15,-5-14 2-15,-7-8 0 16,-5-8-1-16,-4-10 5 16,0 0 0-16,0-10 19 15,-15-22 14 1,1-12-11-16,8-8-23 15,6-2 10 1,0 4-10-16,18 5 7 16,15 1-10-1,3 12-5-15,-3 10 4 16,-2 8-3-16,-10 10-7 16,-4 4-43-16,-17 0-42 15,0 0-265-15</inkml:trace>
  <inkml:trace contextRef="#ctx0" brushRef="#br1" timeOffset="113228.87">10193 14604 342 0,'-9'-10'32'0,"9"8"-31"15,0-2 156-15,0 2-77 0,0 0-29 16,0 2 7 0,0 0-11-16,0 0-23 15,0 0 14-15,0 0 8 0,0 0 8 16,0-2-7-16,0 2-4 15,0 0-4-15,0 0-17 16,0 0-1-16,0 0 7 16,0 0-22-16,0 0 1 15,0 0 3-15,0 0-5 16,0 0 8-16,0 0-11 0,0 2 4 16,0 14-1-16,0 18 9 15,0 14-5-15,0 10-9 16,0 21 12-1,0 1-4-15,0 10-6 0,0 4 13 16,0 5-13-16,0-1 6 16,0 4 2-1,0-2-10-15,0 1 10 16,2-7-7-16,-2-8-2 16,3-12 16-1,1-6-7-15,-2-14-7 0,0-5-2 16,0-13 7-16,1 4-8 15,-3-12 0 1,2-4 5-16,-2 0-4 0,0-12-1 16,2-2 0-16,-2 0 4 15,0-2 1-15,0-4-5 0,2 0 0 16,-2-2 1-16,0-2 1 16,0 0-2-16,0 0 0 15,0 0-3 1,0 0-61-1,0 0-3-15,-15 0-36 16,-5-14-73-16,9 4-50 16,2-8-42-16</inkml:trace>
  <inkml:trace contextRef="#ctx0" brushRef="#br1" timeOffset="115889.58">10164 14640 201 0,'-2'-4'239'0,"2"4"-160"0,0-2-67 15,0 2 74-15,0-2 11 16,0 2-27-1,0 0-13-15,0 0-13 16,4 0-13-16,12 0 9 16,4 0 2-16,6 0-6 15,10 0 1-15,11 0-15 16,4 0 5-16,7 0-4 16,6 2-7-1,6 2 12-15,5-2-19 0,10 0 11 0,7 2-16 16,35 0 2-1,0-4-5-15,4 2 0 16,-3-2 5-16,-28 2-6 16,0-2 0-16,2 2 1 15,-1 0 2-15,-6 0-4 16,-5 0 1 0,-1 4 0-16,-5-6-3 15,-1 4 3-15,-1-2 0 16,-2 2-2-16,-4 4 3 15,-5 0-1-15,-4 6 0 16,-5-6 0-16,15 6 0 16,-2-5 0-16,-2 0 1 15,3 0 1-15,-18-4-2 0,0 3 0 16,3-3 0-16,-1-1 0 16,2 1 0-16,3 4 0 15,1-1 2-15,-3-2 0 16,-1-6-4-16,-4 4 2 15,-4-4 0-15,-1 0-2 32,-2 0 2-32,5 0-1 0,0 0 2 15,15 0-2 1,0 0 0-16,1 0 0 16,-1 0-5-16,-20 0 3 15,0 0 0-15,1 0 2 16,1 0-12-16,0 0 3 0,5 0 0 15,-2 0-2-15,-2 0 9 16,-4 0-4-16,0 0 7 16,-3 0-2-16,-3 0 2 15,-4 0 0-15,3 0 0 16,-1 0 0-16,18-4 0 16,7-1 0-16,7 4 1 15,1-2 2-15,-12 3-4 0,-8 0 1 16,-4 0 0-16,-4 0-6 15,1 0 8-15,-2 0-2 16,3 0 0-16,2 0 3 16,5 0-4-16,6-1 1 15,5-2 0-15,7 2-3 32,1 1 3-32,-1 0 0 0,4 0 4 15,18-3-6 1,1 3 2-16,-1-1 0 15,3 1-1-15,-22-5 2 0,0 4-1 16,-2-2 1-16,-2 2 2 16,3 1-5-1,-2 0 2-15,0 0 0 0,-3 0-1 16,0 0 1-16,-4 0 0 16,0 0 0-16,-5 0-3 15,1 0 3-15,1 0 0 16,1 0-2-16,20 0 3 15,-8 0-1-15,-1 0 0 16,-5 0 5 0,-21 0-7-16,-4-3 2 15,1 2 0-15,2-4 1 16,2 1 0-16,5 0-1 16,-3 3 0-16,3 1 5 15,-2 0-8-15,-5 0 3 16,-1 0 0-16,0 0 0 15,-2 0 0-15,1 0 2 0,2 0 3 16,21 0-8 0,3 0 3-16,2-3 0 15,3-1 1-15,-15 2-1 0,-5 2 0 16,2 0-1-16,-2 0 2 16,2 0-4-16,-2 0 3 15,-3 0 0-15,1 0 0 0,-2 0 0 16,0 0 0 15,-2 0-2-31,4 0 4 16,2 0-2-16,0 0 0 0,-2 0 1 0,13 0-1 31,-2 0 0-31,-3 0 0 16,3 0 5-16,-11 0-7 0,-2 0 2 15,-3 0 0-15,-2 2 2 16,2 2-2-16,-2 0 2 15,4 4-4-15,1-6 8 16,6 5-8-16,0-3 2 16,3 2 0-16,-3-6 1 15,-4 0-1-15,-6 0-2 0,4 0 5 16,11 1-6 0,-1-1 3-16,5 0 0 15,-1 0 1-15,-13 0-1 16,-2 0 0-16,-3 0-2 0,-4 0 7 15,-3 0-9-15,-3 0 4 16,-7 3 0 0,-2-2 1-16,1 3-1 15,-1-4 0 1,2 0 0-16,5 3 1 16,2-2-1-16,2 4 0 15,-2 0 0-15,8-2 0 16,-4 2 0-16,-1 4-2 15,1-8 4-15,-11 6-5 0,0-3 3 16,1-2 0-16,-5 2-1 16,-2-4 2-16,-1 4-1 15,-3-4 0-15,-4 1-4 16,0 2 3-16,-3-3-4 16,-3 0 5-16,0 0-1 15,-2 0 1 1,0 0-2-16,1 0 8 15,-3 0-6 1,-3-4 0-16,3 0 0 0,-2 0 2 16,2-2-1-16,2-1-1 15,0 2 0-15,0 5-2 16,-2-5-2-16,-3 5 4 16,2 0 0-16,-6-1 0 0,0 1 0 15,-2 0 0 1,0 0-2-16,0 0-5 15,0 0 1-15,0 0-4 0,0 0 5 16,0 0 2 0,0 14 3-16,0 4 14 15,0 6-10-15,0 0 6 0,6 4-10 16,3 2 0-16,1 8 7 16,-2 0-7-16,3 0 1 15,1 0 4-15,-6-2-3 16,-1 1-2-16,-1 3 0 15,-4 4 0-15,2 6 1 16,0 0-1 0,-2 6 0-16,2-2 5 15,-2 18-7 1,0 3 2-16,0-3 0 0,0 4 5 16,0-18-1-16,0 0 2 15,0-5 3-15,0 1-9 16,0-4 15-16,0-10-9 15,5-4-4-15,4-10 17 0,-2-4-17 16,-5-8 3 0,0-6 10-16,-2-8 4 0,0 0-9 15,0 0-6-15,0 0 11 16,0 0-14 0,0 0 2-16,0 2-3 15,0 0 2 1,0 0-4-16,0 2 2 0,4 0 0 15,1 0-6 1,0-2-13-16,2 2-24 0,-5 0-21 16,-2 0-32-16,0-4-45 15,0 0-157 1,-12 0-320-16</inkml:trace>
  <inkml:trace contextRef="#ctx0" brushRef="#br1" timeOffset="119300.81">10166 16088 424 0,'2'-14'13'0,"-2"6"41"15,0 4-2 1,0 0 12 0,0 4-16-16,0 0 7 15,0 0-2-15,0 0 10 16,0 0-9-16,0 0-3 16,0 0 4-16,0 0-9 15,0 0-6-15,0 0-16 16,0 0-22-16,0 0-2 15,0 12-6-15,0 2 6 16,0 8 10-16,0 6-8 16,0 6-1-16,0 6 0 0,0 14 17 15,0 0-14-15,0-1-2 16,0-7 9-16,2-16-11 16,-2-8 1-16,0-12-1 15,0-2 2-15,0-8 7 16,0 0-5-16,0 0-4 15,0 0 10 1,3 0-4-16,-3 0 1 16,0 0 3-1,0 0 2-15,0 0-12 0,0 0 0 16,0 0-1-16,4 0 2 16,1 0-1-1,6 0 0-15,2 0 0 16,7 0 0-16,5-4 0 0,6 0 0 15,9 4 4-15,12-4-2 0,10 0 5 16,11-2 6 0,12-2-8-16,9 4 13 0,3 4-9 15,3 0-3 1,1 0 6-16,-3 0-12 16,-9 0 0-1,-7 0 2-15,15 4-1 16,-1 8-1-16,-5-2 0 15,-2 0 1-15,-24-2-1 16,-3 0 0-16,-4-4 0 16,-1 2 0-16,3 2 0 15,8-4 0-15,3-2 0 16,7 2-4-16,2 0 5 0,1 4-1 16,-2-8 0-16,2 4-1 15,-6-4 1-15,-1 2-2 16,-5-2-1-16,12 0 0 15,-6 0 3-15,-6 0 0 16,-5 0 0-16,-12 0 1 16,0 0-1-16,2 0 0 0,7 0-4 15,1 0-1-15,8 0 0 16,-6 0 1-16,-1 0 2 16,-7 0-1-16,-6 0 3 15,0 0 0 1,-6 0 0-16,3 0-2 0,-5 0 2 31,1 0 0-31,5 0 0 16,6 0 0-16,0 0 0 15,1 0-3-15,-8 0 6 16,2 0-3-16,0 0 0 16,-2 0 0-16,-1 0-1 15,2 0 1-15,2-2 0 16,2 2 0-16,-1-4 2 0,2 0-2 15,-3 4 0-15,-1-4-6 16,-5 4 6-16,-4-4 0 16,3 4 0-16,5-2 3 15,4 0-3-15,-1 2 0 16,4-2 1-16,-5 2 2 16,4 0-3-1,6 0 0-15,4 0 1 16,-4 0 2-16,1 0-4 15,-5-4 1-15,-4 4 0 16,4 0-2-16,2-4 2 16,2 4 0-16,1 0 1 15,1 0-2-15,0-4 1 16,3 0 0-16,13 2-3 16,0-2 4-16,-2 0-1 15,-3 4 0-15,-17 0 2 16,-5 0-2-16,0 0 0 15,1 0 0-15,2 0-1 16,0 0 1-16,-2 0 0 16,2 0 2-16,-1 0 1 0,2 0-4 31,3 0 1-31,5 0 0 16,1 0 0-16,3-4 0 15,-5 4-1-15,8-6 3 16,-5 4-3-16,-5 2 1 15,0 0 0-15,-14-2-4 16,6 2 4-16,0-4 0 0,2 0 0 16,7 0 3-16,-3 0-5 15,-2-2 2-15,0 6 0 16,-6-4-1-16,2 0 2 16,1 4-1-16,-1 0 2 15,-4 0-3-15,4-4 1 16,-1 0 0-16,18-2-1 15,0-2 3-15,-2 2-2 16,-3 2 0-16,-18 0 3 16,-4 4-5-16,-3 0 2 15,6 0 0-15,0 0-1 16,-3 0 2-16,5 0-1 16,-2-4 2-1,8 4-1-15,0 0-2 16,-1 0 1-16,1 0-3 15,-2 0 3-15,-1 0 0 16,-4 0-2-16,8 0 5 16,2 0-5-16,2 0 2 15,2 0 0-15,-7 0-2 16,0 0 3-16,1 0-1 0,2 0 0 16,-1 0 4-16,3 0-6 15,-4 0 2-15,-1 4 0 16,-6-4 0-16,-2 0 1 15,-1 0-1-15,-1 0 7 16,1 0 3-16,8 0-10 16,-4 0 0-1,19 0 1 1,0 0 0-16,0 0-1 16,-3 0 0-16,-15 4 5 15,-2-4-8-15,0 4 3 16,0-2 0-16,0 2 4 0,1 0-3 15,6-4 1-15,-2 4-2 16,0-4 3-16,2 0-5 16,-4 0 2-16,0 0 1 15,2 4 0-15,-1-4 0 16,-2 0 2-16,7 0 1 16,0 0-4-16,-1 0 0 15,0 0 0-15,-10 4 3 16,-5-4-3-16,0 0 0 0,-3 0 2 15,-4 0 1-15,-2 0 0 16,-2 0-3-16,0 0 0 16,2 0 3-16,5 0-3 15,1 0 0-15,8 0 3 16,-2 0-5-16,-2 0 2 16,0 0 0-1,8 0 3 1,-2 0-3-16,-3 0 2 15,1 0 1-15,-17 0 2 0,1 0-5 16,-2 0 0 0,0 0 0-16,4 0 2 0,-4 0-2 15,2 0 0-15,-4 0 0 16,0 0 4-16,-6 0-4 16,3 0 0-16,-1 0 5 15,0 0-4-15,-2 0-1 16,-6 0 3-16,5 0 2 15,-5 0-1-15,-4 0-4 16,6 0 0-16,-6 0 0 16,1 0 0-1,-2 0 0-15,-3 0-1 16,-5 0 6-16,0 0-3 16,0 0 10-16,0 0 4 15,0 0 16-15,0 0-17 16,0 0-7-16,0 0 9 15,0-4-5-15,0-4-6 16,0 0-4-16,0-6 18 16,2-4-4-16,0-4-3 15,2-2 3-15,6 2-16 0,-6-5 3 16,-2-9-3-16,-2 0-17 16,0-8-41-16,-6 30-93 15,-14-4-311-15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4:02.77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11755 2270 234 0,'-4'-10'127'0,"1"-2"-106"16,-2 3 0-16,3 1 82 0,-2-3-23 15,2 3-31-15,0-1-11 16,-1 1-9-16,1 1 0 15,0 0 23-15,0 2-24 16,0-5 28-16,2-3-24 16,0 1 3-16,0 1 11 31,0 2 3-31,0 3 12 0,0 2-47 16,0 0 5-16,0 0 0 15,0 0-11 1,0 2 13-16,0 2-18 0,0 0-1 15,0 0-2-15,0 0-5 16,0 16-3-16,0 20-3 16,2 13 8-16,13 9 3 0,3 6 7 15,2 2-5-15,0 6 0 16,-2 2 0 0,4 18-2-16,-4-3 0 15,-3-13 0-15,-3-12 0 16,-3-32 0-16,-5-12 1 31,0-9-1-31,2-10 0 0,-6-1 1 16,4 0-1-16,2-10 41 15,3-26 25-15,5-14 1 16,1-12-40-16,1-8-14 16,1-6 8-16,4 0-12 15,-4-1-8-15,1 3 7 16,0 10-8-16,-5 4-1 0,3 7 4 15,-3 7-4-15,-2 9 1 16,1 8 0 0,-6 9-1-16,-3 10 1 0,-1 8 0 15,-2 2-5-15,0 0 2 16,0 0-1-16,0 0-12 16,0 0-12-16,0 10 4 0,0 16-30 15,-2 4-10-15,-15 6-68 16,9-23-218-1,-1-2-132-15</inkml:trace>
  <inkml:trace contextRef="#ctx0" brushRef="#br0" timeOffset="385.29">12298 2577 307 0,'0'0'98'0,"0"0"-13"16,14 5 26-16,-10-5 157 0,1 0-202 15,1-5-1-15,-2-8-12 16,0 1-5 0,-4 4-1-16,0 2-19 0,0 6-9 15,-12 0-5-15,-19 4-13 16,-7 28-2-16,-2 13-5 15,4 5 6 1,10-2 0-16,12 0 0 16,10-8-1-16,4-6-3 15,0-8-1 1,16-10 1-16,7-8-5 0,9-6 9 16,3-2 0-16,4 0-1 15,-2-12-6 1,-5-14-51-16,-10-2-43 0,-9-2-100 15,-13 20-115-15,0 0-131 16</inkml:trace>
  <inkml:trace contextRef="#ctx0" brushRef="#br0" timeOffset="600">12381 2614 124 0,'0'0'493'0,"0"0"-348"0,0 0-81 15,0 5-59-15,0 29 56 16,0 24-20-1,6 4-6-15,6 2-28 0,-3 0-1 16,-5-17-2-16,-2-6-2 16,0-10 0-16,1-7-2 31,-1-11 1-31,0-6 1 0,0-5-2 16,3-2-6-16,-3 0-66 15,-2-2-114 1,0-14-94-16</inkml:trace>
  <inkml:trace contextRef="#ctx0" brushRef="#br0" timeOffset="1255.21">12749 2584 469 0,'0'0'72'15,"0"0"-58"-15,0 0 109 16,6-2-13-16,-6 2-61 15,-11 0-18-15,-13 0-9 0,-8 0-10 16,-1 13-9-16,-2 1 15 16,3 0 22-1,10-2-15 1,7-1 4-16,7 0-29 16,6-1-2-16,2-2-8 15,2 6-8 1,34 0 18-16,9 2 2 0,6 0 15 15,-11 0-6-15,-9 2-10 16,-8 2-1-16,-14 0 0 16,-9 0-11-16,0 0 8 0,-7-2-1 15,-24 0 4-15,-12-4 20 16,1-4-16 0,4-2 20-16,5-6 2 0,8-2-13 15,9 0-13-15,8 0 0 16,8-21-80-1,0 4-181 1,4-1-205-16</inkml:trace>
  <inkml:trace contextRef="#ctx0" brushRef="#br0" timeOffset="1858.01">12967 2603 216 0,'0'0'362'0,"0"0"-307"16,0 0-12-16,13-11 120 16,-13 11-45-1,0-1-35-15,0 1-48 16,0-4-9-16,5-1-3 15,2 1-17-15,1 0-1 16,6 0-5-16,-1 0-4 16,0 2 4-16,3 2-3 15,4 0 2 1,-2 0-5-16,-2 0 6 0,-3 17-7 0,-9 3-5 16,-4 3 2-16,0 4-16 15,0 1 26-15,-13-4 8 16,-18 2-7-16,-7-4 6 15,-7-4-6-15,1-4 5 16,5-6 5 0,16-4-7-16,11-2 3 0,8-2-3 15,4 0-8-15,0 0-2 0,0 0-9 16,22 0 15 0,7 6 1-16,5 4-1 15,-5 6 0-15,0 2 2 16,0 2-4-16,-8 2 2 0,-3 1-4 31,-7-1 2-31,-9-4 2 16,-2 0-4-16,0-3-1 15,-15-2 5-15,-18-4 16 16,-5 0 28-16,-7-5-17 16,5-4-15-16,5 0-5 15,6 0-7 1,8-17-2-16,17-5-26 0,4 11-104 0,0 0-235 15</inkml:trace>
  <inkml:trace contextRef="#ctx0" brushRef="#br0" timeOffset="2770.89">13607 2400 338 0,'-21'-12'143'0,"10"4"-69"0,3 4 28 16,2 0-2-16,2 2-2 15,2 0-33-15,2 0 2 16,0 2 1-16,0 0-22 0,0 0-4 15,0 0-13-15,0 0-18 16,0 0 8-16,6 0-16 16,13 0 19-16,8 0-11 15,8 10 4-15,21 14-13 16,6 6 1 0,5 4-1-1,4 3-2-15,-15-8 0 16,-2-3 0-16,-10-4-2 15,-7-8 0-15,-10-3-5 16,-11-5-6-16,-7-5 11 0,-9 2 0 16,0-2 2-16,0-1 3 15,0 0-3 1,0 3 8-16,0-3-7 0,0 0 2 16,0 4-3-16,-2 7-4 15,-21 10 2-15,-12 8 3 16,-16 8-1-16,-11-1 0 15,-17 0 1-15,-3 0 3 16,-6-6-3-16,7-2-1 16,10-1 15-1,13-9-11-15,17-4 7 16,17-6-10-16,10-4 1 16,12-3 2-16,2-1-7 15,0 0 1-15,0 0-13 16,4 0-8-16,17 0-7 15,1 0-9 1,4-5-37-16,-1-6-105 0,-19 8-108 16,4-4-135-1</inkml:trace>
  <inkml:trace contextRef="#ctx0" brushRef="#br0" timeOffset="3551.71">14197 2252 333 0,'0'0'45'16,"0"0"-23"0,0-63 4-16,0 51 174 15,0 1-144-15,4 0 14 16,0 5 4-16,1 1 1 16,0 2-15-16,-5 3-22 15,0 0-7-15,0 0-13 16,2 8-13-16,7 23 2 15,4 13-6-15,5 8 12 16,2 8 3-16,2 8-11 0,3 2 2 16,-1 0-7-16,-1-4 0 15,-2-7 0-15,2-13 2 16,-7-10-2-16,-3-12 2 31,-4-10-2-31,-2-8 0 16,-3-6 2-16,-1 0 12 15,1 0 21-15,5-16 24 0,4-12 1 16,3-10-41-16,2-4-3 16,1-10-4-16,4-8-12 15,-1-7 14-15,1-5-13 16,-2 4 0-16,-2 2 2 16,-4 8 2-16,1 7-4 15,-5 13 0-15,-3 10 9 0,-2 12-10 16,-4 8 2-1,-2 8-4-15,0 0-6 0,0 0-3 16,0 10-27-16,0 20-48 16,0 10-19-16,0-22-114 15,0-1-155-15</inkml:trace>
  <inkml:trace contextRef="#ctx0" brushRef="#br0" timeOffset="3930.82">14949 2552 483 0,'0'0'88'0,"0"0"-76"15,12-42 68-15,-12 33 170 16,0 0-188 0,0 5 2-16,-12 4-40 15,-17 0-22 1,-4 13-2-16,-2 16 0 0,-1 11 7 0,16-5-7 0,7 1 0 31,8-2 0-31,5-2-2 16,0-6-4-16,3-6 6 15,17-4-2-15,4-4 2 0,0-8 1 16,1-2-1 0,-4-2-7-16,-9 0-176 15,-12-8-24-15,0-8-249 16</inkml:trace>
  <inkml:trace contextRef="#ctx0" brushRef="#br0" timeOffset="4154.84">14903 2649 589 0,'0'0'82'0,"0"0"-76"16,0 0 32-16,0 0 68 0,7-21-36 16,-3 21-44-1,0 0-21-15,4 11 5 16,-4 17-9 0,2 8 14-16,-1 4-9 15,1 10-5 1,2-6 4-16,-2-6-2 0,1-6-4 15,-5-16 1-15,0-4 0 16,0-3-3-16,2-8 2 16,4-1-58-16,-4 0-133 15,-2 0-144-15</inkml:trace>
  <inkml:trace contextRef="#ctx0" brushRef="#br0" timeOffset="4614.28">15340 2490 381 0,'0'0'109'16,"0"0"-41"-16,0 0 71 15,0 0-4 1,0 0-58-16,-19-32-15 15,-14 34-52-15,0 16 6 0,2 0 1 0,9 9 3 32,6-2-14-32,12 1-6 0,4 1 0 15,0-5-5-15,2-3 5 16,18 3-2-16,7-1 2 16,1-1-2-16,6 2-5 15,0 2 10 1,-3-2-10-16,-4 0-3 15,-10 0 1 1,-6-4-5-16,-8-2-16 0,-3-4 27 16,0-2-19-16,-10-2 22 15,-36-4 9 1,-12-2-5-16,-2-2 15 0,0 0-17 16,22-2 7-16,13-10-9 0,14-4-1 15,11-4-32-15,0 10-151 16,11 0-183-1</inkml:trace>
  <inkml:trace contextRef="#ctx0" brushRef="#br0" timeOffset="5020.66">15636 2516 561 0,'0'0'36'15,"0"0"-7"-15,0 0 139 16,0 0-53 0,0-15-33-16,7 15-49 15,6 0-25-15,3 0 4 16,6 0-11-16,0 0-1 16,-2 0 3-16,-5 3-6 15,-1 25 3 1,-7 9-8-16,-7 4 6 0,0 10 4 15,-9-7 1-15,-22-4 3 0,-7-2-2 16,2-6 3-16,3-4-6 16,9-8 4-16,8-4 14 15,7-6-8-15,7-5 1 16,2-4-11 0,0-1 2-16,6 0 10 0,26 0 23 15,7 0 8 1,11 0-38-16,4-8-5 15,-4-2-1 1,-7 0-10-16,-7 0-48 16,-36 8-106-16,0-4-216 15</inkml:trace>
  <inkml:trace contextRef="#ctx0" brushRef="#br0" timeOffset="5708.42">16082 2135 1 0,'0'0'430'0,"0"0"-296"0,0 0-39 15,-20-44 85 1,20 40-69-16,0 2-32 0,0 2-29 16,0 0-19-1,0 0-1-15,0 0-16 0,0 0 5 16,0 0-8-16,0 0-10 15,0 0 16-15,0 0-13 0,0 16-2 16,2 4 24 0,11 4-7-16,5 4-13 15,2 1-4-15,11 4 2 16,21 14-4 0,10 3 0-16,7 4 2 0,3 4 0 15,-19-18-2 1,-11-4 0-16,-10-10 1 15,-15-12 1-15,-11-4-2 16,-6-6 0-16,0-1 0 16,0-2 1-16,0 2 2 15,-13 4-3 1,-16 4 0-16,-6 7 14 0,-5 2-10 16,-9 6 5-16,-7 6-8 0,-22 6-1 15,4-2 3-15,8-2-2 16,12-8 17-16,32-14-12 15,8-4-5-15,12-4 3 16,2-2-4-16,0-2-4 16,0 0-1-16,0 0-3 15,0 0 7 1,0 0-21-16,14 0-22 16,-7-2-12-16,3-8-423 15</inkml:trace>
  <inkml:trace contextRef="#ctx0" brushRef="#br0" timeOffset="7212.21">16732 2320 1 0,'0'-2'46'15,"0"-4"22"1,0 4 1-16,0-1-26 16,0 2-1-16,0 1-3 15,0-2 6-15,0 0 3 16,0 0 9-16,0-4-11 15,0 0-13-15,0 0 29 16,0-2-24-16,0 0 17 16,0-5-7-16,2-2 8 15,3-2-2-15,0 3-6 16,-1-2-2-16,0 9 16 16,1-1-17-16,-3-1-4 15,2 8-10-15,-2-3 9 16,-2 1-18-16,0 3-15 0,2 0 13 31,-2 0-19-31,0 0-1 16,6 0-3-16,0 21-13 15,7 8 11-15,5 8 5 16,0 5 7-16,9 20-7 16,-5 0 0-16,3 0 0 15,0-2 4-15,-8-20-7 16,-1-8 3-16,-5-10 0 0,-3-8 4 15,-3-5-4-15,2-7 0 16,-5-2 2-16,0 0 1 16,3 0 6-16,1-2 2 15,6-25 28-15,1-10 28 16,5-8-50-16,-1-5 0 16,8-4-14-1,2-22 1 1,0-6-4-16,-2-3-3 15,-6 7 3-15,-10 26 0 16,0 14 3-16,-7 14 1 16,0 8-3-16,-2 10-2 15,3 6-2-15,-3 0 2 0,0 0-5 16,0 0-1-16,0 4-40 16,0 24-30-16,0-12-298 15,0 0 4-15</inkml:trace>
  <inkml:trace contextRef="#ctx0" brushRef="#br0" timeOffset="7613">17492 2292 518 0,'0'0'185'0,"0"0"-126"16,2-4 39-16,-8 4-4 0,-17 0-83 16,-6 0-5-16,0 18-6 15,0 10 0 1,4 8 7-16,6 4-4 0,5-2-2 15,10 2 5-15,4-4 1 16,0-5-7-16,0-5 0 16,4-4 14-16,25-6-8 15,4-7 4 1,8-5 15-16,-1-4-20 16,-11 0-5-1,-6 0-41-15,-13-9-68 16,-10-4-87-16,0 2-151 15</inkml:trace>
  <inkml:trace contextRef="#ctx0" brushRef="#br0" timeOffset="7867.11">17457 2486 197 0,'0'0'292'16,"0"0"-212"-16,0 0-4 0,-9-32 55 16,9 30-33-16,0 2-27 0,0 0-17 15,0 0-21-15,0 0-5 16,0 0-14-16,0 16-14 15,2 8 0-15,7 8 8 16,6 4 4-16,1 0 8 16,-3 5-12-16,1-5 0 31,-3-6 0-31,-3-6-5 0,0-6-3 16,-4-4 0-16,-4-6-3 0,0-4-33 15,0-4-105 1,0 0-100-16,0 0-154 15</inkml:trace>
  <inkml:trace contextRef="#ctx0" brushRef="#br0" timeOffset="8368.77">17855 2342 411 0,'0'0'112'0,"0"0"-32"16,0 0 38-1,0 0 28 1,0 0-54-16,-9-32 10 15,-13 32-91-15,-9 0-8 0,0 0 18 16,0 8-2 0,6 8-11-16,11 2-1 15,8 0-4-15,6-2-6 16,0 0-3-16,2 4 6 0,20 0-1 16,5 2 3-16,2 4 6 15,5 0-8-15,-3 2-2 16,-4 2-1-16,-5-1-18 15,-7-1-1-15,-10-6 11 16,-5-4 0-16,0-2 5 16,0-6 6-1,-34-2 4 1,-8-6 5-16,-11-2 6 0,-8 0 1 16,10-6-10-16,4-13 0 15,14 1-6-15,8 0-2 16,15 0-12-16,10 4-122 15,0 9-147-15,4 1-107 16</inkml:trace>
  <inkml:trace contextRef="#ctx0" brushRef="#br0" timeOffset="8918.58">18029 2326 469 0,'0'0'140'16,"5"-4"-78"-1,-5 2 27-15,2 2 6 16,2 0-32-16,3 2-29 16,1 24-19-16,9 10 25 15,-2 12-2 1,9 28 6-16,-1 7 34 15,-4-5-51-15,2-4-26 16,-10-30 1-16,-4-6 1 16,-5-10-3-16,-2-16-6 0,0-12-74 15,0-6-371-15</inkml:trace>
  <inkml:trace contextRef="#ctx0" brushRef="#br0" timeOffset="11446.62">18945 2202 141 0,'0'1'46'0,"0"-1"-46"0,-3 0 0 16,3 0 1-16,-2 0 9 15,2 0 0-15,-2 0 13 0,2 0 1 16,0 0-8-16,-2 0-8 16,0 3 2-16,-2-3-9 15,-2 1 1 1,2-1-2-16,2 0 4 15,0 0-2-15,-1 0 1 16,-1 0-3 0,-2 0-3-16,-6 0-30 15,1 0 10-15,2 0 12 16,0 0 11-16,2 0 4 16,3 0 36-16,0 0 6 15,2-1 1-15,-1-3 29 16,1 0-23-16,0 1-20 0,-2-1 10 15,-1-2-13-15,-2 5 73 16,3-6-67-16,2 6 21 16,2-4-5-16,-3 3-7 15,3 0-1-15,0 2-22 16,0 0-8-16,0 0 2 16,0 0-6-16,0 0 16 15,0 0-7 1,0 0-10-16,0 0 0 15,0 0-9-15,13 9 0 16,6 6 17-16,3 6-8 16,9 2 10-16,5 6-5 15,8 3 2-15,5 2-14 16,7 0 1-16,11 4-1 16,-9-4 2-16,-10-6-5 15,-9-10 1-15,-26-10 0 16,-9-8 2-16,-4 2-2 0,0-2 3 15,0 2 6 1,0 0 21-16,0 3 4 0,-15 0-26 16,-7 8-7-16,-7 5 10 15,-5 4-11-15,-9 10 1 32,-3 1 3-32,-8 7-5 0,-8 1 1 0,-11 1 0 31,4-8 3-31,13-10-2 15,15-8-1-15,31-12 0 0,7-4 6 0,3 0-12 16,0 0 5 0,0 0-11-16,19 0 1 15,12 0-34-15,4-6-17 16,-15-2-100-16,-4 0-191 16</inkml:trace>
  <inkml:trace contextRef="#ctx0" brushRef="#br0" timeOffset="12087.25">19562 2169 464 0,'0'0'92'0,"0"-34"-74"0,0 25 86 16,0 0 39 0,0 5-63-16,0-2-54 0,4 4 20 15,-2 0-15-15,0 0 10 16,-2 2 11-16,0 0-19 15,0 0-5-15,0 0-20 16,0 0-9-16,0 0-10 16,8 16 8-16,3 30 0 15,7 12 6 1,1 9 1-16,4 5-4 16,-1-16 1-16,0-2 3 15,-4-10-4-15,3-7 0 16,-8-7 0-16,-3-12 1 15,2-7 1-15,-5-4-2 16,-1-5 0-16,-4-2 6 16,0 0-2-16,6 0 54 0,5-9-16 15,7-17-1-15,5-7-32 16,6-26 4 0,2-3 4-16,1-6-7 15,1-6 1-15,-8 16-11 0,-5 4 0 16,-4 8-1-16,-7 9-1 31,-2 9 2-31,-4 8 2 0,-1 8 0 16,-2 6-2-1,-2 2 0-15,0 4-5 16,0 0-5-16,0 0-115 16,0 2 6-16,0 18-104 15,0-8-30-15,0 2-136 16</inkml:trace>
  <inkml:trace contextRef="#ctx0" brushRef="#br0" timeOffset="12404.88">20297 2318 445 0,'0'0'265'15,"0"0"-210"-15,0 0-24 16,16 16 45-1,-14 6-49-15,1 10-25 0,1 12 24 16,0 2 3-16,-2 2-9 16,3-1 16-16,-1-6-14 15,3-4-7 1,0-9 7-16,-1-4-20 16,-1-8 3-16,-1-4-4 15,0-4 2 1,-1-6 0-16,2 0-3 15,-5-2-2-15,2 0-41 0,0 0-66 16,0-4-50 0,-2-10-170-16,0-2-114 0</inkml:trace>
  <inkml:trace contextRef="#ctx0" brushRef="#br0" timeOffset="12620.26">20226 2438 28 0,'0'0'559'0,"0"0"-446"15,0 0-71 1,0 0 202-16,0 0-170 16,-37-64-49-16,49 62-13 15,38 0-7 1,12-2 24-16,18 2-9 0,5-2 7 16,-21 2-18-16,-8 2-5 15,-20 0 1-15,-20 0-5 16,-16 0-41-16,0 0-76 0,-25 0-394 15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4:42.2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1109 1873 195 0,'0'-2'44'16,"0"0"-19"-16,0 0 14 15,0 2 12-15,0-3 13 16,0 2-37-16,0 1-6 16,0-4 7-16,0 4 21 0,0-3-43 15,0 3-3-15,0 0 5 16,0-1-8-1,0 1 3-15,0-2-2 0,0 2 4 16,0 0-6-16,0 0 1 16,0 0-9-16,0 0 1 15,0 0-13 1,0 0 3-16,0-2 13 16,0-3 5-16,0 1 13 15,0 0-4 1,0 0 12-16,0-2 78 15,0 2-41-15,0 0 0 0,0 3-14 16,0-2-10 0,0 1 3-16,0 2-4 0,0-1-2 15,0 1-14-15,0 0 7 16,0 0 0-16,0 0-10 16,0 0 6-16,0 0-20 15,0 7 0-15,4 22-4 16,1 7 4-16,-5 11 24 15,0 12-10 1,0 9 17-16,0 10-25 16,0 1-6-16,0-3 8 15,0-4-7 1,0-18 1-16,0-18 7 0,0-14 0 16,0-18 18-16,0-4-12 15,0 0 4-15,0 0 0 16,0 0-9-16,0 0 7 0,2 0-5 15,3 0-9-15,2-6 12 16,1-6-15 0,-3 0-2-16,1-2-36 0,-1-6-26 15,-3-6-64-15,-2 14-143 16,0-8-190 0</inkml:trace>
  <inkml:trace contextRef="#ctx0" brushRef="#br0" timeOffset="332.71">1082 1770 512 0,'0'0'93'0,"0"0"-64"15,-11-24 70-15,11 24 55 16,0 0-80-16,0-2-34 15,0 2 4-15,0 0-18 16,5 0-13-16,15-2 4 16,13 0 11-16,14-4 26 0,11-2-24 15,11 0-19-15,3-4 9 16,1 4-14-16,-9 0-1 16,-14 2 2-16,-17 4-11 15,-16 0 2-15,-11 2-14 16,-6 0-5-1,-23 12-57-15,-26 14-2 16,13-10-63-16,7-6-216 16</inkml:trace>
  <inkml:trace contextRef="#ctx0" brushRef="#br0" timeOffset="921.33">1122 2067 548 0,'0'0'208'16,"0"0"-171"0,0 0 50-16,0 0 69 15,-24 10-74-15,46-10-82 16,11-6 16-16,10-2-16 16,6 4 5-1,-2-2-5-15,-3 4-1 16,-5 0 1-16,-18 2-5 15,-5 0-4-15,-14 0-12 16,-2 0-43-16,0 0 10 16,0 0-28-16,0 0 41 15,0 0 15-15,0 0 12 16,0 0 12-16,0 0-1 16,0 0 6-16,0 0 7 15,0 0 5-15,0 0 7 16,0 2 17-16,0 10-15 15,-4 8-12-15,-14 10-10 16,1 12 1-16,-2 6 5 16,9 2-2-16,0 3 10 0,8-9-16 15,2-4 6-15,0-10-4 0,9-6 1 16,15-10 6 0,7-10 1-16,8-4 0 15,-8-2 30-15,2-24-19 0,-6-14 2 16,-7-6 1-16,-11 0-20 31,-9-7 21-31,0 6-15 0,0 0-5 16,-20 5 11-16,0 12-12 15,0 10 5-15,-2 12-3 16,-3 8-14-16,-2 0-61 16,0 8-63-16,8 16-37 15,17-12-75-15,2-2-86 16</inkml:trace>
  <inkml:trace contextRef="#ctx0" brushRef="#br0" timeOffset="1256.9">1499 2115 265 0,'0'0'166'15,"0"0"-126"-15,0 0 18 16,107-22 88-16,-91 30-74 16,-3 24-46-1,3 11-26-15,-5 2-2 16,-1 0 2-16,2 5 8 15,-1-4 5-15,-2-8-13 0,-2-8 2 16,-7-18 7-16,0-6 7 16,0-4 21-16,0-2 29 15,0 0 15-15,0-2 16 16,0-26 7-16,-7-10-63 16,2-8-10-16,5-4-19 15,0-5 8 1,0 1-5-16,9 7-11 15,9 8-4-15,5 13-10 0,-2 10 7 16,2 12-9 0,-7 4-18-1,-3 0-50-15,-9 20-110 16,-4-6-80-16,0-2-328 16</inkml:trace>
  <inkml:trace contextRef="#ctx0" brushRef="#br0" timeOffset="2858.28">2326 1820 424 0,'0'-10'159'0,"0"6"-139"16,0 3 31-16,0-2 84 16,0 3-38-16,0 0-50 15,0 0-24-15,0 0-4 16,0 0-5-16,0 0 25 16,0 0-39-16,0 14-2 15,4 12 23-15,7 9-9 0,0 2-3 16,7 24-6-1,3 7 3-15,-4 2-4 16,1 1-2-16,-7-21 1 16,-3-8 5-16,2-8-6 15,-6-10 0-15,1-8 0 16,-3-4 8 0,0-10-5-16,0-2 17 15,0 0 18-15,3 0-3 16,0-18 9-16,1-10 18 15,5-10-41-15,-2-11-5 16,3-5 0-16,3-26 6 16,5 0-21-16,1 6 7 15,-2 8-8-15,-5 23 0 0,-3 10 10 16,-3 6-7-16,2 8 1 16,-8 10 2-16,2 3-1 15,-4 6-10-15,0 0 5 16,0-2-12-16,0 2 12 15,0 0-33-15,0 0-84 16,0 4 2-16,-4 14-23 0,-2-9-99 16,0 0-88-1</inkml:trace>
  <inkml:trace contextRef="#ctx0" brushRef="#br0" timeOffset="3291.36">2786 2155 134 0,'0'0'154'16,"0"0"-134"-16,29 0 9 15,-21-2 111-15,-2-10-11 16,1-2-44-16,-3-2 20 16,-2 4-18-16,0 4-7 15,-2 0-12-15,0 4 34 16,0 4-99 0,0 0 7-16,0 0-10 15,-19 8-5 1,-10 28 3-16,-7 12-2 15,3 5 4-15,15-10-1 0,9-4-3 16,5-9 0-16,4-6 0 16,0-6-2-16,0-4 3 15,15-6-9-15,3-4 9 0,6-4-2 16,1 0-25 0,-1 0-24-16,-3-4-233 15,-17-4 21-15,-4-2 8 0</inkml:trace>
  <inkml:trace contextRef="#ctx0" brushRef="#br0" timeOffset="3499.62">2831 2274 144 0,'0'0'211'0,"0"0"-92"16,0 0-28-16,0 0 61 15,5-43-19-15,-5 43-44 16,0 0-29-16,0 0-51 16,0 7-9-16,0 21-1 15,0 4 1-15,2 8 19 16,2 4-17-1,1 0 7-15,-2 0-9 16,3 5 0 0,-2-8-1-16,3-6 2 15,-1-9-1-15,-3-16 0 0,2-6-7 16,-1-4-45-16,0 0-160 0,-4-4-79 16</inkml:trace>
  <inkml:trace contextRef="#ctx0" brushRef="#br0" timeOffset="3932.09">3116 2101 726 0,'0'0'62'15,"0"0"-50"-15,0 0 97 16,0 0 10-16,23-50-59 0,-23 50-22 15,-7 0-38-15,-13 0 0 16,-5 18 24 0,1 6-12-16,4 0-5 15,4 0-3-15,10-2-8 0,6 4 2 16,0 13-2 0,8-3-1-16,23 2 1 0,6-4 4 15,-9-8-1-15,1-2 2 16,-6-4-9-16,-10-6 8 15,-6-2-15-15,-7-4 15 16,0 0-11 0,0-2-5-16,-23-2 16 15,-6 0 0 1,-2-4 20-16,2 0-9 0,10 0-4 16,1 0-7-16,7-4-47 15,9-12-47 1,2 2-67-16,0 2 34 0,0-4-24 15,8 12-62-15,5 0-45 0</inkml:trace>
  <inkml:trace contextRef="#ctx0" brushRef="#br0" timeOffset="4566.42">3455 1917 191 0,'0'0'505'0,"0"0"-449"15,0 0-7-15,-23-24 86 0,23 24-57 16,0 0-41-16,0 0-34 16,0 6-3-16,14 16 0 15,7 6 1-15,5 0 6 16,5 2 16-1,5 6-18-15,2 0 13 0,2 2-18 32,0 2 7-32,-2-6-7 0,0 1 2 15,-9-9-3 1,-4-7 3-16,-10-6-2 16,-13-8 0-16,-2-2 2 15,0-3-1-15,0 0 4 16,0 0 2-16,0 0 15 15,0 0-18-15,-11 6 12 0,-18 6-12 16,-9 4 3-16,-13 10-6 16,-7 4-1-16,-2 2 7 15,-1 0-5-15,11-4 2 16,5-8 5 0,16-6-9-16,14-6 13 0,10-5-13 15,5-3-8 1,7 0 4-16,24 0-86 15,7-7-29-15,-18-4-120 16,-5-2-232-16</inkml:trace>
  <inkml:trace contextRef="#ctx0" brushRef="#br0" timeOffset="4999.39">3899 1860 831 0,'0'0'183'0,"0"0"-182"16,0 0 13-16,13-32 78 15,-11 32-28-15,0 0-58 16,5 14-6-16,0 17-7 16,4 13 2-16,2 6 15 15,1 4-8-15,1 8-2 16,7 12 0-16,1-3 2 15,-4-15 0-15,0-10-2 16,-11-26 0 0,0-12 1-16,-6-4 1 15,0-4-2-15,0 0 6 16,7-12 8-16,2-24 54 16,5-16-17-16,-1-12-28 15,5-4 6-15,1-9-21 16,2 3 6-16,2 6-6 15,-5 10-7-15,-1 11-1 0,-9 17 0 16,-5 12-4-16,-5 15 4 16,0 3-4-16,0 11-24 15,-9 21-76-15,0-10-23 16,-4-1-209-16</inkml:trace>
  <inkml:trace contextRef="#ctx0" brushRef="#br0" timeOffset="5353.53">4427 2239 111 0,'0'0'689'0,"0"0"-645"16,0 0-41-16,0 17 40 16,0 5 36-16,0 7-47 15,0 10-1 1,0-3-22-16,0 12 3 16,9-2 21-16,-7-3-28 15,4-6 10-15,2-19-15 16,-2-4 1-16,1-3 3 15,-3-7-4-15,-4-4 0 16,0 0-2-16,0 0-54 16,0-12-83-16,0-5-75 0,-4 2-313 15</inkml:trace>
  <inkml:trace contextRef="#ctx0" brushRef="#br0" timeOffset="5538.38">4224 2159 838 0,'0'0'195'16,"0"0"-195"-16,0 0 13 16,0 0-4-16,43-29 64 0,3 26-37 15,10 2-17 1,-2-2-10-16,-8 3-5 16,-8 0-7-16,-12 0-44 15,-10 0-121 1,-16 0-206-16</inkml:trace>
  <inkml:trace contextRef="#ctx0" brushRef="#br0" timeOffset="5901.34">5006 2424 439 0,'0'0'386'0,"0"0"-369"16,0 0 77-16,0 0-27 0,7 74 30 15,-7-30-50-15,-12 1-37 16,-7-1 6-16,-4-14-16 16,3-4-1-16,0-10-6 15,16-16-106-15,4 0-261 16</inkml:trace>
  <inkml:trace contextRef="#ctx0" brushRef="#br0" timeOffset="8580.14">5855 1923 290 0,'-5'-6'53'0,"3"-2"-45"0,2 2 28 16,0 2 64-16,-2 0-19 31,2 4-65-31,0-2-5 16,0 2 8-16,0-2 43 0,-2 0 4 15,2 2-25-15,0 0 14 16,0 0-20 0,0 0-9-16,0-2 44 15,0 2-53-15,0-2 2 16,0 2-9-16,0 0 1 0,0 0-11 16,0 0-6-16,0 14 4 15,4 18-12-15,7 10 14 16,3 10 5-16,-1 6-1 15,1 0 1-15,-1-1-5 16,0-7 0-16,1-12 0 16,-6-10 0-1,1-12 0-15,-4-8 0 16,-3-6 6-16,3-2 9 16,-3 0 28-16,0 0 14 15,4-12-7 1,1-27 20-16,3-15-33 0,5-14-32 15,-4 4 24-15,2-4-21 16,2 2-4-16,-3 8 5 16,1 6-8-16,-1 7 3 0,-1 11-4 15,-1 9 3-15,-2 4-7 16,-2 7 4 0,-1 8 0-1,-3 4-8-15,0 2-2 0,-2 0-12 16,0 0-26-1,2 0-6-15,-2 21-46 16,2 8-25-16,-2-11-72 16,0-7-183-16</inkml:trace>
  <inkml:trace contextRef="#ctx0" brushRef="#br0" timeOffset="8882.01">6280 1989 635 0,'0'0'129'0,"0"0"-129"0,16 40-33 15,-11-10 33-15,1 8 29 16,1 6 31-16,-3 4-20 0,0 1-6 16,1-5-13-16,0-8 16 15,-1-6-16-15,-1-8 11 16,1-8-22-1,-4-4-7-15,4-4 11 0,0-4-16 16,3-2 2-16,-4 0-20 16,1 0-27-1,1-12-51 1,-5-16-50-16,0 8-123 16,0 2 23-16</inkml:trace>
  <inkml:trace contextRef="#ctx0" brushRef="#br0" timeOffset="9151.57">6301 1965 217 0,'0'0'489'16,"0"0"-412"-16,0 0-38 15,0 0 35-15,0 0-45 16,24-34-29 0,14 66 0-16,2 10 0 0,2 14 0 15,-15-2-6-15,-2-2 6 16,-7-2 0-1,-7-7-3-15,-7-9 8 16,-4-6-5-16,0-4 6 16,-4-8-2-16,-19-4 19 15,1-6 31-15,2-2-22 16,-2-4-6-16,1 0-27 16,2 0-23-16,3 0-105 15,13-8-174-15,3-2-115 16</inkml:trace>
  <inkml:trace contextRef="#ctx0" brushRef="#br0" timeOffset="9636.62">6788 2021 491 0,'0'0'124'0,"0"0"-121"15,0 0 35 1,0 0 133-16,39-74-84 16,-39 72-15-16,0 2-23 15,0 0 0-15,0 0 4 0,0 0-39 16,-14 0-13-16,-9 0 10 16,-8 10 0-16,0 4 8 15,3 6-18-15,7 2 0 16,11 2 7-16,2 4-8 15,8 0-3-15,0 2 1 16,4 8-7-16,31-3 8 16,5-3 1-16,-1-1-4 15,-5-8 4-15,-5-1-1 16,-9-2-9-16,-7-6-11 0,-3-2 19 16,-10-6-6-16,0 2 0 15,0-2 4-15,-12 0-18 16,-19 0 22-1,-11-2 13 1,-6 0 21-16,2 0-24 16,3-2 1-16,10-2-8 15,8 0-3-15,10 0-13 16,13 0-65-16,2-8-130 16,0-2-141-16</inkml:trace>
  <inkml:trace contextRef="#ctx0" brushRef="#br0" timeOffset="10487.88">7506 1873 337 0,'0'0'395'0,"0"-14"-392"16,0 14 3-16,0 0 24 15,0 0 63-15,0 0-42 0,0 0-25 16,0 0-7-16,0 0 4 15,-4 0 1-15,-8 4-24 16,-5 16 17 0,-8 4-13-16,-6 12 0 0,-5-2 7 15,-7 6-8 1,-1 2 4-16,-3-6 6 16,7-4-7-16,7-6 19 15,8-8-3-15,14-5-11 16,5-8 16-16,6-3-26 15,0-2 0 1,0 0-10-16,0 0 9 16,0 0 1-16,15 4 4 15,18 4 21-15,7 9-13 0,12-2-8 16,4 6 0-16,-5-3 2 16,-2-4-9-16,-6 0 2 15,-8-2 0-15,-8-4 2 16,-10-2-2-16,-8-2 0 15,-6 0-2-15,-3-2-6 16,0 0-5 0,0 0-28-16,0 0-144 15,0-2-6-15,-7 0-79 16,4 0-230-16</inkml:trace>
  <inkml:trace contextRef="#ctx0" brushRef="#br0" timeOffset="11045.07">7720 1654 628 0,'0'0'94'16,"0"0"-58"-16,4-18 20 16,-4 18 27-16,0 0-29 15,3 2-45-15,1 20-4 0,0 12 24 16,5 6 5-16,3 4-4 16,-2 5-5-16,6 2 4 15,0 3-29-15,2 3 4 16,-1-1 1-16,3 8-1 15,1-4 1-15,-2-12-5 16,-1-9 0-16,-9-21 20 16,-2-10-13-16,-5-4 14 15,-2-4 0-15,0 0-5 0,0 0 15 16,3-2 0-16,1-26 5 16,3-11 21-16,1-12-41 15,4-6 6-15,5-7 0 16,4-2-15-16,-2-4-7 15,2-1 0-15,-5-3 0 32,-1 10 4-32,-7 18-4 0,-2 12 0 15,-4 22 4-15,-2 8-6 16,0 2 2-16,0 2-11 16,0 0-8-16,0 4-60 15,0 20-18-15,-12 2-34 16,8-14-210-16,-3-2-303 15</inkml:trace>
  <inkml:trace contextRef="#ctx0" brushRef="#br0" timeOffset="11663.61">8170 2113 148 0,'0'0'578'0,"0"0"-566"16,0 0-3-16,2-14 89 16,2-6 5-16,-1 6-17 0,-3 2-36 15,0 6-24-15,0 6 6 16,0 0-13-16,-20 0-9 15,-9 0-9-15,-5 14-1 16,-3 16 0-16,0 5-1 16,9 2 2-16,6 6-6 31,10-5 5-31,10-6-9 0,2-6 2 16,0-6 5-16,16-4 2 15,15-6 0 1,5-4-7-16,1-6-2 15,-6 0-34-15,-10 0-18 16,-6 0-89-16,-10-14-68 0,-5-6-46 16,0-4 118-16,0 2 146 15,-2 4 35-15,-5 0 88 0,2 6 32 16,3 6-46 0,2-1 21-16,0 7 55 15,0 0-116-15,0 0-43 16,0 0-20-16,0 8-6 15,0 24 5-15,0 9 3 0,4 5-2 16,3-8-2-16,-4 0 4 16,-1-4-8-16,0-6 0 15,0-5-1-15,-2-10 1 16,3-3-1-16,-1-4 0 16,-2-2-27-16,0-4-33 15,0 0-128 1,0 0-469-16</inkml:trace>
  <inkml:trace contextRef="#ctx0" brushRef="#br0" timeOffset="12063.8">8357 2061 422 0,'0'0'279'0,"0"0"-198"0,29-62-52 16,-29 62 91-1,0 0-13-15,0 0-66 16,-5 0-49-16,-12 16 8 16,-3 6 18-16,-5 6 3 15,8-2-17 1,5-2 6-16,10 0-10 16,2-1 1-16,0 3-6 15,6-1 5-15,15 1 0 16,1-1 6-16,-2-3-6 15,-2-2 1-15,-10 0-3 16,-1-6-5-16,-7 0 5 16,0-4-9-16,0 2-6 0,-11 0 17 15,-14-2 13-15,4-4-9 16,-6-2-1 0,7-4 2-16,5 0-5 0,1 0-33 15,11-8-79-15,3-12-43 16,0 8-53-16,0 0-69 15</inkml:trace>
  <inkml:trace contextRef="#ctx0" brushRef="#br0" timeOffset="12349.08">8622 1963 672 0,'0'0'73'0,"0"0"-42"16,0 0 86-16,4-10-26 15,3 10-69-15,3 2-22 16,2 4 0-16,9 0 7 16,4-4 12-16,6-2 52 0,6 0-57 15,1 0-2-15,-7 0-12 16,-2 0 1-1,-8 0-7-15,-13-4 0 0,-8 2-47 16,0 2-62-16,-6 0-105 16,-12 0-316-16</inkml:trace>
  <inkml:trace contextRef="#ctx0" brushRef="#br0" timeOffset="12827.44">8914 1718 625 0,'0'0'218'16,"0"0"-188"-16,0 0-1 0,0 0 102 15,0 0-73-15,18-22-58 16,-5 42-3-1,3 12-5 1,-1 8 12-16,1 5-2 16,-5 0 3-16,3 6-5 15,-1 7 0 1,1 0 1-16,-1-8-1 0,-1-12 0 16,-4-20 0-16,-2-10 8 15,-3-5-6-15,-1-3 14 16,2 0 14-16,2-7 27 0,6-22-7 15,1-14 5-15,5-3-26 16,0-4-12 0,4-5 10-16,3-3-17 0,-2-6 1 15,0 2-8-15,-2 8-2 16,-3 8 0-16,-7 14 7 16,-5 12-7-16,-4 10-1 15,-2 10-10-15,0 0 10 16,0 0-65-16,-6 14-44 15,-5 0-129-15,1-2-221 16</inkml:trace>
  <inkml:trace contextRef="#ctx0" brushRef="#br0" timeOffset="13096.76">9422 1955 82 0,'0'0'824'16,"0"0"-814"-16,0 0 6 16,13 88-4-16,-13-50 58 0,0 7-40 15,0 2-8-15,0 0-6 16,0-3-15 0,0-6 10-16,0-8-7 0,0-6 7 15,0-10-11-15,0-4 0 16,0-6-1-1,0-4 0 1,0 0-27-16,0 0-91 16,0-10-50-16,0-4-146 15,-4 0-161-15</inkml:trace>
  <inkml:trace contextRef="#ctx0" brushRef="#br0" timeOffset="13266.08">9248 1967 690 0,'0'0'350'0,"0"0"-315"16,0 0-23 0,0 0 90-16,0 0-63 0,70-54-22 15,-8 50 3-15,0 0-18 16,-7 0 0-16,-14 4-2 16,-24 0-15-16,-17 0-114 0,-6 0-335 15</inkml:trace>
  <inkml:trace contextRef="#ctx0" brushRef="#br1" timeOffset="31466.9">327 3507 368 0,'0'-8'71'16,"0"4"-59"-16,0 2 110 0,3 0-50 15,1 2-20 1,-4-2-20-16,0 0 12 15,0 2-5-15,0 0-3 16,0 0 11 0,0 0-17-16,0 0 2 0,0 0 5 15,0 0-29 1,0 0 9-16,0 0-4 0,0 0-6 16,0 0 13-16,0 0-11 0,0 0-4 15,0 0 3 1,0 10 3-16,0 10-3 15,2 8-1-15,0 6 9 16,0 20-8-16,-2 15 1 16,0 4 9-16,0 4-17 15,0-11 17-15,0-6-11 0,0-4-2 16,0-3 20-16,0-8-23 16,0-6 3-16,0-7 10 15,0-10-8-15,0-6 8 16,0-6-13-16,0-4 2 15,0-4 17-15,0-2-20 16,0 0 13 0,0 0-11-16,0 0 15 15,0 0-9-15,0 0-5 16,0 0 11 0,0 0-13-16,0 0-1 0,0 0-1 15,0 0 3-15,0 0-7 16,0 0-13-16,0 0-12 15,0-10 6-15,0 0-26 0,0-4-24 16,0 2-35 0,0 8-452-16</inkml:trace>
  <inkml:trace contextRef="#ctx0" brushRef="#br1" timeOffset="31822.34">205 4245 112 0,'0'0'305'0,"0"0"-247"16,-25 16-36-16,23-14 109 0,2-2-24 15,0 0-28 1,0 0 27-16,0 0-69 16,0 0 4-16,0 0-14 0,0 0 6 15,0 0-7-15,11 0-24 16,11 0 12-16,9 0 28 15,3 0 7-15,3 0-18 16,-3 2-27-16,-7 0 8 16,-7 0-12-16,-7 0 0 15,-7 0 4 1,0 0-4-16,-6 0 0 16,0-2 2-1,0 0 4-15,0 0-6 16,0 0-2-16,0 0-2 0,0 0-11 15,0 0-32 1,0 0-50-16,0 0-73 16,0 0-134-16</inkml:trace>
  <inkml:trace contextRef="#ctx0" brushRef="#br1" timeOffset="32457.12">260 3517 329 0,'0'0'156'0,"0"0"-138"16,-22-2 31-16,22 2 68 15,0 0-37-15,0 0-26 16,0-2-30-16,0 2-2 15,0-2 17-15,0 0 12 16,0 2-4-16,4-2-1 16,19 2 10-16,3-2-17 0,13-2 5 15,-2 2-10-15,1-2-16 16,-5 2-18-16,-2 0 0 16,-2 0 6-16,-4 0-6 15,-10 0 0-15,-5 0-1 16,-8 2 0-16,-2 0 0 15,0 0-21 1,0 0-38-16,0 0-41 16,0 0-138-16,0 0-159 15</inkml:trace>
  <inkml:trace contextRef="#ctx0" brushRef="#br1" timeOffset="32889.92">512 3914 171 0,'0'0'172'15,"0"0"-139"-15,0 0 71 16,0 12-27-16,0 2-4 16,0 4-13-16,5 4 6 15,3 6-22-15,1 1 4 16,-5 8-18-16,1 7 2 0,-2-1 5 16,-1 3-1-16,2-8-7 15,0-4-7-15,-1-8-20 16,-1-8 16-16,0-6-8 15,0-8-8-15,0-4 17 16,-2 0-16-16,2 0 4 16,2 0-5-16,-4-6-2 15,2-18-15-15,-2-10-105 16,0-6-29-16,0 26-58 0,0-2-86 16</inkml:trace>
  <inkml:trace contextRef="#ctx0" brushRef="#br1" timeOffset="33207.6">575 3904 851 0,'0'0'34'0,"0"0"-33"16,0 0 105-16,0 0-52 16,0-26-37-16,23 26-17 15,12 0 4-15,-7 18-3 16,1 10 1-16,-2 2 0 0,0 4-3 15,-7 2 3-15,-1 0-2 16,-9 0 1-16,-6 3 2 16,-4-6-4-16,0-1 1 15,-4-1-3-15,-23-9 0 16,-2-2 3-16,-6-6 4 16,6-6-1-1,-3-2 2 1,5-6-4-16,9 0 0 0,3 0-1 15,3 0 0-15,6-4-32 16,6-6-79-16,0 6-98 16,0-2-156-16</inkml:trace>
  <inkml:trace contextRef="#ctx0" brushRef="#br1" timeOffset="33693.21">968 4004 224 0,'0'0'347'0,"0"0"-322"16,0 0 7-16,0 0 125 16,48-66-28-16,-48 64-59 15,0 2-4-15,0 0-18 16,0 0-18-16,0 0-9 15,0 0-11-15,-19 0 5 16,-2 0-12-16,-2 12 4 0,5 0-7 16,7 0 0-16,5 2-3 15,6 0 0-15,0 0-2 16,0 2 3-16,2 2-8 16,13 2 7-16,7 0-2 15,-1 1 5-15,-4 2 6 16,-3 2-5-16,-5-1-1 15,-3-2 0-15,-4 0-7 16,-2-4 5-16,0-4 2 0,-6-2 14 16,-28-2-10-1,-5-6 5 1,-11-4 9-16,4 0-6 0,7 0 12 16,6-8-9-1,11-10-12-15,4-4 2 16,10-2-5-16,8 0-28 15,0 4-74-15,10 14-164 16,9 4-168-16</inkml:trace>
  <inkml:trace contextRef="#ctx0" brushRef="#br1" timeOffset="34366.61">1178 3878 535 0,'0'0'191'0,"-15"-2"-168"0,15 2 129 15,0 0-59-15,0-4-55 16,0 4-15-16,0-2-23 16,2 0 5-16,13 0-5 15,12 0 2-15,11-4 24 16,5 2 34-16,3 2-34 16,-5 0-9-16,-4 2-11 15,-8 0-2-15,-2 0 0 16,-10 0-4-1,-3 0 0-15,-7 0-8 16,-5 0-9-16,-2 0-16 0,0 0-42 31,0 4-38-31,0-2-49 16,-11 2-125-16</inkml:trace>
  <inkml:trace contextRef="#ctx0" brushRef="#br1" timeOffset="34665.98">1221 4004 662 0,'0'0'39'15,"0"0"-38"-15,0 0 87 16,0 0 20-16,-16 14-61 16,16-12-25-16,0 2-10 15,22 0 44-15,9-2 10 16,11-2-12-1,10 0-4-15,4 0-30 16,2 0 0-16,-7 0-7 16,-8 0-11-16,-14-2 7 15,-12 2-9 1,-11 0 0-16,-6 0-2 0,0 0 2 16,0 0-5-16,0 0-16 15,-11 0-2-15,-13 0-75 16,9 2-84-16,-4 2-242 15</inkml:trace>
  <inkml:trace contextRef="#ctx0" brushRef="#br1" timeOffset="38166.51">1711 4261 317 0,'0'0'31'15,"0"0"54"-15,2 0 30 16,-2 0-42 0,2 0-1-16,-2 0 1 0,0 0-10 15,0 0 3-15,3 0-9 16,1 0 1-16,0-10-10 15,5-4-26-15,-2-4 9 0,4-4-8 16,0-4-3-16,3-8 9 16,1-4-19-1,3-6 9-15,-1-9-6 16,2-5-18-16,-4-4 5 0,-4-2 0 16,-4-6 0-1,-5 11-7 1,-2 13 2-16,0 16 1 15,0 18 8-15,0 10-4 16,0 2 0-16,0 0 0 16,0 0-5-16,0 0 5 15,0 0-10-15,0 0 4 16,0 0-19-16,0 4 10 16,0 20-10-16,0 12 21 0,-4 8 4 15,-1 5 0-15,5-1 0 16,0 6 2-16,0-2-3 15,0-10 1-15,0-8 0 16,0-14-2-16,0-8 2 16,3-6 0-16,1-4-1 15,0-2 0 1,3 0 1-16,4 0 1 16,5-6 9-16,2-14 21 15,-1-8-13 1,1-2-3-16,1-6 3 15,0-6-7-15,-1-4-11 0,-1-6 1 16,-3-11 2 0,-7 8-2-16,-3 8-1 0,-4 15 0 15,0 20 3-15,0 4-2 16,0 8 0-16,0 0 0 16,0 0 5-16,0 0-6 0,0 18-8 15,0 18-3-15,0 12 9 16,0 7-5-1,0 1 7 1,0-4 4-16,0-4-4 16,0-6 0-16,0-8-2 15,9 0 7-15,0-10-12 16,-2-4 7-16,2-8-2 16,-5-6-3-16,1-3-7 15,-3-3-52-15,0 0-85 16,-2 0-173-16,0 0-170 0</inkml:trace>
  <inkml:trace contextRef="#ctx0" brushRef="#br1" timeOffset="38582.82">2148 3858 564 0,'0'0'132'0,"2"-10"-65"15,-2 10-6-15,0 14-31 0,4 12-30 16,3 2 18-1,-1 0 6-15,1 0-21 0,-2-2 1 16,-3-4 5-16,0-5-9 16,0-10 7-1,0-3-4 1,-2-4 49-16,3 0-12 16,1 0 16-16,-2 0-10 15,8-10 2-15,3-18 11 16,-3-8-46-16,6 2-6 15,-3 8 5-15,-3 2-11 16,-1 12-1-16,-5 4 0 16,-2 6 2-16,-2 2-8 0,0 0 6 15,0 0-10-15,0 2 7 16,0 18-27-16,4 8 30 16,1 0 8-16,0-2-6 15,2-2-2-15,-5-4-10 16,-2-2-7-16,0-4-52 15,0-7-35 1,0-7-105 0,0 0-201-16</inkml:trace>
  <inkml:trace contextRef="#ctx0" brushRef="#br1" timeOffset="39216.03">2546 3487 564 0,'0'0'113'0,"0"0"-110"16,0 0 8-1,11-44 128-15,-11 42-45 16,0 2-32-16,0 0-21 0,0 0-41 15,0 2 0 1,-8 20 12-16,-8 14 8 16,3 10-7-16,4 8-5 15,-1 22 5-15,6-4-11 16,4-3-2-16,0-9 3 0,0-24-3 16,0-8 0-16,0-8-2 15,14-6 2-15,-5-8-3 16,1-6-4-16,4 0 7 15,4-4 8-15,4-20 1 16,3-4 8 0,-6-2-17-16,-5-4 11 0,-1 4-11 0,-3 8 2 15,-8 5 2 1,-2 13-3-16,0 4 1 16,0 0-2-16,0 29-25 15,-2 11 14-15,-4 2 11 16,6 0 3-16,0-10-3 15,0-4 4 1,12-7-4-16,8-12 0 16,0-7-3-16,3-2 3 0,6 0 13 15,4-22 25 1,0-8 17-16,-2-6-35 16,-8-2-8-16,-8 0-6 15,-11-7 8-15,-4 6-11 16,0 6-4-16,-8 14 1 0,-17 19 0 15,-10 0-5-15,-7 9 5 16,-10 22-41-16,3-1-20 16,34-12-97-16,8-8-228 15</inkml:trace>
  <inkml:trace contextRef="#ctx0" brushRef="#br1" timeOffset="39516.92">3058 3743 697 0,'0'0'214'0,"0"0"-214"0,0-1 9 15,0 26-9 1,-2 12 31-16,-11 7-5 15,-3 0-16-15,1 2 0 16,-1 0 6-16,3-10-14 16,1-4-2-16,4-11 0 0,5-16 3 15,3-5-11-15,0 0-8 32,0-1-95-32,0-21-39 15,0-9-104-15,0 13-28 0</inkml:trace>
  <inkml:trace contextRef="#ctx0" brushRef="#br1" timeOffset="39702.37">2938 3810 124 0,'0'0'103'0,"0"0"84"16,0 0 37-16,0 0-47 15,0 0-51 1,-2-76-77-16,2 104-44 16,4 8 39-16,19 10 4 0,1 4-27 15,8-2-7-15,-1-2-11 16,0-2 11-16,-4-2-14 0,-7-6-2 15,-9-5-9-15,-11-31-115 16,0 0-133 0</inkml:trace>
  <inkml:trace contextRef="#ctx0" brushRef="#br1" timeOffset="40651.39">2011 4297 229 0,'0'0'262'0,"0"0"-194"16,-4 2-28-16,4 0 74 15,0-2-52-15,0 0-26 16,0 0-20-16,-5 0-3 16,1 2 17-1,0 0 9-15,0 0-1 16,-2-2 6-16,4 0-14 15,0 0-1-15,2 0-2 16,0 0 7-16,0 0-17 16,0 0-1-16,0 0 7 15,0 0-20 1,-2 0 2-16,2 0-5 0,-2 0 4 16,-1 0-3-16,3 0 0 15,0 0-1-15,0 0 15 0,0 0-12 16,0 0 7-1,0 0-7-15,0 0 0 0,11 0-3 16,14 0 3 0,13 0 17-1,11 0-20-15,16 0 6 16,6 0-6-16,34 0 4 16,7 0 5-16,7 0-9 15,6 0 0-15,-26 0 8 16,-13-4-4-16,-19 4-5 15,-23 0 1-15,-14 0 0 16,-18 0-8-16,-6 0 8 0,-6 0 0 16,0 0-3-16,0 0-6 15,0 0-2-15,0 0-23 16,-16 0 5-16,-5 0-75 16,10 0-106-16,-7 0-206 15</inkml:trace>
  <inkml:trace contextRef="#ctx0" brushRef="#br1" timeOffset="41252.01">2301 4521 644 0,'0'0'78'0,"0"0"-16"15,0 0 97-15,-2 0-5 16,15-4-127-16,8-2-14 15,5-2 0-15,12 3 9 16,-5 0-20-16,-1 4 8 31,-10 1-10-31,-13 0-1 16,-5 1-3-16,-4 20-12 0,0 0 16 16,0 8-1-16,-13 1-5 15,-14 0 5-15,-8-2-6 16,1-4 7-16,0-2 0 15,8-6 4 1,10-6 26-16,5-4-24 0,9-2 1 16,2-4-7-16,0 0 1 15,0 0-1-15,13 0 3 16,18 0-3-16,9 0 41 16,7 0-19-16,14-4 3 15,5-2-13-15,7-4-5 16,4 0 29-1,-11 4-19-15,-14-2-5 16,-17 6-12-16,-17 2 5 16,-13 0-10-16,-5 0-66 15,0 0 2-15,-14 0-60 16,-5 0-168-16,-2 0-357 16</inkml:trace>
  <inkml:trace contextRef="#ctx0" brushRef="#br1" timeOffset="42743.15">3482 3713 427 0,'-4'-7'52'0,"-1"0"-8"0,3 1 118 16,2 2-57-16,0 0-43 0,0 4 4 16,0-1-30-1,0-2 1-15,0 3 0 16,0 0-14-16,0 0-14 16,0 0-3-16,0 7-6 15,0 21 1-15,0 8-1 16,2 12 0-1,5-2 1-15,6 0 9 16,1-2-10-16,-4-4 0 16,4-8 0-16,-3-2 4 15,-4-8-5-15,-1-9 1 16,-1-4 0-16,-2-7 2 16,-3-2-2-16,2 0 41 15,0 0 1-15,2 0 7 0,3-3-21 16,4-30-13-1,4-9 2-15,4-6-9 16,-2-8 6-16,-1 4 2 0,-3-2-13 16,-4-3 9-16,0 7-12 15,-4 10 0-15,-3 12 5 16,0 10-4 0,-2 10 2-16,0 6 5 15,0 2-7 1,0 0 5-16,0 0-19 0,0 0 13 15,2 6-21-15,4 22 19 16,6 22-3 0,3 7 10-16,1 1-8 15,2 0 3-15,-4-16 0 0,1-4 0 16,-1-6 0-16,-1-6 0 16,-3-6 0-16,-2-8 4 15,-2-6-6-15,-6-4 2 0,2-2 0 16,1 0 5-1,-1 0 0-15,4-5 51 16,4-22-20-16,1-5-11 0,-1-8-2 31,9-20-14-31,-2-4 14 0,1-2-17 0,-2 3-1 32,-7 25 2-32,-7 14-3 0,-2 10 5 0,0 10-8 15,2 4 2-15,-2 0 0 16,0 0-3-1,0 0-11-15,0 0-13 16,0 0-47-16,0 20-11 16,0 8-123-16,0 8-21 15,-4-22-151-15,2 0-49 16</inkml:trace>
  <inkml:trace contextRef="#ctx0" brushRef="#br1" timeOffset="43266.84">3524 4277 658 0,'-13'0'68'16,"11"-2"-53"0,0-2 135-16,-1-2-5 0,1 2-91 15,2 4-9-15,-2-2-4 16,2 2 3-1,0 0-22-15,0-2 6 0,0 0-13 32,0 2-11-32,0-2 8 0,0 2-12 15,15-6 0-15,10 2 3 16,15-2-1-16,9 0 5 16,7 0-7-16,9 2 0 15,-3-2 3 1,0 2-3-16,-8 2 0 0,-10 2 4 15,-15 0-7-15,-14 0 3 16,-13 0-6-16,-2 0 0 16,0 0-2-16,-8 0-5 15,-23 0-13-15,-7 4-44 16,-6 4-60-16,23-6-168 16,3 0-120-16</inkml:trace>
  <inkml:trace contextRef="#ctx0" brushRef="#br1" timeOffset="43800.49">3629 4315 406 0,'0'0'203'0,"0"0"-116"15,0 0 29-15,0 0-7 16,0 6-52-16,0-4 0 15,0 4-12-15,0 4-15 16,7 2 1 0,1 8-24-16,0 4 21 0,-4 4-27 15,0 6 8-15,-4 2-9 16,0 13 0-16,0-1 8 16,0 2-6-16,0-2 0 15,-6-18 3-15,2-2-1 16,-4-12-2-16,6-4 6 15,0-6-6-15,2-6 8 16,0 0-10 0,0 0 3-16,0 0 7 0,0 0-10 15,0 0 21 1,0 0 15-16,0 0-10 16,2 0-17-16,14 0-3 15,13-4-6-15,9-4 5 0,4 0-7 16,5 2 2-16,-7 0 0 15,-5 4 2-15,-1-2 0 16,-8 2 2-16,-5 2 10 16,-8-4-13-16,-7 4 12 15,-6 0-13-15,0 0 0 16,0 0 2 0,0 0-2-16,0 0-27 0,-6 0-23 15,-19 0-15 1,12 0-153-16,-2 0-312 15</inkml:trace>
  <inkml:trace contextRef="#ctx0" brushRef="#br1" timeOffset="44532.94">4161 3316 415 0,'0'0'17'0,"-2"0"-1"16,2 0 104-16,0 0-28 15,0 0-15-15,0 0-2 16,0 0 70-16,0 0-104 16,0 0 11-16,0 0-13 0,0 0-19 15,0 0-1-15,7 0-19 16,15 0 0-16,9-2 14 15,14-2-7-15,2 4 4 16,-1 0-11-16,-3-1 0 16,-14 1 3-16,-6 0-3 15,-10 0-1 1,-11 0-3-16,-2 0-27 16,0 0-10-1,-21 0-219-15,4 0 64 16,-5 0-294-16</inkml:trace>
  <inkml:trace contextRef="#ctx0" brushRef="#br1" timeOffset="45519.73">4161 3342 377 0,'0'0'72'16,"0"0"-59"-16,0 0 46 15,0 14-12-15,0-3 26 16,0 0-24-16,0 7 7 16,0 5-5-16,0 5-15 15,0 10-4 1,0 2 1-16,0 10-12 15,0 6-5 1,0 2-11-16,0 5 7 0,0-8-10 16,0-2 12-1,5 9 13-15,-3-2-14 16,2 2 4-16,-1-1-8 16,2-9-4-16,-5-2 9 0,2 0-4 15,-2-6-5-15,0-2 6 16,2-4-10-16,-2-3 24 15,2-6-22-15,-2 0-3 0,0-4 15 16,0 0-15 0,0-6 23-16,0 4-23 15,0-3 9 1,0-2-8-16,0 6-1 16,0-2 17-16,0 2-11 15,0 0 5-15,0-4-3 16,0-2-8-16,0 0 8 15,0-2-6-15,0 0-1 16,0 3 13-16,0-8-11 16,0 1 1-16,0-4 1 0,0 1-1 15,0-4-2 1,0 0-2-16,0-1 3 0,0-3-2 16,0 2-1-16,0-3 0 15,0 0 5 1,0 0-6-16,0 0 1 0,0 0 0 15,0 0 5-15,0 0-1 16,0 0-2-16,0 0 10 16,0 0-12-16,0 0 8 0,0 0-8 15,0 0 0-15,0 0 0 16,0 0 2 0,0 0 1-16,0 0 0 15,0 0 3 1,0 0-6-16,0 0 1 15,0 0 12-15,9 0-12 16,11 0 3-16,7 0 3 16,6-3-5-16,7-2 1 15,7-4-3-15,2 5 0 16,-4 3 3-16,-3-2-3 16,-13 3 0-16,-9 0 0 0,-9 0 2 15,-7 0 2-15,-4 0 0 16,0 0 12-16,0 0-14 15,0 0 0-15,0 0-2 32,0 0 3-32,0 0-9 15,0 0 6-15,0 0-26 16,0 0 3-16,0 0-31 16,-2 0-23-16,-6 0-58 0,3 0-140 15,0-6-118-15</inkml:trace>
  <inkml:trace contextRef="#ctx0" brushRef="#br1" timeOffset="46710.28">4394 3902 404 0,'0'0'79'0,"0"0"63"15,0 0 12 1,0 0-33 0,-3-2-27-16,-2-2-48 15,5 0 16-15,0 2-19 16,0-2-17-16,0-2 10 16,0-2-19-16,0 0-14 0,5-2 14 15,8 2-15-15,6-4 0 16,0 3-2-16,6 2 3 15,2 1-6-15,-3 0 3 16,5 4-3-16,-2 2 3 16,-7 0 0-16,0 0-3 15,-5 0-1-15,-7 0-1 16,-2 18 1-16,-6 2-1 16,0 6-4-1,0 4 9-15,-14 6 0 16,-10 0-1-16,-5 2-3 15,-2-2-3-15,-7-3 7 16,-2 0 0-16,-2-4-7 16,3-5 11-16,6-5-6 15,4-4 2-15,12-5 3 16,3-6-3-16,11-2 0 16,3-2-3-16,0 0 3 15,0 0-1-15,8 2-10 0,5 0 11 16,5 0 8-16,6 2-4 15,5-2-3-15,9 0 18 16,4-2-9-16,5 0 2 16,-2 0-3-16,-3 0-8 15,-5 0 19-15,-8 0-16 16,-6 0 4-16,-14 0-5 16,-4 0-4-16,-5 0 1 15,0 0 0-15,0 0-7 16,0 0-3-16,-3 2-25 15,-10-2-17 1,-2 0-53-16,5 0-176 16,1 0-305-16</inkml:trace>
  <inkml:trace contextRef="#ctx0" brushRef="#br1" timeOffset="49719.38">5003 3599 202 0,'0'0'74'16,"0"0"-73"0,0 0 64-16,0 0-17 15,0 0-29-15,0 0-12 16,0 0 8-1,0 0 16-15,0 0 6 16,0 0-1-16,0-2-2 16,0 2 2-16,0 0 0 15,0 0-12-15,0 0 1 16,0 0 7-16,0 0-21 16,0 0-1-16,0 0 4 15,0 0 4-15,0 0 8 16,-2 0 10-16,-2 0-7 15,-1 0-8-15,1 6 5 16,-4 12 5-16,-6 9-8 0,-1 13 4 16,-6 14-4-16,-4 10 3 15,-1 10 3-15,0 4-19 32,1 5 0-32,2-3-6 0,10-6 0 15,6-6 0-15,7-12-4 16,0-6 0-16,5-8 2 15,26-5 3 1,3-11 18-16,3-8-17 16,1-4 21-16,-13-10-11 15,-3 0-4-15,-7-1 10 16,-8 0-18-16,0-2 10 16,-7 2-12-16,0-3 7 0,0 0-9 15,0 0 0 1,0 0 1-16,0 0-1 15,0 0-5-15,0 0-23 16,0-4-43-16,0-6-49 16,0-4-509-16</inkml:trace>
  <inkml:trace contextRef="#ctx0" brushRef="#br1" timeOffset="50253.78">5009 3860 328 0,'-3'-16'324'0,"3"14"-300"16,0 2 101-16,0 0-62 15,0 0-28-15,0 0-27 16,0 0 1-16,0 12 17 16,0 18-14-16,0 2 32 15,7 6-20-15,6 2-15 32,9 8 14-32,3 1-13 15,0-5-2-15,-4-8-5 16,-7-18-4-16,-5-7 1 15,-7-6 0 1,2-5 5-16,-4 0 0 16,3 0 76-16,1 0-36 0,5-18 0 15,4-16-16-15,3-6-21 16,4-7 20-16,-2 1-21 16,-3-4-5-16,1-6 6 15,-5-12-4 1,1 10-3-16,-6 9-1 15,-1 16 4-15,-3 22-4 16,-2 9-1 0,0 2-3-16,0 0-5 15,0 0-6-15,0 0-24 0,0 14-38 16,-9 14-51-16,0-11-66 16,4-3-201-16</inkml:trace>
  <inkml:trace contextRef="#ctx0" brushRef="#br1" timeOffset="50757.77">5523 4016 463 0,'0'-18'172'0,"0"6"-139"16,0 4 6-16,0 6 104 16,0 0-84-16,-3 2-25 15,-16 0 10-15,-6 8-32 16,-8 16-12-16,-3 8 6 16,5 0-6-16,9 3 1 15,6 1 1-15,9-4 2 16,7-5-4-16,0 0-7 15,11-7 0-15,25-6 5 32,6-4 2-32,2-8 0 0,2-2 0 15,-15 0-29-15,-7 0-102 16,-24 0-131 0,0-8-95-16</inkml:trace>
  <inkml:trace contextRef="#ctx0" brushRef="#br1" timeOffset="51010.05">5539 4182 507 0,'0'0'32'0,"0"0"124"16,0 0-63-1,0-23-70-15,2 23 13 16,6 0 5-16,-3 0-4 16,2 2-15-16,0 12-21 15,1 10 12 1,-1 4 12-1,-1 0-9-15,2 2-15 16,-6-8 5-16,0-4-6 16,0-4 6-16,-2-4-7 15,2 0 1-15,3-6-35 16,-3 0-128-16,0-4-38 16,-2 0-140-16</inkml:trace>
  <inkml:trace contextRef="#ctx0" brushRef="#br1" timeOffset="51427.43">5792 3960 717 0,'0'0'126'16,"0"0"-124"-1,7-30 33-15,-7 30 107 31,0 0-115-31,0 0-27 16,-2 12-8-16,-7 10 8 16,0 2 9-16,7-2-9 15,2-4 0-15,0 0 0 16,0-4-1-16,2 0-3 16,16-1 0-16,0 0 4 15,-1 1 2-15,-1 0-1 16,-3 0 0-16,-1 7-2 15,-8-2 0-15,-4-1 1 0,0 3 0 16,0-7 3-16,0-4 0 16,-11 0 10-1,-7 0-5-15,0-2 15 16,-1-4-20-16,0 0-5 16,4-4 2-16,-1 0-42 15,12 0-89 1,0 0-150-1</inkml:trace>
  <inkml:trace contextRef="#ctx0" brushRef="#br1" timeOffset="52127.9">6011 4052 798 0,'-7'0'96'15,"7"-2"-96"-15,0 2 63 16,9 0-63-16,16 0-16 16,8 0 16-16,0-2 6 0,5 0 20 15,-9 2-5-15,-2 0-9 16,-5-4 4-16,-9 3-14 15,-3-2-2-15,-8 2 0 16,-2-2 4-16,0 3-8 16,0-2 3-16,0 2-35 15,0-2-37 1,0 0-278-16,0 0-17 16</inkml:trace>
  <inkml:trace contextRef="#ctx0" brushRef="#br1" timeOffset="52713.41">6341 3721 656 0,'0'0'36'0,"0"0"129"16,0 0-57-16,-5-26-55 16,5 26-41-1,0 0 5-15,0 0 3 16,0 0-13-16,0 22 3 16,0 9-9-16,0 7 3 15,15 20 17 1,4 4-20-16,3-2-1 15,-4 2 5-15,-2-17-8 16,-1-8 3 0,-5-2 0-16,0-12 0 15,-6-6 2-15,1-9-3 16,-3-4 6-16,0-4-1 16,0 0 2-16,3 0 29 0,0-4 20 15,1-21-18-15,-1-6 8 16,1-7-19-1,8-20-3-15,-3-7 29 16,4-9-48-16,1-4 16 16,-7 11-15-16,-3 1-5 15,-1 12 0 1,0 16 7-16,-3 12-6 16,0 14-1-16,0 6-1 15,-2 4-6-15,0 2 7 16,0 0-11-16,0 0-34 0,0 4-33 15,0 18-3 1,0 8-39-16,0-16-91 16,0 4-86-16</inkml:trace>
  <inkml:trace contextRef="#ctx0" brushRef="#br1" timeOffset="53013.85">6661 3932 11 0,'0'0'636'0,"2"22"-580"0,-2-10-53 16,0 8 32-16,0 2 66 16,0 8-40-16,0 13-29 15,0 3 19 1,0-2-35-16,0 0 18 16,0-14-23-16,0-6-1 31,0-6 10-31,0-6-19 0,2-6 7 15,2-4-4-15,-4 0 0 16,0-2-2 0,0 0-4-16,0-2 1 0,0-20-62 15,-4-4-154-15,-2 12-76 16,-1 2 17 0</inkml:trace>
  <inkml:trace contextRef="#ctx0" brushRef="#br1" timeOffset="53215.38">6532 3998 599 0,'0'0'169'0,"0"0"-39"16,0 0-45-1,-6-16-43 1,14 16-28-16,13 0 3 16,3 0 44-16,5-4-8 15,-1 0-24-15,11 2-28 16,-6 0 9-16,-8 2-10 15,-8 0-6 1,-15 0-21-16,-2 0-86 16,0 0-93-16,0 0-153 0</inkml:trace>
  <inkml:trace contextRef="#ctx0" brushRef="#br1" timeOffset="54451.34">6757 3481 482 0,'-5'-12'213'0,"5"10"-179"15,0 2 51-15,0 0 43 16,0 0-57-16,0-2-33 16,0 2-3-16,7 0 13 0,5 0-13 15,3 0-10-15,18 12-23 16,6 20-1-16,3 14 6 16,2 14-5-16,-10 5-2 15,-8 4 3-15,-6 7 2 16,-6 1-3-16,-5-3-2 15,-9 0 0 1,0-7 0-16,0-3 0 16,-18-10 0-16,-9-8 1 15,-4-6 5 1,2-10-7-16,5-8 1 16,8-8 8-16,9-6-8 15,5-5 0-15,2-3 0 16,0 0-2-16,0 0-30 0,0 0-33 15,0 0-9-15,0-7-128 16,0-7-225 0</inkml:trace>
  <inkml:trace contextRef="#ctx0" brushRef="#br1" timeOffset="55069.27">7132 3579 558 0,'-5'-12'119'0,"5"12"-93"16,0 0 76-16,0 0 20 16,0 0-57-1,0 0-59-15,0 16-4 16,0 16 32-16,0 24-10 16,0 7-2-16,2 3 3 15,10 2-15-15,-2-16 1 16,2-4-11-16,1-4 0 15,3 3 3 1,-1-11-2-16,-2-8 2 0,-1-9-1 16,-10-15 8-16,0-1 5 15,0-3 2 1,1 0 20-16,1 0 48 16,0-18-29-16,8-13-23 0,3-23-8 15,3-2-9 1,0-6-3-16,0-8 8 0,-5 10-18 15,-4-4 5-15,-2 7-4 16,-3 9 2-16,0 10 9 16,-1 14-12-16,-1 6 4 15,0 8-7-15,-2 8-3 16,0 2 3-16,0 0-27 31,0 0-21-31,0 6-41 0,0 22-10 16,-4 8 17-16,-3 5-87 15,3 0-103-15,4-27-79 16</inkml:trace>
  <inkml:trace contextRef="#ctx0" brushRef="#br1" timeOffset="55370.8">7421 3914 314 0,'0'0'410'0,"5"8"-285"15,-5-8 0-15,0 14-68 16,2 8-53 0,-2 6-1-1,0 6 35-15,0-2-29 16,0 3 9-16,0-4 1 16,0 0-13-1,0-9 11-15,0-6-15 0,0-8 3 16,0-4-4-16,0-3-2 15,2-1 0 1,0 0-28-16,-2 0-166 0,0 0 62 16,0-15-82-16,0-21-8 15,0 15 63-15,0-1-16 16</inkml:trace>
  <inkml:trace contextRef="#ctx0" brushRef="#br1" timeOffset="55656.39">7401 3844 684 0,'0'0'189'16,"0"0"-126"-16,0 0 5 16,-7-28-4-16,7 28-55 15,0 8-2-15,0 12-7 16,16 2 5-16,8 12-2 16,3 4-2-16,2 0-1 15,-4-2 3-15,-9-7 2 16,-5-4-5-16,-5 0 0 15,-6-3 6-15,0-3-8 16,0-1 2-16,-11-1 12 16,-13-5-6-16,-1-2 1 15,-2-4 2 1,5-2-9-16,2-4-9 0,4 0-75 16,14 0-106-16,0 0-300 15</inkml:trace>
  <inkml:trace contextRef="#ctx0" brushRef="#br1" timeOffset="56057.18">7666 3878 668 0,'0'0'53'15,"0"0"-52"1,13-36 122-16,-13 36 23 0,0 0-84 16,0 0-39-16,-2 8-6 15,-13 18-16-15,1 2 19 16,3 4-18-16,7-2-2 16,4-6 0-16,0 0-1 15,0 3 1 1,0-4-5-1,11 1 1-15,1 1 8 16,-8-6-3-16,-2 4 2 16,-2-7-3-16,0-2 2 15,0-2 3-15,0-6-1 16,0 0-4-16,-2-2 0 16,-8 0 6-1,-1-4-6-15,-4 0-14 0,-5 0-51 16,11-2-129-16,-2-8-232 15</inkml:trace>
  <inkml:trace contextRef="#ctx0" brushRef="#br1" timeOffset="56610.8">7876 3807 171 0,'0'-3'374'0,"0"1"-302"15,0 2-30-15,0 0 111 16,0 0-5-16,0 0-103 16,0 0-7-16,0 0 9 15,0-2-18-15,0 2-14 16,4-2-3-1,14 0-9-15,11-2-1 16,14 0 8 0,19 0-7-16,2-2 6 15,-1 2-9-15,-14 1 2 16,-21 3 3-16,-12-4 1 16,-5 4 0-16,-7-1-5 15,-4 1 19-15,0 0-8 0,0 0 12 16,0 0-22-1,0 0-1-15,0 0-1 16,0 0-17-16,0 0-23 16,0 0-67-16,0 0-137 15,0 0-219 1</inkml:trace>
  <inkml:trace contextRef="#ctx0" brushRef="#br1" timeOffset="57213.96">8383 3509 778 0,'0'-24'79'16,"0"20"-44"-16,0 4 109 15,0 0-45-15,0-2-57 16,0 2-26-16,0 0 3 16,0 0-19-16,0 20-13 15,0 18 10-15,10 10 5 16,3 8 2-1,2 2-1-15,3-1 5 16,9 9-8 0,2-8 0-16,-4-8 6 15,-6-10-4-15,-7-24-4 0,-5-8 4 16,-3-6 15 0,0 0-5-16,-4-2 5 15,0 0 24-15,2 0-10 0,1-4 12 16,-1-18 6-1,7-18-28 1,4-12 8-16,1-8-19 16,-1-12 5-16,-2 4-11 15,-1-1-3-15,-4 7-1 16,0 14 6-16,-1 14-1 0,-3 10-5 16,0 10 0-1,-2 6-2-15,0 4 2 16,0 4-3-16,0 0-19 0,0 0-43 15,0 0-5-15,0 18-32 16,0 6-23 0,-2-14-51-16,0 2-561 15</inkml:trace>
  <inkml:trace contextRef="#ctx0" brushRef="#br1" timeOffset="57508.96">8765 3667 533 0,'0'0'317'0,"0"0"-255"15,4 28-54-15,-4 7 13 16,0 6 93-16,0 4-98 16,0 3 4-16,-4-10-14 15,-1-4 6 1,3-4-7-16,-1-6-1 15,1-6-2-15,2-6 2 0,0-4-6 16,0-2 2-16,0-3-10 16,0-2-54-16,0-1-87 15,0 0-1-15,0 0-86 16,0-12-237 0</inkml:trace>
  <inkml:trace contextRef="#ctx0" brushRef="#br1" timeOffset="57794.81">8635 3681 307 0,'0'0'461'0,"0"0"-390"16,0 0-24-1,-15-60 76-15,24 60-54 0,11 0-39 32,5 12-27-32,2 14 1 0,-2 8-4 15,12 21 3 1,-2-5-2-16,1 4-1 15,-7-4 3-15,-14-16-2 16,-7-4-1 0,-8-4 0-16,0-4 0 15,-4-2 6-15,-21-4-4 0,-12-4-2 16,-9-1 0-16,-2-7-9 16,9-4-45-16,7 0-64 15,32 0-94-15,0-13-319 16</inkml:trace>
  <inkml:trace contextRef="#ctx0" brushRef="#br1" timeOffset="58233.73">8992 3724 604 0,'0'0'218'16,"0"0"-185"0,0-26 150-16,0 26-138 15,-6 0-28-15,-4 0-17 16,1 15 5 0,5 3-3-16,0 0 3 0,4 0-2 15,0 3-3 1,0 1 0-16,0-2 6 15,6 2-6-15,8 2 4 16,3 0-4-16,4 0 3 16,0-2 0-16,2 0-3 15,-3 0 0-15,-3 2-3 16,-5-4 2 0,-10-4-1-16,-2-2 2 0,0-5-1 15,0-4 2-15,-4-1 0 16,-10-2 11-16,-1-2-11 15,-7 3 5-15,1-3-6 0,-5 0 4 16,-1 0-8-16,1-10 3 16,1-7-41-1,20 7-73-15,3-2-271 0</inkml:trace>
  <inkml:trace contextRef="#ctx0" brushRef="#br1" timeOffset="58869.27">8950 3276 123 0,'0'0'317'0,"-27"-22"-270"0,21 16-5 16,0 2 118-1,6 0-67 1,0 2-9-16,0 0-10 15,0 0 8-15,0 2 37 16,0-4-80-16,0 0-2 16,6 0-20-16,13-4 12 15,8 2-27 1,8 0 1-16,3 4 2 0,-7 2-4 16,-4 0-1-16,-9 0 0 15,-5 8-4-15,-3 12 3 0,-6 4-10 16,-4 2 11-16,0 1-4 15,0-4 4-15,-14 5 0 16,-15-3-3 0,-4-1 6-16,0-2-3 15,4-8 1 1,11-2 4-16,11-6-5 16,5-4 0-16,2-2-2 15,0 0 7-15,7 0-8 16,17 0 6-16,12 0-3 15,9-2 22-15,6-6-16 16,2 4-3-16,-6 2-3 16,-5 2 5-16,-15 0-10 0,-11 0 0 15,-14 2-46-15,-2 4-346 16,-2 0-168-16</inkml:trace>
  <inkml:trace contextRef="#ctx0" brushRef="#br1" timeOffset="61327.88">9219 3014 333 0,'-2'2'106'0,"2"-2"-90"16,0 0 57-16,0 0 31 15,0 0-53-15,0 0-10 16,0 0-17-16,0 0-11 15,0 0 11-15,0 0 5 0,0 0-3 16,6 0 7 0,15 0-22-16,5 0 22 0,10 0-9 15,18 1-15-15,-3-1 9 16,-2 0-14-16,-9 0-3 16,-20 3 4-16,-6-3-7 15,-8 0 2-15,-6 0 0 16,0 0 7-16,0 0 2 15,0 0 25 1,0 0 13-16,0 0-31 16,0 0 2-16,0 0-18 15,0 0 0-15,0 1-5 16,0-1 5-16,0 0 0 16,0 0-4-16,0 0 10 15,0 0-6-15,0 0 0 16,0 0-1-16,0 3 1 15,0 3 0-15,0 3 2 16,0 4 9-16,0 5-3 16,0 6-2-16,0 16 20 15,0 6-11-15,0 6-9 16,0 0 8-16,0-9-13 16,0-1 9-16,0 0-10 15,0 4 4-15,0 4 5 16,0 2-4-16,0 0-3 15,0 3 3-15,5 6-1 16,-5 0-4 0,0-3 0-16,0-2 14 0,0-14-7 31,0-4-3-31,0 12 2 16,0-1-3-16,0-3-3 15,0 2 0-15,0-16 3 16,0 0-3-16,0-4 0 15,0 2 1 1,0-4 4-16,0-2-5 16,0-2 0-16,0-8 4 0,0 1-4 15,0-6 0-15,0 1 7 16,0-2-7-16,0-2-4 16,2 2 4-16,0-2 1 15,2 1-1-15,-4-2 0 16,2 1 0-16,-2-3 5 15,0 1-8 1,0-4 3 0,0 1 0-16,0-1 2 15,3 0-2-15,-3 0 0 16,0 0 6-16,0 0-7 16,0 0 1-16,0 0 0 15,0 0 4-15,0 0-3 16,0 0 2-16,0 0 3 15,0 0-3-15,0 0-3 16,0 0 2-16,0 0 7 16,0 0-9-16,0 0 3 15,0 0 4 1,0 0 0-16,0 0-5 0,0 0-2 31,-7 0 16-31,-18 3-15 16,-8 0 0-16,-13 1 6 15,-14-1-7-15,-12 2-2 16,-6-2 2-16,-13 1 5 16,10-2-3-16,17-2 2 15,20 0 12-15,30 0-13 16,11 0 9-16,3 0-10 16,0 0 3-16,0 0-9 15,0 0-3-15,0 0 3 16,0 0-3-16,0 0 3 15,0 0-7-15,0 0-41 16,0 0-2-16,0 0-57 16,0 0-302-16</inkml:trace>
  <inkml:trace contextRef="#ctx0" brushRef="#br1" timeOffset="81429.59">14275 4624 247 0,'-12'-10'345'0,"8"6"-303"16,2 0-34-16,0 0 39 0,2 4 55 16,0-2-12-16,0 2-55 15,0 0-8-15,0 0 18 32,0 0 4-32,0 0-12 0,0-2 3 0,0 0-12 31,0-2-4-31,0 0 11 15,-2-2-18-15,2-1 4 16,-2 0-20-16,-1-1 9 16,1-2-8-16,-5-1 0 15,0-4 19 1,-4-3-15-16,-5-4 16 16,-3-5-19-16,-10 0 2 15,-18-12-5-15,-11-5 1 0,-9 0 3 16,-8 0-4-16,7 6 0 15,-3 2 0-15,-2 1 4 16,-27-9-7 0,-12 2 3-16,-2 1 0 15,-4 2 1-15,29 11-1 16,7 2 0 0,-1 6-3-16,4 0 1 15,-6 4-1-15,-5 0 0 16,1 2 3-16,-25-2 0 15,-1 0-2-15,1 2 7 16,-4 2-8-16,27 0 3 16,1 0 0-16,8-1-3 15,-2-1 5-15,3 0-2 16,10 2 5-16,-1 2-7 16,15 0 2-16,-1 1 0 15,-2-2-2 1,2-1 2-16,-2 3-3 15,-1 2 3-15,-1-1-2 16,-23 4 2 0,-4 2 0-16,0-2-2 15,5 4 2-15,21 0 0 16,3 0 0-16,2 0 4 16,-20 0-5-1,0 0 1-15,0 0-1 16,2 0 2-16,21 0-1 0,7 0 0 15,8 0 4-15,7 0-9 16,11 0 10-16,9 0-7 0,6 0 2 16,7 0 0-1,0 0-1-15,0 0-3 16,0 0 2-16,0 0-7 16,0 0 9-16,0 0 1 15,0 0-1-15,0 0 4 16,0 0 1-16,0 0-5 15,0 0 0-15,0 0 0 16,0 0-2 0,0 0 4-16,0 0-4 0,0 0 1 15,0 0-2-15,0 0 3 32,-4 0 0-32,-1 0-3 15,-4 0 3-15,-2 0 0 16,-3 0 0-16,3 0 2 0,-9 0-4 15,1 4 2 1,-6 2-1-16,-2 0 2 0,0-2-1 16,2 1 0-1,-1-2 3-15,4 1-7 16,2-4 10-16,1 4-9 16,4-1 3-16,4-2 0 15,2 2-1-15,5-2 5 16,-1 1-7-16,5 0 3 15,0 0 0-15,0-2-3 32,0 0 3-32,0 0-2 15,0 0 0-15,0 0-3 16,0 0 5-16,0 0 0 16,0 0 0-16,0 0 4 15,0 0-8-15,0 0 8 16,0 0-5-16,0 0 1 15,0 0 0-15,0 0-3 16,0 0 3-16,0 0 0 0,0 0-3 16,0 0 6-1,0 0-2-15,0 0-1 16,7-7 6-16,4-2-5 16,-2 3-1-16,0-2 0 31,7 0 5-31,-1 0-10 0,3-2 11 15,5-2-12-15,0 2 5 16,18-2 1 0,1 2 0-16,4-2 2 15,2 0-4-15,-15 6 2 16,-8 0 0-16,-8 2 2 16,-7 4-1-16,-6-2-1 0,-2 2 4 15,-2 0 2-15,0-2-6 16,0 2 0-1,0 0 4-15,0 0-1 0,0 0-3 16,0 0 0-16,0 0 4 16,0 0-6-16,0 0 2 15,0-2 0-15,0 2-4 0,0 0 5 16,0 0-1-16,0 0 0 31,0 0 4-15,0 0-3-16,0 0-1 0,0 0 2 0,0 0-2 15,0 0-1-15,0 0-2 32,0 0 2-32,0 0-2 0,0 0 3 15,0 0 0-15,0 0-3 16,0 0 3-16,-6 0-2 16,-6 0 2-16,-8 0 0 15,-2 0-1-15,-9 8 1 16,-7 6 0-16,-9 0-1 15,-13 8 2-15,-3 2-1 16,5-4 2-16,10 4-1 0,17-10-1 16,10 0 0-1,6-2-5-15,3-6 4 16,8 1 1-16,4-6-7 16,0 1 1-16,0-2 4 31,0 0 2-31,0 3-5 0,0-3 5 15,0 0 0-15,0 1-1 16,2 2 3 0,16 2 1-16,7 1-1 15,6 2 16-15,3 0-17 16,3-2 5-16,3 5-6 16,1-4 6-16,3 6-1 0,-6-4-1 15,-5 2-8-15,0-1 5 16,8 2-1-1,-3 0 0-15,-5-2 1 16,-2-2-1-16,-16-4 0 0,-5-2 0 16,-6 0 3-1,-4-2 0 1,0 0-1 0,0 0 0-16,0 0 16 0,0 0-15 15,0 0-3 1,0 0 10-16,0 0-7 15,0 0-6-15,0 0 6 16,0 0-3-16,0 0 0 16,0 0 0-16,0 0-4 0,0 0 4 15,0 0-2-15,0 0-3 16,0 0-8-16,0 0 10 16,0 0-16-16,0 0 15 15,0 0-13-15,0 0 7 16,0 0 1-1,0 0 0 1,0 0 0-16,0 0 17 16,0 0-13-16,0-2 6 15,0-8-1-15,0 0 0 16,0 0 3-16,0 4 5 16,0 2-7-16,0 0 2 15,0 2 7 1,0 2-7-16,0-2 0 0,0 2 1 15,0 0 6-15,0 0-10 16,0 0 0 0,0 0 6-16,0-3-2 0,0 2 6 15,0-7-9-15,0-1 9 16,0-10-10 0,0-5 0-16,0-2-2 0,0-6 4 15,0 3-2-15,0 1 0 16,0 0 0-1,0-8 1-15,0 4-1 16,0 2-1-16,2 4 3 16,3 10-4-16,-3 2 2 15,0 6 0 1,-2 2 0-16,0 3 0 16,0 3 0-16,0-1 13 15,2 1-12-15,-2 0 4 16,0 0-5-16,0 0 0 15,0 0-3-15,0 0 3 0,0 0 0 16,0 0-3 0,0 0 4-16,0 0-5 0,0 0-1 15,0 0 0-15,0 0-3 16,0 0-9 0,0 0 14-16,0 0-12 0,0 0 10 15,0 0 0-15,0 0 5 16,0 0-4-16,0 0 4 15,0 0 0-15,0 0-2 0,0 0 5 32,0 0-4-32,0 0 1 15,0 0 0-15,0 0 2 0,0 0-2 16,0 0 0-16,0 0 2 0,0 0-4 16,0 0 1 15,0 0-28-31,0 0-51 0,-6 1-150 0,-5-1-208 15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6:51.2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24775 2474 225 0,'0'-8'45'0,"0"0"-41"0,-2 0 20 15,2 2-1-15,-2-2-7 0,0 2-5 16,0-2-6 0,-1-2 49-16,3 2-24 15,-2 2 21-15,2 0-12 16,-2 4-18-16,2 0-5 15,-2 2-16-15,2 0 6 32,0-2-4-32,0 2 18 0,0 0 0 15,0 0-2 1,0 0 5-16,0 0-11 16,0 0 8-16,0 0-12 15,0 0-1-15,0 0 13 16,0 0 3-16,0 0-3 15,0 0-8-15,0 0 10 0,0 0-11 16,0 0-6 0,0 0 15-16,0 0-2 15,0 0-1-15,0 0-10 16,0 0 11-16,0 0-10 16,0 0-3-16,0 0 18 15,0-2-16-15,0 2-1 0,0 0 10 31,0 0-12-15,0 0 31-16,0 0-27 16,0 0 17-16,0 0-18 15,0 0 4-15,0 0 5 0,0 0-14 0,0 0 23 32,0 0-19-32,0 0 18 0,0 0-16 15,0 0 1-15,0 0 0 16,0 0-6-16,0 0 2 15,0 0-5-15,0 0 1 16,0 0 7 0,0 0-5-16,0 0-3 15,0 0 5-15,0 4-11 0,0 20 0 16,0 10 6 0,-7 12 4-16,0 6 6 15,3 7 1-15,-3 1-6 0,3 22 1 16,4-4-4-1,0 0-1-15,0-8 9 16,0-24-6 0,0-6-3-16,0-5 1 15,0-5 4 1,0-8-5-16,0-6-1 16,0-8 5-16,0-8-4 0,0 2 1 15,0-2 3 1,0 0 0-16,0 0-2 15,0 0-1-15,0 0 7 0,0 0-7 16,2-14-2 0,-2-10 0-16,2-10-56 0,-2 2-29 15,0-4-47-15,0 20-99 16,0-2-112 0</inkml:trace>
  <inkml:trace contextRef="#ctx0" brushRef="#br0" timeOffset="402.53">24798 2342 349 0,'0'-28'55'15,"0"24"-54"1,0 0 220-16,0 4-140 0,0-2-21 15,0 2-24-15,0 0-10 16,0 0 1 0,2 0-9-16,2 0 22 15,4 0-37-15,2-2 23 0,24-4-2 32,11-4 9-32,10 2 4 0,3-3-22 0,-7 4 10 31,-6 0-12-31,-12 2-9 15,-11 3 8 1,-11 0-9-16,-11 2-3 16,0 0-2-16,0 0 1 0,0 0-26 15,-4 8-43-15,-9 7 16 16,2 2-230-16,-3 3 89 16,8-12 28-16,-5 2-122 15</inkml:trace>
  <inkml:trace contextRef="#ctx0" brushRef="#br0" timeOffset="1360.72">24731 2693 16 0,'0'0'365'16,"-31"28"-309"-16,31-28 31 15,0 0 2 1,0 0-51-16,22 0-14 15,12 0 65-15,8 0-5 16,3 0-51-16,-8 0 0 16,-1 0-12-16,-1 0 0 15,5 0 13 1,-9 0-1-16,-6 0-26 16,-9 0-4-16,-14 0-4 0,-2 0 1 15,0 0-8-15,0 0 5 16,0 0-72-16,0 0-17 15,-2 6-28-15,-10 2-37 16,2-2 12-16,1-2 45 16,-1-4 73-16,8 0 19 15,0 0 8 1,2 0 23 0,0 0 73-16,0 0 188 15,-2 0-175-15,2 0-22 16,-2 0-37-16,-3 12-19 15,-1 12-31-15,-3 10 7 16,0 8-7-16,0 2 0 16,7 0 8-16,2 3-5 15,0-3-1-15,0-12 4 16,11-6-2-16,3-14-6 16,3-8 5-16,1-4-2 15,16-6 35 1,-1-32 93-16,-2-11-74 0,-4-6-46 15,-18 9 10-15,-5-1-14 16,-4 5-3-16,0 8 5 16,0 8-3-16,0 10-8 15,-4 6 9-15,-5 4-12 16,5 4 7-16,4 2-4 16,0 0-1-16,0 0-3 15,0 0-6 1,0 0 3-1,0 0-9-15,0 0 12 16,0 0 8-16,2 12-3 16,9 6 3-16,2 10 0 15,3 6 0-15,4 4 2 16,-1 4-6-16,2 1 8 16,-3-3-1-16,-3 4-3 15,-3-6 0-15,-3-6-1 16,-3-8 7-16,-4-16-10 0,-2-4 4 15,0-4 0 1,0 0 6-16,0 0 10 16,0-16 26-16,0-18 6 31,0-12-25-31,0-4-7 16,9-3-10-16,9-1 21 15,0 8-22-15,2 6-5 16,0 8 1-16,3 10-4 15,-4 6 0-15,-1 10-13 16,0 6-23-16,0 0-55 16,0 0-37-16,-12 0-119 15,1 6-91-15</inkml:trace>
  <inkml:trace contextRef="#ctx0" brushRef="#br0" timeOffset="2023.74">25851 2372 273 0,'0'-28'359'16,"0"16"-300"-16,0 8-49 16,0 4 137-16,0 0-38 15,0 0-69-15,0 0-14 16,0 22-31-16,0 20 5 15,0 10 4-15,6 12 14 16,0 2 0-16,5 2-11 16,1 1 20-16,-2-7-22 15,1-4 5 1,1-6-7 0,-1-12-3-16,-3-11 3 0,-1-14 1 15,-4-12 14-15,-3-3-10 16,2 0 5-1,0 0 43-15,3-3 32 16,3-23-35-16,3-10-26 16,1-8-9-16,-1-8-18 15,0-10 0-15,0-12 19 16,-2-4-19-16,-3-3 0 16,4 9 1-16,-1 4 7 15,-1 16-3-15,0 14 7 16,-2 10 10-16,-4 18-20 15,3 3-2 1,-5 6 0 0,0 1-1-16,0 0-9 15,0 0-20-15,0 6-13 16,0 20-38-16,0 10 19 16,0 6-24-16,0-22-97 15,0-2-533-15</inkml:trace>
  <inkml:trace contextRef="#ctx0" brushRef="#br0" timeOffset="2679.15">26287 2857 449 0,'8'0'181'16,"-5"0"-177"-16,1-18 17 15,0 2 150-15,-2 6-101 16,0 2-29-16,-2 2 11 16,0 4-18-16,0 2 36 15,0 0-63-15,-12 0-7 0,-15 6-11 16,-7 16 11-1,-3 6 0-15,1 4 1 16,7 0-3-16,4-1 4 16,17-4-4-16,8 4-1 15,0-5 0 1,6-4 3-16,19-4-1 0,-1-14-6 16,5-2-4-16,2-2 6 15,4 0-18 1,-8-10-184-16,-8-10 94 15,-11-4-31-15,-8 2 19 16,0 1 32-16,0 3 93 16,0 3 7-16,0 1 206 15,0 3-82-15,0 4-54 16,0 0 21 0,0 5-26-16,0 2-26 0,0 0-5 15,0 0-31-15,0 12-10 16,0 17-12-16,0 15 12 15,0 2 28-15,0 6-26 16,7-4 4-16,-2-12-1 16,1-6-5-16,1-4 0 15,-3-8 0-15,0-4-3 16,-1-6 3-16,-1-5-54 31,5-3-89-31,0-7-19 16,-5-7-77-16,0-6-60 15</inkml:trace>
  <inkml:trace contextRef="#ctx0" brushRef="#br0" timeOffset="3065.31">26574 2869 96 0,'42'-52'155'16,"-28"34"-41"-16,-1 4 216 15,-9 6-221-15,-2 2-28 16,-2 6 14-1,0 0-26-15,0 0-37 0,-24 2-32 16,-10 20 15-16,-4 2 8 16,5 0-19-16,6 2-4 15,12-1 20-15,9-6-20 16,6 2 0-16,0-6-8 16,26 2 3-1,10-2 3-15,2 0 2 0,1-4 20 16,-5 2-20-16,-12-5 0 31,-11 0 4-31,-11 0-9 16,0 0-1-16,-31 0 2 15,-11 2 4-15,-5-4 8 16,5-4 1 0,4 0 10-16,16-2-16 15,13 0-3-15,9 0-26 0,0 0-41 16,31-10-110-16,-11 2-72 15,0 2-60-15</inkml:trace>
  <inkml:trace contextRef="#ctx0" brushRef="#br0" timeOffset="4038.4">27064 2410 638 0,'0'-18'78'31,"0"14"-70"-31,0 4 130 16,0 0-26-16,0 0-51 15,0 0-61-15,0 0-7 16,0 16 7-16,2 18 6 16,21 8 11-16,6 4 3 15,4-6-12-15,7-1 5 0,0 1-10 16,9 2-3 0,-7-6 23-16,-4-6-19 15,-9-10-4-15,-17-12 7 16,-8-4-12-16,-4-4 5 15,0 0 0-15,0 0 22 16,0 0-13-16,0 0 11 16,0 0-17-1,0 0 15 1,0 2-18-16,0-2-7 0,0 6 3 16,-16 10-8-16,-15 8 12 15,-22 18 0 1,-7 2 12-16,-1-1-12 15,8-6 0-15,17-15 12 16,14-7-11-16,7-5 4 16,7-6-5-16,8-2-1 15,0-2-14-15,0 0-6 0,0 0 6 16,2 0-54 0,17-13-58-16,-9-1-88 15,0 1-167-15</inkml:trace>
  <inkml:trace contextRef="#ctx0" brushRef="#br0" timeOffset="4555.56">27514 2374 674 0,'7'-40'79'0,"-7"40"-54"15,0 0 27-15,0 0 71 16,0 6-104 0,0 28-31-16,0 18 12 15,0 14 14-15,0-3 12 16,2 3-13-16,9 0 2 0,0-4 1 16,5-4 12-16,-3-8-24 15,3-6-1-15,1-6 8 31,-1-10-10-31,-3-7 1 0,-3-10 8 16,-10-11-7-16,2 0 9 16,0 0 22-1,7-19 33 1,5-26 71-16,3-15-127 0,1-14 14 16,1-2-20-16,0-7 9 15,-4 4-14 1,5 6 0-16,-6 13 3 15,-3 14 6-15,0 14 10 16,-7 14-13-16,-2 8 6 0,-2 6-12 16,3 4-1-16,-3 0-8 15,0 0-11-15,5 8-33 16,-3 30-18 0,0 6-97-16,2 4-7 15,-4-24-156-15,0-16-157 16</inkml:trace>
  <inkml:trace contextRef="#ctx0" brushRef="#br0" timeOffset="4856.05">27933 2757 787 0,'0'12'27'0,"2"2"-24"15,-2 6 27-15,0 10-10 16,0 8 43 0,0 3-27-16,0-1 33 15,0-3-43-15,0-2-5 0,0-3-20 32,0-6 11-32,0-6-12 15,4-6 2-15,-2-10 2 16,1-2-3-16,-1 0-1 15,1-2 0 1,-3 0-88-16,0-22-21 16,0-8-93-16,0 15-59 15,0-3-85-15</inkml:trace>
  <inkml:trace contextRef="#ctx0" brushRef="#br0" timeOffset="5034.24">27792 2797 715 0,'0'0'85'0,"0"0"-78"15,0 0 147-15,-17-28-58 16,46 28-85-16,15 0 10 16,12 0-5-16,6 0-16 15,-4 0 8-15,-4 0-7 16,-10 0-1 0,-11 0-12-16,-33 0-388 15,0 0-100-15</inkml:trace>
  <inkml:trace contextRef="#ctx0" brushRef="#br0" timeOffset="6863.34">28691 2952 375 0,'11'0'127'16,"-7"0"-123"-16,2 0 34 0,2 0 56 15,-2 0-55-15,-1 0-11 16,-3 0-11 0,0 0 12-16,2 0-1 15,0 18-10-15,1 6 11 0,-2 7-1 16,-3 4 16-1,0 5-30-15,-5-2-2 16,-27 0-12-16,-14-2-5 16,-8-4-21-16,-12-6-118 15,41-23-94-15,10-3-111 0</inkml:trace>
  <inkml:trace contextRef="#ctx0" brushRef="#br0" timeOffset="7897.92">29125 2328 508 0,'0'-14'23'15,"0"7"33"-15,0 2 100 16,0 1-56 0,0 2-67-16,0 0 5 15,0 0 11-15,0 2-16 16,0 0 7 0,0 0-20-16,0 0 7 15,0 0-27-15,0 4-3 16,7 22 1-16,1 14 2 15,6 6-2-15,-1 12 7 0,-2 2 3 16,3 2-7-16,1 1 3 16,3 5-3-16,-3-6 7 15,-1-10-10-15,-7-12 2 16,-1-19 0-16,-2-10 12 16,0-4-9-1,0-3 8 1,-2-4 11-16,-2 0 3 15,0 0-2-15,4 0 4 16,-2 0 18 0,7-25-11-16,7-9-3 0,1-10-24 15,6-16 5-15,-3-11-12 16,9-37 0 0,-5 0-1-16,-1 4 1 0,-1 12 0 15,-11 42-2-15,-3 6 10 16,-2 12-15-16,-4 11 7 15,5 5 1-15,-5 10-1 16,0 2 0-16,-2 2-1 16,0 2-9-16,0 0 2 31,0 0-39-31,0 12-132 16,0 12-2-16,0-10-88 15,0 3-116-15</inkml:trace>
  <inkml:trace contextRef="#ctx0" brushRef="#br0" timeOffset="8267.92">29553 2609 428 0,'2'12'27'0,"-2"-9"-26"0,0 8 75 16,4 7-7-1,-1 10-33-15,1 20 13 16,0 8 80-16,3 2-94 16,-2 0-6-16,-5-14-8 15,2-1-12 1,0-11 14-16,1-4-12 0,-1-8 6 15,2-6-14-15,-4-4-2 0,0-6-1 16,0-4 3 0,0 0-1-16,0 0-2 15,0-16-18-15,0-10-109 16,0 8-162 0,0-2 26-16</inkml:trace>
  <inkml:trace contextRef="#ctx0" brushRef="#br0" timeOffset="8568.34">29575 2661 512 0,'0'0'172'0,"0"0"-111"16,0 0-26-1,-18-48 99 1,18 48-104-16,0 0-30 0,9 0-24 16,14 14 24-16,8 10 10 15,19 16-2 1,4 6 25-16,0 4-28 15,-6 6-1-15,-19-8-2 16,-8-1 2 0,-13-4 5-16,-8-3-7 0,0-4 4 15,-8-5-5-15,-26-5 0 0,-17-6 28 16,2-8-6 0,2-4 24-16,11-4-31 15,24-4-13-15,2 0 5 16,10 0-8-1,0 0-16 1,0-12-250-16,0-2-128 16</inkml:trace>
  <inkml:trace contextRef="#ctx0" brushRef="#br0" timeOffset="9101.12">30074 2755 399 0,'0'0'205'16,"26"-32"-135"-16,-18 24 0 0,-6 2 159 0,-2 4-196 15,0 0 0-15,0 2 10 16,0 0-12-1,0 0 1-15,-12 0-19 16,-12 0-10-16,-5 0 26 16,0 14-15-16,0 8-1 31,7 6-6-31,6 0-11 0,7 2 4 16,9 0 0-1,0-2-6-15,7 4 4 16,22 0 0-16,4 0 2 15,8-1 2-15,-1-1-2 16,2 0 0 0,-6-2 4-16,-12-6-2 0,-10-8-2 0,-14-8 0 15,0-2-5-15,-12-2-3 16,-41 0 3 0,-7-2 32-16,0 0-27 15,8 0 11-15,23 0-11 16,12 0 5-1,7 0-6-15,8 0 1 16,2-4-89-16,0-10-89 16,10 6-186-16,9-4-247 15</inkml:trace>
  <inkml:trace contextRef="#ctx0" brushRef="#br0" timeOffset="9834.16">30470 2280 535 0,'-15'-13'51'16,"15"13"100"-16,0-1-19 15,0 1-80 1,0 0-4-16,0 0-19 0,0 0 3 15,0 0 6 1,0 0-19-16,0 0 1 16,23 0-9-16,10 0 5 0,9 16 9 15,7 6 3-15,-2 4-2 16,0 6-24 0,-5 0 0-16,-9 0 6 15,-6-2-12-15,-9-10 4 16,-5-2 0-16,-4-6 3 15,-5-6 5 1,-1-4-8-16,-3-2 0 16,0 0 1-16,0 0 4 15,0 0-4 1,0 0 4-16,0 0-3 16,0 2-4-16,0 1-1 15,0 1-2-15,-9 5 0 16,-13 7 10-16,-14 9-3 0,-6 8 4 15,-12 7-2-15,-19 17-4 16,-3-3 1 0,0-2 6-16,7-6-6 0,26-18-1 15,10-6 13-15,16-8-10 16,7-3 3 0,8-7-6-1,2-4-2-15,0 0 2 16,0 0 0-16,0 0 4 15,0 0-4-15,0 0-2 16,0-4-113 0,0-7-81-16,8-1-180 0</inkml:trace>
  <inkml:trace contextRef="#ctx0" brushRef="#br0" timeOffset="10205.15">30879 2645 648 0,'19'-8'6'15,"-19"8"-6"-15,2 0 84 16,-2 0-35-16,0 0-27 16,0 0-15-16,0 9 7 15,-13 16 23-15,-5 5 32 16,-17 18-10-1,-5 4-22 1,-5 2-5-16,-4 0-6 16,9-15-11-16,9-6 6 15,7-7-19-15,7-8 16 16,7-5-15 0,5-9 8-16,3-2-8 0,2-2-3 15,0 0 1 1,0 0-1-16,0 0-25 0,0-14-64 15,0 0-123-15,4 1-248 16</inkml:trace>
  <inkml:trace contextRef="#ctx0" brushRef="#br0" timeOffset="11744.08">31130 2278 31 0,'0'-7'0'16,"0"6"-31"0</inkml:trace>
  <inkml:trace contextRef="#ctx0" brushRef="#br0" timeOffset="11881.89">31130 2278 110 0</inkml:trace>
  <inkml:trace contextRef="#ctx0" brushRef="#br0" timeOffset="12445.43">31130 2278 110 0,'-18'-50'140'0,"18"48"-107"0,0 2 22 0,0 0 122 0,0 0-118 0,0 0-5 16,0 0-6 0,0 0 1-16,0 0-11 0,0 0 5 15,0 0-25-15,0 0-10 0,0 0 8 16,0 0-15 0,0 0 2-16,0 13 3 15,0 14-1-15,0 7 8 16,0 8 4-1,0 8 11-15,0 6-7 0,0 2 11 16,10 5-21-16,0-4 6 16,1 8-14-1,1-7 2-15,-6-6 14 0,-1-8-17 16,-3-24 7-16,-2-5 4 16,2-10-9-1,2-5 16-15,-1-2 18 16,-3 0 6-1,2 0-9-15,3 0 10 16,-1 0 4 0,7-18-18-16,-4-6-5 0,4-6-17 15,0-4 15-15,-4-8-21 16,9-20 3 0,-1-10-6-16,1-8 7 0,1-7 0 15,-1 15-7-15,-1 12 0 16,4 5 0-1,-2 5 0-15,-1 14 0 16,-5 3 4-16,-2 11-3 0,-4 13-1 16,-1 3 0-1,-4 6-5-15,0 0 6 16,0 0-2 0,0 0-11-16,0 0 9 15,0 0-30-15,0 2-36 16,0 20 27-16,-4 6-37 15,-13-2-37-15,11-13-115 16,2-6-103 0</inkml:trace>
  <inkml:trace contextRef="#ctx0" brushRef="#br0" timeOffset="12883.59">31494 2617 405 0,'10'2'160'16,"-5"-2"-146"-16,1 0 46 16,-1 0 98-1,2 0-68-15,-3-5-50 16,-4 4 89-1,0 1-90-15,0 0 1 0,0 0-40 16,-6 0-7 0,-19 8 1-16,-10 20 2 15,-4 8 1-15,3 4 3 16,3 2 0 0,11 4 6-16,13-2-6 15,7-6-4-15,2-8 5 0,0-10-2 16,22-8 1-16,10-2 0 15,1-6 2-15,5-1 4 16,-1-2-6-16,-3-1-52 16,-12 0-60-1,-8-1-78-15,-14-10-64 0,0 1-30 16</inkml:trace>
  <inkml:trace contextRef="#ctx0" brushRef="#br0" timeOffset="13115.29">31511 2859 355 0,'0'0'89'15,"0"0"-22"-15,-11-40 63 16,11 36-5 0,0 4-54-16,0 0-25 0,0 0-8 15,0 0-28-15,0 0-6 0,2 6-4 16,7 18 2 0,0 12 9-16,0 6-6 15,-2-6-2-15,-3 3-2 16,2-5 1-1,2-2 8-15,-4-8-10 16,0-6 2 0,-1-6 2-16,-3-8-4 15,0-2 0-15,0-2-51 16,0 0-98-16,0 0-600 16</inkml:trace>
  <inkml:trace contextRef="#ctx0" brushRef="#br0" timeOffset="13565.67">31785 2613 711 0,'0'0'146'0,"0"0"-142"0,2-29 134 15,-2 29-134-15,0 0-4 0,0 4-28 16,-15 22 28-1,-10 5 0-15,3 1 7 16,13-8 0-16,5 0-7 0,4-2 1 31,2 8-8-15,25-2 7-16,6-2 11 0,-2-4-10 16,-11-6 0-16,-2-2 0 15,-5-3 4 1,-3-2-7-16,-8 1 9 15,0-2-14-15,-2-2 4 16,0 5 2 0,-25-1-6-16,-6-2 7 0,-4 3 46 15,6-4-23-15,6-1-8 0,6-2 2 16,7 0-14 0,8-3-4-16,2-1-13 15,0 0-25-15,4 0-77 16,10 0-156-16,1-1-125 15</inkml:trace>
  <inkml:trace contextRef="#ctx0" brushRef="#br0" timeOffset="13871.47">32066 2592 642 0,'0'0'26'0,"-13"-5"-20"0,13 5 25 16,0 0-26 0,15 0 5-16,7 0-10 15,7 4 18 1,7-3 47-16,2-1 7 15,7 0-29 1,-12 0 24-16,-8 0-65 16,-15 0 10-16,-10 0-12 15,0 0-30-15,0-1-103 16,-6-6-315-16</inkml:trace>
  <inkml:trace contextRef="#ctx0" brushRef="#br0" timeOffset="14374.51">32481 2226 620 0,'0'0'35'0,"0"0"52"0,19-32 54 16,-17 32-70-1,0 0-48-15,4 0 6 16,0 0-25 0,5 19-1-16,7 20-3 15,4 29 4 1,-4 12 8-16,-2 8-12 0,-3 2 20 16,-9-23-20-16,3-9 4 15,-3-10-2 1,-1-12 3-16,2-10-10 15,-5-12 10-15,0-6 3 0,2-8 0 16,-2 0 14-16,4-4 53 16,0-28 2-16,3-10 25 15,2-10-87-15,4-7-13 16,8-24 19 0,0-4-16-16,4-1-5 15,0 4 5 1,-10 28-11-16,1 7 6 15,-5 13 0-15,-2 12-6 16,0 8 15-16,-7 8-18 16,0 8-6-16,-2 0-18 15,0 12-57-15,-2 23-105 16,-7-12-69-16,0-5-236 16</inkml:trace>
  <inkml:trace contextRef="#ctx0" brushRef="#br0" timeOffset="14676.27">32955 2661 192 0,'0'12'662'15,"0"-4"-651"-15,0 8-11 16,0 10-2-16,0 10 2 15,0 14 30 1,0 2-7-16,-7-4 0 16,5-1-17-16,2-19 16 0,0-6-21 15,0-8 5 1,0-4 3-16,0-6-9 16,0 0 1-16,0-4-1 15,0 0-28-15,-2-4-123 16,-5-10-21-16,-2-7-245 15</inkml:trace>
  <inkml:trace contextRef="#ctx0" brushRef="#br0" timeOffset="14857.94">32788 2697 559 0,'0'0'197'16,"0"0"-131"-16,0 0 125 16,-2-36-191-16,40 36 0 31,12 10 30-31,33 4 2 15,-7 0-16-15,-9-2-5 16,-13-4-7-16,-48-8-8 0,-6 0-70 16,-12 0-330-1</inkml:trace>
  <inkml:trace contextRef="#ctx0" brushRef="#br1" timeOffset="22564.65">24112 4088 385 0,'-7'-11'102'0,"5"7"-100"16,2 1 3 0,0 3 60-16,0 0-6 0,0 0-36 15,0 0-18-15,0 0 29 16,0 0 4-1,0 0 0-15,0 0 39 0,0 0-42 16,0 0-7-16,0 0-17 16,0 0 14-1,0 0-18-15,0 0 1 16,0 0 23-16,0 0-24 0,0 0-2 16,0 14 1-1,0 12 17 1,0 9-8-16,0 5 3 15,0 2 8-15,0 6-24 16,0 4 10 0,0 14 1-16,0 0 26 0,0-4-26 15,0-8-7-15,0-17 17 16,0-9-23 0,0-6 9-16,0-4 1 0,-2-6 18 15,2-4-23-15,0-2-4 16,0-4 14-1,0 0-11-15,0-2-4 0,0 0 0 16,0 0 5-16,0 0 0 16,0 0-5-1,0 0 0 1,0 0 5-16,0 0-5 16,0 0 0-16,0 0 2 15,0 0-1-15,0 0-1 16,0 0-10-16,0 0-8 15,-3 0 8-15,-2 0-2 16,-5 0-8 0,-6 0 14-16,-2 0-7 0,0-4 1 15,-6 2 8-15,4 2-7 0,0 0 11 16,0 0 0 0,4 0 9-16,3 0-9 15,4 0 0-15,9 0 6 16,0 0-3-1,0 0-3-15,0 0 0 0,0 0-2 16,0 0-4-16,0 0 6 16,7 0-5-16,17 0 11 15,19 0-6-15,9 0 2 16,2 0 3-16,0 0 7 16,-8 0-12-1,-3 0 0 1,-10 0 0-16,-12 0-1 15,-10 0 1-15,-9 0 0 16,-2 0 7-16,2 0-7 16,-2 0 2-16,0 0 8 15,0 0-8-15,0 0-2 16,0 0 0 0,0 0-11-16,0 0 10 0,0 0-33 0,0 0 10 15,0 0-41-15,0 0-3 16,0-2-26-1,0-2-321-15,-2 0 88 16</inkml:trace>
  <inkml:trace contextRef="#ctx0" brushRef="#br1" timeOffset="23134.52">24023 4173 398 0,'-23'-6'177'0,"23"3"-122"15,0 3-25 1,0 0 111-16,0 0-66 0,0 0-13 0,0 0-46 15,0-1 2-15,0 1 25 16,0-2-12 0,0 0 9-16,23-2-25 15,12-1-14-15,8 1 39 0,3 0-25 16,12 1-3 0,-4 1 3-16,-8 0-12 0,-10-2-3 15,-20 1 0 1,-12 3 1-16,-4 0-1 15,0 0-2-15,0 0 0 16,0 0-2-16,0 0-39 16,-4 0-43-16,-12 7-31 15,1 4-79 1,6-7-52-16,7-1-71 16</inkml:trace>
  <inkml:trace contextRef="#ctx0" brushRef="#br1" timeOffset="23782.38">24544 4543 9 0,'0'-13'334'0,"0"3"-253"16,0 0-20 0,0 2 189-16,0-2-198 15,0 6 4-15,0 1 18 16,-2 3-22-16,2 0 10 16,0 0-25-16,0 0 23 0,0 0-52 15,0 0-5-15,0 0-3 16,-2 0-8-16,-3 8 6 15,3 16 2-15,2 5 0 16,0 5 10 0,0 4-9-16,0 8 2 31,0 0 9-31,0-4-12 0,0-3 0 16,4-18 0-16,3-6 5 15,-3-6-5 1,-2-3 3-16,-2-3 3 15,3-3 0-15,-3 0-6 16,2 0 0-16,-2 0 12 16,0 0-10-16,0-14-2 0,0-5-27 15,0-5-33-15,0-2-12 16,-2-6-61 0,-5 18-422-16,-2 0 213 15</inkml:trace>
  <inkml:trace contextRef="#ctx0" brushRef="#br1" timeOffset="23820.16">24544 4543 263 0</inkml:trace>
  <inkml:trace contextRef="#ctx0" brushRef="#br1" timeOffset="24136.52">24544 4543 263 0,'-85'-90'85'0,"85"71"-28"0,0 1 115 0,0 7-36 0,0 4-17 16,0 0-39-16,0 7-11 16,0 0-12-16,0 0-29 15,7 0-5 1,22 0-7-16,11 8-15 0,11 14-1 15,-4 2 0-15,-3 2 13 16,-5 5-13 0,-8 2-5-16,-5 4 5 15,-8-5 6-15,-9-4-6 0,-7 4-3 16,-2-6 1 0,0 2 2-16,-17-6 0 0,-8-6 4 15,-2-4 0-15,0-4 7 16,-8 0-4-1,6-4 25-15,6-4-17 16,4 0-8-16,15 0-7 16,-4 0-3-16,2 0-25 15,6-4-75 1,0-2-289-16,0-2 86 16</inkml:trace>
  <inkml:trace contextRef="#ctx0" brushRef="#br1" timeOffset="24737.76">24997 4499 261 0,'4'-15'223'16,"-4"8"-40"-16,0 0-42 16,0 3-46-16,0 1-34 15,0 1-16-15,0 2 2 16,0-2-18-16,0 0 28 0,-18 2-55 15,-5 0 3-15,-10 0 3 16,4 0 6-16,5 0 8 16,6 2-20-16,13 6 4 15,3 0-10-15,2 5 4 16,0 5-1 0,7 4-10-1,17 2 8-15,10 4 2 16,1-4 1-16,3 0 10 15,-3 0-10 1,-2-2 0-16,-12-2 0 16,-9-2 0-16,-6-4 0 0,-6-2-5 15,0 2-4 1,-22-4 15-16,-11 0-6 0,-5-4 18 16,0-2-14-16,2-4 10 15,5 0-13 1,7 0 17-16,8 0-17 15,5-8-2-15,11-4-3 16,0-4-60-16,2 2-48 16,11 8-88-16,-1-2-492 0</inkml:trace>
  <inkml:trace contextRef="#ctx0" brushRef="#br1" timeOffset="25169.75">25306 4471 273 0,'5'-1'145'0,"-5"1"-125"15,2 0 16-15,-2 0 101 16,0 0-46 0,2 0 88-16,0-3-100 0,4-1-7 15,11-2-6 1,9 1-44-16,10-6-4 16,6 5-17-1,7 1 6-15,-2 0-6 16,-2 5 10-16,-10 0-6 15,-12 0 5-15,-12 0-16 16,-9 0 6-16,-2 0-2 16,0 0-5-16,0 0 7 15,-2 0-4 1,-17 6-12-16,-4 8-8 0,-6 0-118 16,-1-2-78-16,17-8-55 15,2-2-81 1</inkml:trace>
  <inkml:trace contextRef="#ctx0" brushRef="#br1" timeOffset="25453.39">25275 4606 231 0,'0'0'330'16,"0"0"-249"-16,-18 10 142 16,18-10-146-16,0 0-29 15,0 0-3-15,16 0-28 16,13 0 8-1,11 0 17 1,11 0 19-16,8 0-56 16,5 0-2-16,5 0 10 15,-13 0-9-15,-17 0-3 16,-16 0-1-16,-23 0 0 16,0 0-4-16,0 0 5 15,0 0-1 1,-14 0-53-16,-5 0-68 0,0 0-45 15,15 0-32 1,0 0-127 0</inkml:trace>
  <inkml:trace contextRef="#ctx0" brushRef="#br1" timeOffset="26428.39">25783 4877 232 0,'0'4'91'0,"0"-4"-16"16,0 0 43-16,0 0-35 15,0 0-7-15,0 0 5 16,0 0 0-16,0 0 3 0,0 0-26 16,0 0-5-1,2-10-9-15,4-11 16 16,8-2-43-16,-1-8 6 16,3-3-9-16,1-8-10 15,4-8 15 1,-1-10-15-16,2-11 1 0,-2-9-4 0,3-2-1 15,1-14 0 1,-2 15 2-16,-4 16-5 16,-5 18 3-16,-9 32 0 15,0 6 17-15,-4 9-15 16,0 0 13 0,0 0-9-1,0 0-12-15,0 23-7 16,0 17 1-16,0 14 9 15,0 2 6-15,0 2 2 16,0-2-2-16,0-6-1 16,2-6-2-16,11-8 0 15,-5-10-3-15,6-9 3 16,-5-11 0-16,-1-6-1 0,6 0 4 16,4-2-1-1,13-28-1-15,2-9 14 16,2-7-13-16,-2-8-2 15,-6 0 3-15,-4-6 1 16,-4-6 1-16,-9 0-2 31,-7 1-5-31,-3 13 5 0,0 14-3 16,0 16 10 0,0 14 1-16,0 8 3 15,0 0-14-15,0 10-10 16,0 26 9-16,0 13-6 15,0 20 7 1,0 6 6-16,0-1-8 0,0-4 2 16,4-22 0-16,3-9-1 15,0-10 2-15,-5-7-2 16,2-5-13-16,-2-8 7 16,1-3-37-16,-1-6-42 15,-2 0-44-15,0 0-114 16,0-11-22-1,0-3-215-15</inkml:trace>
  <inkml:trace contextRef="#ctx0" brushRef="#br1" timeOffset="26830.91">26424 4265 413 0,'13'-36'217'0,"-5"30"-179"16,-8 4 49-16,0 2 46 15,2 0 10-15,0 2-143 0,2 24 0 16,1 18 10-1,1 4-3-15,-2-2 1 0,0-3-8 16,-2-17 0-16,0-12 3 16,2-7-2-1,-2-4-1-15,1-3 1 16,1 0 18-16,2-13 31 0,6-15 18 16,3-6-27-1,1-4-38-15,4-4 5 16,0 0-3-16,-2 6 11 15,-5 10-16-15,-4 10 0 16,-7 14 18-16,0 2-17 16,-2 6-1-1,6 26-4-15,-2 8 4 16,2 2-2-16,3 6 2 16,1-8 0-1,-4-6 2-15,1-8-4 16,-3-16-9-16,-2-3-38 15,0-7-11-15,5 0-71 16,-7 0-321-16,5-8 103 0</inkml:trace>
  <inkml:trace contextRef="#ctx0" brushRef="#br1" timeOffset="27449.56">26935 3948 60 0,'17'-66'541'0,"-17"58"-412"16,0 2-77 0,0 4 71-16,0 2-36 0,0 0-59 15,0 0-28-15,0 14-7 16,-13 34 7 0,-5 10 25-16,-1 12-24 15,0 9 12-15,9-14-3 0,2 2-7 0,8-3 7 16,0 3-10-1,0-13 6-15,14-14-4 16,1-12-2-16,-3-20 0 16,-3-8 0-1,4 0 13-15,3 0 14 16,6-25 81 0,-2-4-100-16,2-8 2 15,1-9-10-15,-8 0 7 16,-1 8-8-16,-8 8 1 15,-6 20 0-15,0 8 0 16,0 2 2 0,0 0-4-16,-8 30-3 15,-6 8 0-15,3 2 5 0,11-6 0 16,0-4 0-16,0-4 4 16,6-1-8-16,9-10 8 15,4-4-3-15,3-8-1 16,16-3 0-1,2-1 20-15,1-27-18 0,-6-8 5 16,-10 1-7-16,-8-3 6 0,-5-2 3 31,-12-8-8-15,0 6 8-16,-10 12-5 16,-23 11-1-16,-1 19 3 15,-10 0-2 1,-3 5 6-16,3 15-7 0,3 0-6 15,14 0-33-15,10-2-57 16,17-14-108-16,0 0-251 16</inkml:trace>
  <inkml:trace contextRef="#ctx0" brushRef="#br1" timeOffset="27966.02">27320 4251 695 0,'18'-22'10'0,"-9"10"44"16,11 0-1-16,-3 6-16 15,0 2-18-15,-7 2 8 16,-10 2 3 0,0 0 3-16,0 0 10 15,0 38-18 1,-15 10 70-16,-3 8-58 15,-5 2-16-15,13-14-12 16,-1-6-6 0,-1-7 8-16,8-9-9 15,0-8-4-15,4-8 5 0,0-6-7 0,0 0 2 16,0-13-34 0,0-19 18-16,0-10-89 15,0-2 40-15,0-4 22 16,2-2 10-16,0-2 21 15,0 10 14-15,0 16 32 32,-2 9 37-32,2 17 12 15,0 0 2-15,3 7-48 16,2 25-21-16,6 10 11 16,8 8 11-16,3 4-24 15,16 9-6-15,4-12 2 16,-1-7-3-16,-12-9-6 15,-16-23 1-15,-10-4-11 0,-5-8 3 16,0 0-77 0,-18-2-722-16</inkml:trace>
  <inkml:trace contextRef="#ctx0" brushRef="#br1" timeOffset="28767.21">26030 4694 190 0,'-11'0'96'16,"2"0"-78"-16,0 0 41 16,4 0 70-16,3 0 50 15,0 0-60-15,0 0-29 16,2 0-26-16,0 0 6 16,0 0-33-16,2 0-5 15,25 0-32-15,17 0 7 0,23-2 46 16,53-2-19-1,25 2-8-15,11 2-17 16,9 0-2-16,-31 0-7 16,-13 0 0-16,-21 6 11 15,-25 2-11-15,-28 0 0 32,-24-2 4-32,-17-4-6 0,-6 2 2 15,0-2 0-15,0 0 36 16,0-2-15-1,0 0-6-15,0 0-9 0,0 2-1 16,0 0-10 0,0-2-30-16,0 4 24 15,0-2-36-15,-8 2-56 0,-19 0-55 16,11-2-112 0,-4 0-80-16</inkml:trace>
  <inkml:trace contextRef="#ctx0" brushRef="#br1" timeOffset="29356.74">26472 4977 609 0,'0'0'188'16,"0"-6"-142"-16,21-2 25 16,20 0-67-16,16 3 0 15,3 4 8 1,-6 1-11-16,-14 0 15 0,-24 0-12 16,-14 8-2-16,-2 12-4 15,-9 12-3 1,-34 8 12-16,-3 4 8 0,-10 4 3 15,12-10-18-15,3-1 0 16,6-5 25 0,8-6-5-16,10-8 68 15,7-3-59 1,10-2-16-16,8-1-12 16,40-2-1-16,21-6 49 15,16 0 1-15,-2-4-26 16,-4 0-5-16,-11 0-16 15,-24 0 2 1,-24 0-5-16,-20 0-12 16,0 0 9-16,-27 0-60 0,1 0-166 15,1-6-667-15</inkml:trace>
  <inkml:trace contextRef="#ctx0" brushRef="#br1" timeOffset="30863.55">27741 4265 2 0,'-4'0'68'15,"4"0"-65"-15,0 0 9 16,0 0-12-16,13 0-8 16,5 0 3-16,-3-2 5 15,-6 0 0-15,-2 0 0 16,-4 0 12-16,-1 0 68 15,-2-2 18-15,0 0 49 16,0 2-126-16,0-2-21 16,0 0-1-16,0 2-37 15,0-2 26-15,0 2 12 16,0 0 9-16,0 0 13 16,0 0 16-16,0-2 4 15,0 0-7-15,0 2 25 0,0 0 2 16,0 2-4-16,0-2 22 15,0 0-27 1,0-2 7-16,0 0 8 16,0 0-21-16,0 2-26 15,0 2 13 1,0 0 14 0,2 0-20-16,-2 0 7 15,0 0-34-15,0 0-1 0,2 0-1 16,7 22 1-1,7 18 1-15,-1 8 4 16,3 12-3-16,-5-7-2 16,1-2 0-16,-3-4 1 0,0-4 0 15,-4-10-1-15,-3-13 8 16,-4-10-15 0,0-10 7-16,0 0 0 15,0 0 11-15,7-2-4 16,-1-22 74-16,4-10-75 15,1-6-3 1,2-17 3-16,3-1-4 16,-3-4 11-16,3 0-10 15,-10 16 2-15,1 8-1 16,-3 9 3 0,-2 16-9-16,0 8 2 15,-2 5 1-15,3 0-1 16,0 0-8-16,1 13 4 15,5 19-13-15,1 8 9 0,6 4 16 16,-1 2-10-16,2 2 2 16,-2 4 0-1,-1-3-2-15,-4-7 7 16,0-12-9-16,-6-19 4 16,1-4 0-1,-5-7-2-15,2 0 3 16,6 0 6-16,4-14-7 15,1-15 21-15,5-4-20 16,-3-6 3 0,2-3 22-16,-2-8-20 15,3-4 18-15,-5-8-24 16,3-2 7-16,-5-4-7 0,-3 14 0 16,-3 13 22-16,-3 15-21 15,-2 20 15-15,0 6-16 16,0 0 0-1,0 2-2-15,0 28-82 16,0 11 41-16,0 6-26 16,0 0-48-16,-5-3-90 0,3-28-63 15,-4-4-98-15</inkml:trace>
  <inkml:trace contextRef="#ctx0" brushRef="#br1" timeOffset="31411.05">27826 4831 184 0,'-9'0'481'0,"9"0"-436"16,0 0 52-16,0 0 52 16,20 0-121-16,13 0-15 15,9 0 17-15,10-3-8 16,15-1 9-16,31 3-31 16,11 1 33-16,0-3-27 15,-10 3 15-15,-41 0-14 16,-23 0-6-1,-18 0 10-15,-14 0-10 16,-3 0-1-16,0 0 2 0,-5 0 5 16,-32 0-7-16,-5 0-19 15,-8 0-24-15,1 0-81 16,11 4-29-16,25-1-85 16,4-3-109-1</inkml:trace>
  <inkml:trace contextRef="#ctx0" brushRef="#br1" timeOffset="31950.37">28016 4931 335 0,'0'0'92'0,"0"0"-20"15,-3 0 204-15,3 0-222 16,0 0 20-16,0 0 2 16,0 0 1-1,0 0-4-15,0 5-53 0,0 12-16 16,0 11 1-16,11 14 9 16,-4 24-14-1,-1 11 0 1,-1-1 9-16,-2-2-3 15,-3-18-6-15,0-10 0 16,0-10 1-16,0-10 0 16,0-14-1-16,0-4 16 15,0-6-15-15,0 0 24 16,0-2 8-16,0 2-14 16,0-2 30-16,0 0-8 15,0 0-9-15,0 0-27 16,13 0 5-16,7 0-10 15,7 0 3-15,8-8-1 16,5 2-2-16,4 2 0 16,6 0-4-1,8 4 5 1,-9-2-1-16,-13 2 1 16,-13 0 0-16,-20 0-1 15,-3 0 0-15,0 0-9 16,0 0 9-16,-11 0-43 15,-14 0-20-15,-6 0-19 16,11 0-147-16,2 0-183 16</inkml:trace>
  <inkml:trace contextRef="#ctx0" brushRef="#br1" timeOffset="33907.65">29258 4102 334 0,'0'-7'191'0,"0"7"-117"16,0 0 16-16,0 0-36 15,0 0-45-15,0 0 0 16,0 0 30-16,0 0-16 16,0 0-3-16,0 1 12 15,-8 17-19-15,-10 10 58 0,-2 11-31 16,-2 9-16-16,-3 12 17 15,2 12-22-15,-1 8-4 16,2 11 5-16,0 3-19 16,3 2 3-16,15-2 3 15,4 0-4-15,0 21-2 32,20-9-1-32,14-10 0 0,1-19 9 15,-6-39-9-15,-2-16 2 16,-2-10 7-1,8-8 13-15,-2-4 32 16,-4 0-17-16,-4 0-33 16,-10 0 8-16,-7 0-12 15,-2-2 0-15,-4-2-8 16,0-2-26-16,0 0-34 0,0 2-126 16,0-4-204-1</inkml:trace>
  <inkml:trace contextRef="#ctx0" brushRef="#br1" timeOffset="34477.01">29441 4383 506 0,'0'-22'142'16,"0"20"-115"-16,0 2 41 15,2 0 67-15,-2 0-55 16,0 0-28-16,0 0-17 0,0 0-29 15,0 30 13 1,0 16 18-16,0 12-14 16,0 9 3-16,0-9-21 15,0 2 5-15,9-6-10 16,3 2 9 0,1-13-10-1,1-14 1-15,-1-7-1 16,-9-19 3-16,0-3-2 15,1 0 8-15,4 0-5 16,6-21 112-16,8-11-95 16,2-8 9-16,8-22-23 15,-2-6 9-15,-2-8 3 0,-4-7-12 16,-10 21 0-16,-9 8-6 16,-4 12 0-1,-2 16 2-15,0 10-2 16,0 12 0-16,0 4-11 15,0 0-16-15,0 12-57 32,0 2-54-32,0 2 5 15</inkml:trace>
  <inkml:trace contextRef="#ctx0" brushRef="#br1" timeOffset="34924.58">30016 4768 599 0,'0'-16'68'0,"0"6"-42"16,0 4 139-16,0 4-79 16,0 0-63-16,-2 2 16 0,-3 0-12 15,-6 0-8-15,-7 0-19 16,-24 2 29-1,-4 22-20-15,1 6-5 16,5 10 23-16,26-5-27 0,7-2 7 16,7 6-17-16,0-5 12 15,19-4-7-15,14 0 1 0,7-8 4 16,-3-6-1-16,2-6 1 16,-6-6-4-1,-6-4-9-15,-5 0-70 16,-22 0-271-16,0-8-39 15</inkml:trace>
  <inkml:trace contextRef="#ctx0" brushRef="#br1" timeOffset="35177.71">30019 4895 617 0,'0'0'92'16,"0"0"15"-16,0 0 124 15,0 0-186-15,0-27-37 16,0 27-1-16,0 18-7 15,0 14 0-15,2 5 19 0,6 3-8 16,-3 0-11-16,-1 2 10 16,0 8-13-1,-4-6 3-15,6-6 0 16,-4-9-2-16,0-18 2 0,0-3-13 16,2-5-48-1,-1-3-89 1,-1 0-448-16</inkml:trace>
  <inkml:trace contextRef="#ctx0" brushRef="#br1" timeOffset="35563.11">30235 4805 202 0,'0'0'528'15,"0"0"-430"-15,13-63-23 16,-13 59 48-1,0 4-26-15,-7 0-54 16,-9 0-35-16,-1 18-7 16,3-2 8-16,5 4-9 15,5 0 1-15,4 0-9 0,0 0 13 16,0 2-10-16,20 0 7 16,18 3-2-1,-3-1 0-15,1-2 0 0,-7-4 8 16,-15-6-8-16,-10-2 0 15,-4-2-3 1,0 4 1 0,-2 2-2-16,-20-2 2 15,-5-4 2-15,6-2 10 16,2-2-2 0,3-4-4-16,5 0-4 15,2 0 2-15,4 0-11 16,3 0-4-16,2-8-68 15,0-6-28-15,0 6-128 0,0 2-159 16</inkml:trace>
  <inkml:trace contextRef="#ctx0" brushRef="#br1" timeOffset="36530.08">30444 4712 516 0,'-11'-2'83'0,"11"2"-36"16,0 0 126-16,0 0-66 31,0 0-53-31,0-2-54 16,20 2 11-16,11 0 24 0,11 0-13 15,14-2 17 1,6 0-17-16,3 0 15 15,-9 2-25-15,-12-2-12 16,-17 2 0-16,-13 0 16 16,-10 0-14-16,-4 0 3 0,0 0-2 15,0 0 6-15,0 0-9 16,0 0-8 0,-9 0-92-16,-2 0-85 15,2 0-157-15</inkml:trace>
  <inkml:trace contextRef="#ctx0" brushRef="#br1" timeOffset="37387.11">30925 4389 706 0,'-2'-20'20'15,"2"16"132"-15,0 4-43 0,0 0-86 16,0 0 0 0,0 0-11-16,0 0 2 15,0 0-12-15,0 14-2 16,8 32 15-16,11 13-8 15,3 7 19 1,-2 10-7-16,0-12-11 16,-2-4-2-16,-3-5-5 15,4-1-1 1,-6-13 0-16,-5-9 0 16,-4-9 2-16,-4-17-1 15,4-4 3-15,-4-2 1 16,0 0-5-16,2 0 64 0,0 0-6 15,4-4-3-15,5-30-28 16,1-6-10 0,3-9-13-16,1-7 7 15,-1-2-5-15,1-6 1 0,4-2-4 16,-2-10-1 0,2 5-1-16,-5 13-2 0,-1 12 0 15,-3 20 2-15,0 6-2 16,1 6-1-1,-1 4 0-15,-7 6-7 16,-4 4-7-16,0 0-21 16,0 0-15-16,0 0-31 15,0 16-124 1,0-4-74-16,0-4-185 16</inkml:trace>
  <inkml:trace contextRef="#ctx0" brushRef="#br1" timeOffset="37757.91">31455 4760 668 0,'5'8'80'0,"-5"-6"-25"16,0 4 69-16,0 9-92 15,2 4-13-15,1 9-19 16,1 5 23-16,0 3 54 16,3 2-75-16,-1 10 25 15,4-2-23 1,-2-6 20-16,-1-6-24 0,-3-16 0 15,1-10 8-15,-2-2 1 16,-3-2-7-16,0-4-2 16,0 0 3-16,0 0-29 15,0-14 9-15,-10-10-193 16,4 10 69 0,-1 0-164-1</inkml:trace>
  <inkml:trace contextRef="#ctx0" brushRef="#br1" timeOffset="37958.03">31369 4849 326 0,'0'0'363'0,"0"0"-352"15,0 0 138 1,-12-26-25-16,39 26-83 0,4 0-38 16,5 0 34-16,7 0-18 15,1 0 18-15,3 0-55 16,-1 0 36-16,-8-3-31 15,-9-3 13-15,-15-10-142 16,-14 9-170-16,0-6-298 16</inkml:trace>
  <inkml:trace contextRef="#ctx0" brushRef="#br1" timeOffset="38406.47">31567 4149 602 0,'0'0'193'0,"-9"-22"-179"15,9 22 31-15,0 0 52 16,0 0-96-16,7 0 12 16,15 14 19-16,12 18-8 15,10 14 25-15,22 38-24 16,11 14-6-16,-4 15 15 31,-1 7-25-31,-32-16 8 0,-14-6-10 16,-13-2 4-1,-13 5-11-15,0-9 7 16,-29-14-2-16,-8-14 4 16,-5-25-9-16,1-11 15 15,5-6-9 1,10-6 9-16,6-6-10 0,6-4-5 0,8-4-27 16,1-2-106-1,5-4-130-15</inkml:trace>
  <inkml:trace contextRef="#ctx0" brushRef="#br1" timeOffset="39060.87">31930 3926 547 0,'-12'-24'64'16,"12"12"15"-16,0 8 117 0,0-4-80 15,16 0-43 1,31-2-72-16,11 0 18 31,6 4-13-31,8 4 21 16,-21 2 1-16,-10 0-2 15,-14 0 17-15,-15 0-41 16,-5 8-4-16,-7 10-9 16,0 12 9-16,-25 22 4 15,-19 6 6-15,-5 0 15 16,7-6-17-16,19-20-6 0,10-7 8 16,9-7-1-1,4-4 1-15,0-2 0 16,11-2-8-16,22-2 8 15,12-4-8-15,4-2 21 16,4-2-5-16,3 0 2 31,0 0 1-31,-7 0-10 0,-4-8-4 16,-22 2-5 0,-11 2 1-16,-12 2 2 15,0 2-6-15,-2 0-27 0,-27 0-48 16,9 0-109-1,-5 0-200-15</inkml:trace>
  <inkml:trace contextRef="#ctx0" brushRef="#br1" timeOffset="43625.4">21583 6336 371 0,'11'0'176'0,"-11"0"-133"15,0 0 9-15,2 0 86 16,-2 0-45-16,0 0-43 16,0 0-16-16,0 0 1 31,0 0 20-31,0-4-9 15,0-8-6-15,0-4-25 16,2-4 47-16,2-4-58 16,6-6 2-16,9-18-6 15,10-8 8-15,10-13 0 16,5-11-7-16,0 0 1 16,10-12-1-16,8-6-1 15,46-28-1-15,19 1-4 16,10 5 4-16,15 8 1 15,-25 31 0-15,0 13-1 16,3 12-5-16,-12 6 5 16,-18 10 1-16,-22 7 1 31,-25 10-1-31,-19 2 1 16,-16 10 2-16,-10 2 0 0,-8 5-3 15,0 3 0-15,0-2-7 16,0 3 3-1,0 0 4-15,0 0-14 16,-6 0-70-16,-14 0-1 16,-5 0 2-16,1 4-79 15,-3 2 45-15,18-4-44 16,0-2-269-16</inkml:trace>
  <inkml:trace contextRef="#ctx0" brushRef="#br1" timeOffset="43874.54">22933 4780 454 0,'-22'-10'75'0,"13"6"-71"16,2 2 51-16,7 0 3 0,-2 2-56 15,2 0-2-15,0 0-10 16,0 0-4-16,0 0-46 16,0 10 44-1,0 4-22-15,0-9-150 16</inkml:trace>
  <inkml:trace contextRef="#ctx0" brushRef="#br1" timeOffset="44561.93">22895 4983 324 0,'-13'-10'122'0,"11"6"-113"16,2-2 27-16,0 2 112 15,0 0-34-15,0-2-72 16,0 0 17-16,0-1 1 16,0-2-6-16,6-4 1 15,14-1-26-15,12-4 14 16,7-4-28-16,11 0-1 31,32-7-2-31,11 0 4 16,10 1 9-16,4 2-3 15,-29 10 3-15,-9 2-7 16,-19 6-6-16,-15 4-7 16,-18 4 1-1,-9 0 1-15,-6 0-5 16,-2 0 4-16,0 0-1 0,0 0-5 16,0 0-5-16,-12 4-15 15,-1 6-21-15,-1 2-47 16,-7 2-48-16,-2-6-81 15,12-8-93-15</inkml:trace>
  <inkml:trace contextRef="#ctx0" brushRef="#br1" timeOffset="45046.82">23204 4656 837 0,'-10'-8'62'16,"3"4"-59"-16,7 0 72 15,0 2 51-15,0 0-70 16,13 0-56-16,39-2-11 16,14-2 18-16,19-2 17 15,4 2-12 1,-18 2 5-16,-8 2 1 0,-14 2-8 15,-15 0-2-15,-15 0 11 16,-9 0-19-16,-10 0-3 16,0 2 3-16,-7 16 0 15,-18 8 2-15,-6 8 12 16,0 4-6-16,-4 6-1 16,0 2-3-1,2 15-1 1,4-3 9-16,7 0-10 15,4-10 5-15,9-18-3 16,3-10 1-16,4-8 0 16,2-4 2-16,-2-6 4 15,2 0-11-15,0-2-2 16,0 0-1-16,0 0 2 16,0 0-17-16,-4 0-55 15,4 0-84-15,-2 0-399 16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11:21:03.41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20629 10114 260 0,'80'0'61'0,"-18"-8"-49"15,6-2-12-15,3 2 113 16,0 2-81-16,1 6-17 15,12-2 33-15,-6 2-8 16,-9 0 13-16,-11 0-33 16,-27 0-7-16,-12 0-12 15,-13 0 0 1,-6 6-1-16,0-2-22 16,-29-2-6-16,4-2-82 15,3 0-279-15</inkml:trace>
  <inkml:trace contextRef="#ctx0" brushRef="#br0" timeOffset="847.12">20310 7762 38 0,'-19'-8'252'16,"17"8"-180"-16,-1 0-35 15,3 0 56-15,-2 0 28 16,2 0-99-16,0-2-9 15,0 0-13-15,13-2 0 16,20 0 14-16,17 0 41 16,10 4 7-16,11-2-12 15,10 0-18 1,32 2-13-16,11-4 13 16,9 0-9-16,0 0 1 15,-33 2-10-15,-15 0-2 16,-21 0-5-16,-16 0 0 15,-15 0 0-15,-16 0-5 16,-10 2-2-16,-4 0-1 16,-3-4 0-16,0 0-15 15,0-4-54-15,0 2-78 16,0-2-223-16</inkml:trace>
  <inkml:trace contextRef="#ctx0" brushRef="#br0" timeOffset="1646.65">20297 4131 336 0,'7'0'61'16,"62"0"-61"-1,20 0 0-15,12 0 0 16,-53 0-87-16,-25 0-175 15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47:15.5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1824 16146 9 0,'0'-14'433'15,"0"2"-422"-15,0-2-7 16,0 2 97-16,0-2-27 16,0 4-41-16,0-2 53 15,0 6-10-15,0-2-10 16,0 4-20 0,0 4 0-16,0 0-6 0,0 0-20 15,0 0-8-15,0 0-12 16,0 16-5-16,0 20-9 15,0 10 14-15,0 12 16 16,0 8-3-16,0 5-5 16,0 1-2-1,0 0 5-15,7-10-3 16,0-14-5-16,-5-8-1 0,2-8 7 16,-4-10-7-1,0-4-1-15,0-4-1 16,0-1-7-16,0-3-39 15,-6-6-108-15,-4-4-57 16,-3 0-104-16</inkml:trace>
  <inkml:trace contextRef="#ctx0" brushRef="#br0" timeOffset="1">1506 16830 442 0,'0'0'129'16,"0"0"-83"-16,0 0 80 15,0 0-35-15,13 8-85 16,34-8 13-16,13 0 48 16,9 0-25-16,6-8-1 15,2-10 3-15,-4 4-9 16,-9 0-11-16,-14 6-8 16,-21 0-14-16,-16 8 3 15,-11 0-5-15,-2 0 1 16,0 0-1-16,0 0-22 15,-22 0-15-15,-15 4-118 16,14 0-60-16,3-4-137 16</inkml:trace>
  <inkml:trace contextRef="#ctx0" brushRef="#br0" timeOffset="2">1535 16218 328 0,'0'0'142'15,"0"0"-71"-15,0 0 37 16,0 0 55-16,-18-32-59 15,18 32-43-15,0-4-12 16,0 0-8-16,20 0 14 16,13-2-27-16,11-2-9 15,8 4-3-15,29 2-10 16,0 2-3 0,2 0-2-16,-4 0 0 15,-31 0-2-15,-8 0 1 0,-13 0-14 16,-11 6-31-16,-14 2-36 15,-2 2-84-15,-2-6-128 16,-21 0-266-16</inkml:trace>
  <inkml:trace contextRef="#ctx0" brushRef="#br0" timeOffset="3">2223 16527 493 0,'0'0'102'0,"0"0"28"15,0 0 10-15,0 0-60 16,12 0-1-16,-12 0-18 15,2 12-28-15,2 10-33 16,0 14-2-16,5 8 2 16,-2 6 21-16,0-1-8 15,-1 1-7-15,1-6-4 16,-7-8-2-16,2-6-1 16,-2-10-50-16,0-20-30 15,0 0-88-15</inkml:trace>
  <inkml:trace contextRef="#ctx0" brushRef="#br0" timeOffset="4">2167 16535 933 0,'0'0'15'15,"0"0"-10"-15,0 0-5 16,118-28 6-16,-62 38-6 15,-2 26-5-15,0 8-7 16,-12 6-17-16,-9-2-5 16,-22 11-4-1,-11 3 23-15,-20-8 10 0,-29-4 5 16,5-16 28-16,-3-8 36 16,7-16 1-16,6-6-10 15,7-4-33-15,7 0-9 16,7-18-13-16,9-4-55 15,4-4-53-15,0 16-119 16,0 2-186-16</inkml:trace>
  <inkml:trace contextRef="#ctx0" brushRef="#br0" timeOffset="5">2950 16565 630 0,'0'0'65'15,"0"0"-42"-15,0 0 175 16,0 0-59-16,-34-22-96 15,-1 22-14-15,-10 14-13 16,3 12 5-16,3-4-7 0,8-2 4 16,14 2 1-1,10 0-15-15,7-4-4 0,0 4-6 16,29 0-5 0,15 5-9-16,12-5 2 15,4 0-1-15,-4 2 7 16,-12 10 2-1,-17-2-12-15,-24 4-7 0,-3-6 15 16,-34-2-19-16,-20-6 33 16,-12-4 61-16,-10-14 6 15,2-4-18-15,3 0-10 16,18-18-16-16,17-12-23 16,23-2-6-16,13-8-23 15,11 22-72-15,20 8-649 16</inkml:trace>
  <inkml:trace contextRef="#ctx0" brushRef="#br0" timeOffset="6">3621 16597 882 0,'0'0'360'0,"0"0"-354"15,0 0-3-15,-6-12 31 16,6 12-34-16,0 0-9 15,0 0-41-15,0 0-61 16,0 0-222 0</inkml:trace>
  <inkml:trace contextRef="#ctx0" brushRef="#br0" timeOffset="7">3702 15767 179 0,'-2'-10'85'0,"2"10"-70"16,0-4 21-16,0 0-36 16,0-2-20-16,0 4-40 15,2 0-116-15</inkml:trace>
  <inkml:trace contextRef="#ctx0" brushRef="#br0" timeOffset="8">3702 15767 270 0,'27'-82'199'16,"-27"80"-163"0,0 2 72-16,0 0 96 0,0 0-165 15,0 0-7-15,0 0-9 16,-6 20-19-1,-13 20 17-15,0 10-20 16,3 22 6-16,5-1-1 16,7 15 3-16,0 12-6 15,4 8 1-15,0 6-2 0,0-3-2 16,17-3 0-16,10-8-1 16,4-5 1-16,2-7 0 15,-2-2 0 1,-4-8-72-16,-12-14 72 15,-7-8-3-15,-8-9-8 16,-12-5 11-16,-32-12 29 16,-16-2 46-16,-17-12-1 15,9-10-22-15,-6-4-9 16,10 0-7-16,10 0 1 16,14-6-16-16,14-2-9 15,9 4-8-15,11 4-2 0,6 0-4 16,0 0-22-1,0 0-50-15,0 0-565 16</inkml:trace>
  <inkml:trace contextRef="#ctx0" brushRef="#br0" timeOffset="9">3667 17277 436 0,'0'0'93'15,"0"0"-34"-15,-25 0 79 16,12 0-49-16,-3 0-43 15,-3 8-5-15,-4 6-26 16,1 4 1-16,-3 12 11 16,8 6 1-16,3 8-10 15,7-4-5-15,7 6-10 16,0-5-3 0,2-3 0-16,21-6 1 0,4-6-1 15,6-8-3-15,3-12 3 16,11-6 1-1,-3 0-1-15,-6-28 0 16,-7-2 11-16,-27-6-7 0,-4 0 11 16,0-4 19-1,-21 3 11-15,-15 3-1 0,-7 10-1 16,1 8-28-16,-3 10-4 16,5 6-11-16,5 0-13 15,26 0-42 1,7 10-914-16</inkml:trace>
  <inkml:trace contextRef="#ctx0" brushRef="#br0" timeOffset="10">3491 15021 325 0,'-3'0'146'0,"3"0"-103"16,0 0 3-16,0 0 28 15,0 0-38 1,0 0 38-16,0 0-27 15,0 0-11-15,0 0-16 16,0 22-3-16,-2 18 44 16,-2 2-30-16,0 15-20 15,-3 1 1-15,0 0 1 16,0 0 0-16,-1-10-9 16,-1-6 4-16,1-8-5 15,0-16-1-15,6-4 11 0,0-10 10 16,2 0-2-1,0-4-7-15,0 0 5 16,0 0-14-16,0 0-2 0,18 0 1 16,19 5 7-16,10 0-5 15,6-1 0-15,5 0-2 16,-8-2-1-16,-8-2-1 16,-13 0-1-16,-9 3 4 15,-13-3-5-15,-5 0 0 16,-2 0 0-16,0 0-2 0,0 0-25 15,2 0-45 1,-2-3-48-16</inkml:trace>
  <inkml:trace contextRef="#ctx0" brushRef="#br0" timeOffset="11">4209 16397 297 0,'2'0'209'0,"-2"0"-145"16,0 0 15-16,0 0 47 15,-2-4-77-15,-14-2 13 16,-7 2 8-16,-6 4-28 0,-4 0-25 16,-9 5-15 15,0 22 4-31,-3 3-6 16,9 2 0-16,11 0 2 15,15 6-2 1,10-2-2-16,0-8-11 0,33-6 8 15,5-18-4-15,7-4-4 16,-3 0 5-16,-5-18 1 16,-1-16 5-16,-7-4-6 15,-7-6-3-15,-13-8-12 0,-1-2-23 0,-8-9-16 32,0 1 25-32,0-2-57 15,-4-2 46-15,-6 8 6 0,3 10 42 0,3 20 29 16,2 18 56-16,2 7 14 31,0 3-22-31,0 13-45 16,0 27-32-16,0 14 0 15,0 16 29-15,0 6-7 16,6 5-22-16,1-1 8 16,7-8-3-16,-6-10-3 15,3-16-1-15,1-10-1 0,-6-10 4 0,1-8-7 31,-3-10-24-31,-2-4-117 16,-2-4-25 0,0-4-205-16</inkml:trace>
  <inkml:trace contextRef="#ctx0" brushRef="#br0" timeOffset="12">4365 16423 179 0,'0'0'615'0,"0"0"-565"15,0 0 184-15,6-22-188 0,-6 22-46 32,4 8-19-32,17 28 6 15,6 10 13 1,4 2 0-16,-2-4-3 0,-5-22-40 0,-2-8-11 16,-2-10 3-16,-2-4 25 15,-2 0-5-15,-3-8-4 0,-1-24 18 16,-2-4 17-16,-3-4 0 31,-5 0 8-15,0 2 17-16,-2 10 55 0,0 10-24 0,0 14 17 15,0 0-4-15,0 4-24 32,0 12-39-32,-4 32-6 0,-13 24-20 0,-6 16 20 15,-6 2 6-15,-4-1-4 16,-1-1 0-16,5-12-2 15,9-10 3-15,5-12-3 32,5-16-54-32,8-11 47 0,2-23-31 0,0 0-203 31</inkml:trace>
  <inkml:trace contextRef="#ctx0" brushRef="#br0" timeOffset="13">5233 16495 299 0,'-14'0'112'0,"4"0"-72"0,3 0 67 16,-2 0-6 0,4 0-36-16,1 0 15 15,0 0 3-15,4 0-1 16,0 0 0-16,0 0-21 15,0 0-28-15,0 0-15 0,0-4-5 16,0 2-6-16,16 0-7 16,19-4-8-1,17 2 6-15,7-6 9 0,6 2-4 16,-2 0 0-16,-8 4-3 16,1 4-7-1,-16 0-17-15,-12 0 7 16,-9 0 2-16,-17 0 6 0,-2 0 6 15,0 0 1-15,0 0-4 16,0 8-1-16,0 4-34 16,-9 2-36-16,1-4-93 15,2-6-103-15</inkml:trace>
  <inkml:trace contextRef="#ctx0" brushRef="#br0" timeOffset="14">5331 16695 655 0,'0'0'23'0,"0"0"24"15,0 0 80-15,0 0-109 16,33 0-8-16,3 0 29 0,7 0 51 16,8-9-53-1,7 0-19-15,6 1 19 16,-2-2-17-16,-4 6-4 15,-15 4-8-15,-14 0-7 16,-13 0-1-16,-12 0 0 16,-2 0 2-16,-2 0-1 15,0 0 5-15,0 0-6 16,0 0-14-16,-4 0-68 16,-5 0-86-16,-2 0-185 15</inkml:trace>
  <inkml:trace contextRef="#ctx0" brushRef="#br0" timeOffset="15">6389 16826 483 0,'-4'0'280'0,"4"-4"-279"16,0-2 0-16,0-2 108 0,0 2-61 15,2-6-45-15,10 2-3 16,1-2 6-16,-2-2 7 16,2-9 20-16,2-4 9 15,6-8-8 1,4-5 18-16,1-6-43 16,6-8-3-16,-1-6-3 15,4-21-1-15,-4 5-2 16,-8 8 1-16,-6 14 1 15,-12 24 0-15,-2 12-1 16,-3 4 4-16,0 6-3 16,0 8 1-16,0 0 2 15,0 0-5-15,0 0-1 16,0 0-10-16,0 12 0 16,0 20-5-16,0 12 9 15,-3 18 9-15,3 1-1 16,0 5 0-16,0-6 0 15,0-12 0-15,18-20 0 16,-2-12 0-16,-1-18-1 16,3 0 0-16,4-4 2 15,5-24 6-15,-3-10 4 16,-1-8-4-16,-6-8 4 16,-3 1-3-16,-5-1-5 15,-5 4 5 1,-4 8-7-16,0 4 4 0,0 16-5 15,0 4 9-15,0 10-1 16,0 8 0 0,0 0-9-16,0 6-7 0,0 28-9 0,0 12-3 15,0 10 19-15,0 7 4 16,2 1-4-16,16-10 0 16,0-2 1-16,0-16-1 15,-3-10-1-15,-3-4-3 16,-4-12-13-1,-3-2-23-15,-5-8-286 0,0 0-46 16</inkml:trace>
  <inkml:trace contextRef="#ctx0" brushRef="#br0" timeOffset="16">7000 16423 481 0,'0'0'232'0,"0"0"-203"15,16 8-18-15,-5 20-2 16,0 12 12-16,0-4-10 16,-2-4-10-16,-5 2 0 15,-2-12 0-15,-2-12 2 16,2-6 26-16,2-4 7 16,2 0-4-16,3-8-5 15,4-20 16-15,3-12 26 16,-3-4-46-16,1 4-9 15,-4 8-5-15,-3 10-3 16,0 10 8-16,-5 10-5 16,-2 2-6-1,5 0-1-15,1 20-24 0,3 18 22 16,3 8 4-16,-4 6 2 16,3-6-6-1,-3-12 1-15,-4-14-1 16,0-4-4-16,0-16-42 15,1 0-61-15,-5 0-80 0,0 0-122 16</inkml:trace>
  <inkml:trace contextRef="#ctx0" brushRef="#br0" timeOffset="17">7467 16092 241 0,'0'0'106'0,"0"0"-90"16,0 0 82-16,8-48 47 0,-8 48-67 16,0 0-22-1,0 0 42-15,0 0 52 16,0 0-103-16,0 0-21 15,-14 0 4-15,-5 18-26 16,-6 8 8-16,2 10-4 16,6 8-1-16,5-4 4 15,8 6-3-15,4 6 0 16,0 3-5-16,0 3 1 16,4-8-3-16,15-6 1 15,0-8-1-15,4-10-1 16,-1-4 0-16,1-14-1 15,0-6-18-15,4-2 7 16,0-2 8-16,2-24 2 16,0-28 2-1,-8-2 2-15,-11 6 4 0,-3 1-2 16,-7 27 4-16,0 17 6 16,0 0 19-16,0 5 8 15,0 0-17-15,-2 31-24 16,-7 19-14-16,0 12 14 15,6 0 1-15,3-8-1 16,0-14-8-16,0-14-4 16,3-12 11-16,8-5-4 15,2-9-1-15,12-5 6 16,-3-31 3-16,-1-12 8 16,-10-6-5-16,-11 6 1 15,0 2 1-15,-14 16-5 16,-8 8 4-16,-3 12 1 15,3 10-3-15,-1 0-5 16,-3 32-17-16,2 16-8 16,15-24-61-1,4 2-129-15</inkml:trace>
  <inkml:trace contextRef="#ctx0" brushRef="#br0" timeOffset="18">8041 16262 624 0,'0'0'58'15,"0"0"94"-15,0 0-53 0,0 0-79 16,0 4-20-1,0 23 0-15,0 13 55 16,-16 2 11-16,-2 10-27 16,0-2-14-16,3-6-9 15,4-4-9-15,-1-4-6 0,1-10-1 16,7-8-1-16,2-8-3 16,-3-2-37-1,0-8-37-15,5 0-364 16,-4 0 139-16</inkml:trace>
  <inkml:trace contextRef="#ctx0" brushRef="#br0" timeOffset="19">7824 16419 200 0,'0'0'310'0,"0"0"-236"16,0 0 30-16,0 0 87 16,0 0-72-16,-10-44-87 15,31 70-24-15,6 4 10 16,6 8 0-16,1 0-2 15,2-2-2 1,0 0-12-16,-7 0 0 16,-2-6-2-16,-6-10-28 15,-5-4-95-15,-16-16-147 16,0 0-137-16</inkml:trace>
  <inkml:trace contextRef="#ctx0" brushRef="#br0" timeOffset="20">8404 16096 444 0,'0'0'119'15,"0"0"-85"-15,0 0 79 16,0 0 17-16,-4-18-68 15,4 18-19-15,0 0 10 16,0 0-2-16,0 0-19 16,0 6-18-16,0 20-14 15,2 10 0-15,11 8 19 16,5 6-3 0,-3 0-7-16,3 7-4 0,-3-3-4 15,-1-8 2-15,-5-8-2 16,0-10 1-1,-4-12-2-15,-1-10 0 0,-2-6 1 16,-2 0 2 0,2 0 5-16,-2-10 13 0,0-28 32 15,3-8-6-15,-1-4-31 16,0-3-9-16,2 8-2 16,1 6 1-16,2 7-5 15,-3 6 1-15,5 6-2 16,-3 8 0-16,-1 0 0 15,0 10 0-15,-5 2 0 16,0 0 0 0,0 0-1-16,2 0-3 15,5 0-5-15,3 18-5 16,7 10 4-16,2 8 10 16,6 8 4-16,-1 0-4 0,1 6 4 15,0-1-4-15,-4-5 3 16,2-8-2-1,-5-10-1-15,-5-4-1 16,-2-8 2-16,-4-10-1 16,-2-4 0-16,-3 0-2 15,0 0 2-15,4 0 0 16,1-16 3-16,-1-16 7 16,2-18 3-16,-4-12 2 15,-4-5 3-15,0-5-3 16,0 10-9-16,0 8-1 15,-6 10 2-15,-2 12 7 16,4 12 3-16,2 10 10 16,0 10-10-16,-1-4-17 15,1 4-4-15,0 0-19 16,-14 0-39 0,7 4-57-16,-4 6-245 0</inkml:trace>
  <inkml:trace contextRef="#ctx0" brushRef="#br0" timeOffset="21">9678 15647 192 0,'-2'0'45'0,"2"0"-37"16,0 0 14-16,0 0 4 16,0 0-22-16,0 0-3 15,0 0 1-15,0 4 1 16,0-4 11-16,0 0 11 16,0 0 0-16,0 0 0 15,0 0 5-15,0 0 11 16,0 0 3-16,0 0-10 15,0 0-5-15,0 0 0 16,0 0-1-16,0 0 8 16,0 0-1-16,0 0 3 15,0 0 35-15,0 0-46 16,0 0 2-16,0 0-9 16,0 0-3-1,0 0-3-15,-2 0-3 0,2 0 0 16,0 0-1-16,0 0 8 15,0 0 8-15,0 0 0 16,0 0-11-16,0 0-7 16,0 0-5-16,-3 4-3 15,-1 4-5-15,-2 6 5 16,-2 0 4-16,2 8 5 16,-1-4-8-16,1 4 3 15,-3 2 2-15,2 14-1 16,0 4 0-16,1 6-1 15,6 2-3-15,0-7-1 16,0 3 3-16,0-6-2 16,0 4 0-16,4 2 0 15,7-2 1-15,3 4-1 16,-1-2-1-16,3 7 0 16,-3 1 1-1,3 4-1-15,-1-6 2 0,-3 2-3 16,-1-10 1-16,-7-6 0 15,-2 6 1 1,-2-4-1-16,0-5 1 16,0-7 2-16,-6-10-3 15,-13-6 9-15,4 2 18 0,-7-4-8 32,1 2 10-32,4-2-12 0,-3-2-11 15,2 2-4-15,0-2 9 16,-2 2-4-1,-2-6-1-15,2 0 8 16,-3 0-2-16,6-4 3 0,-1 0-5 16,0 0 0-1,2 0 0-15,3 0-4 16,-1 0-4-16,4-8-2 0,1 0 0 16,-3 6-18-16,4 2-25 15,-3 0-39-15,8 0-122 16,3 0-177-16</inkml:trace>
  <inkml:trace contextRef="#ctx0" brushRef="#br0" timeOffset="22">9620 17119 492 0,'0'0'40'0,"0"0"-30"16,0 0 86-16,0 0-29 16,0 0-37-16,0 0 47 15,0 0 4-15,-11 0-14 16,-2 1-8-16,-5 8-22 16,-2 9 13-16,0 4-30 15,0 10 1-15,5-2-16 16,7 16-1-16,6-8-2 15,2-6-1-15,0-6-1 16,2-16-1-16,21-2-1 16,1-8 1-16,5 0-2 15,1 0 3-15,5-8 3 16,0-18 2-16,-1-2 0 16,-12-6-4-16,-7 2 4 15,-9 0 4-15,-6-4 23 16,0 6-3-16,-35 8-8 15,-2 8-1-15,-14 14-7 16,2 0-13-16,7 0-2 16,8 0-11-16,23 0-71 15,11 0-181-15,0 0-450 16</inkml:trace>
  <inkml:trace contextRef="#ctx0" brushRef="#br0" timeOffset="23">9772 15320 343 0,'-5'-16'122'16,"3"10"-65"-16,2 0 51 16,0 2 15-16,0 2-51 15,0 2-30-15,0 0-8 16,0 0 3-16,-2 0-4 16,2 0-3-16,0 0 3 15,0 0-9-15,0 0-12 16,0 12-29-16,0 18 5 15,0 16 12-15,11 22 5 16,9 2 2-16,0-3-5 16,-2-13-2-16,-4-22 2 15,-1-10-1-15,-7-10 0 16,2-10-1-16,-4-2 1 16,-2 0 1-16,7 0 0 15,-1-10 15-15,2-18 27 16,1-8 16-1,-3-8-21-15,4-5-3 0,-1-5-24 16,2-8-11-16,-4 6 0 16,0 2 1-1,-5 16-1-15,-4 13 1 0,5 10-1 16,-5 12-1-16,0 2-8 16,0 1-8-16,0 0-32 15,0 0-39-15,0 0-78 16,0 0-104-16,0 8-207 15</inkml:trace>
  <inkml:trace contextRef="#ctx0" brushRef="#br0" timeOffset="24">10021 15440 189 0,'0'0'426'0,"0"0"-390"15,0 0-28-15,12 32 49 0,-8-6-54 16,0 10-1-16,1 9 6 16,-3 3 8-1,-2-6-8-15,0-2 31 16,2-6-14-16,-2-6-17 0,4-6 5 16,-1-8-9-1,2-6 2-15,-1-8-4 16,5 0-2-16,-3 0-101 15,-4-8-87-15,-2-10-136 16</inkml:trace>
  <inkml:trace contextRef="#ctx0" brushRef="#br0" timeOffset="25">10083 15430 609 0,'0'0'74'0,"0"0"-57"15,0 0 21-15,0 0-35 16,0 0 0-16,50 54-3 16,-28-22 2-16,-2-1-3 15,0 2 2-15,-9 2-2 16,-4-7 1-16,-7 2-3 16,0-8 3-16,0 0 0 15,-14-4 5-15,-12-8 113 16,2 2-98-16,1-6-7 15,3-2-13-15,5-4-4 16,3 0-63-16,10 0-72 16,2-8-130-16</inkml:trace>
  <inkml:trace contextRef="#ctx0" brushRef="#br0" timeOffset="26">10449 15418 539 0,'0'0'24'0,"0"0"-3"0,0 0 102 15,0 0-14-15,16-18-12 16,-16 18-18-16,-18 0-27 15,-7 14-41-15,3 12 9 16,2-4-8-16,9 4-4 16,11 2-8-16,0 0 0 15,5-2-14-15,34 1-4 16,3-1-10 0,3-4-17-16,-7-2 28 15,-18-8 15-15,-9 2 2 0,-11-6-2 16,0 6 2-1,0 0 6-15,-29 4 58 0,-13-2-19 16,-5-2-14-16,5-4-31 16,24-10-9-1,7 0-151-15</inkml:trace>
  <inkml:trace contextRef="#ctx0" brushRef="#br0" timeOffset="27">10295 16038 223 0,'-2'0'82'16,"2"0"-51"-16,0 0 32 15,0 0 10-15,0 0-44 16,0-2 11-16,0 2 3 16,0 0-2-16,0-2-4 15,0 2 0-15,0 0-9 16,0 0 2-1,0 0-10-15,0 0-3 0,0 0-12 16,0 0 1-16,0 0-3 16,0 0 1-16,0 0-2 15,0 0 0-15,0 0 4 16,0 0 3-16,0 0 2 16,0 0 3-16,0 0 2 15,0 0-5-15,0 0-4 16,0 0-1-16,0 0 0 15,0 0-1-15,-2 0-2 16,0 0-1-16,-5 0 6 16,-5 0-8-16,2 2 1 15,-5 14 0-15,-10 8-1 16,0 10 0-16,0 10 1 16,-1 10 0-16,8 4 0 15,2 1 8-15,3 9-3 16,7 6 13-16,6-6-15 15,0 2 2-15,0-12-3 16,11 1-2-16,15-13 3 16,6-6 0-16,3-6 1 15,1-6 5-15,-3-10-4 16,-4-4 4-16,-4-6 7 16,-7-4 13-1,-9 0-7-15,-5-4-1 0,-4 0-6 16,0 0 6-16,0 0 7 15,0 0-11-15,0 0-7 16,0 2-5-16,0-2-4 16,0 0-2-16,0 0 0 15,0 0-1-15,0 0-8 16,0 0-43-16,0 0-244 31,0 0-98-31</inkml:trace>
  <inkml:trace contextRef="#ctx0" brushRef="#br0" timeOffset="28">10326 16250 348 0,'-2'-6'118'0,"2"2"-94"0,0 4 22 15,0 0 13 1,0 0-59-16,-2 0 0 0,2 0-8 16,0 14 8-16,0 12 20 15,0 6 22-15,0 12-7 16,0 5-8 0,0 5 4-16,9 0-27 0,0-6-2 15,-2-8 2 1,1-8-3-16,-1-10 1 15,0-8 1-15,-2-10 7 16,-3-4 5-16,2 0 43 16,2 0 36-16,4-14-22 15,-1-12-24-15,4-10 16 16,1-12-30-16,-1-2-10 16,-3-12-8-16,4 0-6 15,-5-1-4-15,-3 13-2 16,0 18-3-16,-4 6 3 15,0 14 12-15,-2 6-8 16,0 6-7-16,0 0-1 16,0 0-16-16,0 0-26 15,0 0-38-15,-4 4-70 16,-4 2-102-16,2 2-202 16</inkml:trace>
  <inkml:trace contextRef="#ctx0" brushRef="#br0" timeOffset="29">10646 16427 302 0,'0'0'189'16,"0"0"-129"-16,2-12 37 15,-2 12 21-15,0 0-52 16,0 0-18-16,0 0-28 16,-14 16-13-1,-6 12-1-15,-2 4 0 16,-1 12 11-16,4 0-7 0,5-4 5 16,14 10-10-1,0-15-2-15,0-8-3 16,16-9 0-16,3-13-2 15,0-5-3-15,3 0-21 16,-2 0-12-16,-2 0-36 0,-16-5-83 16,-2-4-157-16</inkml:trace>
  <inkml:trace contextRef="#ctx0" brushRef="#br0" timeOffset="30">10646 16647 390 0,'0'0'153'0,"0"0"-114"15,0 0 38-15,0 0 0 16,0 0-63-16,-3-10 3 16,8 10 17-16,3 14 8 15,1 4-23-15,-2 4-3 16,-2 5-2-16,-3-1-8 16,-2 6 2-16,0-6-4 15,0 2-1-15,0-6-1 16,0-4-2-16,0-4 0 15,0-6-18-15,4-8-91 16,-2 0-60-16,1 0-114 16</inkml:trace>
  <inkml:trace contextRef="#ctx0" brushRef="#br0" timeOffset="31">10879 16370 410 0,'0'0'95'0,"0"0"-52"16,0 0 116-16,0 0 1 16,6-37-90-16,-16 47-26 15,-11 8-21-15,-5 8 14 16,2 6-15-16,3-2 4 15,8 2-19-15,9-10 6 16,4 0-13-16,0-4 1 16,6-4-5-16,19 0 1 15,4-2-20-15,11 6-5 16,-5-4-15-16,-3 4 13 16,-10 0 2-1,-22-6 7-15,0 2 4 0,0 0-18 16,-29 0 35-1,-8 3 49-15,-6 1 10 0,3-9-12 16,9 4-5-16,8-12-14 16,14-1-16-1,7 0-12-15,2 0-45 16,0 0-82-16,0 0-120 0,11 0-81 16</inkml:trace>
  <inkml:trace contextRef="#ctx0" brushRef="#br0" timeOffset="32">11128 16547 175 0,'-4'0'142'0,"4"0"-98"16,0-4-2-16,-2 0 52 16,2 4-37-16,0 0-24 15,0 0 5-15,-2 0 20 16,2 0-4-16,-2 0 5 15,-1 0 1-15,3 0-13 16,0 0-5-16,0 0-10 16,0 0-9-16,0 0-16 15,0 0-1-15,0 0-6 16,0 0-4-16,0 0-2 16,7 0 2-1,20 0 4-15,10 0 0 0,13 0 1 16,-2 0 2-16,2-8-4 15,-6 6 7-15,-13-2 3 16,-15 4-7-16,-9 0 0 16,-7 0-2-16,0 0 0 15,0 0 6-15,0 0 2 16,0 0 15-16,0 0-4 16,-7 0-19-16,1 0-3 15,1 0-51-15,0 0-102 16,3 0-116-1,2 0-95-15</inkml:trace>
  <inkml:trace contextRef="#ctx0" brushRef="#br0" timeOffset="33">11606 16132 290 0,'-5'-4'145'0,"5"4"3"16,0 0-57-16,0 0-55 16,0 0-24-16,0 0 0 15,0 0 14-15,0 0-1 16,0 0-3-16,0 0-1 15,0 0-8-15,0 4-11 16,0 10 1-16,0 8 15 16,0 0-3-16,0 6 2 15,5 6-10-15,1 4 0 16,5 5-2 0,1 3-1-16,1-2 12 0,1 0-10 15,-2-4-3-15,5-4 9 16,-4 0-7-1,-1-4-1-15,2-10 3 0,-7-10 2 16,-3-6 2-16,-2-6 1 16,-2 0 2-16,0 0-6 15,0 0 13-15,0 0 8 16,0 0 11-16,0 0 1 16,2 0-2-16,-2-10-14 15,3-20-3-15,0-2-7 16,1-8-14-16,0-14 3 15,3-4 0-15,-1-17-3 16,1 11 0-16,2 10-1 16,-2 12 0-16,-3 22 3 15,1 0 5-15,-1 6-1 16,-2 4-3-16,1 6-2 16,1 0-2-16,-4 4 1 15,0 0-1-15,0 0 0 16,0 0-4-16,0 0-9 15,0 0-61 1,0 0-2-16,0 0-38 16,0 0-35-16,0 12-30 15,0-8-82-15,0-2-9 16</inkml:trace>
  <inkml:trace contextRef="#ctx0" brushRef="#br0" timeOffset="34">11984 16351 101 0,'2'-4'331'0,"-2"0"-262"0,0-1-29 16,0 1 97-16,0 0-32 15,0 3-43-15,0-3 28 16,0 4-21-16,0 0-34 16,-6 0-9-16,-10 0-26 15,-4 0-2-15,-2 13 2 16,-1 10 1-1,4 4 11-15,-2 8-5 0,6 5-3 16,4 0-3-16,11 4 6 16,0-4-6-1,6-8 0-15,19-6-1 16,2-16-2-16,-1-2 1 16,1-8 1-16,0 0 2 15,-2 0 5-15,-6 0-6 0,-5 0-1 16,-5-8-23-16,-3 4-28 15,-6-6-40 1,0 6-33-16,0 0-445 0</inkml:trace>
  <inkml:trace contextRef="#ctx0" brushRef="#br0" timeOffset="35">12250 16178 411 0,'0'0'196'0,"0"0"-146"15,0 0 3-15,0 0 34 16,0-10-57-16,0 10-27 16,-10 0 8-16,-5 14 29 0,-3 12-9 15,0 10 5 1,2 0-7-16,6 14 31 16,3 7-50-16,7 1-4 15,0-4-5-15,0 4 1 16,20-14-1-16,6-12-1 15,3-10-5-15,-4-12-13 16,4-10-36-16,-2 0-48 16,-2 0-34-16,-21-6-58 15,-2-8-177-15</inkml:trace>
  <inkml:trace contextRef="#ctx0" brushRef="#br0" timeOffset="36">12370 16351 346 0,'0'0'163'0,"0"0"-107"0,0 0 36 16,0 0 32-16,0-57-73 15,0 57-25-15,0 0-2 16,0 12-24-16,0 15 3 16,0 5-3-16,0 4 11 15,0-6-4-15,4-2-1 16,3-6-6-1,-1-8-42-15,1-6-21 0,0-8 3 16,2 0-15-16,2 0-3 16,3-16 5-1,-4-12-38-15,-1-8 31 0,-4 1 11 16,-3 3 56 0,-2 9 13-16,0 10 35 15,0 4 30-15,0 4 79 0,0 5-3 16,0 0 1-16,0 0-40 15,0 19-71 1,-7 12-30-16,1 10 58 0,-1 3-53 16,3 6-2-16,-3 2 2 15,-4 2-5 1,2-6-1-16,5-10 1 16,4-8-1-16,0-21-15 15,0-9-43-15,0 0-103 16,4 0-109-16</inkml:trace>
  <inkml:trace contextRef="#ctx0" brushRef="#br0" timeOffset="37">12514 16154 557 0,'0'0'80'0,"0"0"-39"0,0 0 42 15,0 0-52 1,21 32-26-16,5 4 32 16,6 8-13-16,-1 10-6 15,0 5 2-15,-6 21 16 16,-10-4-8-16,-9-4-14 15,-6-6-9-15,-2-26 3 16,-27-8-1-16,-9-5 2 16,5-13-2-16,4-6-7 15,12-8-43-15,17 0-93 16,0-4-187-16</inkml:trace>
  <inkml:trace contextRef="#ctx0" brushRef="#br0" timeOffset="38">12904 16447 215 0,'0'0'339'0,"-4"0"-268"16,4 0-44-16,0 0 86 16,0 0-35-1,0 0-45-15,15 0 87 0,6 0-90 16,3 0-16-16,-1-2-5 15,3-2-5 1,-8 4 0-16,-9-4-2 16,-7 4-2-16,-2 0 0 15,0 0-4-15,0 0-34 16,2 0-55-16,-2 0-70 0,0-6-150 16</inkml:trace>
  <inkml:trace contextRef="#ctx0" brushRef="#br0" timeOffset="39">13100 16160 467 0,'0'0'149'15,"0"0"-136"-15,0 0 38 16,0 0 90-16,-6-26-135 0,6 28-6 15,0 18 0 1,0 20 3-16,2 12 13 16,10 2-4-16,-2 9-6 15,5-13 2-15,4-6-8 16,-6-4 3-16,5-14 0 16,-5-8 0-16,-6-8 0 15,-2-10 8-15,-3 0 12 16,4 0 27-16,3-18 43 15,5-14 7-15,-3-12-43 16,3 0-42-16,-6-10-4 16,5 4 4-16,-3 1-10 15,-2 1-1-15,-1 10-2 16,-5 12-1-16,2 8-2 16,-4 14-1-1,0 4-2-15,0 0-29 0,0 0-70 16,0 22-131-16,0-8-75 15</inkml:trace>
  <inkml:trace contextRef="#ctx0" brushRef="#br0" timeOffset="40">13461 16329 624 0,'0'0'141'16,"0"0"-108"-16,0 0 14 0,19 94-4 16,-13-54 0-16,1-4-19 15,-3 0-6-15,0-6 0 16,1-6-14-16,-2-2 1 16,3-10-3-16,-4-6-1 15,0-2-1 1,1-4-32-16,-1 0-49 0,-2 0-64 15,0 0-96-15</inkml:trace>
  <inkml:trace contextRef="#ctx0" brushRef="#br0" timeOffset="41">13437 16419 197 0,'0'0'307'16,"0"0"-206"-16,0 0-18 15,0 0 25-15,0 0-56 16,-9-32-31-1,22 28 7-15,12 0 87 0,6 0-91 16,4-2-15-16,6-2-7 16,8 3-2-1,-9-3-3-15,-29 7-108 16,-7 1-213-16</inkml:trace>
  <inkml:trace contextRef="#ctx0" brushRef="#br0" timeOffset="42">13831 16004 217 0,'0'0'312'16,"0"0"-222"-1,0 0 8-15,-22-27 94 0,22 27-104 16,0 0-56-16,0 0-23 16,0 3-9-16,14 21 0 15,10 6 0-15,10 10 7 16,1 6 0-16,3 2-5 16,2 6 6-16,-7 8-7 15,-2 6 2-15,-8 7-2 16,-9-3-1-16,-12-10 0 15,-2-4 5-15,-10-4-4 16,-25-14 5-16,-3-8 22 16,5-9-10-16,14-15-6 15,11-8-2-15,8 0-10 16,0 0-66-16,0-8-123 16,14-6-278-16</inkml:trace>
  <inkml:trace contextRef="#ctx0" brushRef="#br0" timeOffset="43">14577 16347 425 0,'0'0'296'0,"-6"-13"-226"16,2 4 20-16,-1 0 56 15,-1-5-81-15,-2 0-20 16,-2-4-32-16,-5 2-4 15,-4 2-7-15,-5 6 8 16,-1 6-10 0,3 2-7-16,-2 0-2 0,3 0 9 15,2 22 0-15,1 10 0 16,1 4-1-16,7 5-2 16,7 3 2-16,3-8 1 15,0-4-1-15,0-16-7 16,13-2-2-1,6-10 7-15,3-4-9 16,0 0 12-16,5-4-4 0,0-22-15 16,-1-18 0-1,1-6-3-15,-4-4 0 16,-6-5-16-16,-7 7-15 0,-8-2 11 16,-2 0 9-1,0 0 3-15,0 11 4 0,-2 16 26 16,-4 13 8-16,2 14 52 15,4 0 17-15,0 0-24 16,0 5-39 0,0 30-14-16,0 9 10 15,0 10 4-15,0 0-10 16,18 16 3-16,3 2-4 16,0-3-1-16,2-7-1 15,-10-22 1-15,1-14-2 16,-4-8-1-16,4-10-8 15,-1-8-29-15,0 0-77 16,-7-2-94-16,-6-16-145 0</inkml:trace>
  <inkml:trace contextRef="#ctx0" brushRef="#br0" timeOffset="44">14733 16052 484 0,'0'0'193'15,"0"0"-164"-15,0 0 49 16,6-40 71-16,-4 40-108 16,-2 10-41-16,6 20-17 15,1 10 17-15,3 10 10 16,7 8 4-16,-2 0-7 16,5 4 4-16,0 1-11 15,-2-5 4-15,0-14-3 16,-3-4 0-1,-3-18-1-15,-4-8 1 0,-3-14-1 16,-1 0 11-16,6-18 27 16,-2-26 56-16,1-10-27 15,5-8-33-15,-6-5-11 16,1-5 0-16,1 2-10 16,-2 6-9-16,-1 10-4 15,1 14 2-15,-5 14 0 16,-1 13-4-16,-2 9-2 15,0 4-38-15,0 0-80 16,0 17-261-16,0 5-158 16</inkml:trace>
  <inkml:trace contextRef="#ctx0" brushRef="#br0" timeOffset="45">15296 16338 445 0,'0'0'187'16,"0"0"-160"-16,0 0 61 16,6-36 105-16,-6 28-94 15,0 2-23-15,0 2-8 16,-2 0-21-16,-19 4-28 0,-5 0-17 15,-10 8-1-15,-2 16-1 16,-1 11 8-16,4 5-2 16,14 6-1-1,9-2-4-15,12-4-3 16,0-10 0-16,20-12 0 16,34-12-4-16,15-2 6 15,4-4 0-15,-1-4-14 16,-28-14-44-16,-42 4-115 15,-2 4-436-15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48:17.97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19056 2176 152 0,'-2'-9'5'0,"2"8"29"15,0-2 2-15,0 3-22 16,0 0-9-16,0 0 0 15,0 0-5-15,0 0 1 16,0 0 5-16,0 0-6 16,-2 0-1-16,0 0-4 15,-1 0-1-15,3 0 4 16,-2 0-2-16,2 0-1 16,-5 0 2-1,3 0-9-15,-2 0 11 16,-3 0-1-16,5 0 2 0,0 0-1 15,0 0 1-15,0 0 3 32,-1 0 22-32,3 0 15 0,-3 0 6 0,3 0 22 31,0 0-3-31,0 0-21 16,0-1-3-16,0-4 4 15,0 5-6-15,0-2 14 16,0 0-11-16,0 0 41 15,0 2-31-15,0-2-3 16,0 2-22-16,0 0-4 16,0 0 0-16,0 0-12 15,0 0 26-15,0 0-31 16,0 0 8-16,0 0-14 16,0 0-3-16,0 0 3 15,-2 27-12-15,-2 9 12 16,0 12 7-16,-3 10 2 0,1 6 16 15,0 4-15-15,4 8-5 16,2-3 6-16,0-8-4 16,-2-2 1-1,2-11-8 1,-2-4 0-16,2-8 10 16,-2-8-10-16,0-8 7 15,2-3-7-15,-3-8 3 16,3-4-3-16,-2-5 0 15,2-3 6-15,0-1-6 16,0 0 2-16,0 0 6 16,0 0-7-16,-4-15 5 15,0-14-77-15,-4-9-64 16,6 2-88-16,0 20-55 16,2-2-46-16</inkml:trace>
  <inkml:trace contextRef="#ctx0" brushRef="#br0" timeOffset="299.89">19047 2162 577 0,'0'-45'167'16,"0"39"-102"-1,0 2-37 1,0 2 98-16,0 2-39 15,0 0-66-15,7 0-21 16,8 0 1-16,19-2 3 16,6 0 1-16,2 2 1 15,0 0 8-15,-15 0-14 16,-4 0 0-16,-5 0 0 16,-5 0-4-16,-7 0-50 15,-6 10-83-15,0 0-19 16,0-4-104-16,-6-3 14 15</inkml:trace>
  <inkml:trace contextRef="#ctx0" brushRef="#br0" timeOffset="537.79">18924 2396 457 0,'0'0'90'15,"0"0"-54"-15,-26 32 68 16,31-32 14-16,28 0-60 16,13 0-16-16,10 0 41 0,7 0-13 15,-3 0-65 1,-4 0-1-16,0 0 0 16,-15 0-4-16,-9 0-45 15,-14 0-52-15,-18 0-125 16,-2 0-104-1</inkml:trace>
  <inkml:trace contextRef="#ctx0" brushRef="#br0" timeOffset="1186.22">19283 2490 463 0,'0'0'176'0,"0"0"-152"16,0 0-10-16,0 0 60 0,81 44-51 15,-62-9-4-15,2 2 4 16,-5 8-3 0,1 9-5-16,-8-4-5 15,-2-4-7-15,-5-8-2 16,-2-20 4-16,0-6-3 16,0-6-2-16,0-4 73 0,0-2-47 15,0 0 13 1,0-2 41-16,0-34-5 15,0-16-70-15,7-10 4 16,13-8 15-16,2 10-18 16,2 2 1-1,3 9-7-15,0 9 3 16,0 10-7-16,-5 8 4 16,-2 6-2-16,-4 6-4 15,-7 6 6-15,-7 4-3 16,0 0 1-16,-2 0-7 15,0 26-11-15,0 12 20 16,0 6-3-16,-4 20 3 16,-10 1 0-16,3-7-1 0,5-6 5 15,6-20-7-15,0-10 3 16,0-8 0 0,6-10-5-16,17-4 5 15,6 0 5-15,6-18-4 16,-6-12 12-1,0-6-5 1,-6-2-8-16,-8-2 11 0,-7-2-9 16,-5-1-1-16,-3 7 3 15,-3 8 0 1,-23 10-1-16,-8 8-1 16,-3 10-2-16,3 0-7 15,3 20-6-15,8 10-17 0,19 11-50 16,4-8-274-1,0-21 118-15,14-6-8 0</inkml:trace>
  <inkml:trace contextRef="#ctx0" brushRef="#br0" timeOffset="1704.58">19811 2526 300 0,'14'-20'263'16,"-14"16"-167"-16,0 4-52 15,0 0 79-15,0 22-123 16,0 18 10-1,4 19-10-15,5-3 16 16,5-10-10-16,-5-8-4 31,-3-24 19-31,-4-10 16 0,0-4 4 16,3 0 13-16,6-6 95 16,2-24-66-16,8-6-72 15,4-20 0 1,0 2-11-16,-2 6 1 15,0 7 0-15,-13 25 1 0,-8 12-2 16,-2 4 0-16,0 12-5 16,0 37-35-16,-4 9 40 15,-4 6 5-15,3-20-5 16,5-12 2 0,0-10-1-16,0-12 1 0,0-6-4 15,0-4 4 1,0 0 5-16,15-18 14 15,8-22 16 1,4-12-24-16,2-4-12 16,-12 7 2-16,-3 5-3 15,-3 12 0 1,-9 14-2-16,0 14 8 16,-2 4-6-16,0 16-14 15,0 24 5-15,-2 10-5 0,0 3 14 16,2-5 5-16,0-6-4 15,0-8-2-15,4-10-35 16,12-16-51 0,-9-8-155-16,-3 0-335 0</inkml:trace>
  <inkml:trace contextRef="#ctx0" brushRef="#br0" timeOffset="1943.53">20802 2659 220 0,'50'-17'70'0,"-28"10"-70"15,-4-1 0-15,-2 2 5 16,-1 2-7-16,-1-3 0 15,-3 6-23-15,-11 1-20 16,0 0-57-16</inkml:trace>
  <inkml:trace contextRef="#ctx0" brushRef="#br0" timeOffset="2966.01">21082 2486 417 0,'0'0'158'16,"0"-66"-96"-1,-3 38 20-15,-17 2 113 16,-6 8-158-16,-3 6-27 0,-23 12 1 15,-3 0-11 1,-5 22 0-16,0 16 10 16,21 4 4-16,10 2-2 15,14 0-2-15,13-1-8 16,2-13 2-16,0-10-4 16,15-8 8-16,12-12 5 15,8 0 3-15,2-8 7 16,2-19-11-16,-3 0 6 15,-3-1-16-15,-6 6 3 16,-6 5-4 0,-11 9-1-1,-5 8 0-15,-3 0-3 0,-2 36-3 16,0 16-10-16,0 17 16 16,0 29 18-1,0 8-11-15,0-2-7 16,0-7 1-16,0-31-3 15,0-16-4-15,0-14 6 0,-23-14-6 16,-3-12 12-16,-1-10-6 16,-2 0 6-16,-8-32 8 15,8-22 1 1,6-16-4-16,15-15 10 16,8 3-14-16,4-10 2 15,25 2 2 1,17-6-7-1,6 16-11-15,4 22 7 0,0 15-1 16,-12 31 1-16,-7 10-2 16,-3 2 1-1,-10 14-5-15,-1 26-16 16,-8 10 18-16,-1 5-4 16,-3 6 4-16,-5-6-11 0,2-13 11 15,-4-12-2-15,-2-20 3 16,-2-8 3-16,0-2 0 15,0-12 5 1,0-30 31-16,0-12-36 16,0-10 5-16,0 10 14 15,2 1-6-15,5 5-8 0,-3 10 7 16,3 10 20-16,-2 12-6 31,-3 8-13-31,0 6-3 0,-2 2-10 16,0 0-3-16,2 0 2 15,1 0-9-15,1 0-1 16,2 0-25 0,8 14-32-16,-12-10-387 15,1 0-69-15</inkml:trace>
  <inkml:trace contextRef="#ctx0" brushRef="#br0" timeOffset="3435.02">21563 2498 476 0,'18'-28'83'0,"-14"6"-77"16,-4 6 73-16,0 4 50 31,0 4-60-31,0 4-28 15,-18 4-26-15,-9 0-15 16,-8 0-3-16,-16 36 2 16,-1 14 2-16,3 7 5 15,9 1 9-15,22-14-4 16,9-4 5-16,9-10 2 16,0-8 4-16,5-14 43 15,21-8-42-15,8 0 11 16,1-16-9-16,2-16 3 15,-6-2-11-15,-5 2-16 16,-6 2 2-16,-9 5 0 16,-4 11 0-16,-4 8-1 31,-3 6-4-31,0 2 2 16,0 28-11-16,-3 11 10 15,3-1 0-15,0 2 2 16,3-2-4-1,21-10-3-15,5-12-11 0,-1-14-56 16,-20-4-125-16,-6-6-248 16</inkml:trace>
  <inkml:trace contextRef="#ctx0" brushRef="#br0" timeOffset="4839.35">21990 2573 596 0,'9'-36'119'16,"-9"1"-93"-16,0 5 93 0,0 0 26 16,-15 14-112-1,-5 6-9-15,-9 8-24 16,-27 2-6-16,-9 38 5 15,-1 16 1-15,1 9-1 0,30-8 3 16,12-2-5 0,16-7 3-16,7-10-5 15,0-6-2-15,9-14 7 16,14-6 12-16,16-10-5 16,7 0 20-16,2-32 2 0,1-12-16 15,-15-2 8-15,1-12-17 16,-4-8-3-1,3-41-1-15,-5-9-34 16,-9 1-25-16,-11 14-24 16,-9 42 18-16,0 27 65 31,0 14 73-31,-9 18 1 0,-7 0-27 16,1 36-47-16,-3 22 0 15,11 40 4 1,7 9-3-16,0 3 1 15,0-6 6-15,13-35-6 0,5-13 0 16,1-16-2 0,0-14 2-16,2-12 2 15,1-14 4-15,5 0 5 0,1-12-8 16,-3-22 15 0,-1-10-9-16,1-6-7 15,-10-3-8-15,1 3-15 16,-9 8 7-16,-7 12-1 31,0 22 11-31,0 8-11 0,-25 22 12 16,0 24-4-16,4 8 4 15,7 0 1-15,7 0 20 16,5-9-7-16,2-13 2 16,0-12-8-16,0-10-1 15,0-10 11-15,11 0-17 16,16-4 10-16,4-28 6 0,5-10 4 15,-2-9-20-15,-6-3-10 16,-1-20 1 0,-11 8-16-16,-10 14-8 15,-4 14 24-15,-2 32 9 16,0 6 23-16,-10 10-17 16,-11 40-2-16,8 14-2 15,9 1-2-15,4-1 13 0,0-24-13 16,4-10 14-1,11-8-14-15,2-10-4 16,2-6 2-16,6-6-72 16,-15 0-146-16,4 0-388 31</inkml:trace>
  <inkml:trace contextRef="#ctx0" brushRef="#br0" timeOffset="5418.82">22674 2412 661 0,'10'-42'138'0,"-10"28"-105"16,0 6 36-16,-3 6 56 0,-12 2-105 15,-8 4-20-15,-6 28-2 16,-6 28-4 0,3 8 6-16,10 3 0 0,9-6-3 15,13-20 6 1,0-13-7-16,0-10 4 31,27-16-6-31,13-6 21 16,7-6 8-16,1-28 13 0,-5-10-24 15,-7-6-7 1,-5-4-5-16,-9 3-32 16,-11 7-61-16,-9 16 63 15,-2 12 30-15,-4 16 10 16,-25 16-7-16,2 24-2 0,7 8 0 15,20-7 15-15,0-11-13 16,0-8 2 0,31-19 10-16,12-3 29 15,3-10-13-15,6-30-9 16,-12-10-12-16,-7-8-10 16,-4-6 1-16,-2-8-2 0,-9-9-66 31,-9-9 3-31,-9-4-1 0,-7 2 16 31,-30 22 49-31,-2 30 84 0,-1 30 26 0,11 16-59 0,2 48-40 16,5 22-10-1,22 48 0 1,0 7 33-16,34-3-14 16,12-12 2-16,-6-44-14 15,-3-19-3 1,-4-20-5-16,-27-33-10 0,1 0-271 15</inkml:trace>
  <inkml:trace contextRef="#ctx0" brushRef="#br0" timeOffset="7348">23786 2440 110 0,'2'0'282'0,"8"0"-275"16,1 0 78-16,-3-2-18 15,2-4-34 1,-4 0 10-16,-1 2-10 0,-5 2-3 16,2-2 21-16,-2-2 5 15,0-6 4 1,0 0 14-1,0 0-43-15,0-2-8 16,0 4-10-16,-11 2 12 16,-7 4-18-1,-5 4-7-15,-6 0-2 16,-6 0 2-16,-5 22-5 16,-14 22 9-16,6 4-6 15,7 2 2-15,17 3 0 0,22-16 1 16,2 2-1-16,13-3-3 15,39-2 2 1,8-10-2-16,11-12-24 16,4-12-56-16,-50 0-45 15,-5-22-162-15</inkml:trace>
  <inkml:trace contextRef="#ctx0" brushRef="#br0" timeOffset="8145.76">24098 2053 352 0,'0'0'249'0,"0"-122"-109"16,-5 112-18 0,-1 10 36-1,-3 8-155-15,-2 28-3 16,-2 18-7-16,2 10 7 16,1 6 3-1,6 11 0-15,-2 5 14 16,1 0-14-16,3-6 2 0,0 0-4 15,2-19 1 1,0-19-2-16,0-18 0 0,0-20 1 16,0-4 1-16,4 0-2 15,19-26 27-15,0-8 75 16,4-8-102-16,-2-5 4 16,-5 3-4-16,-7 8 1 15,-4 16-1 1,-6 14 0-1,-3 6-17-15,0 14-10 16,0 28 27-16,0 16 0 16,0-1 0-1,0-6 0-15,17-12-2 0,12-21-2 16,13-14 3-16,8-4-2 16,23-18 3-1,5-28-8-15,-7-9-41 0,-8-9-21 16,-30 4-5-16,-10 0 46 15,-15 0-4 1,-8 14 3-16,0 14 30 16,-13 15 97-16,-18 16-25 0,-16 1-61 15,1 38-11 1,4 18 3-16,7 10-2 0,25-8 6 16,7-1-6-16,3-7-1 31,0-6 3-31,5-15-3 15,17-11 0-15,7-13 0 0,5-5 18 16,1-2-10 0,-2-26 1-16,-4-6-9 15,-8-1-94-15,-8 2 53 16,-7 4 22-16,-6 11 10 16,0 16 9-16,-2 2 0 15,-15 13 14-15,1 20-4 16,7 3-7-16,9 3 7 15,0-3 1 1,15-8 19-16,22-10-24 0,5-14 10 16,0-4-2-16,1-6-2 15,-1-24-12 1,-5-8-12-16,-3-5-197 0,-8-5 67 16,-23 26-78-16,-3-2 3 15</inkml:trace>
  <inkml:trace contextRef="#ctx0" brushRef="#br0" timeOffset="8598.08">24949 2316 216 0,'2'0'277'15,"-2"28"-267"-15,12 22 33 0,1 8 13 16,5-9 15 0,2-4-30-16,-4-3-21 15,-3-9-4-15,-1-8 9 0,-8-10 15 16,0-5 3-16,1-10-10 15,3 0-3-15,4-18 30 16,3-16 45-16,1-11-98 16,1-1-2-16,-3 0-5 15,-1 2 5 1,-2 10-10 0,-6 14 5-16,-3 10 2 15,-2 10 2-15,0 6-8 16,0 24 0-16,0 10 1 15,0 4 3-15,0-4 1 16,7-5-1-16,6-5 4 16,1-15-4-1,1-6 2-15,3-9 0 0,2 0 14 16,4-9 1-16,3-18 8 16,4-16-10-1,-6 1-15-15,-2 2-2 0,-10 10-6 16,-11 22-10-16,-2 8-3 15,0 0 16 1,-13 14-30-16,-8 22-38 0,11-16-73 16,3 0-152-16</inkml:trace>
  <inkml:trace contextRef="#ctx0" brushRef="#br0" timeOffset="9537.71">25500 2324 299 0,'4'-10'258'16,"-4"10"-194"-16,0 0-23 15,0 0 100-15,0 2-97 32,0 24-40-32,0 10 17 15,-2 8 1-15,-2 16 7 16,1-1-22-16,-1-8-1 15,4-11-1-15,0-23-4 16,0-9 2-16,0-8 12 16,0 0 9-1,0-8 90-15,7-20-53 0,13-9-24 16,-1 4-37-16,2 1 3 16,-4 1-3-16,-3 9-7 15,-8 10 6-15,-3 8-4 16,-3 4 0-16,0 4-15 15,0 24-15-15,0 6 28 16,2 5 7 0,14-16 0-16,5-2 1 15,12-7-1 1,19-14 3-16,11 0 10 16,1-17-13-16,4-19-2 15,-24-5-10-15,-9-6-47 16,-10 1 5-16,-14-2 0 15,-11 6-22-15,0 6 76 0,-4 12 27 16,-36 15 53 0,-5 9-26-16,-6 11-41 0,4 29-4 15,16 10-8 1,16 4 4-16,15 2-5 16,0 4 0-16,31-10 35 15,19-11 5-15,8-11 9 0,0-20-28 31,5-8-1-31,-3 0-18 16,-2-12-2-16,-12-20-37 16,-3-9-21-16,-7-11-28 15,-5-32-20-15,-6-16-9 16,-12-16 0-16,-13-7-15 16,0 25-30-16,-11 16 32 15,-14 22 128 1,-4 24 193-16,4 22 240 15,2 14-337-15,4 14-58 16,9 40-22-16,0 20-10 16,10 16 14-16,0 9 3 15,0 1 19-15,14-4-27 0,3-8-6 16,6-4 9 0,-1-18-18-16,-4-20 0 0,-4-21 0 31,-14-25-50-31,0-12-157 15,0-20-591 1</inkml:trace>
  <inkml:trace contextRef="#ctx0" brushRef="#br0" timeOffset="11461.04">27455 2296 340 0,'14'-18'78'15,"-14"6"-72"1,0 2 61-16,-6 0-1 0,-17 6-24 16,-8 4-42-16,-2 0-1 0,-5 0 1 15,-3 2 8-15,4 11 5 16,-1 10 19-16,5 3-16 15,6 6-1-15,7 6-4 16,9 0-6 0,11-4-3-16,0-6 9 0,0-3-4 15,18-10-3 1,8-3 18 0,17-12 12-16,-1 0-16 15,-2 0-7-15,-2-14-7 16,-9-12-1-16,-7-2-2 15,0-2-1-15,-9 6 0 16,-1 8-2-16,-8 4 4 0,1 8 2 16,-5 4-4-16,0 0 3 0,0 0-9 15,0 0-12 1,0 20 9-16,0 4 12 16,4 2-2-16,2-6-1 15,2-2 0 1,3-8-3-16,3-6-6 0,7-4 9 15,2 0 0-15,6-18-8 0,2-14-49 16,0-6-72-16,-4 2-19 16,-4 0 49-16,-6 2 84 15,-3 3 15-15,-6 6 22 16,-3 0-3 0,-3 10 34-16,-2 4 128 0,0 5-94 15,0 6 33 1,0 0-30-16,0 0-43 15,0 2-47 1,0 23-8-16,0 11 8 16,2 1 4-16,-2 8 8 15,0 5-7-15,0 4-1 16,0 6 12-16,0 5-12 0,0-1 0 16,-11 2 0-16,2-4-1 0,2-4-3 15,3-10 0 1,0-8-7-16,4-11-13 15,0-11-23-15,0-9-56 16,0-9-55 0,0 0-101-16,0-19-150 0</inkml:trace>
  <inkml:trace contextRef="#ctx0" brushRef="#br0" timeOffset="11739.48">27786 2188 730 0,'0'0'231'0,"29"-31"-231"15,-3 31-24 1,10 20 24-16,9 10 18 16,-5 7-14-16,-5 1 0 15,-10 0-4-15,-10-4-10 16,-10-2 9-16,-5-6-8 0,-7-6 9 15,-31-2 5-15,-6-6-2 0,-7-4 2 16,-1-2-5 0,8-4-33-16,4-2-83 15,33 0-122-15,5 0-102 16</inkml:trace>
  <inkml:trace contextRef="#ctx0" brushRef="#br0" timeOffset="11994.89">28184 2230 606 0,'0'0'135'16,"0"0"-8"-16,0 0-109 16,0 0-18-16,16 74 0 0,-25 0 5 15,2 6-5-15,1 0 0 16,-1-4 0-1,5-26 2-15,0-11-4 0,0-9-4 16,-3-12-19-16,3-10-10 16,-3-4-23-16,3-4-56 15,2 0-73 1,0-4-98-16</inkml:trace>
  <inkml:trace contextRef="#ctx0" brushRef="#br0" timeOffset="12294.74">28174 2267 711 0,'0'0'68'0,"0"0"-57"16,0 0 111-16,0 0-55 16,0 0-62-16,58-36 0 15,-31 39-5-15,2 19-6 16,4 4 0-16,-2 4 3 15,-2 4 1 1,-7-4-2-16,-8 2 0 16,-12-6 1-16,-2-4-3 15,-7-6-6-15,-29-8 12 16,-13-8 0-16,-4 0 0 16,1 0-40-16,8 0 27 15,11-18-36-15,10-2-54 16,23 8-50-16,0 2-81 0</inkml:trace>
  <inkml:trace contextRef="#ctx0" brushRef="#br0" timeOffset="12866.26">28583 2194 521 0,'0'0'316'15,"0"0"-301"-15,0 0-11 0,0 0 54 16,38-6-58-16,-28 35-19 15,0 11 19-15,3 7 7 16,3 1-3 0,-3-2-3-16,-3-4 2 15,-6-12-3 1,-2-6-4-16,-2-12 3 16,0-6-5-16,0-6 4 15,-10 0 2-15,-4-22 17 16,1-14 1-16,5-4-11 15,8-4 9-15,0-2 7 16,2 0-13-16,25 2 8 16,7 5-4-16,2 11-12 0,2 6-4 15,-1 7-5-15,1 4-4 16,-5 5 7-16,-10 4 2 16,-7 2 1-16,-9 0-3 15,-7 15-4 1,0 14-13-16,0 14 21 15,0-2 11 1,-12 6-11-16,3-3 2 16,7 0 1-16,2-10-1 0,0-6-4 15,0-10 1 1,6-8-3-16,11-8 4 0,0-2 1 16,5 0 8-1,-1-18 30-15,-2-14-9 16,-3-6-11-16,-5-4-10 0,-11-14 6 15,0 4-10-15,-4 8-2 16,-23 5 17-16,-4 25-19 16,-5 10-1-16,-2 4-13 15,3 0-6-15,15 22-41 16,17-5-117-16,3-2-220 16</inkml:trace>
  <inkml:trace contextRef="#ctx0" brushRef="#br0" timeOffset="13131.15">29412 2280 571 0,'0'0'245'0,"0"0"-182"16,0 0 65-16,38-27 6 16,-42 27-97-16,-21 18-36 15,-6 21-1-15,-3 5 0 16,1 4 1-16,2-2-1 15,2-6-1 1,2-5 1-16,3-12-3 0,2-9 0 16,3-4-20-16,2-10-21 15,3 0-64-15,6-18-21 16,-1-20-36-16,9-8-113 16,0 24 62-16</inkml:trace>
  <inkml:trace contextRef="#ctx0" brushRef="#br0" timeOffset="13283.18">29129 2228 27 0,'0'0'286'0,"0"0"-36"31,0 0-55-31,0 0 21 16,0 0-92-16,36-97-69 15,-20 128-36-15,8 13-19 16,11 10 15-16,10 18-13 16,7-2 5-16,-4-4-7 15,0-8-7-15,-17-24-46 16,-4-13-95-16,-27-21-99 0,0 0-208 15</inkml:trace>
  <inkml:trace contextRef="#ctx0" brushRef="#br0" timeOffset="13530.25">29834 2482 1029 0,'0'0'-175'15,"0"0"153"-15,0 0-138 16</inkml:trace>
  <inkml:trace contextRef="#ctx0" brushRef="#br0" timeOffset="15653.37">29873 2037 386 0,'-6'-8'34'0,"2"6"-29"15,4 2 99-15,-2-2 1 0,2 2-72 16,0-2 12-16,0 2-6 15,0 0-6-15,0 0-6 16,0 0-9 0,-4 0-4-16,-2 0-12 0,-1 0-1 15,1 0 3-15,-3 10-4 16,4 6 7 0,1-2-5-1,4 0 3-15,0-4-2 16,0-6-2-16,0 0 5 15,0-4 2-15,11 0 1 16,0 0 34-16,2-8-2 16,1-10-8-16,-5-2-12 0,-3-2-6 15,-6 6 2-15,0 4-5 16,0 2-6-16,0 6-27 16,-2 4-24-16,-17 0-92 15,3 0-38-15,0 0-147 16</inkml:trace>
  <inkml:trace contextRef="#ctx0" brushRef="#br0" timeOffset="16138.58">29802 2506 108 0,'0'0'230'0,"0"0"-204"16,0 0 200-16,-4 0-159 15,4 0-10-15,0 0-14 16,0 0-15-16,-3 0-9 16,3 4-19-16,0 5-7 15,0-2 0-15,0 4 6 16,0-7 1 0,0-1 7-16,0-3 8 15,0 0 28-15,5 0-11 16,2 0 0-16,6 0 26 15,3-12-1 1,-5-6-7-16,-3-4 19 0,-2 0-34 16,-6 4-19-16,0 2-1 15,0 6 3-15,-4 6-18 16,-11 2-2-16,-9 2-24 16,-1 0-64-16,14 0-127 15,0 0-238-15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49:29.46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21538 3968 371 0,'-9'-16'56'15,"7"6"-46"-15,0 2 104 16,2 2-5-16,0 2-55 16,0-2 4-16,0 4-36 15,-2 0 21-15,0 0 14 16,2 2 61-16,-3 0-86 16,-1-4-21-16,-3 0 14 15,-2 0-13-15,-4 0-2 0,-1-2 8 16,-1 2-13-16,1 0 11 15,-3-2-14-15,-3 0-2 16,-3 2 22-16,-4 0-17 16,3 2 1-16,-5 0-4 15,0 2 4-15,-4-2-6 16,-2 2 0 0,-2 0 0-1,2 0 3-15,-1 0-2 16,3 0 3-16,-1 0 2 15,-5 0-1-15,2 10-5 16,4 0 1-16,-1 2 8 16,10-2-7-16,0-2 0 15,-1 2 3-15,5 0 1 0,0 0-6 16,4 0 0-16,1 0 0 16,-3 2 0-16,2 2 1 15,-1 2-1 1,1 4 0-16,-2 4 9 15,-2 2-9-15,3-2 0 16,-2 2 3-16,1 6-1 0,5 0-2 0,0 1 0 16,2-3 4-16,6-6-6 15,-1-2 2-15,4 2 0 16,-1 0-1-16,1-4 2 16,0 0-1-16,2 0 0 15,0-3 4-15,0 1-7 16,0-3 3-1,0 2 0 1,0-2 2-16,4 0-2 16,-1 0 0-16,3-1 10 0,3 3-10 15,-3 1 0 1,6-3 0-16,-3 2 2 0,-3-5 0 16,2 0-2-16,-2 0 0 15,-2-2 5-15,5 0-5 16,0 0 0-16,0 0 2 0,0-2-5 15,-1 2 9-15,2 0-6 16,1-2 3 0,-3 0 8-16,4-2-11 15,-3 0 2-15,-1 0 1 16,4 0 2 0,-1 0-5-16,0 0 0 15,1-2 10-15,-4 0-15 16,3 0 5-16,1-2 0 15,-1 2 4-15,-1-2-2 16,2 0-1-16,-3 2 8 16,5-2-6-16,-6 0 0 15,3 2-3-15,-2-2 0 0,-2 0 6 16,4 0-6-16,-2-2 0 16,2 3 9-16,2-2-12 15,-2 1 3-15,3 0 0 16,-3-2 2-16,-2 2 0 15,2-2-2-15,2 0 0 16,-1 0 6 0,1 0-7-16,-1 2 1 15,-2-2 0-15,-1 0 8 16,3 0-6-16,-4 0-2 16,1 2 0-1,5 1 7-15,-3-2-7 16,0-1 0-16,-2 0-3 0,4 0 7 15,0 0-4-15,-1 0 0 16,1 0 5-16,-5 3-8 16,2-3 3-16,1 0 0 15,-3 1 3-15,4 1-2 16,1-2-1-16,-1 0 0 0,-1 2 3 16,-1 0-6-16,2 0 3 31,-1 0 0-31,2 1 3 15,1-3-3-15,-3 1 0 16,3-1 4-16,1 3-7 16,3-3 3-16,-1 1 0 15,1 2 4-15,-5-2-1 16,1 1-3-16,-1-2 0 16,-1 2 5-16,-6-2-7 0,3 2 2 15,0-2 0-15,0 0 0 16,2 0 2-16,-2 3-2 15,0-3 0-15,2 0 5 16,-2 1-5-16,5-1 0 16,-1 0-1-16,5 0 2 15,1 0-1-15,4 0 1 16,-1 0 7-16,-2 0-12 16,0 0 4-16,-2 0 0 0,0 0 2 15,-2 0 0-15,-5-1-2 16,5-4 2-16,-3-3 4 15,0-2-7-15,5-2 1 32,0-3 0-32,-1-2 6 15,1-1-6-15,-5 0 0 0,-1 2 7 0,1-4-7 16,-2 0 0 0,-1 0 0-16,0 0 1 15,-5 4 2-15,-1 2-3 0,1 0 3 16,0 0 0-1,-3-2 0-15,2 0-3 16,0-2 0-16,-2 0-1 16,-2 0 1-16,0 1 0 15,0 3-2-15,0-1 4 16,0-2-2-16,0 1 0 16,0 0 3-16,0-6-1 31,0 0-2-31,-6 0 0 0,0-4 6 15,-4 6-5-15,3-4-1 16,-1 2 0-16,-3 2-3 16,-1-2 5-16,-1 1-2 15,2 2 0-15,-2 1 4 16,-1 0-5-16,-1 1 1 16,-1-1 0-16,3 4-1 0,-6 0 1 15,4 2 0-15,-1 2 2 16,-8-2-7-1,2 0 5-15,-3 2 0 16,-4 0-5-16,2 2 7 16,-4 2-2-16,-7 0 0 0,1-2 0 31,-1 2-2-31,5 2 2 0,4-2 0 16,4 2-1-16,5 0 2 15,7 2-1 1,3 0 0-16,6 0 0 15,-1 0 0-15,5 2-2 16,-2 0-7-16,2 0 2 16,0 0-25-16,0 0-17 0,-4 0-27 15,-7 0-4-15,-3 0-87 16,8 0-114-16,-1 0-176 16</inkml:trace>
  <inkml:trace contextRef="#ctx0" brushRef="#br0" timeOffset="1001.41">22175 4341 275 0,'-6'0'84'16,"4"0"-41"-16,2 0 84 15,0 0 24-15,-2 0-88 16,2-10 5-16,0-4 96 0,0-2-100 15,0 0 3-15,0-4-39 16,0-12 3 0,13-4-26-16,11-6 5 0,12-4-5 15,6 7 2-15,5 1-7 16,7 2 0-16,2 4 0 16,6 0-3-16,7 6 3 0,2 0 0 15,5 0-4-15,6 2 11 16,-2 0-7-1,-4 4 13-15,-6 4 17 16,-10 2-20-16,-10 4 0 0,-10-1 18 16,-1 3-21-1,-12 5 4 1,-10-4 2-16,-3 6-13 16,-12 1 23-16,-2-3-23 15,0 2 3-15,0 1 1 16,0 0-3-16,0 0-1 15,0 0 0-15,0 0-9 16,0 0 4-16,0 0-22 16,0 0-23-16,0-3-100 0,-16 1-35 15,5 1-46-15,-5-3-140 16</inkml:trace>
  <inkml:trace contextRef="#ctx0" brushRef="#br0" timeOffset="1502.29">22917 3567 398 0,'0'0'157'0,"0"0"-130"15,0 0 58 1,0 0 90-16,-22-20 17 16,22 20-132-16,0 0-6 0,0 0-5 15,0 0-26 1,0 0-8-16,0 0-14 0,5 0 5 15,12 10-1-15,10 2-5 16,9 2 0-16,7 0 19 16,1 2-8-16,3-2 6 15,-3 0-13-15,-6-2 1 16,-5-2 0-16,-10-2-3 16,-10-4-2-16,-6 1 11 0,-7-5-10 15,0 1-1-15,0 2 0 16,0-2 11-1,0 3-11-15,0 2 0 0,-2 5 5 16,-12 3 1-16,-3 4-5 16,-10 4-1-16,-7 2 5 15,-6 4 9 1,-4 0-10-16,-2-2 5 16,5 0 2-16,5-4-11 15,7-4 5 1,9-6-5-16,9-2 3 0,6-8-3 15,5-2 0-15,0 0-3 16,0 0 5 0,0 0-6-16,0 0 4 0,9-6-51 15,12-12-23-15,-13 8-137 16,1 0-360-16</inkml:trace>
  <inkml:trace contextRef="#ctx0" brushRef="#br0" timeOffset="2290.54">23455 3555 358 0,'0'0'100'16,"0"0"-71"-16,24-38 14 16,-22 26 126-16,3 8-113 15,-3 0 25-15,0 0 12 16,0 2-23 0,-2 2 1-1,3 0-11-15,-3 0-13 16,0 0 3-16,0 0-33 0,0 0-6 15,0 4-1-15,0 18-5 16,0 6 6-16,0 10 11 16,-7 2-10-16,-2 4 20 15,0 5-21 1,0-3-5-16,1 2 12 0,-4-4-15 16,3-2-3-16,1-4 0 15,-2 0 4-15,4-6-4 16,-1-8 2-16,5-6 3 15,2-9 0-15,0-5-5 16,0-1 0-16,0-3 0 16,0 0 6-16,0 0-4 0,0 0-1 15,0 0 7-15,0 0-5 16,0 0 10-16,0 0-13 16,0 0 10-16,0 0-10 15,0 0 0-15,0 0 1 16,0 0 7-1,0 0-9-15,0 0 1 16,15 0 0 0,14 0 3-16,9 0-2 0,9 0-1 15,5 0 1-15,-2 0 6 16,2 0-8-16,-8 0 1 16,-6 0 0-16,-12 0-1 15,-7 0 1 1,-13 0 0-16,-6 0 5 0,0 0-7 0,0 0 2 15,0 0 0-15,0 0 10 16,0 0-9 0,0 0-1-16,0 0 0 15,0 0 3-15,0 0-9 16,0 0 2-16,0 0-37 16,0 0 3-1,0 0-26-15,0-16-15 16,0 7-103-16,0-2-245 15</inkml:trace>
  <inkml:trace contextRef="#ctx0" brushRef="#br0" timeOffset="3311.32">23991 3377 448 0,'0'-4'149'15,"0"4"-66"-15,0-2 78 16,0 2-48-16,0 0-70 0,0 0 7 15,0 0-16-15,0 0 0 16,0 0-5-16,0 0-18 16,-18 7 12-16,-11 14-18 15,-2 5 9-15,0 2 23 16,-5 2-20-16,3 0 2 16,4-6-5-1,4 0 1-15,8-8-15 16,6-4 2-16,4-2 7 15,7-6-9-15,0-4 0 16,0 0-2-16,0 0 7 16,0 0-5-1,0 0 1-15,0 0 0 0,0 0 19 16,7-2-14-16,10-14 5 0,2 0-6 16,0-2 2-16,6 0-10 15,-1 0 3 1,-1 0-3-16,-1 0 5 15,-2 0-2-15,-2 0 0 0,-1 2 6 16,0 3-9 0,-7 2 3-1,-1 3 0-15,-7 4-1 16,-2 2 3-16,0 2-2 16,0 0 0-16,0 0 2 15,0-2-8-15,0 2 6 16,0 0 0-16,0 0-8 0,0 0 8 15,0 0 0 1,0 0-2-16,0 0 1 0,-9 0 1 16,-3 2 0-16,-9 9-3 15,-4 6 3-15,1 1 0 16,0 4-2-16,1-2 7 16,3 0-9-16,5 0 4 15,-1-2 0-15,7-2-4 16,-2-4 4-1,2 0 0-15,2-4-1 16,3-2 5-16,2 2-9 16,0-6 5-16,2 2-6 15,0-4 6-15,0 0 0 16,0 0 0-16,0 0 5 16,0 0-6-1,0 0 1-15,0 0-7 0,0-6 6 16,4-12-42-16,5-6-46 15,-7 8-139-15,-2 2-707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50:49.67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19119 6280 312 0,'-10'4'75'16,"10"-4"-71"-16,0 0 10 15,0 0 95-15,0 0-37 16,0 0-53-16,0 0 7 15,0 0-6-15,0 0 12 32,0 0 5-32,0 0 27 15,0 0-42-15,0 0-7 0,0 0 12 16,0 0-13-16,0 0-2 0,0 0-6 16,0 0-3-1,0 0 4-15,0 0-7 0,0 0 0 31,0 0 8-31,0 0-7 16,0 8-1-16,-4 4 0 0,-7 8 3 0,-5 8 6 16,-6 9-9-1,-4 9 0-15,-3 16 24 16,-7 12-5-16,3 16-6 16,2 14-12-16,-5 45 16 15,9 3-13-15,5 4-2 16,11 1 7-1,11-41-9-15,0-3 0 16,2-13-2-16,22-12 9 16,10-7-13-16,-1-13 6 0,9-8 0 15,0-10-2-15,6-10 9 16,5-10-7 0,2-8 0-16,1-4 13 15,0-6-6-15,-4-4 5 0,-11-2 22 16,-7-4-21-1,-9 0 4-15,-10 0-4 16,-8 0-12-16,-7-2 10 0,0 0-11 16,0 2 0-16,0-2 17 15,0 0-17-15,0 0 5 16,0 0-4 0,0 0-1-16,0 0-11 15,0 0-32 1,0 0-18-16,0-6-153 0,-10-12 26 15,-2-2-6 1,7 8-1-16,-3-2-34 16</inkml:trace>
  <inkml:trace contextRef="#ctx0" brushRef="#br0" timeOffset="324.04">19343 7979 112 0,'0'0'130'16,"0"0"-24"-16,-15-62-1 16,13 58 25-16,2 1-16 15,0 3-11-15,0 0 3 16,0 0-41-16,0 0-14 15,0 0-7-15,0 0-24 16,0 15-20-16,0 3 1 0,2 4 19 16,11 3-19-1,3 2 5-15,2 1-1 0,0-2-1 16,-5-4 0-16,-5 2-4 16,0 2 0-16,-4 0 7 15,-4 2-4-15,0 0-2 16,0 0 2-1,-9 2 1-15,-19 1-2 16,-7-2-1 0,-7 0 0-16,0-9 23 0,4-2-22 15,12-8 3-15,8-4-1 16,9-2-8 0,7-4-13-16,2 0-62 15,2 0-45-15,11-2-139 0,5-8-105 16</inkml:trace>
  <inkml:trace contextRef="#ctx0" brushRef="#br0" timeOffset="1243.4">20130 7742 457 0,'0'0'112'0,"0"0"-99"16,0-26 14-16,0 24 102 16,0 2-3-16,0 0-75 15,0 0-16 1,0 0 2-16,0 0 8 0,0 0-32 15,0 0-6-15,0 16 6 16,0 22-6-16,0 8 12 16,0 7 0-16,0 2-14 15,0-6 15-15,0-1-15 16,0-2-5-16,0-4 9 16,0-6-7-16,0-4-2 15,0-4 0-15,0-4 5 0,0-2-4 16,0-6-1-16,0-3 0 15,0-3-2-15,0-1 2 16,0-3 0-16,0-2-14 16,0 0 8-1,0 0-15-15,0 1-3 0,0-1 20 16,-2-3-22 0,-5-1 14-16,-4 0-3 15,-2 0 10-15,-3 0-1 16,-2 0 6-16,-2 0 0 15,2 0 5-15,5 0 0 16,1 0-5 0,8 3 11-16,2-3 6 0,2 1-17 15,0-1 0-15,0 0-4 16,0 0 3-16,0 0 1 16,0 0-1-16,4 0-1 15,19 0 2-15,6 0 11 16,11 0-1-16,7 0 6 15,7 0-15-15,3 0 3 16,-4 0 5 0,-5 0-5-16,-13 0-1 15,-12 0-3-15,-15 0 0 16,-5 0-2-16,-3 0 2 16,0 0 10-16,0 0-10 15,0 0-5-15,-21 0-26 16,-3 0-13-16,-2 0-28 15,5-9-70-15,15 3-87 0,-1-2-176 16</inkml:trace>
  <inkml:trace contextRef="#ctx0" brushRef="#br0" timeOffset="1676.74">19948 7702 539 0,'0'0'72'15,"-8"-10"-67"-15,8 10 89 16,0 0 37-16,0 0-77 16,0 0-28-16,8 0 10 15,11 0 2-15,8 2 13 0,2 6-3 16,4-4-27-16,3 0 5 16,0 0-20-16,0-2-6 15,-3 0 13-15,-2-2-11 16,-4 0-2-16,-10 0 0 15,0 0 0-15,-9 0 0 16,-1 0-15 0,-1 0 2-16,-6 0-43 15,0 0-22-15,0 4-42 16,-6-2-84-16,-3 2-179 16</inkml:trace>
  <inkml:trace contextRef="#ctx0" brushRef="#br0" timeOffset="2146.42">20318 8039 228 0,'0'0'132'16,"0"0"-101"-16,0 0 10 0,0 0 122 15,-5 6-30 1,5-6 4-16,0 0-87 16,0 0 1-16,0 0 15 0,0 0-19 15,0 0 1-15,0 0-16 16,0 2-28-16,0 6-1 15,0 4-3-15,0 6 0 16,0 6-4-16,2 2 7 16,5 2-3-16,1 4 0 15,-1-4 4 1,3 0-2-16,-6 0-2 16,0-7 0-1,1-3 2-15,-3-7-2 0,2-4 0 16,-2-3 3-16,3-2-9 15,0-2-11 1,-3 0-63-16,0-9-9 16,0-10-97-16,-2-7 26 0,0 12-77 15,0 3 17-15</inkml:trace>
  <inkml:trace contextRef="#ctx0" brushRef="#br0" timeOffset="2478.02">20376 8021 253 0,'0'0'310'15,"0"0"-226"-15,0 0-38 0,0 0 101 16,-16-49-37-16,16 49-53 16,0 0-45-16,0 0-12 15,20 17-9-15,11 7 9 16,5 2 13-16,3 2-9 16,-1 0-4-16,-1 0 3 15,-8 2-1 1,-10-4-2-16,-5 2 0 15,-8-2 0 1,-6-3 13-16,0-4-13 0,0-1 5 16,-29-1-3-16,-16-2 8 15,-3-2-5 1,-4-4-2-16,8 0 17 0,22-7-16 16,3 0-3-16,6-2-1 15,9 0-17-15,2 0-64 0,2-4-68 16,0-5-98-1,0 4-162-15</inkml:trace>
  <inkml:trace contextRef="#ctx0" brushRef="#br0" timeOffset="3048.81">20937 8041 352 0,'0'0'375'0,"0"0"-321"16,0 0 42-16,8-24-15 16,-8 24-40-16,0 0-2 15,0 0-24-15,-8 0-12 16,-15 0 1-16,-6 0 12 15,0 9-7-15,5 4 8 0,0-1-8 16,8-2 24-16,3 0-29 16,5 0-2-16,4-2-2 15,4 0 2-15,0 2-4 16,0-2-1 0,0 2 8-16,0-2-5 15,18 2 0 1,7 0-5-16,15 6 8 15,7 4-3-15,-1 4 0 16,-2-2 0-16,-15-1-2 16,-8 1 2-16,-7 0 0 15,-10 0-8-15,-4-2 7 16,0-2 1-16,-16-2 0 16,-24-4 0-16,-9-6 5 0,-9-2-4 15,-2-4 10-15,-1 0 50 16,9 0-35-16,4-12-13 15,9-4-10-15,14-3-6 16,14 4 3-16,11 3-48 16,0 2-20-16,25 3-86 15,-6 7-84 1,4 0-137-16</inkml:trace>
  <inkml:trace contextRef="#ctx0" brushRef="#br0" timeOffset="6507.85">21449 7949 263 0,'0'0'61'0,"0"0"-53"15,0 0-5-15,0 0 44 16,0 0 7-16,0 0-19 15,0 0 48-15,0 0-30 16,0 0-3-16,0 0 22 16,0 0-16-1,0 0-14 1,0 0-13-16,0 0-8 0,0 0 8 16,0 0-11-16,0 0-4 15,0 0 14-15,0 0-21 16,0 0 12-16,0 0 3 15,0 0-7-15,0 0 12 16,0 0-18-16,0 0-1 16,0 0 16-16,14 0-13 15,10 0 0-15,7-2-2 16,22-5 15-16,7 3-16 16,1 0-8-16,-3 0 12 15,-18 4-11-15,-4 0-1 16,-9 0 0-1,-10 0 4-15,-3 0-5 16,-5 0 1-16,-5 0 0 16,-2 0-4-16,-2 0 5 0,0 0-1 15,0 0 0 1,0 0 3-16,0 0-3 16,0 0 0-16,0 0-10 15,0 0 7-15,0 0-7 0,0 0-10 16,0 0-24-16,0 4 10 15,0 0-45-15,0 5-42 16,-6-4-64-16,-1-5-91 16,3 0-24-16</inkml:trace>
  <inkml:trace contextRef="#ctx0" brushRef="#br0" timeOffset="6924.42">21579 8107 469 0,'0'0'27'16,"0"0"-24"-16,-5 12 3 15,5-10 76-15,0-2-27 16,0 0 3-16,0 0-31 15,0 0 22-15,0 0 38 16,20 0-21-16,11 0 3 0,7 0-28 16,7 0-16-16,-1 0 14 15,1 0-22-15,-3-2-7 16,-2 0 7-16,-9 0-13 16,-4 2-4-16,-9 0 0 15,-5 0 3-15,-6 0-1 16,-4 0-2-1,-3 0 0-15,0 0 4 16,0 0-4-16,0 0 0 16,0 0-22-16,0 0-15 15,0 0-74 1,-8 0-52-16,4 0-66 16,4 0-137-16</inkml:trace>
  <inkml:trace contextRef="#ctx0" brushRef="#br0" timeOffset="7853.02">22217 8139 119 0,'0'0'181'16,"0"0"-164"-16,-4 20-7 0,4-16 31 15,0-4 67-15,0 2-28 16,0-2-39-16,0 0 6 0,0 0-5 16,0 0 2-16,0 0 27 31,0 0-20-31,0 0-9 16,4 0 0-16,8-14 34 0,8-6-57 0,0-4-4 15,3-8 18 1,8-20-21-1,2-8 8-15,0-8-20 16,3-3 8-16,-9 15-10 16,-3 6 2-16,-4 10 0 15,-4 10-8-15,-5 8 9 16,-2 10-1-16,-4 6 4 16,-5 6-2-16,0 0 19 0,0 0-21 15,0 0 3-15,0 14-6 16,0 20 2-16,0 10-1 15,0 4 2-15,2 14 3 16,4-5-3-16,3-7 0 16,1-9-1-16,-2-18 3 15,-1-9-2-15,-3-6 0 16,0-6 2 0,2-2 4-16,-4 0-6 15,8 0 8-15,1-4 23 16,5-20-13-16,5-4 9 15,0-7-10-15,6-2 7 16,0-8-24-16,0-3 1 16,-5 0 2-16,2-6-1 15,-1 10-3-15,-7 8 1 16,-3 9 0-16,-9 17 10 16,-4 6-10-16,0 4 0 15,0 0 5 1,0 0 1-16,0 0-4 0,0 14-2 15,0 19-13-15,0 9 9 16,0 4 4 0,0 0 0-16,7-2 2 15,-2-3-2-15,1-5 0 16,1-7 1-16,-1 1-10 16,1-7-9-16,0-7-27 15,-3-5-4-15,1-11-51 16,-1 0-58-16,-2 0-16 15,3-7-97-15,-5-5 94 0</inkml:trace>
  <inkml:trace contextRef="#ctx0" brushRef="#br0" timeOffset="8254.53">22957 7824 203 0,'0'0'222'16,"0"0"-123"-16,25-48 28 16,-23 44-8-16,0 4-27 31,-2 0-23-31,0 8-15 0,0 18-42 15,2 8 1-15,1 3-5 16,0-1-4-16,1-4 9 16,0-2-10-16,-2-4 6 15,3-10 1-15,-1-4-8 16,-2-8 25-16,2-4-13 16,0 0 2-16,2 0 62 0,5-12-21 15,5-16-21-15,5-7-35 16,11-10 19-1,-3 0-17-15,0 9-3 16,-5 4 5-16,-13 24-3 16,-5 4-2-16,-4 4 0 15,-2 0 3-15,0 0 4 0,0 12-7 16,0 12-1-16,2 6-5 0,0 1 8 16,2-6-2-1,-2 1 0-15,1-4-8 16,1-3-32-16,-2-3-25 15,2-8-22-15,0-8-158 32,-2 0-70-32</inkml:trace>
  <inkml:trace contextRef="#ctx0" brushRef="#br0" timeOffset="8888.57">23519 7539 749 0,'0'0'156'15,"0"0"-156"-15,0 0 0 16,7-47 63-16,-7 47 12 0,0 0-27 16,2 0-36-1,-2 0-5 1,0 11-10-16,0 18 3 0,-4 4 0 15,-12 8 9-15,-4 5-5 16,0 0 1 0,-1 0 3-16,4 2 18 15,3-4-26-15,10-3 1 16,4-8 1-16,0 0 2 16,0-8-4-16,18-8 0 0,5-7 0 15,0-10-4-15,4 0 5 16,4-5-1-16,-4-18 3 15,2-8 3-15,-4-2-6 16,-6-2 0-16,-2 3 1 16,-5 8 6-16,-4 8-7 15,-6 8 0 1,-2 6 54-16,0 2-16 16,0 0-38-16,0 6-7 15,-2 29 2 1,-12 5 3-16,5-4 2 0,7-7-6 15,2-14 7-15,0-8-1 16,0-3 0-16,2-4 0 16,19 0-3-16,2 0 4 0,6-13-1 15,-2-11 17-15,-2-2-13 16,-8 1-2 0,-5 4-2-16,-5 2 12 15,-7 5-12-15,0 4 0 16,-9 8-6-16,-43 2-7 15,-12 0 8-15,-7 16-18 0,-1 6-24 16,28-6-27-16,19-4-107 16,25-12-108-16,0 0-93 15</inkml:trace>
  <inkml:trace contextRef="#ctx0" brushRef="#br0" timeOffset="9188.39">24110 7720 729 0,'0'0'154'16,"0"0"-139"-16,10-18 40 16,-10 18 59-16,-13 4-90 0,-7 24-21 15,3 8-6-15,-4 4 6 16,-1 2-2-1,5 1-1-15,-4-7 6 0,7-2-6 16,3-9 0-16,5-4-1 16,2-7 1-1,2-6-17 1,2-8-63-16,0 0-49 16,0 0-65-16,0-16-102 15</inkml:trace>
  <inkml:trace contextRef="#ctx0" brushRef="#br0" timeOffset="9388.12">23877 7724 843 0,'0'0'83'15,"0"0"-51"-15,0 0 13 16,0 0-14 0,0 0-3-16,41 76 8 0,-3-30 0 15,-3-7-36-15,3-2 8 16,-3-2-8-1,-3-2 4-15,-12-6-29 0,-16-9-64 16,-4-18-47-16,0 0-176 16</inkml:trace>
  <inkml:trace contextRef="#ctx0" brushRef="#br0" timeOffset="10157.44">22496 8263 132 0,'0'0'146'16,"0"0"-114"0,-22 0-16-16,20 0 57 0,-2 0-19 15,1 0-9-15,-2 0-5 16,3 0 25-16,2 0-2 0,0 0 1 16,0 0 18-16,0 0-16 15,0 0-25-15,0 0 22 16,0 0-27-1,0 0-18-15,0 0 10 0,0 0-5 16,0 0-6-16,0 0-9 16,0 0 20-1,5 0-21-15,19 0 1 0,14 0 17 16,11 0-18-16,18-2 12 16,16-2-6-16,15 0-10 15,9 2 13 1,10 2-15-16,13 0 2 15,8 0 0-15,3 0 1 16,-6 0-4 0,-8 0 0-16,-17 0 8 0,-14 0-8 15,-15 0 0-15,-18 0-1 16,-18 0 3 0,-21-4-3-16,-15 4 1 0,-9 0 0 15,0 0 11-15,0 0-8 16,0 0-2-16,-11 0-2 15,0 0-10-15,-5 0-2 16,-2 0-13-16,-1 0-26 0,-6 2-6 16,-6 2-77-1,15-4-85 1</inkml:trace>
  <inkml:trace contextRef="#ctx0" brushRef="#br0" timeOffset="10805.19">23120 8572 429 0,'0'0'341'0,"0"0"-311"16,-4-8-21-16,13-4 82 16,15 0-17 15,10 2-30-31,6 2 26 0,5 2-29 15,-1 4-26-15,0 2-5 16,3 0 19 0,-13 0-26-16,-12 16-2 0,-9 2-1 15,-13 2-4-15,0 4 3 16,-15 4-3-16,-22 1 4 16,-4 0 3-16,-11 1-2 0,-3 2 0 15,-1-3 5-15,5-1 0 16,9-8-5-1,10-4-1-15,12-4 9 0,11-6-9 16,7 0 2-16,2-2 13 16,0-4-10-1,0 2 3 1,5-2-2-16,17 0-6 16,14 0 29-16,8 0-15 15,14 0 5-15,11 0 7 16,9 0-24-16,5 0 20 15,-4 0-19-15,-8 0-1 0,-15 0 10 16,-15 0-12 0,-17 0 0-16,-12 0-13 0,-10 0-5 15,-2 0-32-15,0 0-23 16,-12-6-18 0,-5 0-226-16,-2-2-211 0</inkml:trace>
  <inkml:trace contextRef="#ctx0" brushRef="#br0" timeOffset="11359.75">24339 8183 865 0,'-5'-2'26'0,"5"2"-26"16,0 0-46-1,0 0 35 1,0 0-212-16,0 0-41 16</inkml:trace>
  <inkml:trace contextRef="#ctx0" brushRef="#br0" timeOffset="12682.8">24806 7706 301 0,'0'0'142'0,"0"0"-97"15,0 0 48 1,0-26 25-16,0 24-12 16,0 0-37-16,0 2-11 15,0 0 14-15,0 0-22 16,0 0 11-16,0 0-20 16,0 0-16-16,0 0 15 15,0 0-27-15,0 0 0 16,0 0 0-16,3 0-18 0,2 10 5 15,3 12 0-15,3 12 11 16,3 6-11 0,-3 5 0-16,1-2 2 0,-4-5 4 15,-1-1-7 1,-1 1 1-16,1-4 0 16,-2-2 1-1,-1-4-1-15,1-4 0 16,-3-6-2-16,0-6 9 0,-2-6-9 15,2-4 2 1,-2 0 4-16,0-2 2 16,0 0 14-16,4 0 17 15,3-2-20-15,3-20 26 16,2-6-26-16,7-10-14 0,-4 2 26 16,3-2-27-16,-1 0 0 15,2-2 3-15,-1 1 3 16,-1 3-11-16,-3 4 3 15,-5 6 0-15,-1 6-1 16,-1 4 2-16,-2 6-1 16,-3 6 8-16,0 0-13 0,0 4 5 15,-2 0 0-15,0 0-1 16,0 0 1 0,0 0 0-16,0 0-2 0,0 0-7 15,0 16 6-15,0 12-7 16,3 6 10-16,3 6-2 15,1 0 2 1,-1 3 0-16,4-2 0 16,-2 2 9-16,-1-3-15 15,2-4 6-15,-2-6-2 16,-1-2 2-16,1-6 0 16,-3-4-1-16,4-6 8 15,-4-4-11 1,-2-4 4-16,0-2 0 0,-2-2-1 15,0 0 1-15,2 0 0 16,5 0 7-16,5-6 0 16,3-16 9-16,5-8 0 15,4-8-11-15,5-8 20 0,-2-4-16 16,2-8 1 0,-2 1 6-1,-7 7-5-15,-3 6-10 16,-3 12 3-16,-5 6 22 15,-5 10-21-15,-2 8 9 16,-2 2-12-16,0 6 3 16,0 0-10-16,0 0-22 15,0 0-39-15,0 8 8 16,-17 14-45-16,-3 8-2 0,-1-2-70 16,13-16-223-16</inkml:trace>
  <inkml:trace contextRef="#ctx0" brushRef="#br0" timeOffset="13754.54">24450 8283 424 0,'-24'0'204'0,"19"0"-189"16,1 0-11-16,4 0 124 16,0 0-37-16,0 0-69 15,0 0-9-15,0 0 34 16,0 2 7-1,0-2-10-15,0 0-5 16,17 0 17 0,12 0-27-16,10 0-1 15,9 0 0-15,2 0-27 0,10 0 10 16,9 0-11 0,6 0 0-16,8 3 5 0,0-2-5 15,-2 2 1-15,0-3-1 0,0 1 5 16,-8-1-6-1,-9 0 1-15,-12 0 4 16,-14 3-3-16,-16-3 0 16,-9 0 15-16,-9 0-15 15,-4 0 16-15,0 0-13 16,0 0-2-16,0 0 10 0,0 0-11 16,0 0-1-16,0 0 0 15,0 0-6-15,0 0 6 16,0 0-18-16,0 0-16 15,0 1 1-15,-4 2-64 16,-5-3-74-16,-5 0-608 16</inkml:trace>
  <inkml:trace contextRef="#ctx0" brushRef="#br0" timeOffset="16443.91">26266 7646 327 0,'0'-2'31'0,"0"0"-28"0,0-2 12 16,0 2 58 0,0-2-51-16,0 2-17 15,0 2 21-15,0 0 1 0,0 0-4 16,0 0 0-16,0 0-22 16,0 0 10-16,0 0-11 15,0 0 0-15,0 0 1 16,0 0-1-16,0 0 0 15,0 0 5-15,0 0-2 16,0 0-1 0,0 0 2-16,0 0 19 15,0 0-10 1,0 0 8-16,0 0 2 0,0 0-15 16,0 0 17-1,0 0-8-15,0 0-1 16,0 0 12-16,0 0-22 0,0 0 8 15,0 0 7-15,0 0-9 0,0 0 15 16,0 0-14 0,0 0 30-16,0 0-25 15,0 0 5-15,0 0 1 0,0 0-10 16,0 0 16 0,0 0-19-16,0 0-7 15,0 0 15 1,0 0-18-16,-2 0 6 15,-14 3 0-15,-3 10-5 16,-6 7 13-16,-2 6-7 16,0 6 0-16,-4 8 22 15,0 8-18-15,2 7 5 16,0 6 7-16,4 4-6 16,6-3-18-16,5-2 2 0,14 6 15 15,0-4-17-15,9-2 9 16,25-2-4-16,-1-15 0 15,5-9 0-15,-1-4-5 16,-5-8 0-16,-3-8 8 16,-9-2-5-16,-3-4 4 15,-5-6 9 1,-6 0-9-16,-1 0 12 16,-3-2-13-16,-2 0 11 15,0 0-13-15,0 0-4 16,0 0 0-16,0 2 7 15,0-2-15 1,0 2 8-16,0-2 0 16,0 0-10-16,0 0 7 0,0 0-14 0,0 0-2 15,0 0-20 1,0 0 9-16,0 0-27 0,0 0-29 16,0 0-6-16,0 0-42 15,0-6-86 1</inkml:trace>
  <inkml:trace contextRef="#ctx0" brushRef="#br0" timeOffset="17099.5">26520 7945 499 0,'0'-38'111'16,"0"21"-104"-16,0 5 45 0,0 8 90 16,0 2-86-16,0 2-9 0,0 0-9 15,0 0-4-15,0 0 16 16,0 0-15-16,0 0-9 15,0 0 12-15,0 9-34 16,0 17-3 0,0 7 16-16,0 6 3 15,11 1-18 1,1 2-2-16,1 6 5 16,1-4-5-16,-4 0 0 15,1-6 0-15,-3-13 4 16,-2-7-4-16,-2-7 0 15,3-7 0-15,-5-1-3 16,0-3 9-16,0 0-6 16,1 0 15-16,4 0-2 0,4-17 19 15,3-6-4-15,-1-10 23 16,5-5-42-16,-1-10 9 16,3-4-4-16,7-26-7 15,0 2 12-15,-5 5-19 16,-2 13 7-16,-9 28 29 15,-5 10-28-15,-2 10 4 0,-2 6-10 16,-2 2 3-16,0 2-6 31,0 0 1-31,0 0-24 16,0 0-6-16,0 4-36 16,0 18-2-16,0 6-105 0,-6 6 1 0,6 0-1 31,0-22-21-31,0 3-52 15</inkml:trace>
  <inkml:trace contextRef="#ctx0" brushRef="#br0" timeOffset="17431.5">27029 8085 493 0,'0'0'24'0,"0"0"89"15,0 0 45-15,50-28-61 16,-48 22-14-16,-2 2-13 16,0 4 4-16,0 0 2 15,0 0-39 1,-15 0-20-16,-14 10-17 16,-4 16 5-16,2 2-6 15,6 4 1-15,7 0 0 16,5-2-1-16,11 0 2 15,2-5-1-15,0-3 0 16,2-7-2-16,16-2 2 16,1-5-5-16,10-4 4 15,-2-4-39-15,-2 0-21 16,-10 0-59-16,-15 0-88 16,0-8-70-16,0 0-99 15</inkml:trace>
  <inkml:trace contextRef="#ctx0" brushRef="#br0" timeOffset="17684.68">27026 8221 337 0,'0'0'308'0,"0"0"-233"15,0 0 89-15,0 0-51 16,0-22-59-16,0 22-19 16,0 0 14-16,0 0-30 15,0 18-16-15,0 7 15 16,0 3-14-16,0 2 3 0,0-1-4 15,0 2-1 1,0-1 2-16,0-4-4 16,0-8 0-16,0-2-5 15,3-8-14-15,-1-2-23 16,2-2-175-16,0-4 94 16,-1 0-98-16,-1 0-57 0</inkml:trace>
  <inkml:trace contextRef="#ctx0" brushRef="#br0" timeOffset="18101.57">27322 8057 728 0,'0'0'129'0,"0"0"20"15,0 0-26-15,0 0-64 0,12-31-44 16,-12 31-11-1,-10 0 3-15,-9 13-7 16,-6 7 0-16,7-4 16 16,7-2-16-16,5 0 5 0,4 0-5 15,2 0 2-15,0 0-6 16,0 2 4-16,15 2 0 16,7 0-8-16,1 0 7 15,0-2-11-15,2-2-12 16,-4 1 20-16,-4-8-1 15,-10 1 5 1,-7-1-9 0,0-1 9-16,-7 2-1 0,-22-1-3 15,-5 1 4 1,-1-4 29-16,4 1-21 0,4-3-6 16,10 1 8-16,3 0-10 15,7-2-2-15,5-1-14 16,2 0-66-16,0 0-53 15,0 0-76-15,11 0-545 16</inkml:trace>
  <inkml:trace contextRef="#ctx0" brushRef="#br0" timeOffset="18403.09">27663 8101 891 0,'0'0'94'0,"0"0"-23"0,0 0-1 31,0 0-68-31,23-6-4 16,-1 6 4-16,11 0-2 0,3 0 12 15,-3 0-12-15,-4-4 13 16,-6 2-13-16,-8 2 0 15,-9-2 3-15,-3 2-3 16,-3 0-3-16,0-2-33 16,0 2-58-16,0 0-34 15,0-2-181-15</inkml:trace>
  <inkml:trace contextRef="#ctx0" brushRef="#br0" timeOffset="18921.59">28029 7852 820 0,'0'0'59'0,"0"0"-56"16,0 0 70-16,0 0 40 15,0-30-93-15,2 30-6 0,-2 0-3 16,0 0-5-16,0 0 16 16,2 0-18-16,0 16-3 15,5 14 7-15,4 9-2 16,0 4-3-16,3 6-3 16,3 1 4-1,-3-4 2 1,3-4-6-16,-1-4-2 0,-5-8 8 15,1-6-6-15,-3-8 0 16,-3-5 0 0,-2-7 23-16,1-4-13 0,2 0 14 15,0 0 20-15,6-27-13 16,5-5 11-16,-1-8-18 16,3-10-9-16,1-6 16 0,0-9-19 15,2 0-2-15,-3 4 2 16,-5 15-8-1,-3 14 0-15,-7 12 5 16,-5 8 4-16,0 6-13 0,0 4-12 31,0 2-8-31,0 0-58 16,0 20-18-16,0 6-35 16,-5-14-93-16,5-2-195 15</inkml:trace>
  <inkml:trace contextRef="#ctx0" brushRef="#br0" timeOffset="19222.64">28510 8105 621 0,'0'0'128'16,"0"0"-127"-16,0 0 34 15,0 74 65-15,0-48-22 0,0 4-38 16,0 0-4-16,0 1 17 16,2-2-36-1,0-3 12-15,1-5-5 0,-1-5-11 16,0-8-13-16,0 0 0 16,0-6-6-1,0-2-19 1,1 0-61-16,-3-6-80 15,0-8-36-15,0 2-175 16</inkml:trace>
  <inkml:trace contextRef="#ctx0" brushRef="#br0" timeOffset="19423.39">28425 8129 16 0,'0'0'907'15,"0"0"-862"-15,0 0-27 16,0 0 88-1,0 0-54-15,21-32-44 0,18 30-8 16,1 0 17-16,5 0-11 16,-5 0-8-1,-4-2 2-15,-9-2-29 16,-7-4-65-16,-20 4-160 16,0 0-63-16</inkml:trace>
  <inkml:trace contextRef="#ctx0" brushRef="#br0" timeOffset="19909.98">28708 7622 480 0,'0'0'267'0,"0"0"-244"15,0 0 57-15,0 0 55 16,-6-14-72-16,6 14-22 16,0 0-18-16,8 0 10 15,13 6-17-15,5 12 8 16,10 8 21-16,4 6-28 15,7 6-7-15,4 8 13 16,0 4-20-16,3 11 11 16,-8 3-12-16,-5 4 2 15,-10-2-4-15,-11-4 0 16,-16 10-1-16,-4-6 8 16,-2-2-9-16,-29-5 2 15,-7-19 0 1,0-8 8-16,1-6-8 15,3-6 0-15,7-8 3 16,5-4 6-16,9-4-18 16,3-4 4-16,4 0-68 15,6 0-24-15,0-6-125 16</inkml:trace>
  <inkml:trace contextRef="#ctx0" brushRef="#br0" timeOffset="21114.02">28974 7405 374 0,'0'0'117'0,"0"0"15"16,0-12-9-16,0 10-60 15,0-4 5-15,6 0-3 0,-2 2 19 16,1-2-18-16,1 4-24 16,4-4 14-16,0 0-28 15,7 0-4-15,2 0 3 16,10-2-25-16,2 4 15 15,5 0-17-15,2 4 4 16,-4 0 9-16,-5 0-12 0,-10 0-1 16,-7 0 8-16,-8 0-14 15,-4 0 6-15,0 20-2 16,-2 14-7 0,-23 8 9-16,-4 6 0 0,2-8 4 15,1-1 4 1,-1-6-10-16,5-2 2 15,2-9 0-15,5-4 2 16,5-8 0-16,6-4-2 16,2-2 7-16,2-4-2 15,0 0 6 1,0 0-7-16,0 0 22 16,0 0-13-16,0 0 4 0,0 0 12 15,4 0-27-15,12 0 13 16,8 0-15-16,8 0 1 15,1 0 5-15,9-2-6 16,2-2 0-16,4 2 5 16,-2-2 4-16,-3 2-8 15,-3 0-1-15,-3 0 0 16,-6 0 2 0,-6 0 0-16,-5 0 3 15,-11 0 3-15,-2 2-2 16,-7 0-6-16,0 0 4 15,0 0 18 1,0 0-20-16,0 0 0 0,0 0-2 16,0 0 5-16,0 0-12 15,0 0 7-15,0 0 0 0,0 0-2 16,0 0 2-16,0 0 0 16,0 0-3-16,0 0 12 15,0 0-18 1,0 0-10-16,0 0 17 15,0 0-23-15,0 0-2 0,0 0 8 16,0 0-18-16,0 0 21 16,0 0-8-16,0 0-9 15,0 0 24-15,0 0-32 16,0 0-1-16,0 0-3 16,-3 0-31-16,-1 0 2 15,-5 0-11-15,3 0-37 16,-6 0-20-1,8 0-35-15,0-2-133 16</inkml:trace>
  <inkml:trace contextRef="#ctx0" brushRef="#br1" timeOffset="27867.92">24758 8570 396 0,'0'-2'0'0,"0"2"24"16,0-2-16-16,0 2 43 15,0 0-27-15,0-2-12 16,0 2 19-16,0-2-11 15,0 2 4-15,0 0 18 16,0 0-11-16,2 0 40 16,-2 0-32-1,0 0 4-15,0 0-16 16,2 0-1 0,-2 0 24-16,2 0-16 15,-2 0 0-15,0 0 8 16,0-2-16-16,0 2 15 15,0 0-11-15,0 0-10 0,0 0 19 16,0 0-17-16,0 0 6 16,0 0 4-16,0 0-24 15,0 0 11-15,0 0-16 16,0 0 7-16,0 0-9 16,0 0-1-16,5 18 5 15,1 12 0-15,2 8 5 16,-2 5-10-1,1-6 2-15,-1 8 14 16,1 1-16-16,0 0 4 16,-3 0-3-16,-2-4 9 15,3-5-9-15,-1-4-1 16,0-4 0-16,0-4 12 16,0-4-12-16,-2-6 10 15,0-2-2-15,-2-5-9 0,0-2 1 16,2 0 0-1,-2-2 2-15,0-1 0 16,0 2-2-16,0-3 0 0,0 0 9 16,0 0-9-1,0-2 0-15,0 2 0 0,0-2 1 16,0 0 1-16,0 0-2 0,0 0 0 16,0 0 11-1,0 0-12-15,0 0 1 16,0 0 8-16,0 0-5 15,0 0-1-15,0 0 1 16,0 0 5-16,0 0-2 16,0 0-6-1,0 0 0-15,0 0 11 16,0 0-8-16,0 0-1 16,0 0 0-16,0 0 6 15,0 0-4-15,2 0-4 16,-2 0 0-16,3 0 5 15,-3 0-3-15,2 0-2 16,4 0 0-16,8 0 0 0,8 0 0 16,21 0 0-1,7 0 1-15,8 0 1 16,3 4-2-16,-10 0 0 0,1 2 6 16,-6-2-8-16,-3 0 2 15,-8-2 0-15,-13 0 6 16,-8 2-3-1,-10-4-3-15,-4 0 1 16,0 2 5 0,0-2 6-16,0 0-6 0,0 2 5 15,0-2-11 1,0 2 0-16,0 0-1 16,0-2-8-16,0 0-3 15,0 0-37-15,0 0-15 0,-6 0 2 16,-6 0-36-16,-3 0-53 15,8-2-111-15,3-6-140 16</inkml:trace>
  <inkml:trace contextRef="#ctx0" brushRef="#br1" timeOffset="29108.87">25469 8632 277 0,'6'-8'121'0,"-2"4"-69"16,1 1 13-16,0 0 18 16,-3-3-21-1,2 4-5-15,-1 0 57 16,3 2-66-1,-4 0 19-15,-2 0-11 16,2-2-2 0,-2-2 11-16,5-2-31 0,2 0-7 15,-3 2-5-15,1-2-13 16,-1 2 13-16,-2 0-17 16,-2 0-2-16,0 4 21 15,0 0-17-15,0 0 9 0,0 0 1 16,0 0-13-1,0 0 18-15,0 0-20 0,0 2-1 16,-6 16 2-16,-15 6-3 16,-5 6 3-1,-6 3 2-15,3-4 0 16,3-3-5 0,8-12 0-16,7-5 12 15,4-5-9-15,3-2-1 16,4-2-2-16,0 0 4 0,0 0-7 15,0 2 3-15,0-2 0 16,0 0 1 0,0 0 2-16,0 0-3 0,0 0 4 15,0 0-5-15,0 0 1 16,0 0 0 0,0 0 2-16,4-6 3 0,12-10-4 15,-3-2-1-15,5-3 3 16,0 1-4-16,0-2 1 15,4-1 0-15,1-2-1 16,-4 1 1-16,-1 4 0 0,0 0 0 16,-4 4 3-1,-4 4-6-15,-3 6 3 0,-5 2-1 16,-2 4 4-16,0 0-3 16,0 0 0-1,0 0 1-15,0 0-9 0,0 0 8 16,0 0 0-1,0 0-5-15,0 0 5 16,-4 14-5-16,-14 8 4 16,-6 8 1-16,-3 2 0 15,0 1 0-15,-2-5 0 16,0 2-1 0,2-6 4-16,1-1-3 0,4-2 1 15,3-7-3-15,7-4 2 16,3-2 0-16,4-2 0 15,2-4 2-15,1 0-2 16,2-2 0-16,0 0 0 16,0 0-1-16,0 0 1 15,0 0 0-15,0-2 6 16,10-12-2 0,3-8-3-16,7-3-1 15,2-2 1-15,0-4-4 16,3 3 3-16,-2 0-7 15,-6 4 7-15,-1 8 0 16,-5 2 0 0,-7 6 3-16,-2 4-3 0,-2 2 0 15,0 2 0-15,0 0-5 0,0 0 4 16,0 0 0-16,0 4-2 16,-4 14-1-16,-9 2-3 15,-3-2 7-15,1 2-28 16,10-18-28-1,2 0-93-15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52:34.89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25022 9517 29 0,'0'0'8'15,"0"0"-8"1,-2 0-12-16,2 0-13 15,-2 0 25-15</inkml:trace>
  <inkml:trace contextRef="#ctx0" brushRef="#br0" timeOffset="2117.66">25007 9553 31 0,'0'-9'91'0,"0"4"-41"16,0-3 3-1,0 0 81-15,0 0-53 16,0 0-7-16,0 2-14 16,0-1-2-16,0 2-14 15,0-1 0 1,0-1 6-16,0 6-15 16,0-3 24-16,0 1-25 15,0 0-3-15,0 1 1 16,0 2-6-16,0-2 4 15,0-1-17-15,0 3-6 16,0 0 26-16,0 0-10 16,0 0 15-16,0 0-35 0,0 0 6 15,0 0-9-15,0 0-2 16,0 0-1 0,0 13 5-16,0 5-4 15,0 4 4-15,0 2-3 16,0 12 1-16,9 2 0 15,5 0-1 1,1 2 1-16,5-8 0 16,7-4-1-16,11-1 1 15,31-5-2 1,16-8 2-16,15-3 9 16,9-7-7-16,-11-1 4 15,-4-3 7-15,-9 0-11 16,-10 0 8-16,-11 0-10 0,-8 0 3 15,-11 0 1-15,-13 0-2 16,-11 0 2-16,-7 0 6 16,-7 0-6-16,-3 0 9 15,-2 0-4-15,-2 0-3 16,0 0 15-16,0 0-9 16,0 0 20-16,0 0-29 0,0 0-2 15,0 0-1-15,0 0-7 16,0 0 6-1,-2 0-24-15,-13 0-113 16,-10 0-41-16,-8-3-84 16,-19-15-18-16,1-6 59 15,0-2 70 1,2-4 147-16,15 4 5 16,7-2 108-16,5 4 7 15,9 4 38-15,4 8 125 16,7 4-152-16,2 4-32 15,0 2-27-15,0 2-4 16,0 0-29 0,0 0-2-16,0 0-9 0,0 0 13 15,0 0-32-15,0 0 4 16,4 14 3 0,19 8 6-16,8 4 5 0,5-4-13 15,6 2 0-15,0 0 10 16,9 4-18-1,-1 2 17 1,-6-5-16-16,-7-3 0 16,-16-8-2-16,-5-4 0 15,-8-2 1 1,-5-2 3-16,-1-2-8 16,-2 0 8-16,0 2-5 0,0 2 1 15,0 8 0 1,0 2-5-16,-29 8 8 0,-11 4-3 15,-18 2 14-15,-13 2-4 16,-8-4 1-16,-1-6 5 16,13-3 0-16,13-6-9 15,19-5 0-15,16-2-3 16,9-5 1-16,10-2-10 31,0 2 1-31,0-3-13 16,25 0-35-16,-7 0-52 0,-1 0-181 15</inkml:trace>
  <inkml:trace contextRef="#ctx0" brushRef="#br0" timeOffset="3105.52">26580 9675 487 0,'0'-14'141'0,"0"10"-121"0,0 0 17 16,0 2 45-1,0 0-11-15,0 2 39 16,0 0-55-16,0 0-13 16,0 0-1-16,0 0-4 15,0 0-23 1,0 0-11-16,0 0 2 0,0 0-5 0,0 14 4 16,2 10 5-1,5 4 0-15,0 4-6 16,0 4 8-16,-1 0-11 15,-4 6 1-15,-2 5 5 16,0 13-3 0,0-4 3-1,0-4-5-15,0-10 8 16,0-20-9-16,0-6 3 16,0-5 2-16,0-6-3 15,0-2-3-15,0-3 7 16,0 0 2-16,0 0-5 15,0 0-3-15,0 0 7 16,0 0-6-16,0 0 5 0,3 0-2 16,1 0-3-1,10 0 11-15,5 0-6 16,12 0 4-16,10 0-7 16,-3-3 2-16,0 2-5 15,-3-2 4-15,-2 2-1 16,-4-2-2-16,-4 3 5 0,-7 0-3 15,-5 0 2 1,-8 0-3-16,-3 0 1 16,-2 0 8-16,0 0-6 15,0 0-4-15,0 0-1 16,0 0-2 0,0 0-13-1,0 0-46-15,0 0-39 16,0 0-151-16,0 0-150 15</inkml:trace>
  <inkml:trace contextRef="#ctx0" brushRef="#br0" timeOffset="3453.61">27124 9801 686 0,'2'-16'127'31,"1"16"-79"-31,-1 0 74 16,-2 0-67-16,8 0-7 16,11 0-20-16,7 0-19 15,10 0 13-15,2 0-8 16,-3 0 1-16,-2 0-4 15,-4 0-9 1,-8 0 6-16,-10 0-6 0,-7 0 6 16,-4 0-8-16,0 0 0 15,0 0 5-15,0 2-5 16,0-2-80-16,0 0-109 16,-7 0-207-16</inkml:trace>
  <inkml:trace contextRef="#ctx0" brushRef="#br0" timeOffset="3956.06">27118 10020 530 0,'0'0'181'16,"0"0"-176"-16,0 0 5 16,0 0 75-1,0 0-24-15,21 0-29 16,8 0 1 0,19 0 29-16,0 0 7 15,6 4-34-15,-3 0-10 16,-15-2 2-16,-5 0-4 15,-14 0-14-15,-7 0 5 16,-8-2-13-16,-2 2-1 0,0-2 13 0,0 0-10 16,0 2 3-16,0-2-6 15,-12 0-9-15,-3 2-27 16,-3-2-92-16,9 0-129 16,3 0-131-1</inkml:trace>
  <inkml:trace contextRef="#ctx0" brushRef="#br0" timeOffset="4613.09">26988 9250 272 0,'7'-6'130'0,"-7"2"-86"16,2 2 84-1,1-2-50-15,-3 2-9 0,0 2-3 16,0 0-3-16,0 0-7 16,0 0-8-16,0 0 1 15,-3 10-20-15,-21 18-20 16,-5 10 17-16,0-2 19 31,0 1-23-31,0-4-10 0,6-4 15 16,4-5-13-1,5-8-3-15,5-6-10 16,3-6 10-16,6-2-11 16,0-2 5-16,0 0-4 15,0 0 2-15,0 0-3 16,0 0 0 0,0 0-1-16,8 0-42 15,15 0-58-15,-12 0-97 0,-5 0-229 16</inkml:trace>
  <inkml:trace contextRef="#ctx0" brushRef="#br0" timeOffset="6034.37">27846 9659 404 0,'0'-24'271'15,"0"12"-239"-15,0 6 38 16,0 0 67-16,0 2-73 15,0 2 18-15,0 2 29 16,0 0-88 0,0 0-14-16,0 0 15 15,0 0-7 1,0 0-10-16,0 0 6 0,-2 0-13 16,-1 8-7-1,-1 18 0-15,-2 16 7 16,-4 4 7-16,4 6-6 15,3-2 6-15,3-3-4 0,0-5-3 16,0-2 0 0,0-4 2-16,0-8-6 15,0-6 8-15,0-8-4 0,0-4 1 16,0-2-1 0,0-2 0-16,0-2 6 15,0-2-6 1,0 0 0-16,0-2 0 15,0 0 0 1,0 0 0-16,0 0 0 16,0 0 6-16,0 0-7 15,3 0 1-15,-1 0 0 16,-2 0 7-16,2 0 16 16,-2 0-9-16,2 0-11 0,-2 0 9 15,0 0-12-15,2 0 2 16,-2 0-2-16,3 0 0 15,4 0 0-15,-3 0-2 16,9 0 7 0,-1 0 3-16,-4 0-6 15,1 0 9-15,-2 0-9 0,2 0 0 16,4 0 3-16,7 0-1 16,7 0-7-16,7-4 10 15,1-2-9-15,9 0 2 16,-1 2 0-1,-1 0 0-15,-8 0 4 16,-14 4-6 0,-7 0 2-16,-9 0 0 15,-4 0 1 1,0 0 5-16,0 0 8 0,0 0-14 16,0 0 7-1,0 0-7-15,0 0 0 16,0 0-4-16,0 0 3 15,0 0-12-15,0 0-37 0,0 0-5 16,0 0-28-16,0 0-87 16,0-4-178-16</inkml:trace>
  <inkml:trace contextRef="#ctx0" brushRef="#br0" timeOffset="6487.88">28454 9779 599 0,'-14'-10'117'16,"14"8"-104"-16,0 2 237 15,0 0-174-15,0 0-26 0,0 0-6 16,0 0-21-16,0 0-22 16,6 0 5-16,13 0-5 15,8 0 6-15,4 0 25 16,12 0-9-1,-5 0 8-15,-9 0-26 16,-8 0 12 0,-13 0-11-16,-8 0-3 15,0 0 4-15,0 0-6 16,0 0-1-16,0 0 0 16,0 0-25-16,0 0-39 15,0 0-49 1,0 0-157-16,0 0-300 0</inkml:trace>
  <inkml:trace contextRef="#ctx0" brushRef="#br0" timeOffset="8928.5">29275 9609 530 0,'6'-2'32'0,"3"0"-11"15,-3 0 82 1,6 0-49 0,-1 2-36-16,-7 0 22 15,0-2-9-15,-4 2 1 16,0 0 18-16,0 0-16 16,0 0-3-16,0 0 2 15,0-2 11-15,0 2-24 16,0 0-10-16,0 0 19 15,0 0-18-15,0 0 2 0,0 0-4 16,0 0-8-16,0 0-2 16,0 16 0-1,0 26-6-15,-13 12 24 16,-9 6 13-16,-7 7-11 16,4-16-16-16,4 2 9 15,2-5-10-15,4-10 1 16,1-4 3-16,6-12-5 0,3-8 6 15,3-8-6 1,2-6 10-16,0 0-7 16,0 0-1-16,0 0 18 15,0 0-6 1,0 0 7 0,0-4 17-16,0-26 19 15,9-8-48-15,6-12-7 16,3 0-1-16,9-4-2 15,2-3 0-15,2 1-3 16,3 2 4-16,1 4-2 16,-4 8 0-16,-2 4-1 0,-4 8 2 15,-10 10 0-15,-3 6-3 16,-8 7 8-16,-2 6-6 16,-2 1 1-1,0 0 0-15,0 0-4 16,0 0-3-16,0 0 4 15,0 0-13 1,0 19 9-16,0 10-5 16,5 5 12-16,1 2 0 15,2 2 1-15,7 0 0 16,11 12 4 0,6 0-8-16,3-1 3 0,1-3 0 15,-12-10 1-15,-3-6-1 16,-6-4 0-16,-7-2-1 15,0-6 0-15,-6-2 1 16,0-2-1-16,-2-2-5 16,0-2 6-1,0-6 0-15,0 0 3 16,0-2-3-16,0 0-2 0,0 4 2 31,-22 0 5-31,-18-4 4 16,-10 0 7-16,-10-2 5 15,8 0-10-15,0 0 6 16,2 0-7 0,9-6-5-16,9 0 27 15,12 2-20-15,9 2-3 16,9 2-6-16,2 0-3 0,0 0 0 16,0 0-6-16,0-2 0 15,0 2-6-15,0 0 11 16,0 0-24-16,0 0 6 15,0 0-16-15,11 0-20 16,22 0-4-16,10-4-20 16,-21-2-79-16,2-4-263 15</inkml:trace>
  <inkml:trace contextRef="#ctx0" brushRef="#br0" timeOffset="9815.73">30031 9601 527 0,'3'-16'124'0,"-1"14"17"16,0-2-3-16,-2 2-83 16,0 2-19-16,0 0 20 15,0 0-11-15,0 0-18 16,0 0 11-16,0 0-16 16,0 0-8-1,0 0-1 1,0 0 1-16,0 0-12 15,0 0 1-15,0 0-6 16,0 14 3-16,0 6 0 16,0 8 6-16,0 2-2 15,0 4 35-15,0 2-27 16,0 18 0-16,0 7-9 16,0 3 5-16,-2-2 0 15,0-16-8-15,-3-8 7 0,3-8-7 16,2-6 1-1,-2-10 8-15,0-8-1 16,2-2 2-16,0-4-5 16,0 0 9-1,0 0-3 1,0 0-3-16,0 0 15 16,0 0-1-16,0 0-4 15,0 0-11-15,0 0 12 16,0 0-6-16,0 0-5 15,0 0 18-15,0 0-18 16,0 0 4-16,0 0 9 16,0 0 3-16,0 0-14 15,0 0-6-15,0 0 16 16,0 0-15-16,0 0-1 16,0 0-2-16,0 0 4 15,17 0-12-15,12 0 12 16,23 0-7-16,8-2 2 0,0 2-1 15,-2 0 0 1,-16 0 3-16,-4 0-6 0,-4 0 3 16,-3 0 0-1,-11 0 0-15,-9 0 0 16,-4 0 3-16,-7 0 2 31,0 0 1-31,0 0 0 0,0 0-2 16,0 0 14-16,0 0-15 15,0 0 0-15,0 0-3 16,0 0 4-16,0 0-8 16,0 0 3-16,0 0-10 15,0 0-5-15,0 0-91 16,0 0-46-16,0 0-20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54:58.75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33864 2839 14 0,'0'42'6'0,"0"-16"14"15,0-2-8-15,0-2-11 16,0-19-2-16</inkml:trace>
  <inkml:trace contextRef="#ctx0" brushRef="#br0" timeOffset="3847.34">28401 4349 367 0,'-7'-4'12'0,"7"2"14"0,0 0 51 15,0 0-18 1,0-2-45-16,0 2 8 0,0 0 14 16,0 0 4-1,0-2 13-15,0 0-22 0,-4 0 20 16,-1-4-12-16,1 4-32 31,-1 0 11-31,3 0 21 0,-3-2-26 16,1 0 10-1,0-2-8-15,-3-2 37 16,3 2-51-16,-4 0 4 0,2 0 10 0,-5-2-8 16,-1-2 3-1,0 0-1-15,-1 2-2 16,-1 2 10-16,1-1-9 16,-3 2-7-16,-2 0 7 15,0 2-5-15,-2-1 0 16,0 2 3-16,0-3-5 15,2 3 8-15,-2-1-9 16,2 0 1-16,-1 4 3 16,0-3-2-16,-1 0 1 0,3 2-1 15,-4-2 0 1,-1 4-2-16,5-3 1 0,-2 3 3 16,4 0-3-16,-1 0-1 15,-3 0 1-15,-2 0 1 31,-1 0-2-31,-1 0 0 16,-1 0 0-16,4 0 2 0,-2 0-2 16,2 7 0-1,0-1 5-15,-1-2-2 16,2 6-3-16,1-5 1 16,0 6-1-16,-6 0 0 15,-1 3 1-15,-2-1-3 16,0 3 4-16,3-4-4 0,4 0 0 15,2 2 2-15,-3 2-4 16,2 2 4-16,1 0 0 16,-2 0-1-16,0 2 5 15,4-2-8-15,-1 2 4 16,-2-2 0-16,4-2 1 16,-1-2-1-1,3-2-1-15,3-1 5 16,-2 0-5-1,3-3 1-15,3 5 0 0,-2-4 3 16,4 1-3-16,-3 2 0 16,3 1-2-16,-2 1 4 15,-2-2-4-15,4 2 2 16,0-3 0-16,-1 4 2 0,3-3-1 16,0 2-1-1,-2-4 0-15,1 2 0 16,1 0 0-16,0 2 0 0,2 0 0 15,0 6 0 1,0 2 1-16,0 0-1 16,0 0 1-16,0-4-1 0,0-2 0 15,0 0 0-15,4 1 0 16,3-6 1-16,-3 2-1 16,3-1 0-16,-3-5 1 15,1 0-3-15,2-2 0 16,-1 1 0-16,1 2 1 15,1-1 1 1,2 0 2-16,1 0 1 16,3 1-6-1,1-1 4-15,-1 2-1 0,1-1 4 16,-2-4 0-16,-1 0-4 16,-2 0 0-16,-1 0 0 15,1 0-2-15,-2 0 2 16,1-2 0-16,-2 0 1 0,2 2-1 15,0 0 0 1,-3 0 0-16,8 0 2 0,-3 0-2 16,-1-4-1-16,7 2-1 15,-1-2 2 1,1 2 0-16,1-2 4 16,2 2-1-1,-4-2-3-15,-1 0 0 16,1 0 1-16,-3 0-2 15,5 0 4-15,-1 0-3 16,1 0 1-16,-1 0 2 0,-2 0 2 16,-2 0-5-1,-2 0 1-15,0 0 3 16,1 0-4-16,-3 0 2 0,4 0 1 16,0 0-4-16,3 0 1 15,0 0 0-15,-1 0 0 16,-4 0 0-16,0 0 0 15,0 0 0-15,-1 0 2 16,0 0-2-16,1 0 0 16,-1 0 0-1,-2 0-2-15,1 0 4 16,0 0-2-16,2 0 0 16,2 0 1-16,-1 0-1 15,-1 0 0-15,0 0 0 16,9 0 0-1,-2-2 0-15,4-2 0 0,-4 4 2 16,-5-2-4-16,1 0 2 16,1 0 0-16,1-2 0 15,-3 0 0-15,-1 0 0 16,-1 2 0-16,0-2 0 0,0 2 0 16,2 0 0-1,1 0 0-15,-1-2 1 16,0 0-1-16,1 0 1 0,-1 0 2 15,3-2-5-15,1 2 2 16,-1 0 0-16,2-1 0 16,-7 4 3-16,2-5-5 15,-3 0 2-15,1-3 0 16,-3 4-2-16,-1-1 2 16,2-2 0-1,-2 2 4-15,4-5-2 16,-2 1-2-16,0 1 6 15,-3-1-2-15,3-3-3 16,1 4-1-16,-2-4 8 16,3-1-8-1,-5-2 1-15,2 0 3 0,1-2-3 16,-5 2 6-16,0 0-3 0,-2 0-3 16,1-2 8-16,0 0-8 15,-3-2 2-15,0-2 5 31,0 0-8-31,0-2 9 0,0 0-8 16,0 0 2-16,0 0 2 16,-3-1 0-1,-6 1-1-15,0 4-2 0,-3 2 5 16,0 2-6 0,-1 4 6-16,-1-2 1 15,-1 2-8-15,1 2 0 16,-4 0 1-16,2 2 1 15,-1 2 0-15,-3-2-2 16,-1 4 0-16,2 0-1 0,-2 0 1 16,1 0 0-16,5 0 0 15,1 2-8-15,3 0-26 16,7 0-27-16,4 2-77 16,0-2-275-16</inkml:trace>
  <inkml:trace contextRef="#ctx0" brushRef="#br0" timeOffset="4833.18">28340 4182 112 0,'0'0'112'0,"0"0"-104"16,-2 0 81-16,2 0-14 15,0 0-34 1,0 0 4-16,0 0 30 0,0 0-6 16,0 0 4-1,-2 0-15-15,2-1-7 16,-2-13-8-16,2-4-1 15,0 0-16-15,0-4 1 16,0-3 0-16,0 0 1 16,0-2-10-16,4 1-13 15,10-2 24-15,-1 2-15 16,3-4 0-16,1-2-5 0,10-8 14 31,4-8-18-31,5 2-4 16,2-1 11-16,-5 9-10 15,1 2 5-15,2 4 1 16,-1-2-6-16,-1 6 7 16,-3 4-8-16,-7 6-1 15,-8 4 9-15,-3 4-8 0,-4 2-1 16,0 2 0 0,-7 4 4-16,0 0-4 15,-2 2 0-15,0-2 2 0,2 2-1 16,-2 0-1-1,0 0 0-15,0 0-4 16,0 0 1-16,0 0-8 0,0 0-23 16,0 0-16-16,-4 4-49 15,-13 8-48-15,-4-2-19 0,10-8-88 16,0-2-88 0</inkml:trace>
  <inkml:trace contextRef="#ctx0" brushRef="#br0" timeOffset="5405.1">28594 3481 367 0,'0'0'160'0,"0"0"-109"15,0 0 54-15,-4-10 9 0,4 6-26 16,0 4-33-16,0-2 5 15,0 2-33-15,0-2-1 16,0 2-2-16,0-4-17 16,12 0 0-1,9 0 0-15,10-2 3 0,-4 2-2 32,2 2-8-32,-2-2 0 0,-4 4 2 15,-4 0 0-15,-3 0-2 16,-5 0 0-16,-2 0 0 15,-2 0 3-15,-5 0-2 16,-2 0 0 0,0 0 16-16,0 0 1 15,0 0-8-15,0 0-9 0,0 0-2 16,0 0 0-16,0 14 1 16,0 12 4-16,0 4-3 15,0 4 3-15,0 4-1 16,0 0-3-16,-2 0 9 15,-2-6-8-15,1-4 1 16,1-3 4 0,-3-6-5-16,3-5-1 15,0-5 0-15,0-5 2 16,2-2-2-16,0-2 0 16,0 2-1-16,0-2-1 15,0 0-6-15,0 0-35 16,0-18-40-16,0-4-84 15,4-5-86-15,0 13 11 0,1 2-35 16</inkml:trace>
  <inkml:trace contextRef="#ctx0" brushRef="#br0" timeOffset="10689.89">29209 3240 234 0,'-4'-6'80'16,"2"2"-67"-16,2 2 24 15,0 0 58-15,0 0-19 16,0 0-35-16,0 0-20 16,0-2 23-1,0 2-5-15,0 0 46 16,0 0-55-16,0 0 3 15,0 2 12-15,0 0-12 16,0-2-3-16,0 0-16 16,0 0-3-16,0 2 12 15,0-2-7-15,0 2 4 0,0 0-1 16,0 0-12-16,0 0 6 16,0 0-9-16,0 0-3 15,0 0-1-15,0 0 0 16,11 12 0-16,0 10 7 15,7 4-2 1,4 6 1-16,0 3-4 0,8 12 5 31,1 6-4-31,-2-3-3 16,-2-4 0-16,-8-12 2 16,-5-6-2-16,-3-4 0 15,-3-2 0-15,0-8 4 16,-4-2-3-16,-2-3-1 15,3-6 0-15,-3 1 1 16,0-4 0-16,-2 0-1 0,0 0 13 16,0 0 0-16,0 0 12 15,0 0 3-15,0 0-7 16,2 0 12-16,6-18-9 16,0-20 3-16,3-6-14 15,1-8-9-15,-2-4 2 16,1-2 1-16,-1-4-5 0,-4 4 8 15,-1 3-9-15,-3 5 1 16,-2 12 3-16,2 6-4 16,-2 6 4-16,0 6-1 15,0 6 2 1,0 6-6-16,0 3 0 0,0 4-2 31,0 1 2-31,0 0 0 16,0 0-6-16,0 0-8 15,0 0 3-15,0 0-18 16,2 10-5-16,2 6 15 16,-1 6-24-16,-1 4-16 15,-2-2-70-15,0-16-130 0,0 0-64 16</inkml:trace>
  <inkml:trace contextRef="#ctx0" brushRef="#br0" timeOffset="11286.87">29753 3377 171 0,'7'0'113'16,"-5"0"-83"-16,-2 0-19 15,0 0 114-15,0 0-11 0,0 0-34 16,0 0-6-16,0 0-5 16,0 0-4-16,0 0 17 15,0 0-31-15,0 0 1 31,0 0-14-31,0 0 12 16,0 0-46-16,0 0 4 16,0 0-8-16,0 22-1 15,0 20 0-15,0 12 2 16,2 4-1-16,5-14 4 16,2-2-2-16,2-6-2 15,-2-9 0-15,2-4 0 0,-4-9-2 16,-3-5 2-16,0-4 0 15,-1-2 1-15,2-3 2 16,-5 0-4-16,0 0 1 16,0 0 4-16,0 0-4 15,0-17-20-15,0-13-60 16,0 1-16-16,-5-3-27 0,-2 1-3 16,0 5-26-16,3 2-11 15,-2 2 48-15,1 4 51 16,0 0 32-16,3 2-15 15,2 16-53-15</inkml:trace>
  <inkml:trace contextRef="#ctx0" brushRef="#br0" timeOffset="12295.92">29722 3429 284 0,'-7'0'76'0,"3"0"-54"0,2 0 97 16,0 0-14-16,2-2-36 15,0 0-3-15,0 2-6 16,0 0-10-1,0-2 0-15,0 0-27 16,0-2-13-16,15 0-3 16,14-2 2-1,11-1 9-15,7 3 6 16,1 3-4-16,2 1-7 0,-6 0 5 16,-1 0-16-1,-10 18-2-15,-12 4-4 0,-8 2 2 16,-13 0 2-16,0 2 7 15,-7 0-4-15,-22 0 6 16,-2 2-3-16,-2-6-2 16,-1-2 3-16,5-3-7 15,0-3 4-15,4-5 0 16,5 0-4 0,7-4 1-16,2-2 2 15,6 0-4-15,1-3 1 16,4 0 0-1,0 0-1-15,0 0 1 0,0 0-6 16,0 0-20-16,0-11-67 16,2 4-148-16,0 0-187 15</inkml:trace>
  <inkml:trace contextRef="#ctx0" brushRef="#br0" timeOffset="12897.91">30306 3405 374 0,'0'0'36'15,"0"0"128"-15,6-27-52 16,-6 26-34-16,0-3-19 16,0 0 6-1,0 2-7-15,-13 2-25 0,-9 0-3 16,-3 0-7-16,-2 0-20 16,-2 4 14-16,5 7 2 15,2-1-12-15,9 3 7 0,1-1-8 16,8 0-1-16,4 2-5 15,0 0-6 1,0 0 4-16,0-4-11 0,18 0 13 16,4 0-4-16,7-4 4 15,14 4 6 1,-2-2-5 0,-1 0 2-16,-1 4-3 15,-15-2-4-15,-6 4 2 16,-7 0-3-16,-7 2-2 15,-4 0 2-15,0 0 5 0,0 2 2 16,-26 0 1 0,-13 0 1-16,-7-5 12 15,-1-8-11-15,3-1 29 0,8-4-12 16,7 0-3-16,9 0-10 16,7 0-5-16,9-9-4 15,4-5-5-15,0-1-35 16,10-3-74-16,6 12-123 15,-5 0-171 1</inkml:trace>
  <inkml:trace contextRef="#ctx0" brushRef="#br0" timeOffset="13651.15">30542 3417 459 0,'0'0'168'0,"0"0"-161"0,0 0 16 16,4-57 103-16,-4 56-43 15,0-2-47-15,0 3-7 16,0 0 2-16,-8 0-11 16,-10 0-12-1,-5 3-8-15,1 15 5 0,0 4-5 16,2 4 4-16,7 4-4 15,3 12 0-15,10-2 0 16,0-2 0-16,0-4-2 16,10-22 0-16,5-2-5 15,3-4 2-15,-1-6 5 16,1 0 6 0,3-8 13-16,-2-20-5 15,2 0 7-15,-8-4-2 16,-2 4-8-16,-4 6 3 15,-5 4-3-15,0 10 8 16,-2 4-3-16,0 4 10 16,0 0-18-1,0 14-8-15,0 22-11 0,2 8 10 16,10-8 2-16,3-6-1 0,1-10 0 16,1-8-1-16,2-6 1 15,0-6-7-15,6 0 7 16,2-26 0-16,0-18 0 15,-3-6-22 1,-4-6-53 0,-6 2-227-16,-8-2 146 15,-4-3-17-15,-2 1 57 16,0-4 53-16,-6 12 63 16,-12 12 113-16,2 18 128 15,14 14-74-15,0 6-32 16,2 0-32-16,0 16-66 15,0 22-37-15,0 14 0 0,11 8 3 16,7 7 11-16,-1 1-3 16,4-2-4-16,0 2 4 15,0-2 1-15,1-10-2 16,-4-9-8-16,-2-14-2 16,-3-8 0-1,-2-11 0-15,-4-10-2 16,-7-4-46-16,0 0-113 15,0-21-38-15,-13 2-263 16</inkml:trace>
  <inkml:trace contextRef="#ctx0" brushRef="#br0" timeOffset="13794.84">30767 3445 850 0,'0'0'38'15,"0"0"57"-15,0-31-29 0,58 24-21 16,9 0-9-1,9 2-25-15,-5-1-10 16,-27 2-1-16,-42 1-94 0,-2-1-376 16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58:21.32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1352 9842 257 0,'0'-13'0'15,"0"2"-33"-15,0-1 33 16,0-2 26-16,0-3 2 15,0 3 14-15,0 2 5 16,0 0 30-16,0 2 4 0,0-2-16 16,0 0-37-16,0 2 40 15,-2-2-30-15,0 4 8 16,2 0 14-16,-2 4 33 16,2 4-31-1,-3 0-8-15,1 0-16 16,-1 2-27-16,-1 28-11 0,2 10-1 0,-1 10 1 15,3 9 29-15,0 5-19 16,0 12 3-16,0 12 3 16,0 9-7-16,0-6 9 15,0-10-18 1,0-13 13-16,0-16-13 16,0-8 9-1,0-10-5-15,0-2 3 16,0-8 2-16,0-7-9 15,0-5 3-15,0-10-4 16,0 0 1-16,0-2-17 16,0 0-39-16,0 0-71 15,0 0-99-15,0 0-162 16</inkml:trace>
  <inkml:trace contextRef="#ctx0" brushRef="#br0" timeOffset="278.95">1091 10668 456 0,'0'0'381'16,"0"0"-343"-16,0 0-32 16,-38 14 77-1,38-14 35-15,0 0-66 16,16 0-28-16,11 0-11 16,13-10 3-16,14-4 18 15,17-4-23-15,6 2 7 16,6-3-16-16,-5 7 18 15,-13 2-20-15,-19 2 1 16,-15 2-2-16,-19 6-3 16,-10 0-4-16,-2 0-24 15,-4 0-21-15,-23 0 6 16,-8 10-28-16,-4-3-126 0,22-6-62 16,3-1-69-1</inkml:trace>
  <inkml:trace contextRef="#ctx0" brushRef="#br0" timeOffset="719.05">1107 9669 783 0,'0'0'126'16,"0"0"-121"-16,0 0 47 16,-11-8 38-1,22 8-80 1,18 0-4-16,15-2 23 16,14-6 10-16,9 0-17 15,5-4-17-15,9 0 19 16,-6 2-21-16,-15 4-3 15,-12 6-10-15,-25 0-67 16,-19 4-54-16,-4 6-189 0,-6 0-320 16</inkml:trace>
  <inkml:trace contextRef="#ctx0" brushRef="#br0" timeOffset="1121.27">1604 10642 552 0,'0'0'108'0,"0"0"51"15,0 0-33-15,0 0-44 16,-15-96-31-16,15 83 7 16,0 8-34-16,0 1 12 15,0 4-1-15,0 0-26 16,0 0 9 0,0 4-18-16,0 23-13 15,0 11 9-15,0 9 4 16,6 3 4-16,0-2 0 0,1-6-1 15,-3-4 1 1,-4-10-4-16,0-8-11 16,0-6-19-16,0-9-27 15,0-5-44-15,0 0-84 16,0-9-82-16</inkml:trace>
  <inkml:trace contextRef="#ctx0" brushRef="#br0" timeOffset="1422.08">1546 10531 881 0,'0'0'152'16,"0"0"-142"-16,0 0 1 0,0 0 12 15,0 0-16-15,145 4 0 16,-85 40 3 15,-10 9-10-31,-13 5-5 0,-15 2-5 0,-22-16-2 0,0-4 8 31,-20-4-7-31,-19-2 11 16,-5-8 6-16,-5-6 8 0,3-8 8 16,6-10-13-16,7-2 2 15,10 0 2 1,14-14-13-16,9-8-160 16,0 2-58-16,15 8-85 15,8 4-108-15</inkml:trace>
  <inkml:trace contextRef="#ctx0" brushRef="#br0" timeOffset="4417.46">2252 10642 211 0,'2'-14'379'16,"-2"5"-379"-16,0 5-62 16,0 0 54-16,0 4-133 15,0 0-88-15</inkml:trace>
  <inkml:trace contextRef="#ctx0" brushRef="#br0" timeOffset="5035.72">2256 10600 492 0,'0'0'80'15,"0"0"-73"-15,0 0 67 16,0 0 20-16,10-18 61 15,-10 14-101-15,0-3 17 16,0 1-37-16,-10 2 5 16,-14 3-17-16,-8 1-19 0,-5 0 6 15,-1 0-9-15,-2 9 1 16,5 5-1-16,6 3 2 16,10-3 6-16,11-2 0 15,6-1-5-15,2 0-6 16,0 1-8-16,2 0 9 31,23 4-7-31,8-2 3 16,5 0-4-16,-1 4-5 15,-3 0 12-15,-1 8-12 16,-8-4-10-16,-12 0 24 16,-6 0-3-16,-7-6-3 15,-2 0 7-15,-29 0-21 16,-17 2 21-16,-7-6 20 0,-4-4-8 15,2-2 27-15,6-6-5 16,13 0-9-16,11 0 3 16,11 0-13-16,12-11-6 15,4-6-20-15,0-1-11 16,31-2-56-16,-8 10-80 31,1-2-139-31</inkml:trace>
  <inkml:trace contextRef="#ctx0" brushRef="#br0" timeOffset="6286.15">2588 9663 283 0,'-20'0'356'15,"-13"12"-347"-15,-3 20-6 16,-1 10 11-16,-3 12 47 0,6 11 9 16,3 11-14-16,9 10 14 15,8 6-18 1,9-3-9-16,5-9-9 0,0-14-30 15,10-14 8-15,14-10-5 16,14-8 1 0,4-12-1-1,-4-5-6-15,5-12 15 16,-10-5-16-16,-1 0-58 16,-24 0-95-16,-6-10-196 15</inkml:trace>
  <inkml:trace contextRef="#ctx0" brushRef="#br0" timeOffset="6704.33">2823 9968 164 0,'0'0'642'0,"0"0"-580"16,0 0-58-16,0 0 28 0,-39-42 42 31,22 42-70-31,-6 4-1 16,-1 14 1-1,-3 2-3-15,10-2 34 0,3 4-21 0,7-2-9 0,7 0-5 16,0 10-4 0,7-2 4-1,17 4 0-15,7 2-3 16,-4-3 3-16,-6 1-17 15,-8-2 11-15,-7-2-8 0,-6-2 1 16,0-2 2-16,0 0 6 16,-2-6 2-16,-15-6 3 15,-1-4 0 1,-5-6 17-16,-3-2 12 0,-3 0-15 16,0 0-8-16,2-12 14 15,7-12-20-15,9-2-9 16,11 4-51-16,0-4-61 15,23 8-47-15,-4 14-135 16</inkml:trace>
  <inkml:trace contextRef="#ctx0" brushRef="#br0" timeOffset="7368.17">3210 10056 45 0,'0'0'478'15,"0"0"-430"1,0 0-21-16,0 0 119 0,-9-66-29 0,-22 66-96 16,-7 2 10-16,-5 22-3 15,2 10-15-15,5 14 8 16,3 7 0-16,8 3-10 16,9-8 23-16,7-6-34 15,7-12 3 1,2-12 2-1,0-8-4-15,0-6 6 16,4-6 2-16,13 0 30 0,9-16-23 16,0-18-2-1,3-8-14-15,-4 2-4 16,-11 14-5-16,-8 9-7 16,-3 13 12-16,-3 4-1 15,0 0 6-15,0 7-2 0,0 23-4 0,0 10-8 16,0 0 13-16,2-2 11 15,11-10-10 1,3-10 10-16,-1-10-11 16,1-8 11-16,-3 0-11 15,7-12 29 1,5-30-12-16,0-15-16 16,-2-12 9-16,-9 8-10 15,-1-1-9-15,-6 0 2 16,-7 6-25-16,0 4 10 15,0 12-15-15,-2 12 8 16,-9 14 29-16,2 10 18 16,5 4 28-1,2 0-4-15,-1 12-32 0,0 20-22 0,1 16 12 16,2 8 1-16,0 32 0 16,0 5-1-1,14-7 0-15,-1-6 7 16,-6-34-10-16,-2-14 3 15,-3-8 0-15,0-10 5 0,-2-6-5 16,0-6-24-16,0-2-43 0,0 0-139 31,-2-10-81-31</inkml:trace>
  <inkml:trace contextRef="#ctx0" brushRef="#br0" timeOffset="7530.13">3110 10200 787 0,'0'0'270'0,"0"0"-243"16,-11-32-18-16,37 28 44 16,15 2-28-16,5-2-3 15,1 0-22-15,-9 4 0 16,-5-1-7-16,-8-2-46 16,-25 3-88-1,0-1-106-15</inkml:trace>
  <inkml:trace contextRef="#ctx0" brushRef="#br0" timeOffset="7863.8">3232 9713 113 0,'0'0'459'15,"0"0"-363"-15,0 0-49 16,0 0 65-1,0 0 28-15,13-36-130 16,21 58 15-16,9 8-21 0,21 24 8 16,5 13-12-1,3 13 0-15,-5 18 3 0,-23-4-1 16,-11 6-2-16,-12 1 10 16,-17-5-8-16,-4-10 13 15,-4-5-15-15,-32-16 1 16,-5-14-1-16,-1-13 8 15,0-12 6-15,7-12-3 16,0-12-40 0,27-2-221-16,1-6-490 15</inkml:trace>
  <inkml:trace contextRef="#ctx0" brushRef="#br0" timeOffset="9400.14">4043 10124 577 0,'-21'-6'193'15,"11"5"-170"1,6-2-21-16,1 3 146 15,1 0-86-15,2 0-21 16,0 0-10-16,0 0 9 16,0-2-7-16,0-2-8 15,0 4 6-15,0 0-31 0,19-2 3 32,35-6 5-32,23-4 10 0,8 0-10 15,6 0-7-15,-22 10 4 16,-11 2-5-16,-7-2-3 15,-13 2 3 1,-9 0-16 0,-14 0 2-16,-8 0-3 15,-7 0 4-15,0 0-32 16,-15 16-11-16,-6-8-24 16,-3 2-421-16</inkml:trace>
  <inkml:trace contextRef="#ctx0" brushRef="#br0" timeOffset="9639.62">4079 10371 661 0,'0'0'70'16,"-20"16"-69"-16,20-16 127 16,0 0 25-16,0 0-77 15,9 0-22 1,22 0-31-16,14-4 12 15,28-12-16 1,3 0-2-16,-2 2-17 0,-3 4 2 16,-26 10-5-1,-10 0-12-15,-1 0-52 16,-34 0-83-16,0 0-426 16</inkml:trace>
  <inkml:trace contextRef="#ctx0" brushRef="#br0" timeOffset="10343.11">4855 10463 295 0,'0'0'371'0,"0"0"-355"0,0 6 129 15,0-6-36 1,6 0-19-16,5-18-49 0,1-14-35 16,1-6 9-16,-2-8 13 15,5-10 7 1,8-30-17-16,0-11 13 15,3-5-31-15,-2-5 0 0,-15 26 0 32,0 6 3-17,-6 19-5-15,1 16 4 0,-5 20-4 16,0 14 2-16,0 6 0 16,0 4-4-1,0 42-5-15,0 14 6 0,0 18-2 16,0-7 10-16,0 1-5 15,0 0 0-15,14-8 0 16,-1-14 3-16,-3-20-4 16,-2-18 1-16,-4-12 0 15,5 0 10 1,4-22-5-16,7-18 8 16,5-10 12-16,-1-4-17 0,-4 2-8 15,0-12 1-15,-5 7-1 16,-5 9 1-16,-6 16-1 15,-4 25 3-15,0 4 2 16,0 3 16 0,0 14-2-16,0 29-26 15,0 8 6 1,0 8 1-16,0-9 2 16,0-2 2-16,9-2-5 15,7-4 2-15,-1-6-2 16,-3-8-13-16,-1-6-19 15,4-10-27 1,1-12-74-16,-10 0-164 0,-1-9-138 16</inkml:trace>
  <inkml:trace contextRef="#ctx0" brushRef="#br0" timeOffset="10721.64">5464 9910 960 0,'4'0'46'16,"-4"6"-42"-16,0 30-4 16,0 20 5-16,2 0 10 15,4-2-14-15,-1-12 1 16,-3-21 6-16,0-12 9 16,0-9 22-16,-2 0-14 15,7 0-10-15,2-22 18 0,2-14 12 16,2-8-19-16,-1 0-17 15,1 2-7-15,-4 10 4 16,0 8-2-16,-3 12-7 16,-4 10 3-16,-2 2 0 15,7 0-1-15,3 30-14 16,2 10 15-16,5 8-1 16,-2-10 3-16,1-8 4 0,-3-4-6 31,0-6-23-16,1-12-82-15,-6-8-33 16,-6 0-128-16,-2-4-192 16</inkml:trace>
  <inkml:trace contextRef="#ctx0" brushRef="#br0" timeOffset="11308.55">5946 9463 621 0,'0'0'169'0,"0"0"-169"15,-2-46 0-15,-13 46 86 16,-6 0-17-16,1 23-41 16,-5 18-16-16,4 11 20 15,-2 32-12-15,7 8-8 16,10 5 0-16,6 1-12 15,0-26 1 1,14-8 0-16,9-8 3 16,12-16-3-1,-4-18 5-15,7-20-6 16,3-2 5-16,-3-29-2 16,3-20 18-16,-8-5-17 15,-6-2-4-15,-7 2-1 16,-13 5-2-16,-7 12 2 0,0 12 1 15,-12 18 13 1,-10 7 36-16,-4 7-24 16,8 29-23-16,5 13 4 15,7 1-6-15,6 2 0 16,6-10 4-16,17-14-4 31,8-16 0-31,-1-12 11 16,5-10-8-16,4-28 20 15,-2-8-5-15,-10-4 4 16,-12 0-21-16,-10 0 3 16,-5-3-1-16,-18 16 3 15,-25 10-10-15,-7 19 4 16,3 8-10-16,0 24 10 0,6 14-16 16,24 21-30-1,17-33-294-15,0-2 1 16</inkml:trace>
  <inkml:trace contextRef="#ctx0" brushRef="#br0" timeOffset="11725.2">6626 9663 631 0,'16'-44'122'15,"-16"38"-35"1,0 6 189-16,-16 0-242 15,-11 36-33 1,-4 14-2 0,-3 11 3-16,3 3 3 15,2-2-4-15,6-4 1 16,4-12 0-16,7-10-2 16,10-12 0-16,2-14-10 15,0-10-20-15,0-2-52 16,5-32-28-16,11-10 48 0,-6-6-103 15,-2-15 24 1,-4 6-43-16,-2 6 184 16,-2 13 27-16,0 26 92 15,0 10 68-15,0 4 7 16,2 0-9-16,3 12-95 16,1 23-83-1,10 10-4-15,18 22 11 16,3 1 7-1,3 0-19-15,1-2 2 16,-20-24-4-16,-2-4-1 0,-19-36-46 16,0-2-95-1</inkml:trace>
  <inkml:trace contextRef="#ctx0" brushRef="#br0" timeOffset="12580.2">5026 10415 552 0,'-9'-2'75'0,"5"2"-54"0,2-2 83 16,2 2 14-16,0 0-59 15,0-2-22-15,0 2-2 16,0 0 2-16,0 0 14 15,8 0-22 1,26 0-2-16,15-2-17 16,22-2 12-1,14-4-8-15,17-6-10 16,21 0 15 0,10-2-14-16,10-2 5 0,13 2-6 15,0 4-4-15,24-2 0 16,-15 6 3-1,-24 1-9-15,-29 2 6 16,-60 5 0-16,-18 0-2 0,-20 0 3 16,-12 0-2-1,-2 0-2-15,0-2 16 16,0 0 1-16,0 2-8 16,0 0 7-16,0 0-13 15,0 0-4-15,0 0-77 16,-5 0-26-16,-6 0-162 0,-9 0-229 15</inkml:trace>
  <inkml:trace contextRef="#ctx0" brushRef="#br0" timeOffset="13198.83">5761 10674 577 0,'0'-16'246'16,"0"0"-221"-16,16-2-11 16,10-1 118-16,3 7-75 15,10 2-41-15,-2 5 7 16,1 5-13-1,-11 0-5-15,-9 19-7 16,-9 16 1-16,-9 5-18 0,0 4 19 16,-12 4 2-16,-23 4-1 15,-7-4 6-15,-10-2-4 16,-1-3 16-16,-7-3 11 16,15-10-3-16,12-9 17 15,14-10-19-15,17-9-15 16,2-2 14-1,0 0-22 1,2 0-4-16,33 0 2 16,13 0 17-16,19-10-15 15,5 0 2-15,14-4-2 16,7-1 4-16,2 4-12 16,-18 0 14-16,-21 4-18 15,-24 3-23-15,-32 4-75 16,-17 0-140-16,-25 0-397 15</inkml:trace>
  <inkml:trace contextRef="#ctx0" brushRef="#br0" timeOffset="24325.48">7390 10451 326 0,'0'0'42'0,"0"0"-38"15,0 0-4 1,0 0 24-16,0 0-23 0,0 0 3 16,0 0 1-16,0 0 2 15,0 0 15-15,0 0 2 16,0 0 14-16,0 0 23 15,0 0-13-15,0 0-1 0,0 0-2 16,0 0 4 0,0 0-1-16,0 0-1 0,0-2-25 15,0 0 0-15,0-2 13 16,4-2-19 0,-4-6-10-16,3 0 18 15,-1 2-12 1,-2 2-11-16,4 2 20 15,-2 0-5-15,1 0-5 16,-3 4-4-16,0 2-2 16,0 0 17-16,0 0-3 15,0 0-4-15,0 0 3 16,2 0-16-16,-2 0 2 16,0 0-4-16,3 16 0 0,-3 12 8 15,2 18-2 1,0 6 10-16,2 5-15 0,1 1-1 15,-1-12 0-15,-2 2 1 16,0-4 3-16,0-4-4 16,1-4 0-16,0-8 1 15,-1-3-1 1,-2-10 0-16,0-4 0 16,0-4 1-16,0-3 11 15,2-4-11-15,-2 3 4 16,0-3-3-16,0 0-1 15,0 0 0 1,0 0 1-16,0 0 9 16,0 0-11-16,0 0 0 0,0 0 7 15,0 0-5-15,0 0-3 0,0 0 1 16,0 0 0-16,0 0 1 16,0 0-1-16,0 0 0 15,0 0 0 1,0 0 2-16,0 0-3 15,0 0 1 1,0 0 2-16,0 0-2 16,0 0 0-16,0 0-1 15,0 0 2-15,0 0-2 16,0 0-1-16,0 0 2 16,0 0-2-16,0 0 2 15,0 0 0-15,0 0-5 16,0 0 5-16,0 0 0 0,0 0 0 15,0 0 0-15,0 0-6 16,0 0 6-16,0 0-2 16,0 0 3-16,0 0-2 15,0 0 1 1,0 0 0-16,0 0 1 0,0 0-1 16,0 0 0-16,0 0 0 0,0 0 2 15,0 0-2-15,0 0 0 16,0 0 0-16,0 0 4 15,0 0-4-15,0 0 0 16,0 0 6 0,0 0-2-16,0 0 6 0,0 1-7 31,0-1 17-31,0 0-13 0,0 0 6 16,0 0 11-1,0 0-12-15,0 0 10 16,0 0-9-16,0 0-6 15,0 0 14-15,0 0-17 16,2 0 0-16,0 0 0 16,3 0-3-16,5 0-2 0,11 0-2 15,6 0 3-15,6 0 9 16,5 0-4-16,5 0-3 16,1 0 3-16,7 0-5 15,16 0 0 1,0 0 0-16,-1-4 0 0,-10-6 2 15,-29 5-2 1,-14 2 1-16,-11-1 6 16,-2 4-5-16,0 0-1 15,0 0 9-15,0 0 28 16,0 0-26-16,0 0-11 16,0 0-1-16,0 0-5 15,0 0-32-15,0 0-28 16,-6 0 10-16,-14 11-44 0,8-10-183 15,0-1-215 1</inkml:trace>
  <inkml:trace contextRef="#ctx0" brushRef="#br0" timeOffset="25799.76">8604 10176 506 0,'0'-5'115'31,"0"2"-104"-31,0 3 43 0,2 0 73 16,1 0-60-1,-3 0-47-15,0 0 4 0,0 0-8 16,0 0 2-16,0 0 5 16,0 10-12-1,-16 16 36-15,-6 6-26 16,-7 11 11-16,3 9-6 0,-9 32-9 16,4 11-2-16,10 5-11 15,2 2 6-15,19-24-10 16,0-4 2-16,0-10 5 15,14-9-7-15,10-12 0 16,1-10 0-16,4-3 1 16,2-8 6-1,-4-8-7-15,2-4 6 16,-4-6 15-16,-4-4 10 16,2 0-18-16,-3 0 2 15,-7 0 6-15,-3 0-16 16,-6 0 3-16,-2 0 18 15,-2 0-18-15,0 0-2 16,0 0-6-16,0 0 4 0,0 0-8 16,0 0 4-16,0 0 0 15,0 0-5-15,0 0 5 16,0 0-11-16,0 0-20 16,0 0-26-1,-4 0-251-15,-6 0-158 16</inkml:trace>
  <inkml:trace contextRef="#ctx0" brushRef="#br0" timeOffset="31479.03">8840 10379 365 0,'-2'-8'87'0,"2"6"-78"16,0 0 8-16,0 2 92 31,0 0-44-31,0 0-47 16,0-2-16-16,0 2 12 15,-2 0-3-15,0 0 14 16,2 0 10-16,0 0-13 16,-2 0 0-16,0 0-18 0,-3 14 22 15,0 8-5-15,1 4-1 16,-3 6 7-16,-1 19-14 16,-2-1 17-1,1 0-19-15,3-6-7 16,2-20 7-16,1-8-5 0,3-6 5 15,0-6 19-15,0-2-13 16,0 0 10-16,0-2-5 0,0 0-2 16,0 0 8-1,0 0-7-15,0 0 7 16,0-16 9-16,0-8-26 16,5-4-10-16,-1-2 1 15,3-9 6 1,-3 10-8-16,-2 2 0 15,1 7 0-15,-1 14 3 0,-2 2-6 16,0 2 3-16,0 2 0 16,0 0-1-16,0 0 1 15,0 0-4-15,0 0 4 16,0 0-11-16,0 6 10 16,0 16-12-16,0 6 12 15,0 4 1-15,0 4 0 16,0-1 0-16,5 13 4 15,-3 0-6 1,4-4 2-16,-1 2 0 16,-1-16 2-16,0-4-2 0,-1-4 0 31,-1-6-1-31,-2-2 5 16,0-4-5-16,0-2 1 0,0-2 0 15,0 1-2-15,0-2 2 16,0-2 0-16,0-2-1 15,0 4 0 1,-9-4 1-16,-6 3 0 0,-6-1 5 16,-1-2-3-16,5-1-2 15,6 0 3-15,5 0 3 16,6 0-4-16,0 0-2 16,0 0 1-16,0 0 6 0,0 0-6 15,0 0-1-15,0 0 0 16,0 0-5-16,10 0 5 15,3 0-4-15,10-4 7 16,3-1-2-16,3 0-1 16,3 0 4-16,1 2-1 15,-6 2 2-15,-3 1-5 16,-8 0 0 0,-10 0 1-16,-6 0-1 0,0 0-2 15,0 0 0 1,0 0-21-1,0 0 1-15,0 0-38 0,0 0-60 16,0 0-58-16,0 0-88 16,0-4-81-1</inkml:trace>
  <inkml:trace contextRef="#ctx0" brushRef="#br0" timeOffset="31932.86">9088 10720 381 0,'-9'0'171'15,"5"0"-147"-15,-2 0 31 16,4 0 67-16,2 0-32 16,0 0-26-16,0 0-29 0,0 0 20 15,0 0-19-15,0 0-21 16,0 0-3-16,0 0-9 16,14 0-3-16,11 0 15 15,6-2 3 1,5-4-4-16,1 2-7 0,5-2 7 15,-5 2-12-15,-6 2-1 32,-14 0-1-32,-13 2 4 0,-4 0-8 0,0 0 4 15,0 0 0-15,0 0-5 16,0 0 1-16,0 0-20 0,-10 2-32 16,-6 4-59-1,9-6-84 1,1 0-161-16</inkml:trace>
  <inkml:trace contextRef="#ctx0" brushRef="#br0" timeOffset="33252.53">9779 10269 494 0,'0'-18'146'15,"0"16"-145"-15,0 0 9 0,0-1 118 16,0 2-37-16,0 1-40 0,0 0-21 16,0 0-5-16,0 0 2 15,0 0-21 1,0 11-6-16,-3 20 6 15,-12 9 25-15,-6 8-16 16,2 2-9-16,-6 8 4 16,9-8-7-16,1-12-3 0,6-7 1 15,9-21 2-15,0-6 15 16,0-4-14-16,0 0 4 16,0 0 11-16,0 0-12 15,0-14 11-15,0-8 3 16,9-6-10-16,4-3 0 31,3-3-11-31,-1-2 4 0,1-2-3 16,-1-2-1-16,1 2 0 15,-3-2 0 1,-1 9 1-16,-5 8-1 16,-5 9 0-16,-2 7 14 15,0 6-13-15,0 1 3 0,2 0-4 16,-2 0 3-16,2 0-9 0,0 9 3 15,3 16-10-15,4 11 11 16,2 2 4 0,4 0-1-16,1 0-1 15,1-2 5-15,4-4-5 16,-5-4 0-16,-1 3-3 31,3-8 6-31,-7 1-6 0,5-7 3 16,-7-8 0-16,-3-2-6 15,-2-4 6-15,-1 0 0 16,-3-2-3-16,0 2 3 16,0-2-1-16,-3 2-5 15,-23 1-3-15,-16-1 9 16,-12 4 2-16,-8-3 11 0,-5-2-7 16,2 0 8-16,7 2-9 15,7-4-4 1,17 0 12-16,17 0-13 0,13 0 0 15,4 0-3-15,26 0-13 16,32-16-7-16,18 2-36 16,9 0-20-16,-50 7-57 0,-6 3-213 15</inkml:trace>
  <inkml:trace contextRef="#ctx0" brushRef="#br0" timeOffset="33969.18">10255 10144 478 0,'0'0'122'0,"7"-22"-119"15,-5 17 130-15,-2 0-30 16,0 5-29 0,0 0-5-16,0 0-23 0,0 0-17 15,0 0 8 1,0 14-22-16,0 13-9 0,0 5 10 31,0 0 1-31,0 5 6 0,0 2-17 16,0 1 0-16,0 0 6 15,0 2-9 1,6-2 0-16,2-4-1 16,-2-6 2-16,3-4-1 15,-3-9-3-15,-2-6 7 16,0-4-3-16,-4-7-2 0,0 1 1 16,0-1-2-16,0 0 20 15,0 0-9-15,0 0 6 16,0 0 1-16,2 0-18 15,-2 0 9-15,0 0-7 16,0 0-2-16,0 0 9 16,0 0-7-16,0 0 0 0,0 0 1 15,0 0-4-15,0 0 0 16,7 0 0 0,5 0-6-16,11 0 6 15,8-5 0-15,3-4-1 16,5 0 2-16,2 0-4 0,-1 1 3 31,-7 4 0-31,-4 2-2 0,-6 0 2 16,-8 2 0-16,-8 0 0 15,-4 0 2 1,-3 0-5-16,0 0-1 16,0 0-1-16,0 0 5 15,0 0-3-15,0 0-6 16,0 0-39-16,-14 11-14 0,-9 3-43 15,10-13-167-15,0 2-173 16</inkml:trace>
  <inkml:trace contextRef="#ctx0" brushRef="#br0" timeOffset="35025.44">9680 10782 11 0,'0'2'26'0,"0"0"3"16,0-2 58-16,0 2-31 0,0-2-25 16,-2 2-12-16,0 0 7 15,-3 0 21 1,1-2 2-16,4 2 20 0,-4 0-43 16,0 0 40-16,1-2-5 15,0 0-2 1,1 0 5-16,2 2-20 0,0-2-11 15,0 0 8-15,0 0-8 16,0 0 8-16,0 0-5 16,0 0 6-1,0 0-3-15,0 0-13 16,0 0-2-16,0 0 3 16,2 0-19-16,16 0 7 15,12 0 8-15,9 0 2 16,13 0-22-16,8 0 0 15,27-8-3 1,7-2 5-16,1 2-9 0,3 0 4 16,-17 4 0-16,-2 0 1 0,-4 2-1 15,-15 0 0-15,-10-2-1 16,-12 0 5-16,-11 2-6 16,-11 0 2-16,-10 2 0 15,-3-2 2 1,-3 2 1-16,0 0 13 0,0 0-9 15,0 0 0-15,0 0-7 32,0 0-5-32,0 0 2 0,0 0-14 0,0 0-24 31,0 0-16-31,0 0-55 16,0 0-64-16,0 0-20 15,-13 0-81-15</inkml:trace>
  <inkml:trace contextRef="#ctx0" brushRef="#br0" timeOffset="35789.07">10054 10954 440 0,'0'0'171'16,"6"-14"-134"-16,-2 13 28 15,-2 1 86-15,-2 0-81 16,2 0-41-16,-2 0 2 0,0 0-6 16,0 0-3-16,0 0 13 15,0 0-21-15,0 0 4 16,2 7 8-16,1 11 14 16,-1 8-33-16,-2 5-2 15,0 13-1 1,0 0 1-16,0-2-3 15,0-8-2 1,0-14 0-16,0-8 2 0,0-4 0 16,0-6-2-16,0-2 8 15,0 0-5-15,0 0 4 16,0 0-5-16,0 0-1 16,0 0 15-1,0 0-12-15,0 0 19 0,0 0-21 16,0 0 12-16,0 0-14 15,0 0 2-15,10 0 0 16,9 0-2-16,8-8 0 16,2 2-1-16,10-2 5 15,9 0-8-15,2 0 4 16,4 0 0-16,-7 0 0 0,-7 4 1 16,-11 2-1-16,-14 0 1 15,-10 2 4-15,-2 0-6 16,-3 0 1-16,0 0 19 15,0 0-10-15,0 0-2 16,0 0-7 0,0 0-2-16,0 0-2 15,0 0-27-15,-3 0-18 16,-10 0-16-16,0 0-112 16,5 0-108-16,2 0-129 15</inkml:trace>
  <inkml:trace contextRef="#ctx0" brushRef="#br0" timeOffset="37374.07">10781 10138 343 0,'-2'-12'74'15,"2"10"-63"-15,0-2 43 0,0 1 35 16,0 3-36-16,0-3 7 16,0 1-3-1,0 2 77-15,0 0-73 0,0 0-2 16,0 0-22-16,0 0-10 15,0 0 9-15,0 0-13 16,0 0-1-16,0 0-9 16,0 0-7-16,0 0 14 15,0 0-10-15,0 0 1 16,0 2 11 0,9 16-14-16,7 6 9 15,-1 5-10-15,3 4-6 16,7 7 12-16,-4 1-13 15,4 9 4-15,2 4-2 16,-2 8-2-16,-1 28 0 16,-4 5 0-16,-6 3 2 15,-8-2-2-15,-6-19 0 16,0-8 2-16,-25-8 0 0,-6-7-4 16,-4-14-1-16,1-8 3 15,5-12 21-15,13-10-20 16,8-6 0-16,8-4 11 15,0 0-12 1,0 0-34 0,0-10-32-16,0-4-68 0,0-4-354 15</inkml:trace>
  <inkml:trace contextRef="#ctx0" brushRef="#br0" timeOffset="45293.92">7566 9924 633 0,'-4'-8'58'0,"4"6"-51"16,0 2 57-16,0-2 6 15,0-2-34-15,13 2-2 16,7 0 25-16,0 2-19 15,-2 0 8-15,7 0-17 16,2 0-4 0,4 0 5-16,11 0-19 15,9 0 1-15,10 0-1 16,9-3-9-16,8 0 8 16,5-5-12-16,6 0 4 15,2 0 2-15,11-2-6 16,12 2 0-16,9-5 3 15,46-2-5-15,7-2 2 0,5-1 0 16,4 0 6-16,-36 6-6 16,5-2 0-16,-5 0 3 15,-5 4-3-15,-11 2 3 16,-13 2-3-16,-18 0 0 16,-13 2-3-16,-15 0 3 15,-21 0 0 1,-19 2 0-1,-14 0 1-15,-16 2-1 0,-4-2 0 16,0 0 0-16,0-2 8 16,-6 0-8-1,-8 0 0-15,-1 2-5 0,-1 2-1 16,1 0-32 0,-8 0-46-16,-4 0-49 0,14 0-100 0,-1 0-140 15</inkml:trace>
  <inkml:trace contextRef="#ctx0" brushRef="#br0" timeOffset="46970.95">8809 9096 442 0,'-11'-6'63'16,"11"-1"-57"-16,0 3 60 16,0 4 69-16,0 0-63 0,0 0-8 15,0 0-45-15,0 0 12 16,0 0 0-16,0 0-13 15,0 0 25-15,0 0-24 16,0 0-4-16,0 0 7 16,0 4-21-16,7 17 2 31,8 11 0-31,1 6 61 0,-1 8-63 16,1 2 3-1,-1 2-2-15,-1 8 4 16,-1-6-6-16,-3-9 0 15,-4-11 0-15,-1-18 0 16,-3-8 0-16,0-3 0 16,0-3 11-16,-2 0-10 0,2 0 26 15,0 0-7-15,1 0-10 16,4 0 23-16,0-11-25 16,-1-7 11-16,5-7 5 15,-2-3-20-15,2-6-4 16,0-6 0-16,3-10 1 31,-3 4 1-31,3 4-2 0,-6 12 0 16,-1 16 7-16,-3 6-11 15,-2 6 4-15,0 2 0 16,-2 0-3-16,0 0 3 16,0 0-1-16,8 6 1 15,0 18-20-15,7 12 20 16,6 4-5-16,-1 4 9 0,0 2-2 15,2 1-2-15,1 0 0 16,6 6 6 0,0-9-15-16,-4-8 6 15,-6-10 3-15,-13-18 1 0,0-8 0 16,-2 0-1 0,-2 0 2-1,0 0 4-15,5-12 3 0,-3-14-6 16,3-10 6-16,0-4 16 15,0-9-15 1,1-2 3-16,-1-7 0 16,2-3-13-16,-4 1 0 15,-1 4 0-15,0 10 2 16,-2 14 4-16,0 14 6 0,1 7 15 16,-3 11-27-16,0 0 2 15,0 0-2-15,0 0-16 16,0 9 3-16,0 14-55 15,0 12-10-15,0-5-36 16,0-18-231-16,0-8-364 16</inkml:trace>
  <inkml:trace contextRef="#ctx0" brushRef="#br0" timeOffset="49657.65">11737 9190 338 0,'14'-6'103'0,"-12"0"-98"16,0 2 17-1,-2 2 34-15,0-1-1 16,2 2 10-16,0-1-7 16,1 0 2-16,-3 0-5 15,0 2-18-15,0 0 18 16,0 0-9-16,0 0-5 16,0 0 14-16,0 0-27 15,0 0-1-15,0 0-21 0,0 0-6 16,0 0 0-16,-23 30 0 15,-12 16 7 1,-7 16-5-16,-6 20 11 16,11 1 12-16,5 11-21 0,6 4 19 15,7-2-23-15,11-3 2 32,8-9 2-32,0-4-4 0,16-10 0 15,17-10-2-15,5-7 9 16,6-13-8-1,1-11 1-15,1-4 17 16,-3-11-15-16,-5-4 6 16,-5-2 7-16,-8-6-13 15,-10 0 15-15,-7-2-17 0,-8 0 5 16,0 0 17-16,0 0-10 16,0 0-1-16,0 0-8 15,0 0 7-15,0 0-14 16,0 0 4-16,0 0-7 15,0 0 0-15,0 0-2 16,0 0-15-16,0 0-15 0,0 0 5 16,0 0-32-16,4 0-12 15,0-4-5-15,3-6-79 16,1-2-64 0,-6 8 13-16,-2 0-45 0</inkml:trace>
  <inkml:trace contextRef="#ctx0" brushRef="#br0" timeOffset="50397.5">11959 9513 499 0,'0'-12'145'16,"0"12"-132"-16,0 0 2 0,0 0 72 15,0 0-37 1,0 6-12-16,0 18-16 0,3 4 19 16,8 10 10-16,4 6-27 15,4 2-3-15,-2 9-2 16,5-4-18-16,-3 2 10 16,-2-3-11-16,1-6 0 15,-5-8 4-15,-1-10 0 16,-3-12-4-1,-3-8 6-15,-2-6 2 16,2 0 3-16,-2 0 10 16,7-24 32-16,0-14-7 15,2-12-18-15,0 0-12 16,1-4-10-16,-1-5 6 16,-4-3-12-16,1 0 0 15,-6 6-1-15,2 8 5 0,-1 14-4 16,-3 7 4-16,0 9 1 15,-2 10 10-15,2 4-15 16,-2 4-5-16,0 0-6 16,0 0-40-16,0 16-57 15,0 23-95 1,0-15-20 0,-2 2-347-16</inkml:trace>
  <inkml:trace contextRef="#ctx0" brushRef="#br0" timeOffset="50745.5">12487 9832 396 0,'0'0'161'15,"0"0"-130"-15,0 0 10 16,58-76 108-16,-55 69-43 15,-3 7-58-15,0 0 0 16,0 0 19 0,-5 0-43-16,-18 11-12 0,-14 16 5 15,-1 7-16-15,3 10 13 16,4 7 5-16,12 1-5 16,11 0-12-16,8-6-4 15,0-6-1 1,4-8 3-16,19-8-9 15,4-10 6-15,-8-9-26 16,4-5 3-16,-5 0-49 0,-5 0-68 16,-13-5-136-16,0-7-224 15</inkml:trace>
  <inkml:trace contextRef="#ctx0" brushRef="#br0" timeOffset="50984.36">12487 9986 605 0,'0'0'111'0,"0"0"-101"16,0 0 98-16,0 0-13 15,21-18-72-15,-17 28-8 0,0 18-7 16,0 10 4-16,-4 6 21 16,0 3-14-16,0-4-4 15,0-4-12-15,0-5-1 16,0-10 7-16,0-6-9 15,0-6-3-15,4-2-2 16,-2-6-32-16,4-4-64 16,-3 0-86-16,-1 0-99 15</inkml:trace>
  <inkml:trace contextRef="#ctx0" brushRef="#br0" timeOffset="51402.1">12833 9832 688 0,'0'0'174'16,"0"0"-140"-16,0 0-30 16,0 0 106-16,0 0-31 15,-22-47-70-15,-5 55 15 16,-2 13-24-16,6-2 0 15,4 4 24-15,7-1-21 0,8-4 6 16,4 2-9-16,0-2 0 16,0 0-4-16,18 0 4 15,11 0-5-15,0 0-5 0,5-2-6 16,3 0-4 0,-6 0-10-16,-8 0 25 15,-10-6-19 1,-13-2 8-16,0 2 15 15,0 0-17-15,-23 6 12 16,-12-4 6-16,-5-2 16 16,0 0 15-16,7-8-23 15,8 2 1-15,7-2-2 16,7-2-7-16,7 0-181 16,4 0-127-16,0 0-157 0</inkml:trace>
  <inkml:trace contextRef="#ctx0" brushRef="#br0" timeOffset="51835.48">13123 9781 691 0,'0'0'126'0,"0"0"-120"15,0 0 95-15,-15-3 31 16,15 3-94-16,0-3-31 15,6 3-7-15,9 0 1 0,10 0 3 16,17-1-1 0,5 1 18-16,7-5-20 0,-8 3 20 15,-15 0-21-15,-6-2 3 16,-11 4 4-16,-1-1-3 16,-4-2-3-16,-5 3-1 15,1 0 8 1,-3 0-13-16,3 0 5 15,-1-1-44 1,-4 1-61-16,0-3-567 16</inkml:trace>
  <inkml:trace contextRef="#ctx0" brushRef="#br0" timeOffset="52353.78">13622 9519 284 0,'0'0'484'0,"0"0"-439"16,0 0-36-16,0 0 50 15,0-44 10-15,0 44-30 16,0 0-39-16,2 10 5 15,7 16 1-15,4 10 8 16,1 6 11-16,3 6 9 16,-3 4-29-16,2 1 6 0,-6-2-11 15,2-2 0-15,-1-8 12 16,-3-5-12-16,4-9 3 16,-5-11 1-16,-1-10 18 15,1-6-8 1,0 0-8-16,4-6 31 0,7-20 0 15,2-10 4-15,2-6-6 0,1-6-33 32,0-23 21-17,2-3-16-15,-2-2 13 16,-3 4-15-16,-9 26 6 16,-3 10 4-1,-3 11-10-15,-2 11 20 16,-3 6-16-16,0 5-20 0,0 3 1 15,0 0-43-15,0 9-23 16,0 19-100-16,-5-10-127 16,0-1-187-16</inkml:trace>
  <inkml:trace contextRef="#ctx0" brushRef="#br0" timeOffset="52670.6">14311 9760 700 0,'0'0'115'16,"0"0"-91"-16,15-4 70 15,-15 4 40-15,0 1-64 16,0 20-66-16,0 8 3 15,2 6 3 1,-2 3-10-16,0 1 16 0,2 0-15 16,-2-7 6-16,2-2-7 15,0-8 2-15,2-4-2 16,0-4-1-16,-2-6-3 16,0-8-48-16,-2 0-87 15,0 0-174-15,0-6-225 16</inkml:trace>
  <inkml:trace contextRef="#ctx0" brushRef="#br0" timeOffset="52908.11">14205 9760 941 0,'0'0'105'16,"0"0"-102"-16,0 0 8 0,0 0 54 15,29-35-27-15,12 29-35 16,8-2 0-16,2 2 10 16,-2 0-11-16,-4 6-2 15,-10 0 0 1,-10 0-29-16,-25 0-456 0,0 0-181 16</inkml:trace>
  <inkml:trace contextRef="#ctx0" brushRef="#br0" timeOffset="53471.56">14527 9306 444 0,'0'0'106'15,"0"0"-87"1,0 0 11-16,0 0 87 16,-23-52-16-1,23 52-53-15,0 0-6 16,0 0-7-16,7 0-4 16,11 10 21-16,11 14-21 15,4 8 4-15,11 12-4 0,4 9-9 16,4 6 6-16,0 9-16 15,-3 7-8-15,-9 3 14 16,-11 4-15-16,-14 4 1 16,-7 5-2-16,-8-5 5 15,0 10-7-15,-31-12 0 16,-10-17 19-16,-1-9-5 16,6-26-9-16,10-14 4 0,7-4-8 15,13-8 9-15,6-4-10 16,0-2-16-16,0 0-14 15,0-16-64-15,8-4-160 16,0-4-235 0</inkml:trace>
  <inkml:trace contextRef="#ctx0" brushRef="#br0" timeOffset="54110.32">14845 8943 535 0,'0'0'208'16,"0"0"-184"-16,0 0 17 15,-13-20 122-15,13 20-83 16,0-4-15-16,15-4-43 16,12-4 5-16,11 0 9 15,7 2-29-15,3 0 9 16,6 6-6-16,-2 0-10 16,-13 4 25-1,-5 0-25 1,-16 14 4-16,-12 20-9 15,-6 12 0-15,0 8 4 0,-29 10 4 16,-18-2 8-16,-19 5-11 16,5-13 0-1,11-12 15-15,15-12-11 16,31-20 17-16,4-4-16 0,0-6-1 16,31 0 8-16,23 0-9 15,15 0 1-15,9-14 33 16,-2 0-35-16,-16 4 2 15,-19 2-4-15,-20 2-28 16,-11 4-123-16,-10 0-188 16,0 2-292-16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1:02:11.19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29379 10546 172 0,'-2'-17'355'0,"2"9"-304"15,0 2-51-15,0 2 56 0,0 3 65 16,0 1-78 15,0 0 4-31,0 0-32 0,0 0 10 16,0 0-15-16,0 0-1 15,0 0 3 1,0 0-11-16,0 1-2 16,0 21 1-16,0 6 19 15,0 26-13-15,4 11 4 16,-4 7 2-16,0 10-11 0,0-12 9 15,0 2-2-15,0-1-5 16,0-5 16-16,0 0-9 16,0-8 4-16,0-3 1 15,0-11-10-15,0-8 4 16,0-10-3-16,2-6-3 16,2-6 10-1,-1-6-10-15,-1-2 3 16,0-6-3-16,-2 0 0 15,3 0-3 1,-1 0 4-16,-2 0 7 16,0 0-9-16,0 0 2 0,2 0 6 15,-2-6-10-15,0-12 0 16,0-3-27-16,0 2-7 0,0-8 15 16,0 1-8-16,-7-3 0 15,-4-2 21 1,0 1-2-16,-3 0 8 15,4 2 0-15,1 2 3 0,-1 0-1 16,2 4 2 0,4 6 15-1,-1 4-4-15,5 10 14 16,0 2-13-16,0 0-10 16,0 0 10-16,0 0-13 15,0 0 0-15,0 0 4 16,0 0-6-16,0 0 1 15,0 0-2-15,0 2-7 16,0 22 2-16,5 10 5 0,7 2 7 16,2 6-4-16,-1 6 0 15,1 0-3-15,-3-5 2 16,2-5 2-16,-3-12-4 16,-2-8 1-16,1-2 0 15,-2-8 4 1,-2-2-5-16,-1-6 0 0,-4 0 7 31,2 0 4-31,7-2 12 16,2-18 27-16,5-8 21 0,4-9-67 0,-3 4 5 31,1-8 8-31,3-9-13 16,-6 6 2-16,3 4 0 15,-7 8-2-15,-7 20-4 16,-2 6 0-16,-2 4 0 15,0 2-1-15,0 0 1 16,0 0-6-16,0 0-14 16,0 0-50-16,-12 12-74 0,0-6-201 15,1-2-196 1</inkml:trace>
  <inkml:trace contextRef="#ctx0" brushRef="#br0" timeOffset="1102.58">28818 11869 514 0,'-5'-16'173'0,"2"14"-156"15,3 2-17-15,-2 0 104 16,0 0-49-16,-5 0-46 15,-6 4-9-15,-7 26-6 16,-7 14 12-16,-4 8-1 16,2 6 23-16,0 13-15 15,7-5-2-15,4-8 1 16,7-12-8-16,6-22 6 16,5-12-4-16,0-4-5 0,0-6 19 15,0-2-10 1,0 0 13-16,0-4 18 0,0-26 48 15,3-14-16-15,10-8-64 32,2-7-6-32,3-3 11 15,-1 0-13-15,-2 2-1 16,-1 2 5-16,-1-4-7 16,-5 14 2-16,2 10 0 15,-8 16 16-15,-2 18 6 16,2 4 3-16,-2 0-1 15,0 0-24-15,2 0 2 16,-2 0-2-16,2 0-7 0,1 1 6 16,1 12-3-16,2 3 4 15,4 2 0-15,1 2 1 16,2 3-1-16,5 0 0 16,-1-1 1-16,8 8-1 15,2 0 0-15,4 0-1 16,-2 4 4-1,-6-8-2 1,1 2-1-16,-4-2 0 0,0 0-1 16,-7-2 2-16,1-2-1 15,-3-1 0-15,-5-3 2 16,2-4-7-16,-6-4 5 16,-2-2 0-1,2-4 2-15,-2-4-2 0,0 0 0 0,0 0-3 16,0 6 2-1,-7 0 1-15,-22 4 0 16,-16 0 13-16,-13-2-10 16,-8-4-1-16,-12 0 2 15,-5-4-1-15,7 0 5 16,12 0-5-16,13 0 11 0,14 0 6 16,16 0-14-16,14-2 0 15,7 0-2-15,0 0-4 16,0 0-18-16,9-2-40 15,27-4-51-15,-10 2-162 32,6-6-343-32</inkml:trace>
  <inkml:trace contextRef="#ctx0" brushRef="#br0" timeOffset="1882.29">29343 11837 454 0,'-16'-10'83'0,"14"4"-82"16,2 0 65-16,0 2 114 15,0 0-142-15,0-2 20 16,0-1-11-16,0 0-16 16,0-1 19-16,0 4 9 15,0 0-26-15,0 4 16 0,0 0-11 16,0 0-11-16,0 0-3 15,0 0-18-15,0 0-1 16,0 0-5-16,0 0 5 16,0 0-6-16,0 0 1 15,0 5-4-15,0 20 1 32,0 11 3-32,0 6 0 0,0 6 4 15,0 16-1 1,0-2-3-16,0-5 0 15,-4-5 1-15,0-23 1 16,1-4-2-16,-1-7 0 16,-2-6 2-16,2-4 0 15,2-6-2-15,0-2 0 0,2 0 10 16,0 0-8-16,0 0 6 16,0 0 1-16,0 0 12 15,0 0-10-15,0 0-2 16,0 0 8-16,0 0-14 15,0 0 2-15,0 0-5 16,10 0 2-16,7 0-5 0,10-4 3 16,6-2 0-16,5 2 2 15,0 2-1-15,4 0-2 16,-2 0 1-16,-4 2 0 16,-9 0 5-16,-9 0-5 15,-12 0 1-15,-4 0 1 31,-2 0-1-31,0 0-1 0,0 0-5 16,0 0 4 0,0 0-24-16,0 0-17 15,0 0-9-15,-2 4-55 16,0-2-65-16,2-2-209 0</inkml:trace>
  <inkml:trace contextRef="#ctx0" brushRef="#br0" timeOffset="2608.94">30283 11807 340 0,'0'0'355'0,"4"-22"-338"0,-4 20-2 16,0 2 103 0,0 0-52-16,0 0-46 0,0 0 3 15,0 0-17-15,-13 18 2 16,-9 10 1-16,-5 10 1 15,-2 2 9-15,-2 6-10 16,0 0 2 0,-3 1 4-16,3-7-9 15,0-4 5 1,4-11-11-16,3-4 15 16,4-9-12-16,5-8 12 0,3-1 8 15,3-3-6 1,3 0 11-16,-1-15-4 15,0-13-5-15,3-2-2 0,-1-5-11 16,5-1-1-16,0 0 1 16,0 0-6-16,0 4 4 15,0 4-4-15,0 2 2 16,13 6 3-16,6 6-5 16,-4 4 0-16,1 4 2 15,-3 2-4-15,1 4 2 0,1 0-1 16,14 0-1-1,4 32 2-15,6 12 0 0,1 8-1 16,-9-1 5-16,-2 0-3 16,-4-2-1-16,-4-1 0 15,-3-6 0-15,-3-10 2 16,-5-6-2 0,-4-8 0-16,-1-8 4 15,-1-4-5 1,-2-4 1-16,-2-2-1 0,0 0 1 15,0 0-10-15,0 0-12 16,0 0-37 0,0-16-82-16,0 6-96 0,0-2-149 15</inkml:trace>
  <inkml:trace contextRef="#ctx0" brushRef="#br0" timeOffset="7588.88">30549 11660 216 0,'4'-6'170'0,"-2"2"-126"16,0 4-15-16,0-2 101 0,1 2-48 16,-1-4-47-16,1 2 0 15,-1 0 13-15,-2 2 4 16,0 0 5-16,0 0-7 15,2 0 0-15,-2 0 13 16,0 0-40-16,0 0-15 16,0 0 4-16,2 0 3 15,-2 0-11-15,0 0 8 16,0 0-9-16,2 0-3 16,3 4 6-16,1 14-5 15,-1 10 1-15,2 0 7 0,-3 7-8 16,3 5 11-1,-1 2-11 1,1 4 2-16,-3 2 7 16,4-4-7-16,-4-4 7 15,2-4-10-15,1 1 8 16,-3-4-8-16,6 8 1 16,-4-1 4-16,1-6-3 15,-1-2 1-15,-2-10 2 16,4-2-3-16,-4-6 4 0,1-4-6 15,-3-2 1-15,-2-4 4 16,2 0-5-16,0 0 0 16,-2-2 1-16,2 0 2 15,-2 0-1-15,0 0-2 16,2 0 2-16,-2-2-2 16,0 0 1-1,0 0 2 1,0 0 0-16,0 0 4 15,0 0-5-15,0 0 5 0,2 0 15 16,2 0-7-16,2 0 3 16,-2-16 7-16,5-4-24 15,3-8 8-15,-4-2-9 16,3-4 0-16,-2-6 5 16,0-4-5-16,0-6 0 15,-2-4 2-15,-1-5-4 16,-3-5 2-16,-1-30 0 15,-2 0 0-15,0-3 2 16,0 5-2-16,2 32 0 16,1 10 2-16,-1 4-4 0,0 10 2 31,2 5 0-31,-2 5 3 16,3 8-1-16,-1 2-2 0,-4 4 0 0,2 4 4 15,1 2-5-15,-3 2 1 16,0 0-2-16,0 0 3 15,0 4-1 1,0 0 0-16,0 0 1 16,0 0-5-16,0 0 4 15,0 0 0-15,0 0-5 16,0 0 3-16,0 0 2 16,0 0 0-16,0 0 0 15,0 0-3-15,0 0 3 16,0 0 0-16,0 0-2 15,0 0 5-15,0 0-3 16,0 0 1-16,0 0-4 0,0 0 3 16,0 0 0-1,0 0 1-15,0 0 1 16,0 0-2-16,0 0 0 0,0 0 0 31,0 0-1-31,0 0 1 16,0 0 0-16,0 0 0 15,2 0 0-15,-2 0 0 16,0 0 0-16,7 0 0 16,6-2-5-16,16-2 5 15,18 0 0-15,18 0 1 16,16 0-1-16,45 0 0 0,10-2 1 16,13 0-4-16,16-2 3 15,-27 4 0-15,-4 0-3 16,-10 4 6-1,-1 0-3-15,-17-2 0 16,-9 0 0-16,-17-4 0 16,-33 4 0-1,-14 2 2-15,-15-2 0 16,-11 2-2-16,-7 0 0 16,0 0 5-16,0 0-5 15,0 0 0 1,0 0-2-16,0 0 4 0,2 0-5 15,-2 0 3-15,0 0 0 16,0 0-1-16,0 0 1 0,0 0 0 16,0 0 1-16,0 0 2 15,0 0-4-15,0 0 1 16,0 0 0 0,0 0-4-16,0 0 4 15,0 0 1-15,0 0 2 0,0 0-6 31,0 0 2-31,2 0 1 16,3 0-2-16,1 0 3 16,5 0-1-16,1 0 0 15,3 0 2 1,9 0-3-16,3 0 1 16,7 0-1-16,-7 0 3 15,-3 0-2-15,-4 0 1 0,-6 0 2 16,-4 0-5-16,0 0 2 15,-4 0-1-15,5 0 1 16,3 0 0 0,3 0-2-16,2 0 6 0,-9 0-8 15,-3 0 4-15,-7 0 0 16,0 0 2-16,0 0-2 0,0 0 0 16,0 0 1-16,0 0 3 15,0 0-6-15,0 0 2 16,0 0 0-1,0 0-1-15,2 0 1 0,-2 0-2 16,0 0 5-16,0 0-3 16,0 0 0-1,2 0 0 1,0 0-1-16,8 0 1 16,1 0 0-16,7 0-2 15,1 0 4-15,2 0-4 16,-1 0 2-16,-5 0 0 15,6 0-2-15,-8 0 2 0,3 0 0 16,-3 0 0-16,-9 0 3 16,3 0-5-16,2 0 2 15,6 0-1-15,10 0 2 16,6 0-1-16,0 0 0 16,-6 0 2-16,-10 0-4 15,-10 0 2-15,-5 0 0 16,0 0 3-1,0 0-3-15,0 0 0 16,0 0 3-16,0 0 2 16,0 0-4-16,0 0-1 15,0 0 0 1,0 0-1-16,0 0 1 0,0 0-2 16,0 0-6-16,0 0 2 15,0 0-24-15,-16 2-21 16,-13 6-10-16,-6-4-56 15,20-4-126-15,-4 0-324 16</inkml:trace>
  <inkml:trace contextRef="#ctx0" brushRef="#br0" timeOffset="8891.62">31054 11628 229 0,'0'-8'116'15,"0"4"-85"-15,0 0 51 16,0 2 25-16,0 0-31 0,0 0-18 16,0 0-1-16,0 0 6 15,0 2 6-15,0 0-15 16,0 0-1-16,0 0-3 16,0 0 3-16,0 0-29 15,0 0-11-15,0 0 2 16,0 0-15-1,0 0 1 1,0 20-3-16,2 14-7 16,8 6 9-16,1 8 4 15,-1-1-3-15,2-1 5 16,-1 0-5-16,1-6 0 0,-6-4 3 16,1-8-2-16,-3-4-2 15,0-6 0-15,-2-4 3 16,1-4-4-16,-1-6 1 15,3-1 9-15,-3-3-9 16,2 0 8-16,-1 0 8 16,-1 0-6-16,-2 0 19 15,0 0-4-15,0 0 3 16,6-3 16 0,10-31-12-1,6-10 8-15,0-8-36 16,3-8 2-16,-7 2-2 15,-5-4-3-15,0 0 4 16,-1 1-4-16,-1 9-1 16,0 10 3-16,-4 10-6 15,0 8 3-15,-3 10 0 16,-2 6 3-16,0 4-3 16,0 4 0-16,-2 0 0 0,0 0-1 15,0 0-6-15,0 0 6 16,0 0-13-16,0 0 0 15,0 0-24-15,0 0-10 16,0 6-9-16,-2 14-29 16,-9 4-154-16,0 6 27 15,6-20-58-15,1 0-57 16</inkml:trace>
  <inkml:trace contextRef="#ctx0" brushRef="#br0" timeOffset="9271.17">31311 11789 140 0,'0'0'135'0,"4"8"-95"16,-4-8 220-16,2 0-162 16,-2 0-23-16,0 0 11 15,0 0-1-15,0 0-25 0,0 0-4 16,0 1-26-16,0 2-7 15,0 8-20-15,0 10-2 16,5 11-2-16,-1 8 1 16,2 2 0-16,2 0 7 15,1-2-5-15,-3-4 0 16,0 0-1 0,2-5 1-1,-4-8 4-15,-4-5-6 0,2-7 3 16,-2-5 0-1,0-6-3-15,3 1 0 16,-3-1 2-16,0 0 1 16,2 0-3-16,0-15-20 15,0-11-47-15,0-5-139 0,-2-5-6 0,0 22-25 32,0-2-9-32</inkml:trace>
  <inkml:trace contextRef="#ctx0" brushRef="#br0" timeOffset="9563.54">31386 11809 311 0,'0'0'187'0,"0"0"-106"16,0 0 57-16,0 0 18 15,0-36-98-15,2 36-32 16,7 0-20-16,3 6-6 16,8 20-3-16,6 8 3 15,5 6 3-15,3-2 12 16,0 0-12-16,-5-2 15 15,-10-4 0-15,-5-4-14 0,-9-6 10 16,-5-4-14-16,0-5 6 16,-7-3-4-16,-18 2 21 15,-2-5 4-15,5 1-17 16,2-3 5-16,9-5-11 16,2 1-4-16,0-1 0 15,2 0-69-15,3 0-79 0,4 0-57 16,0 0-84-16,0 0 34 15</inkml:trace>
  <inkml:trace contextRef="#ctx0" brushRef="#br0" timeOffset="10097.79">31789 11877 335 0,'0'0'173'0,"0"0"-130"15,0 0 66-15,50-60 38 0,-46 54 0 16,-4 0-89-16,0 4-8 16,0 0-20-16,0 2 3 15,0 0-9-15,-9 0-20 16,-13 0 13-16,-5 0-11 15,-2 0 6-15,2 10-9 16,8 2 0 0,5-2-6-16,7 2 2 15,3 0-6-15,4 4 7 16,0 2-8-16,0 0 6 16,4 2 0-1,15 0 7-15,2-2-5 0,0-2 0 16,3-2 1-16,3 2-1 15,-7 0 0-15,-2 1 0 16,-7-6 2-16,-11-3-5 16,0-2 3-16,0-2-4 15,0 3 1-15,-7-3-6 0,-20 1 7 16,-4 0-1-16,-9-4 6 16,3-1 16-16,8 0-14 31,10 0 2-31,13 0 5 15,6 0-13-15,0 0-17 16,0 0-83-16,31-8-157 16,-12-2-128-16</inkml:trace>
  <inkml:trace contextRef="#ctx0" brushRef="#br0" timeOffset="10423.58">31993 11837 318 0,'0'0'345'0,"0"0"-320"15,0 0 7-15,6-10 85 16,-2 10-89-16,3 0-21 0,2 0 5 16,6 0 10-16,6 0 28 15,1-2 16-15,0-4-17 16,1 2-8-16,-3-4-16 15,-3 4-7-15,-3-1-13 32,-5 4-2-32,-5 1 7 15,-2 0-10-15,-2 0 0 0,0 0 0 16,0 0 0 0,0 0-38-16,0 0-68 15,0 0-93-15,0 0-205 0</inkml:trace>
  <inkml:trace contextRef="#ctx0" brushRef="#br0" timeOffset="10955.08">32242 11542 588 0,'0'0'192'0,"0"0"-174"16,0 0 70-16,4-22 36 16,-2 22-80-16,1 0-39 15,-1 0-5-15,2 16-4 16,6 10 1-16,-4 14 3 16,1 11 0-16,1-1 20 15,2 5-15-15,-2-2 0 0,3-5-4 16,3 4 6-1,-5-12-7-15,-1-10 1 16,2-10 6-16,-8-14-7 16,3-2 6-16,-3-4 9 15,-2 0 6 1,2 0 25-16,4 0-2 16,8-16 6-16,6-12 20 15,2-10-29-15,1-6-32 16,-2-6 3-16,2-10 5 15,-3-1-15-15,1 5-1 0,-8 10 7 16,-3 8-8 0,-2 14 7-16,-6 8 5 0,0 6-9 15,-2 8 3-15,0 2-6 16,0 0-5-16,0 0 2 16,0 0-30-16,0 0-28 15,0 0-22-15,0 10-61 16,0-2-187-16,0-2-174 15</inkml:trace>
  <inkml:trace contextRef="#ctx0" brushRef="#br0" timeOffset="11186.91">32587 11739 150 0,'0'0'12'16,"0"0"-12"-16,0 0 0 16,-2 5-2-16,2-5-1 0,0 3 3 15,0-3 1-15,0 4-1 16,0-1-38-1</inkml:trace>
  <inkml:trace contextRef="#ctx0" brushRef="#br0" timeOffset="11439.92">32587 11739 90 0,'14'59'31'0,"-14"-59"0"0,0 0 41 0,0 0-30 15,0 0-17-15,0 0 9 16,0 0 42 0,2 0 8-16,-2 0 26 15,0 0-102-15,0 0-8 16,0 0-70-16,0 0-173 15</inkml:trace>
  <inkml:trace contextRef="#ctx0" brushRef="#br0" timeOffset="13540.67">32529 11780 609 0,'0'-11'32'15,"0"9"-16"1,0 2 158-16,0 0-164 15,0 0-9-15,-2 0 9 16,2 0-3-16,0 13 0 16,0 12 7-16,0 13 12 0,0 4-10 15,0 4 2-15,0 10 6 16,0-4 0 0,0-5 2-16,0-5-11 15,0-16-9-15,0-8 6 0,0-8-8 31,0-6-3-31,0-4 10 0,0 0-10 16,0 0 1-16,0 0-1 16,0 0 2-16,0 0-6 15,0-14-23 1,0-11-353-16,-2 11 102 16,2 3 108-16</inkml:trace>
  <inkml:trace contextRef="#ctx0" brushRef="#br0" timeOffset="13849.17">32516 11873 151 0,'0'0'264'0,"0"0"-165"16,0 0-13 0,0-84 178-16,0 80-207 15,0 4-9-15,0 0-13 16,0 0-16-16,0 0-9 16,0 4-24-1,7 22 14-15,11 6 0 16,1 6 1-16,10 14 3 15,0 0-4-15,-6-2 4 16,-6-3-3-16,-14-14 0 16,-3-6 6-16,0-4-7 15,0-2 1-15,-3-9-3 16,-16-2 4-16,-4-2 8 0,3-6 8 16,7 0-16-16,2-2 17 15,4 0-12 1,-2 0-7-16,2 0-85 0,1-12-131 15,6 4-79-15,0-2 4 16</inkml:trace>
  <inkml:trace contextRef="#ctx0" brushRef="#br0" timeOffset="14314.81">32853 11891 606 0,'0'0'78'15,"0"0"-36"-15,0 0 130 16,8-20-62-16,-8 20-69 16,-15 0-8-16,-10 0-6 15,-6 0-7-15,0 12-7 16,0 6-13-1,8-2 6-15,10-2-6 16,4 0 5-16,9 0-11 16,0 2 5-16,0 0-7 15,0 3 8-15,4 0 7 16,14-1-5-16,3 4 0 16,0-2-2-16,-2-4 0 15,-4 1 0-15,-4-7 1 0,-4-5 0 16,-3 4-2-1,-2-1 0-15,3 0-7 0,-5-2 7 16,0-5-5-16,0 2 6 16,0-3-3-16,-11 1-11 15,-22-1 4 1,-3 0 7-16,-2 0 3 0,2 0-2 16,7 0-13-16,7 0-55 15,8 0-74-15,12-4-47 16,2 3-66-16,0-1-74 15</inkml:trace>
  <inkml:trace contextRef="#ctx0" brushRef="#br0" timeOffset="15153.56">33002 11963 466 0,'0'0'75'16,"0"0"-44"-16,0 0 93 0,4-46 1 16,-4 46-96-16,0 0-13 15,0 0-15-15,0 0 16 16,0 0-17-16,0 0 3 16,-11 0-3-16,-2 0 16 15,-10 8 24 1,-2 12-27-1,-4 8 0-15,6 4-9 16,2 0-3-16,10 9 1 16,9-1-1-16,2-7 3 15,0-6-2-15,0-18 0 16,0-5 7-16,0-4-2 16,5 0 16-16,12 0 9 15,10-19 22-15,4-12 19 0,0 1-40 0,-4 1-23 16,-7 0 6-1,-9 9-16-15,-4 4 4 16,-7 9 0-16,0 7-2 16,0 0-2-16,0 0-7 15,0 15-2-15,0 15-20 16,0 6 29 0,-3-1 2-16,3-3-1 15,0-4-2-15,0-8 1 16,0-4 0-16,7-6 3 15,3-6-3-15,0-2 0 16,4-2 0-16,1 0 0 16,1-14-2-1,-3-19-82-15,2-3-10 0,-3-5-21 0,1-4 32 16,1-21 37 0,-3-10 22-16,0-6 24 15,-8-1 7-15,-3 28 20 16,0 12 43-16,0 15 34 15,0 14-9-15,0 10 44 16,0 2-92-16,0 2-30 0,0 0-16 16,0 2-1-1,0 33-11-15,0 8-6 16,0 15 19-16,0 7 2 16,0 3-4-16,0 12 2 15,0-1 6-15,0-11-8 16,2-6 3-1,2-24-2-15,1-10 3 16,-1-8-7 0,-2-10 3-16,0-4-6 15,0-6-1-15,-2 0-57 16,0-12-22-16,0-8-55 16,0 0-418-16</inkml:trace>
  <inkml:trace contextRef="#ctx0" brushRef="#br0" timeOffset="15369.65">32997 11805 807 0,'-28'-32'248'0,"28"30"-218"0,0 2 66 32,0 0 7-32,0 0-95 0,33 0-3 15,13 0-5 1,19 2 14-16,7 4 29 15,-8-5-40-15,-11 2 3 16,-22 1-6-16,-17-4-20 16,-14 0-69-16,-2 0-117 15,-27 0-327-15</inkml:trace>
  <inkml:trace contextRef="#ctx0" brushRef="#br0" timeOffset="22174.69">28412 9723 27 0,'-5'0'118'16,"5"0"-86"-16,-2-2 2 15,2 2 73-15,-2 0-90 16,2 0-13 0,-2-2 21-1,-1 2 9-15,3 0-13 16,-2-2 6-16,0 2 48 16,2 0-32-16,0 0 0 15,0 0-7-15,0 0-5 16,0 0-2-16,0 0 5 15,0 0 0-15,0 0-2 16,0 0-1-16,0 0-4 16,0 0-2-16,0 0-20 15,0 0 4-15,2 0-2 16,11 0 3 0,8 0 8-16,1 0-1 0,5 0 5 15,0 0-20-15,-1 4 2 16,8 0-3-1,-1 0 0 1,-1-4-1-16,-1 0 1 16,-10 0 2-16,-2 0-3 0,-4 0 1 15,1 0-1 1,-3 0 4-16,-2 0-4 16,-4 0 3-16,-5 0-2 15,0 0-1-15,-2 0 0 16,0 0 9-16,0 0 12 15,0 0 0-15,0 0-15 16,0 0 8-16,0 0-9 16,0 0-3-16,0 0 0 15,-8 0-1-15,-13 4-1 16,-1 2 1 0,-16 0 0-1,0-2 1-15,-4 4-2 16,-1-2 0-16,10 0 1 15,8-1-1-15,8-4 0 16,5 3 1-16,8-4-3 16,4 0 3-16,0 0-4 15,0 0 4-15,0 0-1 16,0 0 0-16,0 0 2 0,0 0 2 16,0 0 2-16,0 0 4 15,2 0 3 1,23 0-12-16,10 0 1 15,8-8 1-15,-3 2 1 16,2-2-4-16,-1 4 0 16,-6-2 0-16,-3 2 1 0,-8 0-1 15,-9 2-1 1,-8 0-1-16,-7 2 2 16,0 0 0-16,0 0-1 15,0 0 4-15,0 0-1 16,-7 0-2-1,-28 0 3 1,-15 4-3-16,-8 4 1 16,-4 2-1-16,16-6 5 0,4 2-5 15,5-2 0 1,14-4 0-16,7 3 3 16,9-2-2-16,7 2 1 15,0-3 0-15,0 0-4 0,0 0-2 16,15 0-3-16,10 0 7 15,6 0 7-15,7 0-4 16,15 0 1 0,1-4-1-16,-2-1-3 15,-8 3-1-15,-17 2 0 16,-12 0 1 0,-6 0 0-16,-6 0 2 15,-3 0-2-15,0 0-2 16,0 0 2-16,-21 0 12 15,-21 0-12 1,-16 0 0-16,-2 0 3 16,11 0-3-16,11 2 0 0,13 0 0 15,14-2 0-15,9 0 0 16,2 0 0-16,0 0 0 16,11 0-7-16,16 0 6 15,4 0-2 1,0 0 6-16,0 0 0 15,-2 0-2-15,-6-4-1 16,-8 2 3 0,-11 2-5-16,-4 0 2 15,0 0 0-15,0 0 1 16,0 0 1-16,-6 0-1 16,-13 6-1-1,9-3-111-15,3-3-228 16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1:03:35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8242 11458 226 0,'-3'-2'14'16,"3"-2"-10"0,0 2 31-16,0 2-32 0,0 0-3 15,0 0-18-15,0 0 5 16,0 0 10-16,0 0-8 16,-3 0-18-16,3 0-9 15,-2 0 21-15,2 0 17 16,0 0 8-16,0 0 8 15,0 0-1-15,0 0-6 16,0 0-4-16,0 0-4 16,0 0-1-1,0 0-3 1,0 0-16-16,0 0 19 0,0 0 1 16,0 0 11-16,0 0 15 15,0 0 14-15,0 0-2 16,0 0-15-16,0 0-4 15,0 0-9-15,0 0-5 16,0 0-3-16,0 0 1 16,0 0 4-16,0 0 27 15,0 0 4-15,0 0-6 16,0 0-16-16,0 0-7 16,0 0 18-16,0 0-7 15,0 0 1-15,0 0-10 16,0 0-7-1,0 0-5-15,0 0-3 16,0 0 1-16,0 0-23 16,0 0-23-16,0 0-66 15,0 0-90-15</inkml:trace>
  <inkml:trace contextRef="#ctx0" brushRef="#br0" timeOffset="2648.49">8435 11401 251 0,'-6'-7'151'15,"6"0"-125"-15,0 3-24 0,0 3 61 16,0-3 13-16,0-1-35 15,0 4-11-15,0-2 23 16,-3 2 2-16,3 1 65 16,-2-3-72-16,2 3-8 15,0 0-8-15,0 0 0 32,0 0-12-32,0 0-8 15,0 0-4-15,0 0-8 16,0 0 0-16,-3 17 0 0,1 2 3 15,0 6 6-15,2-3-5 16,0 4-4-16,0 2 5 16,0 2-4-16,0 2 0 15,0 2 1-15,0-2-1 16,7 0-1-16,0 0 1 16,4-1 0-16,2-3-1 15,3-1 0-15,0-2 1 16,1-3-1-16,1-6 0 15,-3-6-1-15,1 2 3 16,-1-6-2 0,-3 0 1-16,1 0 1 15,-2-2 2-15,1 2 1 16,-2-2 0-16,-1-4-1 16,3 0-4-16,-4 0 16 15,5 0-12-15,1 0 8 16,-1 0-4-16,3 0-2 15,-1 0 1-15,2 0-6 0,-2-2 5 16,-4-4-4-16,2 0 0 16,-1-4 5-16,1 2-5 15,-2-2 3-15,5 0 1 16,-3 0-5-16,3 0 6 16,-3-3-3-16,3 2-4 31,-1 1 5-31,1-1-1 0,-3 2-1 15,-1-4-2-15,-1 2 6 16,2-1-2 0,-2-1-1-16,2 3 2 15,-2 2-3-15,-1 2 0 16,-2 4-2-16,1-1 0 0,3-1 2 16,-1 0-3-16,-1-1 0 0,2 5 0 15,-1-2 1-15,5 2-1 16,-3 0 0-1,3 0 0-15,-3 0 0 16,3 0 0-16,-1 0-2 16,3 0 3-16,4 0-1 15,0 0 0-15,3 0-3 16,-2 4 3-16,-6 10 0 0,3 2 0 16,9 12 0-1,0-1 1-15,-2-1-1 16,-1 2 0-16,-5-6-1 15,-1 2 1-15,-1-4 0 32,2 2 4-32,-5-6-5 15,-8-4 0-15,1-2 1 16,-7-6 0-16,0-2 0 16,-2 0 0-16,0-2 0 15,0 0 0-15,0 0 4 16,0 0-3-16,0 0-1 0,0 0 7 15,0 0-5-15,3 0 1 0,-3 0 5 16,2 0-1-16,0 0 2 16,1 0-4-1,-1 0 1-15,0-4 13 16,0-6-13-16,1-6 0 16,5 0-5-16,4-10 3 15,5-4-4 1,4-4 0-16,-2-2 1 15,1 4-1-15,3-2 0 16,0 6 1-16,-4 1 0 16,4 5-2-16,-3 2 1 15,2 2 0-15,2 0 1 16,1 4-1-16,0 2 1 16,-4 2 0-16,0 2 2 0,-3 2-3 15,-3 0 0-15,3 6-1 16,4-2 1-1,5 2 0-15,2 0-2 0,2 0 1 16,-4 0 0-16,2 0 0 16,0 10 1-16,0 0-1 15,-2 2 1-15,0 0 0 0,-2 0 1 16,2 2 1-16,-2 0-3 16,0 0 1 15,-1 2 0-31,1 0 0 0,-3-1 0 0,2-1 1 0,-1-3 0 15,4 1-2 17,-3-2 1-32,2-3 0 0,3-7 0 15,-4 0 0-15,2 0 0 16,2-3 1-16,0-12 0 16,0-2 1-16,0-2-2 15,-5-4 1-15,3 1 1 16,-3-4-1-16,1 2 1 15,0-2 1-15,0 0-1 0,-6 0-2 16,3 0 1-16,-1-2 3 16,0-11-4-1,2 2 4-15,-5-2 2 0,-5 10 1 16,-6 10 12-16,-3 9-7 16,-2 4 4-16,-2 2 3 15,0 4-7 1,0 0-6-16,0 0-5 15,0 0-1-15,0 0-1 16,0 0-9 0,0 4-32-16,0 16-119 15,0-5 11-15,0-4-246 0</inkml:trace>
  <inkml:trace contextRef="#ctx0" brushRef="#br0" timeOffset="6924.46">9466 12210 74 0,'0'-8'26'0,"0"2"-6"0,0 1 7 16,0 1 2-1,0 3-9-15,0 1-6 16,0 0 20-16,0 0-1 16,0 0-6-16,0 0 5 0,0 0-7 15,0 0-4-15,0 0 4 16,0 0-7-16,0 0-3 0,0 0 21 16,0 0-13 15,0 0-5-31,0 0 0 0,0 0-9 15,0 0-4-15,0 0-4 16,0 0 1 0,0 0-2-16,0 0 2 0,0 0-2 15,0 0-4-15,0 0-38 16,0 0-78-16,0 0 16 16,0 0 43-16,-2 0-15 15,2 0-71-15</inkml:trace>
  <inkml:trace contextRef="#ctx0" brushRef="#br0" timeOffset="8237.73">9447 12258 226 0,'0'0'111'16,"0"0"-96"-1,0-36 18-15,0 24 83 0,0-2-41 16,0 4-12-16,0 2-10 15,0-1 11-15,0 2 1 16,0 3 2-16,0 0 16 16,0 1-41-1,-2 3-14-15,2 0-1 16,0 0-2 0,0 0-2-16,0 0 9 0,-3 0-23 15,1 0-6-15,2 0-2 16,-3 0 0-1,1 0-1-15,0 7-4 16,0 17 0-16,-3 6 4 0,3 4 4 16,2 6-3-16,0 2-1 15,0 2 1-15,0 5-1 0,0-4 1 16,0 0-1 0,0-3 3-16,0-6-6 15,0-4 3-15,5-4 3 16,-1-6-3-1,-2-2 0-15,0-4 1 16,3-4-1 0,-5 0 0-16,3-8-2 0,-3-2 2 15,0-2 3-15,0 0-2 16,2 2-1-16,-2-2 2 16,0 0-1-16,0 0 2 15,0 0-3-15,0 0 0 0,2 0 2 16,-2 0-2-1,0-6-3-15,0-12-33 0,0-6-17 16,0-8-39-16,9-4-53 16,4-12-24-1,-2-2-14-15,0 4 12 16,3-1 52 0,-5 11-4-16,-3 4 70 0,1-2 32 15,-2 2 21 1,-1 2 30-16,0 0-13 0,-1 8-1 15,-1 2 8-15,-2 2 1 16,0 6 31 0,0 1 2-16,0 3 62 15,0 2-47-15,0 2 32 0,0 3-8 16,0 1-19-16,0 0-8 16,0 0-21-16,0 0-10 15,0 0-4-15,0 0-10 16,0 0 6-16,0 0-1 15,0 24-13-15,0 12-2 16,-5 6-5 0,1 2 2-16,4 6 4 15,0 0 2-15,0 4-10 16,0 3 15-16,0-6-9 16,0 0-5-16,0-3-2 15,4-2 2 1,3-6-6-16,-1-6 5 0,-1-6-3 15,-3-12-3-15,-2-4 3 0,3-3 1 16,-1-5-3-16,0-3 3 16,-2-1-6-16,0 0 2 15,0 0-2-15,2 0 1 16,1 0-1 0,-1 0 0-16,-2-4-29 15,0-14-21-15,0-6-31 0,0 2-33 16,-9-8-35-16,-7 4 7 15,-4 0 3-15,9 16-12 16,4 6-30-16</inkml:trace>
  <inkml:trace contextRef="#ctx0" brushRef="#br0" timeOffset="8832.82">9275 12507 266 0,'-23'-21'39'15,"17"11"49"-15,1 5 37 16,3-2-38 0,0 4-21-16,2 0-26 0,0 3 16 15,-2 0-4-15,2 0 9 0,0 0-8 16,0 0-13-16,0 0-3 16,0 0-16-16,0 0-11 15,0 0-10-15,0 0-2 16,0 18 2-1,2 10 0-15,13 5 29 0,3 3-16 16,1 0 0 0,2-2-10-16,6 2 1 15,2-2-3 1,-2-2 1-16,-2-4-2 16,-8-8 2-16,-1-4-1 0,-3-4 0 15,-1-1-1-15,-6-6 1 16,-1-3-2-16,-3 0 2 15,0-2-1-15,-2 0 2 0,0 0-2 16,0 0 3 0,0 0 22-16,0 0 0 15,0 0-5-15,4-2-2 16,8-22 1 0,3-10-13-16,3-6 3 0,0-10-5 15,6 4-2-15,1-2 3 0,2 2-3 31,0 6 0-31,-6 5 4 16,-5 9 4-16,-3 6-1 16,-5 6 3-16,-4 6-4 0,-4 8 2 0,0 0-5 15,0 0-1-15,0 0-12 32,0 0 4-32,0 0-18 0,0 6-26 15,0 15-29-15,0 1-24 16,0 1-110-1,0-17-26-15,0 1-74 0</inkml:trace>
  <inkml:trace contextRef="#ctx0" brushRef="#br0" timeOffset="11177.65">10002 12566 453 0,'0'5'91'0,"0"-5"-91"0,0 0 0 16,0 0 28-16,0 0 60 16,0 0-22-16,0 0-16 15,0-5 0 1,6-10 37-16,7-3-62 0,-1-7-5 16,1 0-13-16,5-14-1 15,-1-1 0-15,-3 2-4 16,-5-2 4-16,-9 16 3 15,0 4 2-15,0 8 2 16,0 6-7-16,-5 6 0 16,-11 0-1-16,-3 0 4 15,-4 24-9 1,-6 8-3-16,2 10 3 16,3 4-1-16,11 3 1 15,8-3-2-15,5-5 0 16,0-4-1-16,0-3 3 15,25-8-5-15,2-10 0 16,9-8-5-16,-7-8-1 16,2 0 6-16,4-2-13 0,-4-12-9 15,1-4-20-15,-8-2 1 16,-4-2-29-16,-4-2 1 16,-5-2-8-16,-3-6 1 15,0 0 36-15,-2-3-17 16,-2 1 67-16,-1 2-5 15,-1 4 12-15,-2 2 14 16,0 10 49-16,0 6-23 16,0 6 8-16,0 4-15 15,0 0-3-15,0 0-18 16,0 10-9-16,0 20-8 0,0 10 16 16,0 4-13-16,0 0 3 31,0 1-4-31,0-7-2 15,0-4 5-15,0-8-5 16,6-6-1-16,0-8-3 16,-2-6 4-16,-2-6 5 15,2 0 6-15,3-10 12 16,1-18 20-16,2-7-5 16,-1-2-20-16,-1-2-13 0,2 3-3 15,-1 4-4-15,-5 8-3 16,2 8 0-16,-4 12-1 15,-2 2-1-15,0 2 0 16,0 0-1-16,0 2-6 16,0 24 4-16,7 9 3 15,5 2 3 1,7 3-3 0,2-9 1-16,-5-9-1 15,1-6 0-15,-11-14 0 0,-3-2 0 16,4 0-2-16,-3-2 4 15,3-22-2-15,-1-7 27 16,-1-5-14-16,0 0-5 16,-3 0-6-16,0 2-1 15,0 8 1-15,-2 10-2 16,0 8-1-16,0 8 1 16,0 0-9-16,0 8 4 15,0 30-7-15,0 8 12 16,7 7 1-16,4-17 1 15,5-7-2 1,-3 0 0-16,-2-9-2 16,-2-4 1-16,0-8 2 15,-3-4-4-15,4-4-4 16,-2 0-21-16,1 0-13 16,1 0-70-16,-8-12-251 15,-2 0 30-15</inkml:trace>
  <inkml:trace contextRef="#ctx0" brushRef="#br0" timeOffset="11457.1">10669 12382 100 0,'0'-26'554'0,"0"26"-494"15,0 0-56-15,0 0 106 16,0 0-14-16,0 8-78 16,0 18-14-16,0 12 2 15,0 9 21-15,0 0-10 16,0 6-7-16,0 1-1 0,0 0-4 15,0 2-3 1,0-12-1-16,6-8 2 16,-2-12-3-16,-2-16 1 15,0-5-2 1,3-3-1-16,1 0-2 16,-2-15-41-16,2-15-31 15,-4-8 5-15,-2-4-42 16,0-8-24-16,0 28-60 15,0-8 43-15</inkml:trace>
  <inkml:trace contextRef="#ctx0" brushRef="#br0" timeOffset="11711.74">10677 12236 489 0,'0'0'157'16,"0"0"-128"-16,0 0 53 16,0 0 2-16,-2-45-61 15,2 50-23-15,15 19-8 16,14 4 8-16,4 2 9 15,0 2-7 1,-6-4-1 0,-9 0 0-16,-9-4-9 0,-9 0 8 15,0 2 4-15,-18-2 17 16,-26 5 4 0,-4-7-17-16,0-7-5 15,8-4-3-15,18-11-8 0,10 0-30 16,12 0-48-16,0-6-101 15,0-7-191-15</inkml:trace>
  <inkml:trace contextRef="#ctx0" brushRef="#br0" timeOffset="11960.13">10939 12334 813 0,'0'0'0'16,"0"0"13"-16,0 0-13 16,0 0 33-16,0 0-29 15,-11 120-1-15,11-81-2 16,0-2 2-16,0-5-1 0,0-5-1 16,0-7 1-16,0-8-2 15,0-6-6-15,0-6-55 16,0 0-66-1,0-20-126-15</inkml:trace>
  <inkml:trace contextRef="#ctx0" brushRef="#br0" timeOffset="12098.53">10848 12033 378 0,'0'0'299'0,"0"0"-291"0,0 0-44 15,0 0-50-15,-5 2-147 16</inkml:trace>
  <inkml:trace contextRef="#ctx0" brushRef="#br0" timeOffset="12446.92">10848 12033 384 0,'116'161'138'0,"-116"-145"-110"0,6 8 14 16,1 6 50-16,5 4-49 15,-2 6-7-15,4 2-28 16,-3 2-8-16,0 0 2 16,3 3-2-1,-6-7 2-15,-1-12 1 0,-5-8-1 16,-2-14 11-16,0-6 45 16,0 0 28-1,0 0-31-15,2 0-15 16,-2-22 7-16,0-14-2 15,0-4-29-15,0-5-8 16,0 1 6 0,0 4-4-16,0 6-8 0,0 10 1 15,5 4-3-15,4 8 0 16,4 6-3-16,3 4-1 16,3 2-5-16,4 0 0 15,0 4-22-15,-1 10-76 16,-15-8-174-16,-3-2-341 15</inkml:trace>
  <inkml:trace contextRef="#ctx0" brushRef="#br0" timeOffset="12685.81">11327 12338 876 0,'0'0'104'16,"0"0"-104"-16,0 0 5 15,0 38 38-15,0-8-36 16,0 4-4-16,0 1 11 0,0-2-6 16,0-6-3-16,0-5 8 15,0-6-7-15,0-6-2 16,0-6 0-16,0-4-3 16,2 0-10-16,-2-4-77 15,0-13-96-15,0-5-261 16</inkml:trace>
  <inkml:trace contextRef="#ctx0" brushRef="#br0" timeOffset="12817.31">11240 12049 849 0,'0'0'0'15,"0"0"-4"-15,0 0-58 16,0 0-254-16</inkml:trace>
  <inkml:trace contextRef="#ctx0" brushRef="#br0" timeOffset="13302.75">11656 12274 215 0,'0'0'92'0,"0"0"-18"15,0 0 55-15,0 0-30 16,0 0-42-16,-17-42-8 16,8 40 51-16,-5 2-54 0,-1 0-16 15,-7 2-19-15,-14 24-2 16,1 8 11 0,-4 4 12-16,6 4-9 15,16-8-6-15,5 0-8 16,12-2-8-1,0-3 0-15,0-5-1 16,18-5-5-16,13-2-4 16,5-9 7-16,1-6 2 0,6-2 0 15,6 0 4 1,2-16-20-16,3-10-57 16,-6-5-47-16,-34 16-92 15,-5-4-107-15</inkml:trace>
  <inkml:trace contextRef="#ctx0" brushRef="#br0" timeOffset="14151.33">11924 12155 745 0,'0'0'61'16,"0"0"-60"-16,0 0 24 0,-123 73 76 16,94-27-84-16,0 2 4 15,2 0 6-15,6 0-15 16,5-8-3-1,5-12 4-15,11-7-6 16,0-17 4-16,0-4-3 0,11 0-3 31,11-3 22-31,7-22-6 0,5-5-7 16,-5-7-5 0,-2 1-9-16,-12 6 0 0,-6 8-3 15,-2 10 0 1,-7 10 1-16,0 2-3 15,0 0 4-15,0 28-5 16,0 20 6-16,11 5 4 0,9-7-3 16,5-9 1-16,-4-19-2 15,4-11 0-15,-2-7-1 16,3 0 2-16,6-22-1 16,3-18 24-16,-2-13-17 15,-6-5-1-15,-12-6-6 16,-7-8-1-1,-8-4 0-15,0-7-25 16,0 3-3-16,-12 8-16 16,-5 16 41-16,-8 24 4 15,3 18 38 1,1 14 26-16,6 20-32 16,9 30-32-16,6 16 0 0,0 10-5 15,8 5 5-15,23-1-3 0,1-2-2 16,-1-10 4-16,-7-12-8 15,-6-14 9-15,-2-12-1 16,-3-9-2 0,-2-14-14-16,0-7-32 15,3 0-24-15,-1-33-21 16,-2-32 29 0,-7-13-1-16,-4-12 12 15,0-11 32-15,0 15 10 16,0 8 2-16,-4 12-26 15,-7 18 36-15,5 18 27 16,-1 13 55-16,2 12 57 16,3 5-34-16,0 0-38 15,-3 22-52-15,3 22-14 0,2 12 6 16,0 8 0-16,0 8-4 16,0 9 1-16,11 17-2 15,1-2-1-15,-2-12 4 16,-1-14-3-1,-1-34 0-15,-2-11 1 0,0-14-1 16,1-6-4-16,3-5-2 0,0-5-6 16,1-22-73-16,-1-11-60 15,-10 16-130-15,0 1-308 16</inkml:trace>
  <inkml:trace contextRef="#ctx0" brushRef="#br0" timeOffset="14554.72">12337 12204 619 0,'0'0'187'15,"-2"-18"-145"-15,2 18 52 16,0 8 10-16,0 20-92 16,6 10-10-16,13 2 5 0,6 0-3 15,2-4-2-15,-4-6-3 16,-2-6 1-16,-5-10 0 15,-3-8-2-15,3-6-1 16,-1-2 1-16,4-28 2 16,-1-10 3-16,-5-2-1 15,-7 2 1-15,1 2-2 16,0 10 2 0,-5 10 0-16,-2 10 1 15,0 6 24-15,0 2 31 16,0 10-9-16,0 30-25 15,-11 20-23-15,-9 18 23 16,-2 8-14-16,-3 4 2 16,-4 1-11-16,-7-5-2 15,3-14-4-15,6-19 4 16,12-24 0-16,15-22 0 0,0-7-33 16,0-14-42-16,15-12-244 15</inkml:trace>
  <inkml:trace contextRef="#ctx0" brushRef="#br0" timeOffset="70696.73">8767 13357 37 0,'0'0'108'15,"0"0"-87"1,0 0 15-16,0 0-1 0,0 0-11 15,0 0-9-15,0 0 11 16,0 0 1 0,0 0-7-16,0 0-2 15,0 0-9-15,0 0-4 16,0 0-2-16,0-5-1 0,0 2-2 16,0-1 1-16,0 4-1 15,0-2-12-15,0 2-28 0,0 0-41 16,-4 0-40-1</inkml:trace>
  <inkml:trace contextRef="#ctx0" brushRef="#br0" timeOffset="72031.62">8778 13303 146 0,'0'0'199'16,"0"0"-129"-1,0-46-65-15,0 37 74 16,0 1 17-16,0 4-8 0,0 2-21 31,0 2 7-31,0 0-15 0,0 0-19 16,0 0-9-16,0 0-3 16,0 0-14-16,0 0-10 15,-4 9 0 1,-12 14 19-16,-2 8-9 15,-2 3-9-15,1 4 8 16,-6 12 4-16,4 0-13 0,6-6 4 16,6-6-6-16,7-20-2 15,2-8 2-15,0-3 0 16,0-7 2-16,0 0-2 16,0 0-1-16,0 0 9 15,0-11 2-15,8-11 8 16,13-12 9-1,3-4-23-15,1-6-2 16,0-4-4-16,1-4-1 16,1 6 1-16,-3-1-1 15,-3 11 1-15,-6 10 0 16,-9 8 0-16,-6 14 0 16,0 2 0-16,0 2 3 15,0 0-3-15,0 0-3 0,0 0 1 16,0 26 2-16,-4 11 0 15,-5 4 3-15,3 8-2 16,-1-1 5 0,4-2-4-16,1 0-2 0,2-4-1 15,0 0 0 1,0 2 1-16,0-4 0 0,2-4 0 16,6-7 0-16,-2-11 0 15,-2-2 0-15,-1-2 1 16,-1-2-1-16,0 0 0 15,0-2 0-15,-2 0 1 16,0-2-1-16,0 0 0 0,0 0 0 31,0 0 1-31,0 0-3 16,-2 0 0-16,-15-2 1 16,-6-2 1-16,-6 0 0 15,0-2 1-15,2-2 1 16,6 0 1-16,7 0-3 15,5 0 0-15,5 0 5 16,4 0-3-16,0 0 1 0,0 0-1 31,0 0-2-31,0 0-1 0,0 0-1 16,8 0-5 0,13 0 7-16,5 0 18 0,10 0-5 15,2 0-9-15,-1 0 3 16,5 0-7-1,-7 0 1-15,-4 0-1 16,-10 0 0-16,-7 0-1 16,-5 0-9-16,-3 0-21 15,3 0-34-15,-4 0-44 0,-2 0-78 16,-3 0-48 0,0 0-243-16</inkml:trace>
  <inkml:trace contextRef="#ctx0" brushRef="#br0" timeOffset="72570.17">9098 13553 536 0,'-15'0'183'16,"13"0"-160"-16,2 0-15 15,0 0 144-15,0 0-47 16,0 0-58-16,0 0-10 16,0 0-25-16,9 0 8 15,11 0 4-15,22 0-4 16,10-6-2-16,2-4-10 16,0 0 2-16,-13 2-8 15,-5 2 0-15,-9 0 0 16,-8 4-1-1,-9 2-1-15,-8 0 0 16,-2 0 0-16,0 0 0 16,0 0 3-16,0 0 0 15,0 0-3-15,-5 0-39 16,-6 4-36-16,4 6-37 16,3-6-117-16,4-4-157 15</inkml:trace>
  <inkml:trace contextRef="#ctx0" brushRef="#br0" timeOffset="73472.92">9939 13082 229 0,'0'0'375'0,"0"0"-312"31,0-16-52-31,0 14 198 16,0 2-154-16,0 0-36 16,0 0-17-16,0 0 1 15,4 2 2-15,5 22 0 16,5 10 39-16,1 6-18 16,3 7-5-16,4 7 0 15,1 0-8-15,1 0-5 0,-3-2-8 16,-2-6 0-16,-1-4 2 15,-5-8-1-15,-1-10 0 16,-6-8-1-16,-1-6 2 16,-3-6-2-16,0-1 0 15,0-3 5-15,-2 0-1 32,2 0 3-32,-2 0 10 15,0 0-5-15,0-8 1 0,0-15 3 16,0-7-14-16,0-2 4 15,-10-4-4-15,-1 0 0 16,-1 6 2-16,1 4-3 16,3 6 0-16,-2 4 1 15,1 3 8-15,-1 4 1 0,0 5-5 16,-5 4-6-16,-3 0 0 16,-18 24 0-1,-1 22 2-15,-6 10 0 16,3 6 11-16,13-10-4 15,5 1 0-15,4-12-1 16,2-6-5-16,3-7 6 0,7-10-8 16,1-4 1-16,5-6 14 15,-2-4-11-15,2-4-5 16,0 0 0-16,-2 0-2 16,2 0 1-16,0 0-12 15,0 0-10-15,0 0-25 31,0-8-64-31,4 0-162 0,3 0-321 16</inkml:trace>
  <inkml:trace contextRef="#ctx0" brushRef="#br0" timeOffset="74121.45">10384 13211 101 0,'0'0'257'0,"-13"-29"-225"16,11 19 55-16,0 0 38 16,0 4-37-16,2-2-19 15,0 2-15-15,0 4 2 0,0-2-15 16,0 2 2-16,0 2-6 16,0 0-6-16,0 0 3 15,0 0-3-15,0 4-9 16,4 24-17-16,11 10 4 15,6 11 7-15,-2 5-7 32,2 0-5-32,-3 0 5 0,-3-2-8 15,1-8-1-15,-5-6 2 16,-3-8-2 0,2-12 0-16,-6-4 0 15,-2-7 6-15,1-7-4 0,-1 0 14 16,2-4 21-1,3-27 10-15,2-11 5 0,-2-6-27 0,1-10-7 16,1-8-3-16,5-2-8 16,-1 1-2-1,1 11-1-15,-1 14 0 16,-4 12 0-16,0 8 6 16,-5 8 5-16,-4 8-13 15,0 2-1-15,0 4-1 0,0 0-6 16,0 0-19-16,0 16-33 15,-6 16-46-15,-1-14-69 16,-2 0-411-16</inkml:trace>
  <inkml:trace contextRef="#ctx0" brushRef="#br0" timeOffset="74475.55">10812 13465 782 0,'0'0'56'16,"0"0"-56"-16,0 0 0 16,-17-12 134-1,17 12-42-15,0 0-74 0,0 0-18 16,0 0 2-1,0 0 9-15,0 18 4 32,0 16 17-32,0 7 3 0,0 2-13 15,0-6 1-15,0-5-15 16,0-4-6-16,0 0 2 16,0-6-3-16,2-6 0 15,2-6-1-15,-1-4 1 16,-3-4-4-16,2-2 0 15,-2 0-52-15,0 0-348 0,0-10-103 16</inkml:trace>
  <inkml:trace contextRef="#ctx0" brushRef="#br0" timeOffset="74808.92">10752 13331 943 0,'0'0'37'15,"0"0"-22"1,0 0-8-16,0 0 63 0,0-20-70 16,23 32 0-16,8 12 3 15,9 14-2 1,5 4-1 0,-8-2 0-16,-3 4 0 15,-16-9 3-15,-9-4-3 16,-9 1 0-16,0-4-1 15,0-1 2-15,-25-5 0 16,-11 1 6-16,-1-5-6 16,-4-1 7-16,5-3-4 15,7-6-3-15,7-4 5 0,7-4-5 16,8 0-1-16,7 0-8 16,0-2-61-1,0-6-140-15,17-4-116 0</inkml:trace>
  <inkml:trace contextRef="#ctx0" brushRef="#br0" timeOffset="75246.09">11244 13451 587 0,'0'0'91'0,"0"0"-88"16,0 0 34-16,9-40 121 16,-9 40-88-16,0-2-24 15,0 2-24-15,-2 0 3 0,-15 0-6 16,-6 8 12-16,-6 8-23 16,-2 2-5 15,2 0 8-31,6 0 38 0,13-4-39 15,3 2-10-15,7 0-7 16,0 8 7 0,17 1-5-16,18-2 5 0,4 4 2 15,-3-9-2-15,-1 4 4 16,-6 0-3-16,-8-4-1 16,-13 0 4-16,-8-2-4 0,0 0 0 15,-31 2 1-15,-25 0 6 16,-19-4 3-1,-12-2-5-15,2-8 3 0,10-2-8 16,15-2 0-16,19 0-15 16,41 0-115-1,0 0-378-15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1:05:49.96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1526 14993 365 0,'2'-22'137'0,"-2"18"-129"16,2-4 12-16,-2 0 67 15,3 2-3 1,-1 2-40-1,-2-2-13-15,2 2-1 0,-2 2-6 16,0 2 7 0,0 0-6-16,0 0 2 15,0 0 3-15,0 16 16 16,-4 20-35-16,-17 14-8 16,1 8 12-16,3 8-6 15,-6 5-6-15,4 5 11 16,-2-8-2-16,3-2-9 15,5-12-2-15,1-6 10 16,8-20-3-16,2-11-3 16,2-13 6-16,0-4-6 15,0 0 11 1,0-4 14 0,0-35 8-16,14-11 29 15,3-8-65-15,3-12 12 16,-5 12-13-16,4-5 7 15,-6 4-8-15,1-2 2 16,-6 5-4-16,4 8 4 16,-3 8-4-16,1 8 2 15,-1 6 0-15,1 12 0 0,-6 4 3 16,-4 8-3 0,0 2 0-16,0 0-4 15,6 0 3-15,5 30-18 16,10 12 17-16,3 16 2 15,1 4 7-15,2 0-7 16,4 9 0-16,0-5 3 16,-2 2 0-16,-3-2-6 15,-1-4 6-15,0 1-2 16,-3-13-1-16,-5-10 0 16,-3-12 0-16,-9-16 2 15,-1-8-2 1,-4-2 0-1,0-2 0-15,0 0 1 16,0 0-2-16,0 0-4 16,-2-2-18-16,-23-18-15 15,-4-3-55-15,-6 0-44 16,14 10-260-16,2 4 112 16</inkml:trace>
  <inkml:trace contextRef="#ctx0" brushRef="#br0" timeOffset="231.33">1321 15450 565 0,'-81'-20'195'15,"66"20"-126"1,9 0 28-16,6-2 90 16,0 2-150-16,0 0-33 15,8 0 4 1,21-2-6 0,13-2 15-16,16-4 3 15,13-6-4-15,10 0-16 16,4-4 4-16,6 0-4 15,-11 0 0-15,-20 10-7 16,-17 0-26-16,-30 8-38 16,-11 0-3-16,-2 0-48 15,-2 0-75-15</inkml:trace>
  <inkml:trace contextRef="#ctx0" brushRef="#br0" timeOffset="748.95">2214 15258 477 0,'0'0'237'16,"0"0"-227"0,49-50-8-16,-44 42 162 15,-5 3-100-15,0 4-21 16,0 1 7-16,0 0-3 15,-10 0-2-15,-19 0-35 0,-6 6-8 16,-9 12-4-16,-1 4 4 0,-6 6 3 31,6-8-3-15,16-2 5-16,12-4-1 0,17-10-4 0,0-4-4 16,2 0 0-1,48 0-14-15,11 0-1 16,11 0 9-16,-4 0 8 0,-21 6-16 15,-11 6-4 1,-16 6-7-16,-11 0 11 16,-9 4 2-16,0 2 14 15,-14-2 6 1,-37 4 10 0,-12-4 16-16,-8-4 1 0,-2-8-4 15,22-10 6-15,7 0-3 16,10 0-12-1,14 0-10-15,11-10-10 16,9 0-3-16,0-4-27 16,9 6-25-16,22-8-59 15,-14 14-72-15,1-2-123 0</inkml:trace>
  <inkml:trace contextRef="#ctx0" brushRef="#br0" timeOffset="1220.51">2472 15195 425 0,'43'-30'194'0,"-38"20"-187"0,-3 9-6 16,-2 1 93 0,0 0 1-16,0 0-31 15,0 0 32-15,0 0-70 16,0 0-15-16,-18 9-5 0,-16 14-6 15,-1-4 2-15,-1 3 0 16,7-5 5-16,9-3 7 16,7-4-4-1,4 2 1-15,9-2-11 16,0-2-3-16,11 2-4 16,27-2 7-16,7-4 0 0,5 6-4 31,0 2-9-31,-8-6 0 15,-13 6-32-15,-13-4 20 0,-16 8 24 16,0 2 2-16,-31 2 15 0,-14-2 16 16,3-4-1-16,-4-6 10 31,5-2-4-31,7 2-3 16,7-8 1-16,10 0-34 15,10 0-1-15,7 0-4 16,0 0-20-1,0 0-36-15,18-14-46 0,17-6-146 16,9 0 113 0,-21 12-99-16</inkml:trace>
  <inkml:trace contextRef="#ctx0" brushRef="#br0" timeOffset="2226.79">2727 15173 340 0,'0'0'181'0,"0"0"-64"16,31-41 17-16,-31 41 5 0,0 0-44 31,0 0-47-31,0 0-36 16,0 31 0-16,0 10-10 15,0 9-4-15,0 0 4 16,0 6 1 0,0-12-3-16,11-8 0 0,0-12 1 15,-2-16 2-15,0-8 0 16,4 0-3-16,14-6 2 15,2-30 35-15,6-12-9 16,-1-8-19-16,-16 10-8 16,-3 6 3-1,-3 5-4-15,-8 17 0 0,-2 13 10 16,-2 0 0-16,0 5 19 16,0 13-15-1,0 29-14 1,0 10 0-16,11 6 0 15,5-14 1-15,-1-6-1 16,4-8 0-16,-4-4-4 16,1-12-34-16,-6-14 4 15,4 0-12-15,-3-4-30 16,0-24-40-16,1-12 4 16,-4 0-28-16,1-4-166 15,1-2 253-15,-2 6 53 16,1 6 12-16,-3 16 56 15,0 8 71-15,-6 7 15 16,0 3-6-16,0 0-49 16,4 17-99-16,7 23 4 31,3 6 53-31,-4 2-52 16,3-4-3-16,-5-18 1 15,-2-8-1-15,-1-4 1 16,-3-12 23-16,0-2 24 15,2 0-29-15,1 0 1 0,4-24 30 16,4-12-7 0,1-8-45-16,-1 0 1 0,-4 13 3 15,0 8-4-15,-4 9-1 16,-1 10-1 0,-2 4-10-16,0 14-8 15,5 22 3-15,2 8 17 16,4-4 9-16,2-6-7 15,4-6 4-15,-3-10-6 16,-3-6-1-16,-3-6 1 16,9-6-1-16,-1-6 6 15,1-24-2-15,4-6 8 16,-8-8-10-16,-3 4-2 16,-2 0-7-1,-3 8 3 1,-3 10 4-16,-4 12 1 0,0 10-2 15,0 0 9-15,0 24-5 16,0 20 1 0,0 6-1-16,0 2 11 15,12-10-11-15,1-8-2 16,7-6 2-16,-5-12-1 0,2-6 2 16,-5-10-1-16,0 0-1 15,5-10 2-15,0-16 5 16,-9-26-8-1,-8-6-41-15,0-6-11 16,-11 30-140-16,-13 11-316 16</inkml:trace>
  <inkml:trace contextRef="#ctx0" brushRef="#br0" timeOffset="2373.25">3335 14891 503 0,'0'-4'679'0,"0"4"-849"16,29 12 139-16,4 16 25 15,-21-18-63-15,-4 2-368 16</inkml:trace>
  <inkml:trace contextRef="#ctx0" brushRef="#br0" timeOffset="2788.99">3636 15123 493 0,'0'0'58'16,"0"0"-54"-16,22 127 9 16,-15-79 15-16,1-8-20 15,0-10-5-15,-2-6 1 0,-1-8 30 16,-1-10 103-16,-2-2-60 15,2-4-19-15,8-4 12 16,-1-28 10 0,7-12-28-16,-1-8-37 0,2 10-1 15,-2 3-5-15,1 11-9 16,-3 14 2-16,-5 10 0 16,-4 4-4-16,3 0 2 15,0 27 0-15,2 9 3 31,7 4 2-31,4 0-2 0,3-8 2 16,2-4-4 0,0-8 1-16,-2-6-1 15,-2-10 2-15,2-4-3 16,-3 0 1-16,-7-22-6 16,-3-6-46-16,-12 16-214 15,0-2-502 1</inkml:trace>
  <inkml:trace contextRef="#ctx0" brushRef="#br0" timeOffset="3327.84">4246 15137 741 0,'5'-22'12'0,"-5"14"13"16,0 6 127-16,0 2-56 15,-19 0-36-15,-10 0-52 16,-6 24 2-16,-3 6 3 16,3-2 8-16,8 11-13 15,12-7-2-15,15-6-6 16,0-4-5-16,4-12 4 15,23-2 0-15,-3-6-20 16,7 2 11 0,0 4-8-16,-4 6 13 15,-5 12 1-15,-9 10 3 16,-1 8-3-16,-8 10 4 0,-1 4 0 31,-3-5-34-31,0-3 15 0,0-10-12 16,-34-10 27-1,-11-6 4-15,-5-14 30 0,-6-10 11 16,12 0-2-16,1-10-8 16,9-20-11-1,14-30-3-15,18-16 51 16,2-13-53-16,51-9-15 16,26 22-3-16,16 10 3 15,14 16-4-15,-1 10-4 16,-5 5-63-1,-72 35-132-15,-14 0-427 0</inkml:trace>
  <inkml:trace contextRef="#ctx0" brushRef="#br0" timeOffset="5266.72">5712 14712 702 0,'5'-26'61'0,"-5"18"-57"16,2 2 55 0,3 2 92-16,-5 4-76 15,0-4-29-15,0 4-27 16,0 0 5-1,0 0 0-15,0 0 5 0,0 0-29 16,0 0 2-16,0 18-1 16,6 34 0-1,5 11 15-15,5 9-16 0,4 0 3 16,2-16-2-16,-2-4-1 16,3-8 0-16,-2-4 0 15,-2-10 2-15,-4-6-4 16,-4-6 2-16,-2-10 0 0,-7-3-2 15,-2-5 3 17,0 0-1-32,0 0 8 0,0 0 1 15,0 0-5-15,0 0-3 16,0 0 15 0,0 0-7-16,0 0-4 0,0-10-4 15,0 2 3-15,0-2 0 16,0 2-3-16,0-5 0 15,0-1 11-15,0 4-8 0,-2-6 2 16,-2 10 0-16,2-4-6 16,-3 4 10-1,3 0-5-15,0 2 14 0,0 0-15 16,2 2 6-16,-3 0 1 16,-2 0-11-1,1 2 5-15,-2 0 2 0,-1 0-5 16,-2 0 9-16,-2 0-7 15,-4 0-2-15,-8 0-2 16,-6 8 3-16,-6 16-5 16,-8 2 2-16,-8 5 0 0,-5 6 3 15,0 8-3 1,0-1 3 0,6 0 3-16,7-4 4 15,7-4-10-15,9-12 2 16,15-8 2-1,7-10-4-15,5-6-1 0,0 0 0 16,0 0-6-16,0 0 5 16,0 0-14-16,0-6-18 15,9-8-7-15,-3 2-25 0,-1 4-35 16,-5 4-154-16,0 2-237 16</inkml:trace>
  <inkml:trace contextRef="#ctx0" brushRef="#br0" timeOffset="5901.28">6035 14815 501 0,'0'0'129'16,"0"-22"-94"-16,0 19 58 16,0 2 144-16,0-4-180 15,0 5-13-15,0 0-15 16,0 0-16 0,0 0-2-16,0 0 0 0,0 27 5 0,0 5 1 15,3 16 4-15,5 2-5 16,8 2-11-1,-1 2-4-15,6-12 0 0,3-2-1 16,-4-4 0-16,0-7 3 16,-2-10-2-1,-9-5-1-15,0-9 2 0,-5-3-3 16,-2-2 2-16,1 0 3 16,4-12 27-16,1-28 8 15,1-13-21-15,5-9-1 16,-3 2-7-16,-3-2 2 15,2-2-9-15,-6 8-2 16,1 11 4 0,-5 17-4-16,2 8 2 15,-2 10-3-15,0 8-3 16,0 2-14-16,2 0-43 16,0 2-206-16,-2 10-112 15,2 2-206-15</inkml:trace>
  <inkml:trace contextRef="#ctx0" brushRef="#br0" timeOffset="6171.08">6405 14985 598 0,'0'0'333'16,"0"0"-276"-16,0 0-41 16,5 14 119-1,-5 0-62 1,0 6-55-16,0 12-17 0,0 0 6 15,0 4 3-15,0 7 1 16,10-1-11 0,-2-12 3-16,0-2-1 15,-1-14-1-15,-1-2 1 16,0-10-2-16,-2 0-1 16,0-2-2-16,1 0-11 0,1-2-15 15,4-18-32-15,-6-6-25 0,-4 12-84 16,0 0-92-1</inkml:trace>
  <inkml:trace contextRef="#ctx0" brushRef="#br0" timeOffset="6486.96">6412 14927 797 0,'0'0'98'16,"0"0"-73"-16,0 0 40 15,0 0 5-15,-5 8-63 16,32 20-3 0,4 4-4-16,7 0 8 0,2 2-2 0,1-4-6 15,-2 2 0-15,-5 4 0 16,-12-5 3 0,-13 1-3-16,-9-9 2 0,0-5-1 15,-31-1 15-15,-9-3 8 16,-7-2-11-1,5-8-9-15,4-4-4 0,9 0-8 0,11 0-35 16,11-8-72-16,7-2-141 16,0 2-200-1</inkml:trace>
  <inkml:trace contextRef="#ctx0" brushRef="#br0" timeOffset="6840.71">6842 14971 663 0,'0'0'108'16,"0"0"-99"-16,0 0 74 15,0 0 91-15,27-58-68 16,-46 58-48-16,-4 0-38 16,-6 10-16-16,0 8-1 0,6 4-3 15,8 4-2-15,15 6 1 16,0 0-7-1,9-2 1-15,26 2 3 0,3-6-9 16,3-4 4-16,0 2-4 16,-3-3 7-1,-7-3 3-15,-8 0 1 16,-15-8-2-16,-5-1 0 16,-3 0 1-16,-15 3 3 15,-26-6 5 1,-14 2 20-16,-5-8-24 15,4 0 0-15,4 0-1 16,12 0-20-16,18 0-38 16,15 0-122-16,7 0-72 0,5 0-81 15</inkml:trace>
  <inkml:trace contextRef="#ctx0" brushRef="#br0" timeOffset="7372.55">7673 14790 782 0,'0'0'130'0,"0"0"-101"0,0 0 56 15,4-6-34-15,-4 15-28 16,-6 23-7 0,-21 8-6-16,-9 8 1 0,-6-2 5 15,-7 2-7-15,-7-2 11 16,3-2-6-16,6-5-10 15,7-3 15-15,13-13-8 16,9-5-1-16,9-4 6 16,9-5-15-16,0-1-1 15,0 0-1 1,29 2 17-16,11-2-10 16,10 2-1-16,21 0 2 15,-2-2-6-15,-5 0 0 16,-8 2-1-16,-21-6 2 15,-10 2 1-15,-9-4-3 16,-9-2 0-16,-7 2-1 16,0-2-1-16,0 0-23 0,0 0-21 15,0 0-41-15,0 0-59 16,0 0-123 0</inkml:trace>
  <inkml:trace contextRef="#ctx0" brushRef="#br0" timeOffset="7820.72">7880 14877 632 0,'0'0'105'0,"0"0"-102"0,0 0 24 31,0 0 153-31,31-48-142 0,-31 48-20 15,0 0 4-15,0 0 2 16,-4 18 1-16,-21 16 12 16,-8 8-8-16,-7-2-11 15,-7 4-1-15,-9-2-8 16,0-4 6-16,4-2 4 16,4-8-11-16,13-6 12 0,14-8-6 15,11-6-8-15,10-3 3 16,0-1-9-1,6-3 0-15,32-1 3 16,9 3 6-16,5-3-9 16,-4 0 1-16,4 0 4 15,-1 0-5 1,0 0 0-16,-4 0 1 16,-5 0 3-16,-11 0-6 15,-10 1 2-15,-11-1-7 16,-8 3-26-16,-2-3-43 15,0 0-44-15,0 0-114 0,-4 0-180 16</inkml:trace>
  <inkml:trace contextRef="#ctx0" brushRef="#br0" timeOffset="8577.4">8201 14887 424 0,'0'0'423'16,"0"0"-412"-16,0 0-2 15,11-50 143-15,-11 50 29 16,0 0-160-16,0 0-5 16,0 0-13-16,0 28-1 15,0 16 9 1,0 10-4-16,0 4-3 0,0-18-1 15,0 0-2-15,0-8-1 16,0-6 0-16,0-13 0 0,0-3 2 16,0-10-2-16,0 0 0 15,0 0 0-15,0 0 2 16,0-13 0 0,9-15 2-16,2-8 2 0,1-8-6 15,-2-2 0-15,-1-6-2 16,-1 4 5-16,-4 16-2 15,-2 10-1-15,-2 18 0 16,0 4 22-16,0 0-8 16,0 0-8-16,0 0-6 15,0 0-5 1,2 8-1-16,2 18-6 16,1 10 12-16,3 4 0 15,0 2 0-15,-4 2 0 16,3-4-13-16,-5 3 5 15,4-7-5-15,-1 10-5 16,0-12 15-16,-5 0-9 16,0-4 8-16,0-14 4 0,0-2-1 15,-3 0-2-15,-14-4-5 16,-6-2 8-16,-4-4 0 16,0 0 1-16,3-4 1 15,6 0 1-15,7 0 0 16,11 0 0-1,0 0 9 1,0 0-3-16,0 0 0 16,0 0-8-16,32 0-1 15,10-8-3-15,11-4-1 16,12 2 4-16,-9 0 0 16,4 2 1-16,-4 2 0 15,-10 0-1-15,-8 4 2 16,-16-2-1-16,-11 4-2 0,-9 0-29 0,-2 0-65 15,0 0-143 1,-4 0-196-16</inkml:trace>
  <inkml:trace contextRef="#ctx0" brushRef="#br0" timeOffset="9194.94">9476 14981 506 0,'-14'-18'100'16,"10"4"-97"-16,1 10 50 16,3-2 77-16,0 4-44 15,-2 2-42-15,0 0-30 16,0 0-9-16,-2 0-4 0,1 8 0 15,-6 18 28 1,0 12-15-16,3 0-5 16,1 4-4-16,5-12-5 0,0-4 23 15,0-8-13-15,0-4-3 16,7-4 5-16,6-3-11 16,1-7 18-1,3 0-16-15,6 0 13 16,3-8-5-1,3-19-11-15,-2-7-190 16,-22 14-84-16,-5 2-148 16</inkml:trace>
  <inkml:trace contextRef="#ctx0" brushRef="#br0" timeOffset="9311.16">9406 14696 583 0,'0'0'0'0,"0"0"-336"16</inkml:trace>
  <inkml:trace contextRef="#ctx0" brushRef="#br0" timeOffset="9698.44">9745 15091 325 0,'0'0'172'15,"0"0"-106"-15,0 0 219 16,0 0-180-16,0 0-46 0,130-34-8 16,-109-6-21-1,-3 0 1-15,-9 2-15 16,-9 4-5-16,0 16-11 0,-4 6-1 31,-21 10-1-31,-6 2-1 16,-5 2-3-16,-3 28 6 0,3 4 1 0,7 6 2 0,11 2-2 15,11-8 1 17,7-2-2-32,3-6 0 0,30-7 12 15,14-6-11-15,8-7 0 16,21-6-1-16,-5 0-35 15,-46-10-122-15,-5-6-382 16</inkml:trace>
  <inkml:trace contextRef="#ctx0" brushRef="#br0" timeOffset="10268.34">9474 15326 405 0,'0'0'386'15,"0"0"-346"-15,0 0 115 0,-25 2-45 16,25-2-73-16,0 0-37 0,22 0 6 16,25-4-5-1,15-8 4-15,14 2-5 16,-2 2 0-16,-1 2 5 16,-1 2-3-16,-17 0-2 15,-12 4 0-15,-19 0-3 16,-15 0 2-1,-7 0-5-15,-2 0-28 16,-4 0 11-16,-30 0-25 16,-17 8-20-16,-12 6 10 15,-5 0 57-15,1-2 1 16,-9 4 6 0,11 0 14-16,16-2 9 0,13-4 5 15,28-8 11-15,8-2-6 0,0 0-12 16,0 0-27-16,18 0-6 15,17 0 6-15,14 0 21 16,7-8-5-16,8-2-11 16,3 2-5-1,5-6 0-15,-3 6-32 0,-7-2-14 16,-46 6-135-16,-7 0-461 16</inkml:trace>
  <inkml:trace contextRef="#ctx0" brushRef="#br0" timeOffset="11153.32">10864 14726 396 0,'0'0'203'15,"0"0"-164"1,-16-44 142-16,14 42-67 15,2 2-43-15,0 0-12 16,-3 0-27-16,1 0-25 16,-2 28-5-16,2 16 2 15,0 1 10-15,-1 5 1 16,3-6-14-16,0-6 2 16,0-10-3-16,0-10 1 15,0-8-1-15,0-6 0 0,0-4 0 16,0 0 3-16,7 0-2 15,4-32 40-15,0-10-41 16,2-8-3-16,0-8-10 0,3-15-1 31,-3 7 13-31,1 8-3 0,-5 10-7 16,-5 28 10-16,-2 12 1 0,-2 2 9 16,0 4 11-16,3 2 0 15,-3 0 0-15,5 0-20 16,-1 8-8-16,5 12-2 15,2 6 10 1,-2 8 2-16,0 4-2 0,4 4 1 31,-4 7 1-31,-2 1-3 16,1 12 1-16,-5 0-1 16,-3-2-2-16,0-4-21 15,0-20-1-15,2-4 17 16,0-10-6-16,-2-4 8 15,0-4 2-15,0-6-6 16,0-3-9-16,0-4 1 0,0-1-7 16,0 0 1-16,0 0 20 15,0 0 3-15,-11 0-10 16,-2 0 9-16,-3 0 2 16,3 0 0-1,4 0 13-15,6 0 12 0,3 0 12 16,0-1-2-1,0-2-10-15,0-3 1 16,12 2-20-16,10-1 5 16,7-4-2-16,2 5-8 15,2-1 0-15,2-2-1 16,-7 1 0 0,-4-4-6-16,-1 2-127 0,-21 2-58 15,-2 0-171-15</inkml:trace>
  <inkml:trace contextRef="#ctx0" brushRef="#br0" timeOffset="11554.7">11691 14454 726 0,'0'0'214'16,"25"-35"-208"-16,-25 34 5 0,0 1 28 15,0 0 33-15,0 1-52 0,0 25 0 16,-15 17-10-16,-14 9 20 16,-2 10 0-16,-11 20-18 15,-12 14 2-15,-4 11 0 16,-8 3-13-1,3-6 11-15,5-11-12 0,11-11 10 16,12-20-8-16,8-12 18 0,9-16-5 16,10-14-13-1,5-8 7-15,3-12-9 0,0 0 1 16,0 0-3 0,0-6-32-16,9-20-42 15,9-6-39-15,-9 12-176 0,-2 2-208 31</inkml:trace>
  <inkml:trace contextRef="#ctx0" brushRef="#br0" timeOffset="12273.63">11777 14720 374 0,'0'0'117'0,"0"0"-33"16,0 0 70 0,16-18-4-16,-16 16-47 15,0 2-55-15,0 0-26 16,0 16-16-16,0 20 0 15,0 5 39-15,0 3-29 16,0-6-8-16,0-4-8 16,0-2 1-16,0-10 0 15,0-6-1-15,0-10 0 0,0-6 1 16,0 0 2 0,0 0-2-16,4 0 1 15,7-10 2-15,7-16-4 16,5-14-5-16,-4-4-3 15,-1 4-14-15,-7 5 22 16,-7 24-2-16,0 7 2 0,-4 4 4 16,0 0 6-16,0 0 7 15,0 22-15-15,0 10 2 0,0 8-4 16,0 0 0 0,0 2 0-16,6-2 1 15,7-4-1-15,1-2-2 16,-1-4 1-1,3-2-1-15,-10-2-22 16,-1-8 1-16,-5 1 11 16,0-7-33-16,-14-6-21 15,-20-2 23-15,-3-3 25 16,-5-1-15-16,-3 0 23 16,9 0 10-16,9 0 13 15,10 0 12-15,7 0 3 0,8 0 22 16,2 0-2-16,0 0 35 15,0-1-74-15,8 1 4 16,15-4-11-16,20-5 7 16,11 5 6-1,5-1-11-15,9-5 1 16,-10 3-5 0,-1 1 0-16,-1 2-3 15,-11-1-20-15,-9 0-111 16,-36-3-171-16</inkml:trace>
  <inkml:trace contextRef="#ctx0" brushRef="#br0" timeOffset="12522.12">12231 14829 987 0,'0'0'125'15,"0"0"-124"-15,0-14 3 16,0 14 12 0,17 0-14-16,9 10-2 15,8-1 1-15,1 0 0 16,5-5-18-16,-2-4-17 16,-3 0-55-16,-23 0-107 15,-6 0-194-15</inkml:trace>
  <inkml:trace contextRef="#ctx0" brushRef="#br0" timeOffset="13046.69">12788 14498 817 0,'0'0'122'0,"0"0"-122"15,0 0 0-15,0 0 3 16,0 0 1-16,41 60 31 16,-15-4-6-16,5 6-17 0,6 6-6 15,-2 3-5-15,1-7 2 16,-1-8-3-16,-6-10 8 15,-6-16-1-15,-12-12-1 16,-5-10 17-16,-4-8-5 16,-2 0 12-16,0 0 18 15,0-24-8-15,0-4-34 0,-8-6-6 16,-1 2 0-16,0 1 0 16,-2 8 2-16,2 5-3 15,-3 8 1-15,-5 10 0 16,-23 0 4-1,-14 40-7-15,-10 10 1 16,-3 8 4 0,13-8 2-16,7-8 0 15,12-10-3-15,8-5 5 16,12-12-6-16,6-3 0 16,9-12 1-16,0 0-1 15,2 0-4-15,29-4-71 0,11-19-108 16,-19 6-98-16</inkml:trace>
  <inkml:trace contextRef="#ctx0" brushRef="#br0" timeOffset="13480.83">13316 14570 906 0,'0'0'63'0,"0"0"-63"16,0 0 0-16,16-18 79 16,-16 18-4-16,0 0-32 15,0 4-9-15,0 20-28 16,0 12 16-16,0 8-17 16,0 8 4-16,0 20-5 15,9 1-2-15,9-3 4 0,-1-6-5 16,-5-26 0-16,-1-10-1 15,-5-12 2-15,-1-6-3 16,0-10 1-16,-1 0 0 16,5 0 9-16,4-12 13 15,3-16 11 1,2-20-2 0,0-2-27-16,0-14 6 15,1-6-8-15,2 2 5 16,-1 7-7-16,-3 13 0 15,-3 18 1-15,-9 14 0 16,-1 10-2-16,-4 6-27 16,0 6-40-16,0 12-62 0,-9 2-267 15</inkml:trace>
  <inkml:trace contextRef="#ctx0" brushRef="#br0" timeOffset="13728.56">13702 14895 738 0,'0'0'325'0,"0"0"-284"15,0 0-25-15,0 0-16 16,15 120 42-16,-9-78-24 16,-2-4-7-16,2-4-10 15,1-4 1 1,-1-13-1-1,0-7 2-15,-4-5-3 0,0-5-4 16,-2 0 0-16,0-4-51 16,0-36-84-1,-4 16-184-15,-6-4-50 16</inkml:trace>
  <inkml:trace contextRef="#ctx0" brushRef="#br0" timeOffset="13981.13">13711 14811 764 0,'0'0'181'15,"0"0"-165"1,0 0 17-16,0 0 55 16,0 0-82-16,151 50-6 15,-111-18 4 1,3 8-4 0,-12 2 0-16,-13 0 4 0,-13-2 1 15,-5-10 4-15,-8-4-2 16,-18-3 0-16,-6-5 8 15,-1-4-4-15,-5-6-7 16,3-2-1-16,2-6-3 16,1 0-38-16,28 0-22 15,2-6-106-15</inkml:trace>
  <inkml:trace contextRef="#ctx0" brushRef="#br0" timeOffset="14328.92">14277 14789 1009 0,'0'0'62'15,"0"0"-61"1,0 0 65-16,0 0 34 16,-18-19-100-16,-24 29 2 15,-3 17-3 1,3 0 1-16,15 8 0 15,19-7-3-15,8 6-2 16,2-6 0-16,31 2-2 16,5-6-15-16,4 6 16 15,-9-8 1-15,-13-8 3 16,-13 0-2-16,-7-2 4 16,-7-6 0-16,-32 2 3 15,-13-4 24-15,-2-4-7 0,4 0-20 16,9 0-4-16,17 0-49 15,24 0-140 1,0-10-383-16</inkml:trace>
  <inkml:trace contextRef="#ctx0" brushRef="#br0" timeOffset="14651.26">14747 14646 200 0,'0'0'248'0,"0"0"-96"15,0 0-41-15,38-14 44 16,-20 14-65-16,13 0-27 15,7 0-20 1,10 0-5 0,10 0-15-16,10 0 35 0,-1 0-25 15,-5 0-5-15,-13 0-16 16,-18 0-8 0,-15 0-4-16,-16 0-4 15,0 0-27-15,-27 0-111 0,-6 0-269 16</inkml:trace>
  <inkml:trace contextRef="#ctx0" brushRef="#br0" timeOffset="14845.25">14820 14740 576 0,'0'0'345'16,"0"0"-311"-16,0 0 14 15,0 0 93-15,0 0-65 0,85 17-29 16,-33-17-16-16,10 0-22 15,7 0-5-15,-4 0-8 16,-10 0-8-16,-13-5-65 16,-42-3-170-16</inkml:trace>
  <inkml:trace contextRef="#ctx0" brushRef="#br0" timeOffset="16387.64">14832 14448 525 0,'-7'-4'57'0,"7"4"-54"16,0 0 64-16,-2 0 54 15,2 0-67-15,0 0-21 0,0 0 1 16,0 0 7-1,0 0 8-15,0 0-6 16,0 0 1 0,0 0 38-16,0 0-61 15,0 0-9-15,0 0-9 16,0-7 18 0,7-16-14-16,15-9 10 0,4-11-4 15,1 5-13-15,0 2 0 16,2 4 0-16,-4 10 2 0,-4 10-4 15,-7 0 2-15,-5 10-3 16,0 2 1-16,-2 0 1 16,8 10 1-16,3 18 1 15,2 6 6-15,7-2-7 16,-3 0 0-16,1-6 3 16,4-5-2-1,0-10-1 1,0-8 2-16,-1-3 1 15,-1-5 13-15,0-22-2 0,-2-12-1 16,-3-1 7-16,-5 0-7 16,0-4-9-16,-7 8 3 15,-3 5-7-15,-5 12-3 16,-2 9-11-16,0 6-23 16,0 4-218-16,0 0-194 15</inkml:trace>
  <inkml:trace contextRef="#ctx0" brushRef="#br0" timeOffset="18761.71">15961 14315 396 0,'2'-10'199'15,"-2"8"-173"-15,0 2-16 16,0 0 80-16,0 0-14 16,0 0-37-16,0 0-28 15,0 0-7-15,0 22 1 31,-11 10 11-31,-5 6 51 0,6 3-48 16,-3-1 10-16,5-4-16 16,2-6 1-1,-1-8-10-15,5-6-3 16,0-12 20-16,2-4 6 16,0 0 0-16,0 0 10 15,0-14 5-15,0-16-11 0,6-4-31 0,5-4-3 16,1 0-2-16,-3-1 5 15,-5 7 0 1,-2 6 0-16,-2 8 3 16,2 8-2-16,-2 8 7 15,0 2 17-15,0 0-13 16,0 0-12 0,0 12-2-16,0 18-4 15,0 4 5-15,0 6 1 16,2 3 0-16,2 1 0 15,0 2 0-15,-2-6 0 16,0 2 0-16,0 0-2 16,-2-2 0-16,0-4-11 15,0-4 3-15,0-1 0 0,0-7 7 16,0-2 1-16,0 0-18 16,-6 0 9-1,-15-4-17-15,-5-2 4 16,-8-2 11-16,3-4 1 0,0-6-4 15,2 0 4-15,4-4 10 32,6 0 1-32,5 0 2 0,7 0 1 15,3 0 21-15,4 0-3 16,0 0 4 0,0-2 4-16,0 0 0 0,11-2-28 15,16-2 0 1,12-2 8-16,29-4-7 15,5 2 8-15,6 0 2 0,-2 4 0 16,-25 4-1-16,-10 2-10 16,-15-4-5-16,-12 4-22 15,-10 0-53-15,-5-4-91 16,0 4-88-16,-7-4-110 16</inkml:trace>
  <inkml:trace contextRef="#ctx0" brushRef="#br0" timeOffset="19070.12">16445 14382 927 0,'0'0'140'15,"4"-9"-129"-15,-4 13 48 0,0 28-30 16,2 9-1-16,5 7-1 16,9 14-13-1,1-4-3-15,-1-2-5 0,3-4-4 16,-7-21 3-16,-3-5-5 16,-5-12 0-16,0-4-2 15,-4-6-2-15,0-4-21 0,0 0-36 16,0-9-57-16,-14-4-85 15,-5-4-233 1</inkml:trace>
  <inkml:trace contextRef="#ctx0" brushRef="#br0" timeOffset="19248.99">16256 14578 718 0,'0'0'139'0,"0"0"-81"15,0 0 70-15,0 0-32 16,10-4-66-16,24 4-13 15,13 0 33-15,7 0-28 0,1 2-15 16,1 0 0-16,-5-2-6 16,-5 0-2-16,-3 0-8 15,-34 0-214-15,-3 0-177 16</inkml:trace>
  <inkml:trace contextRef="#ctx0" brushRef="#br0" timeOffset="19772.93">17095 14275 741 0,'0'0'266'0,"0"0"-229"15,0 0-37 1,0 0 84-16,0 0-60 15,11-10-23-15,3 42 6 16,-3 3 15-16,5 10 9 16,3 5-11-16,4 5-9 15,2 5 5-15,4-4-16 0,-2-4 2 32,2 2 1-32,-3-10-1 0,-2-8-3 15,-3-9 1-15,-9-13 0 16,-4-10 1-16,-4-4-1 15,-4 0 8-15,0-9-4 16,0-22 10-16,0-10-14 16,0 1 1-16,0 10-3 15,-8 8 2-15,-6 10 0 16,1 6 0-16,-3 6 2 16,1 0 14-16,-10 0-15 15,-8 12 1-15,-5 20-3 16,-9 12 2-1,-5 6 0-15,4 7 12 0,-2-3 0 0,8-10-3 16,13-6-9-16,4-14 1 31,15-10-2-31,10-8-2 16,0-6-7-16,0 0-51 16,17-4-3-16,-1-12-102 15,-5 2-172-15</inkml:trace>
  <inkml:trace contextRef="#ctx0" brushRef="#br0" timeOffset="20238.78">17512 14365 954 0,'0'0'84'0,"0"0"-81"16,0 0 47-16,22-38 45 16,-22 38-58-16,0 0-20 15,0 0 21 1,2 6-20-16,6 25-12 16,0 13 2-16,13 25 10 15,0 8-12-15,6 1-3 0,0-2-1 16,-7-26 2-16,0-7-5 15,-4-15 1-15,-5-16 0 32,-5-2 0-32,-1-10 0 0,0 0 0 0,-1-14 6 15,3-25-2-15,-1-7 12 16,-4-8-16 0,2-2 3-16,4-2-1 15,1-2-1-15,-1 4-1 16,4 6 3-16,-3 15-2 15,-5 17-1-15,-4 10-1 0,0 8-3 32,0 0-23-32,0 12-60 15,0 6-148-15,0 0-490 16</inkml:trace>
  <inkml:trace contextRef="#ctx0" brushRef="#br0" timeOffset="20492.93">17951 14614 1075 0,'0'0'114'0,"0"0"-99"16,0 0-9-16,2 66 20 0,-2-20 0 15,5 0-22-15,-1 2 2 16,0-3-6-1,2-13 3-15,-4-10-2 0,0-10-1 16,0-8 0-16,0-4-18 16,3 0-28-1,-5-26-73 1,0 4-113-16,0 4-192 16</inkml:trace>
  <inkml:trace contextRef="#ctx0" brushRef="#br0" timeOffset="20759">17926 14528 932 0,'0'0'15'0,"0"0"7"15,0 0 56-15,0 0-34 16,0 0-30-16,148 92-11 16,-95-40 1-16,-17-8-3 15,-9 2 1-15,-14-6-2 16,-11-1 0-16,-2-11 7 15,-9-2 12 1,-26-6 3-16,-12-8 8 16,0-4-24-16,2-8-1 15,10 0-5-15,10-6-93 16,25-10-92-16,0-2-277 16</inkml:trace>
  <inkml:trace contextRef="#ctx0" brushRef="#br0" timeOffset="21109.55">18404 14508 1091 0,'0'0'9'0,"0"0"35"15,0 0 36-15,0 0-47 16,-52 28-17-16,32-4-10 15,9 2-5-15,9-2 3 16,2 0-7-16,0 2 3 16,0 0 0-16,17 0-3 15,6-2 3 1,1 1-6-16,3 3 3 16,-4-6-3-16,-6-3 5 15,-10-2-10-15,-7-3 6 16,0-2 7-16,-20-2-2 15,-23-2 1-15,-21-6-1 16,-5-2-9-16,9 0-18 16,6-10-34-16,50 0-78 0,4-2-259 15</inkml:trace>
  <inkml:trace contextRef="#ctx0" brushRef="#br0" timeOffset="21994.59">15988 14107 299 0,'0'0'89'0,"0"-6"-57"16,-2 0 63-16,0 6 18 16,-3-2-14-16,1 0-30 15,-2 2 9 1,-4 0 49-16,-3 0-90 0,-7 0-16 15,-12 10-1-15,-19 30 21 16,-6 12 1-16,-9 18-7 16,0 12-9-16,10 5-10 15,3 7-4-15,8 6-3 16,14 4 4-16,13 3-2 16,18-3-11-1,0-10 0-15,38-10 0 16,22-12-9-16,16-9 7 15,6-13-12-15,5-10-10 16,3-14-8-16,-5-10-12 16,-8-12-54-16,-57-4-167 15,-7-8-389-15</inkml:trace>
  <inkml:trace contextRef="#ctx0" brushRef="#br0" timeOffset="22696.15">18526 13966 803 0,'0'0'37'0,"0"0"-9"15,9 14-5-15,35 35 38 16,18 11-23 0,13 18-21-16,6 14-3 0,-18 4 26 0,-10 3-5 15,-19 7 17-15,-18 6-8 16,-16-9-29-16,-4-8 0 16,-48-14-13-16,-21-21-2 15,-16-18 2-15,-15-12-2 16,7-12-16-16,61-18-240 15,9-8-210 1</inkml:trace>
  <inkml:trace contextRef="#ctx0" brushRef="#br1" timeOffset="33926.89">11770 16763 152 0,'12'-19'121'16,"-6"6"-121"-16,3 0 9 16,0-6-9-1,0-3 38-15,-2 0 2 16,-3-4-20-16,0 4 10 15,-4 4 1-15,0 4 23 16,0 4-18-16,0 6 6 16,0 0-5-16,0 4-37 15,0 0 5-15,0 0-5 16,0-4 0 0,0 4 0-16,0 0 6 0,0 0 5 15,0 0 3-15,0 0 0 0,0 0 15 16,0 0 4-1,0 0 15-15,0-4 11 16,0 4 6-16,0 0-7 0,0 0-6 16,0-2-16-16,0 2-1 31,0 0-9-31,0 0-6 0,0 0 3 16,0 0-8-16,0 0 6 15,0 0 0 1,0 0 6-16,0 0-24 15,0 0 1-15,0 0 3 16,0 0-6-16,0 0 2 16,0 0-3-16,0 2 0 0,0 24 0 15,0 6 0-15,3 12 4 16,1 10 12-16,1 4-13 16,2 5 4-16,-1 3-4 15,1 0 2-15,1-2 5 16,0-2-9-16,0-13-1 15,-1-9 8-15,-1-8-1 0,2-14-4 16,-6-6 2-16,0-6 12 16,0-2-11-16,-2-4-4 15,2 0 9-15,-2 0-10 16,0 0 1-16,0 0-2 16,0 0 1-16,0 0 1 15,0 0-2 1,0 0-13-16,0 0-5 15,0 0-19-15,0 0-5 16,0 0-22 0,-4 0-158-16,-14 0 142 15,-7 0 52-15,-8 0 28 0,-16 0 0 16,-7 0 10 0,0 0 36-16,5 0 8 0,18 4 9 15,6-4-16-15,9 4-6 16,8-4 8-16,7 0-20 15,3 0 5-15,0 0-13 16,0 0-11-16,0 0 7 16,0 0-5-16,0 0 7 15,5 0 12 1,8 0-23-16,16 0-4 16,13 0-4-16,38-8 10 15,14 0-10-15,8-2 0 16,12 2-1-16,-20 2 1 15,-7 6 0-15,-14 0 0 16,-20 0 1-16,-19 0-2 16,-18 0 1-16,-12 0 0 0,-4 0-2 15,0 0 4-15,0 0-2 16,0 0 0-16,0 0-21 16,-4 0-13-16,-8 0-28 15,-3 0-95-15,3 0-210 16,1-12-305-16</inkml:trace>
  <inkml:trace contextRef="#ctx0" brushRef="#br1" timeOffset="34259.54">11735 16695 573 0,'-61'-32'209'16,"49"24"-178"-16,12 4-29 15,0 4 128-15,0-4-13 16,0 2-62-16,8-2-50 16,17 0-2-16,10-6 12 0,7 6 11 15,6-4 2-15,2 4-2 16,8-2-11-16,7 2 20 15,2 0-24-15,-2 0-1 16,-14 4-7-16,-15 0-3 16,-19 0 0-16,-8 0-12 15,-9 0-19 1,0 4-39 0,0 0-115-16,-15 2-165 0</inkml:trace>
  <inkml:trace contextRef="#ctx0" brushRef="#br1" timeOffset="34608.06">12468 16986 425 0,'0'0'11'0,"0"0"-10"16,0 0 174-16,0 0 18 15,0 0-63 1,0 0-60-16,0 0-8 16,0 0-14-16,0 0-1 15,0 18-15-15,0 8-16 16,0 6-13-16,0 3 4 16,0 1 3-16,0 8-2 15,0-8 5-15,13-4-13 16,5-6 2-16,-7-16 4 0,5-2-6 15,-1-4-8-15,1-4-3 16,1 0-29-16,2 0-18 16,-9-16-92-16,-10 2-113 15,0-4-187-15</inkml:trace>
  <inkml:trace contextRef="#ctx0" brushRef="#br1" timeOffset="34930.5">12423 16906 1012 0,'0'0'69'16,"0"0"-69"-16,0 0 0 15,0 0 14-15,56-14 1 16,-3 36-12-16,8 6 0 0,-3 2 0 16,-8 2-1-16,-11 2-4 15,-12-6 2-15,-14 3-1 16,-9 1 3-16,-4-5 0 15,-6 0 0-15,-48 3 2 16,-17-8 10-16,-8-4-13 16,0-4 0-16,23-10 12 0,16-4-11 15,11 0 4-15,15 0-1 16,12 0-5-16,2-8-15 16,0-6-56-16,29 2-67 15,-9 6-83-15,2 2-117 16</inkml:trace>
  <inkml:trace contextRef="#ctx0" brushRef="#br1" timeOffset="35362.68">13018 16998 179 0,'0'0'211'15,"0"0"-127"-15,0 0 20 16,0 0 39-16,51-80 3 0,-51 80-34 15,0-4-21 1,-11 4-15-16,-11 0-23 16,-12 0-48-16,-3 0 5 15,-1 10 13-15,-1 2 3 16,13 2 1-16,10 0-20 16,12 4-6-1,4-2-2-15,0 2-1 16,18 4-1-16,10-2 0 15,5 1-15-15,0 2 17 16,0-1-12-16,-4 1 3 16,-5 3 10-16,-6-8-4 15,-7 4 4-15,-9-8 1 16,-2 0-2-16,0-2-2 0,-26-2 3 16,-30-2 10-1,-6-8-8-15,-5 0 1 16,7 0 4-16,24-14-3 15,12-8 1-15,10 4-5 0,12 2-17 16,2 2-18-16,0 4-60 16,14 10-81-16,1 0-201 0</inkml:trace>
  <inkml:trace contextRef="#ctx0" brushRef="#br1" timeOffset="36983.31">13374 16467 568 0,'-4'-4'115'15,"4"0"-113"-15,0 4 112 16,0-4-44-16,0 4-52 0,0 0-5 16,0 0 21-16,0-4-4 15,0 4 2-15,0 0 2 16,0 0-17-16,-2 0-1 15,-9 8 3-15,-9 22 17 16,-7 16-19-16,0 4-14 16,5 10 2-1,4 4 3-15,7 7-5 16,7-3 8 0,4 8-7-16,0-14-4 0,19-4 0 15,17-5 0-15,5-17 0 16,11-13-3-1,0-6 0-15,-3-13 3 0,-4-4-12 16,-12 0-6-16,-6 0-39 0,-5-8-71 16,-22 0-155-16,0-2-236 15</inkml:trace>
  <inkml:trace contextRef="#ctx0" brushRef="#br1" timeOffset="37469.49">13657 16677 315 0,'0'0'179'16,"0"0"-165"-16,0 0 13 16,39-106 57-16,-31 96 11 15,-3 6-10-15,-3 4-1 16,-2 0-12-16,0 0-4 15,0 0 46-15,0 0-71 16,-17 14-27-16,-12 8-15 16,-7 12 1-1,5 4 7-15,10 1 0 16,11-12-6-16,10-4-3 0,0-5 0 0,6-4-5 16,23-2-2-16,7-2 7 15,6-6-1-15,3 4-9 16,-3-2-4-16,-7 2-2 15,-6 6-2 1,-13-6-5-16,-9 6-7 0,-7-2 28 31,0 6 4-31,-25-4 12 0,-31 4 10 16,-6 0-6 0,-3-10-1-16,7-2-3 15,25-6-2-15,14 0-4 0,11 0-8 16,8 0-26-1,0-14-45-15,36-4-73 0,13 0-48 16,9 4-46-16,7-4 47 16,-39 10 27-16</inkml:trace>
  <inkml:trace contextRef="#ctx0" brushRef="#br1" timeOffset="38058.05">13941 16816 72 0,'0'0'117'0,"127"-58"-51"16,-90 26 42-16,-10 1 61 15,-9 5-50-15,-7 2 4 16,-9 4 9-1,-2 10-39-15,0 6-16 16,0 4-8-16,-4 0-18 16,-18 0-7-16,-5 12-41 15,-11 20 2-15,0 12-10 16,0 1 9 0,10-3-4-16,12-2 3 0,11-6-2 15,5-12 1-15,0-12-2 0,0-6 9 16,23-4-7-16,8-8-2 15,9-20 0 1,-5-2-6-16,-3-2 6 0,-10 2-14 16,-9 7-7-16,-3 5 21 15,-8 13-3-15,-2 5 1 16,0 0 1 0,0 5 1-16,0 22-1 15,0 13 3 1,0 4 1-16,0-4 0 15,4-8-3-15,9-10 0 0,5-14 0 16,4-8 0 0,3-12 1-16,1-24 0 15,-1-8 1-15,-7-6-2 0,-9-4-9 16,-5 1-5-16,-4-5 4 16,0-4 9-16,0 4-2 15,0 4-3-15,0 18 5 16,-2 14 2-16,-2 18 2 15,2 4 65-15,0 0-41 16,2 26-27-16,0 18 0 0,0 36-3 31,10 6 6-31,11-1-5 16,2-5 2-16,-2-26 0 16,-8-10-1-16,1-4 1 15,-6-18-1-15,-3-4-4 16,-5-12-37-16,0-6-35 15,0 0-140-15,-5-6-184 0</inkml:trace>
  <inkml:trace contextRef="#ctx0" brushRef="#br1" timeOffset="38205.36">14145 16780 304 0,'0'0'857'0,"0"0"-852"15,0-26-2-15,47 17-3 16,24 0 18-16,10-5-16 0,1 5-2 15,-15 1-12-15,-54 7-128 16,-10 1-337-16</inkml:trace>
  <inkml:trace contextRef="#ctx0" brushRef="#br1" timeOffset="38590.94">14546 16347 556 0,'0'0'441'0,"0"0"-424"16,0 0-17-16,0 0 0 15,0 0 35-15,94 130 2 32,-34-64-19-32,4 10 1 0,-5 4-4 15,-6 11-4-15,-15-3 5 16,-18-2-11-16,-15-6-1 16,-5-9 0-16,-25-17 1 15,-19-10 9 1,-3-16 22-16,5-10-36 15,8-10-10-15,10-8-24 0,13-14-81 16,11-8-254-16,0-4-276 16</inkml:trace>
  <inkml:trace contextRef="#ctx0" brushRef="#br1" timeOffset="38944.46">15327 16713 573 0,'0'0'225'0,"0"0"-193"15,0 0 15-15,0 0 112 16,-25-14-77-16,25 10-60 16,11 0-22-1,18-6 9-15,8 2 3 0,19-6-2 16,-2 2-7-16,-4 6 2 16,-13-2-5-16,-20 8 1 15,-9 0-4-15,-8 0-7 16,0 0-35-16,-5 12-34 15,-13-2-135-15,-2-2-52 0</inkml:trace>
  <inkml:trace contextRef="#ctx0" brushRef="#br1" timeOffset="39123.21">15325 16848 748 0,'0'0'144'16,"0"0"-126"-16,0 0 58 15,0 0 32-15,29 8-47 0,13-22-32 16,4 2-15-16,3 2 5 16,-5 2-18-16,-7 4-2 15,-16 4-2-15,-21 0-92 16,0 0-92-16</inkml:trace>
  <inkml:trace contextRef="#ctx0" brushRef="#br1" timeOffset="40636.18">16144 17004 543 0,'-4'8'184'15,"-1"-8"-177"-15,3 4-6 16,0-4 76-16,2 0 45 0,0 0-66 16,0 0-33-16,0 0 20 15,0 0 13-15,0 0-2 16,0 0-7-16,0 0-19 16,0-4-1-16,0-14-11 15,9-4 6 1,11-18-14-1,5-8-7-15,3-6-1 0,6-4-2 16,-1-10 0-16,1-11-6 16,-1-21 0-1,-8-2 5-15,-10 4 0 16,-9 21 3-16,-6 37-1 16,0 22 0-16,0 14 1 0,0 4 2 15,0 0 2-15,-2 8-2 16,-9 34-2-16,-3 28-9 15,4 11 8-15,5 9 1 16,5-2-2-16,0-12 2 16,5-4-1-16,13-17 1 15,1-15 0 1,2-14-1 0,1-12 4-16,5-14-3 0,1 0 1 15,3-28 6-15,4-16-1 16,-6-9-5-16,-6-7-2 15,0-6-4-15,-7-10-5 16,-5 0 9-16,-9 6-7 16,-2 6 6-16,0 23 2 15,0 15 0-15,0 16 29 0,0 6-12 16,0 4 8-16,0 0-25 16,0 50-13-1,0 22 9-15,0 21 0 16,2 1 4-16,21-28 0 15,-1-6 0-15,0-7-3 0,0-13 3 16,-7-14-7-16,4-6-9 0,-1-8-25 31,-1-12-28-31,-3 0-87 0,-12 0-171 16,-2-14-136 0</inkml:trace>
  <inkml:trace contextRef="#ctx0" brushRef="#br1" timeOffset="40982.71">16873 16607 557 0,'0'0'341'16,"0"0"-291"-16,6-24-41 16,-6 38 48-16,0 22-30 15,0 12 16-15,0-3-9 16,5-3-15-16,1-6-16 16,-3-10-2-16,-3-12 9 0,2-6 3 15,-2-8 41-15,5 0-47 16,8 0 3-16,3-30 15 15,13-20-15-15,0-9-3 32,-3 1-7-32,-4 4 0 15,-8 24-1-15,-5 12 2 16,-5 12-1-16,-2 6 0 0,0 0 0 16,0 32 7-16,5 12-5 15,5 10 2-15,3-4 1 16,3-1-1-1,2-9-8-15,0-8-27 16,-2-14-3-16,-3-6-51 0,1-12-56 16,-14 0-114-16,3-8-182 15</inkml:trace>
  <inkml:trace contextRef="#ctx0" brushRef="#br1" timeOffset="41531.94">17380 16210 1003 0,'0'0'70'15,"0"0"-70"-15,0 0 37 16,0 0 43 0,0-46-46-16,0 46-34 0,-4 22-8 15,-7 22-2-15,-3 14 10 16,1 15 2-16,3 7-2 0,-2 0 0 15,7 0 8-15,5-8-4 16,0-9-2-16,11-13-2 16,14-10 0-1,4-18-5-15,0-10-15 0,2-12 16 16,3 0-8-16,3-26 6 16,4-28-8-16,-10-13-5 15,-8-5 15-15,-13-2 0 16,-10 20 4-16,0 18-1 15,0 14 2-15,0 14 10 16,0 8 29-16,-4 12 5 0,-2 32-32 16,0 6-13-16,6 4 0 31,0-2 0-31,8-12-1 16,13-8-4-16,2-14 5 15,2-9-4-15,-1-9 8 16,8-4-2-1,-3-32 3-15,-6-9 0 0,-9-5 2 16,-14 10-6-16,0 0 0 16,-2 4 7-16,-23 14-5 0,-6 10-3 15,0 12 1-15,-4 0-1 16,3 14-4-16,5 20-12 16,7 2-21-16,20-18-38 15,0-6-462-15</inkml:trace>
  <inkml:trace contextRef="#ctx0" brushRef="#br1" timeOffset="41786.57">18105 16427 690 0,'0'0'510'15,"0"0"-520"-15,-60 32 10 16,37 16 7-16,6 6-5 16,1 18-2-16,5-6 0 15,5-7 3-15,0-9-2 16,6-24-1-16,0-8-5 16,0-10-13-1,0-8-46-15,0 0-48 16,0-8-137-16,0-10-47 15</inkml:trace>
  <inkml:trace contextRef="#ctx0" brushRef="#br1" timeOffset="41971.49">17895 16525 524 0,'0'0'192'0,"0"0"-93"16,0 0 45-16,0 0 26 0,0 0-81 16,21-18-71-16,16 72 1 15,13 4 13-15,7 0-22 16,1-8-7-16,-2-1-3 15,-9-9-4-15,-14-8-3 16,-22-6-85-16,-11-26-159 16,-2 0-273-16</inkml:trace>
  <inkml:trace contextRef="#ctx0" brushRef="#br1" timeOffset="42735.2">16306 17231 396 0,'0'0'293'0,"0"0"-292"0,0 0 12 15,-48-8 37-15,44 8 43 16,-1 0-48-1,3 0-37-15,2 0 36 16,-3 0 7-16,3 0-6 16,0 0-7-16,0 0-2 0,0 0 8 15,0 0-13-15,0 0-7 16,0-4 1-16,20-2-25 31,22-2 12-31,22-6-8 16,15 0 0-16,17-2 6 15,22-2-10-15,23-1 3 16,15 6-1-16,13-5 1 0,3 5-3 16,-6 7 0-16,-12 2-5 15,-17 4 5-15,-20 0 0 16,-32 0 1 0,-27 0 3-16,-27 0-6 15,-27 0 2-15,-4 0 0 0,0 0 3 16,0 0-1-16,0 0 25 15,0 0-6-15,0 0-21 0,0 0-7 16,0 0-21 0,0 0-29-16,-2 0-35 15,-9 0-700-15</inkml:trace>
  <inkml:trace contextRef="#ctx0" brushRef="#br1" timeOffset="43337.09">17160 17365 532 0,'0'0'239'0,"0"0"-214"31,-13 0-9-31,13 0 151 0,0 0-61 16,4-10-48-16,19-2-41 16,8-2-6-16,7 0 0 15,6 2 7 1,5 4-6-16,-5 6-8 0,-1 2-1 15,-12 0-6 1,-9 0 2-16,-12 24-9 0,-10 10 4 16,0 6-5-16,-16 2 11 15,-18 6-1-15,-8 1 2 16,-7-3-1-16,-2-2 0 16,0-4 0-16,3-10 15 15,9-10 6-15,12-4 5 16,14-10 10-16,8-6-7 0,5 0 8 15,0 0-20-15,0 0-2 16,18 0-10-16,31-10 4 16,13-4-2-16,14-2-5 15,11 2 4-15,-7 4-6 16,4-2 6-16,-5 6 16 16,-12-2-14-1,-20 4-5-15,-20 4-3 16,-17 0-17-16,-10 0-21 15,0 0-25-15,-6 0-14 16,-14 0-34 0,-1 0-675-16</inkml:trace>
  <inkml:trace contextRef="#ctx0" brushRef="#br1" timeOffset="45028.86">18699 16527 750 0,'-8'-36'92'15,"8"18"-87"-15,0 0 14 16,0 8 70-1,0-2-45-15,0 8-41 0,6 2 8 16,-1 2-2-16,-1 0 9 16,3 2 7-16,4 24-15 15,4 14 4-15,4 4 16 0,3 10 1 16,3 4-11-16,-1 0-17 16,0 5-1-1,1-9 2-15,-2-2-3 16,-6-12-1-16,-5-8 2 0,-6-14-1 15,-4-10 0 1,0-8 5-16,-2 0 37 0,0 0-4 16,5-8-2-16,-3-18-11 15,4-10-9-15,2-4-2 16,0-6-8-16,3-6-3 16,-1-7 8-16,1-5-12 15,-5-2 6-15,0 4-6 31,0 8 1-31,-2 10 4 0,0 13-4 16,-1 18 4-16,-1 7-2 16,0 6-4-1,-2 0 1-15,0 0 0 0,0 0-3 16,4 0 1-16,3 6-2 16,4 24 0-16,7 14-3 15,2 10 7-15,3 4 0 0,1 4 0 16,0-4 2-16,1 5-2 15,-5-13 0 1,-3-2-2-16,-3-8 2 16,-5-16 0-16,-3-6 0 0,-3-10 0 15,-1-8 2 1,3 0-2 0,2-8 8-16,3-24-4 15,4-8 14-15,3-8-11 16,4-7-5-16,-2-13 11 15,4-2-13-15,2-6 2 16,-5 8-2-16,-3 12 3 16,-1 15-2-16,-5 18-1 15,-2 6 0-15,-2 12-4 0,-5 5-7 16,0 0-23-16,-2 0-34 16,0 18-29-1,0 4-110-15,0 4-274 0</inkml:trace>
  <inkml:trace contextRef="#ctx0" brushRef="#br1" timeOffset="45483.62">18539 17205 685 0,'0'0'196'15,"-31"0"-165"-15,31 0 175 0,0 0-144 16,0 0-28-16,13-4-24 15,32-10 26 1,20 0-6-16,20 2-15 0,21-6 7 16,2-1-12-16,12 6-4 15,7-1-3-15,-2 5 0 16,-7 0 1 0,-20 4-4-16,-23 1 1 15,-28 0 4-15,-22 4-5 16,-21 0-4-1,-4 0 1-15,-2 0-47 16,-37 0 20-16,-11 0-54 0,-8 8-99 16,-11 6-100-1,40-5-2-15,6-4-114 0</inkml:trace>
  <inkml:trace contextRef="#ctx0" brushRef="#br1" timeOffset="46032.74">19036 17249 493 0,'0'0'265'0,"0"0"-236"16,0 0-15 0,0 0 123-16,-9-4-85 0,27-4-8 0,-9 6 2 15,-2 2 15-15,-7 0-16 16,0 0-17-16,0 0 1 15,0 10-15-15,0 26-7 16,0 0 24-16,0 12-13 16,0-4-16-1,0 6-1-15,2-5 0 0,-2-1-1 16,0-4 0-16,0-8 2 16,0-14-2-1,0-6 0-15,0-10 2 0,0-2 2 16,0 0-6-16,0 0 2 0,0 0 0 15,0 0 8-15,0 0-6 16,0 0 0-16,0 0 22 31,0 0-5-31,4 0 6 16,10-10-3-16,10-2-13 16,12-2 0-16,11 0-9 15,11 0-1-15,6-2 6 16,28 6-5-16,-3 0 0 15,-10 2 1-15,-15 8 8 16,-41 0-3-16,-11 0-4 16,-12 0-2-16,0 0-3 15,0 0-7-15,-4 0-20 0,-16 0-21 16,-7 4 7-16,-5 2-49 16,20-2-116-16,-2-4-153 15</inkml:trace>
  <inkml:trace contextRef="#ctx0" brushRef="#br1" timeOffset="47086.6">20266 16447 564 0,'6'-32'78'0,"-3"18"-38"15,-3 0 71-15,2 6 15 16,-2-1-64 0,0 4-21-16,0 1 15 15,0 4-6-15,0 0-15 16,0 0 6-16,0 0-21 16,-11 4-13-16,-18 28-7 0,-7 16 0 15,-6 14 3-15,2 14 2 16,0 6 4-16,2 11-1 15,3 5 3-15,8 0-11 16,13-4 0-16,14-13-1 16,4-5 1-1,44-10 0-15,10-20 3 0,6-12-2 0,-8-20 8 16,-3-10-7-16,0-4 2 16,-1 0 4-16,-8 0-6 15,-11 0-2-15,-10 0 0 16,-14-4-10-16,-9 0-15 15,0-6-36 1,0 2-42 0</inkml:trace>
  <inkml:trace contextRef="#ctx0" brushRef="#br1" timeOffset="47586.71">20471 16481 244 0,'0'0'577'0,"0"0"-577"16,0 0 17-1,0 0 38-15,-22-94 59 16,22 94-69-16,0 0-24 15,0 0-4-15,0 24-7 16,0 20 11-16,11 8 24 16,5 12-4-16,4 2-22 15,2 6-18-15,0 3 10 16,3-7-11 0,-4-6 0-16,-2-4 2 0,-1-18-2 0,-7-12 0 15,-5-10 0-15,-2-14 11 16,4-4 6-1,-2 0 10-15,7-28 28 16,8-16-4-16,-1-10-31 16,2-8-10-16,2-8-6 15,-1-8 9-15,2-3-4 0,-4 1-5 16,-5 14 1-16,-1 16-3 0,-7 16-2 16,-4 16 7-1,-2 9 0-15,-2 9-8 16,0 0-35-16,0 0-35 15,0 17-44 1,0 1-105-16,0 6-179 16</inkml:trace>
  <inkml:trace contextRef="#ctx0" brushRef="#br1" timeOffset="47934.47">21186 16669 564 0,'0'0'168'16,"0"0"-147"-16,0 0 50 15,-76-6 84-15,30 30-91 0,2 7-21 16,3 5-7 0,16 4 22-16,12 0-58 15,13 4 0-15,0-12 0 16,9 4-6 0,26-14-1-16,6-4 0 0,1-10-5 0,-11-8-3 15,-2 0-36-15,-8 0-74 16,-21-4-131-16,0-10-337 15</inkml:trace>
  <inkml:trace contextRef="#ctx0" brushRef="#br1" timeOffset="48173.65">21149 16842 749 0,'0'0'216'0,"0"0"-201"15,0 0-10-15,0 0 114 16,0 0-62-16,39 0-28 0,-20 28 4 15,-4 8-16-15,1 4 3 16,-5 4-12 0,-3 0-6-16,-6 1 5 15,-2-5-6-15,0-4-2 16,0-8-10 0,0-10-40-16,-4-6 2 0,2-12-23 15,2 0-67 1,0 0-142-16,0-4-107 15</inkml:trace>
  <inkml:trace contextRef="#ctx0" brushRef="#br1" timeOffset="48576.83">21550 16709 456 0,'0'0'591'0,"0"0"-553"15,0 0-36-15,0 0 73 16,-85-36-6-16,49 46-48 16,5 11-4-16,19-3-14 15,4 0 1-15,8 4-4 16,0 0 0-16,0 2 1 16,14-2-1-16,7 0 0 0,6-4-2 15,0 4-2-15,0-4 3 16,0 0-4-16,0-4-17 15,-4 2 0-15,0-2 6 16,-11 0 13-16,-12 0-2 16,0 2 3-1,-25 2-1 1,-25-4 3-16,-8-6 13 16,-4 2-4-16,4-10 2 15,12 0 9-15,12 0-1 0,14 0-11 16,11 0-8-16,7-4-7 15,2-6-33-15,0-4-33 16,15 6-92 0,6 4-796-16</inkml:trace>
  <inkml:trace contextRef="#ctx0" brushRef="#br1" timeOffset="49026.35">21779 16768 1117 0,'0'0'11'0,"0"0"42"0,0 0 21 15,-13-6-43 16,17 6-18-31,21-4-4 16,10-5-2-16,9 4-6 0,6-3 12 0,-2-5-12 16,-3 8 1-16,-9-4 0 0,-5 5-2 31,-8 3-4-31,-4 1-34 16,-5-5-46-16,-14 1-90 15,0 4-330-15</inkml:trace>
  <inkml:trace contextRef="#ctx0" brushRef="#br1" timeOffset="49458.49">22167 16477 807 0,'0'0'288'0,"0"0"-288"16,0 0 8-16,0 0 45 31,0 0-53-31,13 14 0 0,9 24 2 16,7 30 12-1,0 8-11-15,-4 5 6 16,-1-1-3-16,-8-18-4 16,-1-8-2-16,1-14 0 15,-5-10 0-15,-2-16 1 0,-4-8 1 16,-1-6 1-16,-4 0 18 0,9-2-1 15,-3-24 27 1,6-14-7-16,1-8-18 16,3-2-2-16,-1-4 1 15,5-8 1-15,3-19-9 16,-4 1 2-16,2 8-15 16,-10 16 1-1,-5 36 14-15,-6 12-6 16,0 4-2-16,0 4-7 15,0 0-9-15,0 0-42 16,0 4-59-16,0 10-68 16,0 0-211-16</inkml:trace>
  <inkml:trace contextRef="#ctx0" brushRef="#br1" timeOffset="49743.53">22755 16744 649 0,'0'0'309'16,"0"0"-265"-16,0 0 9 15,0 0 73-15,29 40-60 16,-25-8-57-16,1 8 38 16,-3 4-33-16,0 2-12 15,0-2 0-15,0 0 0 16,0-12 0-16,1-10-2 15,2-8-9 1,-3-10-3-16,4-4-22 16,1 0-34-16,-1-4-72 15,-6-5-166-15,0-10-219 16</inkml:trace>
  <inkml:trace contextRef="#ctx0" brushRef="#br1" timeOffset="49913.75">22603 16838 882 0,'0'0'182'16,"0"0"-172"-16,0 0 39 0,0 0 58 16,0 0-74-16,15-52-22 15,35 46-11-15,8-2-1 16,6-2-2-16,-3 2 1 16,-10-6-25-1,-11 0-34-15,-38 10-110 16,-2-5-330-1</inkml:trace>
  <inkml:trace contextRef="#ctx0" brushRef="#br1" timeOffset="50282.97">22924 16174 760 0,'0'0'292'0,"0"0"-276"16,0 0 10-1,0 0-16-15,12-2-6 16,32 52 13 0,5 8 2-16,5 18-14 0,1 13 1 15,-8-7-5-15,-3 6 5 16,-3 6-5-16,-8-1 1 15,-6 1 14-15,-12-4-15 16,-8-6 1-16,-7-11 6 0,0-21 9 16,-27-6-5-1,-15-12-10-15,-4-14 10 16,-8-8-12-16,2-12-26 0,4 0-34 16,32 0-129-1,3-22-399-15</inkml:trace>
  <inkml:trace contextRef="#ctx0" brushRef="#br1" timeOffset="50830.65">23111 15859 286 0,'0'0'432'0,"0"0"-320"15,0 0-21 1,0 0 52-16,5-92-32 16,12 84-54-1,6-2-13-15,6 2-19 16,11 2-3-16,9 2-3 16,7 4-15-16,-3 0 5 0,-8 0-9 15,-12 18 0-15,-15 14-3 0,-16 12-3 16,-2 4-3-1,-13 10 4-15,-31-3 4 16,-4-11-3-16,-5-4 4 16,9-14 5-1,14-10 0-15,18-8 13 0,8-4-11 16,4-4-4-16,0 0 0 16,37 0 1-16,18-18 10 15,19 0 2-15,6 0-16 16,-2 0-1-16,-9 2-12 0,-13 2-19 15,-17 5 2 1,-39 8-43-16,0 1-778 0</inkml:trace>
  <inkml:trace contextRef="#ctx0" brushRef="#br1" timeOffset="52305.85">24201 16116 538 0,'2'-6'50'0,"0"2"-41"16,-2 0 50-16,0 4 60 15,0-4-16-15,0 2-49 16,0 2 2 0,0-2 3-16,0 2-4 15,0 0-24 1,-6 0-9-16,-12 0-21 15,-9 0 2-15,-2 18 3 16,-11 16-6-16,-10 12 9 0,0 20 4 16,-6 23 2-16,7 9 7 15,7 10-14-15,10-2-8 0,14-2 11 16,16-5-9 0,2-11-2-16,10-4 3 15,25-16-3-15,14-5 0 0,31-5 1 16,3-14 13-1,1-12-8-15,-1-10-5 16,-30-18 3-16,-6-4-2 0,-9 0 5 16,-14 0-7-16,-8 0 1 31,-9 0-2-31,-5-4 1 0,-2 0 0 16,0-2-2-16,0-2-4 15,-7 4-16-15,-4-2-81 16,-3-2-9-16,8 4-128 15,0 0-218-15</inkml:trace>
  <inkml:trace contextRef="#ctx0" brushRef="#br1" timeOffset="53173.75">24506 16348 720 0,'0'0'21'15,"0"0"-16"-15,0-32 95 0,0 32-15 16,0 0-62-16,0 22-13 16,-4 19-7-1,-8 7 27-15,1 6 22 16,1 0-47-1,-2-4-2-15,1-10 3 16,1-10-2-16,4-12 10 0,6-14 9 0,0-4 7 31,0 0-18-31,0 0 6 16,2-22 19-16,14-14-22 0,-1-8-15 0,6-18 2 31,-5-4-2-31,-5 6 2 0,2 7 1 16,-9 35 2-1,-4 8-5-15,3 6 15 16,-3 4 9-16,0 0-20 16,0 14-4-16,0 26-6 0,9 13 6 15,1 5-1-15,9 2 5 16,-2 2-8-16,-3-4 2 16,-1-1-1-16,-5-3-23 15,-4-10 2-15,-4 6 6 31,0-14-6-31,0 0 3 16,-6-10-5-16,-9-12-8 16,-3-6 18-16,-4 0-3 0,-5-2 19 0,1-2 0 31,-3 0 1-31,-3-4 9 0,3 0 1 16,5 0 1-16,9 0 29 15,7 0-5-15,6 0 51 16,2 0-69-16,0 0-7 15,0 0-10-15,0 0 2 16,20-4-5-16,18 0 2 16,22-6 0-16,5 2-1 15,9-2 2-15,1-2-4 0,-10 6 3 16,-14 2 0-16,-9 0-3 16,-15 0-41-16,-11 4-27 15,-12 0-6-15,-4 0-68 16,-2 0-88-16</inkml:trace>
  <inkml:trace contextRef="#ctx0" brushRef="#br1" timeOffset="53558.91">25155 16230 901 0,'0'-4'56'16,"0"4"-51"-16,2 0 66 15,-2 0 9 1,0 18-52-16,2 18-25 15,0 14 12-15,0 8 25 16,3 5-22-16,1 7 3 16,4-8-13-16,-2 0-6 15,-1-3-1-15,2-5-1 16,-4-14-4-16,-3-8 4 16,0-6-7-16,-2-12-8 15,0-10-17-15,0-4-10 16,0 0-78-16,0 0-72 15,0-14 9-15,0-4-157 0</inkml:trace>
  <inkml:trace contextRef="#ctx0" brushRef="#br1" timeOffset="53814.54">24968 16567 550 0,'0'0'170'0,"0"0"-134"16,0 0 21-16,0 0 81 15,0 0-67-15,-52-32-47 16,52 32-15-16,4 0 28 16,19 0 9-16,8 4-12 0,13-4 1 15,14 0-8-15,14 0-3 16,6 0-16-16,0-10-7 16,-13 6 3-16,-13 4-3 15,-11 0-2-15,-21 0-105 16,-7 0-34-16,-13 0-137 15,0 0-222-15</inkml:trace>
  <inkml:trace contextRef="#ctx0" brushRef="#br1" timeOffset="54917.45">26092 16160 400 0,'-8'-24'372'0,"5"16"-339"16,3 4-14-16,0 4 133 16,0 0-54-16,0 0-57 15,0 0-29-15,0 0-2 16,0 0 3-16,0 8-13 16,7 20 9-16,7 12 12 15,-1 8-19-15,2 15 12 0,1 9-13 16,-5 4 1-16,5-4-2 15,-1 8 0 1,-1-10 1-16,-3-15 0 16,-5-15-1-16,-4-26 0 15,-2-6 2 1,0-8-1-16,2 0 0 16,-2 0 0-16,4 0 11 15,-4 0 2-15,2-14 1 0,-2-12 0 16,2-9-14-1,-2 3 7-15,0-12-3 16,0-2-3-16,0 6-1 16,0 0-1-16,-12 4 1 0,-3 14 0 15,-3 6-2-15,-4 10 1 16,0 6-2-16,-10 0-1 16,-5 18-2-16,-10 14 5 15,-9 12 0-15,-5 10 0 16,1 8 9-16,5 0-6 15,10-3 1 1,12-5 8-16,12-10-12 16,13-14 7-16,8-2-5 15,0-16 3-15,0-2-5 16,0-10-2 0,2 0-1-16,14 0-24 0,1-4-23 15,2-18-62-15,-13 8-163 16,1-4-195-16</inkml:trace>
  <inkml:trace contextRef="#ctx0" brushRef="#br1" timeOffset="55536.8">26489 16192 110 0,'0'0'243'16,"0"0"-190"-1,6-24 32-15,-6 16 67 0,3-2-18 16,-3 6-20-16,2 0-30 16,-2 4-8-16,3 0-17 0,-1-4-7 15,-2 4-4-15,0 0-22 16,0 0-15-16,0 0-4 16,6 16-6-16,5 22 1 15,3 18 8-15,3 8-2 16,4 12-5-16,1-1-3 15,7 9 0 1,-1-16 0 0,-1-14 1-16,-4-10 0 15,-15-26-1-15,0-9 0 16,-6-9 2-16,0 0-2 0,0 0 3 16,5-4 3-16,4-27 36 15,0-5 4-15,7-18-36 16,0-4 13-16,4-14-15 15,0-12 6-15,1 3-13 16,-3 9 9-16,-5 16-9 16,-1 18 2-16,-5 16 1 15,-5 14-4-15,-2 4 0 16,-2 4-6-16,0 0-38 16,0 0-20-1,0 18-33-15,0-2-108 16,0 2-197-16</inkml:trace>
  <inkml:trace contextRef="#ctx0" brushRef="#br1" timeOffset="55888.74">27124 16529 839 0,'0'0'114'15,"0"0"-13"-15,0-4 10 16,0 4-73-16,0 10-35 0,0 30 3 16,0 8 19-1,0 6-14-15,0 0-3 16,0-9-4-16,9-5 1 15,0-8-2 1,-2-2-3-16,-3-8 0 16,3-8 0-16,-3-8 0 15,0-2-4-15,1-4-27 16,-1 0-35-16,-4 0-46 16,0-10-523-16</inkml:trace>
  <inkml:trace contextRef="#ctx0" brushRef="#br1" timeOffset="56185.66">26948 16441 760 0,'0'0'230'16,"0"0"-189"-16,0 0 35 15,0 0 11-15,0 0-47 16,58-32-32-16,-6 60-1 16,0 2-5-1,0 10 1-15,-6 0-5 16,-9-4 2-16,-8 0-1 15,-12 0 1-15,-11 0 0 16,-6 0 0 0,0 0 2-16,-23-1-1 15,-14-11-1-15,-7-4 3 16,-3-2 5-16,-2-8-7 0,6-6-1 16,10 0 3-16,7-4-3 0,10 0-1 15,8 0-13-15,8-4-17 16,0-14-40-1,0 6-440-15,12 2 114 16</inkml:trace>
  <inkml:trace contextRef="#ctx0" brushRef="#br1" timeOffset="56655.97">27596 16499 924 0,'0'0'0'0,"0"0"38"15,0 0 85-15,0 0-61 16,16-36-19 0,-16 36-11-16,0 0 9 0,0 0-14 15,0 0 1 1,-18 0 9-16,-11 4-29 0,-4 14-5 15,2 4 2-15,10 0-4 0,6 2 2 16,5 2-3-16,8-4-4 16,2 0 0-1,0 0 1-15,0-2-3 16,19 2-5-16,10 4 7 16,6 5-4-1,5-3 1-15,-4-6 5 16,-10 0 2-16,-8-12 0 15,-7 2 0-15,-3-2 2 16,-6-6-3-16,-2 0 1 0,0 0-5 16,-10 2 4-1,-25-2 2-15,-16 0 2 0,-7-4-3 16,-12 0-11-16,-1 0-68 16,44 0-75-16,1 0-302 15</inkml:trace>
  <inkml:trace contextRef="#ctx0" brushRef="#br1" timeOffset="57488.75">27897 16094 602 0,'0'0'55'15,"-20"-16"-49"-15,20 16 120 16,0 0 23-16,0 0-83 15,0 0-33-15,0 2 4 16,0 24-22-16,12 10 14 0,9 8 26 16,8 10-31-16,12 17-5 15,8 9-8-15,11 10-2 16,2 4 3-16,5-4 5 16,-11-6-2-16,-14-7-6 15,-20-11-2-15,-22 0-7 31,-42-16 0-31,-34-10 6 16,-24-8 1-16,6-15 2 16,7-8-9-16,12-4-10 15,17-5-8-15,13 0-43 16,38 0-146-16,7-5-541 0</inkml:trace>
  <inkml:trace contextRef="#ctx0" brushRef="#br2" timeOffset="65852.77">10821 15713 558 0,'-4'-12'74'0,"4"12"-66"0,0 0-8 16,0 0 78-1,0 0 28-15,-3 0-91 16,3 0 0-16,0 0 26 16,0 12 16-1,-2 14 21-15,0 10-36 0,0-4-19 16,0 0-1-1,0 6-1-15,2 3-9 16,0 4 3-16,0 8-3 16,0 5-3-16,0 10 0 15,0 16-5-15,0 20 3 16,0 21-3 0,2 47 1-16,4 9 32 15,1 1-32-15,-3-3 1 0,1-49-2 16,-3-6 4-16,1-16-8 15,-3-5 0-15,0-19 10 16,0-12 3-16,0-6 2 16,0-16 1-16,0-5-9 15,0-11 9-15,0-14-14 16,0-4-1-16,0-10 8 0,0-6-9 0,0 0 1 16,0 0-3-1,0 0 2-15,0-10-14 16,0-16-15-16,0-10-10 15,0-8-27 1,0-1-48-16,0 21-106 0,0 2-127 16</inkml:trace>
  <inkml:trace contextRef="#ctx0" brushRef="#br2" timeOffset="67244.03">10563 15909 491 0,'0'0'31'16,"-11"0"-31"0,9 0 0-16,2 0 59 15,0 0-15-15,0 0-30 16,0 0-2-16,0-4 12 15,0 4 31-15,0 0 34 16,0 0-9-16,0 0-19 16,0 0-26-16,0 0-15 15,0 0 2-15,19 0-13 0,8-4 9 16,13-2 3-16,14 2 30 16,17-6-38-16,9 2-9 15,14-4 4-15,31-2-3 16,-1-4 3-1,5 4-1-15,8-2-1 16,-19 6 4-16,1 0-2 0,7 2-4 0,-1-4 2 16,4 6-1-16,4-2-5 15,6 2 2-15,-1 2 0 16,0 0 5-16,-7 4-7 16,-6 0 0-1,-7 0 4-15,-7 0-4 16,-1 0 1-1,-2 0-1-15,22 0 6 16,-1 0-6-16,1 0 0 16,-1-4-2-16,-20-2 2 15,-5 4 0-15,-6 0-1 16,-4 2 3-16,-9 0-4 16,0 0 2-16,0 0 0 15,-1 0 1-15,0-4 0 0,4 0-1 16,-1-4 0-16,2 2 3 15,9-6-3-15,-3 6 0 16,3-6 0-16,12 6 0 16,-10-2-2-1,-2-2 2-15,-3 6 0 0,-14-6-1 16,4 3 1 0,1 2 0-16,3-3-1 15,3 2 2-15,-1-2-1 16,0-5 0-16,1 3 0 15,-1 1 0-15,-2-5 0 16,3 1 0-16,-1-1 5 16,1 1-6-1,1-6 1-15,1 3 0 0,28-8-1 16,1 2 1-16,6 2 0 16,-4 2-2-16,-28 8 1 15,-3 0 0-15,13 2 1 16,-2-6 1-1,0 6-1-15,-1-6 0 0,-19 2 2 32,0 2 0-32,-5 0-2 15,0 2 0-15,-2 4 3 16,0 4-3-16,5-4 0 16,-1 4 7-16,21 0 5 15,-5 0 0-15,-2 0-1 16,-1 0-6-16,-16 0 14 15,5-6-13-15,3 4 4 0,2 0 8 16,-2-1-11-16,2 2 5 16,-2 1-1-16,-1 0-5 15,1-4 12-15,-6 4-11 16,-6 0-5-16,-12 0 16 16,-12 0-10-16,-4-4 1 15,-11 2-6-15,-7-2 9 16,-16 4-11-16,-7-3-1 15,-3 3 5-15,-3 0-5 16,0 0 0-16,0 0-5 0,2 0-44 16,-2 0-26-1,0 0-35-15,0 0-187 0</inkml:trace>
  <inkml:trace contextRef="#ctx0" brushRef="#br2" timeOffset="70017.66">20293 15263 317 0,'-11'-5'152'16,"6"-1"-147"-16,3 2 17 16,-1 1 16-16,3 2-1 15,-2-3-21-15,0 4 2 0,0-4 88 16,-2 2-40-16,4 2-10 16,-3 0-11-1,1 0-4-15,2 0-8 16,0 0 6-16,0 0 4 15,0 0-11-15,0-2 5 16,0 2-9-16,0 0 27 16,5 0-52-1,15 0 3-15,11 0 5 0,16 0 1 16,13 0 7-16,16 0-13 16,10-2 9-16,8-2-14 15,9 0-1 1,43 0 0-1,8-6 5-15,11 2-5 0,2-2 0 16,-28-3 0-16,0 4 0 16,-2-5 2-1,38 1-2-15,-3-1 4 16,-5 0-5-16,-4 6 1 16,-40-2-3-16,-1 2 1 15,1-4 2-15,2 4 0 0,-7 2 0 16,-3-2-1-16,-1 2 1 15,22-4 0 1,-2 0 3-16,-1-2-3 0,3 4 0 16,-25-4 0-16,3 6 3 31,-5-6-4-31,18 2 1 16,-4-2-10-1,-3 2 10-15,2 0 0 0,-26 4-2 16,5 0 4-1,-3-2-6-15,-4 2 4 16,-5-2-1-16,-4 2-2 16,-10-2 3-16,12 8 0 0,-7-6 4 15,5 2-6-15,0 4 2 16,-14-7 0-16,7 6 2 16,-1-3 0-1,24 0-2-15,-3 2 1 16,2-2-6-16,0 1 4 15,-19 2 1 1,-4-3 0-16,-7 4 0 16,-3-6-2-16,-3 6 2 15,-3 0 2-15,-1 0-2 16,13 0 0 0,1-2 1-16,1 0-1 0,2 2 0 15,-15 0 0-15,-5 0 3 16,-3 0-4-16,6 0 1 15,0 0-1-15,-2 2 1 16,2 6 0-16,-15-4 0 16,2-4 4-1,4 4-6-15,0 0 4 16,3 2-2-16,-1-6 0 16,2 4 0-16,15 0-2 0,1 0 4 15,-2 2-5-15,1-1 3 16,-15 0 0-16,-6-1 0 15,1-2 0 1,0 4 0-16,-5-6 3 16,-3 0-3-16,-4 4 0 15,-13-4 0 1,-7 0 3-16,-3 0-3 16,-6 0 2-16,-2 0 1 15,-3 0 5-15,1 0-5 16,-5 0 3-1,0 0 14-15,0 0-14 0,0 0-1 16,0 0 3-16,0 0-3 16,0 0 7-16,0 0-5 15,0 0 1-15,0 2-7 16,0-2-1-16,0 0 1 16,0 2 3-1,0 0-7-15,0 2 4 16,0 4-2-16,0 6 1 15,4 2 0-15,5 20 6 16,2 6-5 0,0 6-1-16,5 2 0 15,-3-1 0-15,-2-4 3 16,3 8 0 0,-1 15-3-16,1 8 5 15,-6 4-7-15,-1 3 2 16,-5-11 0-16,-2 4 3 0,2 4-3 15,-2 0-1-15,0 1 1 16,0-3 3-16,0 2-3 16,0 22 0-1,0 5 0-15,0-1 0 0,-2 2 0 16,-2-32 6-16,2-4-1 16,-1-1 1-16,-3 13-6 15,-2-4 10-15,0-4-5 16,1-4 2-16,1-17 5 15,-1 3-11 1,2-6 6-16,1-6-5 0,2-6 5 16,-1 0-7-1,3-10 1-15,0-6 0 16,0-3 2 0,0-8-4-16,0-3 1 15,0-1 0-15,0-1 1 16,0-7 0-1,0-1-1-15,-2 0 3 16,2 0-8-16,0 0 3 0,0 0-35 16,0 0-8-16,-2 0-16 15,-4 0 9-15,-8 4-79 16,5-4 2-16,-6 0-268 16</inkml:trace>
  <inkml:trace contextRef="#ctx0" brushRef="#br2" timeOffset="74518.98">10848 17883 353 0,'0'-9'179'15,"0"9"-163"-15,0 0-15 16,0 0 18-16,2 0 23 16,2 0-29-16,1 5 29 15,4 17 40-15,0 10-19 16,3 16 11-16,-2 10-8 15,-1 10-18-15,0 6-40 16,-2-10 7-16,-1 13-3 31,-3-11-10-31,-1-14 14 16,-2-6-14-16,0-24 15 16,0-8 1-16,0-6-13 15,0-4 6-15,0-1-4 16,2-3 3-16,0 0-8 15,0 0 1-15,0 0 8 16,1 0-8-16,0 0 1 16,8 0 1-16,4 0 9 15,5 1-6-15,24-1 7 16,12 0 2-16,18 0 0 16,15-20 0-16,0 6-6 15,14 0-9-15,1 6 13 31,23 2-13-31,-11 2-1 16,-8 4-1-16,-8-4-2 16,-29 4 1-16,-3 0 1 15,6 0 1-15,-3 0-1 16,10 0 0-16,8 0 2 16,13-4-2-16,36-4 0 15,1-2 1-15,-8 6 2 0,-11 0-3 16,-41-2 0-16,-8 6 0 15,-5-4 3 1,15 0-2-16,-1 0-1 16,5 0 2-16,0-2-1 15,-8-2 3-15,10-2 3 32,7 2-5-32,6 0-3 15,-5 2 5-15,-3-2-3 0,-10 2-1 16,8-2 0-1,-5 4-1-15,-4 0 5 16,2-2-5-16,-14 2 1 16,-1-4 0-16,-2-2 3 15,26 0-3-15,8-2 8 16,6 2-8-16,6 6 10 16,-23 0-6-16,-8 4-1 15,-6-5 0-15,-4 5 0 16,-4-4-6-16,-2 3 6 15,0-3-4-15,12-5 1 16,-1 5 0-16,2-1 3 0,5-4-1 16,-10 5 3-16,7 0 6 15,3 3-9 1,24-8 6-16,2 5-8 16,-4 0 2-16,1-6-1 15,-21 6-1-15,0-4 0 31,-2 2 2-31,-4 2-5 16,-5 0 8-16,-5 4-3 0,-2-4 1 16,20 4-1-1,0-3 5-15,4-4-7 16,1 3 6-16,-19-4-6 16,2 6 0-16,-1-2 5 15,16 0-5-15,-1 4 6 16,-3-4-6-16,-1 0 5 0,-18 4-5 15,-3-6 1 1,-2 2 3-16,6 0-3 16,-3-4-1-16,8 6 7 15,1-2-9-15,16 0 2 16,0 0 0 0,-8 4 0-16,-3-4 0 15,-19 2 0-15,-1-2-1 16,5 4 2-1,15-4-4-15,4 4 3 16,-1-4 2-16,3 0-1 16,-13 2-1-16,-1-2 0 15,4-4 1-15,1 8-3 0,-3-4 4 16,1 0-3-16,-7 4 1 16,15-10 0-1,-2 6 1-15,1 0 2 16,-1-6-4-16,-14 6 1 15,4 0 0-15,-3 0 2 16,18 2-2-16,-1-2-1 0,-2 0 2 16,5 0-4-16,-18 0 3 15,4 4 0 1,4-6 1-16,-4 2 1 16,1 0-4-16,-3 0 4 15,0 2-4-15,16-2 2 31,2 0 0-31,3 4 1 0,-1-4-1 16,-18 0 0-16,1 0 0 16,-3 4 4-1,21-6-6-15,1 6 2 16,-1 0 1-16,1-4-1 16,-20 4 1-16,-5 0-1 15,-1-4 1-15,-3 4-4 0,1-4 4 16,4 4-3-16,-5 0 2 15,17-2 0 1,-1 2 2-16,-4 0 0 0,-1-4 0 16,-13 0-2-16,4 4 0 15,0-4 5 1,21 0-5 0,5-1 0-16,-4 0 2 15,3 1-3-15,-23 4 1 16,-1-5 0-1,-1 5 0-15,-3-4 2 16,6 4-3-16,-5-5 6 0,1 5-7 16,15-9 2-1,-4 5 0-15,0 0-1 0,-3-1 2 16,-11 0 1-16,3 1-2 16,-1 0-1-1,17 4 1-15,-3-6 0 16,0 6 0-16,0-4 0 15,-17 0 0-15,-1 0-2 16,0 1 7 0,2-4-10-16,3 3 11 15,2 0-8-15,-3 0 2 16,13 4 0 0,0 0-1-16,-4-2 4 0,1-2-5 15,-12 4 2-15,1-4 0 16,1 0 0-1,14 4 2-15,-2-4-2 0,-3 4 0 16,3-2-2-16,-11 2 2 16,0 0 0-1,-1 0-1-15,3 0 3 0,-3 0-4 16,-1 0 4-16,-3-4-4 16,14 4 2-1,-3-4 0-15,0 4 0 0,1-4 0 16,-17 0 0-16,3 4 0 15,0-4 3 1,16 4-4-16,1-2 1 0,4-2 0 16,-2 4 0-16,-12 0 0 15,1 0 0 1,-3 0 3 0,-5 0-7-16,-7 0 8 15,-9 0-7-15,-4 0 3 16,7 0 0-16,-5 0 0 15,1 0 3-15,-2 0-7 16,-9 0 4-16,3 0 0 16,2 0 0-1,17 0 0-15,-4 0 0 0,2 0 1 16,-4 0-3-16,-15 0 2 16,0 0 0-16,-4 0-2 15,-6 0 7-15,-3 0-8 16,-3 0 7-16,3 0-4 15,6-4 0 1,5 4 0 0,2-4-3-16,-4 4 4 0,-7 0-1 15,-7-4 0 1,-5 4 3-16,-4 0-5 16,-4 0 2-16,0 0 6 15,0 0-4-15,0 0 1 16,0 0 0-1,2 0-1-15,0 0-4 0,-2 0 3 16,3 0-2-16,-1 0 2 16,0-2 3-16,-2 2 8 15,2-4-2-15,5 4 9 16,2-4-15-16,4 4-2 16,3-4-4-1,1 0 2 1,2-2 0-16,0 2 2 15,-1 0-4-15,-7 0 2 16,1 4 0-16,-3 0 1 16,-5 0 0-16,0 0-2 15,-2-4 2-15,-2 4 2 16,0 0-3 0,0 0 0-16,0-2 10 0,0 2-9 0,0 0 1 15,0 0 8-15,0 0-6 16,0 0 6-1,0-8 4-15,0 0 14 16,0-6-12 0,0-4-6-16,0 0 4 15,8-4-7-15,0-6-7 0,5-6-11 16,10-11-49-16,-3 4-68 0,-15 18-65 16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0:55.69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10173 11141 375 0,'-7'0'29'0,"7"0"-24"16,0 0-5-16,0 0 72 15,0 0 67-15,0 0-121 16,0 0 24-16,0 0-18 15,0 0-19-15,0 0-5 16,0 0 21-16,0 0 14 16,0 0-19-16,0 0-6 15,0 0 14-15,0 0-14 0,0 0-10 16,0 0 0-16,0 0 8 16,0 0 16-16,0 0-16 15,0 0 1 1,0 0 20-16,0 0-9 0,0 0-1 15,0 0-17-15,0 0 25 16,0 0-12 0,0 0 0-1,0 0 3-15,0 0-15 16,0 0-1-16,0 0 0 0,0 0 0 16,2 0-1-1,7 0-1-15,5 0 0 0,3 0 3 16,8 0 0-16,2 0-2 15,2 0 2-15,4-4 2 16,5 2-2-16,0-2-3 16,2-2 2-16,0 0 2 15,11-6-2-15,1-2-2 16,-4-2 5-16,0-2-5 16,-15 0 0-16,0-2 1 15,-4-2 0 1,0-1 3-16,-4 1 0 15,1 0 0-15,1-4-1 16,0 0-1-16,2 0-2 16,-2-2 0-16,0-2 0 15,-3 2 7-15,0-2-5 16,-1 0 3-16,-1 2-2 16,3-10 1-16,2 0-2 0,-6-1 1 15,2 3 1 1,-8 10-2-16,1 2 1 0,-5 2 3 15,1 0-2-15,-4 2-1 16,1 0 4-16,-3 0 0 16,2-2 0-16,-6 0 1 15,2 0-2-15,-2 0-1 16,0 2-2-16,3-3-3 0,-1 1 0 16,6 0 0-1,-4-6 0-15,-2-2 3 16,3 2-2-16,-1-2-1 15,0 6-1-15,-2 4-1 16,0-2 2 0,-1 2 0-16,-3 0 2 15,2-4 0-15,-2 4 2 16,2-4-4-16,2 4 0 16,-2 2 0-16,-2 0 0 15,2 0 0-15,-2 3 0 16,0 0 2-16,0 2 0 15,0-2 0-15,0-2 1 0,-4-1 0 16,-2 2 2-16,4 4 1 16,-3-2-4-16,3 2 1 15,-4 2-3-15,-6-2 0 16,3 2-3-16,1-2 2 16,0 4-1-16,-1-2 2 15,3 4 0 1,-3-2 0-1,-2 2-1-15,0 0 2 0,-3 2 1 16,1 0-2-16,-5 0-2 16,0 4 2-1,-2-2 1-15,1 2-1 16,3 0-1-16,-3 0 0 0,2 0 0 16,-3 0 0-16,0 0 1 0,-2 0 0 15,-1 4 1-15,-2 2-1 16,4 2-1-16,-2-2 1 15,1 4 1 1,-1-2-1-16,4-2 0 16,-2 2 0-16,1 0 0 15,-2 2 0 1,-2 0 1-16,1 0 0 16,4 0-1-16,3-2 0 15,-3 0 1-15,4 2 0 16,-3 0-1-16,-1 2 0 15,0 0 0-15,-1 2-1 16,-2 0 4-16,0 3-2 16,-1-2-1-16,4 3 1 0,-1 0-1 15,-1 3 0-15,0-2 2 16,0 4-2-16,-1 7 3 16,2 0-3-1,0 6 1-15,-1-2-1 16,9-4 0-16,-5-2 0 0,5 5 2 15,-1-2-2-15,-1 1 0 0,3 3 0 16,-1 1 1 0,3 2 0-16,1 0-1 0,-4 0 0 15,3 0 2 1,1-2-2-16,-4 2 1 16,6 0 0-16,-3-3-1 15,2 6 0 1,1-2 0-16,-1-3-1 15,0 2 3-15,3-10-1 16,-1-4 0-16,3 0 0 16,0 0-1-16,2-2-3 15,0 0 2-15,0 1 1 16,0-2-1-16,0 1 1 16,0 0 2-16,0-4-2 0,0 3 3 15,0-3-3-15,2 0 0 16,5-2 2-16,-1 0-4 15,1-4 3-15,0-2-1 16,0 0 0-16,-3-6-3 16,-2 0 3-16,2 0-1 15,-1-2 2 1,-1 0 2-16,0-2 2 16,3 2-1-16,-3 0 2 15,3 0-4-15,-1 2-2 16,-2-2 0-1,0 0 10-15,0 0-10 0,-2-2-5 16,0 2 5-16,0 0-1 16,0-2-47-16,0 0-54 15,0 0-206-15</inkml:trace>
  <inkml:trace contextRef="#ctx0" brushRef="#br0" timeOffset="2038.38">9783 11458 2 0,'2'0'39'0,"1"0"-36"16,-3 0 0-16,0 0 26 16,2 0-14-1,0 0-15-15,-2 0-45 16</inkml:trace>
  <inkml:trace contextRef="#ctx0" brushRef="#br0" timeOffset="2176.33">9783 11458 40 0</inkml:trace>
  <inkml:trace contextRef="#ctx0" brushRef="#br0" timeOffset="3673.71">9783 11458 40 0,'49'-57'102'0,"-49"56"-63"0,0-1-16 0,0 0-8 0,0 0-5 16,0 0 5-16,0-3-13 0,0 1 2 15,0 3-1-15,0-5 10 16,0 3 14-16,0-1-5 16,0 3 0-1,0 1 16-15,0-3-21 16,0 2 6-16,0 1-10 15,0 0 2 1,0 0 18-16,0 0-1 16,0 0-15-16,0 0-17 0,0 0 11 15,0 0 0 1,0-3 2-16,0 3 22 0,0 0-12 16,0 0 3-16,0 0 7 15,0 0-14-15,0 0 9 16,0 0-10-16,0 0-9 15,0 0 16-15,0 0-13 16,0 0 0-16,0 0-3 16,-2 0-3-1,-11 17 41-15,-3 5-30 16,-6 10 21-16,-1 8-21 16,-12 36 5-1,-6 16-1-15,1 19-21 0,-2 11 22 16,13-10-9-16,2 7-2 15,5 5 19-15,5 2-29 16,7 0 4-16,6 3-5 0,4-5 6 16,0-6-6-16,0-3 0 15,0-5 0 1,14-2-3-16,1-3 3 0,7-1 0 16,7-6 5-16,5-10-6 15,19 15 1 1,8-11 0-16,1-8 11 0,2-10-7 15,-15-31 3-15,-6-6 6 16,-5-6-12-16,-3-5 9 16,-6-2-4-16,-2-6-5 0,-6-2 15 15,-2-2-3-15,-5-2 0 16,-4-4 3 15,-1 0-15-31,-7-4 19 0,3 0-20 16,-5-4 17-16,2 0-14 15,-2 0 4-15,0 0 11 16,0 0-7-16,0 0 13 16,0 0-16-16,0 0-6 15,0 0 10-15,0 0-11 16,0 0-1-16,0 0 0 0,0 0 4 16,0 0-6-16,0 0 2 15,0 0-4-15,0 0-1 16,0-6-34-16,0-10 23 15,0-2-11-15,-5-6 16 16,-1-10-19 0,-3-6 3-1,3 3 23-15,-6-7 5 16,6 14-1-16,-1 2 5 0,1 0-3 16,-2 6 15-16,0-2 0 15,-1 4-4-15,-1-4 16 16,2 4-16-16,1 4 3 15,5 2 1 1,-2 4-16-16,2 0 7 0,2 3-8 16,-5 4 5-16,5 3-1 15,-5 0-3-15,3 0 0 16,-3 0 4-16,5 0-10 16,0 0 1-16,0 3 2 15,0 10-1-15,0 5 4 16,0 0-1-1,0 4 0-15,5 2 5 16,4 0-12-16,2 0 7 16,-2 6 0-16,3 0 2 15,-2 2 0-15,1 3-2 16,1-6 5-16,-1 0-8 16,3 7 3-1,-1-4 0-15,-3-4 0 0,2 2 0 16,-3-12 0-16,-3-4 0 0,-1-4 4 15,-1-2-8-15,-1 0 4 16,-3-8 0-16,2 2-1 16,-2 0 3-16,0-2-2 15,2 0 0 1,-2 0 5-16,0 0-1 0,0 0-4 0,0 0 18 16,0 0-18-1,0 0 9-15,0 0-9 16,0-4 6-16,0-2-3 15,-2 2-3-15,-7 0 0 16,-4 2 8-16,-6 0-8 16,-10-4 0-1,-8 6 0-15,-15 0 4 16,-7 0-3-16,-7 0-1 0,0 2 0 16,1 8 20-1,7-2-2-15,14 0-8 16,15-2-9-16,11-4 16 15,16-2-17 1,2 0 0-16,0 0-5 0,0 0-1 0,0 0-6 16,0 0 8-16,0 0 4 15,2 0-8-15,0 0-1 16,-2 0-44-16,0 0-9 16,0 0-116-16,0 0-354 15</inkml:trace>
  <inkml:trace contextRef="#ctx0" brushRef="#br1" timeOffset="9947.62">10480 13732 190 0,'0'-5'96'0,"0"4"-96"15,0-5 0 1,0 2 30-16,0 0 19 16,0 1-16-16,0 2-32 15,0-3-2 1,0 2-1-16,0 2-36 0,0 0-40 15</inkml:trace>
  <inkml:trace contextRef="#ctx0" brushRef="#br1" timeOffset="10865.82">10600 13537 74 0,'0'0'314'16,"0"0"-220"-16,0 0-45 16,0 0 83-1,0-50 30-15,0 48-123 16,0 2-6-16,0 0-1 0,0 0 0 15,0 0-17-15,0 0 6 16,0 0-9-16,0 0-6 31,0 0 14-31,0 20-20 16,0 21 0-16,0 13 4 0,0 10 22 16,-2 8 5-16,0 4-26 15,2 0-3-15,0-7 20 16,0-10-20-16,0-6 18 0,0-9-17 15,0-12 4-15,0-8-7 16,0-12 0 0,0-6 0-16,0-4 5 15,0-2-4-15,0 0 17 16,2 0-17-16,-2 0 8 0,0 0-9 16,0-16-6-16,0-12 5 15,0-6-58-15,0-11 10 16,0-9-19-16,-4-10-72 15,-7-4-3 1,4-6-87-16,-2 4 214 0,3 3 16 31,3 7 27-31,-3 0 70 16,6 8-14-16,0 10 24 16,0 6-42-16,0 18-27 15,0 6 24-15,0 2-26 16,0 4-1-16,6 0 3 15,3 2-22-15,7 4 2 16,-1 0-17-16,8 0 2 0,6 0 11 16,4 0-12-16,9 0 26 15,5 0-23-15,2 0 13 16,0 0-18-16,3 0 6 16,-8 0-1-16,-13 0-5 15,-8 0 0-15,-19 0-2 16,-4 0 2-1,0 0-1-15,0 0-32 16,-31 12-53-16,8-6-89 16,-8 2-236-16</inkml:trace>
  <inkml:trace contextRef="#ctx0" brushRef="#br1" timeOffset="11120.59">10471 13792 698 0,'0'0'194'0,"-2"4"-194"16,2-4 0-16,27-2 31 16,13-8 6-16,11 0-17 15,5 2-15-15,-5 4 12 16,-8 2-17-16,-12 2 2 15,-14 0-3-15,-10 0 1 16,-4 0-50-16,-3 2-89 16,0 6-87-1,-5-6-19-15,-6-2 23 16</inkml:trace>
  <inkml:trace contextRef="#ctx0" brushRef="#br1" timeOffset="11774.58">10766 13772 251 0,'0'0'130'0,"0"0"36"15,0 0-62-15,0 0-48 16,22 0-19-16,-22 20 3 16,0 26 0-16,0 12 37 0,-9 4-57 15,0-16-15-15,7-7 8 16,2-13-7-16,0-6 0 16,0-8 16-16,7-6-18 15,8-6 20-15,7 0-7 16,5-10-3-1,9-21 46 1,-1-5-10-16,-4-5-10 0,-4-2-36 16,-9 3 5-16,-7 2-9 15,-11 4 1 1,0 10 11-16,0 8-12 16,-22 8-1-16,-7 8-1 15,-3 0-16-15,1 8-29 0,2 8-53 16,10-2-18-16,5-4-3 15,10-6-6-15,4-2-3 0,0-2 28 16,2 0 39 0,18 0 63-16,3-10 129 15,4-4-47-15,-2 4-29 16,2 0-4 0,-2 6 3-1,-7 4-8-15,2 0 0 0,-2 10-24 0,-1 24 0 16,6 4 12-16,1 10-12 15,1-6-3-15,0 1-8 16,-6-6-8-16,2-6 3 16,-8-5-4-16,-4-7 0 15,-5-6 7 1,-4-5-7-16,0-8 36 0,0 0-10 16,0 0 33-16,0 0 0 15,-2-18-18 1,-14-21-3-16,8-11-19 15,5-8 14-15,3 4-6 0,0 2-27 16,11 6 14-16,10 4-14 16,3 12 1-16,2 8-1 0,3 10 0 31,0 8-4-31,-2 4-7 16,-23 0-111-1,-1 0-181-15</inkml:trace>
  <inkml:trace contextRef="#ctx0" brushRef="#br1" timeOffset="12442.9">12117 13439 680 0,'0'0'76'0,"-17"-44"47"0,17 36-6 16,0 4-56-16,0 4-26 15,0 0-23-15,0 0-8 16,0 10-8-16,7 20 2 16,13 14 2-16,3 8 24 15,-2 6-12-15,4 5 2 16,0 2-6-16,-3-2-4 0,0 1 3 15,-2-6-7-15,1-9 0 32,-6-9 4-32,1-12-3 15,-8-10-1-15,-3-10 2 16,-3-7 2-16,-2-1-3 16,4 0 16-1,3-22 43-15,0-19-19 0,4-18-7 16,0-5-17-16,3-12-5 15,3-9 24-15,3-1-34 0,1 0 1 16,-4 10 3-16,1 14-4 16,-7 14-2-16,-5 13 4 15,2 12-2 1,-8 9 14-16,2 5-16 0,-2 5-8 16,0 3 8-16,0 1-20 15,0 0-39-15,0 0-40 31,0 11-59-31,-6 6-223 0</inkml:trace>
  <inkml:trace contextRef="#ctx0" brushRef="#br1" timeOffset="12900.01">12668 13846 311 0,'0'0'122'0,"0"0"-114"16,0 0 59-16,35 0 68 15,-23-10-53-15,-5-2 5 16,1 2 51-16,-2-2-59 15,-6 2-29-15,0 2-3 16,0 2-6 0,0 4-31-16,-23 2-2 15,-10 0-8-15,-6 6 0 16,-3 20 3-16,2 8-2 16,5 6 10-16,10 0-10 15,11 0 2-15,12-4-6 16,2-5-2-16,0-3 5 15,27-6-4-15,8-6-2 16,8-4 3-16,-1-4-6 0,-2-8-25 16,-3 0-63-1,-12 0-85-15,-25-14-129 16,0-3-219 0</inkml:trace>
  <inkml:trace contextRef="#ctx0" brushRef="#br1" timeOffset="13114.4">12732 13957 610 0,'0'0'126'16,"0"0"-106"-16,0 0 49 16,0 0-3-16,0-13-21 15,4 44-39-15,9 6 18 16,-1 8-4-16,-4-1-3 16,-4-4-1-16,-2-2-12 0,-2-4 16 15,0-4-18-15,0-8 1 16,0-6 1-16,3-6-1 15,-3-4-6-15,4-6 3 16,-2 0-65-16,-2 0-118 16,2-14-201-16</inkml:trace>
  <inkml:trace contextRef="#ctx0" brushRef="#br1" timeOffset="13646.49">13058 13824 446 0,'0'0'72'0,"0"0"-58"16,0 0 145-16,0 0-45 0,27-34-41 16,-27 34-1-1,0 0 16-15,0-2-39 16,0 2-22-16,0 0 8 15,0 0-13-15,-11 0-6 16,-7 0 13-16,-9 0 0 16,2 10-12-16,4 0-12 15,1 6 8-15,6 4-13 16,5 0 0-16,5-2-6 16,4-4 6-16,0 2 0 15,0 0-4 1,22 4-1-1,12 0-3-15,5 1 2 16,6-2-3-16,-9-1 9 16,-5-1-4-16,-9 1 2 15,-4-4-16-15,-12 0 13 16,-6-2-8-16,0 0 3 16,-4-2 8-16,-27-2-4 0,-7-2 6 15,-4-2 17-15,-3-4-6 16,3 0 10-16,4 0-7 0,10 0-6 15,5-8 14 1,11 0-21-16,8 2-3 16,4 2-36-16,0-2-21 15,2-6-81 1,12 6-126-16,3-1-147 16</inkml:trace>
  <inkml:trace contextRef="#ctx0" brushRef="#br1" timeOffset="14395.84">13553 13363 327 0,'0'0'183'0,"-47"-36"-95"16,40 28-4-16,5 1 67 16,2 4-59-16,0 1-29 0,0 2 15 15,0 0-73-15,0 0 4 16,0 4-8-16,14 28 12 15,15 6 11-15,6 2-18 16,16 4 15-16,0-8-17 16,8 2-3-16,5 2 22 31,-2-4-23-31,-1 3 1 0,-8-3 0 16,-9-4 5-16,-3-2-7 15,-10-6 1-15,-7-8 0 16,-10-2-1-1,-7-10 1-15,-7 0 0 0,0 0-2 16,0 2 2-16,-29 12 4 16,-21 8-3-16,-14 4 13 15,-5 6-13 1,9-6 10-16,2 3 12 16,3-5-20-16,3-2 16 15,9-6-13-15,12-8 6 16,14-4 18-16,10-6-18 15,7-2-10-15,0 0-2 0,0 0-8 0,0 0-9 16,11 0-30-16,16-4 19 16,10-12-57-16,17-10-118 15,-33 12-152-15</inkml:trace>
  <inkml:trace contextRef="#ctx0" brushRef="#br1" timeOffset="14952.34">14330 13305 683 0,'0'0'111'16,"0"0"-82"-16,4-43 89 15,0 39-19-15,-2 3-48 0,2 1-26 16,0 0-1-16,5 1-23 16,5 32 6-16,3 9 19 31,6 12-11-31,-1 4 39 16,2 4-52-16,-1 2 12 15,-3 1-11-15,3 8-3 16,-2 0 0-16,-3-7 6 15,-3-10-8-15,-5-24 2 16,-4-10 0-16,-1-5 0 16,-1-12 1-16,-4-1-1 0,2-4 0 15,0 0 4-15,3 0 1 16,0 0-3-16,4-26 4 16,4-8 41-16,5-14-17 15,4-10-7-15,0-8-15 16,3-9 18-16,6-20-24 31,-4 6 1-31,0 13 10 16,-7 16-12-16,-7 30 12 0,-2 6 12 15,-4 5-24-15,0 7 9 16,-5 5-10-16,-2 0 0 16,0 3-9-16,0 3 8 15,0 1-13-15,0 0-36 16,0 0-46-16,0 9-187 15,-5 5-93-15</inkml:trace>
  <inkml:trace contextRef="#ctx0" brushRef="#br1" timeOffset="15318.57">14953 13732 845 0,'0'0'95'0,"0"0"-92"15,0 0 33-15,8 46 11 16,-6-12 10-16,3 8 14 0,-5 2-46 16,4-3-5-16,-2-4-1 15,2 2-12-15,4-7 19 16,-2-2-24-16,1-6-1 15,-3-10 13-15,3-2-11 16,-2-6 1-16,1-2-4 16,-1 0 2-16,-3-4-4 0,0 0 2 15,2 0-8-15,1-10-6 16,-3-20-47 0,-2-9-37-16,0-2-49 15,-20-9-82-15,6 33-97 0,2 3-66 16</inkml:trace>
  <inkml:trace contextRef="#ctx0" brushRef="#br1" timeOffset="15540">14863 13770 314 0,'0'0'304'15,"0"0"-242"1,0 0-9-16,0 0 186 16,0 0-170-16,-24-36-45 15,24 36 4-15,22-2-8 16,20-3 7-16,14 4 17 0,9-3-33 15,-1 2 8-15,-2 0-10 16,-4 2-9-16,-9 0 26 16,-16 0-26-16,-10 0 2 15,-15 0-4-15,-4 0 2 16,-4 0-10-16,0 0-74 31,-21 0-117-31</inkml:trace>
  <inkml:trace contextRef="#ctx0" brushRef="#br1" timeOffset="16072.89">15955 14087 767 0,'0'0'111'0,"0"0"-82"15,18-22 46-15,-18 22 37 16,0 0-34 0,0 0-32-16,0 0-41 0,0 22-9 15,-2 18 4-15,-14 6 31 16,-22 16-24 0,-9 0-7-1,-8-12 0-15,-9-6-4 16,14-20-16-16,10-12-64 15,30-12-94-15,10 0-208 16</inkml:trace>
  <inkml:trace contextRef="#ctx0" brushRef="#br1" timeOffset="18432.32">16385 13565 399 0,'0'-26'125'0,"0"8"-99"15,0-2-21 1,0-2 50-16,6 0 13 15,6 2-33-15,-6 8 15 16,3 2-15-16,-5 2-8 16,1 2 23-16,-3 2-14 15,1 0-1-15,-1 0-3 16,0 2-10-16,0-2 13 16,1 4-18-1,-1 0 2-15,0 0 6 0,0 0-21 0,5 0-3 16,-1 0 3-16,8 32 11 15,3 12-13 1,6 12 13-16,1 4 8 0,-3-6-21 16,0 3 3-16,-2-1-5 15,-1-2 3 1,-3-6 1-16,-2-2-4 16,-1-12 0-1,-2-6-1-15,-3-8 7 0,3-8-6 16,-6-3 0-1,0-8 18-15,-2-1-16 16,-2 0 8-16,0 0 26 16,2 0-15-1,5-22 12-15,3-20 3 0,5-12-36 0,3-8 28 16,9-12-23-16,6-7 5 16,5-1-6-16,-1 2-3 15,-5 12-1-15,-8 10 0 16,-1 10 2-16,-6 8-7 15,-1 5 7-15,-3 8-2 16,-6 9 6-16,-2 4-7 0,-3 5 1 16,-2 5-1-16,0 4-10 15,0 0 8-15,0 0-17 16,0 0-28-16,0 17-44 16,0 6-43-16,0-9-136 15,-2 0-115-15</inkml:trace>
  <inkml:trace contextRef="#ctx0" brushRef="#br1" timeOffset="18781.05">17071 13622 442 0,'0'0'198'0,"0"0"-158"16,2 10-2-16,-2 2 77 15,0 8-49-15,2 10-46 16,-2 8 53 0,0 6-33-16,3 0-19 15,-1-4-10-15,7 8 11 16,0-6-20-16,-1-3 1 15,2-7 0-15,-4-14 5 16,-1-6-12-16,-1-6 4 16,-2-2-9-16,0-4 7 15,-2 0-72-15,0-13-45 0,0-14-18 16,0 8-184-16,-4-3 34 16</inkml:trace>
  <inkml:trace contextRef="#ctx0" brushRef="#br1" timeOffset="19083.23">17082 13682 259 0,'0'0'246'16,"0"0"-92"0,0 0-29-16,0 0 12 15,-2-95-48-15,2 95-27 16,18 0-20-16,11 0-39 0,8 14 10 16,13 8-9-16,10 5-3 15,0 5 17-15,-2 4-16 16,-9 2 0-1,-11 2 2-15,-12 0-7 0,-12-2 3 16,-14-4 0-16,0-2 1 16,-40-4 1-16,-14-3 1 15,-4-10 27-15,11-7-16 16,12-3 11-16,8-5-24 16,12 0 4-16,8 0-7 15,7 0 2-15,0 0-44 0,4 0-35 16,30 0-98-16,-17 0-35 15,8-6-69-15</inkml:trace>
  <inkml:trace contextRef="#ctx0" brushRef="#br1" timeOffset="19537.02">17851 13684 272 0,'0'0'18'16,"0"0"-4"-16,0 0 172 15,86-107-9-15,-68 91-73 16,-7 6-24-16,-3 2-16 16,-8 6-1-1,0 2 100-15,0 0-95 0,0 0-50 16,-27 5-13-16,-18 24 21 16,-6 7-10-16,4 3-9 15,14-2 4-15,20-8-7 16,9-3-8-16,4 0 3 15,0-2 1-15,10 0-9 16,17 0 9 0,4 0 0-16,5-4-1 15,-3 0 2-15,-4-2-1 16,-2 6 0-16,-10 1 2 16,-3-2-2-1,-7-5 0-15,-7-5-4 0,0-1 1 16,-5-5 0-16,-20 0 3 15,-10-1 0-15,-3-6 13 0,-7 0-11 16,3 0 3-16,9-2 2 16,6-14-3-16,9 2-6 15,7-3 2-15,7 6-29 16,4 0-12-16,0 9-78 16,0 0-137-1</inkml:trace>
  <inkml:trace contextRef="#ctx0" brushRef="#br1" timeOffset="20402.14">18408 13736 277 0,'0'0'449'0,"-10"-22"-394"16,10 12-26-16,0-7 111 15,0 2-53-15,17-6-61 16,1 2-4-16,3 1 44 0,6 0-37 16,4 1-18-16,3 7-7 15,7 0 7 1,-2 8-5-16,-3 2-6 15,-3 0 0-15,-12 2 4 0,-2 18-13 16,1 8 7 0,1 6 2-16,-4-2 0 0,-1 3 4 15,-5-5-4-15,0-6 0 0,-4-8 6 16,-3-8-4 0,1-4-2-16,-3-4 8 15,2 0-6-15,5 0 11 16,5-24 33-16,8-16-39 15,2-6 8-15,1 2-15 32,-3 4 0-32,-7 8 1 0,-5 5-1 15,-6 7 0-15,1 6-12 16,-3 6-39-16,-2 6-29 16,0 2-188-16,0 0-327 15</inkml:trace>
  <inkml:trace contextRef="#ctx0" brushRef="#br1" timeOffset="22278.39">19603 13493 371 0,'0'0'393'0,"0"0"-314"0,0 0 57 16,17-46-62-1,-17 40-46-15,-17 4-17 16,-16 2 16-16,0 0-25 16,-7 0 4-16,11 0 24 0,5 6-15 15,6 6 8-15,6 0-20 16,6 4 3-16,6 2-12 15,0 4 5-15,0 2 1 0,16-2-3 16,11 0 6 0,4 3-3-16,0-6 0 15,3 3 7 1,-5 3-7-16,-6-4-5 16,-4 8 5-1,-11-3-16-15,-6-2 14 0,-2-2-4 16,0-10 1-16,-19-2-3 15,-14-4 7-15,-4-2 1 16,0-4 10-16,3 0-6 16,12 0 5-16,4 0-7 0,12-14 0 15,4-4-4 1,2-6-1-16,0 0-69 0,2 0 39 16,22-2 9-16,7 0-4 15,20-16-1 1,5-5 27-16,-2 5-27 15,1 0 1-15,-16 18 19 0,-8 8 5 16,-2 8 4-16,-8 2 17 16,0 6 9-16,-1 0 24 15,-5 0-29-15,1 14 0 0,2 12 4 16,-2 6-21 0,-1 5 10-16,-1 0-12 15,-4 2 1 1,-5-3-3-16,-1-4 0 15,-4-2 3 1,0-10 3-16,2-6-9 0,-2-8 3 16,0-6 0-16,0 0 19 15,2 0-12-15,4 0 11 16,2-12 19-16,5-16 5 16,3-5-16-16,-1 1-20 0,4-4-3 15,1 6 11 1,-5 5-10-16,-1 4-4 0,-3 9 7 15,-2 4-12-15,-5 4 5 16,3 4-7 0,-2 0-2-16,-1 6 7 15,2 20-2 1,5 2 0-16,1 8 7 16,-1 3-3-16,3-3 0 15,-1-8 0-15,-3-4-3 0,2-6 5 16,-1-10-2-16,0-4 0 15,3-4 0 1,3 0-3-16,-1-22 3 16,2-12 14-16,-3-4-12 0,4-3 1 15,-2-7-3 1,-1 2 9-16,-1 8-12 0,-9 12 3 16,-2 18 0-16,-4 8 13 15,0 0-2-15,0 0-6 16,0 18-5-16,0 16-30 15,0 8 30-15,0 2-1 0,0-3 2 16,13-9-8 0,7-2 7-16,4-10-14 0,3-8-16 15,8-8 8-15,6-4-16 16,17-6-9 15,0-24 20-31,-1-6-2 0,-5-3 25 0,-19 3-4 16,-8 0 16-16,-12 2-7 15,-11 4-1 1,-2 6 0-16,0 8 19 0,-11 6-7 16,-14 10-2-16,-10 0-10 15,-5 14 1 1,-7 20 8-16,7 6-9 16,7 0-1-16,8-1 1 0,14-7-3 0,9-2-2 15,2-12 8 1,0-8-8-16,15-10 5 15,14 0 0-15,4 0 2 16,5-22 17-16,-2-2-12 16,-12 2-5-16,-3 1 4 15,-9 7-10 1,-6 9 4-16,-6 5 0 16,0 0-6-16,0 4 6 15,0 24-23-15,0 9 23 16,-2 2 6-16,2-3-6 15,0-10 0 1,29-14 3-16,13-12-3 0,16 0 1 16,0-28 18-16,6-14-17 0,1-6 7 15,-9-5-9-15,-6-1 0 16,-7-4 1-16,-9-2-1 16,-13-2-8-16,-11-4 4 15,-10 6-20 1,0 9 14-16,0 15 8 0,-16 18 32 15,-2 18-16 1,-6 0-9-16,-8 43-5 16,3 22-3-1,9 14-1-15,18 3-1 16,2-16 5-16,12-6 1 16,17-8 0-16,-1-9 0 15,3-13-1-15,3-10 4 0,4-8-7 16,4-12 3-16,3 0 0 0,3-12 4 15,-2-23-4 1,-5-8-58-16,-7-8 28 16,-5-7 28-16,-7-14-5 0,-9-28-1 31,-11 3 7-31,-2 9-2 0,0 20 3 16,0 40 57-1,-10 10 2-15,-1 10-1 16,-3 8-27-16,-6 2-8 15,-2 36-10-15,-3 24-13 16,5 14 0-16,9 9 16 16,7 3-14-16,4-10 20 15,0-10-20-15,0-14 6 16,8-14-8-16,9-7-3 0,-13-33-21 16,-4-7-178-1</inkml:trace>
  <inkml:trace contextRef="#ctx0" brushRef="#br0" timeOffset="51426.67">10817 15035 137 0,'-5'-10'441'0,"3"10"-396"0,2 0-39 15,0-4 51 1,0 4-1-16,0 0-38 0,0 0-18 16,0 0 0-1,0 0 3-15,0 0 13 16,0 0 9-16,0 0 2 0,0 0 2 16,0 0 12-1,0 0-3-15,0 0-14 16,0 0 3-1,0 0-15-15,0 0-6 16,0 0-4-16,0 0-2 0,0 0 0 16,0 0 3-1,0 0 6-15,0 0-3 16,0 0 18-16,0 0 4 0,0 0-21 16,0 0 3-16,0 0-2 15,0 0-5-15,0 0 11 16,0 0-2-16,0 0 6 15,0 0 12-15,0 0-18 16,0 0 7-16,0 0-17 16,0 0 3-16,0 0-5 0,0 0 0 15,0 14-1 1,-2 26 3-16,0 14-2 0,0 17 13 16,2 5-10-1,0 0 4-15,0 0-6 16,0-4-1-16,2-7 2 0,4-11 0 15,1-4-2 1,0-14 0-16,0-10 0 16,-3-4 0-1,0-8 2-15,1-4 1 16,-3-4 0-16,0 0-2 0,-2-6-1 16,0 0 1-1,0 0 0-15,0 0-1 16,0 0-1-16,0 0 0 0,0 0-30 15,0 0-10-15,0 0-17 16,0 0 9-16,-17 0-3 16,-10 0-23-16,-7 0 29 15,-3 0 38-15,-2 4 7 16,-1 0 5-16,7-2 18 16,6 0 27-1,5-2-2-15,9 2 4 16,6-2-10-1,5 4-12-15,2-4 4 0,0 0-13 16,0 0-16-16,0 0 8 16,0 0-11-16,0 0 1 15,6 0-2-15,21 0 0 16,9 0 7-16,10 0 8 0,10 0-10 16,11-6 10-16,2 2-3 15,2 0 0 1,-8 4-12-16,-12-4 7 0,-13 4-7 15,-21 0 1 1,-9 0-5-16,-6 0 4 16,-2 0 0-16,0 0 5 0,0 0-5 15,0 0-2-15,-12 0-29 16,-7 0-31-16,-4 0-27 16,1-6-89-16,13 2-154 15,3-4-261-15</inkml:trace>
  <inkml:trace contextRef="#ctx0" brushRef="#br0" timeOffset="51849.55">10648 15067 720 0,'-7'-10'76'16,"7"10"-62"-16,0 0 79 15,0-2 0-15,2 0-39 0,24 2-48 16,11-4 10-16,5 2 23 16,5 2-11-1,6 0 20-15,5 0-32 16,-2 0 11-16,0 0-17 0,-6-4 0 16,-13 4-4-16,-14 0-2 15,-13 0-8-15,-10 0 4 16,0 0-11-16,-2 0 0 15,-27 4-79-15,6-4-141 16,3 4-283-16</inkml:trace>
  <inkml:trace contextRef="#ctx0" brushRef="#br0" timeOffset="52313.39">11356 15557 558 0,'0'0'152'15,"0"0"-126"-15,0 0 44 16,0 0 93-16,-35-35-71 16,35 33-40-16,0 2 9 15,0 0-30-15,0 0-11 16,0 0-4-16,0 0-10 16,0 0 3-1,0 0-9-15,-6 0 1 16,4 10-5-16,0 21 2 15,0 5 3-15,2 4 3 16,0 4-6-16,0 10 2 16,0-4 0-1,0-2 2-15,0-8-1 0,0-16-1 16,0-6 0-16,0-2 3 16,0-6-4-16,0-6 1 0,2-4-12 15,-2 0-35-15,0 0-144 16,0 0-202-16</inkml:trace>
  <inkml:trace contextRef="#ctx0" brushRef="#br0" timeOffset="52684.62">11261 15484 773 0,'0'0'186'0,"0"0"-163"16,0 0 36-16,0 0 61 15,-6-54-67-15,6 54-41 0,23 0-12 16,14 0-6-16,13 16 6 16,8 10 0-16,4 6-1 15,-6 2 0-15,-7 7-4 16,-14-5 5-16,-12 10-4 16,-15-2-9-16,-8 4 13 15,-2-4-8-15,-38-12 5 16,-11-6 2-1,-8-4-2-15,-2-4 3 16,3-4 5-16,11-5-4 16,14-4 17-16,12-5-6 15,15 0-5-15,6 0 2 16,0 0-5-16,0-5-43 16,16-8-35-16,15-1-24 15,7-2-34-15,15 0-40 16,-29 12-91-16,-1-4-7 15</inkml:trace>
  <inkml:trace contextRef="#ctx0" brushRef="#br0" timeOffset="53156.68">11795 15677 73 0,'0'0'36'0,"0"0"12"16,0 0 56-16,0 0-27 16,87-98 53-16,-76 81 122 15,3 7-134-15,-6-2-36 31,-1 6-7-31,-5 2-12 0,-2 4-7 16,0 0 18-16,0 0-26 16,0 0-24-16,-7 0-24 15,-17 0 7-15,-3 8-5 16,0 6-1-16,3 4-1 16,8-8 11-16,8 3-10 15,3 1-1-15,5-1 0 16,0 4 1-16,0 1-5 15,5 4 4-15,17-4-4 16,7 6 0-16,13 6 1 16,2 0-3-16,-3 2-7 0,-10-4 13 15,-20-10-10 1,-9-2 4-16,-2-2 2 0,0 4-2 16,-27-5 5-16,-13 0 1 15,-13-4 0-15,-7-4 21 16,-1-5-9-1,5 0 8 1,10 0 16-16,6-14 0 16,11-4-27-16,7 0-6 15,13 0-3-15,9 0-8 16,0 0-40-16,17 6-20 16,4 8-110-16,-1 4-291 15</inkml:trace>
  <inkml:trace contextRef="#ctx0" brushRef="#br0" timeOffset="55441.78">12608 15462 297 0,'-13'0'179'0,"11"0"-149"16,-1 0-25-1,3 0 83-15,0 0 9 16,0 0-25-1,0 0 24-15,0 0-59 16,0 0 5-16,0 0 10 0,0 0-15 16,0 0-7-1,0 0-5-15,0-4-22 16,5 4-3-16,17-4 4 16,10-2 2-16,7 0 10 0,11 0-14 15,5 0 1-15,-2-2 1 16,-1 4-4-16,-8 0 8 15,-8 4-8-15,-7 0 0 16,-7 0 3-16,-6 0-3 16,-9 0-1-16,-5 0 2 15,-2 0-3-15,0 0-3 0,0 0-4 16,0 0 0-16,-9 10-56 16,-11 6-29-16,-3-2-69 15,10-10-111-15,-1 0-104 16</inkml:trace>
  <inkml:trace contextRef="#ctx0" brushRef="#br0" timeOffset="55828.25">12543 15703 372 0,'0'0'171'0,"0"0"-156"0,0 0-14 16,-21 14 108-16,21-14-7 0,0 0-29 16,0 0-36-16,0 0-10 15,2 0 6 1,13 0 67-16,10 0-59 16,8-4-15-16,11 0-16 15,26-6 10 1,7 2-12-16,2 2-3 15,-6 0 18-15,-24 6-22 16,-11 0 2-16,-9 0-3 16,-11 0 3-16,-9 0-3 15,-9 0 0-15,0 0-3 16,0 0 1-16,0 0-2 16,0 0 4-16,0 0-2 0,-9 0-38 15,-2 0-49-15,-2 2-75 16,5-2-70-16,2 0-194 15</inkml:trace>
  <inkml:trace contextRef="#ctx0" brushRef="#br0" timeOffset="56719.42">12572 15320 568 0,'0'0'0'16,"-2"0"17"-16,2 0 33 16,0-8 60-16,0-10-85 31,7 0-8-31,6-10 34 16,7 2-22-16,0-9 4 15,1 7-7-15,3-8-9 16,0 6-6-16,1 6 9 15,-3 6-8-15,-7 10 5 16,-3 4-11-16,-3 4 4 16,0 0 3-16,2 0-9 0,0 12-4 15,2 14-4-15,3 8 4 16,-1 5 12-16,1-3-11 16,-3 0 7-16,1-10-3 15,-1-6-7-15,-1-4 2 16,-6-12 0-16,3-4 3 31,3 0-2-31,1-8 15 0,2-18 45 16,1-2-6-16,-3-8-19 15,3 1-15-15,-5-1-13 16,0 0 13-16,-2 2-12 16,-7 6-3-16,3 4-3 15,-5 16 3-15,0 4-10 16,0 4 4-16,0 0-51 0,-9 4-45 15,0 6-185-15,-7 6-241 16</inkml:trace>
  <inkml:trace contextRef="#ctx0" brushRef="#br0" timeOffset="59234.59">13648 15797 327 0,'-8'4'121'0,"8"-2"-121"15,0-2 3-15,0 0 7 16,0 0 51-16,0 0-23 15,0 0 0-15,0 0 20 0,0 0 13 16,0 0 23 0,0 0-31-1,0 0 9-15,0 0-47 16,0-6-1-16,8-16-6 16,13-8-12-16,1-6 6 15,4-8-12-15,5-6 2 16,-2-4-2-16,-2-5 2 15,0-3-2-15,-6 0 0 16,-6 0 0-16,-3 8 4 0,-6 5-4 16,-2 12 0-16,1 6 8 15,-3 11-7-15,0 4 2 16,-2 8 10-16,0-2-3 16,2 6-7-16,-2 0-2 15,0 4 2 1,0 0 0-16,0 0-6 0,0 0 3 0,0 0-18 15,0 0 16-15,0 0-2 16,0 12-1 0,0 16 4-16,0-1 2 0,0 5 1 15,0 4-2-15,0 4 1 16,0 0-1 0,0 4 0-1,0-4-1-15,0 0 3 16,0-8-2-16,0-2 0 15,0-2 0-15,4-14-4 16,6-2 4-16,1-7-3 16,-3-5 1-16,6 0-4 15,1 0 6-15,8-9 12 16,0-9-5-16,1-8 10 0,0-2-10 16,-1-6 0-16,1-4 8 15,-1-2-12-15,-4 0 6 16,-1-4 1-16,-5 4-1 15,-1 0-7-15,-3-1 0 16,-5-3 2 0,0 4-3-1,-4 10-1-15,0 8 3 0,0 16-2 16,0 0 9-16,0 6-7 16,0 0 0-16,0 0 4 15,0 0-7-15,0 0-1 16,0 0-6-16,0 10-7 15,-2 20 13 1,0 10 0-16,0 8 1 0,2 4 1 16,0 7-1-16,0-1 0 0,0 12 0 15,6-4-2 1,13-10 3-16,3-8-1 16,-5-21 0-16,0-9-2 15,-5-9 1-15,-1 0-2 16,-1-9-1-1,1 0 0-15,3 0-6 16,-4 0-17-16,-1-13-84 16,-9-1-203-16</inkml:trace>
  <inkml:trace contextRef="#ctx0" brushRef="#br0" timeOffset="59797.14">14451 15342 631 0,'0'0'4'0,"0"-22"23"15,0 22-27-15,0-4 121 16,2 4 23-16,-2 0-125 0,0 0 2 31,2 0-5-31,-2 0 1 16,5 0-2-1,2 22-10-15,-1 14-1 0,3-2 15 0,-3 6-15 16,4-2 3 0,-2-2-7-16,-1-6 0 15,-1-3 1-15,0-13 1 0,-2-6-2 16,-2-4 0-16,-2-4 5 16,0 0-4-1,0 0 34-15,2 0 29 16,3-3-18-16,-1-19-8 15,10-18-22-15,-3-6-11 16,2-2 11-16,5-2-16 0,-7 14 1 16,3 8 2-16,-6 8-3 15,-1 10 0-15,-5 6-1 16,-2 4 4-16,2 0-5 16,-2 0 2-16,3 0-10 15,6 6 10-15,4 22-13 16,7 10 11-1,-3 2 6-15,-1 4-3 16,-5-8-1-16,-3 8-1 16,-4-12-2-1,-2-5 3-15,-2-5-17 0,0-12-17 16,0-2-29 0,0-3-18-16,0-5-92 0,0 0-87 15,0 0-98-15</inkml:trace>
  <inkml:trace contextRef="#ctx0" brushRef="#br0" timeOffset="60717.51">15144 14957 303 0,'0'-18'372'0,"0"12"-325"16,0 4-35-16,0 0 93 15,-2 2-42-15,-10 0-43 0,-3 0-20 16,-5 16-1-16,-3 12 1 16,-3 12 2-1,1 12 25-15,5 6-13 0,5 1 5 16,5 3-19-16,10 10 0 15,0-10 8-15,10-4-7 16,14-18-1-16,-2-18 0 16,5-12-1-16,2-6 1 15,4-4 11-15,5 0-6 16,5-8 16 0,-3-16-9-16,-5-10-6 15,-8-2-2-15,-10 0-2 16,-5-6 3-16,-5 8-4 15,-5 2 8-15,-2 10-5 16,0 8 18-16,0 10 12 16,-4 4-12-1,-13 8-22-15,-2 34-5 0,-1 6 5 16,7 2 0-16,8-2 0 0,5-8 0 16,0-8-2-16,5-6-1 15,8-8 0-15,3-12-2 16,3-6 5-16,4 0 10 15,1 0-5 1,3-18 33 0,-2-10-30-16,-6-4 10 15,-5-2 3-15,-5-10-7 0,-7 2 10 16,-2 4-16-16,0 10-3 16,-9 14-3-16,-13 10-1 15,-7 4-1-15,-11 0-6 16,-9 18-22-16,2 10-7 15,7-2-71-15,31-18-86 16,9-4-243-16</inkml:trace>
  <inkml:trace contextRef="#ctx0" brushRef="#br0" timeOffset="61102.39">15846 15212 265 0,'0'0'331'16,"0"0"-329"-16,22-26 84 0,-22 22 30 15,0-1-15 1,0 5-31-16,0 0-11 15,0 0-26-15,0 0-23 16,-20 23-5-16,-7 13 4 16,-6 12-7-16,2 6-1 15,0 0 4-15,2-2-2 0,6-10-3 16,3-8 0-16,9-10 2 16,7-7-5-16,4-13-19 15,0-3-35-15,0-1-48 16,0 0-38-16,4-26 26 15,-2-16-134-15,-2-8 46 16</inkml:trace>
  <inkml:trace contextRef="#ctx0" brushRef="#br0" timeOffset="61302.85">15641 15250 188 0,'0'0'107'16,"0"0"-30"-16,0 0 39 16,0 0 55-16,0 0-32 15,-12-81-6-15,12 81-51 16,0 17-71-16,3 15 39 15,19 8-9-15,4 10-1 0,10 4-28 16,20 10-6 0,2-2 6-16,-2-10-12 15,-10-8 3-15,-21-17-3 16,-13-13-4-16,-10-2-5 0,-2-6-63 16,-2-6-145-1,-19 0-127 1</inkml:trace>
  <inkml:trace contextRef="#ctx0" brushRef="#br0" timeOffset="70031.56">16538 15182 21 0,'0'-9'144'0,"0"5"-89"15,0 0-1-15,0 2 40 16,0 2-45-16,0 0-8 15,0 0 2-15,0-4 8 16,0 4 8-16,0 0-4 16,0 0 4-16,0-4-14 15,0 3 0-15,0-2-14 16,0 3-9-16,0 0-17 16,0-1 1-16,0-2 1 0,0-3-6 15,0-2 5 1,0 0-4-16,0 2 8 15,0-2 24-15,0 4-21 16,0 2 0 0,0 2 25-16,0-4-16 15,0 4-1-15,0 0-8 16,0 0-5-16,0 0 7 16,0 0-14-16,0 0 2 15,0 0 6-15,0 0-6 16,0 6 0-16,3 16-2 15,1 17 24-15,2 11-25 0,4 2 13 16,-4 8-13-16,1-8 2 16,-1-6-2-16,2-2 0 15,-2-9 0-15,-1-8 3 16,-1-4-1-16,0-10-2 16,-2-8 0-16,1-5 3 15,-3 0-3 1,2 0 1-16,1 0 34 15,-3 0-20-15,2 0 9 16,0 0 13-16,5-18-10 16,3-13-7-1,2-5-9-15,3-10-9 16,-6 2 9-16,3-8-10 0,-4-4-1 16,1 4 0-16,-2 6 4 15,0 7-4-15,-3 7 0 0,-2 10 0 16,3 0 3-16,-5 8-3 15,2 4 0 1,0 6 3-16,-2 0-6 16,0 4 3-16,0 0-5 15,0 0 4-15,0 0-11 0,0 0 5 16,0 0-3-16,0 18-5 16,2 8 11-16,3 8-2 15,0 4 6-15,1-1 7 16,3 7-6-16,-1-2-1 15,4 4 0-15,1-4 1 16,1 2 0 0,-3-8-1-16,-2-4 2 15,-2-6-2-15,-1-4 0 16,1-9 0-16,-1-8 0 16,-1 0-2-16,-3-5 2 15,-2 0 0 1,5 0 12-16,2 0-11 0,-1-14 8 15,12-22 14-15,0-13 19 16,4-9-28-16,1-8-8 16,-6 8 12-16,1-5-17 15,-5 4 3 1,-1 6 0-16,-6 7 3 16,-1 12-6-16,-3 6-1 15,0 12 2 1,-2 8-2-16,2 6 0 15,-2 2-3-15,0 0-27 16,0 0 3-16,0 8-36 16,0 20-18-16,-8 8-12 15,-3 8-80-15,-5-2-40 16,9-26-59-16,1-2-9 16</inkml:trace>
  <inkml:trace contextRef="#ctx0" brushRef="#br0" timeOffset="70597.86">16331 15781 176 0,'-13'0'224'0,"11"0"-160"31,2 0-25-31,0 0 191 16,0 0-135-16,0 0-26 15,0 0-24-15,0 0-11 16,13 0 13-16,5 0-25 16,13 0 8-16,7-4 9 15,11 2-16-15,14-2-6 16,8-4-5-16,11 6-6 0,10-2 9 15,1 4-9-15,5 0-2 16,-11 0 4-16,-16 0-6 16,-21 0 0-16,-21 0-2 15,-16-4 1-15,-9 4 2 16,-4 0-3-16,0 0 0 16,-15 0 3-16,-16 0-10 0,-8 0 7 15,8 0-68 1,-5 6-15-16,3 2-25 0,2 0-37 15,18-6-41-15,-1 0-101 16</inkml:trace>
  <inkml:trace contextRef="#ctx0" brushRef="#br0" timeOffset="71285.09">16630 15881 478 0,'0'0'192'16,"0"0"-170"-16,0 0 222 15,0 0-137-15,0 0-59 16,0 0-13-16,0 0-9 31,0 0-19-31,0 0 5 0,0 10-12 16,0 12 0-16,0 10 11 15,0 0-2-15,0 9 6 16,0-1-7-16,0 8-7 16,0-4 6-16,-4-4-7 15,-3 0 0-15,2-12-3 16,3-6 7-16,-3-4-3 0,5-5 2 15,-2-8 7-15,2-1-10 16,0-4 2 0,0 0 5-16,0 0-5 15,0 0 4-15,0 0 4 16,0 0-4-16,0 0 11 0,0 0-9 31,0 0-3-31,0 0 13 0,0 0-15 16,0 0 1-16,0 0-1 15,0 0 0 1,0 0-1-16,0 0-2 16,7 0 5-16,11-4-5 15,11 0 0-15,17 3-1 16,10-4 6-16,6 1-7 0,3 0 2 16,-16 4 0-16,-13 0 5 15,-16-4-4-15,-11 4 3 16,-7 0 0-16,-2 0-1 15,0 0 4-15,0 0-4 16,0 0 3-16,0 0 5 16,0 0-11-16,0 0-15 0,0 0-21 15,-9 0-12-15,-5 0-28 16,-9 0-96 0,11 0-140-16,-1 0-36 15</inkml:trace>
  <inkml:trace contextRef="#ctx0" brushRef="#br0" timeOffset="75214.92">17739 15061 126 0,'3'-4'90'0,"-1"2"-35"15,0 0 3-15,-2 0-45 16,0 0 0-16,2 0 9 16,-2-2-7-16,2-2-8 15,-2 4 10-15,0 0 24 16,0 2 3-16,0 0-12 0,0-2 0 16,0 2-7-16,0 0-1 15,0 0 1-15,0 0-8 16,0 0-1-16,0 0 1 15,0 0 5 1,0 0 42 0,0 0-44-16,0 0 0 15,0 0-4-15,0 0-2 16,0 0-10-16,-4 0-4 16,-9 0 0-16,-5 18 13 15,-5 4 4-15,-1 8 18 16,-5 14-13-16,-2 11 6 15,-4 17 23-15,0 12-29 0,7 8 9 16,6 0-19-16,4-7-10 16,7-11 4-16,6-6-5 15,5-10 3-15,0-4-4 16,25-6 21-16,32 5 18 16,11-7-17-16,9-6 7 15,4-12-12-15,-14-12-1 0,-7-2 5 16,-12-6-16-16,-11-6 10 31,-16 2-7-31,-11 0-3 16,-8-4 7-16,-2 0-9 15,0 0 4-15,0 0 8 16,0 0-5-16,0 0 6 0,0 0-14 16,0 0 2-16,0 0-4 15,0 0-21 1,0 0-8-16,-4 0-17 15,-10-10-39-15,-3-2-84 16,7 2-100-16,1 2-75 16</inkml:trace>
  <inkml:trace contextRef="#ctx0" brushRef="#br0" timeOffset="75870.03">17887 15245 682 0,'0'0'55'0,"0"-18"-46"15,0 18 45 1,0 0 16-16,0 0-22 0,0 0-24 16,0 17-8-16,0 11 7 15,0 10 24 1,4 4-11-16,7 6-15 15,3 2-10 1,-1 0 4-16,1 2-9 16,-2-7-4-16,1-5 1 0,-1-4 0 0,-1-10-3 15,-5-8 0 1,2-8 10-16,-4-6-4 16,-4-4 15-16,5 0 4 15,-3 0 6-15,4-10 21 16,3-12-9-16,0-14-16 15,4-7-6-15,-1-7-12 16,1-8 9-16,0-4-6 16,-1-6-8-16,1-2 14 15,-2 8-18-15,-4 6 6 0,2 12-5 16,-3 5 10 0,-4 15-2-16,3 6-7 15,-5 14 1-15,0 4-3 16,0 0-10-1,0 0-13-15,0 8-44 16,0 24-18-16,-7 0-21 16,-4 4-66-16,7-19-116 0,2-3-136 15</inkml:trace>
  <inkml:trace contextRef="#ctx0" brushRef="#br0" timeOffset="76618">18350 15472 505 0,'0'0'113'16,"0"0"-65"-16,0 0 48 15,9-26 64 1,-9 20-76-16,2 2-52 0,-2 4 22 16,0 0-16-1,0 0-14-15,0 0 4 0,0 0-11 16,0 0-17-16,-13 8-1 16,-12 20 1-16,-6 7 0 0,0 6 0 15,2 4 3 1,2-5-4-16,10 0 4 15,5-10-3-15,8-2 0 16,4-6 2-16,0-4-2 16,10-4 0-16,22-6 4 15,4-8-4-15,-5 0-6 0,3 0 2 16,-8 0-21-16,-4 0-15 16,-8-4-37-16,-10-6-9 15,-4-2 3-15,0-6-30 16,-6 0-75-16,-10 0 52 15,3-4 67-15,-1 0 97 16,5 4 45 0,5 0 8-16,2 4-5 15,2 0 11 1,0 7 13-16,0 2-45 0,2 0-18 16,2 4-13-16,-2 1 22 15,-2 0 24-15,0 0-16 16,0 1-19-16,0 22-31 15,0 4-2-15,0 8 28 0,0 1-17 16,0 0-8 0,2 2-2-16,3 0 1 15,-3-2-4-15,5-2 1 0,-4-10 3 16,1-3-3 0,-4-7-1-16,2-9 2 15,-2-1 2 1,4-4-3-16,-4 0-1 15,0 0 0-15,3 0-1 16,-3-5-34-16,0-12-28 16,2 7-127-16,-2-2-216 15</inkml:trace>
  <inkml:trace contextRef="#ctx0" brushRef="#br0" timeOffset="77135.47">18704 15476 598 0,'0'0'114'0,"0"0"-81"15,0 0 56 1,-17 0-28-16,-12 0-15 16,-7 8-32-16,3 8 33 0,2 4 8 0,4-6-17 15,6 4 1 1,6-5-24-16,6 1-4 0,9-5-10 16,0 1-1-16,0-1 0 15,0 3-2 1,4-2 2-16,18-1 8 15,3 8-4-15,6-3-8 0,3-2 2 16,3 8 0-16,-8-2 2 16,-8-2-6-16,-8 2 2 15,-13-4 4-15,0-2-3 16,0 2-1-16,-18-6 4 16,-13 2 9-16,-4-4 13 15,-8 2 4 1,5-4 2-16,9-4-13 15,7 0-7-15,6 0-7 16,7 0-22-16,7 0-48 16,2-14-71-16,0 2-204 15,0 2-110 1</inkml:trace>
  <inkml:trace contextRef="#ctx0" brushRef="#br0" timeOffset="77543.16">18905 15458 458 0,'0'0'295'0,"0"0"-244"15,0 0-44-15,6 0 65 16,-1 0 11-16,3 0-37 16,4 0-28-16,5 0 11 0,8 0-2 15,4-4 0-15,6 0 0 16,4 0-7-16,-1 0-13 16,-3 2 0-16,-10 2 9 15,-10 0-9 1,-11 0 0-16,-4 0 4 0,0 0-10 15,0 0 13-15,0 0-12 0,0 0 1 32,0-4 0-32,0 4-3 0,0 0-10 0,0 0-8 31,0 0-41-31,0 0-49 0,0 0-120 16,-6 0-211-16</inkml:trace>
  <inkml:trace contextRef="#ctx0" brushRef="#br0" timeOffset="78579">19389 15107 393 0,'0'0'86'0,"0"0"-40"15,-4-28 119-15,4 22-73 16,0 2-44-16,0 0 32 16,0 0-22-16,0 4-14 15,0 0 1-15,0 0-18 16,0 0 1-16,0 0-16 0,0 0-8 15,0 0 8-15,0 0-12 16,0 0 1-16,0 0-1 16,0 18 5-16,0 4 1 15,0 6 7-15,0 6-11 16,8 7 12-16,1 0-11 16,-1 6 7-16,4-1-9 0,-1 8 2 31,2-4-3-31,-2-6 0 0,-4-4 3 15,-1-14-3-15,-3 1 0 0,1-9 4 16,-1-4-4-16,-1-6 10 16,0-2-4-16,0-4-1 15,1 0 9 1,-1-2-13-16,-2 0 7 16,0 0-1-1,0 0 16-15,0 0-11 16,2 0 4-16,0 0 15 15,2-2-3-15,5-18-1 16,3-4-21-16,-1-7-5 16,5-1 16-16,-3-6-14 0,3-4-2 15,-1-8 5-15,3-6-3 16,-1-2-3-16,-1-10 0 16,2 1 2-16,-2 5 1 15,-1 8-3-15,-3 6 0 16,-4 12 7-16,-1 12-1 15,-3 8-6 1,-4 8 4-16,0 3-2 16,0 5-2-16,0 0-7 15,0 0 7-15,0 0-16 16,0 0-9-16,0 0-6 16,0 0-19-16,0 17 18 15,0 1-10-15,0 4-33 16,0 4-36-16,0 0-102 0,0-16-130 15</inkml:trace>
  <inkml:trace contextRef="#ctx0" brushRef="#br0" timeOffset="78897.82">19867 15270 475 0,'0'0'215'0,"0"0"-146"16,11 18 3-16,-11-4 28 16,0 4-39-1,3 8 82-15,1 6-109 16,-2 4-13-16,1 4-12 0,-1 6 18 16,2 2-17-16,0-3-6 15,1-5 5-15,-1-18-6 16,-1 0-1-16,2-8-2 15,-3-6 4-15,0-2 2 16,0-2-6-16,-2-4 0 16,2 0-4-1,-2 0-3-15,0 0-30 16,0 0-31-16,0-10-138 16,0-12-105-16,0 8 2 15</inkml:trace>
  <inkml:trace contextRef="#ctx0" brushRef="#br0" timeOffset="79144.3">19771 15396 620 0,'0'0'114'15,"0"0"-106"-15,0 0 83 16,0 0 51-16,-6-26-96 16,21 24-30-1,5-2 63-15,7 2-29 0,2 0-16 16,7 2-14-16,20-4 9 15,4 4-14-15,2-4-7 16,-7 2-3-16,-26 0-4 16,-15 2-2-16,-12 0-51 15,-2-2-78-15,0 2-115 16,-6-4-111-16</inkml:trace>
  <inkml:trace contextRef="#ctx0" brushRef="#br0" timeOffset="79652.13">20181 14865 604 0,'0'0'245'16,"0"0"-222"-16,0 0-18 16,0 0 92-16,-17-14-35 15,17 14-31-15,0 4-31 16,8 22 4-16,5 6 3 15,3 8 13-15,5 4 12 16,-2 6-5-16,6 8-18 0,2 0 12 16,2 9-12-16,2 5 8 15,-2 4-15-15,0 0 6 16,-4-4 0-16,-14 17-7 16,-11-9 6-16,0 0-7 15,-19-14 0-15,-18-20 9 16,-3-10-9-16,-1-9 7 0,10-9 5 15,7-9-9-15,12 0 3 16,6-9-6-16,6 0 0 16,0 0-7-16,0 0-23 15,0-5-52-15,6-8-518 16</inkml:trace>
  <inkml:trace contextRef="#ctx0" brushRef="#br0" timeOffset="80415.61">20638 15093 337 0,'0'0'131'0,"0"0"-102"16,-4-62 42-16,4 52 54 15,0-2-23-15,0 10-20 0,0 2-12 16,0 0-7 0,0 0-20-16,0 0-1 0,0 0-19 15,0 0-10-15,0 0 6 16,0 2-15-16,0 24 5 15,8 10-7-15,4 8 41 32,-1 4-34-32,0 7-8 15,-4 3 2-15,2 12 1 16,-3-2-4-16,-2-6 0 0,1-9 0 0,-3-21 1 31,1-6-1-31,-1-11 0 0,0-2 1 16,1-9 4-16,1-4-4 15,0 0-1-15,-2 0 1 16,5 0 17-16,7-12 3 16,1-16 14-16,5-11-1 15,1-3-21-15,-2-10-10 16,1-6-1-16,7-22 10 16,-2-2-11-16,-3-3 2 15,-2 11-6-15,-9 28 9 16,-2 10-3-16,-2 8-1 15,-3 12 1-15,0 6 11 16,-1 6-14-16,-3 0 1 0,0 4-2 31,0 0-1-31,0 0 0 16,0 0-19-16,0 0-100 16,0 16-11-16,0-4-104 15,0 0-163-15</inkml:trace>
  <inkml:trace contextRef="#ctx0" brushRef="#br0" timeOffset="80884.83">21168 15310 88 0,'0'0'660'0,"0"0"-619"16,4-8-14-16,-4 4 125 16,0 4-14-16,0 0-62 15,0 0-25-15,0 0-15 16,0 0-25-16,0 0 1 15,3 0-12-15,-3 8-8 16,0 18 5-16,3 20 3 16,-1 2 2-16,2 2-2 15,3 0 0-15,-1-15 1 16,6-8 0-16,-4 0-1 0,1-13 1 16,-2-5 4-16,-2-4-5 15,-1-3 0-15,-4-2 0 16,0 0 7-16,2 0-7 15,0 0-3-15,3 0-45 16,1 0 17-16,-1-16-70 16,0-2-71-1,-5 5-141 1,0-1-147-16</inkml:trace>
  <inkml:trace contextRef="#ctx0" brushRef="#br0" timeOffset="81271.78">21117 15169 615 0,'0'0'197'0,"0"0"-162"16,0 0 2 0,0 0 93-16,-9-32-62 15,25 32-42-15,9 0-21 16,6 8-5-1,4 16 2-15,3 7-3 16,0 5 3-16,-3 8-2 16,-6-4 0-16,-4 4 0 15,-7 0 5-15,-7-2-5 16,-7-2 0-16,-4-1-9 16,0-7 5-16,-4-5 1 15,-23-4 3-15,-15-1 17 0,-5-10-8 16,0-2 21-16,12-4-11 15,15-4-6-15,9-2-4 16,3 0-5-16,8 0-4 16,0 0-4-16,0 0-40 15,0-4-30-15,3-12-85 16,6 10-157 0,0-6 25-1</inkml:trace>
  <inkml:trace contextRef="#ctx0" brushRef="#br0" timeOffset="81821.82">21723 15280 290 0,'0'0'269'16,"0"0"-233"-16,0 0 68 15,0 0-20-15,45-68-3 16,-43 60-24-16,0 4 5 16,-2-2-36-16,0 3 15 0,0 2-11 15,0 1-7-15,0-3 11 16,-20 3-34-16,-2 0 3 16,-5 0-1-16,-2 0 6 15,3 0 19-15,-1 17-9 16,2 1-14-1,6 0 11-15,0 5-13 16,3 0 2-16,10-3 0 16,1-2-4-16,5 0 0 15,0 2 1 1,0-4 1-16,23 6-2 0,8-8 0 16,2 0-2-16,5 6-6 15,2 0 6-15,1 0-1 0,-8 4 3 16,-6 2-5-16,-8-3 5 15,-7 0 0-15,-10-2-3 16,-2-3-1 0,0 0 4-16,-18-4 8 0,-17 0 18 15,-10-6-3-15,-4-4 4 32,-7-4-8-32,12 0-18 15,3 0-2-15,4 0-5 16,12-4-49-16,18-4-27 15,3-2-281-15</inkml:trace>
  <inkml:trace contextRef="#ctx0" brushRef="#br2" timeOffset="89136.85">13933 16527 291 0,'0'-6'51'0,"0"2"18"15,0 0 30-15,0-2-54 16,0 2 1-16,0 0 28 15,0 4-25-15,0 0-16 0,0 0 22 16,0 0-6-16,0 0-9 16,0 0-22-16,0 0-6 15,0 0 11-15,0 0-14 16,0 0-1-16,0 14-7 16,0 8 4-16,0 8 49 15,0 2-39 1,0 8-4-16,-2 0-6 15,-6 27 6 1,1 1-5-16,3 16-3 0,2-4 2 16,2-12-5-16,0-10-8 15,19-9 5-15,12-9 5 16,8-8-2-16,9-6 0 16,6-12 1-16,6-6 7 0,3-2-7 15,-3-6 0 1,-4 0 5-16,-8 0-3 15,-12 0-3-15,-12 0 3 16,-8 0 1-16,-7 0 11 16,-7 0 7-16,-2 0 6 15,0 0-20-15,0 0 9 0,0 0-3 16,0 0-5-16,0 0 2 16,0 0-11-16,0 0 0 15,0 0 2-15,0 0-2 0,0 0-1 16,0 0 0-1,0 0-24-15,0 0-93 16,-2 0 15 0,-11 0-58-16,-7 0-38 15,9 0-21 1,-1 0-118-16</inkml:trace>
  <inkml:trace contextRef="#ctx0" brushRef="#br2" timeOffset="89755.21">14334 17074 359 0,'0'0'85'0,"0"0"-38"16,0 0 99 0,0-36 29-16,0 36 61 0,-2 0-158 15,2 0-14-15,-2 0-8 16,0 0-21 0,2 0-8-16,0 0 7 0,0 0-21 31,0 0 11-31,0 0-8 15,0 0-5-15,0 0 12 0,0 0-15 16,0 0-7-16,0 0 2 16,6 0-3-16,4 6 0 15,3 6 0 1,3 2 3-16,1 4-5 16,-1-4 2-16,4 4 0 0,0-1 1 15,11 7-1-15,1 2 0 16,-6-4 1-16,-3-4-6 15,-10-8 5-15,-4-2-1 16,-2 0-4-16,-3-8 5 16,-2 4 0-16,1-4 0 15,-1 2 0 1,-2-2-3-16,0 0 3 16,0 0 0-1,0 0 0-15,0 0 1 0,0 0-1 16,0 0-2-16,0 0-3 15,0 0 5 1,0 0 0-16,0 0 0 0,0 0 3 16,0 0-6-16,0 4 1 15,0 0-7-15,-7 0 7 16,-13 10-7-16,-11 0 9 0,-13 2 6 16,-8-2-3-16,-4 4 8 15,6-8-11 1,7 2 1-16,11-6 9 0,12-2-10 15,9-4 0-15,7 0-21 0,4 0-15 16,0 0-30 0,0 0-21-16,0 0-99 15,9 0-242-15</inkml:trace>
  <inkml:trace contextRef="#ctx0" brushRef="#br2" timeOffset="91659.14">14843 17030 626 0,'0'-8'140'0,"0"6"-126"16,2-2 98-16,0 4-23 16,0 0-63-16,-2 0-13 15,0 0-7-15,0 0 13 16,0 0 18-16,3 0-17 0,1 14-12 15,8 26 2 1,1 5 34-16,3 9-36 16,1 4-8-16,-1-10 9 15,3-6-8-15,0-2 0 16,-3-6 6-16,-1-10-7 16,-9-8 0-16,1-6 0 0,-4-10 2 15,-1 0-2-15,0 0 10 16,0-4 24-16,5-18 6 15,-3-10-6-15,5-4-29 16,3-22-3 0,-2 0 15-16,4-8-12 31,1-6 7-31,-4 9-11 0,3 5 2 16,-1 6-3-1,1 14 0-15,-3 16 2 16,-5 10-2-16,-4 6 0 15,-2 6 3-15,0 0-7 16,0 0-11-16,0 14-27 16,0 18-10-16,-6 8-19 0,2 0-12 15,1 8-90 1,3-34-408-16</inkml:trace>
  <inkml:trace contextRef="#ctx0" brushRef="#br2" timeOffset="92030.35">15235 17098 209 0,'0'0'262'16,"40"0"-254"-16,-29-14-4 16,1-4 64-16,-6 4 61 15,-6 6-3-15,0 4 3 16,0 4-18-16,0 0-24 16,-4 4-33-1,-14 31-27-15,-2 6-27 16,-2 12 4-16,8-9-3 0,7-4 3 15,7-4-4-15,0-8-1 16,0-6 1 0,14-8 0-16,3-10 6 0,15-4-4 15,3 0 9 1,6-22-6-16,-6-10-5 16,-12-4 13-1,-12 0-12-15,-11-2 3 16,0-3 5-1,-25 9 6-15,-17 6 4 0,-5 12-9 16,3 14-2-16,-4 0-8 16,9 4-11-1,1 19 6-15,15-5-109 0,15 4 8 16,8-8-67-16,21-6-111 16,8-8 4-16,3 0-41 15</inkml:trace>
  <inkml:trace contextRef="#ctx0" brushRef="#br2" timeOffset="92601.26">15533 16830 371 0,'23'-76'184'0,"-17"40"-162"16,-1 1 161-16,0 15-30 15,-5 12-46-15,0 4-23 16,0 4-11-16,0 0-30 15,0 8-31-15,0 24-12 16,0 8 2-16,0 5-2 16,0 27 10-16,6 8-4 15,-1 4-6-15,3-3 0 16,4-19 3-16,-3-12-2 16,1-2-1-1,2-8 3-15,-3-12-1 16,2-10-2-16,-2-10-1 0,6-8 0 15,6 0 1-15,0-12 0 16,4-16 0-16,-2-8-4 16,-5-4 4-16,-1-4-7 15,3-28-3 1,-4-5-2-16,2-3-4 16,-10 6-11-1,-5 32-2-15,-3 20 29 16,0 10 1-16,0 6 23 15,0 6 55-15,0 0-76 16,0 0-3-16,0 40-12 16,0 14 11-16,0 14-2 15,0 6 3-15,0-10 4 16,0-1-4-16,2-9 0 16,9-6 0-16,0-8-1 15,0-14-16-15,1-4-12 16,-4-20-14-16,1-2-23 15,-5 0-44 1,-4 0-71-16,0-14-504 16</inkml:trace>
  <inkml:trace contextRef="#ctx0" brushRef="#br2" timeOffset="93584.36">15770 17179 87 0,'-42'-28'642'15,"32"24"-521"-15,8 0-89 16,2 4 44-1,0 0 78-15,14 0-133 16,17 0-18-16,7 0 4 0,4 0 0 16,7 0-7-16,-5 0-4 15,1 0-104-15,-5 0-31 16,-4 0-7-16,2 0 18 16,-2-10-12-16,-13 1 18 15,-2 0 85-15,-15 0 37 16,-6 0 77-16,0 0 44 31,0 5 10-31,0 4 104 16,-17 0-167-16,-12 0-32 15,-4 9-20-15,-8 17-13 16,-3 6 14-16,2 8 8 16,9-4 35-16,10 0-45 15,11-10-9-15,12 0-4 16,0-12-1-16,18-10 1 15,16-4 21-15,3 0-14 16,6-12 2-16,-3-14-9 16,-4-6-1-16,-12 0-13 0,-11-2 11 15,-7 10-3 1,-6 16 8-16,0 4 2 16,0 4 9-16,0 0 13 15,0 8-8-15,0 14-16 16,0 0-8-16,0 10 6 15,17-6-4-15,10-8 2 16,0-4-5-16,-5-10 5 16,0-4-14-1,7 0 8 1,8-22-10-16,4-6-31 16,-3-10 21-16,-3-2 1 15,-10 8 15-15,-12-4-2 16,-3 9 6-16,-10 5-4 15,0 8 1-15,0 10 9 16,-27 4 14-16,-16 0-13 16,-1 14 6-16,0 16 10 0,5-3-1 15,22-5-4-15,5-8 7 16,12 0-18 0,0-6 0-16,0-4-1 15,16 2 18-15,1-2-15 16,1 4 1-1,1 2 4 1,-6 8-8-16,1 12 0 16,-1 6 6-16,-3 8-3 0,2 6 0 15,-1 22 1 1,0-1 2-16,-2-3-6 16,-2-6 0-16,-7-28-2 15,0-6 4-15,0-10-4 16,-23-6 4-16,-14-6 53 15,-3-6-34-15,-5 0-16 16,9-6 8-16,5-20-12 16,6-10 3-16,12-4 1 15,9-12 27-15,4-6-29 16,9-1-1 0,37-5-4-16,8 8 0 15,2 16 1-15,-3 4-17 16,-15 14-29-16,-11 8-28 15,-25 14-163 1,-2 0-323-16</inkml:trace>
  <inkml:trace contextRef="#ctx0" brushRef="#br2" timeOffset="93969.48">16563 17263 355 0,'11'0'328'16,"5"0"-218"-16,1-18-51 15,4-4 18-15,-6 0-32 16,-3-2-28 0,-4-2 5-16,-4 4-3 15,-4-1 27-15,0 1-17 16,0 12 1-1,-12 2 10-15,-13 8-35 16,-9 4-4-16,-1 24-2 16,2 12 1-16,-4 9 0 15,11-1 4 1,15 16-2-16,11-12 2 16,2-6-4-16,36-12 3 15,6-16 12-15,12-8 11 0,9-10-19 16,8 0-7-16,-3 0-80 15,-51-4-174-15,-5-10-582 16</inkml:trace>
  <inkml:trace contextRef="#ctx0" brushRef="#br2" timeOffset="94471.03">16913 17277 875 0,'-34'-10'7'16,"34"10"30"-16,0 0 109 15,0 0-92-15,0 0-26 16,9 0-10 0,18-4-9-16,6 0-4 0,6 2-3 15,3-6-2-15,-5 4-17 16,-5 0-11-16,-8-2-65 15,-24 6-121-15,0-4-126 16</inkml:trace>
  <inkml:trace contextRef="#ctx0" brushRef="#br2" timeOffset="94992.09">17328 17044 933 0,'0'0'0'0,"0"0"-10"16,0 0 10-16,-41 0 53 15,24 30-43-15,-6 20-9 16,5 3 18-16,7-3-10 16,7-2-5-16,4-20-4 15,0-10 0 1,0-6-1-16,15-6 2 0,7-6 30 15,5 0-24-15,6 0-6 16,5-32-1 0,-5-4-11-16,-6 0 5 15,-6 6-5 1,-17 16 11-16,-4 6-2 0,0 8 4 16,-2 0 19-1,-23 26 56-15,-4 14-51 16,2 10 4-16,19-14-14 15,8-2 8-15,0-10-18 16,0-8-5-16,18-10 15 16,7-6 7-16,6 0-15 15,11-18-1-15,0-18 9 16,-5-4-13-16,-10-4-3 16,-15 8 6-16,-12 0-3 15,0 8 1-15,0 6-4 31,-23 5-4-31,-8 16 1 16,-2 1-13-16,4 0-14 0,4 14-37 16,8 8-49-1,17-12-114-15,0-6-419 16</inkml:trace>
  <inkml:trace contextRef="#ctx0" brushRef="#br2" timeOffset="96197.79">17657 17151 286 0,'43'-14'239'15,"-35"10"-179"1,-3 4 252-16,-5 0-177 16,0 28-65-16,0 12-62 15,2 8 38-15,0 2-11 16,2-6-19-16,1-8-13 16,2-6 6-16,-1-12-4 15,1-8 7-15,-3-10 7 16,6 0-11-16,1-10 7 15,5-24 15-15,1-2-22 16,3-4 3 0,-2-14-11-1,0 0-1-15,-1 6 1 16,-5 16-6-16,-8 23 6 0,-4 9-4 16,0 0 4-1,0 13 0-15,0 19-3 16,0 12 3-16,7 0 3 15,7 2-3-15,3-6 4 0,-1-10-6 16,-1-8 2-16,-3-16-2 16,-4-6-11-16,5 0-15 15,3-14-22 1,-5-22-126-16,1-12 7 16,-6-6-14-16,-1 0 38 15,-1-8 28 1,2-5 33-16,-6-5 50 15,3 10 34-15,-3 12 138 16,0 24 53-16,0 8 3 16,0 14-26-1,0 4-51-15,2 0-44 16,3 32-63-16,-1 16 4 0,5 10-7 16,4 22 6-16,-1 5-4 15,-4-9-9-15,1-8 0 16,-7-24 0-16,-2-10 3 15,0-14-8 1,0-4-2-16,0-10-34 0,0-6-6 16,0 0-35-1,-8-18 6 1,-3-28-60-16,-3-2-2 16,5-2 138-16,5 10 37 15,4 10 5-15,0 3 38 16,0 9 18-1,0 13 38-15,13 1-94 16,5 4-36-16,5 0-5 16,0 18 16-16,2 18-16 0,0 0 0 15,-1 0 3-15,-6 4-2 16,-2-10-2-16,-8 2-11 16,-3-10 10-16,0-4-9 15,-5-10 5-15,0-8-13 16,0 0 9-16,0-4 9 15,0-32 19-15,-3-12-6 16,3-2-8-16,0-4 11 16,0 14-9-16,20 5-7 15,1 8 6 1,-4 8-2-16,3 7 0 0,1 2-3 16,0 2-2-16,4 2 1 31,-2 6 0-31,-13-4-1 15,0 4 1-15,-10 0 0 16,0 0-3-16,0 0-1 16,0 36-9-16,-7 9 2 15,-2 5 14-15,2 8-3 16,7-14 0-16,0-8 2 16,0-4-2-16,5-12-1 15,10-10 1-15,3-6 4 16,5-4 9-16,8-8 2 15,0-28 11-15,-4-8-15 16,-10-6-2-16,-17 6 18 16,0 4-16-16,0 4 7 31,-40 9-5-31,-7 13 4 16,-6 14-17-16,-3 0-5 15,13 9 0-15,8 18-36 16,11 5-11-16,24-15-47 15,0-7-631-15</inkml:trace>
  <inkml:trace contextRef="#ctx0" brushRef="#br2" timeOffset="97320.78">18704 16928 403 0,'27'-76'103'0,"-27"36"-2"16,0 22 58-16,0 8-4 31,0 10-48-31,-2 0-26 16,2 0-56-16,0 28-25 15,0 16-3-15,0 32 3 16,0 14 4-16,0-1-4 16,10-5 0-16,-2-26 0 15,0-8 1-15,1-14 0 16,1-10-1-16,0-16 0 15,5-10 1-15,6 0-1 16,-1-18 0-16,5-18-3 16,-3-14-6-16,-4-2-28 15,-3-12-56-15,-3-12 59 16,-6-5 2-16,1 1 3 16,-7 14 29-16,0 22 16 0,0 22 71 15,0 22 16-15,0 0-16 16,0 22-50-1,-5 40-37-15,3 14-6 16,2 8 9-16,0 1-3 16,0-21 0-16,9-6 3 31,3-6-1-31,-4-16-2 16,3-10 0-16,-1-8 1 15,3-8 0-15,9-10-1 16,2-4 6-16,5-24-3 15,2-12-3-15,-11-4 0 16,-4-10-4-16,-3 0 3 16,-8 1-10-16,-5 9-24 15,0 20 34-15,0 12 1 16,-20 12 26-16,-2 12-12 16,1 20 1-16,6 8-14 15,3 5 19-15,10-1-20 16,2-4 6-16,0-4-6 31,19-12 1-31,12-8 5 0,9-10 3 16,2-6 2-16,5 0-11 15,2-22-2 1,6-10-19-16,-3-8-96 16,-3 0 17-16,-5 4-71 15,-13 9-53-15,-6 5-24 16,-4 8 55-16,-9-4 132 15,-7 4 61-15,-5-4 202 0,0-4 63 16,-5 4-44 0,-19 0-71-16,-7 6-57 15,-7 12-9-15,0 0-56 16,-5 12-17-16,1 24 9 16,0 22-5-16,11 9-10 15,13-9 0-15,16 0-9 16,2-30 4-16,2-6 0 15,23-14 5-15,6-8-1 16,7 0 14-16,9-8-16 16,-3-24-4-16,5-30-2 15,-11-4-6 1,-9-19 9-16,-14-5-17 16,-15 22-8-16,0 6 11 15,0 22-19 1,-9 26 34-16,-9 14 75 15,-1 6-33-15,3 42-27 16,3 20-9-16,8 8 14 16,5 8-16-16,0-3 0 15,11-15 0-15,5-8-4 0,-1-14 1 16,-4-12-2 0,3-14-16-16,-3-8-31 15,3-10-34-15,-14 0-189 0,2-10-394 16</inkml:trace>
  <inkml:trace contextRef="#ctx0" brushRef="#br2" timeOffset="97852.58">20133 16605 599 0,'0'-22'43'0,"-10"22"70"15,-7 0-10-15,-12 0-63 16,0 22 7-16,-7 6-2 15,3 16 88-15,-3 6-94 16,2 25-5-16,3 37-9 16,7 8-9-16,15 7 14 0,9-11-18 15,2-32-9-15,27-8 9 16,9-9-10 0,23 1 11-16,3-12-2 15,3-16-8-15,-5-16-3 16,-20-20-6-16,-9-4-4 15,-6 0-37 1,-27-14-14 0,0-4-559-16</inkml:trace>
  <inkml:trace contextRef="#ctx0" brushRef="#br2" timeOffset="98284.96">20168 16910 631 0,'0'0'302'15,"0"0"-270"-15,-14-50 108 16,14 50-67-16,0 0-73 16,0 18 2-1,0 22-2-15,14 14 14 16,-1 4 10-16,1 5-7 15,-1 0-16 1,7 8 6-16,0-5-7 16,0-20 4-16,-2-10-3 15,-9-24-1-15,-5-8 0 16,3-4 5-16,5 0 2 0,5-18 67 16,5-20-45-16,5-8-27 15,2-34 11 1,-2-9 2-16,2-9-8 0,-5 4 3 15,-6 32-10-15,-11 18 0 16,-5 20 1 0,-2 20-1-16,0 4-6 0,0 0-32 15,-11 18-31-15,-2 8-51 16,6-8-79 0,7-4-252-16</inkml:trace>
  <inkml:trace contextRef="#ctx0" brushRef="#br2" timeOffset="98555.64">20676 16990 442 0,'0'0'173'16,"0"0"-128"-16,26 0 304 16,-26-4-236-16,0 4-41 15,0 4-33-15,-19 28-38 16,-10 8 3-16,0 4-5 0,6 5 2 15,5-9 3-15,10 0-4 16,8-8 0-16,0-6-1 16,0-8 5-16,8-8-4 15,10-10 5-15,5 0-3 16,-1 0-4 0,7-10-29-1,-20-6-274-15,-2 2-99 16</inkml:trace>
  <inkml:trace contextRef="#ctx0" brushRef="#br2" timeOffset="99075.34">20716 17179 538 0,'0'0'303'0,"0"0"-237"15,0 0-4 1,5-23 70-16,-5 23-43 0,0 9-49 16,0 21-28-16,0 10-10 15,0 2 11-15,0 10 4 16,0-2-16-16,0-10 1 15,0-5-2-15,0-22-5 16,0-3-2 0,0-10-21-1,8 0-13-15,13 0-184 16,0-10 66-16,8-16-48 16,8-24 31-16,-4-2 133 15,0-10 43-15,1-2 77 16,-7 12-9-16,-6 10-31 15,-7 3 41 1,-14 15 24-16,0 6 159 0,0 6-158 16,-20 12-25-16,-5 0-55 15,-4 0-11-15,5 0 5 16,4 14-9-16,9 8 7 16,7 0-12-16,4 0-3 15,0 9 0 1,2 1 1-16,20-4 1 0,0 6 0 15,-1-8-1-15,-9-2-1 0,-5 2 2 16,-7 6-1 15,0-6-1-31,0 0 0 0,-9-8 0 0,-9-8 0 16,-1-2 0-16,-2-8-8 31,2 0 3-31,-2 0-89 0,8-8 6 16,10-2-118-16,3-8-238 15</inkml:trace>
  <inkml:trace contextRef="#ctx0" brushRef="#br2" timeOffset="99444.55">20985 16709 437 0,'-17'-40'263'0,"17"40"-188"16,0-4 33-16,0 2 59 16,0 2-58-1,0 0-46-15,0 10-52 16,15 21-7-16,10 14-2 15,2 14 15-15,6 15-11 16,5 12 5-16,5 8-11 0,1 5 21 16,-1-1-5-16,-15 12 2 15,-14-7-11 1,-14-17-4-16,-7-16-2 16,-34-34-1-16,-7-10 0 15,-1-16-1-15,0-10-14 31,31-4-96-31,9-22-225 16</inkml:trace>
  <inkml:trace contextRef="#ctx0" brushRef="#br2" timeOffset="101429.82">21741 16994 499 0,'-9'-18'117'0,"5"10"-108"0,4 8 12 0,0-4 130 16,0 4-56-1,0-6-40-15,0 6 0 16,0 0-22-16,0 0-9 16,0 0 11-16,0 0-4 15,0 14-9 1,9 12-5 0,6 14 12-16,3 6-7 0,7 7-20 15,6 11 2 1,0-2-4-16,-2-4 1 15,-7-6-2-15,-13-28 1 0,-4-8-2 16,-3-6 2 0,-2-10-2-16,0 0-2 15,0 0 4-15,0-8 17 16,-7-16 9-16,-7-6-24 16,1-6 7-16,2-4-8 15,6-4 28-15,5-6-27 16,0-3 13-16,5-11-13 15,38-2 1-15,7 8-6 16,14 0-6 0,-12 26 6-16,-7 10-6 15,-9 4-1 1,-19 14 4-16,-9 4-82 16,-8 0-8-16,0 0-67 15,0 0-150-15,-16 14-91 16</inkml:trace>
  <inkml:trace contextRef="#ctx0" brushRef="#br2" timeOffset="102434.02">22178 17315 568 0,'20'0'221'0,"7"0"-149"0,6-12 49 0,-2-14-86 16,7-6-19-16,-3-8-6 15,-12 0 21-15,-6-5 6 16,-11 4 7 0,-6 14 5-16,0 9-11 15,-8 6-22 1,-21 12 2-16,-6 0-11 15,-7 4-8-15,-3 28 1 16,9 12-2-16,9 5 1 16,14 1 1-16,11 2-5 15,2-6 6-15,7-2-4 0,22-8-4 16,20-10-1 0,2-12-5-16,2-10 7 15,1-4 4-15,-16-4-18 0,-5-24-23 16,-4-6-5-1,2-16-17-15,-6-8-19 16,-2-8 73 0,-2-2 10-16,-3 9 2 15,-3 1 15 1,-1 10-8-16,-5 12 26 16,-3 14 110-16,-6 12-72 15,0 6-19-15,0 4-28 16,0 0-12-16,-23 18-13 15,-6 18-5-15,2 4 0 0,4 0 5 16,13 0 0 0,10 10 1-16,0-5 0 15,17-1-1-15,14-4-4 16,-6-14 2-16,-3-6-8 16,-7-2 1-16,-3-2 6 15,-10-6-16 1,-2 2 11-16,0-2-21 15,-22 2 9 1,-5-6 16-16,4-2 4 0,12-4 4 16,9 0-4-16,2 0-5 15,0-14-11 1,7-16-28-16,17-2-1 16,1 0 9-16,4-2-9 0,-5 6-2 15,1 6 23 1,-1 4 0-16,1 0 4 15,-5 1 15-15,2 3 3 0,1 1-2 16,-1-6 2 0,-5 7 2-16,-5 2 3 15,-3 6 19-15,-7 4 55 0,0 0 3 32,-2 0-19-32,0 0-19 0,0 0-28 15,0 0-14-15,2 26 0 16,3 15 0-16,-1 5 15 31,-1 6-11-31,1 2 6 0,-1-6-5 16,1-6-5-16,-2-8 0 15,-2-12-4-15,0-12 2 16,0-10-21-16,0 0-14 16,-11-18-46-16,2-4-35 15,2-4-345 1</inkml:trace>
  <inkml:trace contextRef="#ctx0" brushRef="#br2" timeOffset="102541.4">22873 16852 1032 0,'0'-36'13'0,"0"36"-13"16,0 4-26 0,0 28-63-16,4 8-42 15,1-18-145 1</inkml:trace>
  <inkml:trace contextRef="#ctx0" brushRef="#br2" timeOffset="103043.47">23017 17030 538 0,'0'0'123'15,"0"0"-115"1,0 0-3-16,114 8 37 16,-96-16-42-16,0 4-69 0,-2 0-45 15,-5-2 30-15,3 2 60 16,-6 4 24-16,1-4 4 15,-3 0-3-15,-4 4 18 16,2-4 55 0,-4 2 44-16,0-2 133 15,0 0-158 1,0 0 1-16,-6 0-30 16,-5 4-9-16,-7 0-36 0,-3 0-13 15,-4 8 11-15,-2 14-11 16,2 4 3-16,8 6-6 15,7 0-1-15,10 3-2 16,0-3 0 0,0-6-3-16,27 2 3 0,2 2-4 15,14 2 1 1,-3 0-14-16,-4-6 0 16,-7 0-3-16,-21-12 7 15,-8-6 4 1,0 2-1-16,-17-2 10 15,-26-2 13-15,-8-6 3 0,-4 0 6 16,-1 0 1-16,12-6-17 31,9-12-6-31,20 0-8 16,15-4-81-16,0-4-20 0,15 16-37 16,12-10-81-1</inkml:trace>
  <inkml:trace contextRef="#ctx0" brushRef="#br2" timeOffset="103259.9">23412 16740 986 0,'4'-4'160'0,"-4"13"-160"16,0 40 0-16,0 13 14 0,2 10 7 15,17 22-5 1,5-1-10-16,-1-7-6 15,-4-16-1-15,-5-26-1 16,-3-12-18-16,-5-14-16 16,1-8-1-16,-2-6-169 15,-5-4-81 1,0-4-214-16</inkml:trace>
  <inkml:trace contextRef="#ctx0" brushRef="#br2" timeOffset="103708.05">23301 17120 716 0,'0'0'284'16,"0"0"-270"-16,0 0-3 0,29-82 93 15,24 70-64 1,11 6-36-16,6-2-1 16,-3 4-3-16,-9 4-9 15,-12 0-22-15,-15 0 5 16,-12 0 5-16,-13 0 21 15,-6 0-3 1,0 0 3-16,0 8 0 16,-13 28 17-1,-7 14 9-15,1 4-26 16,9 7 2-16,10-15 6 16,0-2-8-16,0-12 0 15,4-2 0-15,14-12 2 16,4-12-2-16,7-2 0 0,18-4 16 15,2-18-12 1,-2-18-4-16,-12-4-9 16,-28-6 5-16,-7-2 4 0,0 4 4 15,-38-1 9 1,-6 9 66-16,-5 18-56 16,7 8-5-16,15 10-18 0,4 0 0 15,10 10-36 1,9 12-63-16,4-8-437 15,0-5 51-15</inkml:trace>
  <inkml:trace contextRef="#ctx0" brushRef="#br2" timeOffset="104046.61">24020 17084 286 0,'40'-26'396'15,"-33"16"-195"-15,0 2-13 16,-7 8-81-16,4 0-43 15,5 8-58-15,2 28-5 16,3 9-1-16,3 5 2 16,3 2-2-16,-1-2-8 0,2-10 6 15,-5-14 2-15,-7-8 0 16,-5-8-1-16,-4-10 5 16,0 0 0-16,0-10 19 15,-15-22 14 1,1-12-11-16,8-8-23 15,6-2 10 1,0 4-10-16,18 5 7 16,15 1-10-1,3 12-5-15,-3 10 4 16,-2 8-3-16,-10 10-7 16,-4 4-43-16,-17 0-42 15,0 0-265-15</inkml:trace>
  <inkml:trace contextRef="#ctx0" brushRef="#br1" timeOffset="113228.87">10193 14604 342 0,'-9'-10'32'0,"9"8"-31"15,0-2 156-15,0 2-77 0,0 0-29 16,0 2 7 0,0 0-11-16,0 0-23 15,0 0 14-15,0 0 8 0,0 0 8 16,0-2-7-16,0 2-4 15,0 0-4-15,0 0-17 16,0 0-1-16,0 0 7 16,0 0-22-16,0 0 1 15,0 0 3-15,0 0-5 16,0 0 8-16,0 0-11 0,0 2 4 16,0 14-1-16,0 18 9 15,0 14-5-15,0 10-9 16,0 21 12-1,0 1-4-15,0 10-6 0,0 4 13 16,0 5-13-16,0-1 6 16,0 4 2-1,0-2-10-15,0 1 10 16,2-7-7-16,-2-8-2 16,3-12 16-1,1-6-7-15,-2-14-7 0,0-5-2 16,0-13 7-16,1 4-8 15,-3-12 0 1,2-4 5-16,-2 0-4 0,0-12-1 16,2-2 0-16,-2 0 4 15,0-2 1-15,0-4-5 0,2 0 0 16,-2-2 1-16,0-2 1 16,0 0-2-16,0 0 0 15,0 0-3 1,0 0-61-1,0 0-3-15,-15 0-36 16,-5-14-73-16,9 4-50 16,2-8-42-16</inkml:trace>
  <inkml:trace contextRef="#ctx0" brushRef="#br1" timeOffset="115889.58">10164 14640 201 0,'-2'-4'239'0,"2"4"-160"0,0-2-67 15,0 2 74-15,0-2 11 16,0 2-27-1,0 0-13-15,0 0-13 16,4 0-13-16,12 0 9 16,4 0 2-16,6 0-6 15,10 0 1-15,11 0-15 16,4 0 5-16,7 0-4 16,6 2-7-1,6 2 12-15,5-2-19 0,10 0 11 0,7 2-16 16,35 0 2-1,0-4-5-15,4 2 0 16,-3-2 5-16,-28 2-6 16,0-2 0-16,2 2 1 15,-1 0 2-15,-6 0-4 16,-5 0 1 0,-1 4 0-16,-5-6-3 15,-1 4 3-15,-1-2 0 16,-2 2-2-16,-4 4 3 15,-5 0-1-15,-4 6 0 16,-5-6 0-16,15 6 0 16,-2-5 0-16,-2 0 1 15,3 0 1-15,-18-4-2 0,0 3 0 16,3-3 0-16,-1-1 0 16,2 1 0-16,3 4 0 15,1-1 2-15,-3-2 0 16,-1-6-4-16,-4 4 2 15,-4-4 0-15,-1 0-2 32,-2 0 2-32,5 0-1 0,0 0 2 15,15 0-2 1,0 0 0-16,1 0 0 16,-1 0-5-16,-20 0 3 15,0 0 0-15,1 0 2 16,1 0-12-16,0 0 3 0,5 0 0 15,-2 0-2-15,-2 0 9 16,-4 0-4-16,0 0 7 16,-3 0-2-16,-3 0 2 15,-4 0 0-15,3 0 0 16,-1 0 0-16,18-4 0 16,7-1 0-16,7 4 1 15,1-2 2-15,-12 3-4 0,-8 0 1 16,-4 0 0-16,-4 0-6 15,1 0 8-15,-2 0-2 16,3 0 0-16,2 0 3 16,5 0-4-16,6-1 1 15,5-2 0-15,7 2-3 32,1 1 3-32,-1 0 0 0,4 0 4 15,18-3-6 1,1 3 2-16,-1-1 0 15,3 1-1-15,-22-5 2 0,0 4-1 16,-2-2 1-16,-2 2 2 16,3 1-5-1,-2 0 2-15,0 0 0 0,-3 0-1 16,0 0 1-16,-4 0 0 16,0 0 0-16,-5 0-3 15,1 0 3-15,1 0 0 16,1 0-2-16,20 0 3 15,-8 0-1-15,-1 0 0 16,-5 0 5 0,-21 0-7-16,-4-3 2 15,1 2 0-15,2-4 1 16,2 1 0-16,5 0-1 16,-3 3 0-16,3 1 5 15,-2 0-8-15,-5 0 3 16,-1 0 0-16,0 0 0 15,-2 0 0-15,1 0 2 0,2 0 3 16,21 0-8 0,3 0 3-16,2-3 0 15,3-1 1-15,-15 2-1 0,-5 2 0 16,2 0-1-16,-2 0 2 16,2 0-4-16,-2 0 3 15,-3 0 0-15,1 0 0 0,-2 0 0 16,0 0 0 15,-2 0-2-31,4 0 4 16,2 0-2-16,0 0 0 0,-2 0 1 0,13 0-1 31,-2 0 0-31,-3 0 0 16,3 0 5-16,-11 0-7 0,-2 0 2 15,-3 0 0-15,-2 2 2 16,2 2-2-16,-2 0 2 15,4 4-4-15,1-6 8 16,6 5-8-16,0-3 2 16,3 2 0-16,-3-6 1 15,-4 0-1-15,-6 0-2 0,4 0 5 16,11 1-6 0,-1-1 3-16,5 0 0 15,-1 0 1-15,-13 0-1 16,-2 0 0-16,-3 0-2 0,-4 0 7 15,-3 0-9-15,-3 0 4 16,-7 3 0 0,-2-2 1-16,1 3-1 15,-1-4 0 1,2 0 0-16,5 3 1 16,2-2-1-16,2 4 0 15,-2 0 0-15,8-2 0 16,-4 2 0-16,-1 4-2 15,1-8 4-15,-11 6-5 0,0-3 3 16,1-2 0-16,-5 2-1 16,-2-4 2-16,-1 4-1 15,-3-4 0-15,-4 1-4 16,0 2 3-16,-3-3-4 16,-3 0 5-16,0 0-1 15,-2 0 1 1,0 0-2-16,1 0 8 15,-3 0-6 1,-3-4 0-16,3 0 0 0,-2 0 2 16,2-2-1-16,2-1-1 15,0 2 0-15,0 5-2 16,-2-5-2-16,-3 5 4 16,2 0 0-16,-6-1 0 0,0 1 0 15,-2 0 0 1,0 0-2-16,0 0-5 15,0 0 1-15,0 0-4 0,0 0 5 16,0 0 2 0,0 14 3-16,0 4 14 15,0 6-10-15,0 0 6 0,6 4-10 16,3 2 0-16,1 8 7 16,-2 0-7-16,3 0 1 15,1 0 4-15,-6-2-3 16,-1 1-2-16,-1 3 0 15,-4 4 0-15,2 6 1 16,0 0-1 0,-2 6 0-16,2-2 5 15,-2 18-7 1,0 3 2-16,0-3 0 0,0 4 5 16,0-18-1-16,0 0 2 15,0-5 3-15,0 1-9 16,0-4 15-16,0-10-9 15,5-4-4-15,4-10 17 0,-2-4-17 16,-5-8 3 0,0-6 10-16,-2-8 4 0,0 0-9 15,0 0-6-15,0 0 11 16,0 0-14 0,0 0 2-16,0 2-3 15,0 0 2 1,0 0-4-16,0 2 2 0,4 0 0 15,1 0-6 1,0-2-13-16,2 2-24 0,-5 0-21 16,-2 0-32-16,0-4-45 15,0 0-157 1,-12 0-320-16</inkml:trace>
  <inkml:trace contextRef="#ctx0" brushRef="#br1" timeOffset="119300.81">10166 16088 424 0,'2'-14'13'0,"-2"6"41"15,0 4-2 1,0 0 12 0,0 4-16-16,0 0 7 15,0 0-2-15,0 0 10 16,0 0-9-16,0 0-3 16,0 0 4-16,0 0-9 15,0 0-6-15,0 0-16 16,0 0-22-16,0 0-2 15,0 12-6-15,0 2 6 16,0 8 10-16,0 6-8 16,0 6-1-16,0 6 0 0,0 14 17 15,0 0-14-15,0-1-2 16,0-7 9-16,2-16-11 16,-2-8 1-16,0-12-1 15,0-2 2-15,0-8 7 16,0 0-5-16,0 0-4 15,0 0 10 1,3 0-4-16,-3 0 1 16,0 0 3-1,0 0 2-15,0 0-12 0,0 0 0 16,0 0-1-16,4 0 2 16,1 0-1-1,6 0 0-15,2 0 0 16,7 0 0-16,5-4 0 0,6 0 0 15,9 4 4-15,12-4-2 0,10 0 5 16,11-2 6 0,12-2-8-16,9 4 13 0,3 4-9 15,3 0-3 1,1 0 6-16,-3 0-12 16,-9 0 0-1,-7 0 2-15,15 4-1 16,-1 8-1-16,-5-2 0 15,-2 0 1-15,-24-2-1 16,-3 0 0-16,-4-4 0 16,-1 2 0-16,3 2 0 15,8-4 0-15,3-2 0 16,7 2-4-16,2 0 5 0,1 4-1 16,-2-8 0-16,2 4-1 15,-6-4 1-15,-1 2-2 16,-5-2-1-16,12 0 0 15,-6 0 3-15,-6 0 0 16,-5 0 0-16,-12 0 1 16,0 0-1-16,2 0 0 0,7 0-4 15,1 0-1-15,8 0 0 16,-6 0 1-16,-1 0 2 16,-7 0-1-16,-6 0 3 15,0 0 0 1,-6 0 0-16,3 0-2 0,-5 0 2 31,1 0 0-31,5 0 0 16,6 0 0-16,0 0 0 15,1 0-3-15,-8 0 6 16,2 0-3-16,0 0 0 16,-2 0 0-16,-1 0-1 15,2 0 1-15,2-2 0 16,2 2 0-16,-1-4 2 0,2 0-2 15,-3 4 0-15,-1-4-6 16,-5 4 6-16,-4-4 0 16,3 4 0-16,5-2 3 15,4 0-3-15,-1 2 0 16,4-2 1-16,-5 2 2 16,4 0-3-1,6 0 0-15,4 0 1 16,-4 0 2-16,1 0-4 15,-5-4 1-15,-4 4 0 16,4 0-2-16,2-4 2 16,2 4 0-16,1 0 1 15,1 0-2-15,0-4 1 16,3 0 0-16,13 2-3 16,0-2 4-16,-2 0-1 15,-3 4 0-15,-17 0 2 16,-5 0-2-16,0 0 0 15,1 0 0-15,2 0-1 16,0 0 1-16,-2 0 0 16,2 0 2-16,-1 0 1 0,2 0-4 31,3 0 1-31,5 0 0 16,1 0 0-16,3-4 0 15,-5 4-1-15,8-6 3 16,-5 4-3-16,-5 2 1 15,0 0 0-15,-14-2-4 16,6 2 4-16,0-4 0 0,2 0 0 16,7 0 3-16,-3 0-5 15,-2-2 2-15,0 6 0 16,-6-4-1-16,2 0 2 16,1 4-1-16,-1 0 2 15,-4 0-3-15,4-4 1 16,-1 0 0-16,18-2-1 15,0-2 3-15,-2 2-2 16,-3 2 0-16,-18 0 3 16,-4 4-5-16,-3 0 2 15,6 0 0-15,0 0-1 16,-3 0 2-16,5 0-1 16,-2-4 2-1,8 4-1-15,0 0-2 16,-1 0 1-16,1 0-3 15,-2 0 3-15,-1 0 0 16,-4 0-2-16,8 0 5 16,2 0-5-16,2 0 2 15,2 0 0-15,-7 0-2 16,0 0 3-16,1 0-1 0,2 0 0 16,-1 0 4-16,3 0-6 15,-4 0 2-15,-1 4 0 16,-6-4 0-16,-2 0 1 15,-1 0-1-15,-1 0 7 16,1 0 3-16,8 0-10 16,-4 0 0-1,19 0 1 1,0 0 0-16,0 0-1 16,-3 0 0-16,-15 4 5 15,-2-4-8-15,0 4 3 16,0-2 0-16,0 2 4 0,1 0-3 15,6-4 1-15,-2 4-2 16,0-4 3-16,2 0-5 16,-4 0 2-16,0 0 1 15,2 4 0-15,-1-4 0 16,-2 0 2-16,7 0 1 16,0 0-4-16,-1 0 0 15,0 0 0-15,-10 4 3 16,-5-4-3-16,0 0 0 0,-3 0 2 15,-4 0 1-15,-2 0 0 16,-2 0-3-16,0 0 0 16,2 0 3-16,5 0-3 15,1 0 0-15,8 0 3 16,-2 0-5-16,-2 0 2 16,0 0 0-1,8 0 3 1,-2 0-3-16,-3 0 2 15,1 0 1-15,-17 0 2 0,1 0-5 16,-2 0 0 0,0 0 0-16,4 0 2 0,-4 0-2 15,2 0 0-15,-4 0 0 16,0 0 4-16,-6 0-4 16,3 0 0-16,-1 0 5 15,0 0-4-15,-2 0-1 16,-6 0 3-16,5 0 2 15,-5 0-1-15,-4 0-4 16,6 0 0-16,-6 0 0 16,1 0 0-1,-2 0 0-15,-3 0-1 16,-5 0 6-16,0 0-3 16,0 0 10-16,0 0 4 15,0 0 16-15,0 0-17 16,0 0-7-16,0 0 9 15,0-4-5-15,0-4-6 16,0 0-4-16,0-6 18 16,2-4-4-16,0-4-3 15,2-2 3-15,6 2-16 0,-6-5 3 16,-2-9-3-16,-2 0-17 16,0-8-41-16,-6 30-93 15,-14-4-311-15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4:02.77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11755 2270 234 0,'-4'-10'127'0,"1"-2"-106"16,-2 3 0-16,3 1 82 0,-2-3-23 15,2 3-31-15,0-1-11 16,-1 1-9-16,1 1 0 15,0 0 23-15,0 2-24 16,0-5 28-16,2-3-24 16,0 1 3-16,0 1 11 31,0 2 3-31,0 3 12 0,0 2-47 16,0 0 5-16,0 0 0 15,0 0-11 1,0 2 13-16,0 2-18 0,0 0-1 15,0 0-2-15,0 0-5 16,0 16-3-16,0 20-3 16,2 13 8-16,13 9 3 0,3 6 7 15,2 2-5-15,0 6 0 16,-2 2 0 0,4 18-2-16,-4-3 0 15,-3-13 0-15,-3-12 0 16,-3-32 0-16,-5-12 1 31,0-9-1-31,2-10 0 0,-6-1 1 16,4 0-1-16,2-10 41 15,3-26 25-15,5-14 1 16,1-12-40-16,1-8-14 16,1-6 8-16,4 0-12 15,-4-1-8-15,1 3 7 16,0 10-8-16,-5 4-1 0,3 7 4 15,-3 7-4-15,-2 9 1 16,1 8 0 0,-6 9-1-16,-3 10 1 0,-1 8 0 15,-2 2-5-15,0 0 2 16,0 0-1-16,0 0-12 16,0 0-12-16,0 10 4 0,0 16-30 15,-2 4-10-15,-15 6-68 16,9-23-218-1,-1-2-132-15</inkml:trace>
  <inkml:trace contextRef="#ctx0" brushRef="#br0" timeOffset="385.29">12298 2577 307 0,'0'0'98'0,"0"0"-13"16,14 5 26-16,-10-5 157 0,1 0-202 15,1-5-1-15,-2-8-12 16,0 1-5 0,-4 4-1-16,0 2-19 0,0 6-9 15,-12 0-5-15,-19 4-13 16,-7 28-2-16,-2 13-5 15,4 5 6 1,10-2 0-16,12 0 0 16,10-8-1-16,4-6-3 15,0-8-1 1,16-10 1-16,7-8-5 0,9-6 9 16,3-2 0-16,4 0-1 15,-2-12-6 1,-5-14-51-16,-10-2-43 0,-9-2-100 15,-13 20-115-15,0 0-131 16</inkml:trace>
  <inkml:trace contextRef="#ctx0" brushRef="#br0" timeOffset="600">12381 2614 124 0,'0'0'493'0,"0"0"-348"0,0 0-81 15,0 5-59-15,0 29 56 16,0 24-20-1,6 4-6-15,6 2-28 0,-3 0-1 16,-5-17-2-16,-2-6-2 16,0-10 0-16,1-7-2 31,-1-11 1-31,0-6 1 0,0-5-2 16,3-2-6-16,-3 0-66 15,-2-2-114 1,0-14-94-16</inkml:trace>
  <inkml:trace contextRef="#ctx0" brushRef="#br0" timeOffset="1255.21">12749 2584 469 0,'0'0'72'15,"0"0"-58"-15,0 0 109 16,6-2-13-16,-6 2-61 15,-11 0-18-15,-13 0-9 0,-8 0-10 16,-1 13-9-16,-2 1 15 16,3 0 22-1,10-2-15 1,7-1 4-16,7 0-29 16,6-1-2-16,2-2-8 15,2 6-8 1,34 0 18-16,9 2 2 0,6 0 15 15,-11 0-6-15,-9 2-10 16,-8 2-1-16,-14 0 0 16,-9 0-11-16,0 0 8 0,-7-2-1 15,-24 0 4-15,-12-4 20 16,1-4-16 0,4-2 20-16,5-6 2 0,8-2-13 15,9 0-13-15,8 0 0 16,8-21-80-1,0 4-181 1,4-1-205-16</inkml:trace>
  <inkml:trace contextRef="#ctx0" brushRef="#br0" timeOffset="1858.01">12967 2603 216 0,'0'0'362'0,"0"0"-307"16,0 0-12-16,13-11 120 16,-13 11-45-1,0-1-35-15,0 1-48 16,0-4-9-16,5-1-3 15,2 1-17-15,1 0-1 16,6 0-5-16,-1 0-4 16,0 2 4-16,3 2-3 15,4 0 2 1,-2 0-5-16,-2 0 6 0,-3 17-7 0,-9 3-5 16,-4 3 2-16,0 4-16 15,0 1 26-15,-13-4 8 16,-18 2-7-16,-7-4 6 15,-7-4-6-15,1-4 5 16,5-6 5 0,16-4-7-16,11-2 3 0,8-2-3 15,4 0-8-15,0 0-2 0,0 0-9 16,22 0 15 0,7 6 1-16,5 4-1 15,-5 6 0-15,0 2 2 16,0 2-4-16,-8 2 2 0,-3 1-4 31,-7-1 2-31,-9-4 2 16,-2 0-4-16,0-3-1 15,-15-2 5-15,-18-4 16 16,-5 0 28-16,-7-5-17 16,5-4-15-16,5 0-5 15,6 0-7 1,8-17-2-16,17-5-26 0,4 11-104 0,0 0-235 15</inkml:trace>
  <inkml:trace contextRef="#ctx0" brushRef="#br0" timeOffset="2770.89">13607 2400 338 0,'-21'-12'143'0,"10"4"-69"0,3 4 28 16,2 0-2-16,2 2-2 15,2 0-33-15,2 0 2 16,0 2 1-16,0 0-22 0,0 0-4 15,0 0-13-15,0 0-18 16,0 0 8-16,6 0-16 16,13 0 19-16,8 0-11 15,8 10 4-15,21 14-13 16,6 6 1 0,5 4-1-1,4 3-2-15,-15-8 0 16,-2-3 0-16,-10-4-2 15,-7-8 0-15,-10-3-5 16,-11-5-6-16,-7-5 11 0,-9 2 0 16,0-2 2-16,0-1 3 15,0 0-3 1,0 3 8-16,0-3-7 0,0 0 2 16,0 4-3-16,-2 7-4 15,-21 10 2-15,-12 8 3 16,-16 8-1-16,-11-1 0 15,-17 0 1-15,-3 0 3 16,-6-6-3-16,7-2-1 16,10-1 15-1,13-9-11-15,17-4 7 16,17-6-10-16,10-4 1 16,12-3 2-16,2-1-7 15,0 0 1-15,0 0-13 16,4 0-8-16,17 0-7 15,1 0-9 1,4-5-37-16,-1-6-105 0,-19 8-108 16,4-4-135-1</inkml:trace>
  <inkml:trace contextRef="#ctx0" brushRef="#br0" timeOffset="3551.71">14197 2252 333 0,'0'0'45'16,"0"0"-23"0,0-63 4-16,0 51 174 15,0 1-144-15,4 0 14 16,0 5 4-16,1 1 1 16,0 2-15-16,-5 3-22 15,0 0-7-15,0 0-13 16,2 8-13-16,7 23 2 15,4 13-6-15,5 8 12 16,2 8 3-16,2 8-11 0,3 2 2 16,-1 0-7-16,-1-4 0 15,-2-7 0-15,2-13 2 16,-7-10-2-16,-3-12 2 31,-4-10-2-31,-2-8 0 16,-3-6 2-16,-1 0 12 15,1 0 21-15,5-16 24 0,4-12 1 16,3-10-41-16,2-4-3 16,1-10-4-16,4-8-12 15,-1-7 14-15,1-5-13 16,-2 4 0-16,-2 2 2 16,-4 8 2-16,1 7-4 15,-5 13 0-15,-3 10 9 0,-2 12-10 16,-4 8 2-1,-2 8-4-15,0 0-6 0,0 0-3 16,0 10-27-16,0 20-48 16,0 10-19-16,0-22-114 15,0-1-155-15</inkml:trace>
  <inkml:trace contextRef="#ctx0" brushRef="#br0" timeOffset="3930.82">14949 2552 483 0,'0'0'88'0,"0"0"-76"15,12-42 68-15,-12 33 170 16,0 0-188 0,0 5 2-16,-12 4-40 15,-17 0-22 1,-4 13-2-16,-2 16 0 0,-1 11 7 0,16-5-7 0,7 1 0 31,8-2 0-31,5-2-2 16,0-6-4-16,3-6 6 15,17-4-2-15,4-4 2 0,0-8 1 16,1-2-1 0,-4-2-7-16,-9 0-176 15,-12-8-24-15,0-8-249 16</inkml:trace>
  <inkml:trace contextRef="#ctx0" brushRef="#br0" timeOffset="4154.84">14903 2649 589 0,'0'0'82'0,"0"0"-76"16,0 0 32-16,0 0 68 0,7-21-36 16,-3 21-44-1,0 0-21-15,4 11 5 16,-4 17-9 0,2 8 14-16,-1 4-9 15,1 10-5 1,2-6 4-16,-2-6-2 0,1-6-4 15,-5-16 1-15,0-4 0 16,0-3-3-16,2-8 2 16,4-1-58-16,-4 0-133 15,-2 0-144-15</inkml:trace>
  <inkml:trace contextRef="#ctx0" brushRef="#br0" timeOffset="4614.28">15340 2490 381 0,'0'0'109'16,"0"0"-41"-16,0 0 71 15,0 0-4 1,0 0-58-16,-19-32-15 15,-14 34-52-15,0 16 6 0,2 0 1 0,9 9 3 32,6-2-14-32,12 1-6 0,4 1 0 15,0-5-5-15,2-3 5 16,18 3-2-16,7-1 2 16,1-1-2-16,6 2-5 15,0 2 10 1,-3-2-10-16,-4 0-3 15,-10 0 1 1,-6-4-5-16,-8-2-16 0,-3-4 27 16,0-2-19-16,-10-2 22 15,-36-4 9 1,-12-2-5-16,-2-2 15 0,0 0-17 16,22-2 7-16,13-10-9 0,14-4-1 15,11-4-32-15,0 10-151 16,11 0-183-1</inkml:trace>
  <inkml:trace contextRef="#ctx0" brushRef="#br0" timeOffset="5020.66">15636 2516 561 0,'0'0'36'15,"0"0"-7"-15,0 0 139 16,0 0-53 0,0-15-33-16,7 15-49 15,6 0-25-15,3 0 4 16,6 0-11-16,0 0-1 16,-2 0 3-16,-5 3-6 15,-1 25 3 1,-7 9-8-16,-7 4 6 0,0 10 4 15,-9-7 1-15,-22-4 3 0,-7-2-2 16,2-6 3-16,3-4-6 16,9-8 4-16,8-4 14 15,7-6-8-15,7-5 1 16,2-4-11 0,0-1 2-16,6 0 10 0,26 0 23 15,7 0 8 1,11 0-38-16,4-8-5 15,-4-2-1 1,-7 0-10-16,-7 0-48 16,-36 8-106-16,0-4-216 15</inkml:trace>
  <inkml:trace contextRef="#ctx0" brushRef="#br0" timeOffset="5708.42">16082 2135 1 0,'0'0'430'0,"0"0"-296"0,0 0-39 15,-20-44 85 1,20 40-69-16,0 2-32 0,0 2-29 16,0 0-19-1,0 0-1-15,0 0-16 0,0 0 5 16,0 0-8-16,0 0-10 15,0 0 16-15,0 0-13 0,0 16-2 16,2 4 24 0,11 4-7-16,5 4-13 15,2 1-4-15,11 4 2 16,21 14-4 0,10 3 0-16,7 4 2 0,3 4 0 15,-19-18-2 1,-11-4 0-16,-10-10 1 15,-15-12 1-15,-11-4-2 16,-6-6 0-16,0-1 0 16,0-2 1-16,0 2 2 15,-13 4-3 1,-16 4 0-16,-6 7 14 0,-5 2-10 16,-9 6 5-16,-7 6-8 0,-22 6-1 15,4-2 3-15,8-2-2 16,12-8 17-16,32-14-12 15,8-4-5-15,12-4 3 16,2-2-4-16,0-2-4 16,0 0-1-16,0 0-3 15,0 0 7 1,0 0-21-16,14 0-22 16,-7-2-12-16,3-8-423 15</inkml:trace>
  <inkml:trace contextRef="#ctx0" brushRef="#br0" timeOffset="7212.21">16732 2320 1 0,'0'-2'46'15,"0"-4"22"1,0 4 1-16,0-1-26 16,0 2-1-16,0 1-3 15,0-2 6-15,0 0 3 16,0 0 9-16,0-4-11 15,0 0-13-15,0 0 29 16,0-2-24-16,0 0 17 16,0-5-7-16,2-2 8 15,3-2-2-15,0 3-6 16,-1-2-2-16,0 9 16 16,1-1-17-16,-3-1-4 15,2 8-10-15,-2-3 9 16,-2 1-18-16,0 3-15 0,2 0 13 31,-2 0-19-31,0 0-1 16,6 0-3-16,0 21-13 15,7 8 11-15,5 8 5 16,0 5 7-16,9 20-7 16,-5 0 0-16,3 0 0 15,0-2 4-15,-8-20-7 16,-1-8 3-16,-5-10 0 0,-3-8 4 15,-3-5-4-15,2-7 0 16,-5-2 2-16,0 0 1 16,3 0 6-16,1-2 2 15,6-25 28-15,1-10 28 16,5-8-50-16,-1-5 0 16,8-4-14-1,2-22 1 1,0-6-4-16,-2-3-3 15,-6 7 3-15,-10 26 0 16,0 14 3-16,-7 14 1 16,0 8-3-16,-2 10-2 15,3 6-2-15,-3 0 2 0,0 0-5 16,0 0-1-16,0 4-40 16,0 24-30-16,0-12-298 15,0 0 4-15</inkml:trace>
  <inkml:trace contextRef="#ctx0" brushRef="#br0" timeOffset="7613">17492 2292 518 0,'0'0'185'0,"0"0"-126"16,2-4 39-16,-8 4-4 0,-17 0-83 16,-6 0-5-16,0 18-6 15,0 10 0 1,4 8 7-16,6 4-4 0,5-2-2 15,10 2 5-15,4-4 1 16,0-5-7-16,0-5 0 16,4-4 14-16,25-6-8 15,4-7 4 1,8-5 15-16,-1-4-20 16,-11 0-5-1,-6 0-41-15,-13-9-68 16,-10-4-87-16,0 2-151 15</inkml:trace>
  <inkml:trace contextRef="#ctx0" brushRef="#br0" timeOffset="7867.11">17457 2486 197 0,'0'0'292'16,"0"0"-212"-16,0 0-4 0,-9-32 55 16,9 30-33-16,0 2-27 0,0 0-17 15,0 0-21-15,0 0-5 16,0 0-14-16,0 16-14 15,2 8 0-15,7 8 8 16,6 4 4-16,1 0 8 16,-3 5-12-16,1-5 0 31,-3-6 0-31,-3-6-5 0,0-6-3 16,-4-4 0-16,-4-6-3 0,0-4-33 15,0-4-105 1,0 0-100-16,0 0-154 15</inkml:trace>
  <inkml:trace contextRef="#ctx0" brushRef="#br0" timeOffset="8368.77">17855 2342 411 0,'0'0'112'0,"0"0"-32"16,0 0 38-1,0 0 28 1,0 0-54-16,-9-32 10 15,-13 32-91-15,-9 0-8 0,0 0 18 16,0 8-2 0,6 8-11-16,11 2-1 15,8 0-4-15,6-2-6 16,0 0-3-16,2 4 6 0,20 0-1 16,5 2 3-16,2 4 6 15,5 0-8-15,-3 2-2 16,-4 2-1-16,-5-1-18 15,-7-1-1-15,-10-6 11 16,-5-4 0-16,0-2 5 16,0-6 6-1,-34-2 4 1,-8-6 5-16,-11-2 6 0,-8 0 1 16,10-6-10-16,4-13 0 15,14 1-6-15,8 0-2 16,15 0-12-16,10 4-122 15,0 9-147-15,4 1-107 16</inkml:trace>
  <inkml:trace contextRef="#ctx0" brushRef="#br0" timeOffset="8918.58">18029 2326 469 0,'0'0'140'16,"5"-4"-78"-1,-5 2 27-15,2 2 6 16,2 0-32-16,3 2-29 16,1 24-19-16,9 10 25 15,-2 12-2 1,9 28 6-16,-1 7 34 15,-4-5-51-15,2-4-26 16,-10-30 1-16,-4-6 1 16,-5-10-3-16,-2-16-6 0,0-12-74 15,0-6-371-15</inkml:trace>
  <inkml:trace contextRef="#ctx0" brushRef="#br0" timeOffset="11446.62">18945 2202 141 0,'0'1'46'0,"0"-1"-46"0,-3 0 0 16,3 0 1-16,-2 0 9 15,2 0 0-15,-2 0 13 0,2 0 1 16,0 0-8-16,-2 0-8 16,0 3 2-16,-2-3-9 15,-2 1 1 1,2-1-2-16,2 0 4 15,0 0-2-15,-1 0 1 16,-1 0-3 0,-2 0-3-16,-6 0-30 15,1 0 10-15,2 0 12 16,0 0 11-16,2 0 4 16,3 0 36-16,0 0 6 15,2-1 1-15,-1-3 29 16,1 0-23-16,0 1-20 0,-2-1 10 15,-1-2-13-15,-2 5 73 16,3-6-67-16,2 6 21 16,2-4-5-16,-3 3-7 15,3 0-1-15,0 2-22 16,0 0-8-16,0 0 2 16,0 0-6-16,0 0 16 15,0 0-7 1,0 0-10-16,0 0 0 15,0 0-9-15,13 9 0 16,6 6 17-16,3 6-8 16,9 2 10-16,5 6-5 15,8 3 2-15,5 2-14 16,7 0 1-16,11 4-1 16,-9-4 2-16,-10-6-5 15,-9-10 1-15,-26-10 0 16,-9-8 2-16,-4 2-2 0,0-2 3 15,0 2 6 1,0 0 21-16,0 3 4 0,-15 0-26 16,-7 8-7-16,-7 5 10 15,-5 4-11-15,-9 10 1 32,-3 1 3-32,-8 7-5 0,-8 1 1 0,-11 1 0 31,4-8 3-31,13-10-2 15,15-8-1-15,31-12 0 0,7-4 6 0,3 0-12 16,0 0 5 0,0 0-11-16,19 0 1 15,12 0-34-15,4-6-17 16,-15-2-100-16,-4 0-191 16</inkml:trace>
  <inkml:trace contextRef="#ctx0" brushRef="#br0" timeOffset="12087.25">19562 2169 464 0,'0'0'92'0,"0"-34"-74"0,0 25 86 16,0 0 39 0,0 5-63-16,0-2-54 0,4 4 20 15,-2 0-15-15,0 0 10 16,-2 2 11-16,0 0-19 15,0 0-5-15,0 0-20 16,0 0-9-16,0 0-10 16,8 16 8-16,3 30 0 15,7 12 6 1,1 9 1-16,4 5-4 16,-1-16 1-16,0-2 3 15,-4-10-4-15,3-7 0 16,-8-7 0-16,-3-12 1 15,2-7 1-15,-5-4-2 16,-1-5 0-16,-4-2 6 16,0 0-2-16,6 0 54 0,5-9-16 15,7-17-1-15,5-7-32 16,6-26 4 0,2-3 4-16,1-6-7 15,1-6 1-15,-8 16-11 0,-5 4 0 16,-4 8-1-16,-7 9-1 31,-2 9 2-31,-4 8 2 0,-1 8 0 16,-2 6-2-1,-2 2 0-15,0 4-5 16,0 0-5-16,0 0-115 16,0 2 6-16,0 18-104 15,0-8-30-15,0 2-136 16</inkml:trace>
  <inkml:trace contextRef="#ctx0" brushRef="#br0" timeOffset="12404.88">20297 2318 445 0,'0'0'265'15,"0"0"-210"-15,0 0-24 16,16 16 45-1,-14 6-49-15,1 10-25 0,1 12 24 16,0 2 3-16,-2 2-9 16,3-1 16-16,-1-6-14 15,3-4-7 1,0-9 7-16,-1-4-20 16,-1-8 3-16,-1-4-4 15,0-4 2 1,-1-6 0-16,2 0-3 15,-5-2-2-15,2 0-41 0,0 0-66 16,0-4-50 0,-2-10-170-16,0-2-114 0</inkml:trace>
  <inkml:trace contextRef="#ctx0" brushRef="#br0" timeOffset="12620.26">20226 2438 28 0,'0'0'559'0,"0"0"-446"15,0 0-71 1,0 0 202-16,0 0-170 16,-37-64-49-16,49 62-13 15,38 0-7 1,12-2 24-16,18 2-9 0,5-2 7 16,-21 2-18-16,-8 2-5 15,-20 0 1-15,-20 0-5 16,-16 0-41-16,0 0-76 0,-25 0-394 15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4:42.2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1109 1873 195 0,'0'-2'44'16,"0"0"-19"-16,0 0 14 15,0 2 12-15,0-3 13 16,0 2-37-16,0 1-6 16,0-4 7-16,0 4 21 0,0-3-43 15,0 3-3-15,0 0 5 16,0-1-8-1,0 1 3-15,0-2-2 0,0 2 4 16,0 0-6-16,0 0 1 16,0 0-9-16,0 0 1 15,0 0-13 1,0 0 3-16,0-2 13 16,0-3 5-16,0 1 13 15,0 0-4 1,0 0 12-16,0-2 78 15,0 2-41-15,0 0 0 0,0 3-14 16,0-2-10 0,0 1 3-16,0 2-4 0,0-1-2 15,0 1-14-15,0 0 7 16,0 0 0-16,0 0-10 16,0 0 6-16,0 0-20 15,0 7 0-15,4 22-4 16,1 7 4-16,-5 11 24 15,0 12-10 1,0 9 17-16,0 10-25 16,0 1-6-16,0-3 8 15,0-4-7 1,0-18 1-16,0-18 7 0,0-14 0 16,0-18 18-16,0-4-12 15,0 0 4-15,0 0 0 16,0 0-9-16,0 0 7 0,2 0-5 15,3 0-9-15,2-6 12 16,1-6-15 0,-3 0-2-16,1-2-36 0,-1-6-26 15,-3-6-64-15,-2 14-143 16,0-8-190 0</inkml:trace>
  <inkml:trace contextRef="#ctx0" brushRef="#br0" timeOffset="332.71">1082 1770 512 0,'0'0'93'0,"0"0"-64"15,-11-24 70-15,11 24 55 16,0 0-80-16,0-2-34 15,0 2 4-15,0 0-18 16,5 0-13-16,15-2 4 16,13 0 11-16,14-4 26 0,11-2-24 15,11 0-19-15,3-4 9 16,1 4-14-16,-9 0-1 16,-14 2 2-16,-17 4-11 15,-16 0 2-15,-11 2-14 16,-6 0-5-1,-23 12-57-15,-26 14-2 16,13-10-63-16,7-6-216 16</inkml:trace>
  <inkml:trace contextRef="#ctx0" brushRef="#br0" timeOffset="921.33">1122 2067 548 0,'0'0'208'16,"0"0"-171"0,0 0 50-16,0 0 69 15,-24 10-74-15,46-10-82 16,11-6 16-16,10-2-16 16,6 4 5-1,-2-2-5-15,-3 4-1 16,-5 0 1-16,-18 2-5 15,-5 0-4-15,-14 0-12 16,-2 0-43-16,0 0 10 16,0 0-28-16,0 0 41 15,0 0 15-15,0 0 12 16,0 0 12-16,0 0-1 16,0 0 6-16,0 0 7 15,0 0 5-15,0 0 7 16,0 2 17-16,0 10-15 15,-4 8-12-15,-14 10-10 16,1 12 1-16,-2 6 5 16,9 2-2-16,0 3 10 0,8-9-16 15,2-4 6-15,0-10-4 0,9-6 1 16,15-10 6 0,7-10 1-16,8-4 0 15,-8-2 30-15,2-24-19 0,-6-14 2 16,-7-6 1-16,-11 0-20 31,-9-7 21-31,0 6-15 0,0 0-5 16,-20 5 11-16,0 12-12 15,0 10 5-15,-2 12-3 16,-3 8-14-16,-2 0-61 16,0 8-63-16,8 16-37 15,17-12-75-15,2-2-86 16</inkml:trace>
  <inkml:trace contextRef="#ctx0" brushRef="#br0" timeOffset="1256.9">1499 2115 265 0,'0'0'166'15,"0"0"-126"-15,0 0 18 16,107-22 88-16,-91 30-74 16,-3 24-46-1,3 11-26-15,-5 2-2 16,-1 0 2-16,2 5 8 15,-1-4 5-15,-2-8-13 0,-2-8 2 16,-7-18 7-16,0-6 7 16,0-4 21-16,0-2 29 15,0 0 15-15,0-2 16 16,0-26 7-16,-7-10-63 16,2-8-10-16,5-4-19 15,0-5 8 1,0 1-5-16,9 7-11 15,9 8-4-15,5 13-10 0,-2 10 7 16,2 12-9 0,-7 4-18-1,-3 0-50-15,-9 20-110 16,-4-6-80-16,0-2-328 16</inkml:trace>
  <inkml:trace contextRef="#ctx0" brushRef="#br0" timeOffset="2858.28">2326 1820 424 0,'0'-10'159'0,"0"6"-139"16,0 3 31-16,0-2 84 16,0 3-38-16,0 0-50 15,0 0-24-15,0 0-4 16,0 0-5-16,0 0 25 16,0 0-39-16,0 14-2 15,4 12 23-15,7 9-9 0,0 2-3 16,7 24-6-1,3 7 3-15,-4 2-4 16,1 1-2-16,-7-21 1 16,-3-8 5-16,2-8-6 15,-6-10 0-15,1-8 0 16,-3-4 8 0,0-10-5-16,0-2 17 15,0 0 18-15,3 0-3 16,0-18 9-16,1-10 18 15,5-10-41-15,-2-11-5 16,3-5 0-16,3-26 6 16,5 0-21-16,1 6 7 15,-2 8-8-15,-5 23 0 0,-3 10 10 16,-3 6-7-16,2 8 1 16,-8 10 2-16,2 3-1 15,-4 6-10-15,0 0 5 16,0-2-12-16,0 2 12 15,0 0-33-15,0 0-84 16,0 4 2-16,-4 14-23 0,-2-9-99 16,0 0-88-1</inkml:trace>
  <inkml:trace contextRef="#ctx0" brushRef="#br0" timeOffset="3291.36">2786 2155 134 0,'0'0'154'16,"0"0"-134"-16,29 0 9 15,-21-2 111-15,-2-10-11 16,1-2-44-16,-3-2 20 16,-2 4-18-16,0 4-7 15,-2 0-12-15,0 4 34 16,0 4-99 0,0 0 7-16,0 0-10 15,-19 8-5 1,-10 28 3-16,-7 12-2 15,3 5 4-15,15-10-1 0,9-4-3 16,5-9 0-16,4-6 0 16,0-6-2-16,0-4 3 15,15-6-9-15,3-4 9 0,6-4-2 16,1 0-25 0,-1 0-24-16,-3-4-233 15,-17-4 21-15,-4-2 8 0</inkml:trace>
  <inkml:trace contextRef="#ctx0" brushRef="#br0" timeOffset="3499.62">2831 2274 144 0,'0'0'211'0,"0"0"-92"16,0 0-28-16,0 0 61 15,5-43-19-15,-5 43-44 16,0 0-29-16,0 0-51 16,0 7-9-16,0 21-1 15,0 4 1-15,2 8 19 16,2 4-17-1,1 0 7-15,-2 0-9 16,3 5 0 0,-2-8-1-16,3-6 2 15,-1-9-1-15,-3-16 0 0,2-6-7 16,-1-4-45-16,0 0-160 0,-4-4-79 16</inkml:trace>
  <inkml:trace contextRef="#ctx0" brushRef="#br0" timeOffset="3932.09">3116 2101 726 0,'0'0'62'15,"0"0"-50"-15,0 0 97 16,0 0 10-16,23-50-59 0,-23 50-22 15,-7 0-38-15,-13 0 0 16,-5 18 24 0,1 6-12-16,4 0-5 15,4 0-3-15,10-2-8 0,6 4 2 16,0 13-2 0,8-3-1-16,23 2 1 0,6-4 4 15,-9-8-1-15,1-2 2 16,-6-4-9-16,-10-6 8 15,-6-2-15-15,-7-4 15 16,0 0-11 0,0-2-5-16,-23-2 16 15,-6 0 0 1,-2-4 20-16,2 0-9 0,10 0-4 16,1 0-7-16,7-4-47 15,9-12-47 1,2 2-67-16,0 2 34 0,0-4-24 15,8 12-62-15,5 0-45 0</inkml:trace>
  <inkml:trace contextRef="#ctx0" brushRef="#br0" timeOffset="4566.42">3455 1917 191 0,'0'0'505'0,"0"0"-449"15,0 0-7-15,-23-24 86 0,23 24-57 16,0 0-41-16,0 0-34 16,0 6-3-16,14 16 0 15,7 6 1-15,5 0 6 16,5 2 16-1,5 6-18-15,2 0 13 0,2 2-18 32,0 2 7-32,-2-6-7 0,0 1 2 15,-9-9-3 1,-4-7 3-16,-10-6-2 16,-13-8 0-16,-2-2 2 15,0-3-1-15,0 0 4 16,0 0 2-16,0 0 15 15,0 0-18-15,-11 6 12 0,-18 6-12 16,-9 4 3-16,-13 10-6 16,-7 4-1-16,-2 2 7 15,-1 0-5-15,11-4 2 16,5-8 5 0,16-6-9-16,14-6 13 0,10-5-13 15,5-3-8 1,7 0 4-16,24 0-86 15,7-7-29-15,-18-4-120 16,-5-2-232-16</inkml:trace>
  <inkml:trace contextRef="#ctx0" brushRef="#br0" timeOffset="4999.39">3899 1860 831 0,'0'0'183'0,"0"0"-182"16,0 0 13-16,13-32 78 15,-11 32-28-15,0 0-58 16,5 14-6-16,0 17-7 16,4 13 2-16,2 6 15 15,1 4-8-15,1 8-2 16,7 12 0-16,1-3 2 15,-4-15 0-15,0-10-2 16,-11-26 0 0,0-12 1-16,-6-4 1 15,0-4-2-15,0 0 6 16,7-12 8-16,2-24 54 16,5-16-17-16,-1-12-28 15,5-4 6-15,1-9-21 16,2 3 6-16,2 6-6 15,-5 10-7-15,-1 11-1 0,-9 17 0 16,-5 12-4-16,-5 15 4 16,0 3-4-16,0 11-24 15,-9 21-76-15,0-10-23 16,-4-1-209-16</inkml:trace>
  <inkml:trace contextRef="#ctx0" brushRef="#br0" timeOffset="5353.53">4427 2239 111 0,'0'0'689'0,"0"0"-645"16,0 0-41-16,0 17 40 16,0 5 36-16,0 7-47 15,0 10-1 1,0-3-22-16,0 12 3 16,9-2 21-16,-7-3-28 15,4-6 10-15,2-19-15 16,-2-4 1-16,1-3 3 15,-3-7-4-15,-4-4 0 16,0 0-2-16,0 0-54 16,0-12-83-16,0-5-75 0,-4 2-313 15</inkml:trace>
  <inkml:trace contextRef="#ctx0" brushRef="#br0" timeOffset="5538.38">4224 2159 838 0,'0'0'195'16,"0"0"-195"-16,0 0 13 16,0 0-4-16,43-29 64 0,3 26-37 15,10 2-17 1,-2-2-10-16,-8 3-5 16,-8 0-7-16,-12 0-44 15,-10 0-121 1,-16 0-206-16</inkml:trace>
  <inkml:trace contextRef="#ctx0" brushRef="#br0" timeOffset="5901.34">5006 2424 439 0,'0'0'386'0,"0"0"-369"16,0 0 77-16,0 0-27 0,7 74 30 15,-7-30-50-15,-12 1-37 16,-7-1 6-16,-4-14-16 16,3-4-1-16,0-10-6 15,16-16-106-15,4 0-261 16</inkml:trace>
  <inkml:trace contextRef="#ctx0" brushRef="#br0" timeOffset="8580.14">5855 1923 290 0,'-5'-6'53'0,"3"-2"-45"0,2 2 28 16,0 2 64-16,-2 0-19 31,2 4-65-31,0-2-5 16,0 2 8-16,0-2 43 0,-2 0 4 15,2 2-25-15,0 0 14 16,0 0-20 0,0 0-9-16,0-2 44 15,0 2-53-15,0-2 2 16,0 2-9-16,0 0 1 0,0 0-11 16,0 0-6-16,0 14 4 15,4 18-12-15,7 10 14 16,3 10 5-16,-1 6-1 15,1 0 1-15,-1-1-5 16,0-7 0-16,1-12 0 16,-6-10 0-1,1-12 0-15,-4-8 0 16,-3-6 6-16,3-2 9 16,-3 0 28-16,0 0 14 15,4-12-7 1,1-27 20-16,3-15-33 0,5-14-32 15,-4 4 24-15,2-4-21 16,2 2-4-16,-3 8 5 16,1 6-8-16,-1 7 3 0,-1 11-4 15,-1 9 3-15,-2 4-7 16,-2 7 4 0,-1 8 0-1,-3 4-8-15,0 2-2 0,-2 0-12 16,0 0-26-1,2 0-6-15,-2 21-46 16,2 8-25-16,-2-11-72 16,0-7-183-16</inkml:trace>
  <inkml:trace contextRef="#ctx0" brushRef="#br0" timeOffset="8882.01">6280 1989 635 0,'0'0'129'0,"0"0"-129"0,16 40-33 15,-11-10 33-15,1 8 29 16,1 6 31-16,-3 4-20 0,0 1-6 16,1-5-13-16,0-8 16 15,-1-6-16-15,-1-8 11 16,1-8-22-1,-4-4-7-15,4-4 11 0,0-4-16 16,3-2 2-16,-4 0-20 16,1 0-27-1,1-12-51 1,-5-16-50-16,0 8-123 16,0 2 23-16</inkml:trace>
  <inkml:trace contextRef="#ctx0" brushRef="#br0" timeOffset="9151.57">6301 1965 217 0,'0'0'489'16,"0"0"-412"-16,0 0-38 15,0 0 35-15,0 0-45 16,24-34-29 0,14 66 0-16,2 10 0 0,2 14 0 15,-15-2-6-15,-2-2 6 16,-7-2 0-1,-7-7-3-15,-7-9 8 16,-4-6-5-16,0-4 6 16,-4-8-2-16,-19-4 19 15,1-6 31-15,2-2-22 16,-2-4-6-16,1 0-27 16,2 0-23-16,3 0-105 15,13-8-174-15,3-2-115 16</inkml:trace>
  <inkml:trace contextRef="#ctx0" brushRef="#br0" timeOffset="9636.62">6788 2021 491 0,'0'0'124'0,"0"0"-121"15,0 0 35 1,0 0 133-16,39-74-84 16,-39 72-15-16,0 2-23 15,0 0 0-15,0 0 4 0,0 0-39 16,-14 0-13-16,-9 0 10 16,-8 10 0-16,0 4 8 15,3 6-18-15,7 2 0 16,11 2 7-16,2 4-8 15,8 0-3-15,0 2 1 16,4 8-7-16,31-3 8 16,5-3 1-16,-1-1-4 15,-5-8 4-15,-5-1-1 16,-9-2-9-16,-7-6-11 0,-3-2 19 16,-10-6-6-16,0 2 0 15,0-2 4-15,-12 0-18 16,-19 0 22-1,-11-2 13 1,-6 0 21-16,2 0-24 16,3-2 1-16,10-2-8 15,8 0-3-15,10 0-13 16,13 0-65-16,2-8-130 16,0-2-141-16</inkml:trace>
  <inkml:trace contextRef="#ctx0" brushRef="#br0" timeOffset="10487.88">7506 1873 337 0,'0'0'395'0,"0"-14"-392"16,0 14 3-16,0 0 24 15,0 0 63-15,0 0-42 0,0 0-25 16,0 0-7-16,0 0 4 15,-4 0 1-15,-8 4-24 16,-5 16 17 0,-8 4-13-16,-6 12 0 0,-5-2 7 15,-7 6-8 1,-1 2 4-16,-3-6 6 16,7-4-7-16,7-6 19 15,8-8-3-15,14-5-11 16,5-8 16-16,6-3-26 15,0-2 0 1,0 0-10-16,0 0 9 16,0 0 1-16,15 4 4 15,18 4 21-15,7 9-13 0,12-2-8 16,4 6 0-16,-5-3 2 16,-2-4-9-16,-6 0 2 15,-8-2 0-15,-8-4 2 16,-10-2-2-16,-8-2 0 15,-6 0-2-15,-3-2-6 16,0 0-5 0,0 0-28-16,0 0-144 15,0-2-6-15,-7 0-79 16,4 0-230-16</inkml:trace>
  <inkml:trace contextRef="#ctx0" brushRef="#br0" timeOffset="11045.07">7720 1654 628 0,'0'0'94'16,"0"0"-58"-16,4-18 20 16,-4 18 27-16,0 0-29 15,3 2-45-15,1 20-4 0,0 12 24 16,5 6 5-16,3 4-4 16,-2 5-5-16,6 2 4 15,0 3-29-15,2 3 4 16,-1-1 1-16,3 8-1 15,1-4 1-15,-2-12-5 16,-1-9 0-16,-9-21 20 16,-2-10-13-16,-5-4 14 15,-2-4 0-15,0 0-5 0,0 0 15 16,3-2 0-16,1-26 5 16,3-11 21-16,1-12-41 15,4-6 6-15,5-7 0 16,4-2-15-16,-2-4-7 15,2-1 0-15,-5-3 0 32,-1 10 4-32,-7 18-4 0,-2 12 0 15,-4 22 4-15,-2 8-6 16,0 2 2-16,0 2-11 16,0 0-8-16,0 4-60 15,0 20-18-15,-12 2-34 16,8-14-210-16,-3-2-303 15</inkml:trace>
  <inkml:trace contextRef="#ctx0" brushRef="#br0" timeOffset="11663.61">8170 2113 148 0,'0'0'578'0,"0"0"-566"16,0 0-3-16,2-14 89 16,2-6 5-16,-1 6-17 0,-3 2-36 15,0 6-24-15,0 6 6 16,0 0-13-16,-20 0-9 15,-9 0-9-15,-5 14-1 16,-3 16 0-16,0 5-1 16,9 2 2-16,6 6-6 31,10-5 5-31,10-6-9 0,2-6 2 16,0-6 5-16,16-4 2 15,15-6 0 1,5-4-7-16,1-6-2 15,-6 0-34-15,-10 0-18 16,-6 0-89-16,-10-14-68 0,-5-6-46 16,0-4 118-16,0 2 146 15,-2 4 35-15,-5 0 88 0,2 6 32 16,3 6-46 0,2-1 21-16,0 7 55 15,0 0-116-15,0 0-43 16,0 0-20-16,0 8-6 15,0 24 5-15,0 9 3 0,4 5-2 16,3-8-2-16,-4 0 4 16,-1-4-8-16,0-6 0 15,0-5-1-15,-2-10 1 16,3-3-1-16,-1-4 0 16,-2-2-27-16,0-4-33 15,0 0-128 1,0 0-469-16</inkml:trace>
  <inkml:trace contextRef="#ctx0" brushRef="#br0" timeOffset="12063.8">8357 2061 422 0,'0'0'279'0,"0"0"-198"0,29-62-52 16,-29 62 91-1,0 0-13-15,0 0-66 16,-5 0-49-16,-12 16 8 16,-3 6 18-16,-5 6 3 15,8-2-17 1,5-2 6-16,10 0-10 16,2-1 1-16,0 3-6 15,6-1 5-15,15 1 0 16,1-1 6-16,-2-3-6 15,-2-2 1-15,-10 0-3 16,-1-6-5-16,-7 0 5 16,0-4-9-16,0 2-6 0,-11 0 17 15,-14-2 13-15,4-4-9 16,-6-2-1 0,7-4 2-16,5 0-5 0,1 0-33 15,11-8-79-15,3-12-43 16,0 8-53-16,0 0-69 15</inkml:trace>
  <inkml:trace contextRef="#ctx0" brushRef="#br0" timeOffset="12349.08">8622 1963 672 0,'0'0'73'0,"0"0"-42"16,0 0 86-16,4-10-26 15,3 10-69-15,3 2-22 16,2 4 0-16,9 0 7 16,4-4 12-16,6-2 52 0,6 0-57 15,1 0-2-15,-7 0-12 16,-2 0 1-1,-8 0-7-15,-13-4 0 0,-8 2-47 16,0 2-62-16,-6 0-105 16,-12 0-316-16</inkml:trace>
  <inkml:trace contextRef="#ctx0" brushRef="#br0" timeOffset="12827.44">8914 1718 625 0,'0'0'218'16,"0"0"-188"-16,0 0-1 0,0 0 102 15,0 0-73-15,18-22-58 16,-5 42-3-1,3 12-5 1,-1 8 12-16,1 5-2 16,-5 0 3-16,3 6-5 15,-1 7 0 1,1 0 1-16,-1-8-1 0,-1-12 0 16,-4-20 0-16,-2-10 8 15,-3-5-6-15,-1-3 14 16,2 0 14-16,2-7 27 0,6-22-7 15,1-14 5-15,5-3-26 16,0-4-12 0,4-5 10-16,3-3-17 0,-2-6 1 15,0 2-8-15,-2 8-2 16,-3 8 0-16,-7 14 7 16,-5 12-7-16,-4 10-1 15,-2 10-10-15,0 0 10 16,0 0-65-16,-6 14-44 15,-5 0-129-15,1-2-221 16</inkml:trace>
  <inkml:trace contextRef="#ctx0" brushRef="#br0" timeOffset="13096.76">9422 1955 82 0,'0'0'824'16,"0"0"-814"-16,0 0 6 16,13 88-4-16,-13-50 58 0,0 7-40 15,0 2-8-15,0 0-6 16,0-3-15 0,0-6 10-16,0-8-7 0,0-6 7 15,0-10-11-15,0-4 0 16,0-6-1-1,0-4 0 1,0 0-27-16,0 0-91 16,0-10-50-16,0-4-146 15,-4 0-161-15</inkml:trace>
  <inkml:trace contextRef="#ctx0" brushRef="#br0" timeOffset="13266.08">9248 1967 690 0,'0'0'350'0,"0"0"-315"16,0 0-23 0,0 0 90-16,0 0-63 0,70-54-22 15,-8 50 3-15,0 0-18 16,-7 0 0-16,-14 4-2 16,-24 0-15-16,-17 0-114 0,-6 0-335 15</inkml:trace>
  <inkml:trace contextRef="#ctx0" brushRef="#br1" timeOffset="31466.9">327 3507 368 0,'0'-8'71'16,"0"4"-59"-16,0 2 110 0,3 0-50 15,1 2-20 1,-4-2-20-16,0 0 12 15,0 2-5-15,0 0-3 16,0 0 11 0,0 0-17-16,0 0 2 0,0 0 5 15,0 0-29 1,0 0 9-16,0 0-4 0,0 0-6 16,0 0 13-16,0 0-11 0,0 0-4 15,0 0 3 1,0 10 3-16,0 10-3 15,2 8-1-15,0 6 9 16,0 20-8-16,-2 15 1 16,0 4 9-16,0 4-17 15,0-11 17-15,0-6-11 0,0-4-2 16,0-3 20-16,0-8-23 16,0-6 3-16,0-7 10 15,0-10-8-15,0-6 8 16,0-6-13-16,0-4 2 15,0-4 17-15,0-2-20 16,0 0 13 0,0 0-11-16,0 0 15 15,0 0-9-15,0 0-5 16,0 0 11 0,0 0-13-16,0 0-1 0,0 0-1 15,0 0 3-15,0 0-7 16,0 0-13-16,0 0-12 15,0-10 6-15,0 0-26 0,0-4-24 16,0 2-35 0,0 8-452-16</inkml:trace>
  <inkml:trace contextRef="#ctx0" brushRef="#br1" timeOffset="31822.34">205 4245 112 0,'0'0'305'0,"0"0"-247"16,-25 16-36-16,23-14 109 0,2-2-24 15,0 0-28 1,0 0 27-16,0 0-69 16,0 0 4-16,0 0-14 0,0 0 6 15,0 0-7-15,11 0-24 16,11 0 12-16,9 0 28 15,3 0 7-15,3 0-18 16,-3 2-27-16,-7 0 8 16,-7 0-12-16,-7 0 0 15,-7 0 4 1,0 0-4-16,-6 0 0 16,0-2 2-1,0 0 4-15,0 0-6 16,0 0-2-16,0 0-2 0,0 0-11 15,0 0-32 1,0 0-50-16,0 0-73 16,0 0-134-16</inkml:trace>
  <inkml:trace contextRef="#ctx0" brushRef="#br1" timeOffset="32457.12">260 3517 329 0,'0'0'156'0,"0"0"-138"16,-22-2 31-16,22 2 68 15,0 0-37-15,0 0-26 16,0-2-30-16,0 2-2 15,0-2 17-15,0 0 12 16,0 2-4-16,4-2-1 16,19 2 10-16,3-2-17 0,13-2 5 15,-2 2-10-15,1-2-16 16,-5 2-18-16,-2 0 0 16,-2 0 6-16,-4 0-6 15,-10 0 0-15,-5 0-1 16,-8 2 0-16,-2 0 0 15,0 0-21 1,0 0-38-16,0 0-41 16,0 0-138-16,0 0-159 15</inkml:trace>
  <inkml:trace contextRef="#ctx0" brushRef="#br1" timeOffset="32889.92">512 3914 171 0,'0'0'172'15,"0"0"-139"-15,0 0 71 16,0 12-27-16,0 2-4 16,0 4-13-16,5 4 6 15,3 6-22-15,1 1 4 16,-5 8-18-16,1 7 2 0,-2-1 5 16,-1 3-1-16,2-8-7 15,0-4-7-15,-1-8-20 16,-1-8 16-16,0-6-8 15,0-8-8-15,0-4 17 16,-2 0-16-16,2 0 4 16,2 0-5-16,-4-6-2 15,2-18-15-15,-2-10-105 16,0-6-29-16,0 26-58 0,0-2-86 16</inkml:trace>
  <inkml:trace contextRef="#ctx0" brushRef="#br1" timeOffset="33207.6">575 3904 851 0,'0'0'34'0,"0"0"-33"16,0 0 105-16,0 0-52 16,0-26-37-16,23 26-17 15,12 0 4-15,-7 18-3 16,1 10 1-16,-2 2 0 0,0 4-3 15,-7 2 3-15,-1 0-2 16,-9 0 1-16,-6 3 2 16,-4-6-4-16,0-1 1 15,-4-1-3-15,-23-9 0 16,-2-2 3-16,-6-6 4 16,6-6-1-1,-3-2 2 1,5-6-4-16,9 0 0 0,3 0-1 15,3 0 0-15,6-4-32 16,6-6-79-16,0 6-98 16,0-2-156-16</inkml:trace>
  <inkml:trace contextRef="#ctx0" brushRef="#br1" timeOffset="33693.21">968 4004 224 0,'0'0'347'0,"0"0"-322"16,0 0 7-16,0 0 125 16,48-66-28-16,-48 64-59 15,0 2-4-15,0 0-18 16,0 0-18-16,0 0-9 15,0 0-11-15,-19 0 5 16,-2 0-12-16,-2 12 4 0,5 0-7 16,7 0 0-16,5 2-3 15,6 0 0-15,0 0-2 16,0 2 3-16,2 2-8 16,13 2 7-16,7 0-2 15,-1 1 5-15,-4 2 6 16,-3 2-5-16,-5-1-1 15,-3-2 0-15,-4 0-7 16,-2-4 5-16,0-4 2 0,-6-2 14 16,-28-2-10-1,-5-6 5 1,-11-4 9-16,4 0-6 0,7 0 12 16,6-8-9-1,11-10-12-15,4-4 2 16,10-2-5-16,8 0-28 15,0 4-74-15,10 14-164 16,9 4-168-16</inkml:trace>
  <inkml:trace contextRef="#ctx0" brushRef="#br1" timeOffset="34366.61">1178 3878 535 0,'0'0'191'0,"-15"-2"-168"0,15 2 129 15,0 0-59-15,0-4-55 16,0 4-15-16,0-2-23 16,2 0 5-16,13 0-5 15,12 0 2-15,11-4 24 16,5 2 34-16,3 2-34 16,-5 0-9-16,-4 2-11 15,-8 0-2-15,-2 0 0 16,-10 0-4-1,-3 0 0-15,-7 0-8 16,-5 0-9-16,-2 0-16 0,0 0-42 31,0 4-38-31,0-2-49 16,-11 2-125-16</inkml:trace>
  <inkml:trace contextRef="#ctx0" brushRef="#br1" timeOffset="34665.98">1221 4004 662 0,'0'0'39'15,"0"0"-38"-15,0 0 87 16,0 0 20-16,-16 14-61 16,16-12-25-16,0 2-10 15,22 0 44-15,9-2 10 16,11-2-12-1,10 0-4-15,4 0-30 16,2 0 0-16,-7 0-7 16,-8 0-11-16,-14-2 7 15,-12 2-9 1,-11 0 0-16,-6 0-2 0,0 0 2 16,0 0-5-16,0 0-16 15,-11 0-2-15,-13 0-75 16,9 2-84-16,-4 2-242 15</inkml:trace>
  <inkml:trace contextRef="#ctx0" brushRef="#br1" timeOffset="38166.51">1711 4261 317 0,'0'0'31'15,"0"0"54"-15,2 0 30 16,-2 0-42 0,2 0-1-16,-2 0 1 0,0 0-10 15,0 0 3-15,3 0-9 16,1 0 1-16,0-10-10 15,5-4-26-15,-2-4 9 0,4-4-8 16,0-4-3-16,3-8 9 16,1-4-19-1,3-6 9-15,-1-9-6 16,2-5-18-16,-4-4 5 0,-4-2 0 16,-4-6 0-1,-5 11-7 1,-2 13 2-16,0 16 1 15,0 18 8-15,0 10-4 16,0 2 0-16,0 0 0 16,0 0-5-16,0 0 5 15,0 0-10-15,0 0 4 16,0 0-19-16,0 4 10 16,0 20-10-16,0 12 21 0,-4 8 4 15,-1 5 0-15,5-1 0 16,0 6 2-16,0-2-3 15,0-10 1-15,0-8 0 16,0-14-2-16,0-8 2 16,3-6 0-16,1-4-1 15,0-2 0 1,3 0 1-16,4 0 1 16,5-6 9-16,2-14 21 15,-1-8-13 1,1-2-3-16,1-6 3 15,0-6-7-15,-1-4-11 0,-1-6 1 16,-3-11 2 0,-7 8-2-16,-3 8-1 0,-4 15 0 15,0 20 3-15,0 4-2 16,0 8 0-16,0 0 0 16,0 0 5-16,0 0-6 0,0 18-8 15,0 18-3-15,0 12 9 16,0 7-5-1,0 1 7 1,0-4 4-16,0-4-4 16,0-6 0-16,0-8-2 15,9 0 7-15,0-10-12 16,-2-4 7-16,2-8-2 16,-5-6-3-16,1-3-7 15,-3-3-52-15,0 0-85 16,-2 0-173-16,0 0-170 0</inkml:trace>
  <inkml:trace contextRef="#ctx0" brushRef="#br1" timeOffset="38582.82">2148 3858 564 0,'0'0'132'0,"2"-10"-65"15,-2 10-6-15,0 14-31 0,4 12-30 16,3 2 18-1,-1 0 6-15,1 0-21 0,-2-2 1 16,-3-4 5-16,0-5-9 16,0-10 7-1,0-3-4 1,-2-4 49-16,3 0-12 16,1 0 16-16,-2 0-10 15,8-10 2-15,3-18 11 16,-3-8-46-16,6 2-6 15,-3 8 5-15,-3 2-11 16,-1 12-1-16,-5 4 0 16,-2 6 2-16,-2 2-8 0,0 0 6 15,0 0-10-15,0 2 7 16,0 18-27-16,4 8 30 16,1 0 8-16,0-2-6 15,2-2-2-15,-5-4-10 16,-2-2-7-16,0-4-52 15,0-7-35 1,0-7-105 0,0 0-201-16</inkml:trace>
  <inkml:trace contextRef="#ctx0" brushRef="#br1" timeOffset="39216.03">2546 3487 564 0,'0'0'113'0,"0"0"-110"16,0 0 8-1,11-44 128-15,-11 42-45 16,0 2-32-16,0 0-21 0,0 0-41 15,0 2 0 1,-8 20 12-16,-8 14 8 16,3 10-7-16,4 8-5 15,-1 22 5-15,6-4-11 16,4-3-2-16,0-9 3 0,0-24-3 16,0-8 0-16,0-8-2 15,14-6 2-15,-5-8-3 16,1-6-4-16,4 0 7 15,4-4 8-15,4-20 1 16,3-4 8 0,-6-2-17-16,-5-4 11 0,-1 4-11 0,-3 8 2 15,-8 5 2 1,-2 13-3-16,0 4 1 16,0 0-2-16,0 29-25 15,-2 11 14-15,-4 2 11 16,6 0 3-16,0-10-3 15,0-4 4 1,12-7-4-16,8-12 0 16,0-7-3-16,3-2 3 0,6 0 13 15,4-22 25 1,0-8 17-16,-2-6-35 16,-8-2-8-16,-8 0-6 15,-11-7 8-15,-4 6-11 16,0 6-4-16,-8 14 1 0,-17 19 0 15,-10 0-5-15,-7 9 5 16,-10 22-41-16,3-1-20 16,34-12-97-16,8-8-228 15</inkml:trace>
  <inkml:trace contextRef="#ctx0" brushRef="#br1" timeOffset="39516.92">3058 3743 697 0,'0'0'214'0,"0"0"-214"0,0-1 9 15,0 26-9 1,-2 12 31-16,-11 7-5 15,-3 0-16-15,1 2 0 16,-1 0 6-16,3-10-14 16,1-4-2-16,4-11 0 0,5-16 3 15,3-5-11-15,0 0-8 32,0-1-95-32,0-21-39 15,0-9-104-15,0 13-28 0</inkml:trace>
  <inkml:trace contextRef="#ctx0" brushRef="#br1" timeOffset="39702.37">2938 3810 124 0,'0'0'103'0,"0"0"84"16,0 0 37-16,0 0-47 15,0 0-51 1,-2-76-77-16,2 104-44 16,4 8 39-16,19 10 4 0,1 4-27 15,8-2-7-15,-1-2-11 16,0-2 11-16,-4-2-14 0,-7-6-2 15,-9-5-9-15,-11-31-115 16,0 0-133 0</inkml:trace>
  <inkml:trace contextRef="#ctx0" brushRef="#br1" timeOffset="40651.39">2011 4297 229 0,'0'0'262'0,"0"0"-194"16,-4 2-28-16,4 0 74 15,0-2-52-15,0 0-26 16,0 0-20-16,-5 0-3 16,1 2 17-1,0 0 9-15,0 0-1 16,-2-2 6-16,4 0-14 15,0 0-1-15,2 0-2 16,0 0 7-16,0 0-17 16,0 0-1-16,0 0 7 15,0 0-20 1,-2 0 2-16,2 0-5 0,-2 0 4 16,-1 0-3-16,3 0 0 15,0 0-1-15,0 0 15 0,0 0-12 16,0 0 7-1,0 0-7-15,0 0 0 0,11 0-3 16,14 0 3 0,13 0 17-1,11 0-20-15,16 0 6 16,6 0-6-16,34 0 4 16,7 0 5-16,7 0-9 15,6 0 0-15,-26 0 8 16,-13-4-4-16,-19 4-5 15,-23 0 1-15,-14 0 0 16,-18 0-8-16,-6 0 8 0,-6 0 0 16,0 0-3-16,0 0-6 15,0 0-2-15,0 0-23 16,-16 0 5-16,-5 0-75 16,10 0-106-16,-7 0-206 15</inkml:trace>
  <inkml:trace contextRef="#ctx0" brushRef="#br1" timeOffset="41252.01">2301 4521 644 0,'0'0'78'0,"0"0"-16"15,0 0 97-15,-2 0-5 16,15-4-127-16,8-2-14 15,5-2 0-15,12 3 9 16,-5 0-20-16,-1 4 8 31,-10 1-10-31,-13 0-1 16,-5 1-3-16,-4 20-12 0,0 0 16 16,0 8-1-16,-13 1-5 15,-14 0 5-15,-8-2-6 16,1-4 7-16,0-2 0 15,8-6 4 1,10-6 26-16,5-4-24 0,9-2 1 16,2-4-7-16,0 0 1 15,0 0-1-15,13 0 3 16,18 0-3-16,9 0 41 16,7 0-19-16,14-4 3 15,5-2-13-15,7-4-5 16,4 0 29-1,-11 4-19-15,-14-2-5 16,-17 6-12-16,-17 2 5 16,-13 0-10-16,-5 0-66 15,0 0 2-15,-14 0-60 16,-5 0-168-16,-2 0-357 16</inkml:trace>
  <inkml:trace contextRef="#ctx0" brushRef="#br1" timeOffset="42743.15">3482 3713 427 0,'-4'-7'52'0,"-1"0"-8"0,3 1 118 16,2 2-57-16,0 0-43 0,0 4 4 16,0-1-30-1,0-2 1-15,0 3 0 16,0 0-14-16,0 0-14 16,0 0-3-16,0 7-6 15,0 21 1-15,0 8-1 16,2 12 0-1,5-2 1-15,6 0 9 16,1-2-10-16,-4-4 0 16,4-8 0-16,-3-2 4 15,-4-8-5-15,-1-9 1 16,-1-4 0-16,-2-7 2 16,-3-2-2-16,2 0 41 15,0 0 1-15,2 0 7 0,3-3-21 16,4-30-13-1,4-9 2-15,4-6-9 16,-2-8 6-16,-1 4 2 0,-3-2-13 16,-4-3 9-16,0 7-12 15,-4 10 0-15,-3 12 5 16,0 10-4 0,-2 10 2-16,0 6 5 15,0 2-7 1,0 0 5-16,0 0-19 0,0 0 13 15,2 6-21-15,4 22 19 16,6 22-3 0,3 7 10-16,1 1-8 15,2 0 3-15,-4-16 0 0,1-4 0 16,-1-6 0-16,-1-6 0 16,-3-6 0-16,-2-8 4 15,-2-6-6-15,-6-4 2 0,2-2 0 16,1 0 5-1,-1 0 0-15,4-5 51 16,4-22-20-16,1-5-11 0,-1-8-2 31,9-20-14-31,-2-4 14 0,1-2-17 0,-2 3-1 32,-7 25 2-32,-7 14-3 0,-2 10 5 0,0 10-8 15,2 4 2-15,-2 0 0 16,0 0-3-1,0 0-11-15,0 0-13 16,0 0-47-16,0 20-11 16,0 8-123-16,0 8-21 15,-4-22-151-15,2 0-49 16</inkml:trace>
  <inkml:trace contextRef="#ctx0" brushRef="#br1" timeOffset="43266.84">3524 4277 658 0,'-13'0'68'16,"11"-2"-53"0,0-2 135-16,-1-2-5 0,1 2-91 15,2 4-9-15,-2-2-4 16,2 2 3-1,0 0-22-15,0-2 6 0,0 0-13 32,0 2-11-32,0-2 8 0,0 2-12 15,15-6 0-15,10 2 3 16,15-2-1-16,9 0 5 16,7 0-7-16,9 2 0 15,-3-2 3 1,0 2-3-16,-8 2 0 0,-10 2 4 15,-15 0-7-15,-14 0 3 16,-13 0-6-16,-2 0 0 16,0 0-2-16,-8 0-5 15,-23 0-13-15,-7 4-44 16,-6 4-60-16,23-6-168 16,3 0-120-16</inkml:trace>
  <inkml:trace contextRef="#ctx0" brushRef="#br1" timeOffset="43800.49">3629 4315 406 0,'0'0'203'0,"0"0"-116"15,0 0 29-15,0 0-7 16,0 6-52-16,0-4 0 15,0 4-12-15,0 4-15 16,7 2 1 0,1 8-24-16,0 4 21 0,-4 4-27 15,0 6 8-15,-4 2-9 16,0 13 0-16,0-1 8 16,0 2-6-16,0-2 0 15,-6-18 3-15,2-2-1 16,-4-12-2-16,6-4 6 15,0-6-6-15,2-6 8 16,0 0-10 0,0 0 3-16,0 0 7 0,0 0-10 15,0 0 21 1,0 0 15-16,0 0-10 16,2 0-17-16,14 0-3 15,13-4-6-15,9-4 5 0,4 0-7 16,5 2 2-16,-7 0 0 15,-5 4 2-15,-1-2 0 16,-8 2 2-16,-5 2 10 16,-8-4-13-16,-7 4 12 15,-6 0-13-15,0 0 0 16,0 0 2 0,0 0-2-16,0 0-27 0,-6 0-23 15,-19 0-15 1,12 0-153-16,-2 0-312 15</inkml:trace>
  <inkml:trace contextRef="#ctx0" brushRef="#br1" timeOffset="44532.94">4161 3316 415 0,'0'0'17'0,"-2"0"-1"16,2 0 104-16,0 0-28 15,0 0-15-15,0 0-2 16,0 0 70-16,0 0-104 16,0 0 11-16,0 0-13 0,0 0-19 15,0 0-1-15,7 0-19 16,15 0 0-16,9-2 14 15,14-2-7-15,2 4 4 16,-1 0-11-16,-3-1 0 16,-14 1 3-16,-6 0-3 15,-10 0-1 1,-11 0-3-16,-2 0-27 16,0 0-10-1,-21 0-219-15,4 0 64 16,-5 0-294-16</inkml:trace>
  <inkml:trace contextRef="#ctx0" brushRef="#br1" timeOffset="45519.73">4161 3342 377 0,'0'0'72'16,"0"0"-59"-16,0 0 46 15,0 14-12-15,0-3 26 16,0 0-24-16,0 7 7 16,0 5-5-16,0 5-15 15,0 10-4 1,0 2 1-16,0 10-12 15,0 6-5 1,0 2-11-16,0 5 7 0,0-8-10 16,0-2 12-1,5 9 13-15,-3-2-14 16,2 2 4-16,-1-1-8 16,2-9-4-16,-5-2 9 0,2 0-4 15,-2-6-5-15,0-2 6 16,2-4-10-16,-2-3 24 15,2-6-22-15,-2 0-3 0,0-4 15 16,0 0-15 0,0-6 23-16,0 4-23 15,0-3 9 1,0-2-8-16,0 6-1 16,0-2 17-16,0 2-11 15,0 0 5-15,0-4-3 16,0-2-8-16,0 0 8 15,0-2-6-15,0 0-1 16,0 3 13-16,0-8-11 16,0 1 1-16,0-4 1 0,0 1-1 15,0-4-2 1,0 0-2-16,0-1 3 0,0-3-2 16,0 2-1-16,0-3 0 15,0 0 5 1,0 0-6-16,0 0 1 0,0 0 0 15,0 0 5-15,0 0-1 16,0 0-2-16,0 0 10 16,0 0-12-16,0 0 8 0,0 0-8 15,0 0 0-15,0 0 0 16,0 0 2 0,0 0 1-16,0 0 0 15,0 0 3 1,0 0-6-16,0 0 1 15,0 0 12-15,9 0-12 16,11 0 3-16,7 0 3 16,6-3-5-16,7-2 1 15,7-4-3-15,2 5 0 16,-4 3 3-16,-3-2-3 16,-13 3 0-16,-9 0 0 0,-9 0 2 15,-7 0 2-15,-4 0 0 16,0 0 12-16,0 0-14 15,0 0 0-15,0 0-2 32,0 0 3-32,0 0-9 15,0 0 6-15,0 0-26 16,0 0 3-16,0 0-31 16,-2 0-23-16,-6 0-58 0,3 0-140 15,0-6-118-15</inkml:trace>
  <inkml:trace contextRef="#ctx0" brushRef="#br1" timeOffset="46710.28">4394 3902 404 0,'0'0'79'0,"0"0"63"15,0 0 12 1,0 0-33 0,-3-2-27-16,-2-2-48 15,5 0 16-15,0 2-19 16,0-2-17-16,0-2 10 16,0-2-19-16,0 0-14 0,5-2 14 15,8 2-15-15,6-4 0 16,0 3-2-16,6 2 3 15,2 1-6-15,-3 0 3 16,5 4-3-16,-2 2 3 16,-7 0 0-16,0 0-3 15,-5 0-1-15,-7 0-1 16,-2 18 1-16,-6 2-1 16,0 6-4-1,0 4 9-15,-14 6 0 16,-10 0-1-16,-5 2-3 15,-2-2-3-15,-7-3 7 16,-2 0 0-16,-2-4-7 16,3-5 11-16,6-5-6 15,4-4 2-15,12-5 3 16,3-6-3-16,11-2 0 16,3-2-3-16,0 0 3 15,0 0-1-15,8 2-10 0,5 0 11 16,5 0 8-16,6 2-4 15,5-2-3-15,9 0 18 16,4-2-9-16,5 0 2 16,-2 0-3-16,-3 0-8 15,-5 0 19-15,-8 0-16 16,-6 0 4-16,-14 0-5 16,-4 0-4-16,-5 0 1 15,0 0 0-15,0 0-7 16,0 0-3-16,-3 2-25 15,-10-2-17 1,-2 0-53-16,5 0-176 16,1 0-305-16</inkml:trace>
  <inkml:trace contextRef="#ctx0" brushRef="#br1" timeOffset="49719.38">5003 3599 202 0,'0'0'74'16,"0"0"-73"0,0 0 64-16,0 0-17 15,0 0-29-15,0 0-12 16,0 0 8-1,0 0 16-15,0 0 6 16,0 0-1-16,0-2-2 16,0 2 2-16,0 0 0 15,0 0-12-15,0 0 1 16,0 0 7-16,0 0-21 16,0 0-1-16,0 0 4 15,0 0 4-15,0 0 8 16,-2 0 10-16,-2 0-7 15,-1 0-8-15,1 6 5 16,-4 12 5-16,-6 9-8 0,-1 13 4 16,-6 14-4-16,-4 10 3 15,-1 10 3-15,0 4-19 32,1 5 0-32,2-3-6 0,10-6 0 15,6-6 0-15,7-12-4 16,0-6 0-16,5-8 2 15,26-5 3 1,3-11 18-16,3-8-17 16,1-4 21-16,-13-10-11 15,-3 0-4-15,-7-1 10 16,-8 0-18-16,0-2 10 16,-7 2-12-16,0-3 7 0,0 0-9 15,0 0 0 1,0 0 1-16,0 0-1 15,0 0-5-15,0 0-23 16,0-4-43-16,0-6-49 16,0-4-509-16</inkml:trace>
  <inkml:trace contextRef="#ctx0" brushRef="#br1" timeOffset="50253.78">5009 3860 328 0,'-3'-16'324'0,"3"14"-300"16,0 2 101-16,0 0-62 15,0 0-28-15,0 0-27 16,0 0 1-16,0 12 17 16,0 18-14-16,0 2 32 15,7 6-20-15,6 2-15 32,9 8 14-32,3 1-13 15,0-5-2-15,-4-8-5 16,-7-18-4-16,-5-7 1 15,-7-6 0 1,2-5 5-16,-4 0 0 16,3 0 76-16,1 0-36 0,5-18 0 15,4-16-16-15,3-6-21 16,4-7 20-16,-2 1-21 16,-3-4-5-16,1-6 6 15,-5-12-4 1,1 10-3-16,-6 9-1 15,-1 16 4-15,-3 22-4 16,-2 9-1 0,0 2-3-16,0 0-5 15,0 0-6-15,0 0-24 0,0 14-38 16,-9 14-51-16,0-11-66 16,4-3-201-16</inkml:trace>
  <inkml:trace contextRef="#ctx0" brushRef="#br1" timeOffset="50757.77">5523 4016 463 0,'0'-18'172'0,"0"6"-139"16,0 4 6-16,0 6 104 16,0 0-84-16,-3 2-25 15,-16 0 10-15,-6 8-32 16,-8 16-12-16,-3 8 6 16,5 0-6-16,9 3 1 15,6 1 1-15,9-4 2 16,7-5-4-16,0 0-7 15,11-7 0-15,25-6 5 32,6-4 2-32,2-8 0 0,2-2 0 15,-15 0-29-15,-7 0-102 16,-24 0-131 0,0-8-95-16</inkml:trace>
  <inkml:trace contextRef="#ctx0" brushRef="#br1" timeOffset="51010.05">5539 4182 507 0,'0'0'32'0,"0"0"124"16,0 0-63-1,0-23-70-15,2 23 13 16,6 0 5-16,-3 0-4 16,2 2-15-16,0 12-21 15,1 10 12 1,-1 4 12-1,-1 0-9-15,2 2-15 16,-6-8 5-16,0-4-6 16,0-4 6-16,-2-4-7 15,2 0 1-15,3-6-35 16,-3 0-128-16,0-4-38 16,-2 0-140-16</inkml:trace>
  <inkml:trace contextRef="#ctx0" brushRef="#br1" timeOffset="51427.43">5792 3960 717 0,'0'0'126'16,"0"0"-124"-1,7-30 33-15,-7 30 107 31,0 0-115-31,0 0-27 16,-2 12-8-16,-7 10 8 16,0 2 9-16,7-2-9 15,2-4 0-15,0 0 0 16,0-4-1-16,2 0-3 16,16-1 0-16,0 0 4 15,-1 1 2-15,-1 0-1 16,-3 0 0-16,-1 7-2 15,-8-2 0-15,-4-1 1 0,0 3 0 16,0-7 3-16,0-4 0 16,-11 0 10-1,-7 0-5-15,0-2 15 16,-1-4-20-16,0 0-5 16,4-4 2-16,-1 0-42 15,12 0-89 1,0 0-150-1</inkml:trace>
  <inkml:trace contextRef="#ctx0" brushRef="#br1" timeOffset="52127.9">6011 4052 798 0,'-7'0'96'15,"7"-2"-96"-15,0 2 63 16,9 0-63-16,16 0-16 16,8 0 16-16,0-2 6 0,5 0 20 15,-9 2-5-15,-2 0-9 16,-5-4 4-16,-9 3-14 15,-3-2-2-15,-8 2 0 16,-2-2 4-16,0 3-8 16,0-2 3-16,0 2-35 15,0-2-37 1,0 0-278-16,0 0-17 16</inkml:trace>
  <inkml:trace contextRef="#ctx0" brushRef="#br1" timeOffset="52713.41">6341 3721 656 0,'0'0'36'0,"0"0"129"16,0 0-57-16,-5-26-55 16,5 26-41-1,0 0 5-15,0 0 3 16,0 0-13-16,0 22 3 16,0 9-9-16,0 7 3 15,15 20 17 1,4 4-20-16,3-2-1 15,-4 2 5-15,-2-17-8 16,-1-8 3 0,-5-2 0-16,0-12 0 15,-6-6 2-15,1-9-3 16,-3-4 6-16,0-4-1 16,0 0 2-16,3 0 29 0,0-4 20 15,1-21-18-15,-1-6 8 16,1-7-19-1,8-20-3-15,-3-7 29 16,4-9-48-16,1-4 16 16,-7 11-15-16,-3 1-5 15,-1 12 0 1,0 16 7-16,-3 12-6 16,0 14-1-16,0 6-1 15,-2 4-6-15,0 2 7 16,0 0-11-16,0 0-34 0,0 4-33 15,0 18-3 1,0 8-39-16,0-16-91 16,0 4-86-16</inkml:trace>
  <inkml:trace contextRef="#ctx0" brushRef="#br1" timeOffset="53013.85">6661 3932 11 0,'0'0'636'0,"2"22"-580"0,-2-10-53 16,0 8 32-16,0 2 66 16,0 8-40-16,0 13-29 15,0 3 19 1,0-2-35-16,0 0 18 16,0-14-23-16,0-6-1 31,0-6 10-31,0-6-19 0,2-6 7 15,2-4-4-15,-4 0 0 16,0-2-2 0,0 0-4-16,0-2 1 0,0-20-62 15,-4-4-154-15,-2 12-76 16,-1 2 17 0</inkml:trace>
  <inkml:trace contextRef="#ctx0" brushRef="#br1" timeOffset="53215.38">6532 3998 599 0,'0'0'169'0,"0"0"-39"16,0 0-45-1,-6-16-43 1,14 16-28-16,13 0 3 16,3 0 44-16,5-4-8 15,-1 0-24-15,11 2-28 16,-6 0 9-16,-8 2-10 15,-8 0-6 1,-15 0-21-16,-2 0-86 16,0 0-93-16,0 0-153 0</inkml:trace>
  <inkml:trace contextRef="#ctx0" brushRef="#br1" timeOffset="54451.34">6757 3481 482 0,'-5'-12'213'0,"5"10"-179"15,0 2 51-15,0 0 43 16,0 0-57-16,0-2-33 16,0 2-3-16,7 0 13 0,5 0-13 15,3 0-10-15,18 12-23 16,6 20-1-16,3 14 6 16,2 14-5-16,-10 5-2 15,-8 4 3-15,-6 7 2 16,-6 1-3-16,-5-3-2 15,-9 0 0 1,0-7 0-16,0-3 0 16,-18-10 0-16,-9-8 1 15,-4-6 5 1,2-10-7-16,5-8 1 16,8-8 8-16,9-6-8 15,5-5 0-15,2-3 0 16,0 0-2-16,0 0-30 0,0 0-33 15,0 0-9-15,0-7-128 16,0-7-225 0</inkml:trace>
  <inkml:trace contextRef="#ctx0" brushRef="#br1" timeOffset="55069.27">7132 3579 558 0,'-5'-12'119'0,"5"12"-93"16,0 0 76-16,0 0 20 16,0 0-57-1,0 0-59-15,0 16-4 16,0 16 32-16,0 24-10 16,0 7-2-16,2 3 3 15,10 2-15-15,-2-16 1 16,2-4-11-16,1-4 0 15,3 3 3 1,-1-11-2-16,-2-8 2 0,-1-9-1 16,-10-15 8-16,0-1 5 15,0-3 2 1,1 0 20-16,1 0 48 16,0-18-29-16,8-13-23 0,3-23-8 15,3-2-9 1,0-6-3-16,0-8 8 0,-5 10-18 15,-4-4 5-15,-2 7-4 16,-3 9 2-16,0 10 9 16,-1 14-12-16,-1 6 4 15,0 8-7-15,-2 8-3 16,0 2 3-16,0 0-27 31,0 0-21-31,0 6-41 0,0 22-10 16,-4 8 17-16,-3 5-87 15,3 0-103-15,4-27-79 16</inkml:trace>
  <inkml:trace contextRef="#ctx0" brushRef="#br1" timeOffset="55370.8">7421 3914 314 0,'0'0'410'0,"5"8"-285"15,-5-8 0-15,0 14-68 16,2 8-53 0,-2 6-1-1,0 6 35-15,0-2-29 16,0 3 9-16,0-4 1 16,0 0-13-1,0-9 11-15,0-6-15 0,0-8 3 16,0-4-4-16,0-3-2 15,2-1 0 1,0 0-28-16,-2 0-166 0,0 0 62 16,0-15-82-16,0-21-8 15,0 15 63-15,0-1-16 16</inkml:trace>
  <inkml:trace contextRef="#ctx0" brushRef="#br1" timeOffset="55656.39">7401 3844 684 0,'0'0'189'16,"0"0"-126"-16,0 0 5 16,-7-28-4-16,7 28-55 15,0 8-2-15,0 12-7 16,16 2 5-16,8 12-2 16,3 4-2-16,2 0-1 15,-4-2 3-15,-9-7 2 16,-5-4-5-16,-5 0 0 15,-6-3 6-15,0-3-8 16,0-1 2-16,-11-1 12 16,-13-5-6-16,-1-2 1 15,-2-4 2 1,5-2-9-16,2-4-9 0,4 0-75 16,14 0-106-16,0 0-300 15</inkml:trace>
  <inkml:trace contextRef="#ctx0" brushRef="#br1" timeOffset="56057.18">7666 3878 668 0,'0'0'53'15,"0"0"-52"1,13-36 122-16,-13 36 23 0,0 0-84 16,0 0-39-16,-2 8-6 15,-13 18-16-15,1 2 19 16,3 4-18-16,7-2-2 16,4-6 0-16,0 0-1 15,0 3 1 1,0-4-5-1,11 1 1-15,1 1 8 16,-8-6-3-16,-2 4 2 16,-2-7-3-16,0-2 2 15,0-2 3-15,0-6-1 16,0 0-4-16,-2-2 0 16,-8 0 6-1,-1-4-6-15,-4 0-14 0,-5 0-51 16,11-2-129-16,-2-8-232 15</inkml:trace>
  <inkml:trace contextRef="#ctx0" brushRef="#br1" timeOffset="56610.8">7876 3807 171 0,'0'-3'374'0,"0"1"-302"15,0 2-30-15,0 0 111 16,0 0-5-16,0 0-103 16,0 0-7-16,0 0 9 15,0-2-18-15,0 2-14 16,4-2-3-1,14 0-9-15,11-2-1 16,14 0 8 0,19 0-7-16,2-2 6 15,-1 2-9-15,-14 1 2 16,-21 3 3-16,-12-4 1 16,-5 4 0-16,-7-1-5 15,-4 1 19-15,0 0-8 0,0 0 12 16,0 0-22-1,0 0-1-15,0 0-1 16,0 0-17-16,0 0-23 16,0 0-67-16,0 0-137 15,0 0-219 1</inkml:trace>
  <inkml:trace contextRef="#ctx0" brushRef="#br1" timeOffset="57213.96">8383 3509 778 0,'0'-24'79'16,"0"20"-44"-16,0 4 109 15,0 0-45-15,0-2-57 16,0 2-26-16,0 0 3 16,0 0-19-16,0 20-13 15,0 18 10-15,10 10 5 16,3 8 2-1,2 2-1-15,3-1 5 16,9 9-8 0,2-8 0-16,-4-8 6 15,-6-10-4-15,-7-24-4 0,-5-8 4 16,-3-6 15 0,0 0-5-16,-4-2 5 15,0 0 24-15,2 0-10 0,1-4 12 16,-1-18 6-1,7-18-28 1,4-12 8-16,1-8-19 16,-1-12 5-16,-2 4-11 15,-1-1-3-15,-4 7-1 16,0 14 6-16,-1 14-1 0,-3 10-5 16,0 10 0-1,-2 6-2-15,0 4 2 16,0 4-3-16,0 0-19 0,0 0-43 15,0 0-5-15,0 18-32 16,0 6-23 0,-2-14-51-16,0 2-561 15</inkml:trace>
  <inkml:trace contextRef="#ctx0" brushRef="#br1" timeOffset="57508.96">8765 3667 533 0,'0'0'317'0,"0"0"-255"15,4 28-54-15,-4 7 13 16,0 6 93-16,0 4-98 16,0 3 4-16,-4-10-14 15,-1-4 6 1,3-4-7-16,-1-6-1 15,1-6-2-15,2-6 2 0,0-4-6 16,0-2 2-16,0-3-10 16,0-2-54-16,0-1-87 15,0 0-1-15,0 0-86 16,0-12-237 0</inkml:trace>
  <inkml:trace contextRef="#ctx0" brushRef="#br1" timeOffset="57794.81">8635 3681 307 0,'0'0'461'0,"0"0"-390"16,0 0-24-1,-15-60 76-15,24 60-54 0,11 0-39 32,5 12-27-32,2 14 1 0,-2 8-4 15,12 21 3 1,-2-5-2-16,1 4-1 15,-7-4 3-15,-14-16-2 16,-7-4-1 0,-8-4 0-16,0-4 0 15,-4-2 6-15,-21-4-4 0,-12-4-2 16,-9-1 0-16,-2-7-9 16,9-4-45-16,7 0-64 15,32 0-94-15,0-13-319 16</inkml:trace>
  <inkml:trace contextRef="#ctx0" brushRef="#br1" timeOffset="58233.73">8992 3724 604 0,'0'0'218'16,"0"0"-185"0,0-26 150-16,0 26-138 15,-6 0-28-15,-4 0-17 16,1 15 5 0,5 3-3-16,0 0 3 0,4 0-2 15,0 3-3 1,0 1 0-16,0-2 6 15,6 2-6-15,8 2 4 16,3 0-4-16,4 0 3 16,0-2 0-16,2 0-3 15,-3 0 0-15,-3 2-3 16,-5-4 2 0,-10-4-1-16,-2-2 2 0,0-5-1 15,0-4 2-15,-4-1 0 16,-10-2 11-16,-1-2-11 15,-7 3 5-15,1-3-6 0,-5 0 4 16,-1 0-8-16,1-10 3 16,1-7-41-1,20 7-73-15,3-2-271 0</inkml:trace>
  <inkml:trace contextRef="#ctx0" brushRef="#br1" timeOffset="58869.27">8950 3276 123 0,'0'0'317'0,"-27"-22"-270"0,21 16-5 16,0 2 118-1,6 0-67 1,0 2-9-16,0 0-10 15,0 0 8-15,0 2 37 16,0-4-80-16,0 0-2 16,6 0-20-16,13-4 12 15,8 2-27 1,8 0 1-16,3 4 2 0,-7 2-4 16,-4 0-1-16,-9 0 0 15,-5 8-4-15,-3 12 3 0,-6 4-10 16,-4 2 11-16,0 1-4 15,0-4 4-15,-14 5 0 16,-15-3-3 0,-4-1 6-16,0-2-3 15,4-8 1 1,11-2 4-16,11-6-5 16,5-4 0-16,2-2-2 15,0 0 7-15,7 0-8 16,17 0 6-16,12 0-3 15,9-2 22-15,6-6-16 16,2 4-3-16,-6 2-3 16,-5 2 5-16,-15 0-10 0,-11 0 0 15,-14 2-46-15,-2 4-346 16,-2 0-168-16</inkml:trace>
  <inkml:trace contextRef="#ctx0" brushRef="#br1" timeOffset="61327.88">9219 3014 333 0,'-2'2'106'0,"2"-2"-90"16,0 0 57-16,0 0 31 15,0 0-53-15,0 0-10 16,0 0-17-16,0 0-11 15,0 0 11-15,0 0 5 0,0 0-3 16,6 0 7 0,15 0-22-16,5 0 22 0,10 0-9 15,18 1-15-15,-3-1 9 16,-2 0-14-16,-9 0-3 16,-20 3 4-16,-6-3-7 15,-8 0 2-15,-6 0 0 16,0 0 7-16,0 0 2 15,0 0 25 1,0 0 13-16,0 0-31 16,0 0 2-16,0 0-18 15,0 0 0-15,0 1-5 16,0-1 5-16,0 0 0 16,0 0-4-16,0 0 10 15,0 0-6-15,0 0 0 16,0 0-1-16,0 3 1 15,0 3 0-15,0 3 2 16,0 4 9-16,0 5-3 16,0 6-2-16,0 16 20 15,0 6-11-15,0 6-9 16,0 0 8-16,0-9-13 16,0-1 9-16,0 0-10 15,0 4 4-15,0 4 5 16,0 2-4-16,0 0-3 15,0 3 3-15,5 6-1 16,-5 0-4 0,0-3 0-16,0-2 14 0,0-14-7 31,0-4-3-31,0 12 2 16,0-1-3-16,0-3-3 15,0 2 0-15,0-16 3 16,0 0-3-16,0-4 0 15,0 2 1 1,0-4 4-16,0-2-5 16,0-2 0-16,0-8 4 0,0 1-4 15,0-6 0-15,0 1 7 16,0-2-7-16,0-2-4 16,2 2 4-16,0-2 1 15,2 1-1-15,-4-2 0 16,2 1 0-16,-2-3 5 15,0 1-8 1,0-4 3 0,0 1 0-16,0-1 2 15,3 0-2-15,-3 0 0 16,0 0 6-16,0 0-7 16,0 0 1-16,0 0 0 15,0 0 4-15,0 0-3 16,0 0 2-16,0 0 3 15,0 0-3-15,0 0-3 16,0 0 2-16,0 0 7 16,0 0-9-16,0 0 3 15,0 0 4 1,0 0 0-16,0 0-5 0,0 0-2 31,-7 0 16-31,-18 3-15 16,-8 0 0-16,-13 1 6 15,-14-1-7-15,-12 2-2 16,-6-2 2-16,-13 1 5 16,10-2-3-16,17-2 2 15,20 0 12-15,30 0-13 16,11 0 9-16,3 0-10 16,0 0 3-16,0 0-9 15,0 0-3-15,0 0 3 16,0 0-3-16,0 0 3 15,0 0-7-15,0 0-41 16,0 0-2-16,0 0-57 16,0 0-302-16</inkml:trace>
  <inkml:trace contextRef="#ctx0" brushRef="#br1" timeOffset="81429.59">14275 4624 247 0,'-12'-10'345'0,"8"6"-303"16,2 0-34-16,0 0 39 0,2 4 55 16,0-2-12-16,0 2-55 15,0 0-8-15,0 0 18 32,0 0 4-32,0 0-12 0,0-2 3 0,0 0-12 31,0-2-4-31,0 0 11 15,-2-2-18-15,2-1 4 16,-2 0-20-16,-1-1 9 16,1-2-8-16,-5-1 0 15,0-4 19 1,-4-3-15-16,-5-4 16 16,-3-5-19-16,-10 0 2 15,-18-12-5-15,-11-5 1 0,-9 0 3 16,-8 0-4-16,7 6 0 15,-3 2 0-15,-2 1 4 16,-27-9-7 0,-12 2 3-16,-2 1 0 15,-4 2 1-15,29 11-1 16,7 2 0 0,-1 6-3-16,4 0 1 15,-6 4-1-15,-5 0 0 16,1 2 3-16,-25-2 0 15,-1 0-2-15,1 2 7 16,-4 2-8-16,27 0 3 16,1 0 0-16,8-1-3 15,-2-1 5-15,3 0-2 16,10 2 5-16,-1 2-7 16,15 0 2-16,-1 1 0 15,-2-2-2 1,2-1 2-16,-2 3-3 15,-1 2 3-15,-1-1-2 16,-23 4 2 0,-4 2 0-16,0-2-2 15,5 4 2-15,21 0 0 16,3 0 0-16,2 0 4 16,-20 0-5-1,0 0 1-15,0 0-1 16,2 0 2-16,21 0-1 0,7 0 0 15,8 0 4-15,7 0-9 16,11 0 10-16,9 0-7 0,6 0 2 16,7 0 0-1,0 0-1-15,0 0-3 16,0 0 2-16,0 0-7 16,0 0 9-16,0 0 1 15,0 0-1-15,0 0 4 16,0 0 1-16,0 0-5 15,0 0 0-15,0 0 0 16,0 0-2 0,0 0 4-16,0 0-4 0,0 0 1 15,0 0-2-15,0 0 3 32,-4 0 0-32,-1 0-3 15,-4 0 3-15,-2 0 0 16,-3 0 0-16,3 0 2 0,-9 0-4 15,1 4 2 1,-6 2-1-16,-2 0 2 0,0-2-1 16,2 1 0-1,-1-2 3-15,4 1-7 16,2-4 10-16,1 4-9 16,4-1 3-16,4-2 0 15,2 2-1-15,5-2 5 16,-1 1-7-16,5 0 3 15,0 0 0-15,0-2-3 32,0 0 3-32,0 0-2 15,0 0 0-15,0 0-3 16,0 0 5-16,0 0 0 16,0 0 0-16,0 0 4 15,0 0-8-15,0 0 8 16,0 0-5-16,0 0 1 15,0 0 0-15,0 0-3 16,0 0 3-16,0 0 0 0,0 0-3 16,0 0 6-1,0 0-2-15,0 0-1 16,7-7 6-16,4-2-5 16,-2 3-1-16,0-2 0 31,7 0 5-31,-1 0-10 0,3-2 11 15,5-2-12-15,0 2 5 16,18-2 1 0,1 2 0-16,4-2 2 15,2 0-4-15,-15 6 2 16,-8 0 0-16,-8 2 2 16,-7 4-1-16,-6-2-1 0,-2 2 4 15,-2 0 2-15,0-2-6 16,0 2 0-1,0 0 4-15,0 0-1 0,0 0-3 16,0 0 0-16,0 0 4 16,0 0-6-16,0 0 2 15,0-2 0-15,0 2-4 0,0 0 5 16,0 0-1-16,0 0 0 31,0 0 4-15,0 0-3-16,0 0-1 0,0 0 2 0,0 0-2 15,0 0-1-15,0 0-2 32,0 0 2-32,0 0-2 0,0 0 3 15,0 0 0-15,0 0-3 16,0 0 3-16,-6 0-2 16,-6 0 2-16,-8 0 0 15,-2 0-1-15,-9 8 1 16,-7 6 0-16,-9 0-1 15,-13 8 2-15,-3 2-1 16,5-4 2-16,10 4-1 0,17-10-1 16,10 0 0-1,6-2-5-15,3-6 4 16,8 1 1-16,4-6-7 16,0 1 1-16,0-2 4 31,0 0 2-31,0 3-5 0,0-3 5 15,0 0 0-15,0 1-1 16,2 2 3 0,16 2 1-16,7 1-1 15,6 2 16-15,3 0-17 16,3-2 5-16,3 5-6 16,1-4 6-16,3 6-1 0,-6-4-1 15,-5 2-8-15,0-1 5 16,8 2-1-1,-3 0 0-15,-5-2 1 16,-2-2-1-16,-16-4 0 0,-5-2 0 16,-6 0 3-1,-4-2 0 1,0 0-1 0,0 0 0-16,0 0 16 0,0 0-15 15,0 0-3 1,0 0 10-16,0 0-7 15,0 0-6-15,0 0 6 16,0 0-3-16,0 0 0 16,0 0 0-16,0 0-4 0,0 0 4 15,0 0-2-15,0 0-3 16,0 0-8-16,0 0 10 16,0 0-16-16,0 0 15 15,0 0-13-15,0 0 7 16,0 0 1-1,0 0 0 1,0 0 0-16,0 0 17 16,0 0-13-16,0-2 6 15,0-8-1-15,0 0 0 16,0 0 3-16,0 4 5 16,0 2-7-16,0 0 2 15,0 2 7 1,0 2-7-16,0-2 0 0,0 2 1 15,0 0 6-15,0 0-10 16,0 0 0 0,0 0 6-16,0-3-2 0,0 2 6 15,0-7-9-15,0-1 9 16,0-10-10 0,0-5 0-16,0-2-2 0,0-6 4 15,0 3-2-15,0 1 0 16,0 0 0-1,0-8 1-15,0 4-1 16,0 2-1-16,2 4 3 16,3 10-4-16,-3 2 2 15,0 6 0 1,-2 2 0-16,0 3 0 16,0 3 0-16,0-1 13 15,2 1-12-15,-2 0 4 16,0 0-5-16,0 0 0 15,0 0-3-15,0 0 3 0,0 0 0 16,0 0-3 0,0 0 4-16,0 0-5 0,0 0-1 15,0 0 0-15,0 0-3 16,0 0-9 0,0 0 14-16,0 0-12 0,0 0 10 15,0 0 0-15,0 0 5 16,0 0-4-16,0 0 4 15,0 0 0-15,0 0-2 0,0 0 5 32,0 0-4-32,0 0 1 15,0 0 0-15,0 0 2 0,0 0-2 16,0 0 0-16,0 0 2 0,0 0-4 16,0 0 1 15,0 0-28-31,0 0-51 0,-6 1-150 0,-5-1-208 15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0:26:51.2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24775 2474 225 0,'0'-8'45'0,"0"0"-41"0,-2 0 20 15,2 2-1-15,-2-2-7 0,0 2-5 16,0-2-6 0,-1-2 49-16,3 2-24 15,-2 2 21-15,2 0-12 16,-2 4-18-16,2 0-5 15,-2 2-16-15,2 0 6 32,0-2-4-32,0 2 18 0,0 0 0 15,0 0-2 1,0 0 5-16,0 0-11 16,0 0 8-16,0 0-12 15,0 0-1-15,0 0 13 16,0 0 3-16,0 0-3 15,0 0-8-15,0 0 10 0,0 0-11 16,0 0-6 0,0 0 15-16,0 0-2 15,0 0-1-15,0 0-10 16,0 0 11-16,0 0-10 16,0 0-3-16,0 0 18 15,0-2-16-15,0 2-1 0,0 0 10 31,0 0-12-15,0 0 31-16,0 0-27 16,0 0 17-16,0 0-18 15,0 0 4-15,0 0 5 0,0 0-14 0,0 0 23 32,0 0-19-32,0 0 18 0,0 0-16 15,0 0 1-15,0 0 0 16,0 0-6-16,0 0 2 15,0 0-5-15,0 0 1 16,0 0 7 0,0 0-5-16,0 0-3 15,0 0 5-15,0 4-11 0,0 20 0 16,0 10 6 0,-7 12 4-16,0 6 6 15,3 7 1-15,-3 1-6 0,3 22 1 16,4-4-4-1,0 0-1-15,0-8 9 16,0-24-6 0,0-6-3-16,0-5 1 15,0-5 4 1,0-8-5-16,0-6-1 16,0-8 5-16,0-8-4 0,0 2 1 15,0-2 3 1,0 0 0-16,0 0-2 15,0 0-1-15,0 0 7 0,0 0-7 16,2-14-2 0,-2-10 0-16,2-10-56 0,-2 2-29 15,0-4-47-15,0 20-99 16,0-2-112 0</inkml:trace>
  <inkml:trace contextRef="#ctx0" brushRef="#br0" timeOffset="402.53">24798 2342 349 0,'0'-28'55'15,"0"24"-54"1,0 0 220-16,0 4-140 0,0-2-21 15,0 2-24-15,0 0-10 16,0 0 1 0,2 0-9-16,2 0 22 15,4 0-37-15,2-2 23 0,24-4-2 32,11-4 9-32,10 2 4 0,3-3-22 0,-7 4 10 31,-6 0-12-31,-12 2-9 15,-11 3 8 1,-11 0-9-16,-11 2-3 16,0 0-2-16,0 0 1 0,0 0-26 15,-4 8-43-15,-9 7 16 16,2 2-230-16,-3 3 89 16,8-12 28-16,-5 2-122 15</inkml:trace>
  <inkml:trace contextRef="#ctx0" brushRef="#br0" timeOffset="1360.72">24731 2693 16 0,'0'0'365'16,"-31"28"-309"-16,31-28 31 15,0 0 2 1,0 0-51-16,22 0-14 15,12 0 65-15,8 0-5 16,3 0-51-16,-8 0 0 16,-1 0-12-16,-1 0 0 15,5 0 13 1,-9 0-1-16,-6 0-26 16,-9 0-4-16,-14 0-4 0,-2 0 1 15,0 0-8-15,0 0 5 16,0 0-72-16,0 0-17 15,-2 6-28-15,-10 2-37 16,2-2 12-16,1-2 45 16,-1-4 73-16,8 0 19 15,0 0 8 1,2 0 23 0,0 0 73-16,0 0 188 15,-2 0-175-15,2 0-22 16,-2 0-37-16,-3 12-19 15,-1 12-31-15,-3 10 7 16,0 8-7-16,0 2 0 16,7 0 8-16,2 3-5 15,0-3-1-15,0-12 4 16,11-6-2-16,3-14-6 16,3-8 5-16,1-4-2 15,16-6 35 1,-1-32 93-16,-2-11-74 0,-4-6-46 15,-18 9 10-15,-5-1-14 16,-4 5-3-16,0 8 5 16,0 8-3-16,0 10-8 15,-4 6 9-15,-5 4-12 16,5 4 7-16,4 2-4 16,0 0-1-16,0 0-3 15,0 0-6 1,0 0 3-1,0 0-9-15,0 0 12 16,0 0 8-16,2 12-3 16,9 6 3-16,2 10 0 15,3 6 0-15,4 4 2 16,-1 4-6-16,2 1 8 16,-3-3-1-16,-3 4-3 15,-3-6 0-15,-3-6-1 16,-3-8 7-16,-4-16-10 0,-2-4 4 15,0-4 0 1,0 0 6-16,0 0 10 16,0-16 26-16,0-18 6 31,0-12-25-31,0-4-7 16,9-3-10-16,9-1 21 15,0 8-22-15,2 6-5 16,0 8 1-16,3 10-4 15,-4 6 0-15,-1 10-13 16,0 6-23-16,0 0-55 16,0 0-37-16,-12 0-119 15,1 6-91-15</inkml:trace>
  <inkml:trace contextRef="#ctx0" brushRef="#br0" timeOffset="2023.74">25851 2372 273 0,'0'-28'359'16,"0"16"-300"-16,0 8-49 16,0 4 137-16,0 0-38 15,0 0-69-15,0 0-14 16,0 22-31-16,0 20 5 15,0 10 4-15,6 12 14 16,0 2 0-16,5 2-11 16,1 1 20-16,-2-7-22 15,1-4 5 1,1-6-7 0,-1-12-3-16,-3-11 3 0,-1-14 1 15,-4-12 14-15,-3-3-10 16,2 0 5-1,0 0 43-15,3-3 32 16,3-23-35-16,3-10-26 16,1-8-9-16,-1-8-18 15,0-10 0-15,0-12 19 16,-2-4-19-16,-3-3 0 16,4 9 1-16,-1 4 7 15,-1 16-3-15,0 14 7 16,-2 10 10-16,-4 18-20 15,3 3-2 1,-5 6 0 0,0 1-1-16,0 0-9 15,0 0-20-15,0 6-13 16,0 20-38-16,0 10 19 16,0 6-24-16,0-22-97 15,0-2-533-15</inkml:trace>
  <inkml:trace contextRef="#ctx0" brushRef="#br0" timeOffset="2679.15">26287 2857 449 0,'8'0'181'16,"-5"0"-177"-16,1-18 17 15,0 2 150-15,-2 6-101 16,0 2-29-16,-2 2 11 16,0 4-18-16,0 2 36 15,0 0-63-15,-12 0-7 0,-15 6-11 16,-7 16 11-1,-3 6 0-15,1 4 1 16,7 0-3-16,4-1 4 16,17-4-4-16,8 4-1 15,0-5 0 1,6-4 3-16,19-4-1 0,-1-14-6 16,5-2-4-16,2-2 6 15,4 0-18 1,-8-10-184-16,-8-10 94 15,-11-4-31-15,-8 2 19 16,0 1 32-16,0 3 93 16,0 3 7-16,0 1 206 15,0 3-82-15,0 4-54 16,0 0 21 0,0 5-26-16,0 2-26 0,0 0-5 15,0 0-31-15,0 12-10 16,0 17-12-16,0 15 12 15,0 2 28-15,0 6-26 16,7-4 4-16,-2-12-1 16,1-6-5-16,1-4 0 15,-3-8 0-15,0-4-3 16,-1-6 3-16,-1-5-54 31,5-3-89-31,0-7-19 16,-5-7-77-16,0-6-60 15</inkml:trace>
  <inkml:trace contextRef="#ctx0" brushRef="#br0" timeOffset="3065.31">26574 2869 96 0,'42'-52'155'16,"-28"34"-41"-16,-1 4 216 15,-9 6-221-15,-2 2-28 16,-2 6 14-1,0 0-26-15,0 0-37 0,-24 2-32 16,-10 20 15-16,-4 2 8 16,5 0-19-16,6 2-4 15,12-1 20-15,9-6-20 16,6 2 0-16,0-6-8 16,26 2 3-1,10-2 3-15,2 0 2 0,1-4 20 16,-5 2-20-16,-12-5 0 31,-11 0 4-31,-11 0-9 16,0 0-1-16,-31 0 2 15,-11 2 4-15,-5-4 8 16,5-4 1 0,4 0 10-16,16-2-16 15,13 0-3-15,9 0-26 0,0 0-41 16,31-10-110-16,-11 2-72 15,0 2-60-15</inkml:trace>
  <inkml:trace contextRef="#ctx0" brushRef="#br0" timeOffset="4038.4">27064 2410 638 0,'0'-18'78'31,"0"14"-70"-31,0 4 130 16,0 0-26-16,0 0-51 15,0 0-61-15,0 0-7 16,0 16 7-16,2 18 6 16,21 8 11-16,6 4 3 15,4-6-12-15,7-1 5 0,0 1-10 16,9 2-3 0,-7-6 23-16,-4-6-19 15,-9-10-4-15,-17-12 7 16,-8-4-12-16,-4-4 5 15,0 0 0-15,0 0 22 16,0 0-13-16,0 0 11 16,0 0-17-1,0 0 15 1,0 2-18-16,0-2-7 0,0 6 3 16,-16 10-8-16,-15 8 12 15,-22 18 0 1,-7 2 12-16,-1-1-12 15,8-6 0-15,17-15 12 16,14-7-11-16,7-5 4 16,7-6-5-16,8-2-1 15,0-2-14-15,0 0-6 0,0 0 6 16,2 0-54 0,17-13-58-16,-9-1-88 15,0 1-167-15</inkml:trace>
  <inkml:trace contextRef="#ctx0" brushRef="#br0" timeOffset="4555.56">27514 2374 674 0,'7'-40'79'0,"-7"40"-54"15,0 0 27-15,0 0 71 16,0 6-104 0,0 28-31-16,0 18 12 15,0 14 14-15,0-3 12 16,2 3-13-16,9 0 2 0,0-4 1 16,5-4 12-16,-3-8-24 15,3-6-1-15,1-6 8 31,-1-10-10-31,-3-7 1 0,-3-10 8 16,-10-11-7-16,2 0 9 16,0 0 22-1,7-19 33 1,5-26 71-16,3-15-127 0,1-14 14 16,1-2-20-16,0-7 9 15,-4 4-14 1,5 6 0-16,-6 13 3 15,-3 14 6-15,0 14 10 16,-7 14-13-16,-2 8 6 0,-2 6-12 16,3 4-1-16,-3 0-8 15,0 0-11-15,5 8-33 16,-3 30-18 0,0 6-97-16,2 4-7 15,-4-24-156-15,0-16-157 16</inkml:trace>
  <inkml:trace contextRef="#ctx0" brushRef="#br0" timeOffset="4856.05">27933 2757 787 0,'0'12'27'0,"2"2"-24"15,-2 6 27-15,0 10-10 16,0 8 43 0,0 3-27-16,0-1 33 15,0-3-43-15,0-2-5 0,0-3-20 32,0-6 11-32,0-6-12 15,4-6 2-15,-2-10 2 16,1-2-3-16,-1 0-1 15,1-2 0 1,-3 0-88-16,0-22-21 16,0-8-93-16,0 15-59 15,0-3-85-15</inkml:trace>
  <inkml:trace contextRef="#ctx0" brushRef="#br0" timeOffset="5034.24">27792 2797 715 0,'0'0'85'0,"0"0"-78"15,0 0 147-15,-17-28-58 16,46 28-85-16,15 0 10 16,12 0-5-16,6 0-16 15,-4 0 8-15,-4 0-7 16,-10 0-1 0,-11 0-12-16,-33 0-388 15,0 0-100-15</inkml:trace>
  <inkml:trace contextRef="#ctx0" brushRef="#br0" timeOffset="6863.34">28691 2952 375 0,'11'0'127'16,"-7"0"-123"-16,2 0 34 0,2 0 56 15,-2 0-55-15,-1 0-11 16,-3 0-11 0,0 0 12-16,2 0-1 15,0 18-10-15,1 6 11 0,-2 7-1 16,-3 4 16-1,0 5-30-15,-5-2-2 16,-27 0-12-16,-14-2-5 16,-8-4-21-16,-12-6-118 15,41-23-94-15,10-3-111 0</inkml:trace>
  <inkml:trace contextRef="#ctx0" brushRef="#br0" timeOffset="7897.92">29125 2328 508 0,'0'-14'23'15,"0"7"33"-15,0 2 100 16,0 1-56 0,0 2-67-16,0 0 5 15,0 0 11-15,0 2-16 16,0 0 7 0,0 0-20-16,0 0 7 15,0 0-27-15,0 4-3 16,7 22 1-16,1 14 2 15,6 6-2-15,-1 12 7 0,-2 2 3 16,3 2-7-16,1 1 3 16,3 5-3-16,-3-6 7 15,-1-10-10-15,-7-12 2 16,-1-19 0-16,-2-10 12 16,0-4-9-1,0-3 8 1,-2-4 11-16,-2 0 3 15,0 0-2-15,4 0 4 16,-2 0 18 0,7-25-11-16,7-9-3 0,1-10-24 15,6-16 5-15,-3-11-12 16,9-37 0 0,-5 0-1-16,-1 4 1 0,-1 12 0 15,-11 42-2-15,-3 6 10 16,-2 12-15-16,-4 11 7 15,5 5 1-15,-5 10-1 16,0 2 0-16,-2 2-1 16,0 2-9-16,0 0 2 31,0 0-39-31,0 12-132 16,0 12-2-16,0-10-88 15,0 3-116-15</inkml:trace>
  <inkml:trace contextRef="#ctx0" brushRef="#br0" timeOffset="8267.92">29553 2609 428 0,'2'12'27'0,"-2"-9"-26"0,0 8 75 16,4 7-7-1,-1 10-33-15,1 20 13 16,0 8 80-16,3 2-94 16,-2 0-6-16,-5-14-8 15,2-1-12 1,0-11 14-16,1-4-12 0,-1-8 6 15,2-6-14-15,-4-4-2 0,0-6-1 16,0-4 3 0,0 0-1-16,0 0-2 15,0-16-18-15,0-10-109 16,0 8-162 0,0-2 26-16</inkml:trace>
  <inkml:trace contextRef="#ctx0" brushRef="#br0" timeOffset="8568.34">29575 2661 512 0,'0'0'172'0,"0"0"-111"16,0 0-26-1,-18-48 99 1,18 48-104-16,0 0-30 0,9 0-24 16,14 14 24-16,8 10 10 15,19 16-2 1,4 6 25-16,0 4-28 15,-6 6-1-15,-19-8-2 16,-8-1 2 0,-13-4 5-16,-8-3-7 0,0-4 4 15,-8-5-5-15,-26-5 0 0,-17-6 28 16,2-8-6 0,2-4 24-16,11-4-31 15,24-4-13-15,2 0 5 16,10 0-8-1,0 0-16 1,0-12-250-16,0-2-128 16</inkml:trace>
  <inkml:trace contextRef="#ctx0" brushRef="#br0" timeOffset="9101.12">30074 2755 399 0,'0'0'205'16,"26"-32"-135"-16,-18 24 0 0,-6 2 159 0,-2 4-196 15,0 0 0-15,0 2 10 16,0 0-12-1,0 0 1-15,-12 0-19 16,-12 0-10-16,-5 0 26 16,0 14-15-16,0 8-1 31,7 6-6-31,6 0-11 0,7 2 4 16,9 0 0-1,0-2-6-15,7 4 4 16,22 0 0-16,4 0 2 15,8-1 2-15,-1-1-2 16,2 0 0 0,-6-2 4-16,-12-6-2 0,-10-8-2 0,-14-8 0 15,0-2-5-15,-12-2-3 16,-41 0 3 0,-7-2 32-16,0 0-27 15,8 0 11-15,23 0-11 16,12 0 5-1,7 0-6-15,8 0 1 16,2-4-89-16,0-10-89 16,10 6-186-16,9-4-247 15</inkml:trace>
  <inkml:trace contextRef="#ctx0" brushRef="#br0" timeOffset="9834.16">30470 2280 535 0,'-15'-13'51'16,"15"13"100"-16,0-1-19 15,0 1-80 1,0 0-4-16,0 0-19 0,0 0 3 15,0 0 6 1,0 0-19-16,0 0 1 16,23 0-9-16,10 0 5 0,9 16 9 15,7 6 3-15,-2 4-2 16,0 6-24 0,-5 0 0-16,-9 0 6 15,-6-2-12-15,-9-10 4 16,-5-2 0-16,-4-6 3 15,-5-6 5 1,-1-4-8-16,-3-2 0 16,0 0 1-16,0 0 4 15,0 0-4 1,0 0 4-16,0 0-3 16,0 2-4-16,0 1-1 15,0 1-2-15,-9 5 0 16,-13 7 10-16,-14 9-3 0,-6 8 4 15,-12 7-2-15,-19 17-4 16,-3-3 1 0,0-2 6-16,7-6-6 0,26-18-1 15,10-6 13-15,16-8-10 16,7-3 3 0,8-7-6-1,2-4-2-15,0 0 2 16,0 0 0-16,0 0 4 15,0 0-4-15,0 0-2 16,0-4-113 0,0-7-81-16,8-1-180 0</inkml:trace>
  <inkml:trace contextRef="#ctx0" brushRef="#br0" timeOffset="10205.15">30879 2645 648 0,'19'-8'6'15,"-19"8"-6"-15,2 0 84 16,-2 0-35-16,0 0-27 16,0 0-15-16,0 9 7 15,-13 16 23-15,-5 5 32 16,-17 18-10-1,-5 4-22 1,-5 2-5-16,-4 0-6 16,9-15-11-16,9-6 6 15,7-7-19-15,7-8 16 16,7-5-15 0,5-9 8-16,3-2-8 0,2-2-3 15,0 0 1 1,0 0-1-16,0 0-25 0,0-14-64 15,0 0-123-15,4 1-248 16</inkml:trace>
  <inkml:trace contextRef="#ctx0" brushRef="#br0" timeOffset="11744.08">31130 2278 31 0,'0'-7'0'16,"0"6"-31"0</inkml:trace>
  <inkml:trace contextRef="#ctx0" brushRef="#br0" timeOffset="11881.89">31130 2278 110 0</inkml:trace>
  <inkml:trace contextRef="#ctx0" brushRef="#br0" timeOffset="12445.43">31130 2278 110 0,'-18'-50'140'0,"18"48"-107"0,0 2 22 0,0 0 122 0,0 0-118 0,0 0-5 16,0 0-6 0,0 0 1-16,0 0-11 0,0 0 5 15,0 0-25-15,0 0-10 0,0 0 8 16,0 0-15 0,0 0 2-16,0 13 3 15,0 14-1-15,0 7 8 16,0 8 4-1,0 8 11-15,0 6-7 0,0 2 11 16,10 5-21-16,0-4 6 16,1 8-14-1,1-7 2-15,-6-6 14 0,-1-8-17 16,-3-24 7-16,-2-5 4 16,2-10-9-1,2-5 16-15,-1-2 18 16,-3 0 6-1,2 0-9-15,3 0 10 16,-1 0 4 0,7-18-18-16,-4-6-5 0,4-6-17 15,0-4 15-15,-4-8-21 16,9-20 3 0,-1-10-6-16,1-8 7 0,1-7 0 15,-1 15-7-15,-1 12 0 16,4 5 0-1,-2 5 0-15,-1 14 0 16,-5 3 4-16,-2 11-3 0,-4 13-1 16,-1 3 0-1,-4 6-5-15,0 0 6 16,0 0-2 0,0 0-11-16,0 0 9 15,0 0-30-15,0 2-36 16,0 20 27-16,-4 6-37 15,-13-2-37-15,11-13-115 16,2-6-103 0</inkml:trace>
  <inkml:trace contextRef="#ctx0" brushRef="#br0" timeOffset="12883.59">31494 2617 405 0,'10'2'160'16,"-5"-2"-146"-16,1 0 46 16,-1 0 98-1,2 0-68-15,-3-5-50 16,-4 4 89-1,0 1-90-15,0 0 1 0,0 0-40 16,-6 0-7 0,-19 8 1-16,-10 20 2 15,-4 8 1-15,3 4 3 16,3 2 0 0,11 4 6-16,13-2-6 15,7-6-4-15,2-8 5 0,0-10-2 16,22-8 1-16,10-2 0 15,1-6 2-15,5-1 4 16,-1-2-6-16,-3-1-52 16,-12 0-60-1,-8-1-78-15,-14-10-64 0,0 1-30 16</inkml:trace>
  <inkml:trace contextRef="#ctx0" brushRef="#br0" timeOffset="13115.29">31511 2859 355 0,'0'0'89'15,"0"0"-22"-15,-11-40 63 16,11 36-5 0,0 4-54-16,0 0-25 0,0 0-8 15,0 0-28-15,0 0-6 0,2 6-4 16,7 18 2 0,0 12 9-16,0 6-6 15,-2-6-2-15,-3 3-2 16,2-5 1-1,2-2 8-15,-4-8-10 16,0-6 2 0,-1-6 2-16,-3-8-4 15,0-2 0-15,0-2-51 16,0 0-98-16,0 0-600 16</inkml:trace>
  <inkml:trace contextRef="#ctx0" brushRef="#br0" timeOffset="13565.67">31785 2613 711 0,'0'0'146'0,"0"0"-142"0,2-29 134 15,-2 29-134-15,0 0-4 0,0 4-28 16,-15 22 28-1,-10 5 0-15,3 1 7 16,13-8 0-16,5 0-7 0,4-2 1 31,2 8-8-15,25-2 7-16,6-2 11 0,-2-4-10 16,-11-6 0-16,-2-2 0 15,-5-3 4 1,-3-2-7-16,-8 1 9 15,0-2-14-15,-2-2 4 16,0 5 2 0,-25-1-6-16,-6-2 7 0,-4 3 46 15,6-4-23-15,6-1-8 0,6-2 2 16,7 0-14 0,8-3-4-16,2-1-13 15,0 0-25-15,4 0-77 16,10 0-156-16,1-1-125 15</inkml:trace>
  <inkml:trace contextRef="#ctx0" brushRef="#br0" timeOffset="13871.47">32066 2592 642 0,'0'0'26'0,"-13"-5"-20"0,13 5 25 16,0 0-26 0,15 0 5-16,7 0-10 15,7 4 18 1,7-3 47-16,2-1 7 15,7 0-29 1,-12 0 24-16,-8 0-65 16,-15 0 10-16,-10 0-12 15,0 0-30-15,0-1-103 16,-6-6-315-16</inkml:trace>
  <inkml:trace contextRef="#ctx0" brushRef="#br0" timeOffset="14374.51">32481 2226 620 0,'0'0'35'0,"0"0"52"0,19-32 54 16,-17 32-70-1,0 0-48-15,4 0 6 16,0 0-25 0,5 19-1-16,7 20-3 15,4 29 4 1,-4 12 8-16,-2 8-12 0,-3 2 20 16,-9-23-20-16,3-9 4 15,-3-10-2 1,-1-12 3-16,2-10-10 15,-5-12 10-15,0-6 3 0,2-8 0 16,-2 0 14-16,4-4 53 16,0-28 2-16,3-10 25 15,2-10-87-15,4-7-13 16,8-24 19 0,0-4-16-16,4-1-5 15,0 4 5 1,-10 28-11-16,1 7 6 15,-5 13 0-15,-2 12-6 16,0 8 15-16,-7 8-18 16,0 8-6-16,-2 0-18 15,0 12-57-15,-2 23-105 16,-7-12-69-16,0-5-236 16</inkml:trace>
  <inkml:trace contextRef="#ctx0" brushRef="#br0" timeOffset="14676.27">32955 2661 192 0,'0'12'662'15,"0"-4"-651"-15,0 8-11 16,0 10-2-16,0 10 2 15,0 14 30 1,0 2-7-16,-7-4 0 16,5-1-17-16,2-19 16 0,0-6-21 15,0-8 5 1,0-4 3-16,0-6-9 16,0 0 1-16,0-4-1 15,0 0-28-15,-2-4-123 16,-5-10-21-16,-2-7-245 15</inkml:trace>
  <inkml:trace contextRef="#ctx0" brushRef="#br0" timeOffset="14857.94">32788 2697 559 0,'0'0'197'16,"0"0"-131"-16,0 0 125 16,-2-36-191-16,40 36 0 31,12 10 30-31,33 4 2 15,-7 0-16-15,-9-2-5 16,-13-4-7-16,-48-8-8 0,-6 0-70 16,-12 0-330-1</inkml:trace>
  <inkml:trace contextRef="#ctx0" brushRef="#br1" timeOffset="22564.65">24112 4088 385 0,'-7'-11'102'0,"5"7"-100"16,2 1 3 0,0 3 60-16,0 0-6 0,0 0-36 15,0 0-18-15,0 0 29 16,0 0 4-1,0 0 0-15,0 0 39 0,0 0-42 16,0 0-7-16,0 0-17 16,0 0 14-1,0 0-18-15,0 0 1 16,0 0 23-16,0 0-24 0,0 0-2 16,0 14 1-1,0 12 17 1,0 9-8-16,0 5 3 15,0 2 8-15,0 6-24 16,0 4 10 0,0 14 1-16,0 0 26 0,0-4-26 15,0-8-7-15,0-17 17 16,0-9-23 0,0-6 9-16,0-4 1 0,-2-6 18 15,2-4-23-15,0-2-4 16,0-4 14-1,0 0-11-15,0-2-4 0,0 0 0 16,0 0 5-16,0 0 0 16,0 0-5-1,0 0 0 1,0 0 5-16,0 0-5 16,0 0 0-16,0 0 2 15,0 0-1-15,0 0-1 16,0 0-10-16,0 0-8 15,-3 0 8-15,-2 0-2 16,-5 0-8 0,-6 0 14-16,-2 0-7 0,0-4 1 15,-6 2 8-15,4 2-7 0,0 0 11 16,0 0 0 0,4 0 9-16,3 0-9 15,4 0 0-15,9 0 6 16,0 0-3-1,0 0-3-15,0 0 0 0,0 0-2 16,0 0-4-16,0 0 6 16,7 0-5-16,17 0 11 15,19 0-6-15,9 0 2 16,2 0 3-16,0 0 7 16,-8 0-12-1,-3 0 0 1,-10 0 0-16,-12 0-1 15,-10 0 1-15,-9 0 0 16,-2 0 7-16,2 0-7 16,-2 0 2-16,0 0 8 15,0 0-8-15,0 0-2 16,0 0 0 0,0 0-11-16,0 0 10 0,0 0-33 0,0 0 10 15,0 0-41-15,0 0-3 16,0-2-26-1,0-2-321-15,-2 0 88 16</inkml:trace>
  <inkml:trace contextRef="#ctx0" brushRef="#br1" timeOffset="23134.52">24023 4173 398 0,'-23'-6'177'0,"23"3"-122"15,0 3-25 1,0 0 111-16,0 0-66 0,0 0-13 0,0 0-46 15,0-1 2-15,0 1 25 16,0-2-12 0,0 0 9-16,23-2-25 15,12-1-14-15,8 1 39 0,3 0-25 16,12 1-3 0,-4 1 3-16,-8 0-12 0,-10-2-3 15,-20 1 0 1,-12 3 1-16,-4 0-1 15,0 0-2-15,0 0 0 16,0 0-2-16,0 0-39 16,-4 0-43-16,-12 7-31 15,1 4-79 1,6-7-52-16,7-1-71 16</inkml:trace>
  <inkml:trace contextRef="#ctx0" brushRef="#br1" timeOffset="23782.38">24544 4543 9 0,'0'-13'334'0,"0"3"-253"16,0 0-20 0,0 2 189-16,0-2-198 15,0 6 4-15,0 1 18 16,-2 3-22-16,2 0 10 16,0 0-25-16,0 0 23 0,0 0-52 15,0 0-5-15,0 0-3 16,-2 0-8-16,-3 8 6 15,3 16 2-15,2 5 0 16,0 5 10 0,0 4-9-16,0 8 2 31,0 0 9-31,0-4-12 0,0-3 0 16,4-18 0-16,3-6 5 15,-3-6-5 1,-2-3 3-16,-2-3 3 15,3-3 0-15,-3 0-6 16,2 0 0-16,-2 0 12 16,0 0-10-16,0-14-2 0,0-5-27 15,0-5-33-15,0-2-12 16,-2-6-61 0,-5 18-422-16,-2 0 213 15</inkml:trace>
  <inkml:trace contextRef="#ctx0" brushRef="#br1" timeOffset="23820.16">24544 4543 263 0</inkml:trace>
  <inkml:trace contextRef="#ctx0" brushRef="#br1" timeOffset="24136.52">24544 4543 263 0,'-85'-90'85'0,"85"71"-28"0,0 1 115 0,0 7-36 0,0 4-17 16,0 0-39-16,0 7-11 16,0 0-12-16,0 0-29 15,7 0-5 1,22 0-7-16,11 8-15 0,11 14-1 15,-4 2 0-15,-3 2 13 16,-5 5-13 0,-8 2-5-16,-5 4 5 15,-8-5 6-15,-9-4-6 0,-7 4-3 16,-2-6 1 0,0 2 2-16,-17-6 0 0,-8-6 4 15,-2-4 0-15,0-4 7 16,-8 0-4-1,6-4 25-15,6-4-17 16,4 0-8-16,15 0-7 16,-4 0-3-16,2 0-25 15,6-4-75 1,0-2-289-16,0-2 86 16</inkml:trace>
  <inkml:trace contextRef="#ctx0" brushRef="#br1" timeOffset="24737.76">24997 4499 261 0,'4'-15'223'16,"-4"8"-40"-16,0 0-42 16,0 3-46-16,0 1-34 15,0 1-16-15,0 2 2 16,0-2-18-16,0 0 28 0,-18 2-55 15,-5 0 3-15,-10 0 3 16,4 0 6-16,5 0 8 16,6 2-20-16,13 6 4 15,3 0-10-15,2 5 4 16,0 5-1 0,7 4-10-1,17 2 8-15,10 4 2 16,1-4 1-16,3 0 10 15,-3 0-10 1,-2-2 0-16,-12-2 0 16,-9-2 0-16,-6-4 0 0,-6-2-5 15,0 2-4 1,-22-4 15-16,-11 0-6 0,-5-4 18 16,0-2-14-16,2-4 10 15,5 0-13 1,7 0 17-16,8 0-17 15,5-8-2-15,11-4-3 16,0-4-60-16,2 2-48 16,11 8-88-16,-1-2-492 0</inkml:trace>
  <inkml:trace contextRef="#ctx0" brushRef="#br1" timeOffset="25169.75">25306 4471 273 0,'5'-1'145'0,"-5"1"-125"15,2 0 16-15,-2 0 101 16,0 0-46 0,2 0 88-16,0-3-100 0,4-1-7 15,11-2-6 1,9 1-44-16,10-6-4 16,6 5-17-1,7 1 6-15,-2 0-6 16,-2 5 10-16,-10 0-6 15,-12 0 5-15,-12 0-16 16,-9 0 6-16,-2 0-2 16,0 0-5-16,0 0 7 15,-2 0-4 1,-17 6-12-16,-4 8-8 0,-6 0-118 16,-1-2-78-16,17-8-55 15,2-2-81 1</inkml:trace>
  <inkml:trace contextRef="#ctx0" brushRef="#br1" timeOffset="25453.39">25275 4606 231 0,'0'0'330'16,"0"0"-249"-16,-18 10 142 16,18-10-146-16,0 0-29 15,0 0-3-15,16 0-28 16,13 0 8-1,11 0 17 1,11 0 19-16,8 0-56 16,5 0-2-16,5 0 10 15,-13 0-9-15,-17 0-3 16,-16 0-1-16,-23 0 0 16,0 0-4-16,0 0 5 15,0 0-1 1,-14 0-53-16,-5 0-68 0,0 0-45 15,15 0-32 1,0 0-127 0</inkml:trace>
  <inkml:trace contextRef="#ctx0" brushRef="#br1" timeOffset="26428.39">25783 4877 232 0,'0'4'91'0,"0"-4"-16"16,0 0 43-16,0 0-35 15,0 0-7-15,0 0 5 16,0 0 0-16,0 0 3 0,0 0-26 16,0 0-5-1,2-10-9-15,4-11 16 16,8-2-43-16,-1-8 6 16,3-3-9-16,1-8-10 15,4-8 15 1,-1-10-15-16,2-11 1 0,-2-9-4 0,3-2-1 15,1-14 0 1,-2 15 2-16,-4 16-5 16,-5 18 3-16,-9 32 0 15,0 6 17-15,-4 9-15 16,0 0 13 0,0 0-9-1,0 0-12-15,0 23-7 16,0 17 1-16,0 14 9 15,0 2 6-15,0 2 2 16,0-2-2-16,0-6-1 16,2-6-2-16,11-8 0 15,-5-10-3-15,6-9 3 16,-5-11 0-16,-1-6-1 0,6 0 4 16,4-2-1-1,13-28-1-15,2-9 14 16,2-7-13-16,-2-8-2 15,-6 0 3-15,-4-6 1 16,-4-6 1-16,-9 0-2 31,-7 1-5-31,-3 13 5 0,0 14-3 16,0 16 10 0,0 14 1-16,0 8 3 15,0 0-14-15,0 10-10 16,0 26 9-16,0 13-6 15,0 20 7 1,0 6 6-16,0-1-8 0,0-4 2 16,4-22 0-16,3-9-1 15,0-10 2-15,-5-7-2 16,2-5-13-16,-2-8 7 16,1-3-37-16,-1-6-42 15,-2 0-44-15,0 0-114 16,0-11-22-1,0-3-215-15</inkml:trace>
  <inkml:trace contextRef="#ctx0" brushRef="#br1" timeOffset="26830.91">26424 4265 413 0,'13'-36'217'0,"-5"30"-179"16,-8 4 49-16,0 2 46 15,2 0 10-15,0 2-143 0,2 24 0 16,1 18 10-1,1 4-3-15,-2-2 1 0,0-3-8 16,-2-17 0-16,0-12 3 16,2-7-2-1,-2-4-1-15,1-3 1 16,1 0 18-16,2-13 31 0,6-15 18 16,3-6-27-1,1-4-38-15,4-4 5 16,0 0-3-16,-2 6 11 15,-5 10-16-15,-4 10 0 16,-7 14 18-16,0 2-17 16,-2 6-1-1,6 26-4-15,-2 8 4 16,2 2-2-16,3 6 2 16,1-8 0-1,-4-6 2-15,1-8-4 16,-3-16-9-16,-2-3-38 15,0-7-11-15,5 0-71 16,-7 0-321-16,5-8 103 0</inkml:trace>
  <inkml:trace contextRef="#ctx0" brushRef="#br1" timeOffset="27449.56">26935 3948 60 0,'17'-66'541'0,"-17"58"-412"16,0 2-77 0,0 4 71-16,0 2-36 0,0 0-59 15,0 0-28-15,0 14-7 16,-13 34 7 0,-5 10 25-16,-1 12-24 15,0 9 12-15,9-14-3 0,2 2-7 0,8-3 7 16,0 3-10-1,0-13 6-15,14-14-4 16,1-12-2-16,-3-20 0 16,-3-8 0-1,4 0 13-15,3 0 14 16,6-25 81 0,-2-4-100-16,2-8 2 15,1-9-10-15,-8 0 7 16,-1 8-8-16,-8 8 1 15,-6 20 0-15,0 8 0 16,0 2 2 0,0 0-4-16,-8 30-3 15,-6 8 0-15,3 2 5 0,11-6 0 16,0-4 0-16,0-4 4 16,6-1-8-16,9-10 8 15,4-4-3-15,3-8-1 16,16-3 0-1,2-1 20-15,1-27-18 0,-6-8 5 16,-10 1-7-16,-8-3 6 0,-5-2 3 31,-12-8-8-15,0 6 8-16,-10 12-5 16,-23 11-1-16,-1 19 3 15,-10 0-2 1,-3 5 6-16,3 15-7 0,3 0-6 15,14 0-33-15,10-2-57 16,17-14-108-16,0 0-251 16</inkml:trace>
  <inkml:trace contextRef="#ctx0" brushRef="#br1" timeOffset="27966.02">27320 4251 695 0,'18'-22'10'0,"-9"10"44"16,11 0-1-16,-3 6-16 15,0 2-18-15,-7 2 8 16,-10 2 3 0,0 0 3-16,0 0 10 15,0 38-18 1,-15 10 70-16,-3 8-58 15,-5 2-16-15,13-14-12 16,-1-6-6 0,-1-7 8-16,8-9-9 15,0-8-4-15,4-8 5 0,0-6-7 0,0 0 2 16,0-13-34 0,0-19 18-16,0-10-89 15,0-2 40-15,0-4 22 16,2-2 10-16,0-2 21 15,0 10 14-15,0 16 32 32,-2 9 37-32,2 17 12 15,0 0 2-15,3 7-48 16,2 25-21-16,6 10 11 16,8 8 11-16,3 4-24 15,16 9-6-15,4-12 2 16,-1-7-3-16,-12-9-6 15,-16-23 1-15,-10-4-11 0,-5-8 3 16,0 0-77 0,-18-2-722-16</inkml:trace>
  <inkml:trace contextRef="#ctx0" brushRef="#br1" timeOffset="28767.21">26030 4694 190 0,'-11'0'96'16,"2"0"-78"-16,0 0 41 16,4 0 70-16,3 0 50 15,0 0-60-15,0 0-29 16,2 0-26-16,0 0 6 16,0 0-33-16,2 0-5 15,25 0-32-15,17 0 7 0,23-2 46 16,53-2-19-1,25 2-8-15,11 2-17 16,9 0-2-16,-31 0-7 16,-13 0 0-16,-21 6 11 15,-25 2-11-15,-28 0 0 32,-24-2 4-32,-17-4-6 0,-6 2 2 15,0-2 0-15,0 0 36 16,0-2-15-1,0 0-6-15,0 0-9 0,0 2-1 16,0 0-10 0,0-2-30-16,0 4 24 15,0-2-36-15,-8 2-56 0,-19 0-55 16,11-2-112 0,-4 0-80-16</inkml:trace>
  <inkml:trace contextRef="#ctx0" brushRef="#br1" timeOffset="29356.74">26472 4977 609 0,'0'0'188'16,"0"-6"-142"-16,21-2 25 16,20 0-67-16,16 3 0 15,3 4 8 1,-6 1-11-16,-14 0 15 0,-24 0-12 16,-14 8-2-16,-2 12-4 15,-9 12-3 1,-34 8 12-16,-3 4 8 0,-10 4 3 15,12-10-18-15,3-1 0 16,6-5 25 0,8-6-5-16,10-8 68 15,7-3-59 1,10-2-16-16,8-1-12 16,40-2-1-16,21-6 49 15,16 0 1-15,-2-4-26 16,-4 0-5-16,-11 0-16 15,-24 0 2 1,-24 0-5-16,-20 0-12 16,0 0 9-16,-27 0-60 0,1 0-166 15,1-6-667-15</inkml:trace>
  <inkml:trace contextRef="#ctx0" brushRef="#br1" timeOffset="30863.55">27741 4265 2 0,'-4'0'68'15,"4"0"-65"-15,0 0 9 16,0 0-12-16,13 0-8 16,5 0 3-16,-3-2 5 15,-6 0 0-15,-2 0 0 16,-4 0 12-16,-1 0 68 15,-2-2 18-15,0 0 49 16,0 2-126-16,0-2-21 16,0 0-1-16,0 2-37 15,0-2 26-15,0 2 12 16,0 0 9-16,0 0 13 16,0 0 16-16,0-2 4 15,0 0-7-15,0 2 25 0,0 0 2 16,0 2-4-16,0-2 22 15,0 0-27 1,0-2 7-16,0 0 8 16,0 0-21-16,0 2-26 15,0 2 13 1,0 0 14 0,2 0-20-16,-2 0 7 15,0 0-34-15,0 0-1 0,2 0-1 16,7 22 1-1,7 18 1-15,-1 8 4 16,3 12-3-16,-5-7-2 16,1-2 0-16,-3-4 1 0,0-4 0 15,-4-10-1-15,-3-13 8 16,-4-10-15 0,0-10 7-16,0 0 0 15,0 0 11-15,7-2-4 16,-1-22 74-16,4-10-75 15,1-6-3 1,2-17 3-16,3-1-4 16,-3-4 11-16,3 0-10 15,-10 16 2-15,1 8-1 16,-3 9 3 0,-2 16-9-16,0 8 2 15,-2 5 1-15,3 0-1 16,0 0-8-16,1 13 4 15,5 19-13-15,1 8 9 0,6 4 16 16,-1 2-10-16,2 2 2 16,-2 4 0-1,-1-3-2-15,-4-7 7 16,0-12-9-16,-6-19 4 16,1-4 0-1,-5-7-2-15,2 0 3 16,6 0 6-16,4-14-7 15,1-15 21-15,5-4-20 16,-3-6 3 0,2-3 22-16,-2-8-20 15,3-4 18-15,-5-8-24 16,3-2 7-16,-5-4-7 0,-3 14 0 16,-3 13 22-16,-3 15-21 15,-2 20 15-15,0 6-16 16,0 0 0-1,0 2-2-15,0 28-82 16,0 11 41-16,0 6-26 16,0 0-48-16,-5-3-90 0,3-28-63 15,-4-4-98-15</inkml:trace>
  <inkml:trace contextRef="#ctx0" brushRef="#br1" timeOffset="31411.05">27826 4831 184 0,'-9'0'481'0,"9"0"-436"16,0 0 52-16,0 0 52 16,20 0-121-16,13 0-15 15,9 0 17-15,10-3-8 16,15-1 9-16,31 3-31 16,11 1 33-16,0-3-27 15,-10 3 15-15,-41 0-14 16,-23 0-6-1,-18 0 10-15,-14 0-10 16,-3 0-1-16,0 0 2 0,-5 0 5 16,-32 0-7-16,-5 0-19 15,-8 0-24-15,1 0-81 16,11 4-29-16,25-1-85 16,4-3-109-1</inkml:trace>
  <inkml:trace contextRef="#ctx0" brushRef="#br1" timeOffset="31950.37">28016 4931 335 0,'0'0'92'0,"0"0"-20"15,-3 0 204-15,3 0-222 16,0 0 20-16,0 0 2 16,0 0 1-1,0 0-4-15,0 5-53 0,0 12-16 16,0 11 1-16,11 14 9 16,-4 24-14-1,-1 11 0 1,-1-1 9-16,-2-2-3 15,-3-18-6-15,0-10 0 16,0-10 1-16,0-10 0 16,0-14-1-16,0-4 16 15,0-6-15-15,0 0 24 16,0-2 8-16,0 2-14 16,0-2 30-16,0 0-8 15,0 0-9-15,0 0-27 16,13 0 5-16,7 0-10 15,7 0 3-15,8-8-1 16,5 2-2-16,4 2 0 16,6 0-4-1,8 4 5 1,-9-2-1-16,-13 2 1 16,-13 0 0-16,-20 0-1 15,-3 0 0-15,0 0-9 16,0 0 9-16,-11 0-43 15,-14 0-20-15,-6 0-19 16,11 0-147-16,2 0-183 16</inkml:trace>
  <inkml:trace contextRef="#ctx0" brushRef="#br1" timeOffset="33907.65">29258 4102 334 0,'0'-7'191'0,"0"7"-117"16,0 0 16-16,0 0-36 15,0 0-45-15,0 0 0 16,0 0 30-16,0 0-16 16,0 0-3-16,0 1 12 15,-8 17-19-15,-10 10 58 0,-2 11-31 16,-2 9-16-16,-3 12 17 15,2 12-22-15,-1 8-4 16,2 11 5-16,0 3-19 16,3 2 3-16,15-2 3 15,4 0-4-15,0 21-2 32,20-9-1-32,14-10 0 0,1-19 9 15,-6-39-9-15,-2-16 2 16,-2-10 7-1,8-8 13-15,-2-4 32 16,-4 0-17-16,-4 0-33 16,-10 0 8-16,-7 0-12 15,-2-2 0-15,-4-2-8 16,0-2-26-16,0 0-34 0,0 2-126 16,0-4-204-1</inkml:trace>
  <inkml:trace contextRef="#ctx0" brushRef="#br1" timeOffset="34477.01">29441 4383 506 0,'0'-22'142'16,"0"20"-115"-16,0 2 41 15,2 0 67-15,-2 0-55 16,0 0-28-16,0 0-17 0,0 0-29 15,0 30 13 1,0 16 18-16,0 12-14 16,0 9 3-16,0-9-21 15,0 2 5-15,9-6-10 16,3 2 9 0,1-13-10-1,1-14 1-15,-1-7-1 16,-9-19 3-16,0-3-2 15,1 0 8-15,4 0-5 16,6-21 112-16,8-11-95 16,2-8 9-16,8-22-23 15,-2-6 9-15,-2-8 3 0,-4-7-12 16,-10 21 0-16,-9 8-6 16,-4 12 0-1,-2 16 2-15,0 10-2 16,0 12 0-16,0 4-11 15,0 0-16-15,0 12-57 32,0 2-54-32,0 2 5 15</inkml:trace>
  <inkml:trace contextRef="#ctx0" brushRef="#br1" timeOffset="34924.58">30016 4768 599 0,'0'-16'68'0,"0"6"-42"16,0 4 139-16,0 4-79 16,0 0-63-16,-2 2 16 0,-3 0-12 15,-6 0-8-15,-7 0-19 16,-24 2 29-1,-4 22-20-15,1 6-5 16,5 10 23-16,26-5-27 0,7-2 7 16,7 6-17-16,0-5 12 15,19-4-7-15,14 0 1 0,7-8 4 16,-3-6-1-16,2-6 1 16,-6-6-4-1,-6-4-9-15,-5 0-70 16,-22 0-271-16,0-8-39 15</inkml:trace>
  <inkml:trace contextRef="#ctx0" brushRef="#br1" timeOffset="35177.71">30019 4895 617 0,'0'0'92'16,"0"0"15"-16,0 0 124 15,0 0-186-15,0-27-37 16,0 27-1-16,0 18-7 15,0 14 0-15,2 5 19 0,6 3-8 16,-3 0-11-16,-1 2 10 16,0 8-13-1,-4-6 3-15,6-6 0 16,-4-9-2-16,0-18 2 0,0-3-13 16,2-5-48-1,-1-3-89 1,-1 0-448-16</inkml:trace>
  <inkml:trace contextRef="#ctx0" brushRef="#br1" timeOffset="35563.11">30235 4805 202 0,'0'0'528'15,"0"0"-430"-15,13-63-23 16,-13 59 48-1,0 4-26-15,-7 0-54 16,-9 0-35-16,-1 18-7 16,3-2 8-16,5 4-9 15,5 0 1-15,4 0-9 0,0 0 13 16,0 2-10-16,20 0 7 16,18 3-2-1,-3-1 0-15,1-2 0 0,-7-4 8 16,-15-6-8-16,-10-2 0 15,-4-2-3 1,0 4 1 0,-2 2-2-16,-20-2 2 15,-5-4 2-15,6-2 10 16,2-2-2 0,3-4-4-16,5 0-4 15,2 0 2-15,4 0-11 16,3 0-4-16,2-8-68 15,0-6-28-15,0 6-128 0,0 2-159 16</inkml:trace>
  <inkml:trace contextRef="#ctx0" brushRef="#br1" timeOffset="36530.08">30444 4712 516 0,'-11'-2'83'0,"11"2"-36"16,0 0 126-16,0 0-66 31,0 0-53-31,0-2-54 16,20 2 11-16,11 0 24 0,11 0-13 15,14-2 17 1,6 0-17-16,3 0 15 15,-9 2-25-15,-12-2-12 16,-17 2 0-16,-13 0 16 16,-10 0-14-16,-4 0 3 0,0 0-2 15,0 0 6-15,0 0-9 16,0 0-8 0,-9 0-92-16,-2 0-85 15,2 0-157-15</inkml:trace>
  <inkml:trace contextRef="#ctx0" brushRef="#br1" timeOffset="37387.11">30925 4389 706 0,'-2'-20'20'15,"2"16"132"-15,0 4-43 0,0 0-86 16,0 0 0 0,0 0-11-16,0 0 2 15,0 0-12-15,0 14-2 16,8 32 15-16,11 13-8 15,3 7 19 1,-2 10-7-16,0-12-11 16,-2-4-2-16,-3-5-5 15,4-1-1 1,-6-13 0-16,-5-9 0 16,-4-9 2-16,-4-17-1 15,4-4 3-15,-4-2 1 16,0 0-5-16,2 0 64 0,0 0-6 15,4-4-3-15,5-30-28 16,1-6-10 0,3-9-13-16,1-7 7 15,-1-2-5-15,1-6 1 0,4-2-4 16,-2-10-1 0,2 5-1-16,-5 13-2 0,-1 12 0 15,-3 20 2-15,0 6-2 16,1 6-1-1,-1 4 0-15,-7 6-7 16,-4 4-7-16,0 0-21 16,0 0-15-16,0 0-31 15,0 16-124 1,0-4-74-16,0-4-185 16</inkml:trace>
  <inkml:trace contextRef="#ctx0" brushRef="#br1" timeOffset="37757.91">31455 4760 668 0,'5'8'80'0,"-5"-6"-25"16,0 4 69-16,0 9-92 15,2 4-13-15,1 9-19 16,1 5 23-16,0 3 54 16,3 2-75-16,-1 10 25 15,4-2-23 1,-2-6 20-16,-1-6-24 0,-3-16 0 15,1-10 8-15,-2-2 1 16,-3-2-7-16,0-4-2 16,0 0 3-16,0 0-29 15,0-14 9-15,-10-10-193 16,4 10 69 0,-1 0-164-1</inkml:trace>
  <inkml:trace contextRef="#ctx0" brushRef="#br1" timeOffset="37958.03">31369 4849 326 0,'0'0'363'0,"0"0"-352"15,0 0 138 1,-12-26-25-16,39 26-83 0,4 0-38 16,5 0 34-16,7 0-18 15,1 0 18-15,3 0-55 16,-1 0 36-16,-8-3-31 15,-9-3 13-15,-15-10-142 16,-14 9-170-16,0-6-298 16</inkml:trace>
  <inkml:trace contextRef="#ctx0" brushRef="#br1" timeOffset="38406.47">31567 4149 602 0,'0'0'193'0,"-9"-22"-179"15,9 22 31-15,0 0 52 16,0 0-96-16,7 0 12 16,15 14 19-16,12 18-8 15,10 14 25-15,22 38-24 16,11 14-6-16,-4 15 15 31,-1 7-25-31,-32-16 8 0,-14-6-10 16,-13-2 4-1,-13 5-11-15,0-9 7 16,-29-14-2-16,-8-14 4 16,-5-25-9-16,1-11 15 15,5-6-9 1,10-6 9-16,6-6-10 0,6-4-5 0,8-4-27 16,1-2-106-1,5-4-130-15</inkml:trace>
  <inkml:trace contextRef="#ctx0" brushRef="#br1" timeOffset="39060.87">31930 3926 547 0,'-12'-24'64'16,"12"12"15"-16,0 8 117 0,0-4-80 15,16 0-43 1,31-2-72-16,11 0 18 31,6 4-13-31,8 4 21 16,-21 2 1-16,-10 0-2 15,-14 0 17-15,-15 0-41 16,-5 8-4-16,-7 10-9 16,0 12 9-16,-25 22 4 15,-19 6 6-15,-5 0 15 16,7-6-17-16,19-20-6 0,10-7 8 16,9-7-1-1,4-4 1-15,0-2 0 16,11-2-8-16,22-2 8 15,12-4-8-15,4-2 21 16,4-2-5-16,3 0 2 31,0 0 1-31,-7 0-10 0,-4-8-4 16,-22 2-5 0,-11 2 1-16,-12 2 2 15,0 2-6-15,-2 0-27 0,-27 0-48 16,9 0-109-1,-5 0-200-15</inkml:trace>
  <inkml:trace contextRef="#ctx0" brushRef="#br1" timeOffset="43625.4">21583 6336 371 0,'11'0'176'0,"-11"0"-133"15,0 0 9-15,2 0 86 16,-2 0-45-16,0 0-43 16,0 0-16-16,0 0 1 31,0 0 20-31,0-4-9 15,0-8-6-15,0-4-25 16,2-4 47-16,2-4-58 16,6-6 2-16,9-18-6 15,10-8 8-15,10-13 0 16,5-11-7-16,0 0 1 16,10-12-1-16,8-6-1 15,46-28-1-15,19 1-4 16,10 5 4-16,15 8 1 15,-25 31 0-15,0 13-1 16,3 12-5-16,-12 6 5 16,-18 10 1-16,-22 7 1 31,-25 10-1-31,-19 2 1 16,-16 10 2-16,-10 2 0 0,-8 5-3 15,0 3 0-15,0-2-7 16,0 3 3-1,0 0 4-15,0 0-14 16,-6 0-70-16,-14 0-1 16,-5 0 2-16,1 4-79 15,-3 2 45-15,18-4-44 16,0-2-269-16</inkml:trace>
  <inkml:trace contextRef="#ctx0" brushRef="#br1" timeOffset="43874.54">22933 4780 454 0,'-22'-10'75'0,"13"6"-71"16,2 2 51-16,7 0 3 0,-2 2-56 15,2 0-2-15,0 0-10 16,0 0-4-16,0 0-46 16,0 10 44-1,0 4-22-15,0-9-150 16</inkml:trace>
  <inkml:trace contextRef="#ctx0" brushRef="#br1" timeOffset="44561.93">22895 4983 324 0,'-13'-10'122'0,"11"6"-113"16,2-2 27-16,0 2 112 15,0 0-34-15,0-2-72 16,0 0 17-16,0-1 1 16,0-2-6-16,6-4 1 15,14-1-26-15,12-4 14 16,7-4-28-16,11 0-1 31,32-7-2-31,11 0 4 16,10 1 9-16,4 2-3 15,-29 10 3-15,-9 2-7 16,-19 6-6-16,-15 4-7 16,-18 4 1-1,-9 0 1-15,-6 0-5 16,-2 0 4-16,0 0-1 0,0 0-5 16,0 0-5-16,-12 4-15 15,-1 6-21-15,-1 2-47 16,-7 2-48-16,-2-6-81 15,12-8-93-15</inkml:trace>
  <inkml:trace contextRef="#ctx0" brushRef="#br1" timeOffset="45046.82">23204 4656 837 0,'-10'-8'62'16,"3"4"-59"-16,7 0 72 15,0 2 51-15,0 0-70 16,13 0-56-16,39-2-11 16,14-2 18-16,19-2 17 15,4 2-12 1,-18 2 5-16,-8 2 1 0,-14 2-8 15,-15 0-2-15,-15 0 11 16,-9 0-19-16,-10 0-3 16,0 2 3-16,-7 16 0 15,-18 8 2-15,-6 8 12 16,0 4-6-16,-4 6-1 16,0 2-3-1,2 15-1 1,4-3 9-16,7 0-10 15,4-10 5-15,9-18-3 16,3-10 1-16,4-8 0 16,2-4 2-16,-2-6 4 15,2 0-11-15,0-2-2 16,0 0-1-16,0 0 2 16,0 0-17-16,-4 0-55 15,4 0-84-15,-2 0-399 16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1:09:54.33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10854 11365 17 0,'29'-5'0'0,"5"-1"3"16,0 2-3-16,4 1 15 15,-9 3 34-15,0 0-34 16,-23 0-15-16,-4 0-4 0</inkml:trace>
  <inkml:trace contextRef="#ctx0" brushRef="#br0" timeOffset="4866.55">14066 8945 134 0,'-5'0'50'16,"5"0"-39"-16,0 0 25 16,0 0 28-16,0 0-16 15,0 0 34-15,0 0-54 16,0 0-4-16,0 0-7 15,0 0-5 1,0 0 6-16,0 2-14 16,0-2 6-16,0 0-7 0,0 2-6 15,0-2 2-15,0 0 1 16,0 2-3-16,0 0 3 16,-3 2 0-16,1-2 1 15,0 2 1 1,0 0-4-16,-5 2 2 15,3-2-3 1,0-2-28-16,1 0-61 16,1-2 26-16,2 0-10 15,-2 0 47-15,2 0 6 16,0 0-77-16</inkml:trace>
  <inkml:trace contextRef="#ctx0" brushRef="#br0" timeOffset="15076.1">14208 8935 24 0,'-3'0'195'0,"3"-2"-150"0,0 2-39 15,0 0 52-15,0-2 6 16,0 2-3-16,0 0-10 15,0 0-19-15,0 0 4 16,0 0 3 0,5-2-17-1,9 0 27-15,8-2-35 16,9-2 25-16,3 0-15 16,6-2-9-1,9 0 2-15,4 0-8 0,7 0 19 16,0 2-26-16,0 0 5 15,9 0-7 1,-9 0 0-16,-2 0 1 0,-4 0 4 16,-10-2-6-16,6 2 1 15,1-2 0 1,14 0-4-16,1-4 3 16,5 2 0-16,-2 0 2 0,-11 2-5 15,-2 0 4 1,-2 0 0-1,-8 2-4-15,1 0 7 16,-7 0-6-16,-2 0 6 16,11-1-6-16,-7-1 3 15,1 3 0-15,-5-4-1 16,-11 5 2-16,2-1-1 16,2-1 0-1,11-1 1-15,1 1 6 0,1 2-7 16,3 0 1-16,-9 3 0 15,0-3-1-15,1 1 0 16,2 1 1-16,-3 1-5 16,2-2 10-16,-1-1-8 15,9 3 4 1,-6-3-2 0,-4 1 0-16,-4 3 1 15,-13-2-1-15,2 2 0 16,-3-2 0-16,11 0-1 15,-2 1 1-15,3-2 0 16,1-1 0-16,-4 2 0 16,2 2 0-1,0-2 0-15,3 2 4 0,3-2-4 16,1 0 0-16,1 0 0 16,13-2 2-16,-2 0-2 15,1 0 0-15,0-2 10 16,-12 2-9-16,-6-2 4 15,2 2-5 1,12 0 0-16,2-2 4 0,5 0-4 16,1-2 14-16,-6 0-10 15,1-2-4-15,-2 2 0 16,4 0 2-16,-4 2 3 16,-3 0 0-16,-1 2-5 15,6 0 2-15,-4-2-2 31,3 2 0-31,1 2 2 0,-10 0-1 16,1 0-1-16,7 0 0 16,10-2 0-1,0 0 6-15,-1 2-6 16,-1-2 3-16,-19 2 4 16,2 2-7-1,-3-2 0-15,-3 2 11 0,0-2-10 16,3 2-2-16,-1-4 4 0,10 0 8 15,2 4-11 1,2-6 0-16,-3 6 0 16,-5-2 2-16,-1 0-2 15,-2 0 0-15,11-4 1 32,-5 2-3-32,1 0 2 0,-1 0 0 15,-10 0 3 1,1 2-3-16,4-4 0 15,-4 4 2-15,1-2-8 16,-3 0 12-16,5 0-6 16,7-2 3-16,-3 0-4 15,3 0 1-15,-3 0 0 0,-11 4 0 16,0 0 0-16,0 2 0 16,9-4 5-1,1 2 0-15,-1 0-5 16,0-3 2-16,-9 4 2 15,2-2-4-15,3 0 0 16,-2 3 5 0,2-2-3-16,-3 2-4 15,0-2 4-15,11 2 1 16,1 0-3 0,2-3 0-16,0 3 6 15,-5-1-1-15,-2-2-4 16,-2 2-1-16,13-3 4 15,-2 2-2-15,3 0-2 0,-1 0 5 16,-11-2-2-16,-2 4-4 16,-5-4 1-1,-1 0 0-15,-3 2-4 16,0-5 13-16,0 3-14 16,6 0 7-16,-4-2-3 15,7 1 1-15,0 1 0 0,-2 0 0 16,2-1 0-16,-1 4 0 15,13-6-3 1,-6 6 6-16,0-2-3 16,1-1 2-16,-14 2-4 15,3-2 2-15,-5-1 0 16,-2 2 3 0,-1 1-3-16,1-2 0 15,-1 4 0-15,7-5 0 16,4-2 0-1,1 3 0-15,-3 0-3 0,-2 4 7 16,-4-4-4 0,5 2 0-16,11 1 1 15,-5-2-3-15,4-1 2 0,-1 2 0 32,-12 0 3-32,0 2-3 0,-2 0 0 15,-2 0 0 1,-1 0-2-16,1 0 9 15,2 0-12-15,4 0 9 16,4-2-4-16,-6 0 0 16,-5 0 0-16,-2 2 1 15,-1-2-1-15,-3 0 0 16,4-2 6-16,-1 0-2 16,1 0-4-16,3 4 0 15,-5-4 3-15,7 2-3 16,0 0 0-1,-5 0 7-15,1-2-7 0,-2 2-5 16,-4 0 5-16,6-4 1 16,2 4-1-16,-5 0 0 15,2 0-1-15,-4 0 9 16,1 2-8-16,-2-2 0 16,6 0 0-1,0 0 6 1,-1 0-6-16,-1 2 0 15,-6-2 7-15,4 0-11 16,-2 2 4-16,4 0 0 16,1 0 2-1,1 0-1-15,0 0-1 0,3 0 8 16,1 0-11 0,-2-2 3-16,-1 2 0 0,-7-2 4 15,0 2-4-15,2-2 0 16,8 2 0-1,-3 0 3-15,1 0-3 16,-2 0 0-16,-12 0 3 16,-2 0 0-16,-4 0-3 0,0-2 11 15,-5 2-9-15,0-2 18 16,0 2-19-16,0 0 1 0,5-2 10 16,4 2-11-16,2-2-1 15,4 2 0-15,-2-2 5 16,-1 0-10-16,-4 2 5 15,-1 0 0 1,0 0 1 0,-2 0-1-16,-3 0-1 15,-1 0 9-15,-3 0-12 16,2 0 4-16,0 0 0 16,4 0 0-16,-1 0 4 15,0 0-8-15,-3 0-11 16,-2 0-4-1,0 0-48-15,-14 0-126 0,-8-4-263 16</inkml:trace>
  <inkml:trace contextRef="#ctx0" brushRef="#br0" timeOffset="18443.06">15984 6490 179 0,'0'0'118'15,"0"0"-100"-15,0 0 12 16,0 0 16-16,0 0-11 0,0 0-33 15,0 0 11-15,0 0-1 16,0 0 22-16,0 0 9 16,0 0-13-16,0 0 10 15,0 0-12 1,4 0-16-16,10 0 16 16,1-3-14-16,5-1 2 0,2 2-15 15,1-2 13-15,3 2-6 16,3-2 3-16,3 1 16 15,-1 0-7 1,0-1-12-16,11-3-7 16,3 2 6-16,-1-1-7 15,6-2 0 1,-11 4 11-16,1 0-8 16,-1-1-2-1,11-3 5-15,2 1 2 16,4-4-8-16,4 4 0 0,-11 3 0 15,0-3 1 1,0 3-1-16,-2 2 0 0,2-3 3 16,-5 1-6-16,-1 0 3 0,-1-5 0 15,0 5 0-15,1-4 0 16,-1 0 0-16,2 0-1 16,3 0 4-16,3-2-6 15,-2 0 3 1,10-4 0-16,-4 2 0 15,0 2 0 1,-8 0 0-16,-13 4 5 16,-1 0-9-16,-1 2 4 15,2 0 0-15,0-2 2 16,3 2 1-16,-2 0-6 16,8-2 6-16,-2 2-6 15,1 0 3-15,-1 0 0 16,-9 2 1-16,2 0-1 15,3 0 0-15,11-2 0 16,1-2-1 0,2 0 1-16,-4 0 0 0,-15 0-5 15,0 2 5 1,-4 0 0-16,0-2 5 16,0 2-5-1,-5 0-3-15,5 0 3 16,5 0 0-16,3-2 0 15,5 2 0-15,0-2-1 16,-7 2 5-16,0 0-6 16,-2 0 2-1,-4 2 0-15,-2-3-2 0,0 4 2 16,-1-2 0-16,1 0 3 0,-3 1-6 16,0 0 3-16,3-2 0 15,2 1-2-15,0-2 2 16,4 1 0-16,4-2 0 15,12-2 4 1,4-1-7-16,-4 0 3 0,0 0 0 16,-14 4-1-16,0-2 2 15,-1 4-1-15,5-1 0 16,2 0 2-16,-6 0-2 16,3 1 0-16,-7-1-2 15,4 2 3 1,3 1-1-16,-1-2 3 15,5 2-3 1,3-2-3-16,1 2 3 16,14-2 0-16,2 3 1 15,0-2-1-15,1 2 0 16,-17 0 3-16,-1-2-4 16,-1 2 1-16,14-3 0 15,-3-1 0 1,3 0 0-16,-3-3 0 0,-14 5 3 15,0-2-4-15,-3 0 1 16,2 0 0-16,-3 2-3 16,4-2 4-16,-2 0-1 0,3 3 0 15,0-4 2-15,1-1-4 16,-1 2 2-16,-1 1 0 16,4-4-3-1,-1 5 3-15,-2-4 0 16,12 2 0-1,-5-2 1-15,-1 0-1 16,1 0 0-16,-9-2 0 16,2 2 0-16,0 2 0 15,3-2 1-15,1 0 1 16,1 2 3-16,-1 0-3 0,3 2 2 16,0-2 12-16,2 2-14 15,-1 0 0-15,2 0-1 16,-1 0 2-16,-2 0 0 15,0 0-3-15,8 0 0 16,-8-2 5 0,2 2-5-1,-7-2 0-15,-10 0 4 16,-1 2-3-16,-2-2-1 16,0 2 0-16,-2 0 2 15,2-2 0-15,0 0-2 16,6 0 0-16,1-2 0 15,3 0 0-15,-1 2 0 16,-7 0 0-16,0 0 1 0,-1 0-2 16,8 0-1-1,0 0 2-15,-3-2 0 16,1 2 0-16,-5 2 0 16,-2 0 2-16,4 0-4 15,1-2 4-15,1 2 4 16,2-3-1-16,-2 4-1 0,7-2 23 15,-6 0-23 1,-1 1 6-16,-4 0-6 16,-8 2-1-16,-1-2 17 15,-1 0-18-15,5-2 2 16,3 0 15-16,0 0-15 16,2 0-4-1,-9 4 6-15,1-2-1 16,-6 2-5-1,1-3 0-15,-2 3 1 16,-5-1 1-16,-2 1-2 16,0 0 4-16,2-3 12 15,-2 3-13-15,2-1-1 16,-2 1 9-16,4 0-7 0,-2-2-4 16,1 2 0-1,-6 0 2-15,-6 0-2 16,0 0 0-16,0 0-4 15,-29 0-71-15,7 0-146 16,-2-2-160 0</inkml:trace>
  <inkml:trace contextRef="#ctx0" brushRef="#br0" timeOffset="20899.14">18172 2998 252 0,'0'0'53'16,"0"0"-51"-1,0 0 8-15,0 0 37 16,0 0-4-16,0 0 2 16,0 0 0-16,0 0-5 15,0 0-1-15,0 0-3 16,0 0 5-16,0 0 15 16,0 0-33-16,2 0-14 15,9 0 0-15,7 0 21 16,4 0-22-16,5 0-3 15,2-4 5-15,-3-2-8 0,3-1 13 16,2 1-15-16,4 1 0 16,2-2 6-16,1 0-6 15,8-1 0-15,4-2 4 16,3-1-2 0,5 1 3-1,5-2-5-15,3 1 8 16,-1 0-6-16,-1-1-2 0,-1 2 0 15,13 0 7 1,-7 0-12-16,0 2 5 16,-5 0 0-16,-16 2 0 15,-2 0 0-15,3-2 0 0,0 0 0 16,7-2 6-16,2 0-10 16,4-2 4-16,2 2 0 15,-1-2 0-15,-5 2 0 16,-4 2 0-16,-6 2 3 15,-1 0-8-15,0 0 5 16,-7 0 0-16,11 0-1 16,-4 0 1-16,5-2 0 0,-2 0 1 15,0-1 7-15,-4 2-14 16,4 1 6-16,-1-3 0 16,-7 4 1-16,0-4-1 15,-7 4 0-15,0-4 0 16,-2 4 5-1,-6-1-11 1,4-1 6-16,-5-1 1 0,3 2-1 16,0 1 0-16,0 1-3 15,16-3 8 1,4 4-10-16,2-4 5 16,3 3 0-16,-12 0 0 0,-4 0 0 15,-1 1 0-15,0-1-1 16,-4-1 7-16,0-1-10 0,-1 3 4 15,-1-4 0-15,0 3 1 16,2-2-1 0,1 2 0-16,1 0 6 15,1-2-12-15,4 0 6 16,0 0 0 0,16-2 1-1,2 0 2-15,2-2-3 0,-3 2 0 16,-14 2 5-16,-5 0-6 15,0 2 1-15,-3-2 0 16,4 0 9-16,-2 0-7 16,3 0 2-16,1 0 3 15,3 0-2-15,-2-2-1 0,5 2-4 16,-3 0 2-16,-3-2-2 16,-5 2 0-16,-5 0 0 15,4 0 4 1,-3 0-6-16,-1-2 2 0,2 2 0 15,-6-2 1-15,0 0-1 16,2 2 0 0,-4 0-1-1,-2 0 7-15,2 1-10 0,0 0 4 16,2 1 0-16,2 0 1 16,-3 2 0-1,3-2-1-15,-3-2 6 16,1 2 12-16,0 0-8 0,2 0-6 15,7 0 15-15,-1 0-18 16,-2 2 3-16,-6-1 0 16,-11 2 0-16,-5 1 4 15,-4-3-7-15,0 2 3 16,-3 1 22-16,1-3-21 16,1 2-5-16,-1 1 2 15,2 0 5-15,-1-4-8 0,-1 4 1 16,-3 0 2-16,0 0 2 15,-2 0-4-15,0 0 0 16,0 0-21 0,0 0-42-16,0 0-62 0,0 0-5 15,0 0 34-15,0 0 27 16,0 0-14 0,0 0-14-16,0 2 34 15,0-2 42-15,-4 0-120 16</inkml:trace>
  <inkml:trace contextRef="#ctx0" brushRef="#br1" timeOffset="40736.87">21449 8235 366 0,'0'0'67'16,"0"0"-63"-16,0 0 61 15,0 0 14-15,0 0-34 16,0 0 12-16,0 0 2 15,0 0 7 1,0-2-17-16,0-2-13 0,0 0-8 16,0 2 11-16,0-1-3 0,0-2-25 15,0-1 25 1,0-2-2-16,0-2-11 16,0 0-13-16,0 2 2 15,0-4 8 1,3 0-20-1,1 0 13-15,5 0-13 16,-1-4 14-16,6-2-12 16,13-10 3-16,4-4 0 15,9-4-1-15,12-5 1 16,-2 9-5-16,8-2 0 16,0 4 12-1,21-8-11-15,-2 2 22 0,6 2-19 16,4-2 14-16,-9 10-15 15,-2 4-3-15,-3 2 15 16,-6 6-15-16,-7 2 0 16,-4 0 0-16,0 4 4 15,-1 0-9-15,5-1 5 16,7 4 0-16,0-3-2 0,2 2 2 16,6-2 0-16,2 4 0 15,0-1 7-15,14 4-13 31,-6 1 6-31,-4 0 0 16,-12 0 0-16,-20 0 0 0,-5 0 0 31,-8 0 6-31,-3 1-11 0,-10 5 7 16,-7-2-4-16,-3 3-3 16,-5-3 5-16,2 0-1 15,-1 2 6-15,-1-2-11 16,1 0 6-16,3 2 0 15,1-2 4 1,5 0-3-16,-1-4 0 0,1 2 7 16,-1-2-10-16,-3 0 2 15,-1 0 0-15,3 0 11 16,0 0-8-16,4 2 6 16,0 0 0-16,2 0 1 15,9-2-10 1,-6 0 0-1,0 0 9-15,-7 0-9 16,-12 0 4-16,-4 0-4 16,1 0 6-16,-1 0-9 15,0 0 3-15,-2 0-5 16,0 0 7-16,0 0-2 16,0 0 0-1,0 0 5-15,0 0-10 0,0 0 5 0,0 0-4 16,0 0-3-16,-7 0-11 15,-11 0-41-15,-6 2-36 16,-5-2-67-16,3 0-59 16,14 0-3-16,3 0-40 15</inkml:trace>
  <inkml:trace contextRef="#ctx0" brushRef="#br1" timeOffset="41336.85">23726 7431 386 0,'0'-22'121'0,"0"14"-58"16,0 4 70-16,0 4 30 0,0 0-49 16,0 0-18-1,0 0 12-15,0 0-55 16,0 0-21-16,0 0 1 15,0 0 1 1,0 0-21-16,0 0 13 0,0 0-22 16,0 0 9-16,0 0-12 15,0 0-1-15,0 0 0 32,5 2 3-32,10 12-7 0,6 0 4 15,0 0 0-15,4 0 5 16,10 5-4-1,2-1 0-15,1-3 5 16,-7-2-7-16,-14-5 1 16,-5-4 0-16,-8-1-4 15,-4 1 4-15,0-1-1 16,0-2-10-16,0 6 9 16,0 0-4-1,0 8 6-15,-12-1-1 0,-5 4 4 16,-1 0-3-16,-4 0 0 0,-7 4 5 15,-16 4-8 1,-3 2 3-16,-4-2 7 16,5-4-2-16,16-6-2 15,11-6 7 1,6-4-9-16,8-4 5 0,4-2 0 16,2 0-4-16,0 0-2 15,0 0 0-15,0 0-6 31,0 0-25-31,0 0-17 16,0 0-46-16,0 0-77 16,-5-8-473-1</inkml:trace>
  <inkml:trace contextRef="#ctx0" brushRef="#br1" timeOffset="43224.68">24118 7363 233 0,'0'-6'84'15,"0"2"-83"-15,0-2 10 16,0 4 1-16,2-2-11 15,1 0 8-15,-3 2 3 16,0 0 18-16,0 0-16 16,0 0-14-1,0 2-2-15,0 0 4 0,0-2 3 16,0 2-5-16,0 0 0 16,0-2 6-1,0 0-5-15,0 0 18 0,0-2 85 16,0 2-32-1,0-2-45-15,0 2 15 16,0-2 8 0,0 0-7-16,0 2 15 15,0 0-12-15,0 0-19 16,0 0 8-16,0 2 25 16,0 0-36-1,0 0-18-15,0 0 18 0,0 0-17 16,0 0 1-1,0 0 18-15,0 0-10 0,0 0-13 16,0 0 2-16,0 0-5 16,2 0 0-16,-2 0 0 15,0 0 5-15,0 0-5 16,0-2 1-16,0 2 11 16,0-2-11-1,0 0 12-15,0 0-12 0,2-2 7 31,-2 4-8-31,0 0 0 16,0 0 0-16,0 0-21 16,0 0-193-16,0-2-106 15,0 2-164-15</inkml:trace>
  <inkml:trace contextRef="#ctx0" brushRef="#br1" timeOffset="44495.32">24161 7255 248 0,'0'-6'43'0,"0"0"-41"0,0 0 46 15,0 0 43 1,0 2-14-16,0-1-14 16,2 4-10-1,-2-2 22-15,0 0 52 16,0 3-84-16,0 0-20 15,2 0 15-15,-2 0-10 16,0 0-7-16,0 0 14 16,0 0-10-16,0 0-25 0,3 0-8 15,3 16 6 1,3 16-1-16,0 8 3 16,0 6 16-16,-3 0-15 15,1 8 4-15,-3 7 8 16,-2 17-12-16,-2 2 19 15,0-4-15-15,0-6 22 16,0-21-24-16,0-5 10 16,0-6 1-16,0-6-13 15,0-10 4-15,-4-6 1 16,4-10 1-16,-2-2-7 16,2-4 2-16,0 0 8 15,0 0-9 1,0 0 9-16,0 0-10 15,0 0-20 1,-11-8-4-16,-5 2-93 16,-3 0 26-16,-10 4-61 15,2 2 53-15,-2 0 50 16,0 0 49-16,0 0 9 16,2 0 27-16,7 0 95 0,4 0-65 15,8 0-6 1,3 0-17-16,5 0-5 15,-2 0 4-15,2 0-29 16,0 0-6-16,5 0-7 16,41 0 2-16,14 0 54 31,14 0-36-31,12 0 15 16,-9-8-16-16,-4-2-4 15,-5 0-1-15,-9 3-11 16,-14 4-6-16,-16 1 7 15,-19 2-4-15,-10 0 0 16,0 0-15-16,-17 0-1 16,-24 0-23-16,-3 0-76 0,17 0-150 15,7 0-117 1</inkml:trace>
  <inkml:trace contextRef="#ctx0" brushRef="#br1" timeOffset="44911.25">24127 7371 614 0,'-15'-2'127'0,"15"2"-126"15,0 0 20 1,4-2 86-16,32-2-85 15,15-2 15-15,14-2 40 16,-3 2-11-16,9-4-20 16,-1 2-19-16,-4 2 10 15,-10 4-37 1,-16 2 3-16,-15 0-3 16,-14 0-13-16,-11 10-29 15,0 10-50-15,-13 0-103 16,-10-10-56-16,1-4-271 0</inkml:trace>
  <inkml:trace contextRef="#ctx0" brushRef="#br1" timeOffset="45243.09">24579 7698 203 0,'0'0'549'15,"0"0"-516"-15,0 0-29 0,0 0 7 16,-8 50 3 15,8-8 9-31,11 8 43 16,3 5-29-16,-4-1-4 16,-3-13 2-16,-3-5-7 15,0-3-18-15,0-5 3 16,-2-10-11-16,-2 0-2 0,0-8 3 15,0-6-3 1,0-2 0-16,0-2-29 0,-2 0-54 16,-21-24-52-16,-6-4-136 15,13 12-21 1</inkml:trace>
  <inkml:trace contextRef="#ctx0" brushRef="#br1" timeOffset="45528.37">24457 7864 257 0,'0'0'169'16,"0"0"-96"-16,0 0 0 15,-17-90 20-15,17 84 29 0,17 2-85 16,21 4-11 0,9 0 10-16,11 0-6 15,-2 16-17 1,-10 8 10-16,-4 2-23 16,-3 0 0-1,-10 8 2-15,-10 1-2 16,-11-2-4-16,-8 4 4 15,0-9 0-15,-27-2 2 16,-10-4 2-16,2-2 36 16,-3-4-35-16,7-4 35 0,4-6-38 15,4-4 2 1,8-2-4-16,5 0-58 0,0 0-74 16,10 0-121-16,0-8-154 15</inkml:trace>
  <inkml:trace contextRef="#ctx0" brushRef="#br1" timeOffset="46145.56">25086 7849 435 0,'0'-11'285'16,"0"7"-278"-16,0 2 150 15,0 0-84 1,0 2-12-16,-3 0-42 16,-35 0-17-16,-10 6 13 15,-4 10-15-15,3 4 27 16,23-6-10-16,7-4-8 15,15 2-8 1,4 2-2-16,7 0-2 16,28 0-1-16,10 1 1 0,4-3 6 15,2 1-3-15,-5 4 8 16,-9-1-8-16,-15 0-4 16,-11 2-11-1,-11-6 13-15,0-2-6 16,-16 2 8-16,-17 0-1 0,-7 2 4 15,-5-2 6 1,1-2-2-16,6-2-6 16,7-6 10-16,6-2-11 15,9 0-8-15,8 0-40 16,8-12-128-16,0 2-56 16,4-4-63-1</inkml:trace>
  <inkml:trace contextRef="#ctx0" brushRef="#br1" timeOffset="46468.85">25273 7684 222 0,'0'0'286'16,"2"-8"-160"-16,7 8-29 15,1 0-46-15,9 0 5 16,5 0 17 0,8-4 8-16,5 0-10 15,9-4-42 1,6 0 39-16,-3 0-58 16,2 4 11-16,-14 0-19 15,-16 4-2-15,-7 0 0 16,-14 0-7-16,0 0 2 15,-4 0-23 1,-35 10-32-16,-7 10-178 16,21-14 9-16,-2 0-43 0</inkml:trace>
  <inkml:trace contextRef="#ctx0" brushRef="#br1" timeOffset="46754.18">25199 7895 339 0,'0'0'477'16,"0"0"-432"-1,0 0 27-15,0 13 31 16,35-13-61-16,12 0 21 16,7-5-27-1,-1-3-16-15,-1 1 6 16,-8 4-10-16,-8 0-16 0,-12 3 0 15,-12 0 1-15,-10 0-1 16,-2 0-3-16,0 0-2 16,0 0 1-16,-14 0 2 15,-6 0-60 1,-6 8-61-16,17-8-359 16,-3 0-16-1</inkml:trace>
  <inkml:trace contextRef="#ctx0" brushRef="#br1" timeOffset="53212.85">26007 7222 318 0,'0'-15'187'0,"0"8"-177"15,0 2 73-15,0 3 6 16,0-1-31-16,0 2-52 15,0 1 8-15,0 0 13 16,0 0 5-16,0 0 25 16,0 0-24-16,0 0 3 15,3 0-32-15,4 18-4 16,2 4 50-16,1 7-35 16,4 4 15-16,-1 3-15 15,3 4 10-15,-3 2-20 16,-1 4 7-16,-1 14 5 31,-3-1-15-31,2 0 23 0,-1 0-15 16,-1-17 2-16,-1-4 9 15,0-2-19 1,0 5 7-16,-5-8-4 16,-2-2 3-16,0-12-8 15,0-6 0-15,0-4 7 16,0 0-3-16,0-1-6 0,0-2 6 15,0-4 3 1,0-2-7-16,0 0 0 16,0 0 0-16,0 0 0 15,0 0-6-15,0 0-6 16,-2 0-14-16,-3 0 23 31,-6 0-18-31,-9 0-31 16,-2 0 12-16,-10 0 22 15,6 0 18-15,-3 0 0 16,2 0-2-16,2 0 5 16,6 0 11-16,5 0-13 15,7 0 13-15,7 0-7 16,0 0-5-16,0 0 15 0,0 0-15 16,0 0 3-16,0 0-2 15,18 0 2 1,22 0 9-16,10-2 16 15,7-7-9-15,12-1-14 16,-6 2 3-16,-1 3 11 31,-9 0-17-31,-17 1-4 0,-14 3 9 16,-12-2-13-16,-10 2 4 16,0 1 0-1,0 0-4-15,-6 0 6 16,-9 0-4-16,-1 0-10 15,3 0-48-15,0 0 12 16,6 0-69-16,0 0-393 16</inkml:trace>
  <inkml:trace contextRef="#ctx0" brushRef="#br1" timeOffset="53582.17">25957 7379 520 0,'-9'-2'191'16,"9"2"-158"-16,0-2-15 0,13-4 77 15,18 0-40 1,23-4-15-16,8 0 54 16,3 0-70-16,-1 2 2 15,-22 6-7-15,-8 0-16 16,-12 2 0-16,-8 0-3 15,-7 0-59 1,-7 4-62-16,0 0-68 16,-3 2-241-16</inkml:trace>
  <inkml:trace contextRef="#ctx0" brushRef="#br1" timeOffset="53960.75">26464 7664 452 0,'0'0'200'0,"0"0"-200"0,0 0 5 15,0 4 33 1,0-4 9-16,0 6 38 0,0 6-62 15,0 10 32-15,4 6-24 16,2 6 28 0,-4 4-16-16,0 0-28 15,2-2-11-15,-1-1 11 16,1-3-7-16,0-6-8 16,1-6 0-1,0-7 2-15,-3-4-2 16,0-9 0-16,-2 0 0 15,0 0-52 1,0-2-72-16,0-16-405 16</inkml:trace>
  <inkml:trace contextRef="#ctx0" brushRef="#br1" timeOffset="54283.62">26440 7658 644 0,'0'0'123'0,"0"0"-108"15,-3-28 65-15,3 28 4 16,31 0-45 0,28 0-30-1,3 16 51-15,0 12-58 16,-8 8 6-16,-29-2-8 16,-10 0-7-1,-8 2 7-15,-7-4 1 0,0 0-1 16,0-3 3-1,-14-5-4-15,-25 3 1 16,-11-4 0-16,-5-3 24 0,-1-4-15 16,16-10-2-16,8-4-7 15,11-2-4 1,9 0 0-16,12 0-126 16,0-17 11-16,7 6-110 15,13 3-134-15</inkml:trace>
  <inkml:trace contextRef="#ctx0" brushRef="#br1" timeOffset="54802.86">26990 7736 238 0,'0'0'296'16,"22"-20"-218"-16,-19 16-34 0,-3 0 129 16,0 2 15-16,0 0-151 15,0 2-1 1,-3 0-15-16,-21 0 6 0,-12 0-14 16,-1 0 1-16,-5 2-7 15,7 8 8 1,7 2-11-16,12 0 6 15,14-2-8-15,2 2-2 0,0-4 0 16,13 0 0 0,18 2 4-1,8-2-13-15,3 0 19 16,0 4-4-16,-4 0-6 16,-6 6 0-16,-13 3-1 15,-7-6-13-15,-12 3 9 16,0-4-6-16,-2 0 8 15,-27 1 0 1,-19 0 6-16,-5-2-1 0,0-5 1 16,1-8 11-16,21 0-14 15,9 0 3-15,9-2 14 16,8-8-15-16,5 1-2 16,0 1-21-16,2 1-43 15,32 0-72 1,-15 6-106-1,2-3-183-15</inkml:trace>
  <inkml:trace contextRef="#ctx0" brushRef="#br1" timeOffset="55551.51">27229 7816 698 0,'22'-26'5'0,"-15"10"102"15,1-2-4-15,-2 2-42 16,-4 6-33-16,-2 0 0 16,0 6-9-16,0 4 9 15,-14 0 6 1,-20 0-34 0,-3 16 10-16,-3 14-4 15,-1 8-5-15,14-4 0 16,12 2 1-16,7 1 10 15,8-8-9-15,0-2 6 16,4-9-8-16,17-6 5 16,6-10-5-1,2-2 18-15,-2 0 9 0,0-10-14 0,-9-12-2 16,-5-2-5-16,-4 2-5 16,-3 1 5-16,-6 11-5 15,0 5 0-15,0 5 12 16,0 0-10-16,0 0-4 15,0 11-2 1,0 15-8-16,0 5 10 0,0-5 1 16,0-2 1-16,4-8-1 15,8-5-1-15,1-4 0 16,6-7-8-16,5 0 8 16,1-8-1-16,4-20-4 15,-3-8 0-15,5-18-48 31,-6-8-66-31,0-5 43 16,-5-5 3-16,-11 14-33 16,-3 6 6-16,-6 9 25 15,0 18 75-15,0 10 2 16,0 8 261-16,0 7-126 16,0 0-50-16,0 18-76 15,-2 19-7-15,2 14-4 0,0 1 6 16,0 4 0-16,0 2 2 15,6 20 5 1,8-3-5-16,4-7 5 16,4-8-10-16,-6-26-3 15,-1-12 0-15,-2-6 3 32,-3-6-9-32,-4-6 1 0,-4-4-32 15,-2 0-78-15,-2-10-51 16,-14-6-34-1,-7-6-143-15</inkml:trace>
  <inkml:trace contextRef="#ctx0" brushRef="#br1" timeOffset="55704.91">27351 7863 505 0,'-37'-39'334'16,"30"31"-218"-16,7 6-42 0,0-4 39 16,29 2-60-1,17-2-53-15,17 2 17 16,8-4-2-16,-4 2-13 15,-12 0-2-15,-26-2-78 16,-29 8-194-16,0-4-271 0</inkml:trace>
  <inkml:trace contextRef="#ctx0" brushRef="#br2" timeOffset="63995.17">25693 5578 112 0,'5'3'111'15,"-5"-3"-82"-15,3 0-14 16,-3 0 44-16,2 0 8 16,-2 0-16-16,2 0 65 15,-2 0-64-15,0 0-3 16,2 0 4-16,-2 0-18 16,0 0 1-16,0 0-9 15,0 0-18-15,2 0 8 16,-2 0-17-1,0 0 0-15,0 0-4 16,0 0 6-16,0 0-4 16,5 5 0-16,1 11 2 15,3 6 7-15,0 4-1 16,4 5 9-16,3 3 8 16,0 0-14-16,2 2-9 15,-5 2 0-15,1 10 8 16,1 0-8-16,-3-4 0 15,-2-1 3-15,1-14 3 0,-1 0-1 16,3-5-4-16,-3 0 2 16,2-4 11-16,-1-2-8 15,2-4-4-15,-1-2 6 16,-2-4-8 0,-1-2 11-1,3-4-11-15,-1 0 15 0,3-2-14 16,-1 0 8-16,5 0 9 15,5 0-8 1,9 0 8-16,-1 0-18 16,7-6 2-16,-2-2 10 15,2-4-12-15,4-2 3 0,3 0 5 16,1-2-7-16,-1 2 17 16,1-4-18-16,2 1 3 0,0-1 11 15,6 0-5 1,6 0-1-16,-2 0 4 15,-2 0-7-15,-8 4-5 16,-5 4 0-16,-3 1 6 16,3 0-4-16,1 1-2 0,-2 0 0 15,1 0 6-15,-3 2-7 16,-5 0 1-16,1 0 0 16,-1 2 1-16,2 2-1 15,-2 0 0-15,-1-2 0 16,1 2 4-1,3 0-7 1,3-2 3-16,5 0 2 0,-1-2-2 16,1-4 0-16,2 4-1 15,9-2 4 1,3 2-9-16,2 2 6 16,-2-2 0-16,-12 4-2 0,1 2 3 15,-5 0-1-15,-2 0 0 16,-3 0 6-16,-4 0-12 15,-6 0 6-15,-2 6 0 0,-1 10-3 16,-3-2 3 0,6 8 0-16,0 0 2 15,0-2-7-15,0 4 5 16,-7-3 0 0,-2 0 2-1,-2 0-2-15,-1-2 0 0,-1 0-5 16,-3-3 13-16,1 0-14 15,-3-5 6-15,3 2 0 16,-1-3 3-16,-2-2-2 16,-2 2-1-16,0-6 0 15,-3 2 6-15,-1-4-10 16,-1 0 4-16,-1 0 2 0,-1-2 0 16,-2 0-2-16,0 0 6 15,2 0-4 1,1 0 30-16,-1 0 1 15,6-6-8-15,3-10 11 0,1-2-35 16,1 0 2 0,-1-3-2-1,3 2 9-15,1-2-12 0,1 2 2 16,3-2 0-16,3 3 0 16,1 0 1-1,3 2-1-15,2-2 7 16,4 2-11-16,2 0 4 15,4 2 0-15,16-4 3 16,1 2-1-16,2 2-2 0,2 2 0 16,-8 4 7-16,4-2-11 15,2 2 4-15,4-2 0 16,5 2 1-16,-3 2 2 16,1-2-3-16,-3 0 0 15,-2 2 5-15,7 2-10 0,0 0 5 16,7-2-1-16,-1 2 2 15,-2 0-1-15,-1 0 0 16,9 1 5 15,2 3-8-31,-4 0 3 0,0 0 0 0,-19 0 0 16,-6 0 0-16,2 0 0 16,-4 0 0-16,-4 9 6 15,3-1-9-15,-5 4 3 16,1-2 0-16,0 2 0 15,-2 0 0 1,-1-2 0-16,-3 2 3 0,-1-2-6 16,1 0 3-1,-4 0 0-15,3 0-1 0,2-2 2 16,-2 0-1-16,-2-2 0 16,-3-4 4-16,0 2-7 15,5-4 3-15,2 0 0 16,-2 0 0-16,4 0 1 15,-4 0-1-15,3 0 0 16,1-10 6 0,2-4-4-16,3-4-1 15,3 0 27-15,-6-2-23 16,-2-2 5-16,1-4 8 16,-1-20-3-1,3-5 16-15,-5-4-23 0,-5-6-6 16,-12 19 24-16,-6 4-20 15,-1 8 1-15,-7 6 2 0,-3 8-7 16,-2 6-3-16,-4 8 1 16,0 2-10-16,0 0-5 15,-13 0-75 1,-11 10-81-16</inkml:trace>
  <inkml:trace contextRef="#ctx0" brushRef="#br2" timeOffset="65485.18">27641 6172 557 0,'0'-4'58'0,"0"4"-53"16,0-2 63-16,0 2-1 16,0 0-67-16,-3 0-10 15,-14 22 6-15,-8 12 45 16,-8 2-3-16,-5 10-7 15,-13 20 6-15,-7 7-28 0,-5 9 4 16,-6 8-10-16,9-8-1 16,-6 5 13-1,1-3-15-15,3-4 1 0,2-10 13 16,4-8-14-16,8-6 20 16,13-7-11-16,6-9 7 15,9-7 17 1,9-10-32-16,6-9 6 15,3-8-5 1,2-2-2-16,0 0 0 0,0-4 2 16,0 0 10-1,0 0-9-15,0 0-3 16,0 0 5-16,0 0-5 16,0-12 0-16,0-6-9 0,0-4-31 15,2-4 7-15,1-5-53 16,-3 2 36-16,0-6 26 0,0-2-19 15,0 2 32 1,0 3 9-16,0 6 9 16,0 6 17-16,0 6 17 15,0 4 13 1,-3 2-8-16,3 4-2 16,0 4 2-16,0 0-38 15,0 0 8-15,-6 4-16 16,-3 26-6-16,-3 10 6 15,0 2 6-15,0 1 2 16,1-3-8-16,7-4 5 16,-1-6-4-16,5-5-1 0,0-2 10 15,0-9-9-15,0-4 13 16,5-4-4-16,22-6 1 16,8 0 50-16,12 0-26 15,10-16-18-15,6-4-6 0,2-2-7 16,0 0-2-1,-15 4 6-15,-16 4-8 0,-18 8 10 16,-14 3-10 0,-2 2 0-16,0 1-2 0,-20 0-24 15,-9 0-105 1</inkml:trace>
  <inkml:trace contextRef="#ctx0" brushRef="#br1" timeOffset="71219.73">28471 7124 220 0,'-2'-2'45'0,"0"0"-2"0,2 0 34 16,0 2 7 0,-2 0-34-16,2-1-13 0,0 1-10 15,0 0-13 1,0 0 3 0,0 0-15-16,0 0 0 15,0 0 1-15,0 0-3 16,0 0 3-16,0 0 0 15,0 0 10-15,0 0 16 16,0 0 18-16,0 0 13 16,0 0-20-16,0 0 2 15,0 0-10-15,0 0-8 0,0 0 5 16,0 0-14-16,0 0-1 16,-4 0 12-1,-7 0-2-15,-7 15-5 0,-5 10 4 16,-3 3 3-16,-17 22-15 15,-3 10-7 1,-6 12 15 0,-1 14-17-16,15-1-1 15,7 5-1-15,6 2 3 16,17-4 4-16,8-4-7 16,4-4 0-16,31-7 2 15,8-11-2-15,1-8 0 0,2-12 0 16,-4-12 0-16,-7-6 3 15,-6-7-3-15,-4-8 19 16,-10-3 4-16,-3-6 11 16,-6 0-8-16,-2 0-14 15,-4 0 28-15,0 0-15 16,0 0-10-16,0 0-2 16,0 0-11-16,0 3-3 15,0-3 1-15,0 1-4 0,0-1-5 16,0 0 0-16,0 0-23 15,0 0 8-15,0 3-115 16,0-3-7-16,0 0-125 16,0 0-280-16</inkml:trace>
  <inkml:trace contextRef="#ctx0" brushRef="#br1" timeOffset="72075.87">28633 7574 603 0,'0'0'39'0,"0"-24"-18"16,2 17 113-16,-2 6-20 15,0 1-66-15,0 0 5 16,0 0-14 0,0 5-33-16,0 20-6 15,-2 13 1-15,-8 6-1 16,1-4 29-16,3-2-25 16,0-6-4-16,1-8 5 15,0-6-3-15,5-10-2 16,0-6 0-16,0-2 7 15,0 0-6-15,0 0 9 0,0-18-2 16,2-16 16-16,12-12 17 16,3-6-41-16,1-2 0 15,-1-1 6-15,-2 8-6 16,-5 14 0-16,-2 11 0 16,-4 12 2-1,-2 6 39 1,-2 2-29-16,0 2 1 15,0 0-13-15,0 2-9 16,3 36-8-16,1 15 11 16,2 12 3-16,-4-2 6 15,1-1-3-15,0 0 5 16,-1-4-2-16,-2-4-3 16,0-5 0-16,0-9 1 0,0-6-3 15,0-4 2-15,0-6 0 16,0-4-5-16,-8-6 1 15,2-2-8-15,0-4-7 16,-3 0 17-16,-9 0-18 16,-5-2 20-16,-4-2-3 15,1-2 11-15,2-2-9 0,1 0 1 16,3 0 0-16,7 0 12 16,4 0-4-16,5 0 9 15,4 0 13-15,0 0-21 16,0 0 2-16,0 0-11 15,0 0-13 1,15 0 1 0,14 0 12-16,11 0 13 15,7-2-9-15,7-2 5 16,-8 0-9-16,-13 2 2 16,-10 2-4-16,-21 0 2 15,-2 0-13-15,0 0-25 16,0 0-45-16,0 0 15 15,0 0-56-15,0-2-91 0,0-2-50 0,0-4-45 16</inkml:trace>
  <inkml:trace contextRef="#ctx0" brushRef="#br1" timeOffset="72338.81">29105 7499 94 0,'0'0'0'0</inkml:trace>
  <inkml:trace contextRef="#ctx0" brushRef="#br1" timeOffset="72640.63">29105 7499 63 0,'16'-24'347'15,"-16"20"-184"-15,0 3-54 16,0 1 13-16,0 0-7 15,0 0-47-15,0 0-27 16,0 4-41 0,0 25-7-16,0 15 0 15,0 6 7-15,0 3 40 16,4 1-31-16,0 2 1 16,1-4-1-16,-1-1-7 15,0-7 6-15,1-8-8 16,-5-7 0-16,3-8 5 15,-3-6-5-15,0-6 3 0,0-3 3 16,0-6-8 0,0 0 2-16,0 0-30 0,0 0-25 15,-8-12-95-15,-2 0-183 16,1-1-113-16</inkml:trace>
  <inkml:trace contextRef="#ctx0" brushRef="#br1" timeOffset="72848.8">28918 7822 570 0,'0'0'164'0,"0"0"-130"15,0 0 97-15,0 0-11 16,0 0-113-16,-5-28-3 16,41 24-4-16,8 2 20 0,5 0-11 15,9 0 3-15,5 0 20 16,-3 2-23-16,-4-2 2 15,-12 2-5-15,-17 0-2 0,-9 0-8 16,-9 0-62 0,-9 0-70-16,0 0-559 15</inkml:trace>
  <inkml:trace contextRef="#ctx0" brushRef="#br1" timeOffset="73568.45">29624 7379 549 0,'0'0'111'0,"0"0"-65"16,0 0 114-16,0 0-51 16,9-26-52-1,-7 26-37-15,-2-2 8 0,2 2 5 16,0 0-20-16,6 0 9 16,7 6-19-1,7 22-2-15,5 8 25 16,6 10-25-16,3 8 2 0,-1 3 1 15,11 13-3-15,-5 0-1 16,-5-4 0-16,-1-8 2 16,-12-19 0-16,-5-7-2 15,-7-14 0-15,-2-4 5 16,-7-9-9-16,0-2 4 16,0-3 0-16,0 0 9 0,-2 0-7 15,0 0 10-15,3 0 19 16,-3-21 34-16,0-1-65 15,3-3 6 1,-3 3 2-16,0 4-6 16,0 0 4-16,0 3 7 0,0 5-13 15,0-2 11 1,-3 6-11-16,-6 2 2 16,0 4 2-16,-4 0-4 15,-9 0 0-15,-14 4-4 16,-18 24-3-16,-10 9 2 15,-7 6 5 1,1 5 0-16,6 1 13 0,6-3-11 16,9-6 2-16,12-6 3 15,16-12-8-15,12-6 1 16,9-8-2-16,0-2-5 16,0-4 3-16,0-2 0 15,3 0-3-15,5 0-31 16,-1 0 3-16,-3-18-49 15,-2 6-118 1,-2 0-395-16</inkml:trace>
  <inkml:trace contextRef="#ctx0" brushRef="#br1" timeOffset="74302.8">30190 7474 242 0,'0'0'196'16,"0"0"-194"-16,-7-43 136 15,7 31-60 1,0 4 18-16,0 0-2 0,0 4-19 15,0 0-5 1,0 2-3-16,0 2-29 16,0 0-7-16,0 0-19 0,0 0-5 15,4 0 0-15,5 12-7 16,7 22-14-16,7 12 12 16,4 11 4-16,-4 5 4 15,4-2-2-15,-4-2-4 16,-3-2 6-16,-3-10-6 15,-3-3 1 1,-3-10 4-16,-4-8-6 16,-3-10 1-1,-2-8 0-15,1-7 7 0,-3 0-5 16,2 0 25-16,3 0 25 16,3-22 4-16,3-13 6 15,5-13-37-15,1-10-21 16,8-8 19-16,0-6-18 0,4 5-5 15,-2 9 1 1,-5 14 13-16,0 10 2 16,-4 8-7-16,-7 10 4 15,-5 6-13-15,0 6 0 16,-6 4-3-16,0 0-19 16,0 0-29-1,0 18-36-15,-17 10-44 16,5-14-164-16,-7-2-275 15</inkml:trace>
  <inkml:trace contextRef="#ctx0" brushRef="#br1" timeOffset="74687.75">30752 7774 872 0,'0'0'32'0,"0"0"102"15,0-14 0-15,0 14-106 16,0 0-16-1,0 0-12-15,0 0 2 16,0 12-8-16,0 14-6 0,0 8 12 16,0 6 2-16,0 1-1 15,0 0-1-15,0-2 0 16,0-6 2-16,0-4 1 0,0-11-3 16,0-4 0-1,2-4 1-15,0-6-3 16,0-4-10-16,-2 0-64 0,0 0-37 15,0-14-83-15,0-6-293 16</inkml:trace>
  <inkml:trace contextRef="#ctx0" brushRef="#br1" timeOffset="75019.87">30686 7676 656 0,'0'0'209'0,"0"0"-87"15,0 0-24-15,0 0-97 16,-8-30-1-16,45 46-11 16,13 16 11-1,10 8 0-15,7 6 1 0,-14-6 2 16,-6 0-3-16,-12-1 0 16,-12-3-6-16,-17-4 4 0,-6-2 1 15,-4-2-5 1,-32-4 6-16,-10 0 9 0,-8-2 0 15,-2-6 1 1,10-2 9-16,8-6-16 16,8-4-3-1,15-4-20-15,13 0-15 16,2-8-49-16,7-6-60 16,17-2-237-16</inkml:trace>
  <inkml:trace contextRef="#ctx0" brushRef="#br1" timeOffset="75421.37">31346 7764 469 0,'0'0'175'0,"0"0"-161"16,0 0 60-1,0 0 70-15,0 0-100 0,63-64 3 16,-63 64 9-16,0 0 8 15,-12 0-32-15,-16 10-29 0,-9 12 4 16,0 4 11-16,3 2-14 16,16-2 16-16,7-2-20 15,9-2 1 1,2 2 7-16,2-2-8 16,27 2 0-1,11 2 1-15,12 3 1 16,2-4 0-16,-6 2-2 15,-12-9 4-15,-23-8 1 16,-10-2-8-16,-3-2 3 0,-11 4-10 16,-32 0 10-16,-17-2 7 15,-3-2 18-15,1-6 0 16,4 0-24-16,14 0 8 16,10 0-9-16,16 0-6 15,16-6-66-15,2 0-125 16,0-2-239-16</inkml:trace>
  <inkml:trace contextRef="#ctx0" brushRef="#br1" timeOffset="76208.53">31573 7136 428 0,'0'0'80'0,"0"0"-44"16,-27-22 101-16,27 22-10 15,0 0-54-15,0 0-29 16,0 0 16-16,0-1-11 15,0 1-9-15,0 0 12 0,0-3-21 16,0 3-5-16,0 0-3 16,27 0-21-1,14 22 16 1,10 10-3-16,9 7 21 16,9 7-32-16,3 10 1 15,-1 12-1-15,9 36 2 16,-11 11-8-16,-11 1 2 15,-16 4 0-15,-28-31-1 16,-14-7 1-16,0-8 0 0,-20-10-3 16,-30-8 6-16,-12-7-6 15,-9-9 5-15,4-12-2 16,9-5 17-16,13-9-10 16,17-5 2-16,14-5 7 15,10-4-19-15,4 0 3 16,0 0-33-1,13-14-35 1,5-3-237-16,-3 2-290 16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6-11T07:13:32.0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5092 7455 319 0,'-293'40'531'0,"-31"11"-531"0,33-4 0 16,-6 2-13-16,4-3-125 16,72-12-260-16</inkml:trace>
  <inkml:trace contextRef="#ctx0" brushRef="#br0" timeOffset="46.61">2221 7888 97 0,'-210'29'0'16</inkml:trace>
  <inkml:trace contextRef="#ctx0" brushRef="#br0" timeOffset="293">532 8001 477 0,'0'0'499'15,"0"0"-427"-15,0 0-72 0,-65-102-66 16,50 71-42-16,3 4-139 16</inkml:trace>
  <inkml:trace contextRef="#ctx0" brushRef="#br0" timeOffset="1925.96">4099 11107 1246 0,'0'0'608'16,"0"0"-452"-16,0 0-53 15,0 0 17-15,0 0 0 16,0 0 6-16,0 0-45 15,16-56-48-15,-16 56-8 16,0 0 16-16,0 0-31 16,0 0-10-16,0 6-16 15,0 13-8-15,0 16 24 16,0 18 13-16,0 12 7 16,0 31-6-16,0 23-14 15,0-7 0-15,2-14 6 16,3-15-4-16,-3-23 4 15,2 2-6-15,0 1 0 16,1-10 1-16,2-13 8 0,2-6-9 16,-3-5 0-16,1-7 0 15,-3-4-2-15,1-4-27 16,-3-2-74-16,-2-3-117 16,-11 0-292-16,-11-5-677 0</inkml:trace>
  <inkml:trace contextRef="#ctx0" brushRef="#br0" timeOffset="2178.21">3409 12159 1488 0,'0'0'298'16,"0"0"-149"-16,0 0 50 16,0 0-81-16,0 0-118 15,0 0 13-15,0 0 17 16,48 0 23-16,-14 0-22 15,8 9-8-15,5-4 12 16,6 2-21-16,10-3 31 16,4-1-24-16,5 0 1 15,-2-2-16-15,-3 2-2 16,-4-3-4-16,-12 2-14 16,-5-2-88-16,-12 0-161 15,-14 0-333-15</inkml:trace>
  <inkml:trace contextRef="#ctx0" brushRef="#br0" timeOffset="3333.62">3351 12283 1593 0,'0'0'252'0,"0"0"-188"16,0 0 6-16,0 0 14 16,0 0 9-16,0 0-45 15,0 0-27-15,0 13-21 16,0 7 0-16,0 10 59 16,0 14 3-16,0 10-23 0,0 9-21 15,0 5-9-15,0 2-9 16,0 1 20-16,0 0-10 15,0-6-10-15,0-5 0 16,0-8 13-16,0-6 19 16,0-6-5-16,-7-7 1 15,0-8-15-15,2-3-13 16,3-4 1-16,0-6 0 16,2-4-1-16,0-4 0 15,0-2-7-15,0 1 6 16,0-3 1-16,0 0 0 15,0 0 16-15,0 0-16 16,0 0 0-16,0 0-11 16,0 0-19-16,16 0 16 0,8 0 14 15,9 0 38-15,12 0-14 16,13 0-1-16,11-3 12 16,14 0-4-16,8-4-20 15,3 3 15-15,-3 0-11 16,-7 1-8-16,-7 0 0 15,-15 3-7-15,-14-2 0 16,-11 2 0-16,-13 0 8 16,-13 0-8-16,-4 0 1 15,-7 0 7-15,0 0 3 16,0 0-11-16,0 0 0 0,0 0-11 16,0 0 11-1,0 0 0-15,0 0-2 16,0 0-7-16,0 0 1 15,0 0 8-15,0 0 0 0,0 0 10 16,0 0 2-16,0 0-1 16,0 0-11-16,0 0-12 15,0 0-10-15,0 0 3 16,0 0 5-16,0 2 9 16,0 2 5-16,0 2 0 15,0 0 6-15,0-1-4 16,0-4 8-16,0-1-9 0,0 0-1 15,0 0 0 1,0 0 0-16,0 0 9 0,0 0 8 16,0 0 3-16,0 0-20 15,0 0 14-15,0 0 5 16,0 0-7-16,0 0-1 16,0 0-10-16,0 0 0 15,0 0-1-15,0 0-1 16,0 0-6-16,0 0 7 15,0 0 12-15,0 0-3 16,0 0 0-16,0 0-8 16,0 0 15-16,0 0-12 15,0 0-4-15,0 6-18 16,0 6-13-16,0 12 14 16,0 13 17-16,6 17 10 0,6 13 0 15,3 10-1-15,1 7-9 16,-1 2 1-16,-1 3 6 15,-1-7-7-15,-4-2 0 16,-5-10 1-16,-2-6 5 16,-2-11-6-16,0-9 10 15,0-10-1-15,0-10 6 16,0-11-5-16,0-4-2 16,0-5-7-16,0-4-1 15,0 0-16-15,0-13-67 16,0-35-83-16,-2 1-254 15,-9-6-1110-15</inkml:trace>
  <inkml:trace contextRef="#ctx0" brushRef="#br0" timeOffset="3764.08">4014 13076 1111 0,'0'0'548'0,"0"0"-311"15,0 0-5-15,0 0-10 16,0 0-60-16,0 0-58 0,0 0-40 16,-21-24-19-16,21 24 1 15,0 0-1-15,0 0-17 16,0 0-24-16,0 6-3 15,4 8-1-15,11 5 5 16,3 4-5-16,7 3-5 16,2 0 4-16,1 2 1 15,3 3 0-15,-2-3 6 16,-4-1-6-16,-3-2-8 16,-9-5-3-16,-5-4-8 15,-8 0-6-15,-2-2 10 16,-25 4 15-16,-16-2 0 15,-6 1 9-15,-2 0-3 16,3-3 2-16,9-3-8 16,10-4-7-16,20-3-91 0,7 0-161 15,2-4-782-15</inkml:trace>
  <inkml:trace contextRef="#ctx0" brushRef="#br0" timeOffset="4015.4">4300 13836 387 0,'0'0'164'0,"0"0"-151"16,0 0 7-16,0 0-20 15,0 0-316-15</inkml:trace>
  <inkml:trace contextRef="#ctx0" brushRef="#br0" timeOffset="4483.39">3918 14102 865 0,'0'0'630'16,"0"0"-630"-16,0 0-11 15,0 0-58-15,0 0 69 16,0 0 0-16,127 31 59 16,-62-27-43-16,11 0-16 15,5-2-10-15,-2 0-31 16,2-2-123-16,-10 0-125 15,-11 0 187-15,-13 0 102 16,-15 0 229-16,-15 0 18 0,-13 0-10 16,-4 0 57-16,0 2-114 15,-13 10-65-15,-12 10-59 16,-4 6-46-16,-4 10 7 16,-2 4-9-16,-1 2 3 15,1 2-11-15,0-2 12 16,4-3-12-16,0-6 0 15,5-4 0-15,-10-5-90 16,7-8-287-16,5-8-662 0</inkml:trace>
  <inkml:trace contextRef="#ctx0" brushRef="#br0" timeOffset="4656.24">4175 14430 2009 0,'0'0'325'15,"0"0"-234"-15,0 0 24 16,0 0-49-16,129 23-52 16,-87-4-14-16,-4 2-55 15,-5 2-138-15,-10-9-193 16,-11-4-1019-16</inkml:trace>
  <inkml:trace contextRef="#ctx0" brushRef="#br0" timeOffset="5450.01">2985 12218 196 0,'0'0'433'0,"0"0"-54"16,0 0-11-16,0 0-44 16,0 0-89-16,0 0-91 15,0 0-13-15,-11-27-16 16,11 26 7-16,0 1-19 0,0 0-15 16,0 0-41-1,0 0-47-15,0 19-34 0,0 16 28 16,0 17 6-16,13 14 15 15,0 12 7-15,3 9-21 16,-1 1 1-16,-1-2-4 16,-3-4-26-16,-4-6-37 15,-7-9 35-15,0-13 4 16,0-10 4-16,0-12 0 16,0-12-35-16,0-7-70 15,0-13-39-15,0 0-161 16,0 0-279-16</inkml:trace>
  <inkml:trace contextRef="#ctx0" brushRef="#br0" timeOffset="6224.33">3043 12643 130 0,'0'0'1073'0,"0"0"-904"16,0 0 50-16,0 0 48 15,0 0-38-15,0 0-64 16,0 0-45-16,-18-15-41 16,5 12-25-16,-10-1-32 15,-12-2-15-15,-17 0-6 16,-10-2 0-16,-13 0 7 0,-10-1-8 15,-9 2-3-15,-1-1 3 16,-3 1 11-16,2 4-10 16,5-1-1-16,8 0 1 15,12 1-11-15,15-1 20 16,15 1-10-16,18-1 0 16,13 0-30-16,10-1-41 15,0 2-60-15,5 0 89 16,10 2 42-16,4 1 29 15,-7 0-27-15,-1 0-1 16,-3 0-1-16,-6 0-10 16,0 0 10-16,-2 0 23 15,0 0-12-15,0 0 4 16,0 0 2-16,0 0-3 16,2 0 10-16,-2 0-5 0,0 0 7 15,0 0-4-15,0 0-7 16,0 0 9-16,0 0 6 15,0 0 16-15,0 0 7 16,0 0-19-16,0 0-22 16,0 0-12-16,0 0-19 15,0 0-5-15,0 10-12 16,0 14 32-16,0 12 4 16,2 10 10-16,0 10 4 15,3 4-13-15,-3 1 12 0,2 1-13 16,2-4 3-16,-4-6-3 15,2-4 0-15,-2-10 0 16,-2-8-1-16,0-8 0 16,0-7-12-16,0-8 7 15,0-3-1-15,0-4 7 16,0 3-1-16,0-3-14 16,0 0 1-16,0 0 5 15,0 0-18-15,0 0-50 16,0 1-49-16,0 3-45 15,0 0-155-15,0-2-299 0</inkml:trace>
  <inkml:trace contextRef="#ctx0" brushRef="#br0" timeOffset="7053.83">2263 13184 1332 0,'0'0'357'0,"0"0"-224"16,0 0 36-16,0 0-11 15,0 0-44-15,0 0-47 16,0 0-40-16,-49-64 5 15,22 44 14-15,-6 3 5 16,-7-2-33-16,-11 2-8 16,-5 6 4-16,-7 1-6 0,-1 4 11 15,-3 4-1 1,5 2-6-16,0 0-4 16,3 2 4-16,8 11-5 15,5 1-6-15,3 7-2 0,5 2 2 16,5 6-2-16,2 5 1 15,4 5-15-15,4 7 13 16,4 4-5-16,3 4 2 16,7 4 5-16,7 0 0 15,2-1 0-15,0-2-3 16,11-3 3-16,11-6-7 16,9-3-7-16,5-6 5 15,1 0-6-15,6-9-5 16,2-3-10-16,6-8 16 0,1-5 14 15,3-6 11 1,3-6 13-16,0 0 12 0,-2 0 10 16,2-6-25-16,-2-6 9 15,-4-4-29-15,2 0 14 16,-2-2-9-16,-4-4 11 16,-3-2-17-16,-7 0 12 15,-5-4-6-15,-6-3-5 16,-4-2 35-16,-11-6-6 15,-5-5 11-15,-5-3 2 16,-2-3-11-16,0-3 2 16,-17 6-21-16,-6 2-13 15,-6 9-11-15,-6 7-56 0,-3 11 13 16,-7 10-71 0,-19 8-26-16,11 15-136 0,5 4-566 15</inkml:trace>
  <inkml:trace contextRef="#ctx0" brushRef="#br0" timeOffset="7690.23">1715 13334 1071 0,'0'0'569'0,"0"0"-341"16,0 0-170-16,0 0-34 15,0 0 8-15,0 0 8 16,0 0-37-16,3-7-2 15,1 7 20-15,2 0-6 16,1 0 7-16,5 0 7 16,1 1-2-16,7 4-3 0,7 1-2 15,4 2 8-15,4-3-21 16,1 2-9-16,-1-2-12 16,-1-4-75-16,-3-1-45 15,-8 0-233-15,-11 0-157 0</inkml:trace>
  <inkml:trace contextRef="#ctx0" brushRef="#br0" timeOffset="7978.62">1844 13287 974 0,'0'0'891'0,"0"0"-718"15,0 0-98-15,0 0-17 16,0 0 30-16,0 0 4 16,0 0-41-16,0-16-51 15,0 16-16-15,0 9 16 16,0 9 11-16,0 9 4 16,0 5-2-16,0 2-12 15,0 0-1-15,0 0-7 16,0-4-92-16,-2 0-84 15,2-6-190-15,-2-9-593 0</inkml:trace>
  <inkml:trace contextRef="#ctx0" brushRef="#br0" timeOffset="8251.71">1528 13649 1097 0,'0'0'658'15,"0"0"-524"-15,0 0-132 0,0 0 50 16,0 0 20 0,0 0 24-16,0 0-1 15,65-5-53-15,-34 1-4 16,2 0-37-16,3 0 13 0,-5 1-14 15,-2 1-17-15,-2 1-20 16,-6 1-54-16,-2 0-166 16,-11 0-896-16</inkml:trace>
  <inkml:trace contextRef="#ctx0" brushRef="#br0" timeOffset="8572.28">1684 13753 1328 0,'0'0'340'0,"0"0"-265"16,0 0-7-16,0 0-45 15,0 0-3-15,0 0 13 16,0 0 42-16,0 113-44 15,0-63-7-15,0 5-23 16,0 1 19-16,0 1-19 16,-2 0 1-16,0-5 7 15,-1-6-7-15,1-6 0 16,-1-11-2-16,1-10 8 16,2-7-8-16,0-8-53 15,0-4-116-15,0 0-226 16,0-6-159-16</inkml:trace>
  <inkml:trace contextRef="#ctx0" brushRef="#br0" timeOffset="8838.54">1695 14305 378 0,'0'0'381'16,"0"0"-273"-16,0 0-106 16,0 0 0-16,0 0-2 15,0 0 13-15,0 0-10 16,2 0-1-16,-2 0 0 15,2 0 98-15,-2 0 83 16,0 0-3-16,0-2-31 16,0 2-16-16,2 0 10 0,-2 0-57 15,0 0-54-15,0 0-30 16,0 0-2-16,0 0-20 16,0 0-64-16,0 0-31 15,0 0-11-15,0 0-3 16,0 0-75-16,0 0-260 0</inkml:trace>
  <inkml:trace contextRef="#ctx0" brushRef="#br0" timeOffset="8956.26">1695 14305 1138 0</inkml:trace>
  <inkml:trace contextRef="#ctx0" brushRef="#br0" timeOffset="8988.94">1695 14305 1138 0,'-18'36'277'0,"16"-36"-277"0,-3 0-154 0,-1 0-104 0,-1 5-345 0</inkml:trace>
  <inkml:trace contextRef="#ctx0" brushRef="#br0" timeOffset="9190.12">1618 14391 328 0,'0'0'654'16,"0"0"-244"-16,0 0-147 16,0 0-76-16,0 0-87 15,0 0-49-15,-10 112-22 16,10-95-15-16,2 2-14 15,0 2 27-15,0 3-25 16,6 6 15-16,-4-3-15 16,3 6-2-16,1-5 2 0,0-3 20 15,-2-4 5 1,-1-3-16-16,-3-10-11 16,-2-2 0-16,0-6-49 15,0 0-169-15,0-6-666 0</inkml:trace>
  <inkml:trace contextRef="#ctx0" brushRef="#br0" timeOffset="9687.17">1383 14447 1362 0,'0'0'530'0,"0"0"-383"15,0 0-63-15,0 0-78 16,0 0 8-16,0 0-14 16,0 0 34-16,54 50-32 15,-30-13 32-15,3 3-12 16,-3 4-22-16,3 10 13 16,-2-4-2-16,-6 0-11 15,-1-4-1-15,-1-7-8 16,-7-9 9-16,-1-16-2 15,0-6-8-15,0-8-33 16,0 0-17-16,4-16 60 16,7-9 154-16,3-10-39 15,4-4-47-15,2 2-7 16,-6-2-7-16,0 5-27 16,-5 2 19-16,-5 0 0 0,-6 3-1 15,-2-2-6-15,-5 5-7 16,0-2-15-16,0 6-11 15,-12 6-6-15,-5 6-23 16,-4 5-15-16,-8 5 17 16,-6 0 21-16,-8 0 15 15,-3 0 0-15,-2 0-13 16,4 0 7-16,7 0-9 16,8 0-47-16,15 0-123 15,9 0-179-15,5 0-989 0</inkml:trace>
  <inkml:trace contextRef="#ctx0" brushRef="#br0" timeOffset="10533.29">1944 14072 1275 0,'0'0'473'16,"0"0"-307"-16,0 0-17 16,0 0-8-16,0 0-29 15,0 0-25-15,0 0-48 0,0-7-39 16,0 19-29-16,5 13 29 15,9 14 43-15,5 3-18 16,1 6 2-16,3 0-20 16,-1-11 0-16,-4-4-7 15,0-9-1-15,-7-14-10 16,-2-6-19-16,-3-4 30 16,4-1 48-16,0-26 68 15,4-9 12-15,4-12-63 16,2-11-22-16,3 2-10 15,-4-1-11-15,3 8-17 16,-1 7-5-16,-4 9 0 16,1 10 0-16,-5 8-36 15,-4 10-31-15,-4 6-83 16,-3 8-162-16,-2 8-417 0</inkml:trace>
  <inkml:trace contextRef="#ctx0" brushRef="#br0" timeOffset="11028.47">2451 14337 1140 0,'0'0'623'0,"0"0"-400"15,0 0-42-15,0 0 33 16,0 0-78-16,0 0-67 15,0 0-57-15,2-18-12 16,-18 18-70-16,-5 0 69 16,-4 13-21-16,-7 10-2 15,-1 9 24-15,4 4 11 16,4 0-11-16,9 1-7 16,8-5 6-16,8-7-14 15,0-4-6-15,8-9-24 16,13-7-14-16,3-5 59 15,3 0 1-15,2-7 27 16,-1-11-28-16,-3-2-39 0,-7-4-36 16,-5 1 10-16,-5 4 56 15,-6 1 9-15,-2 5 43 16,0 5 47-16,0 7 30 16,0 1-62-16,0 0-58 15,0 0-17-15,0 13 17 16,0 10 14-16,4 3-13 15,-2 6 21-15,-2 4-22 16,0 4-1-16,0-6-53 16,-4 1-23-16,-10-6 9 15,-1-1-81-15,1-10-245 16,3-6-706-16</inkml:trace>
  <inkml:trace contextRef="#ctx0" brushRef="#br0" timeOffset="11337.08">2727 14414 1723 0,'0'0'451'0,"0"0"-332"16,0 0 62-16,0 0 18 16,0 0-80-16,0 0-98 15,0 0-21-15,-20-28-21 16,4 41 21-16,1 3 6 15,4 5-6-15,1 1-5 16,6 0-12-16,4 1-13 16,0 4 8-16,0-1 16 15,11 2-18-15,0 2 5 16,-2 0-33-16,-9-2-54 0,0-2 32 16,0-3 74-16,-20-8 0 15,-2-7 22-15,-5-4-2 16,-13-4-20-16,6-18-180 15,3-8-722-15</inkml:trace>
  <inkml:trace contextRef="#ctx0" brushRef="#br0" timeOffset="13550.9">4215 11164 623 0,'0'0'336'0,"0"0"-103"16,0 0-55-16,0 0-66 15,0 0-5-15,0 0-13 0,0 0-5 16,-8-7 7-16,8 7 32 16,0 0 16-16,0 0-54 15,0 0-33-15,0 0-26 16,-6-2-23-16,2 2-8 16,0 0-32-16,-1-2 22 15,1 2-5-15,2-2 15 16,0 2 0-16,-1-2 8 15,3 0 5-15,-2 0-13 16,2-4 15-16,-5-1-5 16,3 1-2-16,-2-1 13 15,1 2-3-15,3 0-5 16,0 1 1-16,0 2-13 0,0 0 10 16,0 2 1-1,0-2 18-15,0 0-1 0,0 2 7 16,0-2 0-16,0 2-19 15,0 0 5-15,0 0 2 16,3 0-23-16,10 0 0 16,5 0 9-16,11 0 1 15,6 8-8-15,8 3 7 16,10-3 1-16,5 1-10 16,9-1 0-16,9 0-1 15,5-2 17-15,7-4-17 16,8 0 0-16,22-2-10 15,20 0 10-15,23 0 1 16,3 2 12-16,-30 1 5 16,-31 3-4-16,-37-3 0 0,-5 1-14 15,7 2-1 1,9 2 1-16,0-2 5 0,-7 2-4 16,-12-4 0-16,-12-2-1 15,-10 1 0-15,-9-3 0 16,-7 0-10-16,-7 0 3 15,-3 0 7-15,-4 0-1 16,0 0 1-16,-1 0 0 16,3 0 1-16,6 0-1 15,-1 0-9-15,3 0 3 16,-1 0 0-16,2 0-5 16,-5 0-5-16,-3 0 10 0,-1 0-22 15,-4 0-6-15,-2 0-16 16,0 0-2-16,-2 0 6 15,0 0 6-15,0 0 11 16,0 0 27-16,0 0 2 16,0 0 5-16,0 0 6 15,0 0-2-15,0 0 18 16,0 0 9-16,0 0 10 16,0 0-9-16,0 0-11 15,0 0-26-15,0 3 0 16,0 4-8-16,0 8 8 15,0 7 15-15,0 11 20 16,0 4-22-16,0 12-6 0,0 9 6 16,0 7-7-16,0 10 3 15,0 5-3-15,5 3 1 16,-5-1-6-16,0-4 4 16,0-11-4-16,0-4 10 15,0-13-8-15,0-7-3 16,0-9 0-16,0-6 7 15,0-9-1-15,0-4 1 16,0-7-7-16,0-4-7 16,0-4 2-16,0 0 4 15,0 0 1-15,0 0-42 16,-5 0-62-16,-8 2-168 16,1-2-182-16,0 2-555 0</inkml:trace>
  <inkml:trace contextRef="#ctx0" brushRef="#br0" timeOffset="14890.09">6418 12180 1008 0,'0'0'468'16,"0"0"-293"-16,0 0-58 15,0 0-20-15,0 0-20 16,0 0-17-16,0 0-31 16,0-2-29-16,0 2 0 15,0 0 19-15,0 0-4 16,0 2-12-16,2 4-3 15,4-5 0-15,-4 2-11 0,0-2 1 16,0-1 10 0,0 0 3-16,-2 0 7 0,0 0 0 15,2 0 6-15,-2 0 57 16,0 0 19-16,3 0 19 16,-3 0-1-16,0 0 4 15,0 0-20-15,0 0-17 16,0 0-15-16,-7 0-49 15,-9-4-13-15,-3-1-13 16,-6 1 13-16,-8 4 2 16,-3 0 3-16,-7 0 0 15,-1 4 4-15,-1 14-7 16,3 4 7-16,2 6-8 16,5 5 0-16,3 8 3 0,8 7-4 15,3 8-9-15,11 9-3 16,5 3 12-16,5 8 0 15,0 3-2-15,11 2-7 16,9-2 2-16,4-5-11 16,5-6-18-16,4-8-6 15,2-10 8-15,2-10 3 16,3-8 6-16,2-11 5 16,5-8 20-16,3-8 17 15,0-5-10-15,2 0 11 16,2-18-3-16,-4-7 3 0,0-3-8 15,-2-7 7 1,0-8 7-16,-4-3 1 16,-1-4 10-16,-6-4 11 0,-3-7-7 15,-12 0-5-15,-7-4-5 16,-7 1 21-16,-8 0 5 16,0 5-3-16,-21 8 8 15,-6 2-27-15,-4 7-22 16,-6 7-11-16,-4 4-8 15,-5 6 0-15,-6 4-17 16,-4 9-46-16,1 8-51 16,-1 4-50-16,-8 8-70 15,12 12-123-15,10 2-445 0</inkml:trace>
  <inkml:trace contextRef="#ctx0" brushRef="#br0" timeOffset="15131.06">6378 12448 843 0,'0'0'641'0,"0"0"-366"15,0 0-3-15,0 0-78 16,0 0-64-16,0 0-28 16,0 0-68-16,-15-12-32 15,8 38 10-15,0 10 12 16,3 10-13-16,-2 5-5 15,-1-1-6-15,-3-4-61 0,-7 0-116 16,1-14-205 0,1-10-327-16</inkml:trace>
  <inkml:trace contextRef="#ctx0" brushRef="#br0" timeOffset="15280.99">6216 12589 1842 0,'0'0'579'0,"0"0"-402"16,0 0-116-16,0 0-25 16,0 0 7-16,0 0-6 15,123-6-37-15,-55 12-49 16,-10 6-191-16,-8 1-299 0</inkml:trace>
  <inkml:trace contextRef="#ctx0" brushRef="#br0" timeOffset="15547.32">6193 13006 1977 0,'0'0'461'0,"0"0"-367"16,0 0-20-16,0 0-15 16,0 0 8-16,0 0-27 0,0 0-40 15,137-12-51-15,-87 12-152 16,-10 0-181 0,-9 0-1082-16</inkml:trace>
  <inkml:trace contextRef="#ctx0" brushRef="#br0" timeOffset="15871.93">6332 13293 1209 0,'0'0'917'0,"0"0"-780"16,0 0-103-16,0 0-23 16,0 0-10-16,0 0 29 15,0 140-12-15,-2-80-11 16,-3 2 6-16,2 5-11 16,3-2-1-16,0 1-1 15,0-1 1-15,0-5-1 16,0-4 1-16,0-6 1 15,0-6-2-15,8-6 0 16,-6-3-20-16,-2-14-46 0,0-6-174 16,0-7-231-16</inkml:trace>
  <inkml:trace contextRef="#ctx0" brushRef="#br0" timeOffset="16347.34">6133 14016 1752 0,'0'0'500'0,"0"0"-350"15,0 0-54-15,0 0-33 16,0 0-21-16,0 0-6 0,0 0-36 15,16 5 0 1,-5 17 0-16,5 9 8 0,1 9-8 16,4-1 0-16,-2 1 9 15,-1-4-9-15,1-6-10 16,-4-6 9-16,1-10-19 16,-1-8-1-16,1-6 21 15,3 0 0-15,2 0 46 16,4-12-34-16,4-4 21 15,-4-7-33-15,2-2 21 16,-2-1-14-16,-7 2 9 16,-7 0-16-16,-4 6 20 15,-7 2 31-15,0 6 7 0,0 2-18 16,-18 4-22 0,-9 2-13-16,-8 0-5 0,-6 2 0 15,1 0-11-15,1 0-46 16,1 0-91-16,9 2-201 15,11-2-623-15</inkml:trace>
  <inkml:trace contextRef="#ctx0" brushRef="#br0" timeOffset="16783.34">6840 13190 1627 0,'0'0'349'15,"0"0"-262"-15,0 0 91 16,0 0 26-16,0 0-55 16,0 0-73-16,0 0-30 15,-9-40-21-15,9 40-25 16,0 14-25-16,0 16 25 15,0 15 13-15,13 10 9 16,7 8-10-16,3 5-12 16,1-4-9-16,-2-7-50 0,1-14-4 15,-6-10 13 1,-3-15 25-16,-6-12-8 0,-1-6 33 16,0-10 88-16,2-24 28 15,2-16-69-15,3-13-19 16,1-10 14-16,-1-4-13 15,1 3 0-15,1 7-9 16,-3 13-5-16,-2 16-15 16,-4 15-2-16,-5 10-3 15,-2 13-25-15,0 10-100 16,0 16-269-16,-2 2-750 0</inkml:trace>
  <inkml:trace contextRef="#ctx0" brushRef="#br0" timeOffset="17015.07">7251 13431 2105 0,'0'0'669'0,"0"0"-620"16,0 0-42-16,0 0-7 16,0 0-25-16,0 0 25 15,0 0 11-15,4 138 3 16,-4-85-14-16,0-3-11 15,0-8 9-15,2-9-41 16,-2-6 0-16,2-12-2 16,4-15-77-16,1 0-176 15,-3-17-488-15</inkml:trace>
  <inkml:trace contextRef="#ctx0" brushRef="#br0" timeOffset="17241.12">7312 13381 1977 0,'0'0'522'0,"0"0"-398"16,0 0-96-16,0 0-12 16,0 0-16-16,138 18-21 15,-98 18-58-15,-2 10-89 16,-4 4-18-16,-12 1-18 16,-13-6 8-16,-9-3 196 15,-14-8 23-15,-26-5 209 16,-13-9-13-16,-7-6-28 0,-3-10-41 15,5-4-86 1,-9 0-64-16,16-17-239 0,15 3-896 16</inkml:trace>
  <inkml:trace contextRef="#ctx0" brushRef="#br0" timeOffset="17950.66">7831 13453 1560 0,'0'0'300'16,"0"0"-90"-16,0 0-31 15,0 0-87-15,0 0-30 16,0 0-4-16,0 0 20 16,-133-8 6-16,110 16-28 15,8 4-14-15,3 2-16 0,8 2-26 16,4 4-28-16,0 4 19 15,2 2-32-15,21 5 12 16,3 2-17-16,8 2 22 16,-3-2 21-16,-2 0-4 15,-7-5 4-15,-11-3 3 16,-11-2-20-16,-4-9 20 16,-32 0 24-16,-17-4 8 15,-57-10-32-15,10 0-42 16,0 0-291-16</inkml:trace>
  <inkml:trace contextRef="#ctx0" brushRef="#br0" timeOffset="19180.79">893 13776 955 0,'0'0'511'0,"0"0"-397"16,0 0-99-16,0 0-15 16,0 0 164-16,0 0-2 15,0 0-28-15,20-18-21 16,-13 12 3-16,-3 1 20 16,3-1-29-16,2 1-41 15,0-4-26-15,4 2-19 0,7-1-6 16,7-2-4-16,9-2-10 15,10-2 20-15,14-4 4 16,31-4-14 0,36-11 6-16,41-1 11 15,13-8-22-15,-6 6 5 0,-16 3-10 16,-28 0-1-16,-24 7 8 16,-27 4-2-16,-22 4-6 15,-11 2 7-15,2 1-7 16,-5-1 0-16,-1 2 0 15,-16 5 0-15,-14 3 0 16,-9 6 7-16,-4 0-7 16,0 0-39-16,0 0-42 15,0 0 14-15,0 0-20 16,10 0-57-16,3 0 12 0,2 0 78 16,3-5-63-16,-5-2-252 15,-3 1-1060-15</inkml:trace>
  <inkml:trace contextRef="#ctx0" brushRef="#br0" timeOffset="19456.88">2595 13158 2076 0,'0'0'297'0,"0"0"-216"15,0 0 25-15,0 0 4 0,0 0-7 16,0 0-74-1,0 0-29-15,12-8-3 16,7 12 3-16,8 13 0 16,2 1 19-16,0 4-19 0,-4 1-10 15,-8 0-42-15,-7 0 30 16,-10 0 16-16,0-1 6 16,-8-4 1-16,-9-2-1 15,3-6-61-15,3-4-187 16,9-6-974-16</inkml:trace>
  <inkml:trace contextRef="#ctx0" brushRef="#br0" timeOffset="20285.58">5206 12832 740 0,'0'0'287'16,"0"0"-172"-16,0 0 44 16,0 0 47-16,0 0-7 15,0 0 26-15,0 0 0 16,0 0-39-16,0 0-47 16,3 0-58-16,-1 0-53 15,4 0-19-15,10 0 0 16,9 0 9-16,15 0-3 15,16-7-15-15,33-9 1 16,40-8 15-16,42-14-7 16,30-8-7-16,9-2 8 15,-3 0-1-15,-18 5-8 0,-4 3 42 16,-20 7 3-16,-34 6-35 16,-30 8 20-16,-34 4-2 15,-19 8-17-15,-1-2 2 16,-11 1 1-16,-7 4-14 15,-18 4-1-15,-11 0-8 16,0 0-47-16,-20 0-86 16,-7 6-19-16,-2 6-27 15,2-2 56-15,-4-4-69 16,9 0-201-16,4-6-1108 0</inkml:trace>
  <inkml:trace contextRef="#ctx0" brushRef="#br0" timeOffset="20540.47">7125 12358 492 0,'0'0'1606'0,"0"0"-1356"16,0 0-94-16,0 0-9 15,0 0-30-15,0 0-51 16,0 0-37-16,7-17-28 16,6 17 14-16,7 6 14 15,7 13-6-15,7 5-16 16,1 7-6-16,-4 5-1 15,-4 0-1-15,-8-2 1 0,-5-2 0 16,-7-8-1 0,-7-2-5-16,0-5 5 0,-16 2-19 15,-33-1-53 1,4-5-166-16,3-6-730 0</inkml:trace>
  <inkml:trace contextRef="#ctx0" brushRef="#br0" timeOffset="22141.64">21030 9490 1155 0,'0'0'370'0,"0"0"-174"15,0 0 77-15,0 0-64 0,0 0-54 16,0 0 3-16,0 0-75 15,15-2-63-15,-15 2-20 16,0 0-24-16,0 0-71 16,-6 0-66-16,-5 0-242 15,-1 0-570-15</inkml:trace>
  <inkml:trace contextRef="#ctx0" brushRef="#br0" timeOffset="23308.07">20999 7347 1059 0,'0'0'6'16,"0"0"-6"-16,0 0 0 15,0 0 196-15,0 0 19 16,0 0-109-16,0 0-106 16,-4-12-83-16,4 12-180 0</inkml:trace>
  <inkml:trace contextRef="#ctx0" brushRef="#br0" timeOffset="25619.22">21861 9551 1676 0,'0'0'276'15,"0"0"-216"-15,0 0 51 16,0 0 102-16,0 0-27 16,0 0-68-16,0 0-55 15,29-16-30-15,-29 16-30 16,0 0-3-16,-2 0-14 16,-16 2-25-16,-9 14 39 15,-15 6-12-15,-9 6-32 16,-10 6-9-16,-1 0 36 15,2 0 16-15,9-2-5 16,8-1-3-16,12-3 9 16,16-6 0-16,11 0-18 0,4 0-23 15,15 2 19-15,18-1 22 16,10 0 2-16,6-1 27 16,4-2-9-16,5-1-19 15,0-5 21-15,-3-1 25 16,-3-1-6-16,-9-4-17 15,-12 1-11-15,-12-2-13 16,-14-1-57-16,-5 0-128 16,0-4-525-16</inkml:trace>
  <inkml:trace contextRef="#ctx0" brushRef="#br0" timeOffset="26011.07">22102 9626 2020 0,'0'0'316'0,"0"0"-203"16,0 0-48-16,0 0 26 16,0 0 11-16,0 0-31 15,0 0-42-15,27-52-29 16,-27 59-32-16,2 15-20 15,3 12 52-15,1 5 21 16,3 10-2-16,2 0-10 16,5-2 1-16,0-3-10 15,1-8-8-15,-1-9-8 16,-1-11 4-16,-1-9 12 0,-1-7 20 16,1 0 28-1,5-13-11-15,6-16 11 0,2-8-23 16,2-7 4-1,2-3-1-15,-2-1 2 0,-2 6-11 16,-3 4-8-16,-4 9-11 16,-11 8-6-16,-5 9-80 15,-4 8-265-15</inkml:trace>
  <inkml:trace contextRef="#ctx0" brushRef="#br0" timeOffset="26607">22641 9883 764 0,'0'0'993'15,"0"0"-851"-15,0 0-84 16,0 0 72-16,0 0-28 16,0 0-40-16,0 0-22 15,0-29-27-15,0 29-12 16,0 0-1-16,-2 0 0 15,-9 0 0-15,-9 11 1 16,-7 6-1-16,-9 1 19 0,-4 6-8 16,3 3-2-16,2 6 9 15,10 3-18-15,6 0-1 16,11 1-53-16,8-6 25 16,0-2-34-16,11-10 39 15,13-7 24-15,3-3 24 16,4-9 22-16,-4 0-21 15,-1-12-25-15,-6-9-40 16,-9 1-347-16</inkml:trace>
  <inkml:trace contextRef="#ctx0" brushRef="#br0" timeOffset="26802.41">22476 10049 1542 0,'0'0'637'0,"0"0"-474"0,0 0-98 16,0 0 64-16,0 0-32 15,0 0-48-15,0 127-34 16,0-86-15-16,0-1-4 16,0-3-80-16,-11-5-10 15,2-5 32-15,0-9 2 16,5-8-67-16,4-10-65 16,4 0-110-16,12-2-191 0</inkml:trace>
  <inkml:trace contextRef="#ctx0" brushRef="#br0" timeOffset="27073.81">22806 10114 4 0,'0'0'1019'16,"0"0"-694"-16,0 0 70 0,0 0 42 15,58-108-126-15,-58 101-75 16,0 1-105-16,0 1-79 16,0 5-31-16,0 0-7 15,0 0-9-15,0 0-5 16,0 8-32-16,0 10 1 15,0 8 23-15,0 6 3 16,0 2 5-16,-3-2 14 16,1 1-9-16,-4-4-5 15,-5-4-5-15,-3-6-3 16,-1-2 7-16,-1-4 1 16,3-8-1-16,-1-2-26 15,1-3-39-15,-1 0-111 0,6 0-303 16</inkml:trace>
  <inkml:trace contextRef="#ctx0" brushRef="#br0" timeOffset="27403.81">22991 10057 2126 0,'0'0'699'15,"0"0"-624"-15,0 0-53 16,0 0 0-16,0 0-5 15,132-29-10-15,-103 29-7 16,-5 6-2-16,-4 14-21 16,-8 8-18-16,-8 4-13 15,-4 4 18-15,-8 1 19 0,-18 1 8 16,-10-5 9-16,3-3 0 16,-1-5 28-16,10-9 20 15,6-4 1-15,12-6-7 16,4-4-27-16,2-2-15 15,0 2-7-15,6 0-5 16,17 2 12-16,5 0 17 16,13 0-17-16,3-1-43 15,28-3-47-15,-15 0-93 16,-6-7-232-16</inkml:trace>
  <inkml:trace contextRef="#ctx0" brushRef="#br0" timeOffset="27821.23">24312 9890 1071 0,'0'0'448'0,"0"0"-99"16,0 0-16-16,0 0-91 16,0 0-87-16,0 0-85 15,0 0-69-15,-53 4 63 0,14 14-35 16,-7 4-17-16,-10 7 4 16,-4 7-16-16,-5-1 7 15,5 5 0-15,4-2-3 16,12-4-4-16,13-2-6 15,13-7-15-15,14-6 2 16,4-3-13-16,10-1 32 16,27-1 26-16,13-2 34 15,13 0-12-15,9 0-11 16,5-2-21-16,-1 2-8 16,-5-3-8-16,-6 2-1 15,-9-3-82-15,-18-4-133 16,-14-2-208-16</inkml:trace>
  <inkml:trace contextRef="#ctx0" brushRef="#br0" timeOffset="28320.32">24706 9837 44 0,'0'0'2507'0,"0"0"-2301"0,0 0-171 15,0 0-12-15,0 0 5 16,0 0-28-16,0 0-15 16,16 28-18-16,-16 23 33 15,7 11 22-15,4 6-3 16,3 3-18-16,5-7 6 16,1-7-7-16,3-11-10 15,-4-11 10-15,0-16 1 16,-3-8 38-16,-3-11 16 15,2 0 16-15,5-17-5 16,1-16-31-16,3-12-17 0,0-6-3 16,3-9-4-16,2-3-8 15,4-1-3-15,-2 4-6 16,1 8-19-16,-6 7-17 16,-5 15-17-16,-6 11-18 15,-11 12-92-15,-2 7-152 16,-2 0-619-16</inkml:trace>
  <inkml:trace contextRef="#ctx0" brushRef="#br0" timeOffset="28623.25">25522 10099 1617 0,'0'0'381'0,"0"0"-235"15,0 0 50-15,0 0 1 16,0 0-18-16,0 0-161 16,0 0 21-16,-29 11-35 15,-22 16 33-15,-5 8-19 16,-2 8-13-16,7 3-5 16,10 0-11-16,12-4-5 15,16-4 0-15,11-7 7 16,2-8-12-16,13-7 21 15,18-4 16-15,10-5 6 0,8-2-22 16,20-5-51-16,-12-5-202 16,-7-8-258-16</inkml:trace>
  <inkml:trace contextRef="#ctx0" brushRef="#br0" timeOffset="28778.64">25493 10385 1584 0,'0'0'407'16,"0"0"-349"-16,0 0 13 15,0 0 33-15,0 0-37 16,-41 122-29-16,31-83-38 16,-5-2-36-16,-6-5-146 15,-14-1-109-15,4-11 31 16,4-8-373-16</inkml:trace>
  <inkml:trace contextRef="#ctx0" brushRef="#br0" timeOffset="29347.08">25863 10275 2009 0,'0'0'345'15,"0"0"-201"-15,0 0-39 16,0 0-92-16,0 0 19 16,0 0 39-16,-149-46-31 0,107 46-8 15,3 0 17-15,12 0-34 16,12 14-15-16,11 5-34 15,4 10 12-15,8 4 21 16,21 4 1-16,9 1 17 16,5 0 4-16,-3-4-11 15,-9-6 8-15,-11-3-18 16,-13-10-2-16,-7-3-40 16,-18-6 31-16,-20-1 11 15,-8-5 23-15,-6 0-19 16,5 0-4-16,7-6-132 15,13-8-253-15,16 1-1449 0</inkml:trace>
  <inkml:trace contextRef="#ctx0" brushRef="#br0" timeOffset="29798.05">26086 10355 2420 0,'0'0'263'15,"0"0"-246"-15,0 0 16 16,0 0 1-16,0 0 15 16,0 0-49-16,0 0-14 15,49-42 5-15,-29 42 9 16,0 0 1-16,2 0 4 16,-4 0-3-16,-2 0-1 15,-3 0 11-15,-9 0 4 0,-2 0-16 16,-2 0-22-16,0 4-1 15,0 4-5-15,-13 5 9 16,-5 4 19-16,-4 3 7 16,2-2 20-16,2-2-7 15,7-1-17-15,7-4-3 16,4 1-20-16,0 3 8 16,0-2-6-16,13 3 18 15,5 0 19-15,2 1-3 16,-2-2 5-16,-2 2-11 15,-6-2-4-15,-3 4-6 16,-7-3-28-16,0 4 0 16,-9 0 12-16,-18 0 14 15,-8-2 2-15,-10-2 0 16,-8-4 0-16,-45-12-40 0,13 0-208 16,3-6-1269-16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1:28:54.771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5753 5909 449 0,'-5'-24'84'0,"5"16"-72"15,0 0-6-15,0 4 70 16,0-2 4-16,0 2-23 0,0 0-33 15,0 2 1-15,0 2 21 16,0 0-9 0,0 0 9-16,0 0-40 15,0 12 10-15,2 18-1 16,1 34 24-16,1 15-7 16,0 15-20-1,1 12 2-15,-3-13-11 16,-2-2-2-16,0-6 15 15,0-9-11-15,0-10-3 16,0-8 3-16,0-8-2 16,0-10 8-16,0-8-11 15,0-5 3-15,0-7 20 16,0-8-18-16,0-2-5 0,0-6 3 16,0-2-11-16,0-2 4 15,0 0-52 1,0 0-56-16,0-8-146 15,0-2-237-15</inkml:trace>
  <inkml:trace contextRef="#ctx0" brushRef="#br0" timeOffset="369.86">5761 6894 546 0,'0'0'232'0,"0"0"-194"15,0 0-28 1,0 0 77-16,-18-12 1 16,18 12-49-16,0-2-6 15,0 0-24-15,0-4 0 16,10-1-4-16,12 0 2 16,2-1-7-16,9 4 0 15,10-2 0-15,6-5 4 16,9 6 2-16,6-4-5 0,4 5 7 15,5 3-9-15,2-6 1 16,-10 1 0-16,-14 1-9 16,-17-3 2-1,-20 3-15-15,-10 1 15 0,-2 3-15 16,-2-2 7-16,0 3 4 16,0-1-3-1,0 1-35-15,-14 0-56 16,3 0-68-16,-2 0-123 15</inkml:trace>
  <inkml:trace contextRef="#ctx0" brushRef="#br0" timeOffset="723.49">6372 6803 503 0,'0'0'120'0,"0"0"-115"16,0 0 56-16,0 0 21 0,6 4-57 15,-6 3-2-15,0 17-11 16,0 10 25-16,0 16 39 16,0 12-40-16,0 6-9 15,0 4 10-15,0 8-15 16,0 5-2-16,0-3-16 15,0-6 2 1,0-10 11-16,0-11-17 16,0-13 0-16,0-12 0 15,0-8 7 1,0-10-9-16,0-6-25 0,0-4-7 16,0-2-89-16,-2 0-55 15,-6 0-71 1</inkml:trace>
  <inkml:trace contextRef="#ctx0" brushRef="#br0" timeOffset="1273.22">5721 7798 286 0,'0'0'195'16,"0"0"-180"-1,0-16-13-15,7 10 86 0,8 2-19 16,1 0-26 0,2 0-20-16,-5 2 9 0,0 0 16 15,-1 2-2-15,-3-2-1 16,1 2-12-16,2 0-4 15,3-2 18 1,6 2-17-16,5-2-10 0,6 2-17 16,7-2 5-16,30-2 1 15,8-2-7-15,0-2 38 16,4 0-29-16,-30 0-11 16,-9 4 7-16,-8-2-3 15,-14 4-6-15,-9 0 2 16,-7 2-8-16,-4 0 6 0,0 0-40 15,-25 0-26-15,2 2-90 16,-4 4-220-16</inkml:trace>
  <inkml:trace contextRef="#ctx0" brushRef="#br0" timeOffset="1862.95">5763 7808 616 0,'0'0'35'0,"0"0"-29"0,0 0 51 16,0-2 39-16,0 2-49 15,0 24-40-15,0 13 42 16,0 13 17-16,0 18-16 16,-2 12-20-16,0 6-13 15,0 5 18-15,2-5-23 31,0-2-13-31,0-6 3 0,0-12 2 16,0-2 4 0,0-17-4-16,0-14 0 15,0-11-2-15,0-18-1 16,0-4 4-16,0 0-5 16,2 0-5-16,2-4-18 0,3-23-61 15,-2-8 3-15,-5 17-127 16,0-4-222-16</inkml:trace>
  <inkml:trace contextRef="#ctx0" brushRef="#br0" timeOffset="3230.81">6608 6811 116 0,'-5'-8'230'16,"5"7"-189"-16,0-1-41 15,0-2 68-15,0 1 4 0,0-1-27 16,0 0-15 0,0 3 9-16,0 1-9 15,0 0 30-15,0 0 22 16,0 0-32 0,0 0-15-16,0 0-21 15,0 13-8-15,5 22 24 16,4 7 12-16,0 14-6 15,-3 2-24-15,-2 8 15 16,2 4-13-16,-4 5-5 0,-2 3 15 16,0 0-24-16,0-4 12 15,0-6-2-15,0-8-6 16,0-13 13 0,0-9-10-16,0-10 8 0,0-10-13 15,0-6-1-15,0-6-1 16,0-2 3-1,0-4 4-15,0 2-7 16,0-2 0 0,0 0 1-16,0 0 1 0,0 0-4 15,0 0 0 1,0 0-28-16,0 0 2 0,0 0-42 16,0 0-30-16,0 0-3 15,0 0-48 1,0 0-12-16</inkml:trace>
  <inkml:trace contextRef="#ctx0" brushRef="#br0" timeOffset="3851.28">6675 7307 588 0,'0'0'39'0,"-2"0"-39"0,2 0 0 32,13 0 43-32,20-4-11 0,10-4 1 15,10 0 0 1,7-2 56-16,7 0-35 16,3 0-13-16,3 2 4 15,20-1-15-15,-1 6 7 16,-7 1-24-16,-12 2-7 15,-36 0 4-15,-8 0-9 0,-15 0-1 16,-9 0 0-16,-5 0 8 16,0 0-10-16,0 0 2 15,0 0 0-15,0 0 6 16,0 0-6 0,-5 0-24-16,-1 0-155 15,-2 0-20-15,4 0-87 0</inkml:trace>
  <inkml:trace contextRef="#ctx0" brushRef="#br0" timeOffset="4715">7442 5949 237 0,'0'0'75'0,"0"0"-69"15,-14-26 42-15,12 20 9 16,2-4-29-16,-3 0 17 16,3 2 2-16,0 4-17 15,0 2 20-15,0 2-11 0,0 0 8 16,0 0-1-16,0 0-21 15,0 0 4-15,0 0-6 32,0 0 1-32,0 0 8 15,0 0-8-15,0 0-6 0,0 0 8 0,0 0-11 32,0 2-15-32,0 18 2 0,0 22 33 15,0 13-14 1,0 11-4-16,3 8 2 15,7-10-16-15,2 6 17 16,-1 4-19-16,3 7 3 0,-1 5 13 0,1 0-15 16,-1 8 5-1,-7-3-4-15,1 1 3 0,-5-6-4 16,1-10-2 0,-1-8 5-16,-2-11-3 15,0-7-2-15,0-6 10 16,0 2-9-16,0-8 14 15,0-6-15-15,0-8 6 16,0-16 6 0,0-2-12-16,0-6 0 15,0 0 1-15,0 0-1 16,0 0-11-16,-12-18-40 16,-5-16-63-16,7 14-140 15,2 0-117 1</inkml:trace>
  <inkml:trace contextRef="#ctx0" brushRef="#br0" timeOffset="6592.07">5710 5887 351 0,'-5'2'339'0,"5"0"-325"15,0 0-14-15,0-2 21 16,12 0 17-16,14 0-24 15,6 0 12-15,-4 0 15 16,6 0-10-16,-10 0 14 16,7 2-34-16,1 0-3 0,-1 0 14 15,2-2-15-15,4 0 3 16,2 0 6-16,5 0-15 16,6 0 9-16,6 0-10 15,6 0 1 1,5 0 10-16,4 0-10 0,5 0-1 31,6 0 2-31,21-6-1 16,-3-2-1-16,-2 0 0 15,-13-2 1-15,-27 6 0 16,-10-2-1-16,-7 2 0 16,-5 4 6-16,-10 0-9 0,-6 0 3 15,-4 0 0-15,-7 0 2 16,-5 0-2-16,3 0 0 15,-2 0 0-15,3 0 2 16,3 0-2-16,1-2 0 16,1 2 1-16,5-2-1 15,-1 2 0-15,-1-2-1 16,-1 2 4-16,-7 0-5 16,-6 0 2-16,0 0 0 0,-2 0 2 15,0 0-1-15,0 0-1 16,0 0 6-16,0 0-1 15,0 0-2-15,0 0-3 16,0 0 0-16,0 0 5 16,0 0-5-16,0 0 0 15,-7 0-32 1,-27 0-46 0,-3 0-94-16,16 2-103 15,4 0 5-15</inkml:trace>
  <inkml:trace contextRef="#ctx0" brushRef="#br0" timeOffset="7626.94">7309 5869 210 0,'-4'4'130'0,"4"-4"-81"16,0 0-18-16,0 0 77 16,0 0-5-16,0 0-80 15,0 0-10-15,0 0 8 16,0 0 15-16,0 0 18 15,0 0-19 1,0 0 1 0,7 0 11-16,7 0 18 0,6 0-36 15,4 0-16-15,5 0 13 16,20 0-23 0,5 0-3-16,3 0 13 15,5 0-12-15,-6-4 6 0,2 2-7 16,7 0 3-16,5 0 2 15,0 2-5-15,1 0 0 16,-6 0 2-16,-3 0-1 16,-8 0-1-16,-2 0 0 15,-6 0 0-15,-1 0-2 16,-1 0 2-16,1 0 1 16,-1 0 0-1,12 0-1-15,0 0 0 16,-1-2 2-16,-1-6-3 15,-17 4 1-15,4 0 0 16,-7 0 1-16,-5 0-1 16,-6 0-1-16,-4 0 0 15,-3 2-18-15,-6 0 7 16,-1 0-11-16,-5 2 4 16,-1 0 15-16,-3 0-52 0,0 0 5 15,0 0-46-15,0 0-12 16,0 0-50-1,-7 0 20-15,-2 0-20 16</inkml:trace>
  <inkml:trace contextRef="#ctx0" brushRef="#br0" timeOffset="8130.56">8911 5823 482 0,'0'0'155'16,"0"0"-144"-16,6 0-3 15,-6 0 76-15,0 0 12 16,0 0-48-16,0 0-18 0,0 0 12 15,0 2 9-15,0-2-23 16,0 0-16-16,0 8 11 16,0 16-23-1,0 14 2-15,0 14 32 16,0 11-27-16,6-3-2 0,3 2-4 31,-1 2 6-31,0 0-7 16,1-2 0-16,-1-3 0 0,-1-5 5 15,2-8-1-15,-4-8-2 16,1-6 3 0,0-10 2-16,-1-6-7 15,-3-6 0-15,-2-2 3 16,0-6-2-16,0 0-1 0,0-2 4 16,0 0-1-16,0 0-6 15,0 0-32-15,-7 0-81 16,1 0-71-16,0 0-290 15</inkml:trace>
  <inkml:trace contextRef="#ctx0" brushRef="#br0" timeOffset="8997.4">9065 6639 371 0,'0'0'216'0,"0"0"-171"15,0 0-40-15,0 0 135 16,8-4-23 0,-18-4-79-16,-5 0 43 0,-6 0-68 15,-3 0 13-15,-7 0-13 16,-14 0 0-16,-2 4 2 15,-1 4-13-15,-2 0 11 16,15 0-9-16,2 0-2 16,-1 2 18-16,3 10-13 15,2 4 2-15,2 4 10 16,5 2-17-16,4 7 6 16,4 4-8-1,6 7 0-15,1 6 3 16,3 5-1-16,0 1 1 15,1 2 2-15,3 2-7 16,0 6 2 0,0 2-2-16,0-3 0 0,11-7 4 15,4-14-2-15,8-2 0 16,0-6 4-16,3-4-6 16,0-6 2-16,1-2 0 0,0-4 6 15,-2-4-5-15,2-2-1 16,-3-2 3-1,0 1 4-15,3-2-7 0,-2-3 0 16,-1 3 5-16,3-7-4 31,6 0 0-31,1 0 9 16,-3 0-9-16,-2 0 14 16,-6 0-13-16,-4-11-1 15,-1 1 14-15,-1-5-10 16,0-2 3-16,1-3 8 15,-3-4-12-15,-2-2 9 16,3-4-10-16,-1-2-1 0,1-6 17 16,-5-2-15-16,-4-3 12 15,-2-2-16-15,-5-1 17 16,0-11-7-16,0 1-10 16,0 4 21-16,0 4-19 15,-5 12-2-15,-9 0 6 16,1 4-1-16,-5 0 2 0,1 3-7 15,-3 1 0-15,-3 2 0 16,0 4 0-16,-2 4 0 16,-4 2-3-1,-3 0-4-15,1 4-25 0,0 2-12 16,0 4 16-16,2 2-22 31,-2 4-1-31,4 0-29 16,4 0-70-16,8 0-90 15,15 0-73-15</inkml:trace>
  <inkml:trace contextRef="#ctx0" brushRef="#br0" timeOffset="9468.76">8849 6764 516 0,'0'-7'99'16,"0"3"-70"-16,0 3 98 15,0 1 13-15,0 0-68 0,0 0-21 16,0 0-39 0,0 0-11-16,0 0 23 0,0 0-10 15,0 4 4-15,0 18-18 16,0 6 3-16,2 4 20 15,0 0-18-15,6 0 4 32,-4-2-6-32,0-6-2 0,3-2-1 0,-1-8 3 15,-2-4-9-15,-2-2-8 16,-2-8-50-16,0 0-62 16,0 0-115-1,0 0-119-15</inkml:trace>
  <inkml:trace contextRef="#ctx0" brushRef="#br0" timeOffset="9700.82">8729 6942 339 0,'0'0'371'0,"0"0"-302"0,0 0-54 15,0 0 57-15,0 0-28 16,20-20-33-16,5 20 6 15,2-2 25-15,-1 2-31 16,-2-2 0-16,1 0-5 16,-5 2-1-1,-2 0-10 1,0 0-256-16,-18 0-41 0,0 0-121 16</inkml:trace>
  <inkml:trace contextRef="#ctx0" brushRef="#br0" timeOffset="10049.09">8843 7353 585 0,'0'0'129'0,"0"0"-111"16,0 0-16-16,0 0 112 15,-18 12-60-15,18-10-47 16,9-2 15-16,6 2 9 16,5-2 25-16,7 0 5 15,4 0-40-15,5 0 5 16,2 0-11-16,-5 0-3 0,-4 0-12 15,-6 0-2-15,-11 0-41 16,-2 0-69 0,-10 0-101-16,0 0-54 15,0 0-109-15</inkml:trace>
  <inkml:trace contextRef="#ctx0" brushRef="#br0" timeOffset="10821.59">9339 6856 374 0,'0'0'176'15,"0"0"-119"-15,0 0-37 16,10-49 99-16,-8 48-13 16,-2 1-36-16,0-3-13 15,0 3-32 1,0 0 25-16,0 0-31 16,0 0 13-16,0 0-21 15,4 12-7-15,5 19-2 0,2 9 6 16,3 8 3-16,1-8 2 15,-1 4-12-15,-1-2 9 16,3 0-10-16,-5-2 1 16,-1-1 5-16,2-3-5 15,-5-8-1-15,-1-4 0 0,-2-6 6 32,2-8-6-32,-4-4 0 15,0-2 7-15,0-4-4 16,0 2 9-16,0-2 17 15,1 0-15-15,1 0 22 16,2-14-9-16,6-14-3 16,1-4 1-16,3-6-21 15,-1-6 8-15,1-7 12 0,2-5-17 16,0-6 12-16,-3-4-12 16,3 6-6-16,-7 2 16 15,-1 11-16 1,-4 11 17-16,-4 8-12 0,3 10-1 15,-5 8-5-15,0 4-7 32,0 6 0-32,0 0-21 15,0 0-35-15,0 4-28 16,-5 16-70-16,1-6-197 16,4 0 16-16</inkml:trace>
  <inkml:trace contextRef="#ctx0" brushRef="#br0" timeOffset="11393.28">10066 7167 299 0,'0'0'168'16,"0"0"-117"-16,0-22-24 15,0 17 94-15,0-3-10 16,0 3-32-16,0-2-24 16,0 1 10-16,0 1-13 15,-2-2-6-15,-5 4-11 16,-2-1-3-16,-4 1-32 16,-5 3 1-16,-11 0-6 15,-3 0 10-15,-1 4-1 16,-7 17-4-16,11 4 4 15,0 1 3-15,5 6-7 16,6 5 0 0,9 3-4-16,9 0 2 15,0-4 2-15,0 0 0 16,16-4 2-16,15 0-7 16,7-6 5-16,1-2-6 15,2-6 6-15,-1-6-5 16,-5-6-48-16,3-6 24 15,-11 0-58-15,-25 0-147 0,-2-11-96 16</inkml:trace>
  <inkml:trace contextRef="#ctx0" brushRef="#br0" timeOffset="11710.1">9912 7375 778 0,'0'0'9'15,"0"0"88"-15,0 0 4 16,0 0-53 0,25-18-46-16,-6 18 6 15,0 0-5-15,-9 0 2 16,0 0-7-16,-1 0 2 16,-5 12 0-16,0 0-6 0,-2 4 3 15,1 6 1-15,-3 4 2 0,0 4 7 16,0 1 3-1,0 1-10-15,0-2 7 16,0-2-7-16,0 0 0 16,0-6 0-16,0 0 6 15,2-8-2-15,-2-4-4 0,0-6-35 16,2-4-61-16,-2 0-136 16,2 0-141-16</inkml:trace>
  <inkml:trace contextRef="#ctx0" brushRef="#br0" timeOffset="12180.15">10311 7167 8 0,'0'0'535'0,"0"0"-467"16,0 0-54-16,0 0 93 16,34-45 11-1,-34 45-56-15,0 0 41 16,0 0-56-16,0 0-15 16,0 0-11-16,-21 9-20 15,-4 9 35 1,2 4-25-16,0-3-5 15,12-5 14-15,8 0-20 16,3 1 0-16,0-1-2 16,0 2 3-16,12 0-1 15,13 0 0-15,6 2 0 16,4 2-5-16,3 0 4 16,-2 4-6-16,-5-2-15 0,-7 0 21 15,-5-2-12-15,-13-2-6 16,-6-2 19-1,-33 2-15-15,-32-4-11 16,-22-4 13-16,-4-3-31 0,-5-6-63 16,61-1-82-16,0 0-190 15</inkml:trace>
  <inkml:trace contextRef="#ctx0" brushRef="#br0" timeOffset="14474.32">5770 8789 206 0,'-15'0'240'0,"8"0"-207"15,5 0-25-15,2 0 34 16,0 0 27-16,0 0-42 15,0 0-10 1,0 0-1-16,0 0 9 16,0 0 20-16,0 0-21 0,0 0 1 15,0 0 3 1,0 0 29-16,0 0-27 16,0 0 4-16,0 0 15 15,0 0-36-15,4 0 20 16,12 0 14-16,2 0-10 0,-3 0-3 15,7 0-24-15,1 0 3 16,2 0 12-16,3 0-22 16,4 0 6-16,3 0 0 15,5 0-8-15,10 0 13 16,0 0-12 0,10 0-1-16,3 2 7 0,-3 2-8 0,2 0 0 15,-1 2 4-15,17-2-7 16,-1-2 3-1,4-2 0-15,1 0 0 16,-17 0 0-16,-2 0 0 16,-6 0 0-16,3 0 5 15,0 0-6 1,0 0 1-16,3 0 0 16,-1 0-1-16,-2 0 1 0,0 0 0 15,1 0 0 1,-1 0 2-16,0 0-2 15,-2 0 0-15,-8 0 1 16,8 0 0-16,-4-2-1 16,0 0 0-16,-4 2 6 0,-11 0-10 15,-3 0 4-15,-1 0 0 16,1 0-2-16,-5 0 2 16,3 0 0-16,0 0 0 15,-5 0 5-15,-1 0-12 16,3 0 7-1,-4 0 0 1,0 0 2-16,0 0-2 0,-3 0-2 16,3 0 8-16,9 0-9 15,-1 0 3 1,-6 0 0-16,-6 0-3 0,-12 0 5 16,-7 0-2-16,-2 0 0 15,0 0 6 1,-2 0-8-16,0 0 2 0,5 0 0 15,4 0-2-15,6 0 3 0,8-8-1 16,4 2 0 0,-1 2 0-16,-1-2 0 15,-3 2 0-15,2 0 0 16,1 0 0-16,-4 4 0 16,-4-4 0-1,-5 2 7-15,-10 2-11 16,0 0 4-16,0 0 0 15,0 0 0-15,-2 0 0 16,0 0 0-16,0 0 0 16,0 0 7-16,0 0-10 15,0 0 3-15,2-2 0 16,1 2-2-16,-1 0 2 0,2 0-1 16,0 0 7-16,6 0-9 15,-4 0 3-15,5 0 0 16,-2 0 0-16,0-2 0 15,0 2 0-15,2 0-1 16,1-3 7-16,1 2-9 16,3-1 3-16,-3 0 0 0,-3 0-1 15,-2-2 1-15,-4 4 0 16,-4 0-1 0,0 0 5-16,0 0-4 0,0 0 0 15,0 0 7-15,0 0-7 16,0 0 0-1,0 0 1 1,0 0 6-16,0 0-11 16,0 0 4-16,0 0-9 15,0 0 8-15,0 0-17 16,-2 0 5-16,-8 0-7 16,-3 0-39-16,-5 0-5 0,10 0-41 15,-3-4-96 1</inkml:trace>
  <inkml:trace contextRef="#ctx0" brushRef="#br0" timeOffset="15894.15">8923 7538 299 0,'0'-5'114'0,"0"5"-87"15,0 0 23-15,0 0 59 16,0 0-36-16,0 0-29 0,0 0 8 16,0 0-9-16,0 0 6 15,0 0-3-15,0 13-6 16,0 6 12-16,0 6-20 15,0 3-1-15,0 16-1 16,7 2-8-16,3 2 6 16,2 2-15-1,-5-7 0-15,-1 0 4 16,1 1-15-16,-3 5 17 16,3-1-16-16,-2 2-1 15,-3 0 19-15,2 0-21 16,-2 2 3-16,3-4 1 15,-1-3-2 1,1-1 6-16,-3-4-8 0,3 0 2 16,-1-2-2-16,-2 6 0 15,-2-6 0-15,2-2 3 16,-2-6-1-16,0-10-2 16,0-7 0-16,0-6-2 15,0 0 3-15,0-3-1 16,0 0 0-1,0 2 3-15,0-1-3 16,0-1 0-16,0 1 0 16,0 0 2-16,0-2 1 15,0-2-3-15,0 2 3 16,0-3-4-16,0 0 1 16,0 0 0-16,0 0 4 15,0 0-3-15,0 0-1 0,0 0 0 16,0 0 6-16,0 0-8 15,0 0 2-15,0 0 0 16,0 0-4-16,0 0 4 16,0 0 0-16,0 0 0 15,0 0 4-15,0 0-7 16,0 0 3-16,0 0 3 0,0 0-1 16,0 0-2-1,0 0 5-15,0 0-1 16,0 0 5-16,0 0-3 15,0 0-5-15,0 0 25 16,0 1-21-16,-4 2 3 0,-10-1 1 31,-7 0-8-31,-8 0 13 0,-11-1-3 16,-8 2 1 0,-5 1 14-16,-8 0-3 15,-3 2-14-15,-3-2-5 16,-6-3-8-16,-23 2-31 15,0-3-70-15,60 0-89 16,7 0-759-16</inkml:trace>
  <inkml:trace contextRef="#ctx0" brushRef="#br0" timeOffset="28719.2">5595 6236 382 0,'0'0'84'0,"0"0"-82"16,0 0 46-16,0 0 65 15,-3-6-44-15,3 6-21 16,0 0-24-16,0 0-4 16,0 0 3-16,0 0-2 0,0 0 10 15,0 0-11 1,0 0-3-16,0 0-17 0,0 0 0 16,0 0 1-16,0 16 1 15,7 16 12-15,4 6 7 16,5 9-1-16,-3-10-1 15,1 4-12-15,1-7-4 16,-5-2 0-16,2-8 2 16,-5-4-3-1,-1-6-2-15,-2-6 0 16,-1-2 15-16,-1-6-3 16,1 0 1-16,-3 0 9 15,0 0-3-15,0 0-6 16,0 0 4-16,0 0 12 15,0 0-17-15,0 0-4 16,0 0-3-16,0 0 1 16,0 0-12-16,0 0-10 0,0 0-35 15,-5 0 0-15,-2-2-28 16,1 0-74-16,-1 0-16 16,5 2-45-16,2-2-9 15</inkml:trace>
  <inkml:trace contextRef="#ctx0" brushRef="#br0" timeOffset="29258.21">5699 6571 277 0,'0'0'184'0,"0"0"-140"0,0 4-44 16,0-4 45-16,0 0 33 15,0 0-16-15,2 0 10 16,2 0-18-16,3 0 94 31,2-10-120-31,2-4 2 16,7-4 0-16,11-12-12 16,7-6 6-16,2 0 3 15,1-3-3-15,-12 10 10 16,-2 2-25-16,-7 5 11 15,-9 8 5-15,-3 6-16 16,-6 7 2-16,0 1-11 0,0 0 3 16,0 0-2-16,0 0-1 15,0 0-15-15,0 0-29 16,0 0-5-16,-2 0-9 16,0 5 14-16,-4 1-15 15,-1 1-29-15,2-2-41 16,-4 1-2-16,5-2-38 0,4-4-35 31</inkml:trace>
  <inkml:trace contextRef="#ctx0" brushRef="#br0" timeOffset="31334.18">4182 6093 258 0,'0'-11'611'15,"0"4"-597"-15,0 2 6 16,0-1-14-16,0 2 40 16,0 1-21-16,0 2-16 0,0 1 4 15,0 0 8-15,0 0-15 16,0 0-2 0,0 0 16-16,0 0 20 15,0 0-35-15,0 0-5 0,0 5-3 16,0 31-3-16,0 11 6 15,0 9 4-15,0 4-1 16,0-6 1-16,0-1-4 16,0-2 1-16,0-2 4 15,0-7-3-15,0-8-2 16,0-6 0 0,0-10 4-16,0-6-4 15,0-4 0-15,0-6 0 16,0 0 2-16,0-2 0 15,0 0 6-15,0 0-4 16,-12 0-4 0,-5 0-8-16,-4 0 5 0,-3 0-2 15,4 0-7-15,4 0 4 16,3 0 4-16,7 0 8 16,0 0-2-16,2 0 6 0,4 0-2 15,0 0 11-15,0 0-11 16,0 0 1-1,0 0 3-15,0 0-9 0,0 0-1 32,0 0 0-32,12 0 6 0,17 0 3 15,11 0 6 1,8-2 12-16,8 0-17 16,-7 0 3-16,-4 0-8 15,-7 2-3-15,-10 0 7 16,-12 0-9-16,-7 0 0 15,-5 0 0-15,-4 0 0 0,0 0-1 16,0 0 1-16,0 0-3 16,0 0-12-16,0 0-18 15,0 0-12-15,0 0-46 16,0-2-76 0,-4-2-85-16,-2-4-188 0</inkml:trace>
  <inkml:trace contextRef="#ctx0" brushRef="#br0" timeOffset="31735.21">4074 6056 583 0,'0'0'112'0,"-8"-6"-110"0,8 3 21 16,0 3 108-16,0 0-60 16,0 0-10-16,0 0-26 15,0 0 6-15,0 0-14 16,0 0-10-16,16 0-8 15,12 0 1-15,10 0 26 16,0 3-18 0,0 1-15-16,2-2 11 15,-4-2-12-15,-7 0 1 16,-3 0-1-16,-10 0-2 16,-7 0-1-16,-5 1-32 15,-4 6-35-15,0-1-27 16,0-2-361-16,0 0 187 15</inkml:trace>
  <inkml:trace contextRef="#ctx0" brushRef="#br0" timeOffset="32098.92">4431 6318 158 0,'0'0'359'16,"0"0"-318"-16,0 0-39 16,0 0 63-16,2 23 29 15,3-12-53-15,-1 9-34 16,-2 7 6 0,2 1 12-16,0 6 11 15,-2-2-3-15,-2 2 4 16,0-2-5-16,0-4-12 15,0 0 4-15,4-8-10 16,-4-2-11-16,0-8 13 16,2-4-8-16,-2 0-7 15,2-6 4-15,-2 0-3 0,0 0-2 16,0 0-47 0,0-12-19-16,0-10-63 0,0-2-118 15,0 10-31-15</inkml:trace>
  <inkml:trace contextRef="#ctx0" brushRef="#br0" timeOffset="32439.26">4425 6314 353 0,'0'0'181'16,"0"0"-124"-16,0 0 14 0,0 0 88 15,-16-34-55 1,16 34-71-16,16 0-33 15,11 12-7-15,8 8 7 0,3 0 10 16,4 4-5-16,-4 1 1 16,-6-2-2-16,-7 5-4 15,-4 1 9-15,-8 0-8 16,-6-2 0-16,-7-1 6 16,0-4 2-16,0-2-4 15,-14-2 0 1,-15-2-4-16,-21 0 13 15,-4-4-6-15,5-4 10 16,4-4-10-16,23-4 0 16,7 0-8-16,7 0-10 15,8-12-49-15,0-2-62 16,0 6-85-16,16 0-72 16</inkml:trace>
  <inkml:trace contextRef="#ctx0" brushRef="#br0" timeOffset="32988.35">5024 6292 349 0,'0'0'211'0,"0"0"-173"0,0 0-3 15,8-10 80-15,-8 8-30 16,0 2-49-16,-4 0 7 16,-7 0-14-16,-7 0-16 15,-6 0 8-15,-7 0-6 16,0 0 5-16,0 12 23 15,4 0-4-15,9 0-1 0,2-1-13 16,9-2-24-16,3-3-4 16,4 2 3-16,0 5-3 15,0-4 3-15,14 8 0 16,15 3 2 0,6-2 3-16,3 2-3 0,-11-2-2 31,0 0 1-31,-10 0-7 0,-5-2 6 15,-6-2 0-15,-6 2-2 16,0-4 0-16,-2-2 2 16,-25 2-3-16,-8-4 3 15,-6 2 9 1,-3-6 9-16,-1-4-8 16,3 0-10-16,2 0-7 0,0-16-66 15,30 6-154-15,4 2-415 16</inkml:trace>
  <inkml:trace contextRef="#ctx0" brushRef="#br1" timeOffset="52628.63">14642 16529 21 0,'5'-12'289'15,"-3"-2"-245"-15,1 0-22 16,3 2 116-16,-2-6-29 16,3-4-45-16,0 4-4 15,-2 0 7-15,-1-4-7 16,-2-1 0-16,2 1-27 15,3 0 5-15,-3 3 15 0,1 2-30 16,0-1 9-16,-3 4-7 16,0 0 7-1,0 2-10-15,-2 6-5 16,0 2 6-16,0 4-17 16,0 0 2-16,0-4-8 15,0 4 2-15,2 0 2 0,-2 0-4 0,0 0 0 31,3 10-1-31,1 16-4 0,4 14 1 16,4 5 4-16,-1 13 11 16,5 0-11-16,-1 4 2 15,-1 2-1-15,1 6 0 32,-1-8-1-32,-3-12 0 0,-2-15 1 15,-5-17-1-15,1-12 0 16,-3-2 0-16,0-4 5 15,1 0-3-15,-1 0 1 16,2 0 8-16,0 0 8 16,7-22 21-16,5-10 2 15,5-8-20-15,2-15-1 0,2-11-12 16,-2-10 8-16,4-12-11 16,-1-20 9-1,-2 9-15-15,1 7 0 16,-11 20 15-16,-3 32-7 0,-5 13 3 15,-4 12 1-15,0 7-7 32,-2 4 1-32,0 4-6 0,0 0-1 15,0 0-3-15,0 0-16 16,0 5-7 0,0 12-8-16,0 5-32 15,0 2 28-15,0 2-16 16,0 6 3-16,0 10-75 15,0-24-162-15,-4 0-225 0</inkml:trace>
  <inkml:trace contextRef="#ctx0" brushRef="#br1" timeOffset="53014.51">15356 16463 588 0,'0'0'210'16,"0"0"-193"-16,4-40 10 16,-4 36 113-16,0 4-46 0,-10 0-68 15,-7 0-4-15,-12 8-16 16,-4 20 6-1,-3 12-2-15,1 8 13 16,8 2-23-16,11-2 2 0,9-2 3 16,7 3-4-1,9-5 0-15,24-8 1 0,10-8 2 16,-1-12-1-16,6-10-3 16,-4-6 3-16,-5 0-9 15,-3 0 6-15,-9 0-35 16,-11-10-43-16,-14-4-86 15,-2 6-119-15,-2 0-125 16</inkml:trace>
  <inkml:trace contextRef="#ctx0" brushRef="#br1" timeOffset="53315.82">15367 16745 602 0,'0'0'81'0,"0"0"-73"15,0 0-8-15,0 0 73 16,33-64 4-16,-17 56-23 15,-7 4 14-15,-5 4-3 0,-4 0-7 16,0 0 1-16,0 0-15 16,0 8-21-1,2 14-23-15,0 10 10 0,0 9-8 16,3-1-1-16,-3 0 7 16,3 8-7-1,-1-2-1 1,3-2 0-16,-5-4 3 15,0-18-5-15,0-4 2 16,-2-9-2-16,0-8-6 16,3-1 6-16,-3 0-45 0,2 0-19 15,0-1-79-15,-2-12-93 16,0-1-255 0</inkml:trace>
  <inkml:trace contextRef="#ctx0" brushRef="#br1" timeOffset="53818.41">15801 16517 504 0,'0'0'88'0,"0"0"-82"0,0 0 114 15,0 0-26-15,22-36-31 16,-22 36-22 0,0 0 23-16,0 0 9 0,-2 0-29 0,-20 0-27 15,-9 10-6-15,-5 12 4 16,1-8 5-16,3 2-9 16,14-6-2-16,7-6 0 15,11 0-7-15,0 2-4 16,0 2-6-1,5 0 2-15,19 2-4 0,10 4 4 16,6 2 3-16,1-2-5 16,7 14 4-16,-8-2-2 15,-9 9 3-15,-9-3-3 16,-17-10 5-16,-5 0-1 16,0-4-2-16,-13 0 1 15,-23 0 3 1,-13-4 24-16,-9-2-1 15,0-6 3-15,2-6-18 16,10 0-5-16,6-4 6 16,9-18-9-16,6-2-40 15,25 12-93-15,0-2-252 16</inkml:trace>
  <inkml:trace contextRef="#ctx0" brushRef="#br1" timeOffset="56527.95">1190 5731 326 0,'-8'-14'22'16,"6"8"-11"-16,2-1 33 15,0 2 45-15,0 1-40 16,0 0-24-16,0-1 19 16,0 1-23-1,0 1 0-15,0-3 25 16,0 0-7-16,0 2-21 15,0-2 7-15,0 6 16 16,0-4-17-16,0 1-18 16,0 2 4-16,0-2 10 15,0 3 0-15,0-1 11 16,0 1-18-16,0 0 1 0,0 0 14 16,-2 0-6-16,2 0 9 15,0 0-1-15,0 0-17 16,0 0 8-16,0 0-13 15,-2 0-5-15,0 0 1 16,-1 5-4 0,1 20-11-16,2 13 11 15,-2 12 34 1,-2 8-25-16,2 24-9 16,-3 4 13-16,-2 3-13 15,3-9 5-15,-1-22 1 16,1-8-4-16,0-12 9 15,-1-6-6-15,3-9-5 16,-1-8 14-16,1-4-13 0,2-7 4 16,0-2-1-16,0-2-3 15,0 0 4-15,0 0-5 16,0 0-2-16,-2 0-11 16,0 0-17-16,-7 0-7 15,-2 0-19-15,-9 0-56 16,-5 0-18-16,0 0 6 0,-2 0 33 15,2 0 90-15,-2 0 2 16,2 0 34-16,5-5 33 16,4 4 8-16,10-2-19 15,3 3-14-15,3 0 5 16,0-1-4-16,0 1 5 16,0 0-47-1,3-3 19-15,6 3-21 16,18 0 2-1,10-1 27-15,9-6 17 16,12 1-11-16,-4-2-10 0,4 1-8 16,-4-1 10-16,-3-1-22 15,-6 4-4-15,-14 2 7 16,-12 1-7-16,-11 2-1 0,-8 0 0 16,0 0 4-1,0 0-9-15,0 0-12 16,0 0-1-16,0 0-28 15,-8 0-16-15,-9 0-64 16,8 0-51-16,-5 0-146 16</inkml:trace>
  <inkml:trace contextRef="#ctx0" brushRef="#br1" timeOffset="56961.59">940 5582 350 0,'-9'-9'175'0,"9"9"-114"15,0-3 41 1,0 1-22-16,0 2-21 16,9 0-9-16,15 0 28 15,7 0-5-15,8 0-19 0,-2 5-12 16,3 3-28-16,-2-3 0 15,-3 1 0-15,0-2-13 16,-9-1 5-16,-2-2-6 0,-5-1 0 16,-7 0 7-1,-5 0-7-15,-2 2-40 16,-5 2-62-16,0 4-84 0,0-5-123 31,0 0-90-31</inkml:trace>
  <inkml:trace contextRef="#ctx0" brushRef="#br1" timeOffset="57310.75">1458 5877 592 0,'0'0'126'15,"0"0"-120"-15,0 0 18 0,0 0 52 16,8 52-18-16,-8-22-35 16,0 8-13-16,0 4 33 15,0 1 16-15,0 1-33 0,0-6 4 16,0-2-11-16,0-4-15 16,0-8 13-1,0-2-12-15,0-9 4 16,0-2-6-1,0-3-2-15,0-2-1 16,0 0 0-16,0-4-5 16,0 1 3-16,0-3-51 15,0 0-64-15,-2 0-100 16,-6 0-82-16</inkml:trace>
  <inkml:trace contextRef="#ctx0" brushRef="#br1" timeOffset="57633.75">1392 5891 875 0,'0'0'87'0,"0"0"-80"16,0 0 20 0,0 0-2-16,69-24-19 15,-24 44 3-15,1 9 6 16,-1 4-12-16,-7 6 1 15,-7 7-4-15,-8-2 1 16,-8 2 2 0,-13-2-3-16,-2-4 0 0,0-2-9 15,-15-6 9-15,-14-4 9 16,-13-4 29-16,1-8 5 16,3-3-26-16,7-9-11 15,13-4-6-15,5 0-7 16,9-3-24-16,1-15-91 15,3 6-108-15,0 0-137 16</inkml:trace>
  <inkml:trace contextRef="#ctx0" brushRef="#br1" timeOffset="58112.68">2058 5855 290 0,'0'0'320'0,"0"0"-271"16,0 0 19 0,0 0 107-16,15-26-3 0,-15 26-146 15,0 0-24-15,-6 0 0 0,-25 12 2 16,-7 12 14-1,1 4-8-15,3-2 4 16,18-8 34-16,10-2-37 16,6 2-11-16,0 0-3 15,0 3 3-15,10 1-1 0,19-2 1 16,5 2 0 0,7-3-4-16,-4 4-3 15,-8-3 0 1,-7 2-4-16,-13 0 6 15,-9 0 0-15,0 0 0 16,-18 4 5-16,-22 2 15 16,-7-6 21-16,-1-2-8 15,12-13-13-15,5-6 9 0,2-1-18 16,4 0-5-16,5 0 0 16,5-6-1-16,5-12-23 15,6 0-47-15,4 8-122 16,0 0-316-1</inkml:trace>
  <inkml:trace contextRef="#ctx0" brushRef="#br1" timeOffset="70422.81">17232 6894 98 0,'0'0'25'16,"0"0"33"-1,0 0 2-15,0 0-31 16,0 0-24-16,0 0-3 16,-3 0-2-16,1 0 5 15,-1 0 4-15,3 0-8 16,0 0 5-16,-2 0-6 15,2-2 0-15,0 2-3 16,0 0-9-16,0 0-13 0,0 0-9 16,0 0-15-1,-2 0-13-15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1:30:26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16826 7979 543 0,'0'-2'90'0,"0"2"-90"16,0 0 40 0,0 0 71-16,2 0-10 0,0 0-90 15,-2 0 4-15,0 0 4 16,0 0 5-1,0 0 10-15,0 0-18 0,0 0-6 16,3 0 6-16,8 0-11 0,0 2-3 16,9 14 6-1,3 6 4-15,3 4 10 0,8 8-12 16,3 2-4-16,10 4 9 31,4 2-13-31,5 2 1 16,6 2 2-16,7 1-2 15,14 4-3-15,13-2 2 16,47 5 8-16,13-4-8 16,8-6 7-16,3-4-8 15,-29-7 2-15,4-1 1 16,1-4-4-16,3-1 0 16,-1-2 5-16,-3-3-4 0,-2-8-1 15,-2-2 0-15,-1-4 0 16,-4-2 2-16,-4-2-1 15,-6 0 18-15,-7-2-2 16,-12 2 3-16,-13-2-3 16,5-2-9-1,-7 0 16-15,-2 0-10 16,-4 0 2 0,-18 0 11-16,-3-2-16 0,0-4-1 15,-1 0 0-15,-3 4-10 16,-8 0 6-16,-7 2-6 15,-7 0 0-15,-10 0 3 16,-3 0 0 0,-8 0-2-16,1 0 2 0,-1 0-1 0,4 0-2 15,6 0 0-15,27 0 3 16,2 0-2 0,6 0-1-16,-2 0 0 15,-18 0 2-15,-5 0-2 16,-1 0 0-16,-5 0 0 15,-5 0 2-15,-3 0-1 0,-6 0-1 16,-1 0 0-16,-3 0 2 16,4 0 0-16,3 0-2 15,-2 0-3-15,-1 0 3 16,-6 0 0-16,-7 0 0 16,-2 0 2-1,0 0-1-15,0 0-1 16,0 0-4-16,0 0 3 15,0 0-28-15,0 0-23 16,-22-4-17-16,-11-8-47 16,13 6-143-16,-1-4-156 15</inkml:trace>
  <inkml:trace contextRef="#ctx0" brushRef="#br0" timeOffset="422.82">21008 8526 652 0,'0'0'124'0,"-29"-28"-107"16,29 28 44-16,0 0 91 15,0 0-65 1,0 0-51-16,0 0-18 16,0 0 2-16,0 0-12 0,16 8 12 15,11 8 17 1,8 0 8-16,9 0-31 15,8 4-4-15,4 2 0 16,11 4-7 0,-3 1 2-16,-6 0-5 0,-7 1 0 0,-20-10 3 15,-6-1-3-15,-7-3 0 16,-7-6-1-16,-7 0 5 16,-4-4-7-16,0-1 3 15,0 4 0-15,0 1-3 16,0 6 4-1,-17 8-1-15,-12 8 16 0,-14 2 1 0,-8 0-6 16,-1-4-2-16,-6-2 11 16,12-6-10-1,11-2-6-15,10-10-4 16,21-4-5-16,4-4-33 16,0 0-78-16,15-1-234 15</inkml:trace>
  <inkml:trace contextRef="#ctx0" brushRef="#br0" timeOffset="3324.86">22285 8143 293 0,'0'-32'169'0,"0"20"-104"0,2 4 55 0,-2 2 5 0,2 4-55 15,3 0-36 17,-5 2-4-32,2 0-2 15,0 0-4-15,-2 0-11 16,0 0-2-16,2 0-11 0,7 12 2 0,3 8 11 15,-2 10 0 1,1 8 13-16,1 10 4 16,-4 12-15-16,1 11 6 15,-1 3-3-15,-4 4 4 16,-2-4-12-16,-2-3-5 16,0-6-1-16,0 6-2 15,0-9 2-15,0-10-4 16,0-10 0-16,2-20 2 0,-2-8-1 15,0-4-1-15,0-6 0 16,2-2-3-16,-2 0-21 16,0-2-27-16,0 0-23 15,0 0-24-15,0 0 11 16,-10 0-15-16,-4 0-50 31,-4 0 130-31,0 0 13 0,0 0 9 16,1 0 14-1,1 0 20-15,-2 0-4 16,0 0 17-16,1 0 24 16,-1 0 10-16,7 0-26 0,3 0 8 15,6 0 3 1,2 0-25-16,0 0-24 0,0 0-6 16,0 0-9-16,0 0-1 15,14 3-1-15,17 1 12 16,11-3 5-16,14-1 6 15,4 0 0-15,19 0-5 16,-6 0 1-16,-4 0-14 16,-7 0 0-1,-26 0-1-15,-14 0-4 16,-11 0 0-16,-11 0-2 16,0 0-1-16,0 0-16 15,-11 0-21-15,-22 0-57 16,10 0-100-16,2-8-289 15</inkml:trace>
  <inkml:trace contextRef="#ctx0" brushRef="#br0" timeOffset="3694.96">22075 8189 611 0,'0'0'15'16,"-18"-36"10"-1,18 32 24-15,2 0 71 16,25 0-63-16,11 2-10 15,20-2 17-15,9 2 10 16,11 0-18-16,3 0-21 16,-6 2-3-16,-4 0-20 15,-9-2-10-15,-6 2 3 16,-13 0-5-16,-17 0 0 0,-10 0-6 16,-16 0-8-1,0 0-56-15,-22 0-85 0,-10 0-197 16</inkml:trace>
  <inkml:trace contextRef="#ctx0" brushRef="#br0" timeOffset="4098.63">22926 8825 609 0,'0'0'0'0,"0"0"37"16,0 0-37-1,0 0 158-15,-11-16-36 16,11 16-71-1,0 0-7-15,0 0-17 16,0 0 1 0,0 0-20-16,0 18-4 0,-2 18-4 15,0 8 14-15,2 2 4 16,0 4-10-16,-2-3-5 16,2-4 4-16,0-6-6 15,0-11-1-15,0-6 2 0,0-8-2 16,0-8-26-16,0-4-33 15,-5 0-249-15,1 0 135 16,-3-18-351-16</inkml:trace>
  <inkml:trace contextRef="#ctx0" brushRef="#br0" timeOffset="4383.72">22795 8769 542 0,'0'0'165'0,"0"0"-154"15,0 0-3-15,0 0 114 16,131-11-67 0,-77 40-31-16,2 5 9 15,-7 2-27-15,-11 6-4 0,-12 6 2 16,-19 8-4-16,-7-2 0 16,-16-3 3-16,-30-9 2 15,-8-16 7-15,0-8 25 16,1-6-15-16,6-4 4 15,12-6-18-15,3-2-8 16,12 0-3-16,5-8-9 0,11-10-54 16,4 8-25-16,0 2-88 15</inkml:trace>
  <inkml:trace contextRef="#ctx0" brushRef="#br0" timeOffset="4985.26">23461 8811 274 0,'0'0'356'16,"0"0"-261"-16,0 0 86 15,5-12-84-15,-5 10-42 16,0 2-22 0,-19 0-14-16,-12 0-11 0,-6 2-3 15,5 10 12-15,10 2 1 0,5 0-9 16,8 2 2-16,4-2-11 16,5 4 0-16,0-2-1 15,0 4 0-15,20 0-1 16,11 0 0-1,3 2 2-15,1-1 3 0,-2-2-3 16,-1-1 0-16,-3-1-11 0,-9-2 2 16,-9 0-3-1,-11-1-4-15,-11-3 1 16,-41 2-15-16,-12-5 30 16,-9-4 8-16,2-4-5 15,11 0 14-15,14 0 2 0,15-10-18 31,16-9-1-31,10-4-49 16,5-8-58-16,0 17-96 16,22 0-242-16</inkml:trace>
  <inkml:trace contextRef="#ctx0" brushRef="#br0" timeOffset="5269.72">23688 8504 658 0,'0'0'72'16,"0"0"-12"0,0 0 74-16,0 0-43 15,14-14-40 1,-3 12-33-16,4 2-9 15,8 0-9-15,8 0 10 0,2 0 8 16,6-4-8 0,-2-2-1-16,-5 4-9 0,-3-2 0 15,-10 4-2-15,-5 0-35 16,-14 0-82-16,0 0-104 16</inkml:trace>
  <inkml:trace contextRef="#ctx0" brushRef="#br0" timeOffset="5501.55">23713 8699 519 0,'0'0'110'0,"0"0"-100"31,0 0 48-31,0 0 97 0,0 0-30 0,-2 22-82 31,35-22 47-31,11 0-54 0,16-6-27 16,-6-1-9 0,-4 3-46-16,-15 3-149 0,-35 1-135 15,0 0-158-15</inkml:trace>
  <inkml:trace contextRef="#ctx0" brushRef="#br0" timeOffset="6845.67">24245 9065 239 0,'-6'23'111'16,"6"-15"-93"-16,0-4 16 0,0-3 89 15,0-1-44-15,0 0-14 16,0 0 7-1,0 0 91-15,0 0-90 0,0 0 7 32,6-4-24-32,14-25-17 15,3-14-21-15,-1-9-9 16,0-10 8-16,-1 0-4 16,-2-6-3-16,6-10-1 15,2-7-6-15,-3-1-2 16,-3 6-1-16,-4 14 0 15,-6 18 0-15,-2 20-3 0,-4 14 3 16,-1 7 2-16,-4 6-2 16,0 1-5-16,0 0-9 15,0 4-1-15,2 51-4 16,5 16 19-16,6 7 7 16,3 0-7-16,-2-26 0 31,1-7 0-31,3-9-9 0,-5-14 0 15,3-8 0-15,-5-8 9 16,-3-6-3-16,6 0 6 16,6-6-3-16,4-22 0 15,3-15 7 1,0-9 10-16,-4-6-13 0,-6-12 9 16,1-2-8-16,-3-10-3 15,-1 11-2-15,-5 19 1 16,-7 18 4-16,-2 26 11 15,0 4 8-15,0 2 5 16,0 2-24-16,0 0-5 16,0 20-15-16,0 20-4 0,0 15 19 31,0 1 4-31,0 4-2 16,0-2-1-16,0-2 3 15,2-6-4-15,8-6 0 16,0-8-4-16,3-3-12 15,-1-12-40-15,-1-9-71 16,-9-12-148-16,-2 0-210 16</inkml:trace>
  <inkml:trace contextRef="#ctx0" brushRef="#br0" timeOffset="7225.62">24970 8562 817 0,'0'0'38'0,"0"0"-5"15,2-10 70-15,-2 36-73 16,0 18-12-16,0 10 7 16,0 1-11-16,2-17-13 15,2-4-1-15,1-8 2 0,-1-10 0 16,-2-4-2-16,0-10 1 16,-2-2-1-16,3 0 16 31,6-2 9-31,2-26 28 15,9-10-3-15,3-4-44 16,3-4-6-16,1 6 0 16,-5 8 0-16,-6 9 0 15,-9 15 0-15,-7 8 0 16,0 0 0-16,0 17 0 16,0 19-13-16,2 6 13 0,0-1 4 15,4-1-4-15,-1-7-3 16,1-7-17-16,2-8-53 15,-2-10-33-15,-6-8-101 16,2 0-76-16</inkml:trace>
  <inkml:trace contextRef="#ctx0" brushRef="#br0" timeOffset="7781.04">25616 7985 742 0,'0'0'318'15,"0"0"-301"-15,0 0 31 16,0 0-42-16,-52 44-3 0,23 24 6 16,0 34-9-1,10 10 0-15,5 3-3 16,7-5 3-16,7-40-1 15,0-13-4 1,3-16 4-16,10-14-3 16,3-11 4-16,2-10-1 15,6-6 1-15,2-4 1 16,6-27 8-16,-6-11-6 16,-5-6-3-16,-10 4-17 15,-7 4 8-15,-4 12 7 16,0 14 4-16,0 14 10 15,-11 8 26-15,-11 30-36 0,-1 14 2 16,8-2-3-16,9-1 1 16,6-8 5-16,0-8-3 15,0-11 0-15,12-8-1 16,7-12-3-16,8-2 14 16,4 0 0-16,6-28 10 15,1-8 2-15,-9-4-16 0,-11-7-10 16,-11 5 2-16,-7 0 0 15,-10 8-2 17,-27 12-6-32,-10 14-2 0,-4 8-6 0,9 10-6 15,8 26-47 1,12-2-113-16,22-18-105 16,0-6-231-16</inkml:trace>
  <inkml:trace contextRef="#ctx0" brushRef="#br0" timeOffset="8028.16">26195 8522 695 0,'0'0'259'16,"0"0"-224"-16,0 0 76 16,40-36 22-16,-44 44-130 15,-19 26-3-15,-8 12-1 16,-2 6 1-16,4-2 11 15,0-4-11 1,8-7 1 0,4-7 0-16,3-10-10 0,3-6-8 15,5-10-26-15,2-6-45 16,4 0-103 0,0-8-98-16</inkml:trace>
  <inkml:trace contextRef="#ctx0" brushRef="#br0" timeOffset="8198.01">26003 8458 812 0,'0'0'235'0,"0"0"-166"15,0 0-64-15,12 102 66 16,23-40-58-16,11 1-3 16,4-3-8-16,-1 0-4 15,-15-6-37-15,-19-16-82 0,-15-34-107 16,0-4-199-16</inkml:trace>
  <inkml:trace contextRef="#ctx0" brushRef="#br0" timeOffset="9332.08">24667 9060 471 0,'-27'-4'142'0,"20"1"-137"16,5 3 20-16,2 0 142 15,0 0-104-15,0 0-24 16,0 0-18-16,0 0-10 0,0 0 11 16,0 0 1-16,0 0 10 15,0-2-7-15,19 1-18 16,22-3 4-16,19 0 9 31,22-3-4-31,19 1-5 16,14 1-8-16,15-4-3 15,2 4 2-15,1 1-1 16,23 4-2-16,-13 0 0 16,-23 0 2-16,-26 0-2 15,-57 0-1-15,-18 0 1 16,-15 0-1-16,-4 0-1 0,0 0 2 16,0 0 0-16,-14 0-1 15,-22 0-33-15,-10 0-33 16,19 0-77-16,0 0-89 15</inkml:trace>
  <inkml:trace contextRef="#ctx0" brushRef="#br0" timeOffset="9756.82">25155 9282 829 0,'0'0'17'16,"0"0"21"-16,0 0 49 15,-19 12-48-15,51-12-14 16,44 0 36-16,13-10-22 16,7-2-16-16,-3 6-10 15,-35 4-5-15,-16 2 5 16,-15 0-13-16,-16 0 0 0,-11 0 0 15,0 6-11-15,-9 16 7 16,-28 8-3-16,-15 4 7 16,-2-4 4-16,6-3-1 15,5-8 24-15,14-2-3 16,14-8-2-16,8-2-12 16,7-4-4-1,11 0-3-15,33-3-2 16,24 0 8-16,16 0 3 15,13-3 1-15,0-2 0 16,-9-1-12-16,-24 3-2 16,-16-5-23-16,-27 1-93 15,-21 0-175-15</inkml:trace>
  <inkml:trace contextRef="#ctx0" brushRef="#br0" timeOffset="11580.96">26716 8247 629 0,'-9'-12'49'0,"5"6"-44"16,4 4 133-16,0 2-42 0,0 0-72 31,0 0-10-15,0 0-7-16,0 0 18 15,0 0-2-15,0 0 8 16,0 18-6-16,0 16 4 15,0 12 27-15,2 9-33 16,9 5 8-16,3 0-30 16,-1-4 1-16,3 2-2 15,-3-9 0-15,-2-13 1 16,-4-13-1-16,-5-16 0 16,0-7 1-16,0 0 4 15,3 0 0-15,-1-16 22 16,3-19 10-16,0-12-6 15,2-10-28-15,-3-3 10 16,4-6-11-16,-4 4-1 16,-4 0 1-16,0 9 4 15,-2 11-6-15,3 10 7 32,-3 14-2-32,0 12-2 15,0 4 8-15,0 2-11 0,0 0-5 16,4 14 1-1,12 39-14-15,1 15 16 16,8 9 3-16,0 4-2 16,-8-19 1-16,1-10 0 15,-2-13-1-15,-5-11 1 16,-2-16-1-16,-7-6 1 16,0-5-2-16,0-1 2 15,6-10 0-15,-2-26 14 16,3-18 0-16,-3-6-10 15,2-6 11-15,-2-7-14 32,-2-3 8-32,1 10-7 15,-1 16 6-15,-4 16-1 16,2 20-1-16,-2 10-6 16,0 4 0-16,0 0-6 15,0 4-170-15,0 28-31 16,0-12-44-16,0 8-227 15</inkml:trace>
  <inkml:trace contextRef="#ctx0" brushRef="#br0" timeOffset="12113.48">26632 8973 450 0,'-7'0'109'15,"7"0"-54"-15,0 0 78 0,0 0-28 16,0 0-81-16,0-4 0 16,11-2 43-1,14 2-13-15,8 0 34 16,11 0-54-16,10-2 0 15,2 2-17-15,8 0-8 16,5 2 7 0,0 0-4-16,-4 2 7 15,-9-2-16-15,-9 2 0 16,-12 0-3 0,-12 0 0-16,-10 0 2 0,-7 0-1 15,-6 0-1-15,0 0 6 16,0 0-5-1,0 0 1-15,0 0-23 0,0 0-19 16,-11 0-64-16,3 0-101 16,-2 0-194-1</inkml:trace>
  <inkml:trace contextRef="#ctx0" brushRef="#br0" timeOffset="12683.49">26990 9126 360 0,'0'0'284'15,"0"0"-235"-15,0 0 133 16,0 0-111-1,0 0-19-15,0 0-2 16,0 0-11-16,0 4-5 0,0 6-2 16,0 10-18-1,0 16-8-15,0 12 1 0,-2 8 2 16,-5 7-8-16,3-13 0 16,-2-5-2-1,1-6-4-15,0-13 3 16,3-6 4-16,0-8 2 15,2-6-3-15,0-4 1 16,0-2 5 0,0 0-5-16,0 0 14 15,0 0-6-15,0 0 0 16,0 0 8 0,18 0-7-16,15-12 8 15,9 2-18-15,5-5 8 16,-5 8-6-16,1-1-1 15,-7 0 9-15,-5 4-10 0,-8 2 0 16,-8-1 2-16,-9 2-3 16,-6 1 0-1,0 0 0-15,0 0-4 0,0 0 3 16,0 0-26-16,-13 0-18 16,1 0-67-1,-5 0-232 1</inkml:trace>
  <inkml:trace contextRef="#ctx0" brushRef="#br0" timeOffset="14922.44">27877 8063 81 0,'-2'-2'169'0,"0"0"-162"15,2 2-6-15,0 0 49 16,0 0-35-16,0 0-14 16,-3 0 2-16,1 0 34 0,2 0 18 15,0 0 8-15,0 0-10 16,0 0-27 0,0 0-15-16,0 0-5 15,0 0 4-15,0 0 15 16,0 0 23-16,0 0 7 15,0 0-11 1,0 0-8-16,0-2-4 16,0 2-18-16,0 0 10 15,0 0-4 1,0 0 31-16,0 0-35 16,0 0-6-16,-6 2-10 15,-4 20 4-15,-5 14 0 16,-5 14 30-16,2 18 14 0,-2 25-33 15,0 15 5-15,-2 38-15 16,8 7-4 0,10-7 7-16,4-14-8 0,4-44 0 15,27-15 10 1,5-17-4-16,9-10 5 16,-1-12-6-16,-3-14 20 0,-1-8-15 15,-13-8 4-15,-12 0 28 16,-6-2-29-1,-7 0-7-15,-2-2 3 16,0 4 12-16,0-2-18 0,0-2-3 16,0 0 0-1,0 0-28 1,0 0-22-16,0-22-105 16,0 10-169-16,0 0-85 15</inkml:trace>
  <inkml:trace contextRef="#ctx0" brushRef="#br0" timeOffset="15392.66">27982 8450 662 0,'0'-40'62'15,"0"36"84"1,0 4-50-16,0 0-56 16,0 0-19-16,0 2 3 15,0 30-20-15,0 18 0 16,0 12 55-16,0 6-35 16,0 1-17-16,7 11-2 15,6-8 5 1,3-10-10-16,-3-10 5 0,-5-30-4 15,0-10 1-15,-4-8 7 16,0-4-5 0,1 0 30-16,3-14-1 15,6-22 6-15,3-12 12 16,2-8-45-16,1-10 5 16,-3-7-8-1,-1-7-1-15,0 2-2 16,-7 12 0-16,-2 12-1 15,-7 20 2-15,0 18-5 16,0 8 4-16,0 8-23 16,0 0-16-16,0 0-54 15,0 16-90 1,0 8-480-16</inkml:trace>
  <inkml:trace contextRef="#ctx0" brushRef="#br0" timeOffset="15740.31">28365 8773 310 0,'16'-18'205'0,"-14"-1"-128"15,-2 12 27-15,0 3 64 16,0 1-86-1,0 3-11 1,0 0 36-16,0 0-87 16,-18 7-19-16,-22 27 14 15,-3 12-15-15,3 8 12 16,9-2-12-16,20-10 0 16,9-4 2-16,2-5-2 15,0-8-2 1,26-7-5-16,5-7 3 0,2-7-13 15,-8-4-38-15,-4 0-57 16,-19-8-100-16,-2-6-91 16</inkml:trace>
  <inkml:trace contextRef="#ctx0" brushRef="#br0" timeOffset="15972.88">28334 8931 463 0,'0'0'139'16,"0"0"-106"-16,0 0 76 15,0-20 49-15,0 20-74 16,0 0-67-16,0 10-7 16,11 14 8-16,0 8-11 15,-2 6 10 1,-3 3-9-16,1-4 5 0,-4 0-12 16,-3-7 2-16,2-8-3 15,-2-8-33-15,0-8-22 16,2-6-73-16,3 0-76 15,-3-4-38-15,0-12-69 16</inkml:trace>
  <inkml:trace contextRef="#ctx0" brushRef="#br0" timeOffset="16342.41">28664 8721 495 0,'0'0'320'16,"0"0"-271"-1,0 0 31-15,17-36 53 16,-23 41-116-16,-19 16-5 16,-4 1-4-1,2 6 1-15,10 0 25 16,3-6-26-16,10 0-4 16,4-6 1-16,0-2-4 15,2 0 4-15,16 2-4 16,2 0 7-16,2 0-8 0,-2 2 1 15,-1 0-1 1,-9-4 3-16,-3-1-6 16,-5-4 3-16,-2 1-8 15,0 0 4-15,-6 2-8 16,-34 1 12 0,-8-4-5-1,-2 0-7-15,3-5-14 16,15-4-25-16,8 0-17 15,24 0-85-15,0-7-43 16</inkml:trace>
  <inkml:trace contextRef="#ctx0" brushRef="#br0" timeOffset="16681.54">28864 8703 384 0,'0'-7'284'0,"0"6"-251"16,2 1 45 0,-2 0 50-16,4 0-96 15,4 0-24-15,3 0 20 16,7-2 24-16,1-1-1 15,19-1-1 1,3-1-2-16,-1-1-36 0,-3-1-10 0,-14 3-2 16,-10 4 4-1,-6-1-3-15,-5 1-2 16,-2 0-3-16,0 0-7 16,0 0-43-16,-2 0-108 15,-10 0-121-15,2 0-174 16</inkml:trace>
  <inkml:trace contextRef="#ctx0" brushRef="#br0" timeOffset="17163.78">29107 8432 611 0,'0'0'116'0,"0"0"-99"15,16-62 80-15,-10 60 31 0,1 2-115 16,-1 0-11-16,2 0 12 16,-4 14-5-1,5 36 3-15,-1 16 41 16,4 8-28-16,1 4-13 0,0-15-10 16,3-7 8-1,-3-6-4-15,3-6-5 16,-3-12 4-16,1-8-2 0,-5-12-3 31,-5-8 3-15,0-4 9-16,-2 0 12 0,4 0 22 15,-2-20 2-15,0-16 0 16,-1-10-12 0,7-26-25-16,2-17 19 0,-1-3-28 15,0-6 4-15,-9 26-3 16,-2 16 3-1,0 12-5-15,0 13 2 16,0 12 21-16,0 6-24 0,0 8-2 16,0 2-10-1,0 3-41-15,0 0-15 0,0 12-28 16,0 19-95-16,0-13-62 16,0 0-20-1</inkml:trace>
  <inkml:trace contextRef="#ctx0" brushRef="#br0" timeOffset="17433.45">29543 8636 1004 0,'0'13'69'15,"0"2"-63"-15,0 11 39 16,0 10-28-16,3 17-4 15,2 1 11 1,-3 2-18-16,0-6-1 0,0-16 0 16,0-6-1-1,1-8-1-15,-1-6-2 16,0-2 3 0,0-8-4-16,0-2-44 15,-2-2-56-15,0 0-96 16,0-15-66-16</inkml:trace>
  <inkml:trace contextRef="#ctx0" brushRef="#br0" timeOffset="17618.91">29454 8765 758 0,'0'0'215'16,"0"0"-188"-16,0 0 108 15,8-22-122-15,25 19-1 16,18 2 0-1,-2-3-4-15,-7 2-8 0,-3-2 0 16,-24-4-54-16,-15 4-165 0,0-2-186 16</inkml:trace>
  <inkml:trace contextRef="#ctx0" brushRef="#br0" timeOffset="18066.25">29699 7995 604 0,'0'0'200'0,"0"0"-66"16,0 0-15-16,-6-23-100 16,6 23-19-1,0 18-1-15,12 25 1 0,13 17 14 16,9 4 9 0,9 14-11-16,5 11 11 15,20 43-11 1,-4 7 4-16,-11 1-16 15,-12-4 1-15,-28-36 0 16,-13-7-1 0,0-15 0-16,-31-10-17 0,-13-10 11 15,-6-12 6-15,2-8 3 0,0-8 0 16,15-12 0 0,11-10-3-16,13-8-9 15,9 0-52-15,0-9-98 16,0-16-342-1</inkml:trace>
  <inkml:trace contextRef="#ctx0" brushRef="#br0" timeOffset="18706.12">29876 7624 598 0,'-11'-10'146'0,"11"10"32"15,0-2-42-15,0 2-121 16,0-2-8-16,21-2-7 16,16 2 3-16,9 0 14 15,1 2-2-15,-5 0-6 0,-4 0 3 16,-9 0-1 0,-11 18-1-16,-18 10-10 15,0 12-11-15,-31 4 11 16,-23 2 0-16,1-8 4 15,4-5 1-15,16-10 17 16,12-9-17 0,15-4-1-16,6-3 0 15,0-3-2 1,4-3 3-16,30 1-1 0,8-2-3 16,11 0 12-16,5 0-13 15,5-2-1 1,-43-3-248-16,-9-3-266 15</inkml:trace>
  <inkml:trace contextRef="#ctx0" brushRef="#br0" timeOffset="19306.64">30713 8129 779 0,'0'-10'59'0,"0"8"100"0,0 2-66 16,0 0-61-1,0 0-21-15,-8 8-3 16,-21 24-8 0,-11 18 4-16,-10 17 13 15,-21 55-1 1,0 18 12-16,9 10-21 16,8 5-3-16,36-37 2 15,18-13-5-15,0-15 6 16,9-16-1-16,20-18 10 15,5-12-6-15,1-9-6 0,12-12 13 16,-2-5-15-16,-8-12 7 16,-3-2-9-16,-16-4 2 15,-7 0 4-15,-3 0-6 16,-8-14-5 0,0 0-215-16,-10 0-269 15</inkml:trace>
  <inkml:trace contextRef="#ctx0" brushRef="#br0" timeOffset="20172.16">30698 8534 270 0,'7'-18'387'0,"-5"18"-333"15,-2 0 42-15,0 0 36 16,2 0-79-1,-2 0-28-15,0 0-5 16,0 0-8 0,0 18-12-16,0 18 1 15,-4 11-1-15,-7 3 30 16,3-4-16-16,2-6-13 16,4-10 6-16,0-12-5 15,2-8 0 1,0-8 1-16,0-2-3 15,0 0 17-15,0-20 0 0,8-12 17 16,10-22-16 0,-3 0-11-16,-1-1-7 0,-5 7 0 15,-5 26 4-15,-4 6-2 16,0 12 2 0,0 4 11-16,0 0 12 15,0 0-27 1,0 0-13-16,0 34-6 15,0 14 19-15,0 11-2 16,0-4 2-16,2-10 0 16,8-1 6-16,-1-2-5 15,4 8 0 1,-2-2 2-16,-2 0-4 16,-2-1 1-16,-5-14-7 0,-2-4 5 15,0-8-18-15,0-2-12 16,-2-9-23-16,-18-4 38 15,-7-6-5-15,-6 0 17 16,2 0 5-16,2-6 17 16,6-2 19-16,15 2 6 15,5 4-13-15,3 0 10 16,0 2-18-16,0 0 3 16,0 0-21-16,0-3-3 15,0-1 2-15,9 3-1 16,16-3 2-1,8 0 0-15,3-1 2 16,1 4-5 0,-1-3 1-16,-5 1-1 15,-9 3-1-15,-9-1 1 16,-7-1-33-16,-6-2-65 16,0 0-77-16,-2 0-197 15</inkml:trace>
  <inkml:trace contextRef="#ctx0" brushRef="#br0" timeOffset="21174.86">31197 8446 339 0,'0'-10'381'15,"0"8"-349"1,0 2-2 0,0 0 69-16,0 10-84 15,0 26-15-15,0 10 0 16,0 10 55-16,-2 4-10 15,2 16-16-15,0-1 23 16,0-5-40-16,0-8-8 16,0-22-4-16,2-10 8 15,2-8-8-15,1-7-1 16,-5-8-33-16,0-4-65 16,0-3-112-16,0-3-116 15</inkml:trace>
  <inkml:trace contextRef="#ctx0" brushRef="#br0" timeOffset="21375.43">30956 8813 692 0,'0'0'130'16,"0"0"-68"-16,0 0 75 16,18-26-88-16,24 24-41 15,8-2 8 1,23 2-1-1,3-1-15-15,-1 0 1 16,-4 1-1-16,-28-2-25 16,-43 0-186-16,0-1-335 15</inkml:trace>
  <inkml:trace contextRef="#ctx0" brushRef="#br0" timeOffset="21933.32">31796 8336 686 0,'0'0'214'0,"0"0"-94"15,0 0-5-15,3-18-91 16,-1 18-12-16,2 0-10 15,1 0 5-15,8 7-6 16,5 18 17-16,7 7 0 16,4 16-11-16,17 30 0 0,6 6-5 15,-4 5 2-15,-1-7-4 16,-18-28 1-16,-6-12-1 16,-8-10 0-1,-9-12 0-15,-3-10-4 16,-3-6 4-16,0-4 1 15,0 0 0 1,0 0 10 0,0-12-3-16,0-12-8 0,0-2 3 15,0 0-3-15,0 4 0 16,0 2 0 0,-5 10 18-16,-1 1-5 15,-9 9-1-15,-10 3-8 16,-14 27-4-16,-13 14-5 15,-17 24 5-15,-3 0 7 16,9-4-7-16,15-11 0 0,23-29 0 16,13-8 0-1,8-6 0-15,4-4-1 16,0-6-52-16,0 0-38 16,2 0-65-1,10-11-94-15,1-8-242 16</inkml:trace>
  <inkml:trace contextRef="#ctx0" brushRef="#br0" timeOffset="22480.99">32202 8446 248 0,'4'-24'229'0,"-4"12"-75"16,0 3 11-16,0 9-38 16,0-1-23-1,0 1-27-15,0 0-22 16,0 0 25-16,0 0-59 0,0 0-11 15,0 4-10 1,3 38-16 0,3 18 16-16,3 14 2 15,5-1-2-15,-6-5 9 16,3-6-8 0,5 0-1-16,-3-14 4 15,-1-12-4-15,-1-14 0 16,-9-18 3-16,0-4-2 0,0 0 0 15,6 0 1-15,2-28 47 16,3-14-15-16,1-8-26 16,3-32-5-16,4-7 14 15,-6 3-9-15,3 10-7 16,-9 34 5-16,-5 20 0 16,-1 10 15-1,-3 6-20 1,0 6-12-16,-7 4-77 15,-20 28-56-15,12-8-307 16,-3 4-26 0</inkml:trace>
  <inkml:trace contextRef="#ctx0" brushRef="#br0" timeOffset="22719.28">32369 8827 693 0,'6'4'258'0,"-6"0"-102"16,0 10-32-16,0 8-109 0,2 12-15 16,-2 12-1-16,0 2 1 15,0 0 1-15,0-3 5 16,0-11-3-16,0-6-3 16,0-14 3-1,0-8-8-15,0-6 1 0,0 0-36 16,0-14-35-16,0-6-58 15,0-1-298 1</inkml:trace>
  <inkml:trace contextRef="#ctx0" brushRef="#br0" timeOffset="22951.34">32396 8781 904 0,'0'0'29'15,"0"0"-12"-15,0 0 93 16,0 0-84-1,114 24 9-15,-72 20-6 16,-13-2-18-16,-5 2-3 16,-11-2-5-1,-13 2-2-15,0-5-10 0,-24-13-1 16,-14-6 9-16,2-11 2 16,7-5 0-1,3-4 2 1,8 0-6-16,11 0-219 15,7-4-87-15</inkml:trace>
  <inkml:trace contextRef="#ctx0" brushRef="#br0" timeOffset="23298.36">32872 8787 91 0,'0'0'863'0,"0"0"-814"15,0 0 38-15,12-29 62 16,-37 29-145-16,-4 0-4 16,-9 25 11-1,9 7-11 1,9 8-4-16,11-2 3 16,9-2-2-16,0-2-2 15,23-2-9-15,6 1 10 16,-5-8 3-1,-8-7 1-15,-8-7 0 0,-8-7 4 16,0 0-7-16,0-1 3 16,0 1-2-16,-6 0 1 15,-1 3-5-15,-4-5-42 16,-7-2-53-16,-4 0-87 16,9 0-58-16,1-6-141 15</inkml:trace>
  <inkml:trace contextRef="#ctx0" brushRef="#br0" timeOffset="24039.79">32824 8087 441 0,'-14'-14'249'0,"14"12"-199"0,0 0 85 15,0 2 9 1,5 0-124-16,12 0 16 0,33 0-1 16,8 32 12-1,13 14-22-15,8 20 3 16,-9 14 12-16,-5 19-25 16,-7 19-3-1,-21 44 0 1,-22 7-10-16,-15-9-2 0,-19-11 0 15,-33-53-2-15,-8-20 4 16,-4-16-2 0,-3-17 6-16,5-14 16 15,8-11-4-15,10-9-13 16,17-9-5-16,13-2-25 0,14-23-72 16,0-3-241-16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26T06:28:24.7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16989 6410 538 0,'0'0'13'0,"0"0"-13"16,0 0-17-16,0 0 1 15,0 0 16-15,0 0-42 0,19 19-6 16,-19-19-73-16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6-11T07:15:20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5211 3352 255 0,'0'0'0'0</inkml:trace>
  <inkml:trace contextRef="#ctx0" brushRef="#br0" timeOffset="767.83">4542 1554 229 0,'0'0'466'0,"0"0"-166"15,0 0-115 1,0 0-123-16,0 0 76 0,0 0 7 15,-9-113 38-15,9 99-71 16,0 0-23-16,0 0 32 16,0 1-54-16,-2 3 28 15,0-1-32-15,0 5-25 16,0 2-19-16,0 0-5 16,-1 2 9-16,3 2 16 15,0-3-26-15,0 3 2 16,0 0-15-16,0 0 12 15,0 0-12-15,0 0-20 16,0 7-40-16,0 16 27 16,0 9 31-16,3 9 1 15,5 13 2-15,3 13 15 16,3 7-16-16,-1 8 38 0,3 5-37 16,1-4 6-1,1-6-5-15,1-9-2 0,-2-14 0 16,1-14-10-16,-5-9 9 15,-1-15-8-15,-3-10 9 16,-5-6 58-16,4-5 119 16,2-25-48-16,3-16-80 15,3-16-16-15,-1-12-11 16,8-20 3-16,-2 4-12 16,4-1-2-16,6 3-10 15,-4 19 3-15,2 1-2 0,-4 13-2 16,-8 10 0-1,-5 12-7-15,-6 10-11 0,-1 10-28 16,-5 12-82-16,2 1-77 16,0 8-99-16,5 19 129 15,4 6-39-15,2 10-110 16,14 15 25-16,-2-8-44 16,-3-8-317-16</inkml:trace>
  <inkml:trace contextRef="#ctx0" brushRef="#br0" timeOffset="1681.16">5173 1694 496 0,'0'0'332'0,"0"0"-49"16,0 0-121-16,0 0-47 16,0 0-27-16,0 0-47 15,0 0-4-15,65 14 13 0,-65-14 139 16,0 0-15-16,0 0-67 16,2 0-38-16,-2 0-14 15,0 0-2-15,0 0-7 16,0 0-17-16,0 0-9 15,0 0-6-15,0 2-1 16,0 1-11-16,0-2-2 16,0 1-27-16,0 2-2 15,0 4-9-15,0 12-1 16,0 15 39-16,0 10 31 16,0 14-2-16,0 6-23 15,0 4 2-15,0-5 3 16,0-8 10-16,0-12-12 15,-2-12-9-15,-1-11-23 16,-3-13 23-16,-4-8-2 0,-5-4-12 16,-3-26-88-16,-1-15 8 15,0-7 61-15,4-4 33 16,4-1 37-16,4 4-17 16,3 5 19-16,4 5 6 15,0 12 23-15,0 9 38 16,0 8 2-16,0 7-37 15,0 7-37-15,6 0-34 16,12 0-13-16,9 23-14 16,7 11-4-16,8 12 15 15,3 11 6-15,-1 1-23 16,-7 1 11-16,-5-7-11 16,-12-6 5-16,-11-10 28 0,-9-7 2 15,0-9 13 1,-9-7 5-16,-9-3-8 0,1-6 4 15,3-4-16-15,9 0-43 16,5-14-148-16,7-11-140 16,31-13 97-16,13-8 87 15,11-7-26-15,10-4 49 16,-1-6 61-16,-4 2 63 16,-9 4 124-16,-14 5 98 15,-10 10 77-15,-14 12-34 16,-9 11-48-16,-8 9-27 15,-3 6-82-15,0 4-92 16,-5 0-15-16,-8 0 22 0,-3 0-23 16,-2 0 0-1,0 13 0-15,3 7 15 0,3 4-15 16,8 2-8-16,4 1-19 16,0 1 9-16,2 1 18 15,18-1-10-15,3 2-1 16,2-3-2-16,-4 0 13 15,0-1-20-15,-6 0-4 16,-6-5-4-16,-6-2-13 16,-3-1 32-16,0-2 9 15,-17 0 15-15,-7-2 7 16,-4-1-9-16,-4-2 5 0,1-3-17 16,2-4-1-16,5-4-44 15,17 0-146-15,7-4-131 16,0-10-541-16</inkml:trace>
  <inkml:trace contextRef="#ctx0" brushRef="#br0" timeOffset="2441.21">6900 1569 1766 0,'0'0'228'0,"0"0"-149"16,0 0-46-16,0 0 34 16,0 0 60-16,0 0-24 15,0 0-18-15,-60-30-22 16,60 30-17-16,0 0-16 16,0 0-20-16,0 0-10 15,0 0-14-15,0 0-16 16,0 5-6-16,10 7 16 0,17 9 5 15,16 10 2 1,15 7 13-16,18 8 1 0,11 2 18 16,8 3-19-16,-1-1 0 15,-5-2-9-15,-8-8 7 16,-15-4-14-16,-15-7 16 16,-12-12 10-16,-20-3-10 15,-7-6-2-15,-12-3 2 16,0 2 17-16,-12 3 21 15,-24 8 5-15,-15 8-14 16,-14 7-8-16,-14 2-9 16,-10 5 10-16,-7 2 0 15,0-2-7-15,3 0 5 16,12-3-4-16,16-5-6 16,14-6-8-16,18-8 3 15,10-6-5-15,14-6-25 0,9-6-54 16,19-10-94-16,16-13-274 15,7-4-125-15</inkml:trace>
  <inkml:trace contextRef="#ctx0" brushRef="#br0" timeOffset="3031.05">8460 1598 1741 0,'0'0'127'0,"0"0"-65"15,0 0 63-15,0 0 41 16,0 0-62-16,0 0-37 15,0 0-14-15,-2-66-16 16,2 64-16-16,0 2-12 16,0 0-9-16,0 0-28 15,0 0 10-15,0 0-1 16,0 0 11-16,0 18 6 0,0 14 0 16,8 12 1-16,5 16 1 15,3 11 0 1,-1 7 10-16,1 3-9 15,-3 0 1-15,3-9 8 16,-5-12-1-16,1-14-9 0,-1-16 0 16,-5-12-15-16,-1-7 14 15,-1-8 1-15,1-3 22 16,0 0 86-16,3-15 7 16,5-17-37-16,7-15-40 15,5-11-12-15,6-12-15 16,5-6 9-16,6-6 2 15,3 0-5-15,-1 1-3 16,-1 13-9-16,-7 14-4 16,-7 11-1-16,-12 15-31 0,-8 15-38 15,-4 9-60-15,-5 4-140 16,0 7-167-16,0 42 202 16,-7-5-57-16,0 0-405 0</inkml:trace>
  <inkml:trace contextRef="#ctx0" brushRef="#br0" timeOffset="3614.2">9287 2011 2126 0,'0'0'236'0,"0"0"-236"15,0 0 0-15,0 0 19 16,0 0-19-16,0 0-36 15,0 0-1-15,-81-22 35 16,34 22 1-16,-6 13 1 16,-3 18 13-16,0 7-4 15,7 8-9-15,9 4-22 16,13 0-43-16,16-3-25 0,11-5 6 16,5-10 35-1,28-10-37-15,12-11 66 0,8-11 17 16,3 0-18-16,-7-2 1 15,-5-19-4-15,-13-3 24 16,-6-2 9-16,-12-1-7 16,-3 2 38-16,-10 0 38 15,0 7-16-15,0 4-41 16,0 5 8-16,-2 5 16 16,-1 4-3-16,3 0-42 0,0 6-1 15,0 21-20 1,0 13 21-16,0 13 9 0,0 8-5 15,0 2-2 1,0 1-4-16,0-6-19 0,-11-5-7 16,-7-3-103-16,7-14-194 15,0-15-240-15</inkml:trace>
  <inkml:trace contextRef="#ctx0" brushRef="#br0" timeOffset="3948.49">9748 2038 2273 0,'0'0'212'0,"0"0"-212"0,0 0-22 16,0 0-62-16,0 0-16 15,0 0 100-15,0 0 25 16,-150 6-6-16,112 17 6 15,9 6-24-15,11 7-1 16,16-2-38-16,2 3 6 16,15-1-7-16,21 2 27 15,7-1 12-15,-1-3 20 16,-1 0-20-16,-13-2-17 16,-12-2-138-16,-16-4 55 15,-7-2 49-15,-34-4 51 16,-11-2 37-16,-13-4-27 15,-36-6-10-15,17-4-351 16,10-4-892-16</inkml:trace>
  <inkml:trace contextRef="#ctx0" brushRef="#br0" timeOffset="4211.07">10075 1985 2500 0,'0'0'0'0,"0"0"-20"16,0 0-31-16,0 0 35 15,0 0 16-15,129-18 7 16,-105 18-7-16,8 6 0 0,5 0 8 16,8 0-7-1,6-6 2-15,5 0-3 0,0 0 0 16,-3-6-16-16,-2-10-38 15,7-15-87-15,-11 7-262 16,-13-1-1024-16</inkml:trace>
  <inkml:trace contextRef="#ctx0" brushRef="#br0" timeOffset="4631.75">11020 1408 1736 0,'0'0'453'0,"0"0"-415"0,0 0-35 16,0 0-3-16,0 0 58 15,0 0-31-15,0 0-27 16,17-53-59-16,-17 63 24 16,0 19 35-1,0 15 10-15,2 16 19 0,8 28-17 16,1 0 13-16,2 7-11 15,3-1-14-15,0-22-10 16,3-2 9-16,-1-18-12 16,-3-15 13-16,-3-18 1 15,-5-6 12-15,-3-13 31 16,0 0 107-16,5-17 31 0,3-21-93 16,7-18-56-16,6-14-18 15,6-11 19-15,4-5-2 16,6 2-26-16,-3 4 11 15,-7 14-11-15,-8 14-6 16,-8 18 0-16,-7 11-37 16,-5 16-48-16,0 7-118 15,-3 4-137-15,8 48 69 16,1-2 36-16,5 0-341 0</inkml:trace>
  <inkml:trace contextRef="#ctx0" brushRef="#br0" timeOffset="4834.1">11777 1931 1909 0,'0'0'164'0,"0"0"-164"0,0 0-5 15,7 132-32-15,-7-62 37 16,-2 9 2-16,-10 1 35 16,1-6-36-16,5-10 23 15,-2-14-24-15,4-14 0 16,2-11-29-16,-4-24-27 15,-1-1-216-15,-3 0-33 0</inkml:trace>
  <inkml:trace contextRef="#ctx0" brushRef="#br0" timeOffset="5019.14">11394 1996 2023 0,'0'0'288'16,"0"0"-191"-16,0 0-75 0,0 0-20 15,0 0 15-15,0 0-5 16,0 0 6-16,154-95 0 16,-69 83-16-16,8 1 5 15,-2 4-7-15,-7-1-72 16,-9-4-152-16,-27 2-164 16,-23-3-614-16</inkml:trace>
  <inkml:trace contextRef="#ctx0" brushRef="#br0" timeOffset="6327.12">6370 4640 1198 0,'0'0'154'0,"0"0"-18"0,0 0 99 15,0 0-6-15,0 0-118 16,0 0-82-16,0 0-10 15,-50-84-5-15,46 76-13 16,-2 2-1-16,1 6-15 16,1 0 4-16,-1 0 8 15,-2 14-7-15,1 18 10 16,-3 18 19-16,3 16 31 16,0 28-11-16,2-3-10 0,-3 6-18 15,-3 2 3 1,-11-17-12-16,-3 7 7 0,-5-11-9 15,-3-14 9 1,3-12 2-16,0-14-3 0,6-15-8 16,-2-12 0-1,2-11-21-15,5 0-88 0,3-25-56 16,2-12 88-16,8-6 77 16,3-2 34-16,2-1 17 15,0 4 16-15,7 7 54 16,4 12-5-16,0 13-63 15,0 10-53-15,7 1-38 16,4 30 38-16,9 10 9 16,5 10 32-16,4-3-18 15,0-6-13-15,-2-12-9 0,0-16 1 16,5-14-1 0,-1-13 17-16,2-34-18 0,5-38-26 15,-2-31-173-15,0-26-31 16,-3-2 112-16,-8 23 97 15,-4 11 3-15,-11 37-245 16,-7 17-966-16</inkml:trace>
  <inkml:trace contextRef="#ctx0" brushRef="#br0" timeOffset="6942.96">6694 3123 895 0,'0'0'26'16,"0"0"-26"-16,0 0 0 16,0 0 0-16,0 0 68 15,0 0-11-15,0 0 8 16,-2-111-30-16,2 95 55 16,0-1 6-16,0 1 24 15,0 5 38-15,0-2-7 16,0 3-28-16,2 2-11 0,1 4-24 15,0 0-38-15,-1 0-32 16,0 2-5-16,2 0-11 16,1 2-2-16,3 0 0 15,2 0-9-15,-1 0-35 16,3 21-32-16,5 12-9 16,0 15 85-16,3 15 11 15,5 7 29-15,0 3-11 16,-2-8-20-16,-2-11-4 15,-1-13 8-15,-3-13 6 0,-3-12-3 16,-5-8 29-16,0-8 22 16,-3 0 89-16,6-23 38 15,5-19-84-15,8-16-64 16,4-12 6-16,8-6-9 16,2 2-12-16,3 4-15 15,-4 10-11-15,-7 11-5 16,-9 17-15-16,-15 20-130 15,-7 10-204-15,0 2-630 0</inkml:trace>
  <inkml:trace contextRef="#ctx0" brushRef="#br0" timeOffset="7611.38">7332 3292 2309 0,'0'0'0'0,"0"0"-227"16,0 0 160-16,0 0-18 16,127-35 46-16,-107 26 39 15,-2 3 1-15,-5 0 30 16,-4 4 16-16,-7 0 3 16,-2 2-31-16,0 0-16 15,0 0-3-15,0 0 55 16,-2 0 3-16,-2 0-22 15,2-2 17-15,-1 0-23 16,3 2-18-16,-2 0-4 16,2-2 6-16,-2 0-13 0,-4-1 10 15,-4 3-11-15,-5 0-19 16,-5 0 12-16,-9 0 7 16,-7 13 1-16,-4 10 12 15,-5 4 1-15,1 8-13 16,6 5 17-16,9 3 0 15,11 3-18-15,12 2-15 16,6-3 1-16,6-4-28 16,23-8-15-16,11-5 45 15,5-9 12-15,6-8 21 16,-4-8-1-16,-1-3-18 16,-7-7-2-16,-8-13-10 15,-7-6-20-15,-6-6-13 16,-9-2 43-16,-5 0 0 0,-4 0 1 15,0 6-1-15,0 4 21 16,0 8-19-16,0 6 49 16,0 3-12-16,0 5 10 15,0 2-18-15,0 0-23 16,0 0-8-16,3 11-11 16,10 15-20-16,0 14 12 15,3 12 4-15,-5 12-20 16,-2 7-7-16,-2 2-3 15,-1 0 45-15,-4-7 17 16,3-8-5-16,-3-12-11 0,-2-8-1 16,0-12-84-1,0-12-264-15,-2-10-180 0</inkml:trace>
  <inkml:trace contextRef="#ctx0" brushRef="#br0" timeOffset="7959.38">7987 3411 2108 0,'0'0'222'0,"0"0"-167"16,0 0-30-16,0 0-9 16,0 0-14-16,0 0-4 15,0 0-25-15,41-74-27 16,-68 78 54-16,0 14 36 0,4 8 3 15,6 6-12-15,10 3-27 16,7 4 0-16,0-3-24 16,20 2-7-16,7-2 28 15,4 1 3-15,-2-2 0 16,-4 1 18-16,-12-3-18 16,-13-2-36-16,0-2 32 15,-29-3 4-15,-15-2 34 16,-6-6-19-16,-1-8-15 15,-7-10-110-15,16-2-203 16,15-16-567-16</inkml:trace>
  <inkml:trace contextRef="#ctx0" brushRef="#br0" timeOffset="8196.76">8354 3457 2179 0,'0'0'220'0,"0"0"-184"16,0 0-17-16,0 0-17 16,0 0 17-16,0 0 6 15,0 0-11-15,34-9 1 16,-12 9-1-16,7-2-2 16,11 1 2-16,7-3-14 15,7 0 0-15,1 2-58 16,1-2-81-16,-4 0-39 15,-1 4-91-15,-13 0-143 0,-11 0-910 16</inkml:trace>
  <inkml:trace contextRef="#ctx0" brushRef="#br0" timeOffset="8377.18">8455 3648 1101 0,'0'0'744'0,"0"0"-545"16,0 0-143-16,0 0-56 15,0 0-42-15,0 0 42 16,0 0 47-16,94 28 7 16,-29-33 5-16,3-7-59 15,1-2-35-15,23-8-239 16,-18 4-118-16,-12 2-258 0</inkml:trace>
  <inkml:trace contextRef="#ctx0" brushRef="#br0" timeOffset="8798.39">9299 3190 1519 0,'0'0'411'0,"0"0"-247"16,0 0-70-16,0 0 23 16,0-107-15-16,0 97-37 15,0 6-31-15,3 1-23 16,-3 3-5-16,0 0-6 15,2 0-41-15,4 20-20 0,4 13 2 16,5 11 59-16,5 13 31 16,7 11-22-16,7 4 2 15,1 5-9-15,3-5-4 16,-1-6-12-16,-5-9 14 16,-6-13 0-16,-5-14-14 15,-8-15 2-15,-4-9 12 16,-6-6 22-16,-1-4 109 15,0-24-1-15,-2-16-80 16,6-12-9-16,3-10 12 16,7-11-31-16,7-4 3 15,0-6 1-15,4 3-4 16,0 10-22-16,-4 12-6 16,-6 18 1-16,-3 16-37 0,-6 13-94 15,-3 15-142-15,-5 11-261 16,0 11-556-16</inkml:trace>
  <inkml:trace contextRef="#ctx0" brushRef="#br0" timeOffset="9011.57">10021 3381 2596 0,'0'0'0'0,"0"0"-79"16,0 0 23-16,0 0 56 15,5 132 0-15,-5-66-26 16,-7 4-86-16,5 4 56 0,2-5 54 16,0-11-36-16,0-14-31 15,6-14-102-15,4-26-32 16,-4-4-89-16,-4-11 91 0</inkml:trace>
  <inkml:trace contextRef="#ctx0" brushRef="#br0" timeOffset="9267.14">10023 3496 1376 0,'0'0'387'16,"0"0"-128"-16,0 0-22 16,0 0-70-16,0 0-50 15,0 0-67-15,0 0-34 16,29-87-6-16,2 91-10 16,8 15-14-16,7 10 12 0,4 5-8 15,-4 10-34 1,-5 1 1-16,-12 0-10 0,-12-1 16 15,-13-4-6-15,-4-1 43 16,0-5 26-16,-21-6-10 16,-10-2 11-16,-12-7-8 15,-6-7 16-15,-2-7-35 16,-16-5-77-16,15-10-157 16,15-10-288-16</inkml:trace>
  <inkml:trace contextRef="#ctx0" brushRef="#br0" timeOffset="9593">10621 3345 2426 0,'0'0'223'0,"0"0"-210"16,0 0-13-16,0 0 6 15,0 0-6-15,0 0-45 16,0 0-81-16,31-69 26 15,-51 69 100-15,-3 4 38 16,6 14 1-16,3 7-21 16,5 4-6-16,7 8-6 15,2 1-5-15,0 2 12 16,11 2-5-16,5 1-7 16,-3 1 0-16,-1 3 10 15,-10-1-11-15,-2-3-16 0,-7-4-35 16,-24-4-16-16,-12-7 13 15,-10-6-84-15,-38-15-23 16,11-7-48-16,3 0-762 0</inkml:trace>
  <inkml:trace contextRef="#ctx0" brushRef="#br0" timeOffset="61461.28">30279 9410 1188 0,'0'0'482'16,"0"0"-305"-16,0 0-30 15,0 0 11-15,0 0-24 16,0 0-49-16,-7 0-46 15,7-2-7-15,0 0 32 16,2 0 11-16,7-2-24 16,7-2 13-16,7-6-15 15,12-2-9-15,9-5-23 0,17-6-17 16,13-5 11-16,28-10-11 16,36-14 15-16,40-16-15 15,21-10-10-15,3-2 10 16,1-1 6-16,-11-1-5 15,3-2 11-15,-2-1-7 16,-2 13-4-16,-10 14 11 16,-21 15 20-16,-11 9-12 15,-36 11-14-15,-28 6 2 16,-25 7-8-16,-16 2 2 16,-5 1-1-16,-3 0 1 15,-7 4 3-15,-16-1-5 16,-9 4 10-16,-4-1-10 15,0 2-36-15,-4-4-27 16,-25-5-103-16,2 2-133 0,-1-2-270 16</inkml:trace>
  <inkml:trace contextRef="#ctx0" brushRef="#br0" timeOffset="62041.95">32946 7716 2126 0,'0'0'229'15,"0"0"-187"-15,0 0-38 16,0 0 3-16,0 0 1 15,116-3 1-15,-45 24 23 16,9 6-14-16,0 12-18 16,-9 10-14-16,-10 12-12 15,-23 28 19-15,-18-3 5 16,-20 8 4-16,0 2 9 0,-38-14 4 16,-14 3 2-1,-56 3-16-15,12-24-1 0,-3-23-104 0</inkml:trace>
  <inkml:trace contextRef="#ctx0" brushRef="#br0" timeOffset="65191.87">24255 10082 1527 0,'0'0'272'0,"0"0"-70"15,0 0-69-15,0 0-27 16,0 0-6-16,15-116-2 16,-4 100-49-16,-2 4-16 15,-2 4 28-15,-5 4 2 16,-2 4-12-16,0 0-18 15,0 0-15-15,0 0-18 0,0 0-23 16,4 20-1-16,3 14 24 16,7 14 2-16,3 12 7 15,1 6-9 1,5 2-21-16,-2 1 10 16,2-5 11-16,-1-10-1 0,-1-8 1 15,-2-10-1-15,-1-9 0 16,-5-10 0-16,-4-5 1 15,-2-3 0-15,-2-8 0 16,-3-1 1-16,-2 0 11 16,2 0-1-16,0 0 26 15,2 0-6-15,5 0-14 16,7 0-17-16,11-4 9 16,8 1-2-16,17 3-7 15,10 0-1-15,30 0 1 0,39 1 0 16,54 13 1-16,33 3 0 15,14 1 8-15,0 0-9 16,-14 0 0-16,2 2 1 16,4-2 0-16,7 2 0 15,3-1-1-15,4 2-1 16,-4 1-27-16,-5-2-6 16,-1 0 34-16,-7 0-12 15,-5 3 12-15,-7 0 1 16,-13 4 6-16,-9-2-7 15,-17 1 0-15,-37-5 0 16,-35-6 2-16,-28-2-2 16,-17-5 0-16,1 2-1 0,-7-2 2 15,-5 1-2 1,-15-7 1-16,-17 0 0 0,-5 1 7 16,-3-3 1-16,-2 0-2 15,0 0 0-15,0 0-6 16,0 0 1-16,0 0-1 15,0 0-8-15,2 0 7 16,-2 0 1-16,0 1 0 16,0-1-1-16,0 0 1 15,0 0-1-15,0 0 0 16,0 0 0-16,0 0 1 16,0 0 0-16,0 0 0 0,0 0 0 15,8 0 9-15,-2 0-9 16,7 0 0-16,-1 0 1 15,-4 0 1 1,3 0 7-16,-3 0 8 0,-2 0 6 16,3-4 13-16,-1-3-1 15,4-6-18-15,1-1 4 16,1-4 2-16,-1-4 13 16,0-6 5-16,1-8 4 15,-1-8-12-15,1-8-6 16,-4-10-1-16,-1-7-8 15,-1-1-5-15,-6 5 6 16,0 6 10-16,-2 11-13 0,0 9 7 16,0 14-15-1,0 6 10-15,0 12-14 0,0 2-3 16,0 4-1-16,0 1-2 16,0 0 2-16,0 0 0 15,0 0-7-15,0 0-7 16,-25 0-69-16,-8 0-152 15,-12 0-472-15</inkml:trace>
  <inkml:trace contextRef="#ctx0" brushRef="#br0" timeOffset="68582.42">22223 11181 1184 0,'0'0'321'16,"0"0"-130"-16,0 0 19 0,0 0 6 16,0 0-79-16,0 0 5 15,0 0-43-15,0-110-26 16,0 98-7-16,4 0-11 15,-2 4-19-15,0 1 10 16,-2 3-12-16,0 4-14 16,0 0-20-16,0 0-25 15,0 11-10-15,0 19-22 16,0 16 57-16,0 14-1 16,0 8-27-16,0 7-7 15,0-3-43-15,0 0-40 16,0-8 24-16,0-6-59 15,0-3-44-15,0-18-85 16,0-13-236-16</inkml:trace>
  <inkml:trace contextRef="#ctx0" brushRef="#br0" timeOffset="68819.06">22136 11696 2023 0,'0'0'401'16,"0"0"-346"-16,0 0-55 16,0 0-38-16,0 0 38 15,0 0 79-15,0 0 4 16,120 0-35-16,-78 2-29 16,0-2-11-16,1 0-7 0,-3 0-2 15,-3 0-13-15,-3-20-123 16,-12-2-142-16,-8-3-1074 0</inkml:trace>
  <inkml:trace contextRef="#ctx0" brushRef="#br0" timeOffset="69001.14">22358 11053 1560 0,'0'0'799'0,"0"0"-714"16,0 0-55-16,158-49-23 0,-104 46-7 16,0 3-20-16,10 10-77 15,-13 11-193-15,-13 2-383 16</inkml:trace>
  <inkml:trace contextRef="#ctx0" brushRef="#br0" timeOffset="69205">22924 11432 858 0,'0'0'665'0,"0"0"-449"15,0 0-147-15,0 119 5 16,0-73-3-16,-5 1-33 16,-1-1-15-16,-1-3-9 0,3-5-12 15,2-11-1-15,-1-4-1 16,1-13-88-16,0-7-236 15,-1-3-1013-15</inkml:trace>
  <inkml:trace contextRef="#ctx0" brushRef="#br0" timeOffset="69441.05">22931 11390 1906 0,'0'0'370'0,"0"0"-238"16,0 0-80-16,0 0-52 15,0 0-13-15,0 0-45 16,0 0 26-16,123 100 32 0,-95-56 1 16,-6 2-1-1,-6-2-4-15,-11-8-20 0,-5-3 14 16,0-9 10-16,-16-7 9 16,-2-7 25-16,0-3-3 15,1-7-31-15,-10 0-22 16,5-7-222-16,1-6-1123 0</inkml:trace>
  <inkml:trace contextRef="#ctx0" brushRef="#br0" timeOffset="69817.98">23345 11396 1012 0,'0'0'302'0,"0"0"-89"16,0 0-30-16,0 0 25 15,0 0-24-15,0 0-64 16,0 0-17-16,42-43-42 16,-42 43-40-16,0 0 21 15,-6 3-35-15,-3 9-6 16,-2 2 17-16,2 4-1 15,2 1-4-15,5 8-13 0,2 1-2 16,0 1-14 0,20 5-8-16,9-3 12 0,5 2 12 15,3 3 3-15,-5-2 12 16,-6-5-15-16,-13-3-59 16,-8-4-7-16,-5-3 23 15,-9-3 43-15,-18-6 19 16,-4 0-19-16,-23-10-32 15,8 0-275-15,4 0-1287 0</inkml:trace>
  <inkml:trace contextRef="#ctx0" brushRef="#br0" timeOffset="70536.58">21567 11847 993 0,'0'0'385'16,"0"0"-228"-16,0 0-11 15,0 0 65-15,0 0-27 16,0 0-68-16,0 0-38 16,-22-10 3-16,22 10-13 15,0 0-2-15,0 0 1 16,0-3-15-16,0 3-52 16,0 0 0-16,0 0-19 15,3 0-5-15,9 0 24 16,15 0 8-16,13 3 73 0,20 7-20 15,36 4-20 1,43 1-13-16,48 6 9 0,29-3-35 16,13-2 9-16,1-4-11 15,-16-2 16-15,2 1 13 16,-6-4-29-16,-8 5 1 16,-7 0-1-16,-6-1 1 15,-12-2 1-15,-7 4 4 16,-16-4 2-16,-30 0 15 15,-34-2 6-15,-32-2-2 16,-23-1-21-16,-4-1 1 16,-10 1-2-16,-6-2-5 15,-13 2-10-15,-2-1-5 16,0-3-6-16,-2 1-11 16,-13 3-16-16,-22 4-118 0,2 1-160 15,-5-3-662-15</inkml:trace>
  <inkml:trace contextRef="#ctx0" brushRef="#br0" timeOffset="71440.06">21365 12912 1281 0,'0'0'378'15,"0"0"-165"-15,0 0-9 16,0 0-20-16,0 0-85 15,0 0-21-15,0 0-24 0,52-40 5 16,-23 15 10 0,3-3-21-16,6-6 4 0,2-6 0 15,2-6-18-15,1-4-7 16,-5 0-3-16,-7 6-3 16,-6 8-2-16,-12 10 2 15,-5 10 2-15,-5 10 10 16,-3 6-14-16,0 0-19 15,0 4-24-15,0 18-7 16,0 14 31-16,0 6-2 16,0 5-10-16,0-3-8 15,0-5 4-15,9-11 3 0,0-9-2 16,1-12-2-16,4-7 6 16,7 0 11-16,5-28 21 15,5-14 6-15,7-10-12 16,2-10-14-1,-4 2-1-15,-7 6-1 0,-7 9 1 16,-9 18 8-16,-3 10-8 16,-8 11 0-16,-2 6-18 15,0 2-19-15,0 24 21 16,0 14 16-16,4 9 11 16,3 2-2-16,1 2-9 15,6-5-6-15,-3-8-15 16,0-7-58-16,5-12-79 15,-3-11-111-15,-1-8-508 0</inkml:trace>
  <inkml:trace contextRef="#ctx0" brushRef="#br0" timeOffset="71784.25">22233 12597 1948 0,'0'0'493'15,"0"0"-369"-15,0 0-92 16,0 0-31-16,0 0 0 15,0 0-1-15,0 0 0 16,25 98-19-16,-25-68-1 16,0-6-14-16,0-7 24 15,-4-5 10-15,4-9 7 16,0-3-4-16,0 0 48 16,4-17 20-16,13-12-22 0,6-5-21 15,2-1-14-15,-1 6 1 16,-2 7-2-16,-4 8-12 15,-7 6 12-15,-1 8-13 16,-4 0-13-16,-2 10-2 16,3 14 15-16,1 8 6 15,4 2-6-15,-1 0-4 16,1-2-29-16,1-8-50 16,5-5-4-16,10-15-76 15,-1-4-211-15,-2 0-1278 0</inkml:trace>
  <inkml:trace contextRef="#ctx0" brushRef="#br0" timeOffset="72515.37">23062 12384 1542 0,'0'0'364'15,"0"0"-139"-15,0 0-69 16,0 0-24-16,0 0-36 16,0 0-51-16,0 0-44 15,-24-28 7-15,-3 36 0 16,-9 14-8-16,1 8 0 15,-1 8 16-15,5 9-15 16,9 0 6-16,11 4-7 16,11-3 0-16,0-4-36 0,26-8-31 15,17-10-8 1,5-10 75-16,8-12 1 0,2-4 17 16,-2-7-18-16,-2-14-8 15,-12-5 8-15,-11 0 4 16,-11 4 3-16,-13 6-2 15,-7 6 44-15,0 8-30 16,-11 2 18-16,-5 2-36 16,3 19-1-16,3 8 1 15,6 3-1-15,4-1-11 16,0-4-17-16,14-6 10 16,5-9 8-16,4-9 10 15,4-3 26-15,0-7 19 0,-3-18-7 16,-4-8 2-1,-6-4 3-15,-12-1-27 0,-2 2 11 16,-10 7-7-16,-16 8-11 16,-8 9-4-16,-4 10-5 15,3 2-6-15,4 6-75 16,8 26-98-16,10-2-134 16,9-4-266-16</inkml:trace>
  <inkml:trace contextRef="#ctx0" brushRef="#br0" timeOffset="72753.58">23835 12587 1649 0,'0'0'543'16,"0"0"-403"-16,0 0-123 15,0 0 9-15,0 0 24 16,0 0-15-16,-58 127-3 15,36-88-12-15,0-1 13 16,-2-6 7-16,1-3-14 16,3-9-15-16,2-6-11 15,4-13-81-15,8-1-131 16,-1 0-682-16</inkml:trace>
  <inkml:trace contextRef="#ctx0" brushRef="#br0" timeOffset="72926.32">23601 12572 1687 0,'0'0'766'0,"0"0"-702"0,0 0-57 15,0 0-3-15,0 0 20 16,79 111-4-16,-50-65-19 16,4 0-1-16,5 4-85 15,-5-11-205-15,-8-13-824 0</inkml:trace>
  <inkml:trace contextRef="#ctx0" brushRef="#br0" timeOffset="73891.7">22140 13024 1360 0,'0'0'333'16,"0"0"-163"-16,0 0 72 0,0 0-66 16,0 0 10-1,0 0-88-15,0 0-98 0,-47-24-3 16,69 21 3-16,12 3 75 15,11 0-29-15,10 0-6 16,12 0-30-16,11 0 4 16,29 5-5-16,26 9-3 15,28 3-6-15,-14-4-9 16,-33-1-35-16,-16-2-111 16,-48-4-84-16,-5 0-276 0</inkml:trace>
  <inkml:trace contextRef="#ctx0" brushRef="#br0" timeOffset="74269.95">22463 13275 1003 0,'0'0'1438'16,"0"0"-1370"-16,0 0-68 15,0 0 55-15,0 0 9 16,124-4-22-16,-72 4-11 16,-3 9-30-16,-5 14-2 15,-6 5-15-15,-11 5-21 16,-11 0-38-16,-12 5 6 16,-4-1 12-16,-16 0 29 0,-15-5 28 15,-4-4 7 1,1-6 30-16,9-8 11 0,10-4 33 15,13-6-64-15,2-1-17 16,13-3 0-16,23 0 14 16,15 0 44-16,16 0-18 15,13 0-29-15,8-11 2 16,3 2-13-16,34-7-18 16,-25 3-163-16,-15-1-608 0</inkml:trace>
  <inkml:trace contextRef="#ctx0" brushRef="#br0" timeOffset="75033.58">24372 12615 779 0,'0'0'769'0,"0"0"-495"0,0 0-187 16,0 0 91-16,0 0 2 16,0 0-44-16,0 0-58 15,-53-78-53-15,53 75 38 16,0 3 12-16,0 0 10 16,0 0-21-16,0 0-11 15,0 0-13-15,0 0-40 16,0 0-11-16,0 14-30 15,0 9 41-15,0 11 0 16,7 8 25-16,3 4-25 16,2-2 0-16,-3-3 9 0,-1-8-9 15,1-11-1-15,-1-5 1 16,-4-11-26-16,2-6 10 16,1 0 16-16,5-13 27 15,5-16 20-15,5-14-15 16,5-6-25-16,0 2-1 15,-3 5-5-15,-2 8 6 16,-3 10-3-16,-6 8-3 16,-5 8-1-16,-5 4 0 15,0 4-4-15,-3 0-15 16,4 14-19-16,2 12 14 16,7 9 24-16,3 7 10 15,-1-3 4-15,6-3-7 0,-5-10-7 16,-3-8-6-1,-2-10-6-15,-4-6 12 0,0-2 0 16,-1 0 16-16,3-22 60 16,2-12-29-16,5-8-21 15,0-4-6-15,-1 0-11 16,-1 5-4-16,-4 10-5 16,-3 8-5-16,-7 19-52 15,0 4-91-15,0 0-406 0</inkml:trace>
  <inkml:trace contextRef="#ctx0" brushRef="#br0" timeOffset="75328.09">24205 12996 365 0,'0'0'534'0,"0"0"-413"0,0 0-121 15,0 0-42-15,0 0-335 16</inkml:trace>
  <inkml:trace contextRef="#ctx0" brushRef="#br0" timeOffset="75646">24205 12996 439 0,'-8'-2'594'16,"8"-1"-275"-16,0 2-72 16,0 0-24-16,0-2-4 15,0 1-99-15,0 2-39 16,0 0 26-16,0 0-24 15,0 0 28-15,0-2-32 16,0 2-10-16,0 0-16 16,0-2-13-16,0 2-9 15,0 0-8-15,0-2-15 16,0 2-2-16,8 0-6 0,7 0 0 16,12 0 10-16,9 0 1 15,9 0-6-15,11 0-4 16,2 0 5-16,4 4-1 15,3 4-5-15,-5-2-7 16,-2 0-20-16,-10-2-12 16,-8 0 5-16,-9 0-22 15,-8 0-22-15,-9-2-36 16,-14 2-46-16,0-2-201 16,0 2-342-16</inkml:trace>
  <inkml:trace contextRef="#ctx0" brushRef="#br0" timeOffset="76050.02">24408 13153 1174 0,'0'0'669'15,"0"0"-490"-15,0 0-88 16,0 0 68-16,0 0-61 15,0 0-60-15,0 0-11 16,9 24 42-16,-2-8-57 16,-5 7 6-16,0 9-16 0,-2 9 5 15,0 4 20 1,0 10-27-16,-7-1-20 0,-9 0-30 16,-3-5 1-1,1-9-4-15,0-11 53 0,7-11 0 16,4-7 1-16,5-6 23 15,2-5 6-15,0 0 1 16,4 0 2-16,21 0 15 16,11 0 57-16,9-5-59 15,7-2-7-15,9 2-21 16,-1 2-17-16,-4 3-1 16,-5 0 0-16,-11 0-37 15,-11 0-75-15,-12 0-111 16,-11 4-738-16</inkml:trace>
  <inkml:trace contextRef="#ctx0" brushRef="#br0" timeOffset="80944.66">20571 13447 1334 0,'0'0'540'16,"0"0"-317"-16,0 0-131 15,0 0-43-15,0 0-15 16,0 0-34-16,0 0 8 0,2-8 34 16,-2 8 33-16,0-2 21 15,0 2-6-15,0 0-8 16,0 0-22-16,3 0-18 15,-3 0-36-15,0 0 0 16,0 0 1-16,0 0-14 16,4 0 4-16,2 0-9 15,6 2-7-15,3 12 12 16,6 5 7-16,6 8 7 16,2 5-6-16,4 1 11 15,0 3-11-15,3 0 7 16,-3-3-8-16,0 1 1 0,-4-3 0 15,-2-3 0-15,-2-4-1 16,-8-4 1-16,-1-2-1 16,-5-3 0-16,-1-4 1 15,-2-1 7-15,-3-4-16 16,-3 0 5-16,0-4 3 16,-2 1 6-16,0-3 4 15,0 0-9-15,2 0 10 16,0 0-11-16,-2 0 1 15,2 0-1-15,-2 0 24 16,4-9 7-16,-4-9 22 16,0-8-23-16,0-8-20 15,0-9 12-15,0-7-20 16,0-10 14-16,0-8-10 16,0-6-5-16,-8-6-1 0,4-2 17 15,0-7-2-15,-1-14-9 16,5-20 0-16,0-19-1 15,0-5-5-15,5 25 0 16,3 31 0-16,0 29 0 16,0 4 4-16,1-8-4 15,2-8 0-15,5-13 0 16,-3 5 0-16,1-2 1 16,-1 2-1-16,-2 0 0 15,-2 1 0-15,0 7 0 16,-5 4 0-16,0 6-12 0,-1 4 12 15,-1 6 0-15,-2 5 0 16,0 12-1-16,0 6-4 16,0 8-4-16,0 6 9 15,0 6 0-15,0-1 1 16,0 1 3-16,0 3-4 16,0 0 0-16,0 0 4 15,0 2-4-15,0 3 0 16,0-2-1-16,0 3-11 15,0 0 7-15,0 0 5 16,3 0-14-16,-3-2 5 16,2-2-9-16,-2-2 17 15,2-4-6-15,0-6-6 16,0-1-1-16,3-2 6 0,-3-1 2 16,0 0 6-16,0 2-1 15,0 1-2-15,3 2 3 16,-2 0 0-16,1 1 0 15,0 0 4-15,-2 0-4 16,3 2 1-16,-1 0 0 16,-2 2-1-16,0-4 1 15,2 2 0-15,-2-2 0 16,-2-1-1-16,2 0 9 16,0 1-9-16,0 0 5 15,0 2-5-15,-2 2 8 16,2 1-3-16,-2 3-4 15,0-5-1-15,3 1 1 0,-3 0-1 16,2-1 1-16,-2 0 0 16,2 1-1-16,0 1 1 15,-2 4 0-15,0 1-1 16,0 2 0-16,0 2 0 16,0 0 0-16,0 2-7 15,0 0 6-15,0 0-1 16,0 0 2-16,0 0-1 15,0 0 1-15,0 0 6 16,0 0-5-16,0 0 5 16,0 0 1-16,0 0-6 0,0 0-1 15,0 0-7 1,2 0-2-16,3 0 4 0,2 0 0 16,6 0 5-1,5 0 0-15,2 0 1 0,6 0 5 16,3 0-6-16,3 4 0 15,1 0 4-15,8 3-3 16,1-1-1-16,12 3 1 16,4-3-1-16,6 0 0 15,7 0 1-15,0-2 5 16,3 2-6-16,-1-3 0 16,-2 1 1-16,1 1 16 15,-7-4-17-15,-1 4 0 16,-1-1-5-16,-3 0 5 0,0 2 0 15,2-2 1-15,-1 0 7 16,1 0-8-16,0 2 0 16,1 0 0-16,3 0 5 15,3 0-5-15,3 0 0 16,4 0 0-16,-3 1-5 16,1-4 5-16,-3 1 1 15,0 1 4-15,-4-3-5 16,-2 3-1-16,-3-1-6 15,-4 0 7-15,-1 0 0 16,-5 2 0-16,2-2 0 16,-3 2 1-16,0 0-1 15,5 3 0-15,2-2 5 16,2 1-5-16,0 0 0 16,-2-2 1-16,0 3 3 0,-3-2-4 15,-1-1 0-15,2 0 0 16,0 0 0-16,2 0 1 15,0-2-1-15,4 2 1 16,1-3-1-16,3 0 0 16,-1 2-1-16,-3-4 1 15,-2 2 1-15,-4-2-1 16,-7 1 1-16,-2 1 11 16,-5-2 0-16,-4 2 5 15,-3-2-8-15,-6 2 3 16,-2-3-5-16,-2 0-2 15,-3 1 2-15,-2-1-6 16,-2 3 0-16,-5-3 0 16,1 1 0-16,-1-1 4 0,1 2-5 15,-2-2 0-15,2 3 8 16,2-3-7-16,-3 1 8 16,-2-1-5-16,-2 0-2 15,-3 3 2-15,-3-3 8 16,0 0-3-16,-3 0 10 15,0 0 6-15,0 0 3 16,0 0-1-16,0 0 0 16,0 0-1-16,0 0 1 15,0 0-14-15,0 0-9 16,0 0-3-16,0 0-1 16,0 0 0-16,0 1-8 0,-3 2-25 15,-6-2-38-15,-18 5-60 16,-2 1-133-16,0-3-431 15</inkml:trace>
  <inkml:trace contextRef="#ctx0" brushRef="#br0" timeOffset="82245.42">25734 12308 1388 0,'0'0'403'16,"0"0"-201"-16,0 0 32 15,0 0-48-15,0 0-35 16,0 0-27-16,0 0-79 0,-25-19-22 15,25 16 5-15,0 3 9 16,0 0-27-16,0 0-10 16,0 0-14-16,0 0 0 15,7-2-11-15,6 2 25 16,12 0 0-16,6 0 14 16,6 0 1-16,8 0-7 15,2 0-8-15,-2 0-23 16,-1 6-22-16,-3 1 4 15,-6 0 3-15,-1-1-11 16,-8 0-17-16,-6 0-20 16,-6 0-24-16,-12 0-125 15,-2-1-162-15,0-3-950 0</inkml:trace>
  <inkml:trace contextRef="#ctx0" brushRef="#br0" timeOffset="82439.59">25809 12483 1560 0,'0'0'217'0,"0"0"-69"16,0 0 43-16,119 29-23 15,-66-20-67-15,4-2-58 0,28-1-43 16,-16-3-204-1,-9-3-1565-15</inkml:trace>
  <inkml:trace contextRef="#ctx0" brushRef="#br0" timeOffset="82892.95">26651 12023 1921 0,'0'0'283'16,"0"0"-176"-16,0 0 23 0,0 0-14 15,0 0-64 1,0 0-42-16,0 0-10 0,2 6-43 16,8 24 43-1,3 13 31-15,3 11-9 0,1 8-14 16,2 3-7-16,3-2-1 15,-2-3-21-15,0-9-14 16,-5-10 4-16,-1-14 14 16,-5-11-9-16,-5-9 26 15,0-7 25-15,2 0 64 16,-2 0 27-16,4-11-20 16,8-15-35-16,2-8-15 15,4-9-10-15,5-2 4 16,0-5 2-16,-3-3-6 15,0-1 0-15,1 0-4 0,-8-1-7 16,2 5-16-16,-5 6-9 16,-6 10 0-16,-3 11 0 15,-3 10-25-15,-2 13-60 16,0 0-156-16,-2 3-635 0</inkml:trace>
  <inkml:trace contextRef="#ctx0" brushRef="#br0" timeOffset="83413.36">27467 12571 963 0,'0'0'1102'16,"0"0"-939"-16,0 0-29 15,0 0 69-15,0 0-71 16,0 0-85-16,0 0-41 16,-58-44-6-16,27 36-1 15,-4 4 1-15,-1 4 2 16,3 0 13-16,2 12 5 16,4 9-14-16,6 9-6 15,10 7-7-15,7-1 2 16,4-2-4-16,0-4 9 0,15-8 9 15,4-6-9 1,-2-5-15-16,-1-9 3 0,1-2-5 16,1 0-12-1,-3 0-4-15,4-5 10 0,-1-11 15 16,-3 2 8-16,-2 2 0 16,-6 2 9-16,0 4 14 15,-5 4 13-15,-2 2 7 16,0 0-16-16,0 0-14 15,0 0-13-15,0 2-13 16,2 16 13-16,0 8 4 16,3 12 25-16,1 9-23 15,2 7 4-15,-2 1-10 16,1 1 0-16,-3-3-49 16,-2-12 0-16,-2-4-54 0,0-11-16 15,-13-8-96 1,-3-10-212-16</inkml:trace>
  <inkml:trace contextRef="#ctx0" brushRef="#br0" timeOffset="83781.97">27808 12603 2038 0,'0'0'354'0,"0"0"-240"0,0 0 57 16,0 0-71-16,0 0-58 15,0 0-42-15,0 0-1 16,-40 8 0-16,31 12 0 16,2 4 0-16,7 4-17 15,0 0-3-15,0 2 12 16,14 2 9-16,3-2 1 15,4 0 16-15,-6-4-6 16,-3-2-11-16,-6-4-12 16,-6-4-4-16,0-5 4 15,-4-1 12-15,-17-4 1 16,-3-5 5-16,-7 2-6 16,-5-3-48-16,5-4-93 15,10-12-292-15</inkml:trace>
  <inkml:trace contextRef="#ctx0" brushRef="#br0" timeOffset="84005.37">28174 12658 1568 0,'0'0'334'0,"0"0"-116"16,0 0-1-16,0 0-109 15,0 0-61-15,0 0 5 16,0 0 34-16,102 0-26 16,-57 0-13-16,1 1-36 0,1 1-11 15,10-2-70 1,-9 0-170-16,-13 0-1532 0</inkml:trace>
  <inkml:trace contextRef="#ctx0" brushRef="#br0" timeOffset="84989.25">28741 12286 1663 0,'0'0'426'16,"0"0"-277"-16,0 0-83 16,0 0 11-16,0 0-15 15,0 0-38-15,0 0-23 16,5-16 5-16,2 26-6 16,0 14-29-16,1 12 29 0,1 14 37 15,3 8-19-15,-4 9-2 16,3 2-16-16,-1 2-12 15,0-7-14-15,-3-8 19 16,2-12 7-16,-2-11 0 16,-1-12 0-16,-1-11 0 15,-1-7 47-15,0-3 77 16,2 0 18-16,2-17-35 16,7-11-34-16,6-11-32 15,6-7-16-15,4-7 0 0,0-5-10 16,0 0-1-1,-2 2-14-15,-4 3 19 0,-8 9-19 16,-3 13-29 0,-7 11-17-16,-7 11-50 0,0 7-157 15,0 2-730-15</inkml:trace>
  <inkml:trace contextRef="#ctx0" brushRef="#br0" timeOffset="85274.28">29321 12853 1228 0,'0'0'365'15,"0"0"-18"-15,0 0-80 16,0 0-97-16,0 125-54 15,2-91-27-15,2-2-43 16,1-2-24-16,0-4 19 16,-1-6-23-16,1-6-6 15,-3-4-9-15,-2-1-3 16,0-6-76-16,0-3-76 16,-2 0-290-16,-9-2-782 0</inkml:trace>
  <inkml:trace contextRef="#ctx0" brushRef="#br0" timeOffset="85453.27">29125 12783 2152 0,'0'0'321'0,"0"0"-202"0,0 0 27 16,0 0-19-16,0 0-56 15,0 0-19-15,0 0-5 16,133-10-12-16,-81 10-20 15,17 0-15-15,-13 0-50 16,-16-2-218-16</inkml:trace>
  <inkml:trace contextRef="#ctx0" brushRef="#br0" timeOffset="89880.07">20538 14576 1649 0,'0'0'294'0,"0"0"-251"16,0 0-1-16,0 0 22 16,0 0-31-16,0 0-17 15,0-2 2-15,0 2 38 16,0 0 33-16,0 0 5 15,0 0-37-15,0 0-32 16,0 0-13-16,0 0 5 16,0 0-6-16,0 0-10 0,0 0 18 15,0 0-18-15,0 0 11 16,0 0 5-16,0 0-16 16,0 0-1-16,11 9-16 15,7 12 16-15,7 9 7 16,8 10 5-16,3 8 16 15,5 9-18-15,5 2-2 16,0 0-1-16,1-2-6 16,-5-7-1-16,-2-15-11 15,-4-8 11-15,-8-10 1 0,-5-7 7 16,-5-7 13-16,-3-3 31 16,4 0 16-1,-2-13 11-15,8-16-6 16,1-10-30-16,8-10-11 0,3-8-5 15,4-9-11-15,1 2 3 16,-2 1-12-16,-4 11-2 16,-8 10-5-16,-3 11-20 15,-9 18-53-15,-5 9-80 16,-9 4-227-16</inkml:trace>
  <inkml:trace contextRef="#ctx0" brushRef="#br0" timeOffset="90301.18">21625 14851 1063 0,'0'0'509'16,"0"0"-340"-16,0 0-56 15,0 0 79-15,0 0 18 16,0 0-23-16,0 0-39 16,20-4-24-16,-20 4-26 0,0 0-40 15,0 0-34 1,-8 0-24-16,-13 0-16 0,-10 0-34 15,-9 18 6-15,-5 5 32 16,1 11 6-16,3 3 6 16,10 3 0-16,12 0-1 15,9-2-25-15,10-4-13 16,0-4 16-16,16-6 7 16,11-2-2-16,2-5 4 15,0-3-49-15,7-10-24 16,-7-4-70-16,-10 0-196 0</inkml:trace>
  <inkml:trace contextRef="#ctx0" brushRef="#br0" timeOffset="90519.18">21514 15119 2057 0,'0'0'347'0,"0"0"-278"15,0 0 1-15,0 0-19 16,0 0-39-16,0 0-12 15,0 0 13-15,11 72-5 16,-5-36 0-16,-3 0-8 16,-3-1-66-16,0-4 0 15,0-4-7-15,0-9 15 16,0-9 6-16,0-8-91 0,4-1-280 16,8 0-224-16</inkml:trace>
  <inkml:trace contextRef="#ctx0" brushRef="#br0" timeOffset="90829.96">21899 15079 933 0,'0'0'523'0,"0"0"-209"15,0 0-10-15,0 0-65 16,0 0-73-16,0 0-42 16,0 0-24-16,47-71-61 15,-47 71-28-15,0 0-21 16,0 7 18-16,-2 7-8 15,-1 6 2-15,3 0-2 16,0 2-10-16,5 0 9 16,6 1-6-16,0-4 7 0,1 3 0 15,-8-3-24-15,-4-2 2 16,0-3 5-16,0-1 7 16,0-7 10-16,-9 0 0 15,-2 0 6-15,-2-6 5 16,1 0-11-16,-1 0 0 15,-5 0-86-15,5-10-162 16,0-2-562-16</inkml:trace>
  <inkml:trace contextRef="#ctx0" brushRef="#br0" timeOffset="91157.52">22566 14861 2 0,'0'0'1919'15,"0"0"-1517"-15,0 0-174 16,0 0-40-16,0 0-79 15,0 0-52-15,0 0-35 16,46-20-11-16,-21 13 0 16,6 3-10-16,4 3 7 15,1 1-8-15,-3 0-5 0,1 0-45 16,-2 1-32-16,-1 20-84 16,-7-7-143-16,-8 2-575 0</inkml:trace>
  <inkml:trace contextRef="#ctx0" brushRef="#br0" timeOffset="91330.22">22674 15061 2108 0,'0'0'379'0,"0"0"-290"16,0 0-28-16,0 0-28 15,0 0-6-15,0 0 43 16,123 0-36-16,-76 0-34 0,-1 0-17 15,17 0-133 1,-14 0-140-16,-7 0-647 0</inkml:trace>
  <inkml:trace contextRef="#ctx0" brushRef="#br0" timeOffset="93509.17">24197 14733 143 0,'0'0'1614'0,"0"0"-1281"15,0 0-79-15,0 0-76 16,0 0-49-16,0 0-35 16,0 0-18-16,-2-25-17 15,2 25-16-15,0 0-13 16,0 0-14-16,0 0-16 15,0 0-11-15,0 14-21 16,12 18 7-16,7 15-4 16,0 9-3-16,6 9-22 15,0 2-25-15,-1-9 12 16,0-8-18-16,-2-11 32 16,-1-16 13-16,-6-10 40 15,-1-12 5-15,-1-1 80 16,5-14 87-16,5-22-64 15,3-12-49-15,5-6-16 0,0-12-12 16,2-1 3-16,-2 3-19 16,2 11-15-16,-10 9 0 15,-4 7-46-15,-9 21-69 16,-3 10-111-16,-4 6-631 0</inkml:trace>
  <inkml:trace contextRef="#ctx0" brushRef="#br0" timeOffset="93738.96">24925 14909 1739 0,'0'0'528'0,"0"0"-375"16,0 0-88 0,0 0-28-16,0 0-16 0,0 112 38 15,0-54-29-15,-5 4-8 16,1-4-22-16,0-5-9 15,1-7-9-15,1-11-18 16,2-12 18-16,0-11-37 16,0-12-28-16,5-12-194 15,1-10-739-15</inkml:trace>
  <inkml:trace contextRef="#ctx0" brushRef="#br0" timeOffset="93898.4">24762 14945 2248 0,'0'0'444'0,"0"0"-322"0,0 0-52 16,0 0-12-16,0 0-28 15,0 0-17-15,0 0 3 16,150-36-16-16,-77 36-78 16,-11 0-144-16,-10 0-621 0</inkml:trace>
  <inkml:trace contextRef="#ctx0" brushRef="#br0" timeOffset="94378.23">25851 14743 1689 0,'0'0'520'0,"0"0"-343"16,0 0-6-16,0 0-2 15,0 0-73-15,0 0-45 16,0 0-30-16,6-10-21 16,-6 10-4-16,0 10-3 15,0 13 7-15,2 9 15 16,2 11-14-16,3 9 11 15,-1 4-5-15,4 3-2 16,-4-2-5-16,3-9-6 16,-5-2-39-16,0-12-33 15,-4-5-86-15,0-11-17 16,-6-10-173-16,-7-8-1479 0</inkml:trace>
  <inkml:trace contextRef="#ctx0" brushRef="#br0" timeOffset="94562.57">25662 15004 1445 0,'0'0'1152'15,"0"0"-997"-15,0 0-107 16,0 0-10-16,0 0 14 16,147-38-24-16,-84 38-15 15,6 0-13-15,24 0-82 16,-14 0-182-16,-15 5-794 0</inkml:trace>
  <inkml:trace contextRef="#ctx0" brushRef="#br0" timeOffset="96180.96">26745 15113 1584 0,'0'0'797'0,"0"0"-670"0,0 0-57 16,0 0 17-16,0 0-8 15,0 0-20-15,0 0-41 16,3-8-18-16,-3 8-8 16,0 0 7-16,0 0-12 15,0 0 3-15,0 14 10 16,6 4 1-16,3 8 8 16,2 10-3-16,7 5-4 15,0 3 5-15,4 2-7 16,3 3 6-16,-1 1-4 15,-1-2-4-15,-2-4-12 16,0-8 3-16,-6-5 2 0,-1-4 9 16,-3-9 0-16,-5-6 1 15,-1-2 0-15,0-6-1 16,-5-4 1-16,2 0-1 16,-2 0 0-16,0 0-1 15,0 0 0-15,2 0 1 16,-2 0-1-16,0 0-10 15,2 0 5-15,-2 0 6 16,2 0 13-16,3-14 8 16,-1 2-11-16,3-6-9 15,0-9 10-15,-1 0 16 16,1-5-5-16,-3-3 3 16,4-9-14-16,0 0 4 15,-1-6-1-15,-1-8-2 16,2-4-11-16,-2-6 0 0,1-7 0 15,-3-6 5-15,-2-2 8 16,0-3-9-16,0 0 10 16,1 3-8-16,4 5 0 15,2 4-3-15,1 1 1 16,4 3-5-16,1 6 0 16,1 7 0-16,0 7 7 15,-2 8-6-15,-4 11 3 16,1 5-2-16,-3 6 5 15,0 2 0-15,-1-1-7 16,1 4 0-16,2-1-3 0,-2-7 3 16,1 5 7-1,3-4 0-15,-3 3-7 0,-1-2-6 16,1 3 5 0,-2 2 1-16,-2 2-1 0,-1 4 1 15,-2 0-1-15,2 1 1 16,-2 4 3-16,1-3 3 15,1 0-12-15,-1 2 4 16,1-2 2-16,1-2 0 16,-3 3 8-16,2-4-8 15,0-1-14-15,3-1 1 16,-2 1 12-16,2-2 1 0,-3 1-6 16,0 1 6-1,3 0-9-15,-3-1 9 0,1 4 0 16,-2 0 0-16,1 2 0 15,0-4 0-15,1 3 0 16,1-3 1-16,-2-2-1 16,4 1 0-16,-4 1 0 15,0 0 0-15,-1 5 0 16,-1-2 1-16,-2 5 0 16,2-2-1-16,-2 4 0 15,0 1-1-15,0 0 1 16,0 0 0-16,0 0-4 15,0 0-5-15,0 0 8 16,0 0-8-16,0 0 4 16,0 0 5-16,0 0-1 0,0 0 1 15,0 0 6-15,0 0-6 16,0 0-5-16,0 0 5 16,0 0 1-16,0 0-1 15,0 0-1-15,0 0 1 16,0 0 0-16,0 0-10 15,4 0-7-15,4 0 0 16,5 0 13-16,7 0 4 16,2 0 5-16,9 0-5 15,4 0 5-15,12 0-5 16,7 0 0-16,11 0-4 16,8 0 4-16,10 0 0 15,6 0 0-15,4 0 0 16,5 0-5-16,0 0 5 15,-4 0 1-15,-1 0 4 0,-6 0-4 16,-2 0-1 0,-5 0 7-16,-2 1-14 0,3 1 14 15,-2 1-4-15,2-2-3 16,1 1-5-16,3 2-4 16,0 0-7-16,2-4 15 15,4 4 0-15,3 2 1 16,4 1 5-16,2 0-4 15,-3 2 8-15,2-2-7 16,-11 2 3-16,-5-1 3 16,-11-2 0-16,-13-2 5 15,-9-3-12-15,-15 2 9 16,-12-3 10-16,-8 0 3 0,-8 0-9 16,-4 0-14-1,-3 0 0-15,0 0-1 0,-3 1-67 16,-13 4-113-16,1-4-234 15</inkml:trace>
  <inkml:trace contextRef="#ctx0" brushRef="#br0" timeOffset="97010.36">28543 13939 1394 0,'0'0'512'0,"0"0"-369"16,0 0-105-16,0 0-9 0,0 0-29 15,0 0 9 1,0 0 18-16,0-31-14 0,0 29 13 16,0 0-13-16,0-2-11 15,0 2-2-15,0 0-8 16,0 0-16-16,-2-1 21 16,2 3-16-16,0 0 7 15,0 0 10-15,0 0-8 16,0 0-7-16,-2 0 17 15,2-1 33-15,0 1 30 16,0 0 4-16,0 0 0 16,0 0-7-16,0 0-11 15,0 0-13-15,0 0 0 16,0 0 12-16,0 0-12 0,0 0-34 16,0 4-2-16,0 16 0 15,0 7 12-15,0 10-5 16,-2 9 3-16,2 2-10 15,0 1 7-15,0-1-2 16,0-8-4-16,0-4-1 16,0-6 0-16,0-8-6 15,0-4-10-15,0-4-47 16,0-2-161-16,0-4-372 0</inkml:trace>
  <inkml:trace contextRef="#ctx0" brushRef="#br0" timeOffset="97253.74">28371 14343 1399 0,'0'0'531'0,"0"0"-278"16,0 0-24-16,0 0-25 15,0 0-70-15,0 0-40 16,0 0-68-16,-35-20-26 16,35 20-15-16,0 0-12 15,0 0-4-15,9 0 31 16,5 0 1-16,10 0 47 15,7 0 1-15,9 0 2 16,7 0-31-16,2 0-8 16,0 0 8-16,-5 2-20 15,-4-2-31-15,-9 0-55 16,-10-4-111-16,-15-9-228 0</inkml:trace>
  <inkml:trace contextRef="#ctx0" brushRef="#br0" timeOffset="97441.27">28230 13836 2134 0,'0'0'378'0,"0"0"-285"16,0 0-71-16,0 0-9 15,124-16-13-15,-82 16-1 16,23 26-65-16,-12-2-99 15,-6 0-419-15</inkml:trace>
  <inkml:trace contextRef="#ctx0" brushRef="#br0" timeOffset="97660.06">28813 14057 2004 0,'0'0'367'0,"0"0"-254"0,0 0-33 16,0 0-75-16,0 0 10 15,0 0-15-15,-7 102 14 16,0-53-1-16,1 1-12 16,2 0 0-16,1-3 6 15,3-11-4-15,0-4-3 16,0-8 2-16,0-7-2 16,0-5-13-16,0-12-85 15,3 0-188-15,1-4-255 0</inkml:trace>
  <inkml:trace contextRef="#ctx0" brushRef="#br0" timeOffset="97926.38">28841 14185 1727 0,'0'0'513'16,"0"0"-315"-16,0 0-75 16,0 0-31-16,0 0-29 15,0 0-25-15,0 0-25 16,130 16-13-16,-96 10-7 15,-3 5 6-15,-4-2-15 16,-8 0 9-16,-5 1-14 0,-10-7 13 16,-4-2-4-1,0-6 2-15,-16-2 10 0,-10-4 10 16,-8 0 17-16,-1-9-18 16,-5 0-9-16,0 0-45 15,-3 0-80 1,12-9-66-16,11-4-261 0</inkml:trace>
  <inkml:trace contextRef="#ctx0" brushRef="#br0" timeOffset="98252.47">29428 14243 1271 0,'0'0'481'15,"0"0"-104"-15,0 0-72 16,0 0-82-16,0 0-150 0,0 0-73 15,0 0 6-15,-45-27 3 16,23 27-9-16,4 0 21 16,2 3-21-16,10 11-5 15,4 11-18-15,2-2-4 16,0 11 27-16,10 0 12 16,9 3 8-16,-1-4-9 15,-1 1-10-15,-3-5 18 16,-3-3-16-16,-7-6-3 15,-4-7-20-15,0-1 2 16,-6-3 18-16,-15-1 11 16,-6-4 9-16,-6-2 9 0,-23-2-29 15,8 0-105 1,1-2-309-16</inkml:trace>
  <inkml:trace contextRef="#ctx0" brushRef="#br0" timeOffset="98783.48">27607 14614 1399 0,'0'0'313'0,"0"0"-176"16,0 0 122-16,0 0-26 15,0 0-92-15,0 0-73 16,0 0-54-16,-42-17-14 16,42 16-21-16,0 1 21 15,2 0 18-15,3 0 8 16,-1 0-4-16,10 0-11 15,8 0 45-15,16 0 7 16,18 0-18-16,32 1-14 16,46 12-11-16,47-1-19 15,21 2 25-15,8 2-15 16,-9 0 2-16,-18-1-7 16,-6-4 7-16,-9 3 14 15,-17-1-5-15,-32-4-4 0,-31-3-13 16,-26 1 5-16,-17-2-4 15,-3-1 2-15,-4 1-8 16,-11-1 5-16,-13-3-5 16,-12 3-13-16,-2-4-29 15,0 5-12-15,-2-5-7 16,-10 8-18-16,1 2-25 16,-16 2-78-16,8-1-223 15,-4-2-1577-15</inkml:trace>
  <inkml:trace contextRef="#ctx0" brushRef="#br0" timeOffset="99428.95">27883 15035 1926 0,'0'0'298'0,"0"0"-210"0,0 0-20 16,0 0-18-16,0 0-35 15,0 0-4-15,0 0-11 16,-71-14 1-16,58 14 15 16,0 4-15-16,0 6 6 15,-3 4-6-15,-2 6 1 16,0 0-2-16,3 6 0 15,1 0-2-15,3 2-12 16,5 2 13-16,0 5-13 16,6 1 5-16,0 4-2 15,0 2 3-15,12-3-4 16,11 3 12-16,8-7 0 0,11-1 0 16,9-6 12-1,12-6 19-15,8-8 4 0,29-6-35 16,-17-8-85-16,-12 0-831 15</inkml:trace>
  <inkml:trace contextRef="#ctx0" brushRef="#br0" timeOffset="99836.63">29212 15176 1882 0,'0'0'369'16,"0"0"-278"-16,0 0-29 16,0 0 39-16,0 0 18 15,0 0-37-15,0 0-17 16,73 1-7-16,-52 21-7 16,0 13 0-16,4 11 7 15,0 11-15-15,-5 8-1 0,-7 10-20 16,-13-5-11-16,0 1-11 15,-40-8-20-15,-80-9-39 16,4-18-122-16,-5-18-745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3-18T16:33:04.97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23731 1815 378 0,'0'0'139'16,"0"0"-126"-16,0 0 30 0,0 0 98 16,0 0-50-16,0 0-55 15,0 0-26-15,-13 4 29 16,13-4-2-16,0 0 8 15,0 0-14-15,0 0-4 16,0 0-4-16,0 0-2 16,0 0-10-16,17 0-3 15,7 0 15-15,5 0-10 16,13 0 1-16,2 0-7 16,-2 0 10-16,7-4-14 15,-4 4 1-15,0-3 1 16,-8 3-3-16,-12 0-2 15,-1 0 1-15,-16 0 1 0,5 0-1 16,-9 0 0-16,-4 0 0 16,0 0 0-16,0 0-1 15,0 0 0-15,0 0 0 16,4 0-2-16,0 0-4 16,-4 0 0-16,4 0-15 15,-4 0-9-15,0 0-3 16,0 0-3-16,0 0-1 15,0 0-13-15,0 0 2 0,0-3-1 16,0 0-8 0,0-3-11-16,-8 3 11 15,0 0 47-15,-1-3 10 0,-7-1 2 16,7 2 2-16,-2 1 9 16,-1-2 25-16,3 3 15 15,5 0-2-15,0 0-6 16,0-1 2-16,4 4 4 15,0 0-7-15,0 0-5 16,0 0-8-16,0 0 0 16,0 0-6-16,0-2-3 15,0 2-3-15,0 0 8 16,0 0-6-16,0 0-6 16,0 0-1-16,0 0-7 15,0 0 4-15,0 0-8 16,0 0 2-16,0 0-2 0,0 0 0 15,0 0 0-15,0 0 0 16,0 0-3-16,0 0 0 16,0 0 0-16,0 0-1 15,0 0 0-15,0 0-1 0,0 0 1 16,0 0 1-16,0 0 0 16,0 0 1-16,0 0-1 15,0 0 2-15,0 0-1 16,0 0 1-16,0 0-2 15,0 0 0-15,0 0-1 16,0 0 0-16,-8 0 0 16,-5-3-4-16,1-1 0 0,-5 1 0 15,1 0-2-15,8-3 7 16,-9 0 1-16,9 3 0 31,1 0-1-31,2 0 0 0,-3 3-2 16,4-4 2-16,4 4 0 0,0 0 1 15,0-3-1 1,0 3-1-16,0 0 0 16,0 0-2-16,0 0 1 0,0-2 1 15,0 2 2-15,0 0-2 16,0 0 2-16,0 0-1 16,0 0 0-16,0 0 1 15,0 0-1-15,0 0-1 0,0 0-2 16,0 0 1-1,0 0-5-15,0 0 5 16,0 0 1-16,0 0 0 16,0 0 1-16,0 0-2 0,0 0 0 15,0 0 0-15,0 0-1 16,0 0-2-16,0 0 5 16,12 0-1-16,0 2-1 15,8 8 2-15,5-7-1 16,0 6 3-16,0-3-2 15,8 0 2-15,-5 1-1 16,1 2 0-16,0-6 1 16,-9 6-1-16,5-3-1 15,-8-3 2-15,-5 4-1 16,0-4 0-16,-4 0-1 16,-8 0-2-16,0 0 1 0,4-3 1 15,-4 0-1-15,0 0 1 16,0 0-1-16,0 0-1 15,0 0-1-15,0 0-1 16,0 3-3-16,0 0 3 16,0 3-3-16,-8-3 7 15,-8 3 0-15,4 1 2 16,-9-1-2-16,5 0 2 16,-5 0-2-1,4-3 5-15,-3 7-4 0,3-10 0 16,1 5 2-16,8-1-3 15,-4-4-3-15,8 0 0 16,4 0-3-16,-4 0 0 16,4 0-15-16,0 0-16 15,0 0-21-15,0 0-25 16,0 0-72-16,0 0-41 16,0 0-71-16,0 0-108 0</inkml:trace>
  <inkml:trace contextRef="#ctx0" brushRef="#br0" timeOffset="2900.52">24938 1535 28 0,'0'0'69'0,"0"0"-47"16,0 0 19-16,0 0 27 16,0 0 30-16,0 0-46 15,0 0-6-15,0 0 15 0,4 0 6 16,-4 0-8-16,0-3-1 16,4 3-8-16,-4 0 11 15,0 0-1-15,0 0-16 16,0 0-13-16,0 0-2 15,0-4-9-15,0 4-1 16,0 0-1-16,0 0-7 16,0 0 3-16,0 0-6 15,0 0-8-15,0 0-2 16,-17 0 2-16,-7 0 0 16,-5 0 9-16,-7 0-5 15,-2 0-1-15,1 7 0 0,0 2 6 16,5 0 3-16,3-3 2 15,4 1-9-15,13-1-3 16,-1 0-2-16,5-3-1 16,4 0-1-16,4 3 1 15,0-2-4-15,0-4-1 16,0 0 6-16,0 0 5 16,0 2-3-16,0 1-2 15,0 1 0-15,0 2 0 16,12 0-1-16,13 0 1 15,0 7 10-15,16-4-4 0,0 3 0 16,4 0-3 0,5 4-1-16,-6-1-2 0,2 4-1 15,-9-1 1 1,-8 0 0-16,-5 1-5 16,-12-7 0-16,-4 1 0 15,-8 2-2-15,0-3 4 0,0 4-3 16,0-1 0-16,-16 1 5 15,-5 5 2-15,1-8 2 16,-9 5-2-16,-4-2 3 16,-4-10 5-16,-7 3-3 15,2-3 18-15,1 0-6 16,-4-6 4-16,4 0 4 16,4 0-7-16,4 0 5 15,8 0-1-15,9-12-2 16,4 0 5-16,4-4-2 15,4 4-9-15,4-3-8 16,0 2-7-16,0 1-2 0,0 2 1 16,0 5-2-16,0-2-10 15,8 1-11-15,-4 3-5 16,4 0 0-16,0 3-11 16,4 0-18-16,5 0-48 15,-9 0-100-15,-4 0-156 16</inkml:trace>
  <inkml:trace contextRef="#ctx0" brushRef="#br0" timeOffset="3744.07">25119 1729 354 0,'0'0'149'0,"0"0"-86"16,0 0 23 0,0 0 55-16,0 0-46 15,0 0-22-15,0 0-14 16,0-16 2-16,0 16-14 0,0 0-9 15,0 0-12-15,0 0-3 16,0 0-6-16,0 0-6 16,0 0-8-16,0 0-2 15,4 0-1-15,-4 0-1 16,4 0-3-16,4 10 2 16,0 15 2-16,8-1 2 15,0 4-2-15,1 3 3 16,4 0-3-16,-1 2 2 15,1-8 0-15,0-3-2 16,-9-7 2-16,-5-6-1 16,6-2 0-16,-9-4 0 0,-4-3 0 15,0 0 1 1,0 0 1-16,0 0-3 0,0 0-1 16,4 0-15-16,-4-10-15 15,4-5-34-15,0-10 5 16,0 1-23-16,1-4-26 15,-1 3-29-15,0-3 39 16,0 7 50-16,-4-3 49 16,4 1 6-16,0 8 37 15,4 0 34-15,-3 5 12 16,-5 2-12-16,4 1-27 16,-4 4 21-16,0 0-6 15,0 3-10-15,0 0-19 0,0 0-13 16,0 0-16-16,0 0-7 15,0 9-15-15,0 13 12 16,-4 8 3-16,-13 11 8 16,5 5-4-16,-9 3 0 15,4 4-2-15,2 6 4 16,7-4-1-16,-5-3-3 16,5-5 0-16,4-11 0 15,0-8-2-15,4-9 2 16,0-7-1-16,0-6 2 15,0-3-3-15,0-3 0 16,0 0-10-16,0 0-13 0,0 0-9 16,0 0-14-1,0 0-33-15,0-3-105 0,0-9-219 16</inkml:trace>
  <inkml:trace contextRef="#ctx0" brushRef="#br0" timeOffset="4692.25">25545 1689 144 0,'0'0'368'0,"0"0"-312"15,0 0-37 1,0 0 93-16,0 0-12 0,0 0-38 16,9-46-27-16,-9 46 3 15,0 0 1-15,0 0-15 16,0 0-1-16,0 0-16 16,0 0-7-16,0 15 0 15,0 10 2-15,0 5 9 16,0 8 2-16,0-8-11 15,0 4 1-15,0-3-2 0,0-3 0 16,0-3 3 0,0-10-3-16,0-3 2 15,0-6-1-15,0-3 3 16,0-3 1-16,0 0 4 0,0 0 17 16,0 0 24-1,4-3 4-15,4-18 3 0,5-10-46 16,2-3-1-16,2 0-1 15,-1-2-10-15,1 1 1 16,-5 7 0-16,-4 4 2 16,5 9-2-16,-13 2-1 31,4 7 1-31,0 6 0 0,-4 0-1 0,0 0 0 16,0 0-9-16,0 6-11 15,8 19 2 1,1 9 18-16,-1 3 1 15,0 0 2-15,3-3-2 0,-2 0 0 16,3-4 0-16,-4-8-1 16,-3-4 1-16,3-5-1 15,0-4 3-15,-4-9-1 16,0 0-1-16,-4 0 7 16,0 0 2-16,4 0 14 15,9-24 19-15,3-11-33 16,1-1-5-16,4 1 2 15,-2-1-5-15,-2 1 0 0,-5 2 0 16,1 2 0 0,-9 9 2-16,0 4 3 0,0 6-4 15,-4 9-2-15,0 3 0 16,0 0-2-16,0 0 0 16,0 0-14-16,0 9-9 15,0 15 12-15,8 14 12 16,-4-2 2-16,5-1 0 15,-5-2-2-15,0-2 0 16,4-7 0-16,-4-5 3 16,5 0-3-16,-5-7-9 15,0-3-12-15,-4 0-12 16,0-2-6-16,0-7-8 0,0 3-29 16,0-3-13-16,4 0 1 15,0 0 32-15,4-19-16 16,4-9-136-16,-8 13 85 15,4-1-86-15</inkml:trace>
  <inkml:trace contextRef="#ctx0" brushRef="#br0" timeOffset="5254.58">26149 1448 623 0,'0'0'58'15,"0"0"-32"-15,0 0 88 16,0 0-48-16,0 0-27 0,0 0-15 15,0 0-11 1,16-101 16-16,-16 101 7 0,0 0-21 16,0 3-15-16,0 25-9 15,0 8 9-15,0 14 12 16,0 2-7-16,0 4 0 16,0 2-3-16,0-5-1 15,0-1 0-15,0-11 3 16,0-11-2-16,4-8-1 15,0-10 0-15,0-6 1 16,-4-6 3-16,4 0 4 16,-4 0 11-16,8 0 46 15,-3-18 8-15,7-10-62 0,4-6-5 16,-3 3 0 0,-1 1-5-16,5 5-2 15,-5 3 0-15,-4 10-1 16,1 3 1-16,-5 9-1 0,-4 0 0 15,0 0-6-15,4 0-12 16,3 6-8-16,10 18 23 16,3 7-2-16,-3 3 6 15,4-3 1-15,-9 0-1 16,0 3-2-16,-7-3 2 16,-5-4-6-16,0 1 1 15,-17-7-14-15,-20-5 17 0,-4-7 2 16,-8-3 18-16,3-6-7 15,9 0 10 1,17 0-8-16,4 0-7 16,12-3-6-16,0-9-4 0,4-7-40 15,0 1 11-15,16-4-54 16,16-2-78-16,-15 11-54 16,4 1-185-16</inkml:trace>
  <inkml:trace contextRef="#ctx0" brushRef="#br0" timeOffset="5613.4">26612 1634 528 0,'0'0'181'0,"0"0"-96"0,0 0 35 15,0 0 28 1,0 0-70-16,0 0-56 0,37-25-22 16,-49 37-18-1,-13 16 18-15,1 12 6 0,4-3-6 16,3 0 2-16,9-6 1 15,4-4-3-15,4-5 0 16,0-6 1-16,0-7 0 16,16-3 4-16,13-3-1 15,3-3 4-15,5 0-3 16,5-9 3-16,-5-16-4 16,-5 1-2-16,-3-4 1 0,-4 0-1 15,-17 3 0 1,-4 0 2-16,-4 1 5 15,-8 9-4-15,-29 2-5 16,-12 10-6-16,-13 3-7 0,-4 0 9 16,1 0 3-16,3 9-50 15,17 10-41-15,12-4-79 16,33-8-80-16,0-5-126 16</inkml:trace>
  <inkml:trace contextRef="#ctx0" brushRef="#br0" timeOffset="6082.26">26941 1285 283 0,'0'0'67'15,"0"0"-10"-15,0 0 78 16,0 0-28-16,0 0 0 16,0 0 2-16,25-49-23 15,-21 49-8-15,-4 0-26 16,0 0-18-16,0 0-12 16,0 0-22-16,0 15-12 15,0 19 12-15,0 15 13 16,0 1 0-16,-4 8 2 15,-1 4-5-15,1 3-4 0,4 0-3 16,0-7-1-16,0-2 1 16,0-10 0-16,17-9-2 15,-1-9 1-15,-3-7 1 16,3-12 0-16,-3 1 1 16,-2-10 0-16,2 0 6 15,-1 0 3-15,4 0 4 16,1 0-4-16,0-19-10 15,-5 1-3-15,-4 2-21 16,-8 1-48-16,0 12-121 16,0-6-523-16</inkml:trace>
  <inkml:trace contextRef="#ctx0" brushRef="#br0" timeOffset="7489.99">27790 1528 560 0,'0'0'66'0,"0"0"-31"0,0 0 118 16,0 0-38-1,0 0-36-15,0 0-39 0,0 0 8 16,-4-12 3-16,4 12-5 16,0 0-19-16,0 0-15 15,0 0-1-15,0 0-4 16,0 0-7-16,0 0 0 15,0 0-11-15,0 7-1 16,9 17 12-16,3 10 2 16,-4 6-2-16,5 6 1 0,-5 0-1 15,-4-2 0-15,4-1 0 16,-4-3-3 0,-4-9-4-16,5-7-3 15,-5-8 4-15,0-10 0 0,0-3 4 16,0-3 2-16,0 0 3 15,0 0 11-15,0-9 13 16,0-16-7-16,0-6-17 16,0-3 0-16,0 1 3 0,4-7-4 15,8 5-1-15,0-1 1 16,1 2 0-16,2 12-2 16,-6 4 0-16,7 5-7 15,-8 7-10-15,1 3-17 0,3 3 13 16,1 0 17-1,3 13 3-15,9 11 1 16,-4 10 0-16,2 3 1 0,-6-6-1 16,-1 0 0-16,-7-4-2 15,-5-5 1-15,0-3 2 16,0-4-3-16,-4-6 3 16,0-3-2-16,0-3 2 0,0-3 1 15,0 0 3-15,0 0 3 16,4 0 0-16,4 0-3 15,1-18 1 1,7-4 0-16,5-9 0 0,-5 3-4 16,4-5-2-16,5-7 1 15,0 3-2-15,-5-3 1 16,1 9 0-16,-4 3 2 16,-1 12-1-16,-5 4 8 15,-2 6 2-15,-5 0-3 16,-4 6 7-16,0 0-4 15,0 0-9-15,0 0-2 16,0 6-10-16,0 22 3 16,0 6 7-16,0 9 4 15,0 3-2-15,0 1-1 16,0-2 1-16,0-4 0 16,0-4-1-1,0-9 0-15,0-7-1 0,4-2-2 16,4-7-3-16,-4-9-3 15,1 0-2-15,-5-3-8 16,4 0-8-16,4 0-7 0,4-9-19 16,5-13-113-16,-5-5 0 15,9-4-31-15,-17 18-79 16,0 1 19-16</inkml:trace>
  <inkml:trace contextRef="#ctx0" brushRef="#br0" timeOffset="7895.89">28517 1655 6 0,'0'0'234'16,"0"0"-67"-16,0 0-50 15,62-114 12-15,-54 99 5 0,-4 5 3 16,1 7-35 0,-5 0-19-16,0 3-9 15,0 0-34-15,0 0-37 16,0 3-3-16,0 19-20 0,-17 12 20 16,0 6 4-16,5 0 5 15,0-3-7-15,12-3 0 16,0-6-1-16,0-4 2 15,0-5-2-15,0-4 1 16,12-6 2-16,5-3-1 16,7-3 3-16,1-3 1 15,3 0-2-15,5 0 5 16,0-21 5-16,-4-4-1 16,0-2-6-16,-13-4-2 15,0 3 4-15,-12-3-5 16,-4 4 6-16,0 2-11 15,0 3-1-15,-16 4-4 0,-8 5-6 16,-5 7 4-16,-8 0-11 16,-5 6 10-16,6 0-17 15,3 0-4-15,8 0-22 16,13 6-36-16,8 3-51 16,4 1-49-16,0-4-68 15,0-6-46-15</inkml:trace>
  <inkml:trace contextRef="#ctx0" brushRef="#br0" timeOffset="8473.84">29079 1541 519 0,'0'0'27'0,"0"0"12"15,0 0 112-15,0 0-32 16,0 0-59-16,0 0-16 15,108-61-5-15,-104 61-9 16,-4 0-3-16,0 0-2 16,0 0 0-16,0 0-2 15,0 0-18-15,-8 0-5 16,-21 0 0-16,-4 0 11 16,-9 12 5-16,2 3 7 0,7 1-1 15,0-4-7 1,8 0-4-16,8-3-7 0,10 1-2 15,7-7-2-15,0 3 0 16,0-3-4-16,0 0 4 16,0 3 0-16,12 1 3 15,12 2 3-15,9-3 1 16,1-3-7-16,7 6-6 16,-1 0 1-16,2 4 3 15,-1 5-5-15,-5 4-2 16,1 0 4-16,-12 2-10 15,-8-2 1-15,-9-1 7 16,-8-2-3-16,0 2-1 16,-17-5 3-16,-20-4 8 0,-11 0 7 15,-10-9 13-15,-9 1-7 16,7-4 13-16,10 0 0 16,9 0-6-16,17 0-15 15,3-10 0-15,13 1 3 16,8-3-8-16,0-1-5 15,0 1-30-15,16-3-14 16,16-7-26-16,6 4-9 16,7-7-54-16,-24 15-104 15,-1 2-109-15</inkml:trace>
  <inkml:trace contextRef="#ctx0" brushRef="#br0" timeOffset="8771.71">29462 1334 435 0,'0'0'94'16,"0"0"-34"-16,0 0 94 0,0 0 6 15,0 0-71-15,0 0-32 16,4-64-31-16,-4 64-15 16,0 0-11-16,0 6-24 15,-8 21 23-15,-9 14 1 16,5 5 12-16,3 9-4 15,1 4 2-15,8 0 5 16,0-7-11-16,0 0 0 0,4-6-1 16,13-6-2-1,3-9 0-15,1-6 2 16,0-10-3-16,-2-2-6 16,2-10-10-16,-9-3-20 0,1 0-75 15,-13 0-47-15,0-3-119 16</inkml:trace>
  <inkml:trace contextRef="#ctx0" brushRef="#br0" timeOffset="9006.02">29219 1584 501 0,'0'0'157'16,"0"0"-24"-16,0 0-2 0,0 0-7 15,0 0-56-15,0 0-47 16,37-37-2-16,8 34 1 15,13 0-7 1,3 0-7-16,5 0 0 0,4 3-1 16,0 0-5-16,-13 0-1 15,-8 0 1-15,-15 0-31 16,-14 0-71-16,-12-3-22 16,-4-6-75-16,-4 2-40 15</inkml:trace>
  <inkml:trace contextRef="#ctx0" brushRef="#br0" timeOffset="10045.31">29826 1263 144 0,'0'0'408'15,"0"0"-345"-15,0 0 14 16,0 0 61-16,0 0-51 15,0 0-29-15,0 0-37 16,17-24-15-16,-17 24-6 16,0 12 5-16,0 19-5 0,0 12 38 15,0 6-26 1,0 7-8 0,-4 2 0-16,0 4-2 15,4-3 1-15,0-1-3 16,0-12 2-16,0-6-2 15,8-12 3-15,9-6-2 0,-5-10-1 16,0-3 1-16,-3-5 1 16,7-4-2-16,-3 0 0 15,6 0 7-15,2-13-7 16,0-8-11-16,-5-4-6 16,1-3 10-16,-1-3 5 15,-3 4 0-15,-1 2 1 0,-4 1 1 16,1 5 7-1,-9 3 3-15,4 1 8 16,-4 9-8-16,4 3 4 16,-4-3-5-16,4 3-2 0,-1 0-5 15,1 3-1 1,-4 0 1-16,0 0-2 0,0 0 0 16,0-4 1-16,0 1-1 15,0 3 2-15,0-3-2 16,4-6 1-16,-4 3-1 15,0-4 1-15,4-2-1 16,-4 3 2-16,0 3-2 16,0-3 8-16,0 2 4 15,0 5 5-15,0-5 0 16,0 7 3-16,0 0 5 0,0 0-5 16,0 0-15-16,0 0-5 15,0 0-5-15,0 0-7 16,0 16 3-1,9 8 9-15,3 10 0 0,0 0 0 16,9 3 0-16,4-6 2 16,0-3-2-16,0 0 0 15,2-13 0-15,2 0 0 16,4-2 0-16,-4-7 2 16,3 0 0-16,-3-6-1 15,0 0 1-15,0 0 3 16,-4 0-4-16,0 0 2 15,-5-15 1-15,-8-7-2 16,4-3 2-16,-3-2-4 16,-9-1 4-16,0 3-2 15,-4 0 11-15,0 7 1 0,0 3-2 16,0 5 4-16,0 1-10 16,0 6 2-16,0 3 0 15,-4 0 2-15,4 0-5 16,-4 0-5-16,-4 0-10 15,-9 25 4-15,-8 8 6 16,-3 14 4-16,-1 5 2 16,-4 7-6-16,0 3 7 15,1-1-6-15,7 7 0 16,1 0 0-16,7-7-1 16,5-14-24-16,3-16 24 0,9-16 0 15,0-12-12 1,0 0-30-16,0-3-14 0,0 0-28 15,0-6-55-15,0-9-409 16</inkml:trace>
  <inkml:trace contextRef="#ctx0" brushRef="#br0" timeOffset="12536.15">24532 2481 533 0,'0'0'60'15,"0"0"-51"-15,0 0 103 16,0 0 2-16,0 0-66 16,0 0-23-16,0 0 4 0,0-3 1 15,4 3-12-15,-4 0-1 16,0 0-5-16,0 0 2 15,0 0-6-15,0 0 6 16,0 0-7-16,0 0-4 16,0 9 0-16,0 16 9 15,0 6 8-15,0 3-6 16,0 3-7-16,0 6-1 0,0 0-3 16,0 0-1-16,0-3 1 15,0-9-1-15,0-6 0 16,0-10-1-16,4-6 4 15,4 1-1-15,-4-10 2 16,0 0 1-16,4 0 1 16,4 0 5-16,5-16 4 15,11-9 2-15,1-8-10 16,9-4-6-16,-6-9-3 16,-3 2 0-16,0-5-1 15,-5 3 0-15,-3 3-3 16,-4 5-4-16,-9 8 8 15,-4 8 1-15,-4 7 0 0,0 9 7 16,0 3 11-16,0 3-1 16,0 0-18-16,0 0-2 15,0 3-12-15,-8 18 14 16,-1 10 0-16,-3 3 5 16,8 3-2-16,4 0 0 15,0-3-3-15,0 3 3 16,0-6-1-16,4-4-2 15,8-2-1-15,1-10-2 16,2-3-7-16,2-2-9 16,4-4 1-16,-1 1-19 15,5-5-16-15,0-2-21 16,0 0-19-16,3 0 0 0,-4-12-31 16,5-9 36-16,-4-10 56 15,0-6 32-15,-1-6 20 16,-4-1 28-16,-7 1 24 15,-1 3-6-15,-8 13 8 16,-4 2-5-16,0 6 20 16,0 7-16-16,0 0-18 15,-16 5-30-15,3 4-9 16,-7 0-16-16,4 3 1 16,0 0-1-16,3 0 0 15,1 6 0-15,4 10-3 16,8 5-1-16,0 1 1 0,0 6-4 15,0 0 2-15,24-1-10 16,1 1-8-16,3-4-10 16,1 1 19-16,-4 3-8 15,-5-3-18-15,-3-4-20 16,-9-5 31-16,-8-4 15 16,0 0 8-16,0-5-24 15,-12-1 30-15,-9-4 26 16,1-2 10-16,3 0-1 15,9 0-7-15,4 0-2 16,4-2-20-16,0-17-2 16,0 7-8-16,8-7-19 15,8 4-9-15,5 6-4 0,4-1-1 16,0 4 14-16,3 3-3 16,-8 3 7-16,1 0-52 15,0 0-66 1,-21 0-77-16,4 0-198 0</inkml:trace>
  <inkml:trace contextRef="#ctx0" brushRef="#br0" timeOffset="13066.84">25500 2681 502 0,'0'0'119'15,"0"0"-75"-15,0 0 54 16,0 0 38-16,0 0-81 16,0 0-43-16,0 0-9 0,66-40 9 15,-42 16-7 1,-8 2-4-16,1-3 2 16,-9 4-2-16,-8-1 2 15,0 4 2-15,0 5-1 0,0 1 10 16,-12 3-13-16,-5 9-1 15,-6 0-8-15,-2 0 8 16,0 0 5-16,-4 19 6 16,4 5-1-16,0 7-2 15,13-3-3-15,5 0-5 16,7-4-1-16,0 1 1 16,0-4 6-16,19-2-3 0,10-10-3 15,9-3-6-15,11-6-24 16,4 0-23-1,5 0-41-15,-1 0-85 16,-37 0-65-16</inkml:trace>
  <inkml:trace contextRef="#ctx0" brushRef="#br0" timeOffset="13551.16">26066 2469 371 0,'0'0'230'0,"0"0"-162"15,0 0 19-15,0 0 34 16,0 0-86-16,-156-59-15 0,112 81-4 16,-2 9 8-16,13 2-13 15,4 8-9 1,9-4-2-16,11-4-4 16,9-2 4-16,0-9 0 0,0-7 3 15,17-5 1-15,4-10-3 16,12 0 22-16,0 0-2 15,7-4-10-15,-3-17-4 16,-4-10-6-16,-4-3 5 16,0-6-4-16,-9-3 2 15,1-3 0-15,-5-4-4 16,-8-2 0-16,1 0-1 16,-9 2 1-16,0 10-1 15,0 13 1-15,0 11 8 16,0 10 34-16,-4 6-9 15,4 0-32-15,-5 0-1 0,-3 15-31 16,0 19 31-16,0 10 9 16,-5 2-9-16,5 9 5 15,4 1-4-15,4-1 3 16,0 1-3-16,0-10 0 16,8-9-1-16,13-6 0 15,-5-10-5-15,9-9-28 16,0 1-40-16,-17-13-159 15,5 0-227-15</inkml:trace>
  <inkml:trace contextRef="#ctx0" brushRef="#br0" timeOffset="13941.82">26670 2429 581 0,'0'0'43'0,"0"0"4"16,0 0 111-16,0 0-75 0,0 0-58 15,0 0-17-15,-33 3 23 16,25 21-13-16,-1 4 6 16,1 3-8-1,4 3-4-15,4-6-8 0,0 0 9 16,0-4 0-16,8-8-6 16,13-4 3-16,8-6 3 15,0-3-1-15,8-3-6 16,-5 0-6-16,1-6-17 15,-4-19-59-15,-4-3-54 16,-25 10-128-16,0-1-247 16</inkml:trace>
  <inkml:trace contextRef="#ctx0" brushRef="#br0" timeOffset="14082.72">26666 2105 674 0,'0'0'375'15,"0"0"-375"-15,0 0-88 16,0 0 63-16,0 0-71 16,0 0-133-16,4-3-382 15</inkml:trace>
  <inkml:trace contextRef="#ctx0" brushRef="#br0" timeOffset="14523.06">26999 2314 183 0,'0'0'424'16,"0"0"-408"-16,0 0 9 16,0 0 58-16,0 137-18 0,-13-94-30 15,5 0-29-15,4 0 7 16,0-13-7-16,0-5-3 16,4-9-2-1,0-10 21-15,0-3 8 16,0-3-6-16,0 0-4 15,0 0 20-15,0 0 25 16,0-3-2-16,0-19-41 16,8-6-17-16,8-2-2 0,1-8 0 15,-1 5-3 1,0 2 0-16,-4 7 0 0,-3 8 2 16,-5 7 2-16,0 6 11 15,-4 3 1-15,0 0-16 0,0 0 0 16,0 6-21-16,0 18 13 15,12 14 8-15,5-2 2 16,-1 4 1-16,9-9 2 0,-4-6-5 16,0-7 3-16,-6-2-3 15,6-4-2-15,-1-3-19 16,1-6-49-16,4-3-81 16,-21 0-76-16,-4-6-188 15</inkml:trace>
  <inkml:trace contextRef="#ctx0" brushRef="#br0" timeOffset="15727.96">28177 2660 578 0,'0'0'90'16,"0"0"-28"-16,0 0 100 0,0 0-6 16,21-102-71-16,-21 81-34 15,0 2-12-15,-13 4-10 16,-3-1-17-16,-5 1-12 15,-4 3-8-15,-4 3 4 16,0 5 2-16,-3 4-2 16,-1 0 0-16,0 4 0 15,0 20 1-15,-3 7 2 16,11 6-9-16,9 3-8 16,7-3-6-16,9 0-6 15,0-3 23-15,0-9-1 16,4-4 7-16,13-9 1 15,4-2 2-15,-2-7 4 0,2-3 8 16,4 0 14-16,4 0 2 16,4-19-13-16,0-3-2 15,-1-11-5 1,1-7 1-16,0-3-6 0,0-13-3 16,-5-2 0-16,1-4-2 15,-4-9 0-15,-9 0 0 16,1 3 0-16,-13 9 2 15,-4 16 0-15,0 15 17 16,0 13-9-16,0 12-10 16,0 3-6-16,-12 0-7 15,-5 18-5-15,-4 23 18 0,1 11 2 16,3 7-2-16,5 2 3 16,9 7-3-16,3-6 1 15,0 0 1 1,0-7-1-16,7-9-1 0,22-6-4 15,0-15 4-15,4-7 3 16,4-11 0-16,-1-1 0 16,6-6-3-16,-1 0-1 15,-5-10 0-15,-3-14 1 16,-4-10 0-16,-4 0 0 16,-9-3 3-16,1 0-3 0,-13 3 3 15,-4 13 0 1,0 2 4-16,0 10 3 0,0 9-1 15,0 0-9-15,0 0-4 16,0 0-11-16,0 12 2 16,0 13 12-1,0 6 2-15,0 0 1 0,0-4-1 16,0 1 0-16,8-4-1 16,8-5 1-16,4-3 2 15,5-1 2-15,-4-6-2 16,0-6-2-16,-1-3-1 15,-7 0-15-15,3 0 1 16,-9-9-6-16,2-16-9 16,-9-12-35-16,0-9-63 15,-4 25-177-15,-12-1-255 16</inkml:trace>
  <inkml:trace contextRef="#ctx0" brushRef="#br0" timeOffset="15868.55">28550 2077 591 0,'0'0'385'0,"0"0"-279"15,0 0-54-15,0 0 33 16,0 0-69-16,0 0-16 16,0 0-27-16,-37-74-96 15,37 90-94-15,0 2-291 16</inkml:trace>
  <inkml:trace contextRef="#ctx0" brushRef="#br0" timeOffset="16803.45">28964 2380 194 0,'0'0'259'0,"0"0"-177"16,0 0 9-16,0 0 80 15,0 0-45-15,0 0-34 0,29-41-19 16,-29 41-8 0,0 0-18-16,0 0-22 15,0-3-25-15,-8 3 0 16,-8 0-3-16,-1-3 3 0,-4 3 0 16,6 0 4-16,7 0 2 15,-1 0-4-15,5 0-2 16,-4 0 0-16,8 6-7 15,-4 4 7-15,4-1 3 16,-4-3-1-16,4 0 0 16,0 0-3-16,0 3 2 15,0-2 0-15,0 5 1 16,0 7-1-16,0-1 0 16,8 10 3-16,0-1-4 15,1 14 0-15,-1 2 1 16,0 6 2-16,-1 16-3 0,2 3-2 15,-5 2 2 1,4 4-75-16,-4-6 72 0,0-3 3 16,-4-9-49-16,0-10 49 15,0-12 0-15,0-10-2 16,-8-8 2-16,-4-13 5 16,-4-3 28-1,0 0 10-15,-1-12-20 0,0-16-2 16,5-9-3-16,8-6 0 15,4-3 7-15,0-7-7 16,4-12-3-16,25-9 2 16,8 1-14-16,3-2 0 15,6 14-3-15,-5 11 0 16,-5 11 1-16,6 8 1 16,-1 6-1-16,-4 6 7 15,-17 7-1-15,1 6-4 16,-13 0 1-16,0 3-2 0,-8-1-1 15,4 4-1-15,-4 0 1 16,0 0-1-16,0 0 1 16,0 0-1-16,0 0-3 15,0 0 1-15,0 0-1 16,0 0 1-16,0 0 1 16,0 0-3-16,0 0-6 15,0 0-1-15,0 4-6 16,0 14 15-16,-4 4 2 15,4 5 3-15,0 1-2 16,0 0 2-16,0-4-2 16,0-2 2-16,8-6-2 0,5-1-1 15,3-3 1-15,1-3-1 16,-9-5 0-16,5-1 0 16,-5-3-10-16,-4 0-11 15,7 0-8-15,-2-7-26 16,-5-17-82-16,0 12-113 15,-4-4-194-15</inkml:trace>
  <inkml:trace contextRef="#ctx0" brushRef="#br0" timeOffset="16975.29">29306 2049 880 0,'0'0'94'16,"0"0"-27"-16,0 0 13 15,0 0-75-15,0 0-5 16,0 0-77 0,0 0-38-16,-13 13-161 0,13-1-262 15</inkml:trace>
  <inkml:trace contextRef="#ctx0" brushRef="#br0" timeOffset="17250.59">29306 2049 612 0,'139'38'151'16,"-139"-48"-44"-16,0 4 38 15,0 6-9-15,0 0-71 0,0 0-65 32,0 6-8-32,0 28-5 15,0 12 13-15,4 10 0 0,0 5 0 16,1 14-3-1,-1-4 0-15,4 3 2 0,4-6-13 16,1-7-18-16,-2-9 12 16,6-11-12-16,-9-14-18 15,4-8-34-15,-3-13-33 16,-9-6-55-16,0 0-131 16</inkml:trace>
  <inkml:trace contextRef="#ctx0" brushRef="#br0" timeOffset="18178.4">29395 2453 120 0,'0'0'823'0,"0"0"-737"15,0 0-18-15,0 0 54 16,0 0-49-16,0 0-30 16,0 0-20-16,111-73-13 15,-57 73-3-15,8 0-6 16,-1 0-1-16,1 0 0 15,-9 0-6-15,0 0-30 16,-16 0-26-16,-8 0-24 0,-16 0-42 16,-5 2-51-1,-5 5-39-15,1-4-6 0,-4 3 6 16,4-3 122-16,5-3 96 16,-1 0 4-16,4 0 132 15,9 0 80-15,0 0-94 16,-1-12-51-16,5-1-3 15,-4-5-10-15,-10 5-15 16,-2 1 16-16,-9 3 0 16,0 3-6-16,0 0 5 15,-24 6-53-15,-9 0-2 16,-9 0 4-16,-7 0 1 16,0 18 5-16,0 13-9 0,3 6-2 15,18 9 5-15,8 1-7 16,11-7 1-16,9 3 4 15,0-7 0-15,4-11 6 16,21-3 1-16,-1-7 11 16,13-6 1-16,4-9-8 15,1 0-8-15,-2 0-5 16,-3-9 2-16,-8-15-1 16,-4-7-2-16,-4 0-2 15,-10-3-4-15,-3 3-2 16,-8 10 1-16,0 8 5 15,0 10 6-15,0 3-2 0,0 0-4 16,0 0-8 0,0 22-7-16,0 11 14 15,0 5 2-15,0-1 1 16,13-3 2-16,12-7 2 0,-1-8-6 16,9-7 7-1,1-9 8-15,-2-3 3 0,13 0-11 16,-4-28-3-16,0-8-4 15,-8-4-1-15,-8-13-13 16,-5 1-11-16,-3-10-1 16,-9 4 3-16,-8-10-2 15,0-3 9-15,0 0 11 16,-16 6 1-16,-5 13 4 0,0 15 9 16,5 18 15-16,-1 13-15 15,5 6-9-15,-4 3-12 16,0 31 12-1,-9 15 0-15,8 13 5 0,9 12 7 16,0 3 9-16,8-3 1 16,0 0 2-16,4 0-2 15,25-6-5-15,8-13-2 0,12-9-9 16,9-11 1-16,7-17-3 16,9-6 2-16,-9-9-6 15,-3-3-33-15,-16 0-63 16,-46-18-124-16,0-7-549 15</inkml:trace>
  <inkml:trace contextRef="#ctx0" brushRef="#br0" timeOffset="18909.57">31407 2349 329 0,'0'0'323'16,"0"0"-256"-16,0 0 36 16,0 0 28-16,0 0-39 0,0 0-92 15,-28-83 0-15,3 83 0 16,-8 0 13-16,0 0 3 16,-4 5 3-16,1 20-2 15,7 6-10-15,0 3-6 16,8 6 1-16,13 3 0 15,8-3-1-15,0 3 3 16,0-6-1-16,29-6 5 0,0-3 3 16,8-10 7-1,7-5 4-15,2-10 3 16,-1-3-12-16,0 0-7 16,-4 0-4-16,-12-9-2 0,-4-10-1 15,-9-9-47-15,-16 16-68 16,0-3-193-16</inkml:trace>
  <inkml:trace contextRef="#ctx0" brushRef="#br0" timeOffset="19308.88">31690 2044 927 0,'0'0'13'0,"0"0"-6"15,0 0 38-15,0 0-13 16,0 0-32-16,0 0 7 0,-57 107 2 16,36-45-8-16,5 3 4 15,-1-7 4-15,5-2-7 16,8-13-1-16,0-6 2 16,0-13 1-16,4-2 2 15,0-9 0-15,0-7-3 16,0-6 3-16,0 0 5 15,0 0 7-15,4 0 15 16,16-13 6-16,5-11-24 16,4-4-2-16,4-3-7 15,-1 0-1-15,-3 1 1 16,-8-1-5-16,-5 0 1 0,-3 6 0 16,-5 6-4-16,-8 14-17 15,0-2-26 1,0 7-24-16,0 0-31 15,0 0-112-15,-8 0-81 16</inkml:trace>
  <inkml:trace contextRef="#ctx0" brushRef="#br0" timeOffset="19851.4">31637 2438 481 0,'0'0'85'15,"0"0"7"-15,0 0 83 16,0 0-18-16,0 0-63 16,0 0-39-16,-8 18 1 15,8-5-5-15,12-4-19 16,9 9-15-16,3 4-8 16,9 3-1-16,4-1-4 15,9 1-3-15,-2-7 5 16,6-2-2-16,-13-4-1 15,-8-5-3-15,-5-4-12 0,-4-3-20 16,-7 0-23-16,-1 0-22 16,-4-13-46-16,1-12-46 15,-1 1-3-15,-4-7 0 16,4-3 38-16,1-9-14 16,-5-3 91-16,0-6-7 15,0-10 26-15,-4 0 38 16,4-3 27-16,-4 13 68 15,0 6 131-15,4 15-8 16,-4 9-53-16,0 7-29 16,0 9-6-16,0 6-33 15,0 0-39-15,0 0-21 16,0 0-22-16,0 0-15 0,0 27-9 16,0 14 9-16,0 20 9 15,0 4-8-15,-4 6 6 16,4-3-6-1,0-10 3-15,0-5-4 0,0-13-1 16,8-4 0-16,-4-8-9 16,5-9-19-16,-5-10-25 15,0-3-41-15,-4-6-122 0,0 0-154 16</inkml:trace>
  <inkml:trace contextRef="#ctx0" brushRef="#br0" timeOffset="20089.14">31933 2385 824 0,'0'0'79'0,"0"0"32"16,0 0 42-16,0 0-49 0,0 0-63 15,0 0-12 1,0 0-6-16,41-46-12 16,-9 46-6-16,14 0-5 15,3 0-9-15,8 0-23 0,1 0-12 16,-8 0-19-16,-2 0-9 15,-15 10-44-15,-8-10-26 16,-8 3-41-16,-17-3-65 16,0 0-132-16</inkml:trace>
  <inkml:trace contextRef="#ctx0" brushRef="#br0" timeOffset="20542.16">32524 2349 658 0,'0'0'191'0,"0"0"-145"16,0 0 39-16,0 0 6 15,0 0-29-15,0 0-22 16,-119-35-10-16,99 35-1 16,-5 4-15-16,8 14-13 15,5 1 3-15,-1-1-4 16,9 1 0-16,4 2-1 16,0-2 0-16,0 5 0 0,21-2 1 15,8 3 0-15,-4-1-3 16,3-5-4-16,-4 2 1 15,-7 1 5-15,-5-4-1 16,-3-2 2-16,-5-4-2 16,-4 4-2-16,0-4-4 15,-17-3 8-15,-8 0 0 16,-7-5 5-16,-1-4 5 16,0 0-6-16,4 0-4 15,4 0-44-15,21 0-106 16,0-4-342-16</inkml:trace>
  <inkml:trace contextRef="#ctx0" brushRef="#br0" timeOffset="54136.99">2483 1723 54 0,'0'0'116'0,"0"0"-116"16,0 0-44-16,0 0 44 0,0 0 23 16,0 0-6-16,-13-22-12 15,13 22-3-15,0 0-1 16,-3 0 15-16,-1 0 2 15,4 0-2-15,0 0-9 16,0-3-7-16,0 3 0 16,-4-3 4-16,4 3-2 15,0-3-2-15,0 0 0 16,0 0 2-16,0 0 8 16,0 3 15-16,0-3 31 15,0 3-23-15,0-3-2 0,0 0 10 16,0-4-10-1,0 4-5-15,0 0 25 0,-4-3-38 16,4 6 13-16,0-6 13 16,0 6 2-16,0 0 0 15,0 0-6 1,0 0-1-16,0 0-2 0,0 0-4 16,0 0-2-16,0 0-8 15,0 0-8-15,0 0-8 16,0 0-2-16,0 0 0 15,0 6 3-15,0 6 9 16,0 4 1-16,0 9 0 16,4-4 1-16,0 3 18 0,3 4-9 15,-3 3-11-15,5 6 5 16,-5 6 0-16,0 4-7 16,0 5 15-1,0 1-12-15,0 5-2 0,0 0 0 16,1 8 10-16,3-2-11 15,-8-2-6-15,4-4 7 16,0 7-4-16,-4-6-2 16,8-1-1-16,-4-2 3 15,1-4-2-15,-1-3 5 16,0-2-3-16,0-8-6 16,4-1 6-16,-8-1-1 0,4-6-3 15,1-4 5 1,-5-2-3-16,0 3 0 0,0-7-1 15,0 7 3-15,0-3-4 16,0 3 6-16,0-4-2 16,0 4-4-1,0 3 1-15,0-4 1 0,4 7-5 16,-4-3 2-16,4 0-1 16,0 0 4-16,-4 0-3 15,0 2-2-15,0-2 3 16,4 6 3-16,-4 0-4 15,0-3-1-15,0 6 0 16,0-3 0-16,0 3 5 16,0-9-2-16,4 0-4 0,-4-6 1 15,0 2-1 1,4 1 8-16,5-3-3 16,-9 2-2-16,0-5-1 15,4 3 2-15,-4-4-4 0,4 1 4 16,-4-4-1-16,3 4 0 15,-3-1 2-15,0 4 0 16,0 3 3-16,0 0-7 16,0 0 3-16,4-4-1 15,-4-5-3-15,0-4 1 16,0-9 0-16,0-3-1 0,4 3 0 16,-4-6 0-1,0 0 1-15,0 0 0 16,0 0 0-16,0 0-1 15,0 0-1-15,0 0 0 0,0 0 2 16,0 3 0 0,0-3-1-16,0 0 1 0,4 0-1 15,-4 0-3-15,0 0-6 16,0 0-10-16,0-21-5 16,0-13-34-16,5-18-43 15,-1 24-86-15,0-9-250 16</inkml:trace>
  <inkml:trace contextRef="#ctx0" brushRef="#br0" timeOffset="58295.64">2442 1661 192 0,'0'0'179'16,"0"0"-126"-16,0 0-12 15,0 0 50-15,0 0-17 16,0 0-14-16,0 0-14 16,0 3 0-16,0-3 10 0,0 0 1 15,0 0 0-15,0 0 3 16,0 0-4-16,0 0-6 16,0 0-12-1,0 0-10-15,0 0-5 0,0 0-5 16,0 0-3-16,0 0-4 15,0 0 3-15,0 0 0 16,13 0 0-16,-1 0-1 0,4 0 2 0,8-6-6 16,1 0 1-16,8 0-1 15,9-1-5-15,-6 5-2 16,13-1 1-16,-3-4 2 16,-2 1-5-16,-2 3 4 15,-5 0-4-15,0 0-2 16,-9 0 2-16,5 3 1 15,0-6 2-15,0 2-4 0,3 4 1 16,2 0 0-16,-1-3 0 16,-4 3 0-16,-5 0 0 15,1 0 1 1,0 0-2-16,-5 0 4 16,5 0-3-16,-8 0 1 0,7 0-1 15,-3 0 0-15,0 0 0 16,-5 0 1-16,5 0-4 15,0 0 7-15,-1 3-5 16,-4-3 2-16,1 4-2 16,-4-1 2-16,-1-3-4 15,1 3 3-15,-1 0 0 16,1 0 0-16,-6-3 2 0,6 3-2 31,-1 0 1-31,5-3-1 16,-1 0 1-16,-3 0-1 15,0 0 0-15,-1 0 0 16,-4 0 0-16,0 3 0 0,0-3-1 16,-3 3 1-16,3-3 1 15,0 0-1-15,5 3 0 16,-1-3 0-16,5 4 0 16,0-1 0-16,3-3-1 15,-4 2 0-15,5 2 2 16,-4-1 0-16,-1 0-1 15,1 0 0-15,-4 0-2 16,2 3 4-16,-6-3-2 16,3 0 0-16,1 0-2 15,-5 4 0-15,0-4 2 16,9 3 0-16,-4-3 2 0,3 0-2 16,-4 0 0-16,0-3 1 15,5 6-1-15,-4-6 0 16,-1 4 1-16,-3-1-1 15,-1-3-1-15,-4 2 1 16,0 1-3 0,1-3 2-16,-1 4 0 0,4-1 1 15,-4 0-1-15,4 0 1 16,0 3-1-16,5-3 1 16,-5 3 0-16,9 1 0 15,0-2 0-15,-5 2 0 16,5-1 0-16,-6 0 0 15,2 0 0-15,-5 0 0 0,5-2 0 16,-1 5 0-16,-3-3-1 16,8 3 1-1,-5-6 0-15,5 3 1 16,-6 4-1-16,2-4 0 0,3 3-3 16,-7-3 3-16,8 4 0 15,-5-4 0-15,-4 0 0 0,5 3 3 16,-5-3-3-16,0 4 0 15,0-4-1-15,1 3 1 16,-1 3-4-16,5 1 4 16,-1-1 0-16,1 3 0 15,-1 1 0-15,-3 5 0 16,3 1 0-16,0-1-1 0,0 4 1 31,5 0 0-31,-1-1 4 16,5 4-4-16,-8-3 0 15,3 0 0-15,1-1 0 16,-1 1 0-16,0-3 1 16,-3 2-1-16,-5-3 0 15,5 1 0-15,-1 0 0 0,1 0 0 16,0 2 0 0,-2 4-3-16,2 0 3 0,-1-1 0 15,1 1 3-15,-1 0-3 16,1-4 0-16,-5 7 0 15,5-6 0-15,-5 0 1 16,0-4-2-16,-4 1 1 16,-4-4 0-16,8 1-1 15,-8-1 1-15,5 0 0 0,-5-2-1 16,4 6 1-16,0-4 0 16,-4 1 0-16,5 2-1 15,-5 1 0-15,0-1 1 16,4-2 0-16,-4 0 0 15,5 2 0-15,-5-2 0 16,-4 2-1-16,0-2 1 16,4-1 0-16,-4 3 0 15,0-2 0-15,4 2 0 16,-4 4-1-16,4 0 1 16,-4-4-1-16,4 4 4 15,0 0-2-15,1 0-1 0,-5-1 0 16,0 4-1-16,0-1 2 15,0-2-3-15,0 3 3 16,0-6-2-16,0 2 2 16,0 1-2-16,0-3 2 15,0-1-2-15,0 4 1 16,-9 0-1-16,1 2 1 16,0-5 0-16,0 3-3 15,-1-4 3-15,1 4 0 16,-4 0 1-16,3-4 1 15,-3-2-2-15,4-1 2 16,-5 0-2-16,1 1-3 16,0-1 0-16,0 1-1 15,4-4 4-15,-5 1 0 0,1-4 2 16,0 4-2-16,-5-4 1 16,1 3-1-16,3-3 1 15,-3 7-4-15,-5-7 6 16,5 4-2-16,0 0-1 15,-1-4 0-15,1 0 0 16,-1 0 3-16,5 0-3 16,-5 1 0-16,5 2-1 15,-5 1 1-15,6-1 0 16,-6-6 2-16,-3 4-1 16,7-1 1-16,-7 1-2 0,3-1-1 15,-3-3 1-15,-1 0 0 16,1 4 0-16,-5-4 1 15,1 3 3-15,3-3-1 16,-4 4 0-16,0-1 0 16,6-3-2-1,-2-2 1-15,-4 2-2 0,0 0 6 16,1-3-3-16,-1 3 0 16,4-2-1-16,-3 2 1 15,4 0 1-15,-5-3-2 16,0 0-2-16,0 0 4 15,5 1-4-15,-4-4 1 16,-1 3-1-16,4 0 1 0,-3-3 3 16,7 3-4-16,-4-2 0 15,-2 1 0-15,-2-1 0 16,0-1 2-16,4 0-1 16,1 0 1-16,3 0-2 15,-4 0 1-15,2 0 0 16,2 3 1-16,-8-6-2 15,1 3 2-15,3 1 1 16,-4-1 1-16,0 0-1 16,2-3-1-16,-6 3-2 15,4 0 1-15,-4 0 2 16,0-3 0-16,1 6-3 0,3-6 2 16,-8 0-2-1,4 3 0-15,4 0 1 16,-7-3 0-16,8 0-1 15,-5 0 2-15,0 0-2 0,0 0 1 16,5 4-1-16,-5-4 0 16,0 0 2-16,4 0-2 15,-4 0 2-15,5 0-2 16,0 0 0-16,-1 0 5 16,4 0-1-16,-4 0 1 15,5 0-2-15,3 0-1 16,-6 0-1-16,2 0 0 15,0 0 0-15,0 0 4 0,-3 0-5 16,-1 0 1 0,4 0-3-16,-3 0 3 15,0 0-1-15,3 0 2 16,-4 0-1-16,4 0-1 0,5 0 0 16,-1 0 0-16,2 0 1 15,2 0 0-15,1 0 1 16,0 0-2-16,3 0 0 15,1 0 0-15,0 0-1 16,-5 0 1-16,9 0 2 16,-4 0-2-16,-4 0 1 15,3 0 0-15,1 0 1 16,0 0-1-16,-5 0 0 16,6 0 3-16,-1 0-4 15,0 0 1-15,4-4 0 16,-5 4-1-16,1-3 0 0,-4 0-1 15,-1 3 1-15,-3 0 0 16,3 0 0-16,1 0-1 16,4 0 1-16,-1 0 0 15,1 0 1-15,0-3-1 16,1 3 0 0,-2 0 0-16,5 0 0 0,0 0 0 15,-8 0 1-15,7-3-1 16,-7 3 1-16,8 0 1 15,-4 0 1-15,4 0-2 16,-1 0-1-16,1 0 1 16,0 0 1-16,4 0 0 15,-4 0-1-15,4 0 0 0,0 0 1 16,0 0-1-16,0 0 3 16,0 0-2-16,0 0 0 15,0-3-2-15,0 3 0 16,0 0 0-16,0 0-2 15,0 0 1-15,0 0 0 16,0 0 0-16,0 0 1 16,0 0-2-16,0 0 2 15,0 0 0-15,0 0 3 16,0 0-3-16,0 0 1 16,0 0 0-16,0 0 0 15,0 0 2-15,0-3 5 16,0 0 7-16,0 3 8 0,-4-6-2 15,0-1-13-15,-9 1-4 16,1 0 2-16,4 0 3 16,-5 0-6-16,2 2 0 15,3-5-1-15,-5 3 0 16,5 3 3-16,0-3-4 16,4 6 1-16,4-3-2 15,-5 3 0-15,5 0 0 16,0 0-1-16,0 0-2 15,0 0 1-15,0 0 0 16,0 0 0-16,0 0 0 16,0 0 0-16,0 0 0 0,0 0-2 15,0 0 1-15,0 0 0 16,0 0 0 0,0 0 0-16,-4 0 1 15,4 0 1-15,0 0-1 0,0 0 2 16,0 0 0-16,0 0 0 15,0 0 0-15,0 0 0 16,0 0-3-16,0 0 3 16,0 0-2-16,0 0 2 15,0 0 0-15,0 0 2 16,0 0 0-16,0 0-2 16,0-3 0-16,0 3-6 15,0-6 2-15,0 2-17 0,0-8-39 16,0 3-69-16,0-1-88 15</inkml:trace>
  <inkml:trace contextRef="#ctx0" brushRef="#br0" timeOffset="67674.45">10635 7829 134 0,'0'0'123'0,"0"0"-97"16,0 0-17-16,0 0 102 16,0 0-53-16,0 0-26 15,0 0-7-15,0 0 9 16,4-21 2-16,-4 21-8 15,0-4 4-15,0 2 6 16,0 2-12-16,0-3 3 16,0 3 11-16,0-3-11 15,0-1-7-15,0 1-6 16,0 0 6-16,0 3-2 16,0 0 0-16,0 0 9 0,0-3-1 15,0 3 1-15,0 0 3 16,0 0-1-16,0 0-3 15,0 0 0 1,0 0 1-16,0 0-8 0,0 0-2 16,0 0-7-16,0 0-4 15,0 0 0-15,0 0-4 16,0 0-2-16,0 0-1 16,0 0-1-16,0 0-1 15,0 0 1-15,0 16 3 16,0 2 7-16,0 4-4 0,0 5-2 15,0 4 2 1,0 0 6-16,0 6-1 0,0-3-6 16,0 0-3-16,0 0 4 15,0 3-5-15,0-3 2 16,0 3-1 0,0-1 1-16,0 4 4 0,0-5-3 15,0 1 2-15,0 2-1 16,0-2-4-16,-4 4 2 15,4 0 4-15,-4-2 1 16,4 2-1-16,-4 0-4 16,4 3 2-16,-4 0 0 15,4-3 3-15,-4 0-6 16,0-6 4-16,4 3-4 16,-4 0 0-16,4-3 1 15,-4 3 0-15,4 3 0 16,-4-6 0-16,-4 3 0 15,4-3-1-15,0 0 3 0,-5-1-3 16,1-5 1-16,4 3 0 16,0-3-2-16,4-6 0 15,-4 2 0-15,4-2-1 16,0-4 1-16,0 1-1 16,-4 2 2-16,4 1-1 15,0 0 0-15,0-1-1 0,-4 4 5 16,4-1-2-1,-5-2 0-15,5 3-2 16,-4-4 1-16,4-2-1 16,0 2 2-16,0-2-1 0,0 0-1 15,0-1 0 1,0-3 0-16,0 1-1 0,0 5 0 16,0 1 1-16,0 2-1 15,0 1 1-15,0-3 0 16,0-1 0-16,0-2 0 0,-4 3-1 0,0 2 1 31,4-3-1-31,0 7 2 16,0 0 0-16,0-3-2 0,0 3 1 0,-4-4 0 15,4 4 1-15,0-4-2 16,0 4 0-16,0 0 0 16,0 0 0-1,0-4 1-15,0 4 0 16,0-3-1-16,0-4-1 0,0 4 1 15,0-7 1-15,0 4 1 16,0-4 0-16,0 4-1 16,0-3 3-16,0-4 0 15,0 0-1-15,0-2 1 16,0-1-3-16,0 1 2 16,0-1-2-16,0 0 3 15,0-3-1-15,0 4 0 16,0-4 0-16,0 0-1 15,0 0 1-15,0-6-1 16,0 1 1-16,0-4-2 0,0 0 2 16,0 0-2-16,0 0 4 15,0 0-1-15,0 0 0 16,0 0-1 0,0 0-3-16,0 0-2 0,0 0-4 15,0 0-10-15,0-12-10 16,0-19-25-16,0-19-49 15,0 22-37-15,0-9-272 16</inkml:trace>
  <inkml:trace contextRef="#ctx0" brushRef="#br0" timeOffset="71464.08">10591 7792 184 0,'0'0'99'0,"0"0"-87"15,0 0 60-15,0 0 45 16,0 0-40-16,0 0-26 16,0 0-11-16,4 0 8 15,-4 0 3-15,0 0 7 16,0 0-9-16,0 0-4 15,0 0 0-15,0 0-3 0,0 0-3 16,0 0-5-16,0 0-5 16,4 0-3-16,-4 0-3 15,0 0-2 1,0 0-4-16,0 0-2 0,0 0-1 16,4 0 1-16,0 0-4 15,8 0-1-15,4-9-7 16,5 0 4-16,8-1-4 15,0 4 2-15,4 0-4 16,3 0 2-16,1 3 1 16,1 0-3-16,-1-4 2 0,3 5-2 15,-3-1 1 1,-4-4 0-16,5 4-1 0,-6 3 0 16,5-9 2-16,-8 6 2 15,8 0-2-15,-9 0-1 16,1 0 0-1,4 0 2-15,-4 3-3 0,0 0 2 16,3 0-2-16,1 0-1 16,-4 0 1-16,4 0 0 15,-1 0 2-15,5 0-2 16,-4-4-1-16,4 2 2 16,-4 2-2-16,0 0 2 15,-5 0-3-15,1-3 4 0,-4 3-3 16,0-4 2-16,3 4 1 15,-3 0-2 1,-5 0 1-16,5-3 1 16,0 3-2-16,0-3 0 0,3 3 0 15,5 0-1-15,-4 0 0 16,0 0 0-16,0 0 1 16,-1 0-1-16,-4 0 0 15,5 0 0-15,-8 0 0 16,0 0-1-16,3 0 1 15,-4 0-1-15,1 6 1 16,4 3 0-16,-5 1 0 0,1-4 0 16,4 3 0-1,-6-3 1-15,6 6 0 16,4-2-1-16,-4-1 1 16,4 0 0-16,0 1-1 0,-10-1 0 15,6 3 1 1,0-2-1-16,-4 2 1 0,-1-6-2 15,1 1 1-15,-9 1 0 16,4 2 0-16,-4-4 0 16,1 0 0-16,-1 3 1 15,-4-3-1-15,9 7-1 16,-5-4 1-16,1 3-1 16,3 1 2-16,1-4-2 0,-2 6 2 15,2 1-1-15,-1-1 0 16,1 1 0-1,-5-1 0-15,5 4 2 16,-1-4-2-16,-3 3 0 0,-1-2 0 16,5-4 1-16,-6 3-1 15,2 4 1-15,-1-3 0 16,0 2-1-16,1-3 1 16,-1 1 0-16,5 2-1 15,-5-2 2-15,0 2-2 16,1 1 2-16,-1-1-2 15,1 1 1-15,-6-4-1 0,1 3 0 16,5 1 0 0,-5 0 2-16,0-4-2 15,0 7 0-15,1-4 2 16,3 0-2-16,-4 1 0 0,1 2 0 16,-5-5 1-16,12 3-1 15,-7 5 0-15,3-2 0 16,-4 3 0-16,4-1 0 15,0 1 1-15,0 0 0 16,1 2 0-16,-5-2-1 16,9-4 1-16,-9 4-1 15,0-3 0-15,0 2 0 16,1-2 0-16,-1-1 1 16,0 1 0-16,-4 3-1 15,5-4 4-15,-5 4-1 16,4 0-2-16,-4-4 0 15,-1 1 1-15,6 2-2 0,-5 1 1 16,0 3 0-16,0-3 0 16,4-1 0-16,0 1 1 15,-3-1-2-15,-1-2 1 16,4-1 0-16,-4 1 0 16,4 0 0-16,-3-4 1 15,-1-2 0-15,0 5 1 16,0-2-3-16,0 2 0 15,-4 1 0-15,4-4 2 16,0 4-1-16,-4-6 1 16,4 2-2-16,-4 3 0 15,0-2 2-15,0-1-1 0,0-2-1 16,0 2 0-16,0-2 0 16,0 2 0-16,0 1 1 15,0 3-1-15,0-4 0 16,0 4 0-16,0-4 1 15,0 0 0-15,0 1-2 16,0-3 1-16,0 2 0 16,-4-3 0-16,-4 7 1 15,4-4-1-15,-4-2 1 16,4 2-1-16,-1 1 0 16,-3-4 1-16,0 3-1 15,0-5 0-15,-1 2 0 16,1-2 0-16,4 2 1 0,-4-3-1 15,-1 1 0-15,2 2 2 16,-1 1-2-16,0-1 2 16,-5 3-2-1,-3-2 0-15,3 3-2 0,1-7 2 16,-1 3-1-16,1-2 2 16,0-1 0-16,-5 3 1 15,1-2 1-15,0-1-2 16,0 0 0-16,3 0-1 15,-3-2 6-15,3-1-5 16,-3 3 0-16,3 0 2 16,-3-2-1-16,-1-1-1 0,2 0 4 15,-6 4-2-15,4-7-3 16,5 3 5-16,-4 1-3 16,-1-1-1-16,-4 0 0 15,5 0 1-15,-1 0 2 0,-2 0-3 31,6-2 2-31,-3 2-2 16,-1-3 2-16,5 0 0 16,-5 1-2-16,5-1 0 0,-1-3 0 0,-3 6 1 15,-1-3-1-15,-2 1 0 16,2-2 0-16,1 5 1 31,-5-4-1-31,0 3-1 0,1-3 0 0,-5 1 1 16,1-1 0-16,3 0 1 15,-3 0-1 1,-1 0-1-16,-4 0 0 0,1 4 0 16,-5-1 0-16,8 0 1 15,-4-3-1-15,4 1 1 16,0-5-2-16,2 5 3 16,2-1-2-16,-4 0 2 15,5-3-1-15,-5 0 0 16,4 3 1-16,1-6-1 15,0 4-1-15,-1-4 0 16,-4 3 1-16,0-3-1 16,-8 0 2-16,-3 0 0 0,-1 0-2 15,4 0 0 1,-4 0 0-16,5 0 2 16,-1 0 1-16,0 0-1 15,-1 0-2-15,1 0 1 0,1 0-1 16,-1-3-1-16,4-1 1 15,0-2 1-15,5 3-1 16,0 0 0-16,-1-3 1 16,-4 6-1-16,4-6 0 15,-4 6-1-15,6-4 0 16,-2 4 0-16,0 0 1 16,0-3-1-16,0 3 1 0,1 0 0 15,0 0 0-15,-1 0-3 16,4 0 3-1,-4 0 1-15,1 0-1 16,-1 0-3-16,5 0 3 0,-5 0 1 16,1 0-1-16,-1 0 0 15,0 0 1-15,4 0-1 16,-7 0 0-16,4 0 0 16,3 0 0-16,0 0 1 15,1 0 0-15,3 0-1 16,1 0 1-16,-1 0 0 15,6 0-1-15,-2 0 0 16,1 0-2-16,-5 3 2 0,5-3 0 0,-1 0 0 16,5 0 0-1,-4 0 0-15,-1 0 0 16,5 0 0-16,0 0 2 0,0 4 0 31,-4-4-1-31,4 0-1 16,0 0-1-16,-5 0 0 15,5 0 0-15,-4 3 1 16,-5 0 4-16,5-3-1 0,-5 0-1 16,5 3 2-16,-1 0-4 15,9-3 3-15,0 0-2 16,0 0 0-16,4 0 1 16,-4 0 0-16,4 0 1 15,0 0-3-15,-4 0 2 16,4 0 1-16,-4 0-1 15,0 0-2-15,0 0 1 16,0 0-1-16,0 3 2 16,4-3-2-16,0 0 0 0,-4 0 2 0,4 0-2 15,0 0 1-15,0 0-1 16,0 0 0-16,0 3 0 16,-4-3-3-16,0 0 3 15,-1 0 2-15,1 3 0 16,0-3-2-16,4 0 2 15,0 0-1-15,0 0 0 16,0 0-1-16,0 0 0 16,0 0 0-16,0 0 0 15,0 0-1-15,0 0-1 0,0 0 1 16,0 0-2-16,0 0 0 16,0 0-6-16,0 0-1 15,0 0-15-15,0 0-6 16,0 0-6-16,0 0-10 15,0 0-17-15,0 3-24 16,0-3-110-16,0 0-165 16,0 0-103-16</inkml:trace>
  <inkml:trace contextRef="#ctx0" brushRef="#br0" timeOffset="81749.75">22183 1757 171 0,'0'0'46'16,"0"0"-46"-1,0 0 0-15,0 0 23 0,0 0 28 16,0 0 11-16,46-16-47 16,-42 10 16-16,3 3-2 15,-3 0-14-15,0 0-9 0,1 3-3 16,-5 0-1-16,0 0 1 15,0 0 4 1,0 0 18-16,0 0 2 16,0 0-5-16,0-3 0 0,0 3-3 15,4 0-7-15,-4 0-7 16,4-3-4-16,-4 3 2 16,0-3 11-16,0-1 14 15,0 4 17-15,0 0 2 16,0 0 6-16,0 0-7 15,0 0-4-15,0 0-6 0,0 0-1 16,0 0-3 0,4-3-1-16,-4 3 3 15,0 0-9-15,0 0-1 0,0 0-7 16,0 0-3-16,0 0-4 16,0 0-3-1,0 0-2-15,0 0-3 0,0 0 0 16,0 0-2-16,0 0-4 15,0 10 2-15,0 5 2 16,0 7 9-16,0 2-2 16,8 10-3-16,-4 10 4 15,0 8 0-15,5 3 1 16,-9 13-4-16,8 9-1 16,-4-3 0-16,0 0 1 15,0-3 4-15,1-6-5 16,-1 3-3-16,-4-4 2 15,0-2 2-15,0 0 0 16,0-7 9-16,0-5 2 0,0-10-11 16,0-4 8-16,0-8 2 15,0-3-9-15,0-7 7 16,0-5-5-16,0-7 1 16,0 3-3-16,0-6-4 15,0-3 5-15,0 0-5 16,0 0 0-16,0 0 1 0,0 0 1 15,0 0-1 1,0 0 2-16,0 0-2 16,0 0-3-16,0 0-2 15,0 0-16-15,0-6-17 0,0-19-26 16,0-8-87 0,0 11-161-16,0-3-487 0</inkml:trace>
  <inkml:trace contextRef="#ctx0" brushRef="#br0" timeOffset="83354.64">22225 1788 216 0,'0'0'47'0,"0"0"-27"0,0 0 135 16,0 0-63-16,0 0-29 15,0 0 0-15,-4-7 1 16,4 7 4-16,0 0-1 16,0 0-5-16,0 0-10 15,0 0-16-15,0 0 0 16,0 0 3-16,0 0-1 16,0 0-8-16,0-3-9 15,0 3-7-15,4 0-4 16,0-2-10-16,7 2 9 15,6-4 8-15,-1 1-4 16,9 0-3-16,0 3-4 0,4-3-2 16,0 3-2-16,3 0 1 15,5-3 0 1,0 3-1-16,5 0-1 16,-6 0 1-16,5 0-1 0,-4 0 0 15,-1 0-1-15,-3 0 0 16,-4 0 0-16,0 0 0 15,-8 0 0-15,4 3 0 0,-6 6-2 16,2-5 2-16,-4 8-3 16,3-3 1-16,1 6 2 15,4-3 0-15,-9 4 0 16,4 3 0-16,-3-4 2 0,3 0-4 16,-3 4 4-16,-1 3-4 15,5-1 4-15,-4 1-4 16,3-1 4-16,-4 1-2 31,0-4 0-31,-3 7 0 0,-1-4 1 0,0 4-2 31,-3 0-1-31,3 0 1 16,0-1 1-16,-3 4-1 16,3 0 1-16,-8-4 0 0,0 1-1 15,-4 0-1-15,0-1 1 16,0-2-1-16,0 3-2 15,0-1 4-15,0 1-1 0,0-1 0 0,0 1 1 32,-4 0 0-32,-8 3 0 0,4-1 0 0,-1-5-1 15,-7 3 1-15,8-7 0 16,-5 4 0-16,1-7 5 16,3 0 0-16,-3 1-3 31,4-7-1-31,0 3 1 15,-4-3 1-15,-4 4 1 0,-1-4 1 16,-4-3-2-16,-3 4 4 16,3-1-5-16,4-3 0 0,-3 3 2 0,4-3-1 15,-4 1-1-15,7-1 4 32,-8 0-2-32,1 0 2 15,3 0-5-15,-12 1 2 16,1-2 1-16,0 2 2 15,-1-1-6-15,0 0 2 0,-4 0 1 0,1 0-1 16,3 1 1-16,-5-4 1 16,6-1 2-16,-4 2 0 15,-2-4-3-15,1 0 5 0,-4 0 6 16,0 0-4-16,9 0 0 16,-1 0 1-1,13 0 6-15,-1 0-12 16,5 0 1-16,-1 0-2 0,13 0 1 31,0 0-2-31,0 0-2 16,0 0 1-16,0 0 0 15,0 0-2-15,0 0-2 16,0 0 1-16,0 0 0 16,0 0-1-16,0 0 1 15,0 0 0-15,0 0-1 0,0 0-7 0,0 0-8 16,0 0-7-16,0 0-1 0,0 0-11 15,0 0-20-15,4 0-24 16,5 0-30 0,-5 0-165-16,0 0-293 15</inkml:trace>
  <inkml:trace contextRef="#ctx0" brushRef="#br1" timeOffset="104607.88">3772 7623 216 0,'0'0'234'0,"0"0"-205"0,0 0-27 16,0 0 39-16,0 0 19 15,0 0-25-15,0 0-8 16,0 0 15-16,0 0-3 16,0 0-11-16,16-6 10 15,-16 6 0-15,0-3-5 16,4 3-8-16,-4 0-10 15,0 0-10-15,0 0 3 0,0 0-1 16,0 0 2-16,0 0 2 16,0 0 2-1,0 0-1-15,0 0 1 0,0 0-3 16,0 0-1-16,0 0-1 16,0 0-2-16,0 0 0 15,0 0 1-15,0 0-3 16,0 0 0-16,0 0-1 15,0 0-2-15,0 0-1 16,0 0 0-16,0 0-1 16,0 0 1-16,0 0 0 15,0 0-3-15,0 0-3 16,0 0-3-16,0 0 2 16,0 0-3-16,0 0 10 15,0 6 4-15,0 3 2 0,-8 3-6 16,-4 1 13-1,0 2-12-15,0 1 4 0,-1 2-4 16,-3 0 13-16,-5 4-5 16,5 3-1-16,-5-1 3 15,0 1-6-15,-3 0 0 16,4-1 0-16,-5 7-1 16,0 0 1-1,0 0 3-15,-4 3-6 16,1-1 1-16,0-2 0 15,-1 4-1-15,4-5 0 16,0 4 5-16,-3-3 4 16,7-7-8-16,-3 1 1 0,-1 0 1 15,0 0-1 1,0-1-1-16,1 4-1 16,0-1 0-16,-1 4 0 15,0-3-2-15,-4-3 1 0,4 2-1 16,-3 1 2-1,-1-3 4-15,9 0-4 0,-5 3-2 16,4-1 2-16,1-2-1 16,4 6 1-16,-9-4-2 15,5 4 0-15,-1 0 0 16,-4 0 0-16,4 0 2 16,1-4 0-16,0-2 2 15,-1 3-2-15,1 0-1 16,-1-1 3-16,5 1-1 15,-5 3 1-15,-4 0-1 16,-3-4 0-16,-1 8 1 16,0-5 3-16,0-2-2 15,5 3-2-15,-4-10-1 16,3 7 4-16,4-3 2 0,-4-3-5 16,5 2-3-16,-1 1 1 15,5-4 1-15,-4 4-1 16,-1-4 0-1,1 4-1-15,3-3 4 0,0 5-1 16,1-2-3-16,-1 3 2 16,1-1-1-16,5-2 1 15,-6 3 0-15,0 0-1 16,1-3 2-16,-1-1 6 16,5-2-4-16,-5 5-2 15,5-2 1-15,0 3-1 16,-5-4 0-16,2-2-3 0,-2 0 4 15,5-4-3-15,-5 0 0 16,1-2-1-16,3-1 4 16,1 1-3-16,-1-1 3 15,1 4-3-15,0-7 1 16,4 1 0-16,0-5 1 16,0 2-1-16,8-7-1 15,-4 3-1-15,0-2 2 16,-5 4 4-16,1-4-3 15,4 5 7-15,0-6-3 16,0 3-3-16,-1-6-2 16,1 6 0-16,4-6-2 15,0 0 1-15,0 0 1 0,0 0-1 16,0 0 1 0,0 0-1-16,0 0 4 0,0 0-1 15,0 7-3 1,-4-2-1-16,0 2 0 0,0-1 3 15,4 3-3-15,-4-3 0 16,0 1 0-16,-1-2 1 16,1-1-1-16,0 2 0 15,0-3 0-15,4 0 1 16,-4 0-1-16,0 0 0 16,0 3 2-16,-5 1 1 15,9-1-2-15,-4 0-1 0,0-3 0 16,0 3 1-1,0-3-1-15,0 0 0 16,0 1-2-16,1 1 2 16,-2-1 0-16,-3 2-2 0,0 3 4 15,4-3-2-15,-5 0 1 16,1 1-1-16,4-2 0 16,0 2-2-16,0-1 4 15,0-3-4-15,4 4 4 16,-4-5-3-16,4-2 1 15,0 0-1-15,0 0 1 0,0 3 0 16,0-3-1 0,0 0 1-16,0 0 0 15,0 0-2-15,0 0 2 16,0 0 0-16,0 0-2 0,0 0 1 16,0 0 1-1,0 0 0-15,0 0-1 0,0 0-5 16,0 0-9-16,0 0-5 15,0 0-1-15,0 0-13 16,0 0-7-16,0 0-3 16,0 0-54-16,0 0-40 15,12-3-26-15,-8 3-46 16,-4 0-112-16</inkml:trace>
  <inkml:trace contextRef="#ctx0" brushRef="#br1" timeOffset="106336.23">1752 10277 363 0,'0'0'118'0,"0"0"-98"15,0 0-7-15,0 0 59 16,0 0-27-16,0 0-23 15,0 0 6-15,-16 3-4 16,16-3 5-16,0 0-4 16,0 0 22-16,0 0 4 15,0 0-7-15,0 0-16 0,0 0-11 16,0 0-2 0,0 0 8-16,0 0 3 0,0 0 0 15,0 0-6-15,0 0 1 16,0 0 0-16,0 0 0 15,0 0 0-15,0 0 1 16,0 0-5-16,0 0-5 16,0 0-5-16,0 0-3 15,0 0 1-15,0 0 1 16,5 0-2-16,2 0 1 16,9 0 2-16,1 0 9 15,8 0 4-15,4-3-9 16,4 0 2-16,3-3-1 0,1 3-9 15,9-4 0-15,2 1-3 16,2 0 3-16,-1-7 1 16,-3 11-3-1,-2-4 2-15,-7 2-1 0,1 1-1 16,-10 3-1-16,0 0 5 16,-3 0-5-16,0 0 5 15,-8 0-3-15,7 0 1 16,0 0 0-16,5 0 5 15,4 0-2-15,4 0-5 16,9-3 5-16,7 0-2 16,-4 0-2-16,4 0 1 0,-12 3-2 15,5-6-1-15,-5 3 0 16,-5 0 1-16,6-1-1 16,-5 4 1-16,0 0 1 15,-5-3-2-15,-3 3 1 16,0 0-1-1,-4 0 1-15,4 0 0 0,-6 0-1 16,2 0 0-16,0 0 1 16,-8 0-1-16,-1 0 1 15,-3 0-1-15,-1 0 0 16,-4 0 0-16,4 0 0 16,-8 0 1-16,4 0-1 15,4 0 2-15,1 0-2 0,-1 0 0 16,1 0 2-16,-1 0-2 15,0 0 0-15,1 3 0 16,-1 1 0-16,-4-4 1 16,5 0-1-16,-5 3 2 15,4-3-2-15,0 3 0 16,0 0 0-16,-3-3 0 16,3 0 2-16,0 0-2 15,-3 0 0-15,3 3 0 16,-4-3 0-16,5 0 0 15,-5 0 0-15,0 0 0 16,5 0 0-16,-5 0 1 0,-1 0-1 16,1 3 0-1,1-3 1-15,-1 0-1 16,-4 0-1-16,4 3 1 16,-3 0 0-16,-1-3 0 0,4 0 0 15,-4 0 0 1,8 0 0-16,-3 0 1 0,-1 0-2 15,9 0 1-15,-5 0 0 16,4 0 0-16,0 0 0 16,1 0 0-16,3 0 1 15,5 0-1-15,0 0 1 16,0 0 0-16,-1 0-1 16,0 0 0-16,1 0 0 15,-4-6 0-15,-1 3 0 16,1 0 0-16,0 0-1 15,2 3 1-15,-2-6 0 16,4 6 2-16,-4 0-2 0,3 0-2 16,1 0 2-16,3 0 0 15,1 0-1-15,0 0-1 16,-4 0 2-16,4 0 2 16,-1 0-2-16,-4 0-2 0,10 0 2 15,-10 0 0-15,5 0 1 16,0 0-1-16,-5-4 0 15,5 1 0-15,0 3 0 0,0 0 0 16,-4 0 0 0,3 0 1-16,0-2-1 15,6-2 0-15,7 1-1 16,-5 0 2-16,5-3-2 0,-3 3 2 16,3 0-2-16,-9 0 2 15,5 0-1-15,5 0 0 16,-9-4 0-16,-1 4 0 15,-3 0 0-15,0 3 0 16,4-3 1-16,-4 0-1 16,7 0 0-16,1-3 0 15,0-1 0-15,0 5 0 16,0-5 0-16,-4 4 0 0,0 3 1 16,0-6 0-16,-1 6-1 15,-3-6 0-15,-4 3 0 16,-1 3 0-1,5-3 1-15,-8 0-1 0,3 0 0 16,-12 3 0-16,5 0 0 16,-13 0 1-16,0 0 1 15,-4 0 0-15,0 0 7 16,0 0 8-16,0 0-4 16,0 0-6-16,0 0-3 15,0 0-3-15,0 0-1 16,0 0-1-16,0 0-11 0,0 0-23 15,-8 0-24 1,-13 0-37-16,-15-4-35 0,15-1-203 16,-8-2-349-16</inkml:trace>
  <inkml:trace contextRef="#ctx0" brushRef="#br1" timeOffset="108668.79">3912 7607 119 0,'0'0'34'16,"0"0"-26"-16,0 0 42 16,0 0 2-16,0 0-18 15,0 0 2-15,0 0 7 16,4-12 39-16,-4 12-38 16,0 0-12-16,0 0-4 15,0 0 3-15,0 0 7 0,0 0-3 16,0 0-3-16,0 0 0 15,0 0 1-15,0 0-7 16,0 0-1-16,0 0 1 16,0 0-4-16,0 0 2 15,0 0 6-15,0 0 2 16,4 0-2-16,-4 0-6 16,0 0 0-16,0 0-3 15,0 0-1-15,0 0 1 16,0 0-5-16,0 0 0 15,0 0 2-15,0 0-7 16,4 0-2-16,-4 0 2 0,0 0-3 16,0 0 4-16,0 0-1 15,0 0 3-15,0 0-4 16,0 0-4-16,0 0-2 16,4 0-3-16,-4 0 1 15,4 0-1-15,0 0 1 16,4 3 4-16,4 6 7 15,5 4-2-15,0 2-3 16,3 0 0-16,1 4 5 16,8 0-5-16,3 2 0 15,5 1 3-15,0-1-3 16,0 1-3-16,0 0-2 16,-4-4 1-16,4 3-1 0,0-2-3 15,3 6 0-15,-2-7 0 16,-1 4 1-16,-4-1 0 15,-5 4-1 1,1-7 1-16,0 4-2 0,0-1 1 16,0 4 0-16,-1-3 1 15,-8 2 1-15,9 1-2 16,-4 0 0-16,0-7 2 16,0 1-2-16,-2 3 0 15,2 2 0-15,0-5 1 16,0 2 0-16,-5-2 0 15,1 2-1-15,3 4 0 0,-3-3-1 16,-1 2 1-16,1 1 2 16,-5-4-1-16,-3 1-1 15,3 0 0-15,1-1 0 16,-2 4 0-16,2 3 2 16,4-7-2-16,-5 3 0 15,1-1 2-15,-1-5-1 16,1 4-1-16,3-4 0 15,-4 3 0-15,0-2 1 16,-3-1-1-16,3 1-1 16,1 3 1-16,-1-1 1 15,1 1-1-15,0 3 0 16,-5-4 0-16,4 6 0 0,0 1 0 16,5-3 0-1,-5 3 0-15,5-1 1 16,0 1-1-16,-1 0 0 15,-3 0 0-15,-1 0 0 0,0-7 0 16,0 7 0-16,-3-4 0 16,3 4 0-16,-3 0 0 15,3-6 0-15,1 2 0 16,-5-2 0-16,1-1 0 16,2-2 0-16,-3 2 0 15,5-2 1-15,0 2-1 16,-5 1 0-16,0-1 1 0,5-2-1 15,-9 0 0 1,5-1 0-16,-1-3 0 16,0 4 0-16,1 0 0 15,-2 2 0-15,2-2 0 0,-1-4 0 16,-4 3 0-16,5-2 0 16,-5-4 1-16,4 0-2 15,-3 1 2-15,-1-1-2 16,0-2 2-16,4 2-1 15,-3-3 0-15,3 1 0 16,-4-2 0-16,-4 2-2 16,8-1 2-16,-4 0 0 15,0 1 2-15,1-1-1 0,-1 0-1 16,4 0 0 0,-3 4 0-16,3-1-1 15,0 0 1-15,-3-3 0 16,3 1-1-16,-4 2 1 0,1-6-1 15,-1 1 4-15,0 5-2 16,-1-6-1-16,2 0-1 16,-1-3 1-16,4-3-2 15,-3 0 1-15,3 0 1 16,-4 0 0-16,1 0 1 16,-5 0-1-16,0 3 0 15,-4-3 0-15,4 0-1 16,-4 0 1-16,4 0 0 15,-4 0 1-15,0 0-1 16,0 0 0-16,0 0 0 16,0 0-2-16,0 0 2 0,0 0-1 15,0 0 1-15,0 0 0 16,0 0-1-16,0 0 0 16,0 0 0-16,0 0-3 15,0 0 4-15,0 0-3 16,0 0 1-16,0 0 0 15,0 0-1-15,0 3 0 16,-8 4 3-16,-17-1 8 16,-8 3-8-16,-7 3 2 15,-14-6 5-15,-12 7-1 16,-3-1-5-16,-14 1-1 16,-11-1 1-16,-13 3-1 15,-12-3-18-15,-28 4-33 0,-9-4-61 16,94-12-119-16,13 0-328 15</inkml:trace>
  <inkml:trace contextRef="#ctx0" brushRef="#br1" timeOffset="116799.27">8415 1806 289 0,'0'0'44'0,"0"0"-36"16,0 0 27-1,0 0 44-15,0 0-37 0,0 0 20 16,0 0-23-16,0 6-6 16,0-6-10-16,0 0-4 15,0 0 1-15,0 0-1 16,0 0-9-16,0 0 4 15,0 0-3-15,0 0 1 16,0 0-1-16,0 0 2 0,0 0-2 16,0 0 1-16,0 0 4 15,0 0-5-15,0 0-3 16,0 0 5 0,0 0-7-16,0 0 6 0,0 0 0 15,0 0-1-15,0 0 3 0,0 0 2 16,0 0 2-16,0 0-5 15,0 0-1-15,0 0-3 16,0 0 2-16,0 0-1 16,0 0 0-16,0 0 5 15,0 0-3-15,0 0-1 16,0 0-3-16,0 0-2 0,0 0 5 31,0 0 3-31,0 0-5 0,0 0 4 0,0 0-2 16,0 0 2-1,0 0-4-15,0 0-4 0,0 0-5 16,0 0 0 0,0 0 0-16,0 0 0 0,0 0-2 15,-8 0 2 1,4 3 3-16,-9 3 0 0,-3 7 4 16,-5-1-4-16,1 1 2 15,-5 2 7-15,-3 3-5 16,-1-2 4-16,0 2-7 15,0 4 2-15,-4-4 4 16,-3 10-3-16,3-3-2 16,0-4-1-16,-5 4-3 15,6-3 2-15,-1 2-1 16,0-5 0-16,4 2 3 16,0-5-4-16,6 2 4 15,-2 1-5-15,0-4 3 0,0 7-1 16,0-4 1-16,1 1-1 15,0-1-1-15,-1-5 2 16,-4 5-2-16,4-6 0 16,-4 1 1-16,4-1-1 15,2 0 2-15,-2 1 0 16,0-1-1 0,4 0 0-16,1 4-1 0,3-7 1 15,1 4-2-15,-4-1 2 16,8 3-2-16,-9 1 0 15,4-1 1-15,-3 3-1 16,-1-2 0-16,0-1 1 16,2 4-1-16,6-4 1 0,-7 3-1 15,3-2 1-15,1-1 1 16,-1 1-2-16,1-4 2 16,-1 0 0-16,0 1-2 15,6-1 0 1,-1-2 0-16,3-1 1 15,1 0 0-15,-4 0-1 16,4 0 0-16,-1 1 0 0,-3 2 1 16,4-3 0-1,-5 0-1-15,1 1 0 16,-1 2 0-16,5-3 0 16,-4 3-1-16,4 1 2 15,-4-1 0-15,0 1 1 0,-1-1-2 16,-3 3 2-16,3 4 0 15,-3-1-2-15,-5 1 3 16,0-1 0-16,5 1 0 16,-8-4 1-16,3 4-1 0,5-4-3 15,-5-2 1 1,5 2 0-16,-1-3 3 16,1 1-3-16,-1-1-2 0,6 0 2 15,-6 0-1-15,5 1 1 16,-5 2-1-1,1 1 0-15,-5-1 1 0,0 1-1 16,1-1 1-16,0 3 1 16,-1 1-4-16,5 3 2 15,-5-4-1-15,9 4 1 16,-1-4 0-16,-3 0-1 16,3 4 1-16,1-4 1 15,0 5-1-15,-8-5 1 16,8 0-1-16,-1 1 2 15,1-4-3-15,-1 3 1 16,5-2-1-16,-4-1 1 16,-1 4 0-16,-3-3 1 0,8 2 0 15,-5 0-1-15,-2-2 2 16,-2-1-2-16,-4 4 2 16,1-1-2-16,-1 1 2 15,0-1-1-15,9-2-1 16,-5 2 0-16,2-3 0 15,3 4-1-15,-5-3 1 16,0 2 0-16,1 0 0 16,-1-2 1-16,1 2-1 15,-1 1 0-15,5-4 0 16,-4-3 2-16,8-2 4 0,0-1-5 16,0 0-1-1,-5 6 0-15,1 1 2 0,-5-1-1 16,1 4-2-16,-1-1 3 15,5 1-1-15,-5-4 0 16,5 1-1-16,0-1-1 16,0-2 1-16,0-1 1 15,-1 0 0-15,5 0 0 16,-4-5-1-16,3-1 0 16,1 0 0-16,4-3 0 15,0 3 1-15,4 1-2 16,0-4 1-16,-4 0-1 15,4-3-3-15,0 0 3 0,0 0 1 16,0 0-2-16,0 0 2 16,0 0 0-1,0 0-1-15,0 0 1 0,0 0-4 16,0 0-13-16,0 0-5 16,0 0-14-16,0 0-9 15,0 0-28-15,-4 0-53 16,-1 0-93-16,-3 0-282 15</inkml:trace>
  <inkml:trace contextRef="#ctx0" brushRef="#br1" timeOffset="118360.9">5648 4291 141 0,'0'0'431'0,"0"0"-393"15,0 0-27-15,0 0 83 16,0 0 23-16,0 0-58 0,0 0-25 15,-4 2-14-15,4-2 3 16,0 0 6-16,0 0 14 16,0 0-2-16,9 0-11 15,3 0-2-15,8 0-3 16,9 0 4-16,-1 0 14 16,14-9-13-1,-6 0-10-15,9 3 0 0,5-3-4 16,-5 2-7-16,0 2-3 15,5 1-1-15,-1-2-2 16,-4 3 0-16,8 3-2 16,-7-3-1-16,2 3 0 15,2-3 2-15,-1 0-2 16,-4 3 0-16,5 0-1 16,-5 0-1-16,0 0 1 15,-4 0 1-15,-4 0 0 0,4 0 1 16,-4 0-1-1,4 0 0-15,-4 0 1 0,4 0-1 16,0 0 0-16,-4 0 1 16,4 0 0-16,0 0-1 15,0 0 0-15,5 0 1 16,-2 0-2-16,6 0 2 16,-9 3-1-16,3-3 0 15,2 0 0-15,-5 3 1 16,4-3-1-16,-4 0 1 0,0 0-1 15,1 0 0-15,-6 0 0 16,1 0 0 0,-4 0 1-16,4 0-1 0,0 0 0 15,0 0 0-15,4 0 1 16,-4 0 2-16,-1 0-3 16,6 3-1-16,-1-3-1 15,1 0 2-15,-6 0 0 16,-7 0 0-16,0 6-1 15,0-3-1-15,-6-3 2 16,6 4 0-16,-8-4 0 0,8 5-1 16,0-1 1-1,-4-1 0-15,7-3 0 16,1 6 0-16,-4-6-3 16,4 0 1-16,3 0 2 0,5 0 0 15,1 0 0-15,3 0 0 16,-5 0 0-16,6 0 0 15,-5 0 1-15,-1 0-1 16,6 0 0-16,-5 0 0 16,-3 0 1-16,2 0-1 15,-3 0 0-15,0 0 0 16,-4 3 0-16,-1 0 0 16,6-3 0-16,-10 0 1 15,6 3-1-15,-2-3 1 16,5 0-1-16,-4 3 0 15,0 0 0-15,3 0 0 16,-7-3 0-16,0 0 0 0,0 4 0 16,4-4 0-16,-1 0 0 15,1 3 0-15,0-3 1 16,-4 0 0-16,4 0-1 16,-1 2 0-16,-3-2 1 15,-4 0-2-15,0 0 2 16,-4 0-1-16,-1 0 0 15,4 4 0-15,-8-4-1 16,1 0 0-16,0 3 1 16,-1-3-2-16,1 0 2 15,-1 0 0-15,1 0-1 16,-6 0 1-16,1 3 0 16,1-3 1-16,3 0-1 0,5 0-1 15,-4 0 1-15,12 0 0 16,-5 0 1-16,4 0-2 15,5 0 1-15,0 0 0 16,9 0 0 0,-2 0 1-16,1-3-1 0,1 0 0 15,-5-1 1-15,-1-1-1 16,-11 1 0-16,4 4 1 16,-8-3-2-16,-9 3 1 15,0 0 0-15,-12 0 0 16,4 0 0-16,-4 0 0 15,0 0 0-15,0 0 0 0,0 0 0 16,0 0 0-16,0 0 0 16,0 0 4-16,5 0-2 15,-5 0 0-15,0 0-2 16,0 0 1-16,0 0 2 16,0 0-3-16,0 0 2 15,0 0 1-15,0 0-1 16,0 0 0-16,0 0 0 15,0 0 0-15,0 0-2 16,0 0-4-16,-5 0-10 16,-23 0-29-16,-26 0-41 15,25-6-96-15,-11 0-456 0</inkml:trace>
  <inkml:trace contextRef="#ctx0" brushRef="#br1" timeOffset="120354.19">8538 1978 96 0,'0'0'0'0,"0"0"-56"16,0 0 16-16,0 0 40 15,0 0 1-15,0 0 15 0,0 0 36 16,25-86 17-16,-25 80-19 16,0 0-6-16,0 3 37 15,0 0-64-15,0 0-13 16,0 0 2-1,0 3 10-15,0-4 5 0,0 2 0 16,0-1 6-16,0 3-7 16,0-4 1-16,0 4 0 15,0 0 4-15,0 0 0 16,0 0 0-16,0 0 4 16,0 0-9-16,0-3-5 15,0 3-6-15,0 0 4 0,0-6-1 16,0 6 9-1,0 0-7-15,0-6 1 16,0 6 15-16,0 0 5 16,0-6 9-16,0 6-7 0,0 0-3 15,0-3-8 1,0 0-5-16,0 3 1 0,0 0-4 16,0 0 5-16,4 0 4 15,-4 0 7-15,0 0-9 16,0 0-4-16,0 0-2 15,0 0-1-15,0 0 0 16,0 0-3-16,0 0 9 16,0 0-5-16,0 0-4 15,0 0-7-15,0 0-2 16,4 0-4-16,4 0-2 16,0 0 0-16,8 3 0 15,1 9 1-15,4 0 1 0,3 4 1 16,1-1 3-16,0 1-2 15,7 8-3-15,1-2 3 16,4 3-1-16,-4 3-2 16,4-1 3-16,-4 1-3 15,0 3 0-15,-4-1 0 0,7 4 0 16,-3 0 0-16,-4 0 1 16,4 0-2-16,0-3 0 15,-5-1 2-15,1 5-2 16,0-4 0-16,4-1 1 15,-4 4-1-15,-1-3 1 16,-4 0-1-16,-3 6 0 0,0-6-1 16,-1 2 1-16,1-2 1 15,-1 0-1-15,-4-3 0 16,1-4 0-16,4 1 1 0,-9 0-1 16,9 0 0-16,-5 2 0 15,9 4 1-15,-5-6-1 16,4-1 0-16,-3-2 0 15,4 3-1-15,-4-1 2 16,3 1-2-16,-3 3 1 16,7-3 0-16,-7-1 1 15,-1 0-1-15,1-1 0 16,-5 1-1-16,1 0 0 16,4 4 0-16,-10-6 2 15,6 3-1-15,3-1 0 16,-3 1 0-16,3 0 0 15,-3-1 0-15,0-2 0 16,3 0 0-16,-4-4 0 16,4 3 0-16,-3 4 0 15,4-6 0-15,-1 2 0 16,1 1 0-16,-5-4 0 0,5 1 1 16,-5-1-1-16,4 4 1 15,1 3-1-15,0-1 0 16,-1 1 0-16,-3-6-1 15,4 5 2-15,-2-2-1 16,-2-4 1-16,-5 4-1 16,9-4 0-16,-13 1 0 15,9 2 0-15,-5-2 0 0,0-4 0 16,1 4 0 0,-1-1 0-16,-4-3 0 15,1 1 0-15,2-4 0 16,-3 1 0-16,1-1 0 0,-1 1 0 15,0-1 0-15,5-3 0 16,-5 3 3-16,-4-2-3 16,4 2-1-16,1-6 1 15,-1 3 0-15,0-3 0 16,-4 1 0-16,4-2 0 16,-3-1 0-16,-1 2 0 15,4 0 0-15,-4 0 0 16,4 0 0-16,-4 4 0 15,0-1 0-15,8 3 0 16,-8 0 0-16,4-2 0 16,1 2 0-16,-1 1-1 15,-4-1 1-15,0-3 1 16,0 3-1-16,1-6 0 0,-1 1 0 16,-4-1-1-16,0 0 1 15,0-3 0-15,0-3-1 16,0 0 0-16,0 0 0 15,0 0 1-15,0 0 1 16,0 0 2-16,0 0-1 16,0 0-1-16,0 0 1 15,0 0-2-15,0 0-1 16,0 0-7-16,0 0 1 0,-13 6 1 16,-3-3 6-16,-9 1 7 15,-11-2-1-15,-6 1-1 16,-7 1 0-1,-12-4-2-15,-5 0-1 0,-4 0-1 16,4 0-1-16,-3 0-5 16,7-9-28-16,45 2-88 15,5-2-328-15</inkml:trace>
  <inkml:trace contextRef="#ctx0" brushRef="#br1" timeOffset="124827.86">22947 4830 185 0,'0'0'0'0,"0"0"-18"16,0 0 5-16,0 0 13 16,0 0-71-1</inkml:trace>
  <inkml:trace contextRef="#ctx0" brushRef="#br1" timeOffset="125578.05">22914 4944 223 0,'0'0'136'16,"0"0"-126"-16,0 0 9 15,0 0 125-15,0 0-69 16,0 0-15-16,0-40-16 15,4 40 11-15,-4-3 11 16,0 3-1-16,0 0-14 0,4 0-8 16,-4 0-8-1,0 0-11-15,0 0-12 0,0 0 0 16,0 0-6-16,0 0-6 16,0 0-3-16,0 0-8 15,-8 3-6-15,-4 13 17 16,-9 5 22-16,-4 13-7 15,-8 9-5-15,-3 13 12 16,-10 11-11-16,1 13 5 16,-8 7-2-16,4-1-9 0,-1 1 0 15,1-4 1-15,4-6-5 16,4-7 7 0,4-8 2-16,9-10-1 15,-1-5 16-15,4-10-9 0,4-3-7 16,5-6 0-16,3-4-1 15,6-2-6-15,3-10 0 16,4 1 4-16,-4-10-4 16,4-3 0-16,-4 0 0 15,4 0 1-15,0 0 0 16,0 0 1-16,0 0-2 0,0 0 1 16,0 0-3-1,0 0-4-15,0 0-10 0,0-3-15 16,19-16-15-1,10-9-71-15,-17 13-42 0,5-1-126 16</inkml:trace>
  <inkml:trace contextRef="#ctx0" brushRef="#br1" timeOffset="126305.93">22864 5043 139 0,'0'0'150'16,"0"0"-147"-16,0 0 5 16,0 0 48-16,0 0 1 15,0 0 14-15,0 0 21 16,9-80-20-16,-9 73 8 16,0 4-10-16,0 0-18 15,0 3-28-15,0-6-3 16,0 6 5-16,0-6 9 0,0 3 1 15,0 3-2 1,0-3-11-16,0 3 7 0,0 0-6 16,0 0 0-16,0 0-3 15,0 0-2-15,0 0 6 16,0 0 4 0,0 0-5-16,0 0-2 0,0 0-9 15,0 0-3-15,0 0-1 16,12 0-3-16,5 12 1 15,7 10 6-15,10 8 0 16,2 8-4-16,1 11 3 16,8 16-5-16,0 8-2 15,4 8 8-15,5-4-8 0,-9 0 2 16,0 0-4-16,1-3-1 16,-9-6-1-1,-9-7 0-15,-8-5 2 0,1-13-2 16,-4-6 0-16,-9-3 3 15,0-9 2-15,0-7 2 16,-4-6-4-16,1-2 2 16,-1-7-3-16,-4 0-2 15,0 0 2-15,4 0-2 16,-4-3 0-16,0 0 1 16,0 0-2-16,0 0-9 15,0 0-16-15,0 0-10 0,0 0-10 0,0 0-15 16,0 0-35-16,0 0-152 15,0 0-484-15</inkml:trace>
  <inkml:trace contextRef="#ctx0" brushRef="#br1" timeOffset="127149.19">22192 6103 356 0,'0'0'85'0,"0"0"-61"0,0 0 103 16,0 0-7-16,0 0-83 16,0 0-23-16,-9 0 49 15,9 0 14-15,0 0-17 16,0 0-14-16,0 0-7 15,0 0-2-15,13 0-6 16,3 0-3-16,12 0 8 0,13 0-14 16,5 0-4-16,15 0-5 15,5 0-1-15,12 0 1 16,17 0-3-16,3 0-5 16,4 0 2-16,10 0-1 15,-2 3 0-15,1 0 3 16,-5 1-2-16,-10-1-5 15,-11 2 3-15,-19-5-4 16,-17 4 0-16,-16-1 2 16,-16-3 0-16,-5 0 0 15,-12 0 4-15,4 0 10 16,-4 0 13-16,0 0-3 0,0 0-5 16,0 0-12-1,0 0-5-15,0 0-4 0,0 0-1 16,0 0 0-1,0 0-3-15,0 0-16 0,0 0-13 16,0 0-16-16,0 0-10 16,0 3-2-16,-4-3-23 15,-4 0-18-15,-5 0-45 16,5 0-34-16,0 0-77 16,4 0-169-16</inkml:trace>
  <inkml:trace contextRef="#ctx0" brushRef="#br1" timeOffset="127818.4">24157 5400 930 0,'0'0'0'16,"0"0"-847"-16</inkml:trace>
  <inkml:trace contextRef="#ctx0" brushRef="#br1" timeOffset="128724.45">23944 5441 208 0,'0'0'264'0,"0"0"-253"0,0 0-5 15,0 0 126-15,0 0-25 16,0 0-47-16,-57 9-10 15,57-9 6 1,0 0-4-16,0 0-2 0,0 3-13 16,0-3-2-16,0 0 10 15,0 0-17-15,0 0-9 16,0 0-12-16,12 0 5 16,17 0-3-16,21-7 12 15,15-5 12-15,13 0-12 16,8-4-12-16,4 4 1 15,-3-3-1-15,3 6-1 0,-12-1 1 16,-17 4-4 0,-15 3-2-16,-22 0-2 15,-11 3-1-15,-9 0 1 16,-4 0 2-16,0 0 7 0,0 0 3 16,0 0-4-16,0-3-9 15,0 3-2-15,0 0-8 16,0 0-33-16,0 0-13 15,-8 0-20-15,-17 3-40 16,17 3-60-16,-9-3-184 16</inkml:trace>
  <inkml:trace contextRef="#ctx0" brushRef="#br1" timeOffset="129330.09">24338 5268 629 0,'0'0'104'16,"0"0"-99"-16,0 0 123 15,0 0-2-15,0 0-75 16,0 0-27-16,0 0 18 0,-12-65 13 15,12 59-21 1,0 6-7-16,0 0 2 16,0 0 5-16,0 0-8 15,0-3-8-15,0 3-10 16,0 0-5-16,0-3-1 0,0 3-2 16,0 0 0-16,0 0-1 15,0 0-1-15,0 0 1 16,0 0-1-16,16 0 0 15,13 18 2-15,4 1 1 16,12 2 0-16,4 4-1 16,1 0 1-1,-1-1-1-15,-4-5 0 16,-8 5-3-16,-5-8 1 16,-11-1-4-16,-13-6-2 15,-4 1 3-15,-4-7 0 16,0 3 0-16,0-6-7 15,0 6 5-15,-12 0-4 0,-12 3 9 16,-17 10 2-16,-9-3 2 16,1 2-2-16,-4-3-5 15,8-2 5-15,-1-1 2 0,14-3-1 16,11-3 1-16,9-3-2 16,8 0-1-16,4-3-20 15,0 4-18 1,0-1-41-16,8 3-82 0,21-6 4 15,-17 0-41-15,4 0-261 16</inkml:trace>
  <inkml:trace contextRef="#ctx0" brushRef="#br1" timeOffset="130338.82">24938 5228 9 0,'0'0'391'15,"0"0"-301"-15,0 0-12 0,0 0 52 16,0 0-37-16,0 0-44 15,4-65-14-15,-4 59-1 16,4 6-4-16,-4 0-2 16,0 0 1-16,0 0-15 15,0 0-14-15,0 6-6 16,4 22 6-16,0 9 0 16,0 6 15-16,5 0-9 15,-5 0-4-15,4-9 2 16,-8-3-2-16,4-10 0 15,0-8-1-15,-4-4 1 16,0-6-1-16,0-3 3 16,0 0 12-16,4 0 23 0,-4 0 12 15,0 0-6-15,5-15-2 16,-5-16-37-16,4-3-5 16,-1-6 2-16,1-4 5 15,0 4-1-15,0 4-4 16,0 5 1-16,1 12 0 15,-5 7-1-15,0 6 0 16,0 3-3-16,0 3-3 16,0 0-3-16,4 0-10 15,0 12-8-15,0 22 16 16,4 0 2-16,0 9 6 16,-3-3 1-16,-1 0 1 0,0-12-2 15,0-6 0-15,0-7 0 16,0-6 0-16,0-2 1 15,-4-5 0-15,5-2-1 16,-5 0 5-16,0 0 1 16,4 0 3-16,0-2 0 15,8-17-3-15,-4-9-5 16,5-6 1-16,-5 1-1 16,4-8-1-16,-8 1 2 15,0 3-1-15,0 13 0 16,-4 5-1-16,4 10 2 15,-4 6 1-15,0-3-3 16,0 6-1-16,0 0-5 0,8 9-13 16,-4 22 13-16,9 6 3 15,-5 6 3-15,5 3 2 16,-5-6-2 0,-4-6 0-16,4-6 0 0,-4-3-11 0,-4-10-5 15,4-6-7-15,1 0-14 16,-5-6-15-16,0 1-30 15,4-4-11-15,0 0-28 16,4 0-10-16,-4 0-57 16,0-13-184-16</inkml:trace>
  <inkml:trace contextRef="#ctx0" brushRef="#br1" timeOffset="130700.48">25414 5175 182 0,'0'0'342'0,"0"0"-228"15,0 0 3-15,0 0 57 16,0 0-66-16,0 0-72 16,0 0-33-16,24-92-3 15,-24 92-15-15,0 6-18 16,0 28 33-16,-7 9 0 0,-2 9 9 16,5-2-7-16,4-1 6 15,0-6-7-15,0-15 0 16,0-3 2-16,4-10-2 15,5-6 4-15,2-3 2 16,10-6 5-16,-5 0 0 16,9-9 1-16,-4-19-4 15,4-5-4-15,-13-5 0 16,-4-8-2-16,-8 3 6 16,0 0 2-16,-8 6-8 15,-21 9-1-15,-4 7 9 16,4 11-11-16,-4 4-7 15,5 6 4-15,3 0-2 0,0 16-58 16,9 15-69-16,12-4-91 16,4-14-85-16</inkml:trace>
  <inkml:trace contextRef="#ctx0" brushRef="#br1" timeOffset="131261.49">25972 5031 345 0,'0'0'125'0,"0"0"-51"16,0 0 60-16,0 0-11 15,0 0-31-15,0 0-29 16,0 0-20-16,86-56 7 15,-98 56-20-15,-17 0-22 16,-7 6 1-16,-14 9 1 16,-4 7 1-16,6-4 11 15,6 1-6-15,13 3-1 16,17-4-15-16,4-3-4 16,8 4-3-16,0-3 5 15,29-1-8-15,12 0 9 16,9-2-5-16,-2-4-16 0,-2 0 5 15,-1 1-6-15,-9 2 12 16,-7 6 0-16,-12 0-17 16,-9 1-4-1,-8 0 13-15,0-1 2 0,-16 4 4 16,-22-1 13-16,-14-5 29 16,-6-7 33-16,1-3-2 15,7 0-9-15,13-6-14 16,12 0-8-16,21 0-17 15,4 0-12-15,0 0-5 16,0 0-39-16,17-15 0 0,16-10-53 16,8 7 20-16,4-10-42 15,0-6-53 1,-28 18-17-16,-5-2-94 16</inkml:trace>
  <inkml:trace contextRef="#ctx0" brushRef="#br1" timeOffset="131480.2">26272 4750 614 0,'0'0'198'16,"0"0"-126"-16,0 0 32 15,0 0-16-15,0 0-88 16,0 0 0-16,21 49 0 16,-21 19 22-16,0 9-13 15,0-3-1-15,0 3 2 16,8-3-2-16,-1-9-6 15,2-10 4-15,-1-15-6 0,0-15 0 16,-4-13-1 0,4-3-13-16,-8-9-25 0,0 0-18 15,0-9-1 1,0-12-185-16,-16-4-217 0</inkml:trace>
  <inkml:trace contextRef="#ctx0" brushRef="#br1" timeOffset="131692.47">26112 5055 623 0,'0'0'169'0,"0"0"-75"16,0 0 44-16,0 0-59 16,0 0-62-16,0 0-17 15,-4-34 16-15,41 34 29 16,12 0-12-16,13 0-8 16,15 0-1-16,2 0-4 0,-6-6-10 0,-11 3-8 15,-12 0-2-15,-14 3-42 16,-20 0-23-16,-12 0-48 15,-4 0-57-15,0 0-23 16,-20 0-275-16</inkml:trace>
  <inkml:trace contextRef="#ctx0" brushRef="#br1" timeOffset="132366.81">26620 4738 599 0,'0'0'135'16,"0"0"-97"-16,0 0 73 15,0 0 37-15,0 0-104 16,0 0-44-16,-23-62-16 16,23 90-3-16,-5 11 19 15,5 11 5-15,0 9-2 16,0 5 1-16,0 4 5 15,8 3 0-15,8 3-2 0,5-6-1 16,0-9-3-16,-1-7 0 16,-3-18 1-16,-5-13-4 15,-8-9 0-15,0-8 0 16,-4-1 7-16,0-3 2 16,9 0 10-16,-1-16 15 15,0-15-34-15,0-8 0 16,-4 2-4-16,4-1-10 15,-4 5-2-15,-4 8 15 16,0 10 1-16,0 8-1 16,0 7-5-16,0 0-14 0,4 0-42 15,0 7-39 1,9 20 83-16,3 7 11 0,9 0-12 16,4-3-25-1,-4-6-17-15,-1-7 0 0,-4-6-6 16,1-9 34-1,0-3 2-15,-1 0 6 0,-3 0 2 16,-1-15 0-16,-7-13 23 16,-2 0 5-16,-3-2 7 15,4-1 43-15,-8 6 7 16,0 7-7-16,0 9 67 16,0 2-6-16,0 7-10 15,0 0-49-15,-4 0-57 16,-20 34-8-16,-13 25 8 15,-12 15 23-15,0 12-12 16,-1 6 0-16,5 1 4 16,0-6-13-16,8-7 1 15,4-13 0-15,8-5-3 0,13-10-58 16,12-48-85-16,0-4-311 16</inkml:trace>
  <inkml:trace contextRef="#ctx0" brushRef="#br1" timeOffset="133241.29">27729 4929 646 0,'0'0'125'0,"0"0"-56"16,0 0 55-1,0 0-23-15,0 0-70 16,0 0-20-16,0 0-11 15,-8-19-5-15,8 47 5 0,0 9 28 16,0 12-1-16,0 4-17 16,4-1 9-16,5 7-8 15,-1-4-7-15,4-9 1 16,0-3 9-16,0-18-8 16,-4-7-2-16,-4-8 1 15,1-7-1-15,-1 3-1 16,4-6 6-16,0 0 8 15,9-24 4-15,8-14-16 16,-5 2-5-16,1-4-15 16,3 0-27-16,0-1-24 15,-3 11-34-15,-21 26-65 0,0 1-158 16</inkml:trace>
  <inkml:trace contextRef="#ctx0" brushRef="#br1" timeOffset="133692.37">28078 4956 60 0,'0'0'638'16,"0"0"-586"-16,0 0 11 16,0 0 71-1,0 0-63-15,0 0-43 0,4-64-18 16,-4 64 4-16,-17 0-14 15,-6 9-13-15,-11 19 13 16,-3-1 10-16,12 4 7 16,5 0-8-16,11 0-9 15,9-3 4-15,0 2-3 0,0-5-1 16,21-3 2-16,12-7 5 16,9-3 5-16,6-5-6 15,-2-1-6-15,-1-3-8 16,-20 0-2-16,-9 0 7 15,-11 0-1-15,-5 7-2 16,0 8-9-16,-13 9 2 16,-16 8 13-16,-8-4 22 15,-8-4-6-15,4-8 24 16,0-7-3-16,16-3-12 16,13-6-6-16,8 0-15 15,4-3-4-15,0 0-33 0,0 0-54 16,12-6-38-16,-4-3-172 15,5-1-6-15</inkml:trace>
  <inkml:trace contextRef="#ctx0" brushRef="#br1" timeOffset="134063.57">28230 5264 237 0,'0'0'320'16,"0"0"-281"-16,0 0-11 15,0 0 112-15,0 0-54 16,0 0-16-16,74-27-2 16,-49 18-20-16,11-3-24 0,-3-7-13 15,4 0-4 1,1-2-3-16,-6-7 0 16,-12 3-3-16,1-2-1 15,-13-1-7-15,-8 6 3 16,0-2 3-16,-8 8-7 15,-17 7-5-15,-8 6 2 16,1 3 9-16,-5 0 2 16,4 9 10-16,0 16-1 15,9 9 3-15,7 0-12 16,13 3 1-16,4 3 1 0,0-6 1 16,29-6 5-16,16-1 15 15,4-9 12-15,12 1-14 16,5-10-15-16,0-6-6 15,4 1-31-15,-8-4-108 16,-46 0-117-16,-9 0-254 16</inkml:trace>
  <inkml:trace contextRef="#ctx0" brushRef="#br1" timeOffset="134546.74">28985 5169 335 0,'0'0'384'15,"0"0"-344"-15,0 0 33 16,29-102 71-16,-29 84-93 15,0 3-21-15,0 5-12 16,-8 4-18-16,-17 6-8 16,-12 0-16-16,-3 13 24 31,-6 17 4-31,9 10-4 16,4 4-3-16,13-1-4 0,16-6 0 0,4-10-1 0,0-2-2 15,4-10 10-15,20-11 9 16,9-4 6-16,8-4 6 15,1-29-6 1,-2-10 1-16,-3-10-11 0,-4-3-5 31,-8-2-27-31,0 0-37 16,-14-4-52-16,-7-6 0 16,-4 3 46-16,0 4-9 0,-4 11 79 15,-11 22 127 1,-2 10 3-16,5 12-40 15,-1 6-20-15,-3 0-65 16,-1 27-5-16,-3 26 0 0,3 18 0 16,5 9 0-16,12 9 5 15,0 1-3-15,0-4 18 16,0 1 1-16,16-14-3 16,1-11-9-16,3-13-6 15,1-12-3-15,0-9-33 16,-1-16-73-16,-11-12-131 15,-5 0-420-15</inkml:trace>
  <inkml:trace contextRef="#ctx0" brushRef="#br1" timeOffset="135046.81">29666 4938 363 0,'0'0'379'0,"0"0"-310"15,0 0 1-15,0 0 40 16,0 0-72-16,0 0-38 15,0-3-12-15,-4 28 12 0,-4 11 38 16,1 4-19-16,7 3-4 16,0-2 6-16,0-1-4 15,7-3 3-15,9-6-9 16,5-10 0-16,8-9-4 16,4-2 1-16,0-7-2 15,-1-3-2-15,5 0-4 16,-12-13-9-16,-4-20-85 15,-21 11-66-15,0 1-226 16</inkml:trace>
  <inkml:trace contextRef="#ctx0" brushRef="#br1" timeOffset="135187.59">29683 4682 858 0,'0'0'47'0,"0"0"-33"16,0 0-7-16,0 0-7 15,0 0-221-15,0 0-189 16</inkml:trace>
  <inkml:trace contextRef="#ctx0" brushRef="#br1" timeOffset="135608.91">29983 4892 605 0,'0'0'133'0,"0"0"-133"16,0 0 0-16,0 0 47 16,12 111-29-16,-12-68-11 15,0 0-2-15,0-3-3 16,0-9 1-16,0-10 10 16,0-8 35-16,0-10 10 15,0 0-13-15,0-3-11 16,0 0 0-16,0 0 12 15,0 0 15-15,4-12 7 16,8-16-22-16,-3-6-37 16,3 0-1-16,5 0-5 0,-1-3-1 15,1 7-1-15,-2 5-1 16,-6 9 1 0,-1 4 2-16,-4 12-1 15,-4 0-2-15,4 0 0 0,0 0-8 16,9 15-15-16,7 19 18 15,5 6 5-15,8 7 3 16,-5 2 2-16,-3-6-1 16,4-3-3-16,-13-9-1 15,5 0-2-15,-4-10-37 16,-17-18-106-16,0-3-238 16</inkml:trace>
  <inkml:trace contextRef="#ctx0" brushRef="#br1" timeOffset="137878.34">24967 6439 401 0,'0'0'52'0,"0"0"-22"16,0 0 88-16,0 0-52 16,0 0-32-16,0 0 23 15,0 0-2-15,-13-111-17 16,9 99-4-16,-4 3 15 15,-5-1 0-15,1 1-17 16,-4 0-8-16,-5 0 3 16,4 6-12-16,-6-1-15 0,-2 4 1 15,-12 0 3-15,-1 9 7 16,2 16-11-16,3 3 14 16,8 6-10-16,9 6-4 15,7 3-5-15,5 3 1 16,4-6 1-16,0-3-14 15,25-6 6-15,0-9 11 16,0-4 1-16,-1-8-1 16,-8-4 0-16,1-6 0 15,3 0 10-15,1 0-3 16,-5-18 3-16,5-10-3 16,-4-3-1-16,-2-3-4 15,-7-6 0-15,-3 0 0 0,-5 0-2 16,0 9 2-1,0 9 7-15,0 7 2 16,0 9 31-16,0 2-5 16,0 4-32-16,0 0-5 0,0 0-16 15,0 16-16-15,0 15 28 16,4 6 4-16,12 3 1 16,-3 0 2-16,-1-9-3 15,0-4-2-15,1-5-6 16,-5-6-10-16,0-10 4 15,5-3-3-15,-5-3-22 16,4 0-3-16,4-3 1 0,1-19-35 16,3-2-18-16,-7-11-31 15,3-5-2-15,1-3 17 16,-5 0 18 0,0 6 68-16,-3 10 24 0,-5 11 130 15,-4 7 27-15,0 6 14 16,0 3-39-16,0 0-78 15,0 0-54-15,0 18-35 16,0 16 35-16,0 6 9 16,0 7 1-16,0-4-8 15,0-7-2-15,0-8 2 16,0-9 1-16,0-7 29 16,0-6-10-16,0-6-8 15,0 0-2-15,0 0 8 16,4-15 19-16,12-16-6 0,0-6-27 15,9-6-3 1,0 3-3-16,-5-1 2 0,-3 11-2 16,-9 8 1-16,0 10 0 15,-8 9 5-15,0 3 15 16,0 0-3-16,0 0-18 16,0 12-27-16,0 19 11 15,5 6 16-15,3 6 5 16,0 0-5-16,8-3 2 15,-4-6-1-15,5-6-1 16,3-9 1-16,-3-10 2 16,8-3-3-16,-1-6-2 15,4 0-4-15,5-6-25 16,-4-22-50-16,0-9-67 0,-29 19-106 16,0-1-407-16</inkml:trace>
  <inkml:trace contextRef="#ctx0" brushRef="#br1" timeOffset="138534.37">25881 6449 419 0,'0'0'207'0,"0"0"-151"15,0 0-2-15,0 0 44 16,0 0-62-16,0 0-1 15,38-50 21-15,-38 32-5 16,0 2-5-16,0 1-21 16,0-1 1-16,-5 7-16 15,-15 0-10-15,3 9-1 0,-11 0-9 16,-5 0 0-16,-4 6 10 16,0 22 6-16,5 6-6 15,11 3-8-15,9 6 6 16,8-6 1-16,4-3-5 15,0-13 2-15,4-2-5 16,12-10 9-16,-3-6 0 16,-1-3 6-16,4 0-1 15,8 0 7-15,1-19-1 16,0-2-4-16,0-1-4 16,0 1 0-16,-6-1-3 0,-6 13 0 15,-5 3-2 1,-4 6 0-16,-4 0-7 0,4 0-13 15,-4 15 3-15,8 7 19 16,5-1 1-16,-5-5-1 16,5-7 4-16,3-3-1 15,1-6 1-15,3 0-3 16,4 0 5-16,9-21-6 16,-4-13-15-16,4-6-70 15,-4-10-57-15,-5-5-30 16,-24 33-74-16</inkml:trace>
  <inkml:trace contextRef="#ctx0" brushRef="#br1" timeOffset="139050.01">26173 5918 433 0,'0'0'451'0,"0"0"-396"16,0 0-52 0,0 0 17-16,0 0-20 15,0 0-4-15,-36 74 4 0,36-12 1 16,0 2 5-16,0 2-2 15,0-2-2-15,8-5-2 16,4-7 4-16,0-2-3 16,0-17 1-16,9-2-1 15,-1-12 1-15,1-10-2 16,8-9 8-16,0 0-3 0,7 0 9 16,1-16-2-1,-4-8-5-15,-4-10-3 0,-1-3 0 16,-11 0-2-16,-9 6 6 15,-4 9-1 1,-4 13 29-16,0 6 42 16,0 0-24-16,0 3-52 0,0 0-2 15,-12 18-21-15,4 13 21 16,-1 3 0-16,5 0-2 16,4-6-5-16,0-6 1 15,4-7-2-15,13-9 8 16,12-6 1-16,0 0 6 15,12-9 6-15,-5-19-3 0,-7-6-5 16,-4 0 0-16,-13 0-2 16,-12-6 1-16,0 3-3 15,-29 3-1 1,-20 10 3-16,-8 9-3 0,-5 8 1 16,1 7-2-16,3 0-16 15,9 12-47-15,12 22-86 16,33-15-145-16,4-1-268 15</inkml:trace>
  <inkml:trace contextRef="#ctx0" brushRef="#br1" timeOffset="139722.84">26949 6353 624 0,'0'0'28'0,"0"0"0"16,0 0 99 0,0 0-65-16,0 0-50 0,0 0-5 15,46-83 18-15,-46 67 1 16,0 4 23-16,0-1 1 15,0 4-24 1,0 3-4-16,-21 3-22 0,-4 3-1 16,-12 0 1-16,1 3 2 15,-6 22-1-15,9 3 4 16,8 2-5-16,9 1-4 16,16-9 1-1,0 2-1-15,0-8 3 0,29-4 1 16,4-9 1-16,12-3 9 15,-4 0-5-15,4-3-4 16,1-15-1-16,-13-4-10 16,-9 3-3-16,-4 4 9 15,-16 3 4-15,0 3 3 0,-4 9 15 16,0 0 32-16,0 0-7 16,0 3-43-16,0 30-18 15,0 17 18-15,-8 18 13 16,0 18-11-1,0 6 1-15,4 7-3 0,-1 0-27 16,5-16 27-16,-4-12 0 16,-4-19 0-16,1-15 0 15,-6-12 2-15,-7-13 20 16,-5-9-12-16,-4-3 26 16,-8 0-19-16,-4-31-9 15,4-12-4-15,12-18-2 0,5-10 11 16,16-12-2-1,4-7-8-15,8-5-3 16,37 5-2-16,20 10 1 16,10 18-6-16,2 13-5 0,2 12-29 15,-54 37-67-15,-5 0-191 16</inkml:trace>
  <inkml:trace contextRef="#ctx0" brushRef="#br1" timeOffset="140546.26">28123 6254 634 0,'0'0'129'16,"0"0"-125"-16,0 0 83 15,0 0 24-15,0 0-88 16,0 0-12-16,0 0 22 15,-4-18 11-15,0 11-6 16,-4 5-4-16,-1-2-13 16,1 1-14-16,-8 3-7 15,-5 0-9-15,-7 0 9 16,-5 0 5-16,0 0-5 16,-4 7 3-16,5 14-1 0,-1 1-2 15,-1 5 1-15,10 4-4 16,11-3 2-16,13 6 1 15,0-3-2-15,9 0 4 16,24-7-2-16,8-5 5 16,7-7 1-16,6-9 0 15,8-3-5-15,-5 0 5 16,-3 0-6-16,-13-18-7 16,-5-4-38-16,-15-6-34 15,-4 0-17-15,-5-8-93 16,-12 23-81-16,0-2-111 15</inkml:trace>
  <inkml:trace contextRef="#ctx0" brushRef="#br1" timeOffset="140842.66">28411 6020 304 0,'0'0'401'16,"0"0"-316"-16,0 0-74 15,0 0 28-15,0 0 25 16,12 111-31-16,-24-56-16 15,3 4-5-15,-3-4 13 16,4-8-17-16,-1-10 1 16,5-12 19-16,0-13 12 15,4-6 0-15,0-6-4 16,0 0-3-16,0 0-1 0,0 0-4 16,4-16 2-16,17-11 13 15,12-10-31 1,-4 0-9-16,4-1-3 15,-5 2 1-15,1 8-1 0,-13 4-15 16,-3 11-30-16,-9 10-23 16,-4 3-74-16,0 0-73 15,0 0-175-15,-17 9-42 16</inkml:trace>
  <inkml:trace contextRef="#ctx0" brushRef="#br1" timeOffset="141061.73">28390 6362 245 0,'0'0'334'15,"0"0"-270"-15,0 0 36 16,0 0 82-16,0 0-117 16,0 0-36-16,-8 34 2 15,28-21 22-15,9 5-16 16,0 4-24-16,3-4-8 16,1 0-1-16,-4-2-4 15,4-4-6-15,-8-6-37 16,-1-3-36-16,5-3-48 15,0 0-35-15,-25 0-25 16,0-3-98-16</inkml:trace>
  <inkml:trace contextRef="#ctx0" brushRef="#br1" timeOffset="141313.51">28837 6017 767 0,'0'0'211'15,"0"0"-135"-15,0 0-33 16,0 0-5-16,0 0-38 16,0 0-26-16,13 43 26 15,-13 10 15-15,0 5-12 16,0 7 10-16,0-1-5 16,0-8-4-16,4-3-3 15,4-10-1-15,5-13-13 16,-5-5-18-16,8-7-28 0,-7-15-44 15,-9-3-126-15,0 0-189 16</inkml:trace>
  <inkml:trace contextRef="#ctx0" brushRef="#br1" timeOffset="141532.21">28747 6227 733 0,'0'0'246'15,"0"0"-201"-15,0 0 5 16,0 0 24-16,0 0-71 16,0 0 11-16,86-28 6 0,-44 25-16 15,-1-1-4-15,3 1-2 16,-2 3-73-16,-5 0-117 16,-33 0-135-16,0-3-229 15</inkml:trace>
  <inkml:trace contextRef="#ctx0" brushRef="#br1" timeOffset="141860.25">29371 6137 427 0,'0'0'286'16,"0"0"-173"-16,0 0 50 16,0 0-39-16,0 0-67 0,0 0-57 15,-61-46 1-15,7 46-1 16,5 25 13-16,0 2-7 15,12-2-3-15,12 3-1 16,8-1-2-16,13-2-4 16,4 3 4-16,0-7 4 15,12 1-3-15,22-3 4 16,3-1 0-16,4 0-3 16,-1-2 2-16,-2-1 1 15,-14-3-4-15,-11-2-1 16,-9-7-2-16,-4 0-5 15,-8 3-4-15,-34 4 11 16,-14-5 1-16,-19 8 10 0,-2-7-11 16,-10 0-25-16,-7 0-63 15,52-6-90-15,5 0-197 16</inkml:trace>
  <inkml:trace contextRef="#ctx0" brushRef="#br1" timeOffset="142953.75">24593 7037 177 0,'0'0'407'0,"0"0"-358"16,0 0 2-16,0 0 61 16,0 0-97-16,0 0-7 15,8-12 16-15,12 5 40 16,9 4-13-16,9 1-5 15,6-5 4-15,14 4-12 16,7-6-3-16,18-3 0 16,11 2 1-16,21-2-4 15,13 3-7-15,7 3 3 16,25 0-6-16,4-1 4 16,16 7-11-16,14 0-6 15,-5-3 3-15,-1 0-4 16,-7 0 6-16,-13 3 0 0,-20-3 8 15,-21 0-13-15,-24 0 2 16,-21 3-4-16,-25 0-4 16,-24 0-1-16,-8 0 0 15,-17-3-2-15,-8 3 10 16,0 0 9-16,0 0 1 16,0 0-1-16,0 0-11 15,0 0-6-15,0 0-2 16,0 0-5-16,0 0-33 15,-12-3-30-15,-17-1-23 16,-4 4-62-16,13-5-163 16,-5 5-245-16</inkml:trace>
  <inkml:trace contextRef="#ctx0" brushRef="#br1" timeOffset="144679.31">27754 3131 442 0,'0'0'82'0,"0"0"-36"0,0 0 81 0,0 0-23 15,0 0-62 1,0 0-7-16,0 0 12 0,0 0-10 15,0 0-13-15,0 0-1 16,0 0 3-16,7 0-3 16,10 0-11-16,-5 0 3 15,9 0-4-15,0-6 4 16,8 4 9-16,8-2-10 16,3 4-8-16,6-3 4 0,16 0 1 15,11 3-2 1,6-6 3-16,15 6-2 0,4-3 2 15,17-1-6-15,4 4 2 16,9 0-3-16,3 0 0 16,0 0-3-1,5 0 3-15,7 0-2 0,5 0 0 16,4 4-2-16,0-1 1 16,-4 0 2-16,-13-3 2 15,-16 0-5-15,-21 0 3 16,-15 0 0-16,-31 0 0 15,-14 0 7-15,-22 0 10 16,-3 0 1-16,-9 0 3 16,0 0-9-16,-4 0-5 0,0 0 1 15,0 0-3-15,4 0-3 16,0 0-4 0,9 0-2-16,3 0-1 15,5 0 0-15,3 0-2 0,-4 0 1 16,-3 0 2-16,-5 0 0 15,-4 0-1-15,-3 0 0 16,-5 3 0-16,0-3 0 16,0 0-2-16,0 0-1 15,0 0 3-15,0 0-1 16,0 0 1-16,0 0-11 0,0 0-19 16,0 3-31-1,-9 0-35-15,1 1-154 0,-13-4-139 16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11:37:38.63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3652 9264 126 0,'6'0'112'16,"-1"0"-91"-16,1 0-14 15,-2 0 40-15,4 0 2 16,-2 0-30-16,1 0-7 15,1 2-2-15,-3 2 23 16,2 0-16-16,-3 0 20 16,3 0-13-16,4 0-4 15,3 0 4-15,1 2 13 16,7-2-22-16,3 0 1 16,4 0 2-16,6-4 10 15,5 0 2-15,8 0 0 16,4 0-5-16,8 0-3 15,8-2 4-15,3-2-16 16,2 4-4-16,4 0-6 16,-4 0 1-16,-2 0-1 15,-4 0-2-15,-10 0 2 16,15 0 0 0,-5 0 1-16,2 2 0 0,3-2 0 15,-17 0-1-15,-6 0 1 16,-5 0 0-16,-5 0 0 15,-10 0-1-15,-7 0 1 16,-9-2-1-16,-4 0 0 16,-2 2 1-16,-5-2 0 15,0 2 1-15,-2 0 6 16,0 0-5-16,0 0-1 16,2 0-1-16,-2-2 2 15,0 2-2 1,0 0 2-16,0 0 2 15,0 0-2-15,0 0 3 16,0 0 0-16,0 0 0 16,0 0-1-16,0 0-2 0,0 0 2 15,2-10 2-15,3-4 9 16,4-6 31 0,0-8-41-16,5-6-5 15,-1-6 0-15,1-13-2 0,7-11-2 16,6-34-1-1,0-6-1-15,-5-5-35 16,-9 0 7-16,-11 24 24 16,-2 7 8-16,0 10 0 15,0 10 2-15,0 12 1 16,0 7-1-16,-2 7 2 0,0 8 0 16,2 4 11-1,0 4-10-15,0 4 2 16,0 4 1-16,0 4-6 15,0 2-1-15,0 2-2 16,0 0-1-16,0 0-8 16,0 0 0-16,0 0-22 15,0 0-48-15,0 6-58 16,-4 2-29-16,-3-6 102 16,-4-2-183-16</inkml:trace>
  <inkml:trace contextRef="#ctx0" brushRef="#br0" timeOffset="277.64">5026 8135 278 0,'-9'-12'38'16,"9"2"-36"-16,0 2 52 16,7 2 33-16,17-2-27 15,14 2-34-15,9 4 4 16,11 2 10-16,9 0-11 15,4 0 5-15,4 0-9 16,6 0 5-16,-8 0 2 16,-5 0-3-16,-16 0-25 15,-18 0-2-15,-16 0 2 16,-14 0-4 0,-4 0 0-16,0 0 5 15,-17 0-5-15,-3 0-80 0,-7 0-340 16</inkml:trace>
  <inkml:trace contextRef="#ctx0" brushRef="#br0" timeOffset="2482.96">4030 3148 202 0,'0'0'36'0,"0"0"-13"16,0 0 40-16,0 0 2 15,0 2-15-15,0-2-14 16,0 0-1-1,0 0-3-15,0 0-14 16,0 0-6-16,0 0-1 16,0 0-7-16,0 0-3 0,2 0 7 15,1 0-4-15,3 0 2 16,8 0 6 0,5 0 29-16,8-4 15 15,4-4-49-15,5 0-1 0,5 0-5 16,19 2 1-1,9 0-2-15,4 4 0 16,5 2 0-16,-13 0 0 16,-1 0-2-16,3 0 1 0,4 0 1 15,1 0 1 1,-1 0-1-16,-4 2 0 0,-5-2 0 16,-6 0 0-1,-11 0 0-15,-10 0 0 16,-8 0 1-16,-14 0-1 15,-4 0 1-15,-7 0 0 16,-2 0 2 0,0 0 4-16,0 0 2 0,0 0 10 15,0 2-17-15,0-2-2 16,0 0 0-16,0 0-7 16,0 2 2-16,0 4-4 15,0 6-1-15,0 8 3 16,0 10 7-16,-6 6 0 15,-3 10 2-15,2 4 3 16,0 5-4-16,1 5 0 16,-3 6-1-16,-2 16 1 15,2-6-1-15,0-8 0 16,5-9 1-16,4-21-1 16,-3-10 0-16,3-8 0 15,0-6 1-15,0-6-1 16,0-6-2-16,0 0 2 15,0-2 2-15,0 0-1 16,0 0 1-16,0 0-1 16,0 0 0-16,0 0-9 15,0 0-83-15,-2 0-207 16</inkml:trace>
  <inkml:trace contextRef="#ctx0" brushRef="#br0" timeOffset="2806.51">4814 3962 467 0,'0'0'115'0,"-13"2"-115"16,13-2-58-16,0 0 58 15,23 0 12-15,12 0 6 16,19-8-8-1,-4-2 12-15,2-2-1 0,0 4-8 16,-6 2-1-16,1 0-5 16,-5 0-4-16,0 2-1 15,-6 0 0-15,-5 0-2 16,-7 4 0 0,-7 0-2-16,-5 0-1 15,-3 0-6-15,-4 0-12 0,-5 0-55 16,0 8-65-1,0-2 8-15,-5-2-81 16</inkml:trace>
  <inkml:trace contextRef="#ctx0" brushRef="#br0" timeOffset="3291.63">5003 4088 174 0,'0'0'215'15,"0"0"-215"-15,0 0-87 16,0 0 87-16,60-6 49 16,-23 1-14-16,-4-4-18 15,-4 3-5-15,-9 4-1 16,-11 2-9-16,-9 0-2 15,0 0-2-15,0 0-6 16,-3 0 40-16,-18 0-16 16,-13 8-16-16,-15 5-4 15,3 1 3-15,5-7 1 16,14 0 3-16,20-7 0 16,7 0 1-16,0 0 20 15,7 0-22-15,24-7 12 16,8-8-10-16,5-2-1 15,1 3-3-15,-10 4-1 16,-13 5 1-16,-12 5 1 16,-10 0-10-16,-5 0-8 15,-33 3 17-15,-11 15 3 16,-17 7-2 0,12-7-1-16,14-6 2 0,24-5-1 15,16-7-1-15,27 0-12 16,27-1-116-16,-21-12 98 15</inkml:trace>
  <inkml:trace contextRef="#ctx0" brushRef="#br0" timeOffset="7748.12">13245 3788 659 0,'-2'-4'82'0,"2"4"-81"15,0-2 16-15,0 2 32 16,0 0-19-16,0 0-28 16,0 0-1-16,0-2-1 15,0 2 7-15,0 0 57 16,0 0-44-16,0 0-10 16,0 0-4-16,0 0-1 15,0 0-3 1,0 0-2-16,0 0-2 0,0 8 0 15,18 16 2-15,6 8 1 16,7 8-1-16,0 6 0 16,1 2 3-16,-1-2 2 15,-2-6-4-15,0-4 1 16,-2-9-2 0,-7-8 0-16,-5-6 4 0,-3-9 3 15,-6-4 26-15,-1 0 32 16,19-35 34-1,18-38-12-15,16-28-36 16,21-28-37-16,-2 17 3 16,4 4-4-16,-8 14-3 15,-8 22 0-15,-14 18 3 0,-13 15-5 16,-9 9-2-16,-9 8 2 16,-7 6 1-16,-6 7-1 15,-5 2-2 1,-2 5 5-16,0 2-9 15,0 0-1-15,0 0-1 16,0 0-4-16,0 0-1 16,0 0-4-16,0 0-23 15,0 6-12-15,0 16-18 16,-2 9-9-16,-7-18-42 16,-6 0-200-16</inkml:trace>
  <inkml:trace contextRef="#ctx0" brushRef="#br0" timeOffset="11569.92">8803 3471 66 0,'0'0'163'0,"0"0"-121"16,0 0-24-1,0 0 44-15,0 0 4 0,0 0-9 16,0 0-24 0,0 0-16-16,0 0 6 0,0 0 12 15,0 0-2-15,0 0-3 16,0 0-9-16,0 0-10 16,0 0-1-16,0 0-7 15,2 0-3 1,2 0-19-16,5 6 18 15,0 10 0-15,2 2 0 0,2 2 1 16,-1-4 2 0,-3-2-1-16,-1-8 0 15,-6-6 0-15,2 0 6 16,2 0 13-16,3-18 65 16,4-14 30-16,0-8-60 15,3 2-47-15,0 6-6 0,-6 6 0 16,2 4-2-1,-5 8-7-15,-3 3-72 16,-4 11-109-16,0 0-169 16</inkml:trace>
  <inkml:trace contextRef="#ctx0" brushRef="#br0" timeOffset="13531.9">8283 3112 160 0,'0'0'71'0,"-4"-2"-47"16,4 2-16-1,0 0 5-15,0 0-3 16,-4 0-7-16,4 0-3 0,0 0 7 16,-2 0 35-1,2 0 8-15,0 0 8 0,0 0-9 16,0 0-8-16,0 0-11 16,0 0-4-16,0 0-2 15,0 0 1 1,0 0 46-16,0 8-43 15,2 0-3-15,6 2-10 0,13 6-5 16,-2 0 4 0,6 4 4-16,4-2-9 15,-4 0-1-15,2-2-2 16,2 0 1-16,-6-3-1 16,-4-4-4-16,-1 0 0 15,-10-4-1-15,-1 1 0 0,-3-2 1 16,-2-1 0-1,-2-3-2-15,0 0 6 16,0 0 0-16,0 0 7 16,0 0 19-16,0 0-15 15,0 0-9-15,0 0-5 16,0 0 1-16,0 1-4 16,0-1 0-16,0 0-3 15,0 3 1-15,0-2 1 16,-4 8 1-16,-13-4 0 15,-1 3 4-15,-3 1-1 16,2 0-3-16,-4 4 0 16,3-3 1-16,0-1-1 15,2-2 2-15,5-4-1 16,1 4 0 0,8-7 1-16,2 0 1 0,2 0 1 15,0 0-3-15,0 0 1 16,0 0-1-16,0 0-1 15,0 0-1-15,0 0 1 16,0 0 0-16,0 0 1 16,0 0 1-16,0 0-1 15,0 0-1-15,0 0 5 16,0 0-2-16,0 0-1 16,0 0-2-16,0 0 2 15,0 0-2 1,-2 0 3-16,2 0-2 0,0 0 0 15,0 0-1-15,0-3 0 16,0-6-1-16,0-5 1 16,0-3 0-16,0 2-6 15,0-2-1-15,0-1 7 16,0 0 0 0,4 0 0-16,0-2 4 0,4 2-1 15,-2 4 2-15,-3 2-5 16,-1 2 2-1,-2 4 1-15,0 4 0 16,0 2 3-16,0 0 0 0,0 0-6 16,0 0-5-16,0 0-4 15,0 0 5-15,0 0-4 16,0 8 3-16,2 8 3 16,2 0 1-16,0 0 2 15,3-2-1 1,0 1 0-16,-2-1 0 15,-3-5 0-15,0 0 0 0,0 0 1 16,0-3-1 0,-2 1 0-16,3-3 0 15,-3-3 0-15,0-1 0 16,0 0 0-16,0 0 0 16,0 0 0-16,0 0 2 15,2 0 3-15,-2 0 4 0,0 0 0 16,0-4-1-1,0-10-8-15,0-2 2 16,0 2-1-16,0-1 1 16,0-4-2-16,0-1 0 15,0-2 0-15,0 2 0 16,0 4 0-16,0 4-3 16,0 4 3-16,0 2-2 15,0 2-1-15,0 2 1 16,0 2-1-16,0 0 0 15,0 0-1-15,0 0-2 16,0 0-12-16,0 0 4 16,0 0-49-16,0 0 20 15,0 0 10-15,0 0 22 16,0 0 5 0,0 0-1-16,0 0-2 0,6 0-3 15,8 0-7-15,1 2 7 16,-1 2 3-16,1 2 8 15,-1 2 1-15,-3 2 4 16,3-2-4-16,-6 2-3 16,1-2-1-16,0 0-4 15,-4-2 6-15,-3-2-7 16,-2 2 4-16,0 0-1 16,0 0 2-16,0 2 3 15,0 0 0 1,0 0-4-16,0 0 5 0,0 2-1 15,-14 0 1-15,-3 2 0 16,-8 1 3-16,-2-2-2 16,-2 3 0-16,3-2 1 15,3 1-1-15,4-3 0 16,2-2 0 0,9 0-1-16,4-6-18 0,4-2-64 15,0 0-95-15,0 0-78 16</inkml:trace>
  <inkml:trace contextRef="#ctx0" brushRef="#br0" timeOffset="27783.3">3914 9050 199 0,'2'0'42'0,"-2"0"-39"16,0 0 4-1,0 0 46-15,0 0 37 16,0 0-66-16,0 0-12 0,0 0-7 16,0 0-5-1,0 0 0-15,0 0 0 16,0 0 1-16,0 0 1 16,0 0-1-16,0 0-1 15,0 0-1-15,0 0 0 16,0 0 0-16,0 0-2 15,0 0-2-15,0 0 0 16,0 0 1-16,0 0 1 16,0 0-1-16,0 0 4 15,0 0 1-15,0 0-2 16,0 0 0 0,0 0-5-16,0 0-14 0,0 1-3 15,0 4 6-15,0-4-42 16,0 2-16-16</inkml:trace>
  <inkml:trace contextRef="#ctx0" brushRef="#br0" timeOffset="28801.67">4003 8837 1 0,'2'-2'275'0,"-2"2"-235"16,0 0-22-16,0 0 37 16,0 0-1-16,0-2-17 15,0 2-6-15,0 0-4 16,0 0-4-16,0 0 1 16,0 0 6-16,0 0-2 15,0 0-11-15,0 0-5 16,0 0-4-16,0 0-3 15,0 0-1-15,0 0-2 16,0 4 5-16,-8 12-2 16,-10 6 2-16,-5 0-3 15,2 2-3-15,0-2 1 16,-6 2-1-16,6 1 1 16,0-7-2-16,7-4 0 15,10-13-1-15,4-1 1 16,0 0-2-16,0 0-6 15,0 0-15-15,8 0 22 16,13 0 1-16,2 0 12 16,-1 0-9-16,-2 0 4 15,-4 0-2-15,-1 7-3 16,1 0-2-16,-3 0 2 16,-4 0-2-16,4 4 1 15,2-6-1-15,-3 1 0 16,-1-2 0-16,-1-1 2 15,-6-3-2-15,-2 1 1 16,0-1 0-16,-2 3-1 16,0-3 4-16,0 0 0 15,0 0 14-15,0 0 17 16,0 2-19 0,0-2-8-16,0 0-4 0,0 2-4 15,0-2-5-15,0 0-36 16,0 0-37-1,-2 0-94-15,-8 0-75 16</inkml:trace>
  <inkml:trace contextRef="#ctx0" brushRef="#br0" timeOffset="29796.14">3985 8941 113 0,'0'0'190'0,"0"0"-130"15,0 0-19-15,-15-64 171 16,15 56-153-1,0 4 1-15,0 2-12 0,0 0-31 16,0 0-16 0,0 2 26-16,0 0 10 15,0 0-10-15,0 0-18 16,0 0-3-16,0 0-6 16,0 0-5-16,0 0 0 0,0 0-7 15,0 18-6-15,0 6 18 16,0 4 8-1,0 4-1-15,0-1 1 16,0-2-4-16,0-4-3 16,2-3 0-16,-2-7 2 15,2-1-1-15,-2-3-2 16,0-4 0-16,0-7 2 16,0 0-2-16,0 0 2 15,0 0-2-15,0 0 6 16,0 0-4-16,2 0 3 15,-2 0 4-15,0-4-2 16,0-15-7-16,0-9-8 16,0-3 0-16,0-1 12 15,-2 0-7-15,-2 2 6 16,2-4-2 0,-2 6 0-16,1 10 2 0,-2 6 4 15,3 10-5-15,2 2 0 16,0 0-2-16,0 0-2 15,0 0 0-15,-2 0-10 16,2 0-11-16,0 16 1 16,0 8 22-16,0 0 1 15,0 0-1-15,0-2 5 16,0-6-4-16,0-2-1 16,0-7 1-16,0-4 0 15,0-3 0-15,2 0 4 16,0 0 4-16,1 0 0 15,-3-6-1-15,0-12 10 16,0-2-13-16,0 2 4 16,0 2-6-16,0 8-1 15,0 4 2-15,0 2-3 16,0 2 0 0,0 0-1-16,0 0-14 0,0 0-9 15,0 0-11-15,0 12 34 16,0 2 3-1,0-6-3-15,0-2-3 0,0-2-1 16,0-4 2 0,0 2-5-16,0-2-13 0,2 0 4 15,1 0 5-15,-1 0 5 16,-2 0-3-16,0-10 9 16,0-10 0-16,0 2-2 15,0 2-1 1,0 4-6-16,0 6 2 15,0 6 3-15,0 0 3 0,0 0-10 16,0 28-21 0,0 10-11-16,0 10 43 15,4-8 9-15,-2-1-6 0,-2-7 1 16,2-10-3 0,-2-8-1-16,0-6 2 0,2-6 1 15,1-2-4-15,-1 0 1 16,-2-5-55-1,0-10-242-15</inkml:trace>
  <inkml:trace contextRef="#ctx0" brushRef="#br0" timeOffset="33517.4">4108 8151 548 0,'0'-26'171'15,"0"-2"-171"-15,0-8 0 16,5-6 5-16,1-5 79 16,7 0-25-16,10-4-40 15,2 1 14-15,10-2 0 16,7-2-30-1,10 0 1-15,6 2-2 0,11 1-2 16,-5 10 1 0,-15 10-3-16,-11 12 2 15,-23 12-5-15,-9 5 2 16,-4 2-13-16,-2 0-54 16,0 0-65-16,0 4-95 0,-2 1 80 15</inkml:trace>
  <inkml:trace contextRef="#ctx0" brushRef="#br0" timeOffset="33970.51">4703 7249 530 0,'0'0'71'0,"0"0"-71"16,0 0-60-16,0 0 60 16,60 40 18-16,-36-8-8 15,5 2-7-15,-4 2 9 16,6 0-5 0,-6-8 5-16,-5-6-3 0,-5-10-2 15,-10-9 2-15,-3-3 11 16,-2 0 24-16,2 0 35 15,5-3 26-15,6-25-19 16,3-12-29-16,4-6-29 16,0-2-7-16,1 0-6 15,-6 2-5-15,-1-2 8 16,-4-1-8-16,-1 3-2 16,-3 4-2-16,-3 10 2 15,0 12 2-15,-3 8-3 16,0 8-3-16,0 4-3 15,0 0-1-15,0 0-3 16,0 0-22-16,0 2-49 16,0 14-75-16,0-8-40 15,0 0-174-15</inkml:trace>
  <inkml:trace contextRef="#ctx0" brushRef="#br0" timeOffset="34460.03">5340 7311 643 0,'0'0'0'16,"0"0"2"-16,0 0-2 15,5-22 62 1,-10 16-28-16,-17 6-29 15,-9 0-5-15,-10 0-21 0,-17 36 12 16,3 6 9 0,10 4 0-16,12-4 0 15,26-17-1-15,7-10-2 16,0-7-8-16,13-6-1 16,16-2 12-16,10-2 14 0,1-24 8 15,2-10-5-15,-7-8-9 16,-4-4 0-1,-8-4-5-15,-12 1-5 16,-4 1-1-16,-7 6 3 0,0 2 0 16,0 6 0-1,-2 12 3-15,-8 10 9 16,6 10 24-16,2 4-10 16,2 10-26-16,0 32-8 15,0 15-8-15,0 7 16 16,6-2-1-16,13-6-1 15,1-6-5-15,-1-8-33 16,0-8-37-16,-2-10-20 16,-13-24-193-16,2 0 18 15</inkml:trace>
  <inkml:trace contextRef="#ctx0" brushRef="#br0" timeOffset="34896.25">5643 7235 765 0,'0'0'0'0,"0"0"0"16,0 0 22-16,-13-38-12 15,-7 38-10-15,-7 0-9 16,-4 14-4-16,2 12 6 15,0 6 3-15,9 0 4 16,6 0 0-16,10-4-5 16,4-8-1-16,0-10 2 15,0-4-5-15,0-6 9 16,16 0 0 0,6-4 23-16,2-26 46 0,3-8-51 15,2-6-12-15,-4-6-5 16,-3-13 2-1,-9 8-6-15,-4 4 5 0,-9 15-3 16,0 26 2 0,0 10 5-16,0 0 39 0,0 18 19 15,0 30-64-15,0 15-12 16,4 5 12-16,17 0-1 16,6-12-9-16,-17-42-66 15,0-10-92-15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26T07:01:16.69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4415 2811 311 0,'0'0'0'0,"0"0"-57"15,0 0-186-15</inkml:trace>
  <inkml:trace contextRef="#ctx0" brushRef="#br0" timeOffset="752.29">3972 3188 677 0,'0'0'93'16,"0"0"-78"-16,0 0-11 16,0 0 22-16,0 0 28 0,0 0-18 15,0 8 5-15,0-8-34 16,0 0-1-16,0 0-3 15,0 0 2-15,0 0-8 16,0 0 3-16,0 0 0 16,0 0-1-16,0 0 1 15,0 0-2-15,0 0 0 16,0 0-15-16,0 0 1 16,0 0-24-16,0 0-23 15,0 0-25-15,0 4-4 16,0 0 10-16,0-2-21 15,0 0-57-15</inkml:trace>
  <inkml:trace contextRef="#ctx0" brushRef="#br0" timeOffset="4031.61">11813 9190 285 0,'0'0'137'16,"0"0"-89"-16,0 0-36 16,0 0-10-16,0 0-2 15,0 0 20-15,0 0-8 16,0 2-4-16,0-2-1 16,0 0-7-16,0 0 6 15,0 0-1-15,0 0 2 0,0 0 10 16,0 0-15-16,0 2 0 15,0-2-2-15,0 2-6 16,0-2-1-16,0 0-19 16,0 0-90-16</inkml:trace>
  <inkml:trace contextRef="#ctx0" brushRef="#br0" timeOffset="4291.6">11813 9190 288 0</inkml:trace>
  <inkml:trace contextRef="#ctx0" brushRef="#br0" timeOffset="4866.7">11813 9190 288 0,'-45'-111'70'0,"43"111"-57"0,2 0-4 16,0 0 17-16,0 0-5 0,0 0 8 15,0 0-13-15,0 0 2 16,0 0 4-16,0 0-11 15,0 0 8-15,0 0-11 16,0 0-6-16,0 0 19 16,0 0-17-16,0 0 3 15,-4 0 6-15,-1 0-11 16,-1 11 13-16,0-1-5 16,0 1-9-16,0 2 18 15,-1 1-11-15,3-2-7 16,-2 2 11-16,2 0-11 15,2 0 4-15,0 0 5 16,0 0-9-16,2 0 17 0,0 4-15 16,0-2-2-1,0 4 12-15,0-2-10 0,0 0 4 16,0-4-7-16,6-4 0 16,4 0 2-16,-2-4-2 15,3-2 0-15,3-4 4 16,1 0-4-16,1 0 0 15,2 0-4-15,0 0 4 16,-3-8 2-16,3-4-2 16,-5 0 0-16,3-4-2 15,-1-2 7-15,-1 0-9 16,-1-4 4-16,-1 0 0 16,-6-4 3-16,-1-2-3 15,-3-2 0-15,-2 0 1 0,0 4 1 16,0 4-2-16,0 4 0 15,0 5 1-15,0 4 7 16,-5 3-4-16,-8-1 7 16,-3 6 7-16,0-2-17 15,-1 1 3-15,-1 2-4 16,3 0 0-16,-1 0 4 16,7 0-4-16,0 0-2 15,2 0-1-15,3 0-16 16,2 0-35-16,2 2-138 15,0 1-111-15</inkml:trace>
  <inkml:trace contextRef="#ctx0" brushRef="#br0" timeOffset="5603.3">11862 9047 406 0,'0'0'84'15,"0"0"-82"-15,0 0 0 16,0 0 40-16,0 0 24 16,0 0-23-16,0 0-29 15,-65-37 11-15,52 37 4 16,3 0-12-16,2 0 10 15,-1 0-17-15,3 0-4 16,-2 1 2-16,4 7-8 16,0 2 0-16,2 3-2 15,-1-2 2-15,3 4-1 0,0 0 1 16,-2-1 0-16,2 0 0 16,0 1 0-16,0-1 0 15,0-3-1-15,0 0 3 16,0-1-9-16,0-2 7 15,0 0 0-15,7 2 4 16,1-2-4-16,2 0-1 16,1 2 1-16,-3-4 0 15,2 0-5-15,-1-4 3 16,-3-2 2-16,3 0-6 0,0 0 12 16,0 0-6-1,0 0 2-15,2 0 3 0,0-12 4 16,0-2-9-16,-1-2 0 15,0-2 4-15,-3-4-4 16,1-1-1-16,0 0 1 16,-6 1 0-16,2 3 2 15,-4 3-2-15,0 6 0 16,0 6 2-16,0 3-2 16,0 1-9-16,-14 0 8 15,-3 0-19-15,9 0-94 16,-2 0-271-16</inkml:trace>
  <inkml:trace contextRef="#ctx0" brushRef="#br0" timeOffset="11894.05">4177 8943 348 0,'0'0'432'0,"0"0"-389"16,0 0-43-16,0 0-12 15,0 0 12-15,0 0 27 16,0 0-14-16,-7 10-6 0,9-10-7 15,12 0-8-15,-7 0-78 16,-1 0-223-16</inkml:trace>
  <inkml:trace contextRef="#ctx0" brushRef="#br0" timeOffset="13896.25">8261 3695 689 0,'-154'-44'0'15,"135"34"-5"-15,19 10-14 16,15 0-257-16,25 2 82 16</inkml:trace>
  <inkml:trace contextRef="#ctx0" brushRef="#br0" timeOffset="15493.73">24698 8029 231 0,'0'0'469'16,"0"0"-469"-1,0 0-139-15,0 0 139 0,0 0 46 16,-42 106-12-16,42-62-6 16,0 12-9-16,0 15 7 15,11 6 4-15,9 8-16 16,1-3-13-16,2-4 13 16,-3-7-14-16,-2-5 0 15,-4-8-3-15,-6-10-8 16,-3-6-35-16,-5-42-71 15,0 0-104-15</inkml:trace>
  <inkml:trace contextRef="#ctx0" brushRef="#br0" timeOffset="15782.05">24161 8965 159 0,'0'0'794'0,"0"0"-794"15,0 0-40-15,0 0 40 16,0 0 99-16,0 0-82 16,-56 2-8-16,96-2-10 15,22 0 2-15,12-6-1 16,10-2 0-16,8-2 3 0,-3 4-6 15,-6 6 3-15,-16 0-8 16,-14 0 7-16,-51 0-228 16,-2 0-51-16</inkml:trace>
  <inkml:trace contextRef="#ctx0" brushRef="#br0" timeOffset="16348.32">24165 9093 640 0,'0'0'20'0,"0"0"-20"16,0 0 0-16,0 0 42 16,0 0 13-16,0 0-27 15,-20 31-28-15,20-9 0 16,4 10 22-16,5 14 12 15,-2 6-18-15,0 10 4 16,-1 0-12-16,-1 1-3 16,-1-1 2-16,-4-6-4 15,0-6 11-15,0-6-9 16,0-10-4-16,0-6 9 16,0-9-3-16,0-8 7 15,0-3-6-15,2-2-4 0,1-4 7 16,-3-2-6-1,3 0 0-15,-3 0 29 0,0 0-5 16,0 0-3-16,2 0 2 16,0 0 9-16,6 0 2 15,9-2-26-15,8-12 9 16,12 0 1-16,13-4-21 16,13 4 0-16,15 2 0 15,7 2 1-15,3 4-3 16,-5 2 0-16,-7 2 0 15,-13 2-1-15,-15 0 1 16,-14 0 0-16,-12 0-5 0,-13 0 5 16,-7 2 0-16,-2 0-4 15,0-2-4-15,0 2 5 16,0-2-1-16,-11 2-11 16,-9 0-17-16,-7-2-79 15,-1 0-59-15,14 0-142 16</inkml:trace>
  <inkml:trace contextRef="#ctx0" brushRef="#br0" timeOffset="16723.32">24654 9486 839 0,'0'0'210'0,"0"0"-208"16,0 0 8-16,0 0 5 0,0 0 17 15,0 0-26-15,-64 11-6 16,64 11 0-16,10-2 2 16,17-2 2-16,6 0-3 15,5-2 16-15,-3-2-15 16,1-2 1-16,-7 0 0 16,-7-2-2-16,-7-4 1 15,-5 0-2-15,-4 0 0 16,-6-2-3-16,0 0 3 15,0 4-1-15,0 4 1 0,0 2 7 16,0 6 4 0,-20 0-9-16,-5 1 2 0,-8 0 13 15,0-5-15-15,-3 2 3 16,7-5-3-16,8-1-2 16,7-2-35-16,9-4-105 15,5-6-130-15,0 0-150 16</inkml:trace>
  <inkml:trace contextRef="#ctx0" brushRef="#br0" timeOffset="17074.32">24880 9647 816 0,'0'0'129'0,"0"0"-120"15,0 0-8-15,0 0 50 16,0 0 1-16,0 0-29 16,5-26-15-16,-5 32-8 15,0 20 0-15,0 12 9 16,0 10 12-16,0 9-4 16,4 12-4-16,0 8-7 15,4 11 16-15,-4 0-22 16,0-6 6-16,1-3 2 15,-3-15-6-15,-2-12 1 16,2-12-3-16,-2-10 1 0,0-8 0 16,0-8-1-16,0-5-1 15,0-6 0-15,0-1-40 16,0-2-61-16,0 0-131 16,-2-5-518-16</inkml:trace>
  <inkml:trace contextRef="#ctx0" brushRef="#br0" timeOffset="17723">23806 9212 639 0,'0'0'83'0,"0"0"-71"16,0 0-10-16,0 0 13 16,0 0 49-16,0 0-27 15,-6-46 10-15,6 46-16 16,-2 0-20-16,2 0-11 16,0 0-2-16,0 20 2 15,0 12 2-15,0 6 18 0,0 2-4 16,0 4-6-16,6 6-3 15,3 4 17 1,-1 7-9-16,-2-1 7 16,2 0-7-16,-3-6-15 0,-1-6 4 15,0-6-4-15,-1-10 3 16,0-5 0-16,-3-8-3 16,2-2-10-16,-2-7-59 15,0-10-99-15,0 0-199 16</inkml:trace>
  <inkml:trace contextRef="#ctx0" brushRef="#br0" timeOffset="17998">23171 9565 957 0,'0'0'38'16,"0"0"-38"-16,0 0 0 16,0 0 81-16,0 0-81 15,0 0 8-15,56-60-8 16,42 45 11-16,18 1 5 16,13 3 12-16,5 0-21 15,-11 7 1-15,-17 3-8 16,-19 1-17-16,-80 0-216 15,-7 0-355-15</inkml:trace>
  <inkml:trace contextRef="#ctx0" brushRef="#br0" timeOffset="20063">24820 7958 364 0,'0'0'148'15,"0"0"-119"-15,0 0-27 16,0 0 20-16,0 0 6 16,0 0-5-16,0 0-16 15,42-11-7-15,-21 9 15 0,-3 2-15 16,3-2 0-1,4-1-1-15,4 3 2 0,9-4-1 16,9 3 0-16,11-3 3 16,11-2-3-16,4-1 0 15,6-1 0-15,-4 1 2 16,-1-1 1-16,-12-1-2 16,-4 4-1-16,-11-2 1 15,-14 3 2-15,-8 2-3 16,-12 1 0-16,-4-2 1 15,-7 3 2-15,-2-1-2 16,0 1 2-16,0-3 0 0,3 1-6 16,-1 2-60-1,2-2-80-15,3 2 80 0,-1 0 11 16,-1-2-76-16</inkml:trace>
  <inkml:trace contextRef="#ctx0" brushRef="#br0" timeOffset="20319">25801 7854 0 0,'0'0'338'16,"0"0"-284"-16,0 0-36 16,0 0 36-16,0 0 5 15,0 0-3-15,4 0-35 16,-4 0 2-16,0 0-3 16,0 0-20-16,0 6-4 15,0 11-6-15,0 9 10 16,0 3 14-16,0 10-12 15,0 3-1-15,0 0 2 0,0 0-3 16,0-2 6-16,2-4-6 16,5-4 0-16,1-4-1 15,2-5-22-15,1-8-45 16,-7-15-24-16,-2 0-147 16</inkml:trace>
  <inkml:trace contextRef="#ctx0" brushRef="#br0" timeOffset="20623.62">25408 8320 703 0,'0'0'40'0,"0"0"-40"15,0 0 0-15,0 0 37 16,0 0-3-16,0 0-34 15,52-5 10-15,12-7 3 16,16 1-13-16,17 1 0 16,5-1 11-16,4 3-5 15,2-2 3-15,-4 0 3 16,4 2-2-16,-13 0 6 16,-13 4-16-16,-20 2 2 15,-19 1-6-15,-20 1 4 0,-14 0-7 16,-9 0-151-16,-3 0-46 15,-21 0-74-15</inkml:trace>
  <inkml:trace contextRef="#ctx0" brushRef="#br0" timeOffset="20955.82">25892 8418 642 0,'0'0'93'16,"0"0"-93"-16,0 0-11 15,0 0 11-15,0 0 23 16,0 0-12-16,152-18-6 15,-92 10-5-15,2 2 2 16,1 0 1-16,-8 6-3 16,-6 0-1-16,-16 0-1 15,-12 0-17-15,-21 0-222 16,0 0-222-16</inkml:trace>
  <inkml:trace contextRef="#ctx0" brushRef="#br0" timeOffset="21897.36">26121 8432 358 0,'0'0'177'15,"0"0"-166"-15,0 0-11 16,0 0 0-16,0 0 5 16,0 0 6-16,-2 46 10 0,2-32 33 15,0 4-16-15,0 2-17 16,0 2 18-16,0 8-6 16,0 5-5-16,0 5-9 15,0 7-6-15,0 12 0 16,0 9-6-16,0 2-7 15,0 10 16-15,0 0-13 16,0 1 2-16,0-1-1 16,0-4 0-16,0-2-3 15,0-7-1-15,0-7 2 16,0-4 1-16,2-4-3 16,0-2 0-16,1-6 1 15,1-6 0-15,3 1 2 0,-2-2-3 16,1-1 0-16,1 0 6 15,-3 3-6-15,1-3 2 16,-3 2 1-16,0-2-1 16,3-2-1-16,-3-2-1 15,-2-6 0-15,0-4 6 16,0-4-6-16,2 0 1 16,-2-4 0-16,0-3 0 15,0-4-1-15,0 1 0 16,0-1 0-16,0 0 2 15,2 0-2-15,-2-3 0 16,0-2 1-16,0-2 0 16,0 0 0-16,0 1-1 0,0-1 0 15,0 0 3-15,0 0-3 16,0 0-1-16,0 3 1 16,0 1 1-16,0-3 1 15,0 4-2-15,0-3 0 16,0 4 17-16,0-2-16 15,-11 6 3-15,-2 0 0 16,-7 4 2-16,-7 0 4 16,-8 2-10-16,-12 0 3 15,-14 0 15-15,-8 0-18 16,-7 0 5-16,-1 2-2 16,-2-2 22-16,4 2-19 15,2 0 21-15,-3 0-10 16,5 0 1-16,6 0-10 0,3-2 29 15,4 1-25-15,6-2-10 16,3-1 3-16,2 1-5 16,5-1 0-16,-1-3-4 15,6-2 6-15,-1-1-2 16,5-3 1-16,2-2 0 16,8-1-2-16,9-2-2 15,8 0 2-15,6 0-15 16,0 0 14-16,0 0-35 15,0 0 10-15,0 0 8 0,2 0-38 16,2 0-161 0,4 0-169-16</inkml:trace>
  <inkml:trace contextRef="#ctx0" brushRef="#br0" timeOffset="22915.36">24980 8213 430 0,'0'0'0'16,"0"0"-97"-16,0 0 24 16,0 0 67-16,0 0-3 15</inkml:trace>
  <inkml:trace contextRef="#ctx0" brushRef="#br0" timeOffset="23594.44">24442 8285 667 0,'0'0'83'15,"0"0"-78"-15,0 0 20 16,0 0 36-16,0 0 4 0,0 0-8 15,-6-7-26-15,6 7-29 16,0 0 1-16,0 0-3 16,0 4 0-16,14 15 8 15,2 8-1-15,2 9 0 16,2 6 8-16,2 2-15 16,-2 0 8-16,3-4-8 15,-6-8 1-15,-1-3 3 16,-1-10-4-16,-5-5 0 15,-2-7 6-15,-1-4-6 0,-3-3 8 16,-2 0 4 0,-2 0-4-16,2 0 22 0,6 0-3 15,3-14 33-15,7-12 10 16,3-14-57-16,9-8 1 16,1-8-14-16,-2 3 8 15,0 8-2-15,-5 11-6 16,-5 8 0-16,-6 8 5 15,-3 5-2-15,-5 8-1 16,-2 1-2-16,-3 1 1 16,0 3-3-16,0 0 2 15,0 0-8-15,0 0 8 16,0 0-32-16,0 0-59 16,0 4-36-16,-5 13-35 15,-2-9-39-15,-4-1-360 0</inkml:trace>
  <inkml:trace contextRef="#ctx0" brushRef="#br0" timeOffset="24400.93">24442 8969 662 0,'0'0'25'15,"0"0"-24"-15,0 0-1 16,0 0 15-16,0 0 20 0,0 0-25 15,0-34-8-15,0 34 12 16,0-4-14-16,0-2 0 16,4 0 1-16,3-4-1 15,-1 0-1-15,8 0 0 16,1 0-5-16,1 2 2 16,1 2-7-16,-1 0-18 15,-3 4-41-15,-4 0-81 16,-4 0 65-16,-5-2 64 15,0 2 22-15,0 0 2 0,0-2 2 16,0 2 0 0,0 0 14-16,-2 0-7 0,-5 2 62 15,2 0 9-15,1 0-36 16,2 0 37-16,-5 0-41 16,-6 0-15-16,-5 6 10 15,-9 18 6-15,-4 6 0 16,-2 4-7-16,2 6 7 15,2-2 5-15,6 1-33 16,3-7-8-16,9-9 4 16,7-5-11-16,4-9-1 15,0-1-2-15,0-2 3 16,13 0 19-16,20-3-12 16,16 0 1-16,12-3 17 15,1 0-14-15,-2 2-2 0,-14 0-9 16,-9 2 3-16,-18 2-7 15,-7 2 4-15,-12 2-19 16,0-6-271-16,-7 0-125 16</inkml:trace>
  <inkml:trace contextRef="#ctx0" brushRef="#br0" timeOffset="25003.97">24411 9523 820 0,'0'0'139'16,"0"0"-133"-16,0 0 27 15,0 0 60-15,0 0-26 16,0 0-9-16,6-6-35 16,-6 6-9-16,0 0-5 15,0 0-5-15,0 0 6 16,0 0-10-16,0 0-1 15,4 6-3-15,5 12 6 16,5 4-2-16,3 2 0 16,4 0 5-16,-1 2-2 15,-1-4-3-15,-5 0 0 0,-3-2 1 16,-2-2-1-16,-5 0 0 16,-4-2-1-16,0 2-12 15,0 0 7-15,-28 0-7 16,-11 3-8-16,-5-2-63 15,26-16-186-15,5-3-167 16</inkml:trace>
  <inkml:trace contextRef="#ctx0" brushRef="#br0" timeOffset="27243.67">28512 8270 424 0,'0'0'11'0,"-22"104"-9"16,17-36 5-16,3 4 37 0,2 2 29 15,0-2-13-15,0-3-3 16,0-7-28-16,15-8-22 16,1-2-5-16,-3-6 8 15,1-4-10-15,-5-6-2 16,-9-33-141-16,0-3-179 15</inkml:trace>
  <inkml:trace contextRef="#ctx0" brushRef="#br0" timeOffset="27519.67">27910 9124 860 0,'0'0'5'0,"0"0"-5"16,0 0-3-16,0 0 3 15,0 0 15-15,0 0-2 16,179-16-13-16,-97 16 1 16,0 0 20-16,-10 0-19 15,-14 0 8-15,-16 0-10 16,-15 3 0-16,-12 5-11 15,-7 3-113-15,-8-9-111 16,0 2-96-16</inkml:trace>
  <inkml:trace contextRef="#ctx0" brushRef="#br0" timeOffset="28399.38">27997 9188 437 0,'0'0'306'16,"0"0"-292"-16,0 0-6 15,0 0-8-15,0 0 7 16,0 0 1-16,-10 34 2 0,10-4 8 16,0 10 29-1,0 8-25-15,0 6-13 16,-3 1 9-16,3-1-11 0,0-6 18 15,0-4-10-15,0-4-12 16,0-6 6-16,0-4 11 16,0-6-19-16,0-5 5 15,0-10-2-15,0 0-3 16,0-8 13-16,0 1-9 16,0 0-1-16,0-2 4 15,0 0-5-15,0 0 13 16,0 0-1-16,0 0-2 15,5 0 18-15,5 0-25 16,15 0-2-16,9 0 5 16,13-9-7-16,8-2-3 0,3 1 1 15,4 2 0 1,0 0-1-16,1 6 2 0,-5 0-1 16,-7 2 3-16,-13 0-1 15,-11 0-3-15,-14 0 1 16,-3 0 0-16,-8 0 2 15,-2 0-2-15,0 0 0 16,0 0 13-16,0 0-12 16,0 0 54-16,0 0-24 15,0 0-15-15,0 0 8 16,0 0-23-16,0 0-1 16,0 0 0-16,0 0 4 0,0 0-8 15,0 0 0-15,0 0-18 16,0 4 22-16,0 14 1 15,0 2-1-15,0 4 8 16,0 1-5-16,0 1-1 16,0-2-2-16,0 0 0 15,0-4 4-15,0-2-4 16,0 0 0-16,0-6 1 16,2 2 6-16,2 0-9 15,-4 2 2-15,2 12 0 16,0 6 1-16,1 4-1 15,-1 2 0-15,0 3 1 16,2-1 3-16,-1-2-7 0,0-4 3 16,-1-10 0-1,0-4 6-15,-2-6-6 0,2-4 0 16,-2-4 2-16,2-2 2 16,0 0-7-16,-2 2 3 15,2-4 0-15,-2 0 5 16,0 0-5-16,0-4 0 15,0 0-3-15,0 0 3 16,0 0-20-16,0 0-135 16,-2 0-133-16</inkml:trace>
  <inkml:trace contextRef="#ctx0" brushRef="#br0" timeOffset="28918.93">28361 9450 814 0,'0'0'116'16,"0"0"-93"-16,0 0-23 15,0 0 97-15,0 0-6 16,0 0-19-16,0 0-20 15,-27-44-23-15,27 44-10 16,0 0-19-16,0 0 6 16,0 0-7-16,0 11 1 0,0 3 0 15,0-2 5-15,0-1-1 16,0 2-6-16,0-1 2 16,4-1 0-16,10 2-4 15,1-1 4-15,6-4 0 16,-4-2 6-16,-1-2-1 15,-5-2-3-15,-5 0-2 16,-1 0 1-16,-2 2 2 16,1 2-3-16,2 2 0 15,3 8-3-15,-3 2 5 16,0 4-4-16,-6 4 2 16,0-4 0-16,0 2-9 15,-6 0 9-15,-15-4 0 0,-8 0-6 16,-4-4 12-16,-3-2-6 15,-3-1 0-15,2-5-7 16,1-5 5-16,3 0-57 16,4-3-73-16,25 0-150 15,-1 0-165-15</inkml:trace>
  <inkml:trace contextRef="#ctx0" brushRef="#br0" timeOffset="29334.94">27523 9274 813 0,'0'0'135'16,"0"0"-135"-16,0 0-10 15,-9 116 10-15,9-52 13 16,-3 5-9-16,3 1 8 16,0-4-11-16,0-8 5 15,0-10-6-15,-2-12-10 16,-2-5-24-16,-5-12-98 16,3-19-41-16,4 0-446 15</inkml:trace>
  <inkml:trace contextRef="#ctx0" brushRef="#br0" timeOffset="29499.93">27476 9671 446 0,'0'0'755'15,"0"0"-755"-15,0 0-261 16,0 0 190-16,0 0 57 15,0 0-168-15</inkml:trace>
  <inkml:trace contextRef="#ctx0" brushRef="#br0" timeOffset="36598.92">30956 8145 804 0,'0'0'66'16,"0"0"-49"-16,0 0-9 16,0 0 30-16,0 0 7 15,0 0-38-15,-6-18 0 16,6 18-7-16,-2 36-25 15,-5 26 25-15,-5 20 8 16,-1 11 7-16,5 3-6 0,2-2-7 16,6-8 6-1,0-4-8-15,0-5 0 0,6-7 5 16,11-10-1-16,-1-8-8 16,-1-9-33-16,-3-13-62 15,-12-30-59-15,0 0-279 16</inkml:trace>
  <inkml:trace contextRef="#ctx0" brushRef="#br0" timeOffset="36863.04">30439 9061 733 0,'0'0'222'0,"0"0"-222"15,0 0-50-15,0 0 50 16,0 0 6-16,0 0 13 16,2 0-18-16,37 0 4 15,11 0 21-15,11 0-22 16,1 0-2-16,-4 0-1 16,-6 4-1-16,-13-4 0 15,-7 0-103-15,-8 0-50 16,-24 0-67-16,0 0-242 15</inkml:trace>
  <inkml:trace contextRef="#ctx0" brushRef="#br0" timeOffset="37640.05">30341 9130 639 0,'0'0'45'0,"0"0"-38"16,0 0-5-16,0 0 75 15,0 0-26-15,0 0-26 16,-13 16-15-16,13 0-5 16,0 8 18-16,0 10-11 15,0 6 2-15,2 4 8 0,5 4-12 16,-3 6-9-16,-2 1-1 15,-2-3 1 1,0 0 5-16,0-4-6 0,0-4 0 16,0-2 3-16,0-10 1 15,0-7-4-15,0-7 1 16,0-7 1-16,0-3 6 16,0-1-7-16,0-4-1 15,0 0 10-15,0-2-6 16,0-1-2-16,0 0 5 15,0 0 3-15,0 0 12 16,0 0-6-16,0 0-4 0,12 0 4 16,7-7-14-1,6-4-4-15,6 3 2 0,5-2 0 16,9 4-1-16,-1 1 1 16,8 1 0-16,-2 1-2 15,0 3 2-15,-3 0 0 16,-9 0-2-16,-7 0 4 15,-7 0-2-15,-8 0 0 16,-10 0 0-16,-4 0 0 16,-2 0 2-16,0 0-2 15,0 0 6-15,0 0 3 16,0 0 11-16,0 0-12 16,0 0-7-16,0 0 8 15,0 0-9-15,0 7-8 0,0 11 0 16,-6 10 8-1,-1 8 2-15,-1 9-2 0,-8 14 0 16,3 9 10-16,-3 0-7 16,0 3-3-16,5-6 2 15,2-4 0-15,3-7 0 16,1-4-2-16,3-12 0 16,2-10 6-16,0-2-6 15,0-12 0-15,0-4 3 16,0-4-2-16,0-6-2 15,-2 0-24-15,-3-6-61 16,0-12-101-16,-1-8-283 16</inkml:trace>
  <inkml:trace contextRef="#ctx0" brushRef="#br0" timeOffset="38473.04">30546 8973 478 0,'0'0'117'16,"0"0"-84"-16,0 0-17 16,0 0 28-16,0 0-16 15,0 0-8-15,0 0 9 16,0-12 17-16,0 12-13 15,0-2 17-15,0 0-18 0,0 2-6 16,0 0-15-16,0 0-8 16,0 0 6-1,0-4-9-15,5-2 0 0,3 2 4 16,2-2-1-16,-1 0-5 16,-1 2 2-16,-1-2 0 15,-5 0 6-15,3 4-6 16,-3-2 0-16,3 2 1 15,-3 2-1-15,-2-2 0 16,0 2 2-16,0 0-2 16,0 0 10-16,0 0 1 15,0 0 4-15,0 0-12 16,0 0-3-16,-4 0-18 0,-15 8 6 16,-3 20 12-1,-6 8 14-15,-7 4-14 0,0 3 6 16,2-6 10-16,1-2-11 15,3-7-3-15,7-6 3 16,7-8 4-16,6-4 3 16,5-4-9-16,4-4 0 15,0-2-4-15,0 0 1 16,0 0-7-16,0 0 7 16,0 0 5-16,0 4 9 15,4-2-14-15,5 4 0 16,4 2 1-16,9 4 1 15,12 2-2-15,8 0 4 16,5 2-2-16,0 0 2 16,-7-4-4-16,-9 0 0 0,-6-4 1 15,-12 0-1-15,-7-4 0 16,-1 0-1-16,-5-2-12 16,0 0-43-16,0-2-89 15,0 0-40-15,0 0-221 16</inkml:trace>
  <inkml:trace contextRef="#ctx0" brushRef="#br0" timeOffset="38892.56">29936 9154 829 0,'0'0'115'0,"0"0"-108"15,0 0 0-15,0 0-14 0,0 0 6 16,0 0 1-16,4 78 13 16,-4-10 5-16,0 10-5 15,0 7-3 1,-2-1-6-16,0-4 3 0,0-6 0 16,2-8-4-16,0-9 4 15,0-9-4-15,0-10-3 16,0-10 1-16,0-10-1 15,0-10-37-15,0-8-83 16,-3 0-115-16,1 0-79 16</inkml:trace>
  <inkml:trace contextRef="#ctx0" brushRef="#br0" timeOffset="39149.08">29428 9617 304 0,'0'0'600'0,"0"0"-526"15,0 0-71-15,0 0 4 16,0 0 20-16,0 0-18 16,0 0 11-16,105-50-19 15,-14 44-1-15,13 4 0 16,12 2 0-16,1 0-1 15,-7 0 1-15,-16 0-12 16,-20 0-79-16,-68 0-190 0,-6 0-320 16</inkml:trace>
  <inkml:trace contextRef="#ctx0" brushRef="#br0" timeOffset="40205.91">30818 9783 298 0,'0'0'289'0,"0"0"-266"16,0 0-21-16,0 0 81 15,0 0 16-15,0 0-35 16,0-38-15-16,0 38-16 15,0 0-7-15,0 0-2 16,0 0-1-16,0 0 26 16,0 0 2-16,0 0-30 0,0 0 7 15,0 0-28-15,0 6-11 16,0 21 11 0,0 9 0-16,0 10 12 0,0 8-12 15,0 10 3-15,0 4 7 16,0 3-10-16,0-3 0 15,0-4 4-15,0-6 2 16,0-4-1-16,0-6-5 16,0-6 2-16,0 2 10 15,0-8-12-15,-4-7 0 16,4-3 5-16,-3-15 1 16,3 0-7-16,0-8 1 0,0 1 0 15,0-1 6-15,0-2-5 16,0 2 2-16,0-1 13 15,0-2-15-15,0 0 11 16,0 0-12-16,0 0 3 16,0 0-7-16,0 0-32 15,0-10-20-15,0-4-11 16,0-4-39-16,0-4-65 16,0 13-87-16,0 0-156 15</inkml:trace>
  <inkml:trace contextRef="#ctx0" brushRef="#br0" timeOffset="40400.44">30723 10199 870 0,'0'0'114'15,"0"0"-114"-15,0 0-284 16,0 0 267-16,0 0-57 16,0 0-234-16</inkml:trace>
  <inkml:trace contextRef="#ctx0" brushRef="#br0" timeOffset="41380.61">30910 8221 442 0,'0'0'106'16,"0"0"-97"-16,0 0-2 15,0 0 43-15,0 0 9 16,0 0 0-16,24-32-33 16,-13 28 0-16,14 0 16 15,6-2-10-15,9 4 14 16,18 0 0-16,7 2-25 15,10 0 15-15,12 0-18 16,9 0-9-16,9 2 18 16,10 6-24-16,-3 0 11 0,0-2-11 15,-8 0-2-15,-17-4 11 16,-16-2-12-16,-17 0 0 16,-21 0 7-16,-15 0-5 15,-11 0 0-15,-7 0 0 16,0 0 1-16,0 0 17 15,0 0-20-15,0 0 6 16,0 0-6-16,0 0 2 16,0 0-2-16,0 0 0 15,0 0-2-15,0 0-7 16,0 0 8-16,0 0 1 0,0 0-4 16,0 0-6-1,0 14-9-15,0 16-7 16,0 15 26-16,-9 13-1 0,0 10 3 15,0 6-2-15,5 6 13 16,-1 1-13-16,3-8 0 16,0-2 0-16,2-7 0 15,-3-4 2-15,1-8-2 16,2-4 0-16,0-9 1 16,0-11 0-16,0-5-1 15,0-4 0-15,0-11 0 16,0 0-6-16,0-3-40 0,0 0-77 15,0-5-66 1,0 0-133-16</inkml:trace>
  <inkml:trace contextRef="#ctx0" brushRef="#br0" timeOffset="41727.61">31723 9156 492 0,'0'0'153'15,"0"0"-136"-15,0 0-16 16,0 0 100-16,0 0 8 16,0 0-31-16,-83 0-35 15,85 0-27-15,14-2-6 16,9-1 23-16,10 3-23 16,15-1 7-16,12-3 5 0,13 0-19 15,6 0 19 1,5-2-22-16,3 2 0 15,1 2 17-15,-3 2-15 0,-12-2 3 16,-10 0-3-16,-16-1 2 16,-11 2 5-16,-16 1-9 15,-6-3 0-15,-9 3-1 16,-7 0 1-16,0 0-17 16,0 0-99-16,0 0-54 15,0 3 23-15,0 3-44 16,-12 0-146-16</inkml:trace>
  <inkml:trace contextRef="#ctx0" brushRef="#br0" timeOffset="42009.68">32059 9390 374 0,'0'0'175'0,"0"0"-136"16,0 0-12-16,0 0 44 16,0 0-10-16,0 0-5 15,156 9-16-15,-102-9-22 16,0 0-2-16,-4 0-14 0,-5 0 0 16,-11 4 7-1,-11-1-9-15,-9 1 0 0,-7-1-7 16,-7-2 3-16,0 2-87 15,0-2-137-15,0-1-88 16</inkml:trace>
  <inkml:trace contextRef="#ctx0" brushRef="#br0" timeOffset="42643.21">32325 9519 720 0,'0'0'13'0,"0"0"-12"15,0 0-2-15,0 0 1 16,0 112 0-16,-6-66 11 16,0 6-10-16,-3 8 14 15,-1 1 18-15,0 3-9 16,1 8-13-16,1 2 17 15,0 1-12-15,6 1-3 16,0-6-13-16,2-8 0 16,-2-4 3-16,0-6 0 15,-1-8-3-15,-1 1 0 16,0-5 1-16,2-4 2 16,-3-6-3-16,5-10 0 0,0-4 2 15,0-6-1 1,0-2-2-16,0-4 1 15,0-2 0-15,0-2 2 0,-2 2-2 16,2-2 0-16,0 0 8 16,-5 2-8-16,1 0 0 15,-5 4 4-15,-2 2-1 16,-3 0 19-16,-5 4-21 16,-2-2-1-16,-3 0 22 15,-5 0-19-15,-7-2 20 16,-11 0-2-16,-15-2-17 15,-20-4 27-15,-16-2-18 0,-12 0 6 16,-10 0 26 0,0 0-16-16,-5-16 10 15,2-2 20-15,7 0-32 0,18 2 7 16,19 2-33-16,23 4 7 16,16 4-1-16,15 4-6 15,11 0-1-15,12 2 0 16,2 0-20-16,0 0-34 15,4 0-46-15,19 0 17 16,-7 0 4-16,-3 0-198 16</inkml:trace>
  <inkml:trace contextRef="#ctx0" brushRef="#br0" timeOffset="45610.63">30493 8342 508 0,'0'0'121'0,"0"0"-97"0,0 0-8 15,0 0 61-15,0 0 26 16,0 0-59-16,0 0 19 16,4-6-16-16,-19 3-13 15,-8 3-17-15,-10 0-9 16,-11 0-8-16,-5 17-2 16,3 3-2-16,9 6-2 15,10 2 6-15,12 4-6 16,6-2 3-16,6-2-12 15,3-2-2-15,0-6-5 16,5 2 14-16,13-2 0 16,2-4 5-16,-3 1 3 0,-3-6 7 15,-7 0-5-15,-7 0-4 16,0 2-26-16,-23 6 0 16,-28 3 18-16,-13 1-69 15,-12-1-15-15,5-2 24 16,44-18-1-16,9 0-83 15</inkml:trace>
  <inkml:trace contextRef="#ctx0" brushRef="#br0" timeOffset="46917.6">31596 7968 731 0,'0'0'5'15,"0"0"-3"-15,0 0-2 16,0 0 28-16,0 0 31 15,0 0-40-15,0 0-9 16,-40-1 27-16,30 1-9 16,-3 0 7-16,-7 0-30 15,-5 12 14-15,-3 12 6 16,-1 8-8-16,0 4-2 16,5 4-15-16,5 4 0 0,9 2 12 15,5-2-12 1,5 0 1-16,0 0 14 0,0-5-13 15,20-5 3-15,11-6-3 16,12-6 0-16,1-4-4 16,-1-6-103-16,-32-12-163 15,-7 0-431-15</inkml:trace>
  <inkml:trace contextRef="#ctx0" brushRef="#br0" timeOffset="47887.4">30727 9946 784 0,'0'0'101'16,"0"0"-95"-16,0 0-6 15,0 0 8-15,0 0-1 16,0 0 41-16,0 0-16 16,4-4-16-16,-4 4-16 15,0 8 3-15,0 14 1 16,0 6-4-16,0 2 0 16,0 0 9-16,0 0-7 15,0-3-2-15,0-2 0 16,3-3 2-16,1-8 6 15,0-3-6-15,0-4 0 16,-1-4 22-16,0-2-17 0,-1 2 3 16,2-3 6-16,1 0-9 15,5 0 30-15,11-18 11 16,6-11-2-16,8-10-17 16,7-6-28-16,-1 1 3 15,-3 4-4-15,-7 8 0 16,-9 10-10-16,-9 7 8 15,-8 10-112-15,-5 5-90 16,0 0-230-16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3971.75757" units="1/cm"/>
          <inkml:channelProperty channel="Y" name="resolution" value="5302.1035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7T12:46:08.92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8025 4084 160 0,'4'-9'24'16,"-4"9"-23"-16,0 0 2 15,0 0 18-15,0 0 22 16,0 0-20-16,-4-3-1 16,-5 3-16-16,1 0 14 15,0 0-8-15,-8 0-5 16,4 0-4-16,-5 0-1 15,1 0-1-15,-1 0-2 16,-3 3 1-16,-1 6 0 16,0-3-5-16,6 0 2 15,2-6 2-15,1 7 1 16,4-4 0-16,-5 0 1 16,5 3-2-16,-4-3 1 15,3 3-2-15,1 0 2 16,-8 3 0-16,3-2 0 15,1 2 0 1,-1 3-2-16,6-2 3 0,-1-1-2 16,0 0 1-16,-1 1 0 15,5-2-2-15,0 2 2 16,0-1-3-16,4 0-2 16,-4 3 1-16,0-2 2 15,-1 2 2-15,5 1 0 16,0-1 0-16,0 0 2 15,0 0 1-15,0-2-3 16,0 2-1 0,0-6 0-16,0 6 2 15,0-2 2-15,0-1-2 0,0 0-1 16,0 4-3 0,9-4-5-16,-5 3 8 15,4 1-1-15,0-7 1 0,1 3 1 16,-1 0-1-1,-1-6 0-15,10 4 0 0,-5-2 0 16,1 2 0-16,3-1 0 16,-4-3 1-16,5 0 0 15,0 3-1-15,-1-6 0 16,1 3 1 0,2 0-2-16,2-3 2 15,16 0 1-15,-4 0 1 16,0 0-3-16,-1 0 1 15,-3 0 0-15,-4 0 1 16,0-6 3-16,0 0-1 16,-2 0-2-16,-2 0 8 0,0-1 3 15,-1 2-6-15,-3-5 4 16,-5 1 4 0,5 3-3-16,-5-7 24 15,-3 4-16-15,-1-6 8 16,-1 3 18-16,-3-10-13 15,0 0-3-15,-4-2 20 16,0-1-25-16,0 7-9 16,0-1-7-16,0-2 5 15,0 2 5-15,0-3-16 16,-11 7 4-16,-1-7 4 16,-9 7-1-16,4 3-2 0,-3 3-4 15,-1-1-1 1,0 7-8-16,5 0-21 15,-4 3-46-15,0 0-32 16,15 0-79 0,-3 0-92-16</inkml:trace>
  <inkml:trace contextRef="#ctx0" brushRef="#br0" timeOffset="4716.35">7955 9602 401 0,'0'0'19'0,"0"0"-19"16,0 0-116-16,0 0 116 15,0 0 54-15,0 0-16 16,0 0-31-16,0 0 1 16,0 0 1-16,0 3-3 15,0-3 6-15,0 0 1 16,0 0-13-16,0 0-1 16,0 0-7-1,0 0 1-15,0 0 1 0,0 0-14 16,0 0-46-16,0 0-57 15</inkml:trace>
  <inkml:trace contextRef="#ctx0" brushRef="#br0" timeOffset="5626.32">11378 9399 260 0,'0'0'70'16,"0"0"-70"0,0 0-21-16,0 0 14 15,0 0 2-15,0 2 1 0,0 1 1 16,0 1 0-16,0-1 2 15,0 0-10-15,5-3 6 16,-5 0-20-16,0 0-61 16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6-11T07:31:54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26284 8 542 0,'0'0'0'16,"0"0"222"-16,0 0-222 0,0 0-215 0</inkml:trace>
  <inkml:trace contextRef="#ctx0" brushRef="#br0" timeOffset="253.17">25435 736 398 0,'0'0'281'0,"0"0"-151"16,-74 148-52-16,28-63-6 15,-25 24-8-15,-28 38-33 16,-14 27-18-16,13-11-13 15,26-35 15-15,30-48-15 16,21-31 4-16,1 1 15 0,0 2-19 16,0 4 0-16,5 6 0 15,11-13-2-15,0-11-151 16</inkml:trace>
  <inkml:trace contextRef="#ctx0" brushRef="#br0" timeOffset="2933.76">28675 2623 1122 0,'0'0'677'0,"0"0"-451"16,0 0-132-16,0 0-9 0,0 0 23 15,0 0 18 1,0-60-59-16,0 48-44 0,0-1-6 16,0 3-5-16,0 2-5 15,0 1-7-15,0 1 0 16,0 0 0-16,0-1 0 16,2 1 19-16,0 0 27 15,0 0 2-15,0-1 28 16,-2 1-3-16,0 0-7 15,0 1 11-15,0 3-13 16,0 2-55-16,0 0-9 16,0 0-22-16,0 0 1 15,0 16 11-15,0 14 10 16,0 15 3-16,-2 15 3 0,-4 10 4 16,-1 10-9-16,-5 8 0 15,2 0 8-15,-3 1 4 16,-1-7-12-16,3-10-1 15,2-12 5-15,2-10-5 16,5-11-6-16,0-12 5 16,2-9-12-16,0-5 4 15,0-8 9-15,0-2 3 16,0-3 6-16,0 0 5 16,0 0-14-16,0 0-17 15,0-3-49-15,-7-16-134 16,-6 1-136-16,-7 0-478 0</inkml:trace>
  <inkml:trace contextRef="#ctx0" brushRef="#br0" timeOffset="3187.26">27886 3304 1342 0,'0'0'576'0,"0"0"-315"16,0 0-76-16,0 0-53 15,0 0-14-15,0 0-6 16,0 0-93-16,-98 0-19 15,122 0 0-15,14 3 24 16,14 3 74-16,12 1-54 16,5 1-6-16,-1-2-37 15,-4 2 8-15,-9-2 11 16,-8-2-6-16,-9-2-14 16,-11 1-10-16,-7-1-1 15,-7-1-24-15,-4-1-96 0,-9 3-97 16,0-2-192-16,0 2-720 0</inkml:trace>
  <inkml:trace contextRef="#ctx0" brushRef="#br0" timeOffset="3865.85">27846 3398 1957 0,'0'0'277'16,"0"0"-189"-16,0 0-78 0,0 0-8 15,0 0 4 1,0 0 16-16,0 0 41 0,22 94-20 16,-17-40 0-1,-5 26-27-15,0 0-3 0,0 7 17 16,0 4 3-16,0-15 4 16,-5 2-16-16,1-13-9 15,4-14-2-15,0-13 1 16,0-5 10-16,0-10-2 15,0-2-17-15,0-5 4 16,0-5-6-16,0-2 12 16,0-3-12-16,2-2-26 15,7 0-1-15,5 0 21 16,7-2 6-16,15 1 56 16,11-3-17-16,9 0 6 15,8 0-17-15,5 0-28 16,-4 0-4-16,-3-9 4 0,-4 3 1 15,-2-4 10-15,-8 2-5 16,-2-2 5-16,-11 3-10 16,-6 0 5-16,-11 3 6 15,-7 2-12-15,-7 0 20 16,-4 2 3-16,0 0 14 16,0 0-16-16,0 0-3 15,0 0-18-15,0 0-1 16,0 0-4-16,0 2 0 15,0 12-17-15,0 10 22 16,0 7 9-16,0 8-9 0,0 11-1 16,0 9-3-16,0 7 4 15,0 2 17-15,0 4-16 16,-2-3 14-16,0-6-13 16,0-5 5-16,0-7 0 15,2-9-3-15,0-10-4 16,0-7-5-16,0-11 5 15,0-5-10-15,0-5 3 16,0-4 0-16,0 0-60 16,4-20-53-16,0-10-46 15,-1-8-763-15</inkml:trace>
  <inkml:trace contextRef="#ctx0" brushRef="#br0" timeOffset="4216.82">28448 4142 1989 0,'0'0'241'16,"0"0"-123"-16,0 0-19 15,0 0 20-15,0 0 13 16,0 0-40-16,0 0-69 16,-54-89-23-16,54 89-19 15,0 17-2-15,7 9 21 16,9 9 43-16,1 2-19 15,5 2-23-15,3-1 17 16,-2-4-15-16,-4-4-1 16,-1-3 1-16,-9-2-3 0,-3 0-15 15,-6 2 15 1,0-1 0-16,0 2 15 0,-4 1-15 16,-11-3 0-16,-3-2 15 15,-3-3-5-15,-2-2-10 16,-6-3 0-16,-5-2-23 15,-2-4-20-15,0-6-36 16,-8-4-32-16,9 0-53 16,6-7-304-16</inkml:trace>
  <inkml:trace contextRef="#ctx0" brushRef="#br0" timeOffset="4699.78">27307 3192 1989 0,'0'0'337'0,"0"0"-209"0,0 0-53 16,0 0 5-16,0 0 3 15,0 0 7-15,0 0-35 16,0-16-50-16,0 20-5 16,-4 23-46-16,-4 14 30 15,0 24 16-15,-3 13 25 16,-5 15 0-16,3 2-11 16,1-1 2-16,3-1-15 15,5-9 5-15,4-8-6 16,0-8-14-16,0-11 0 0,7-5-75 15,9-16-105 1,1-14-643-16</inkml:trace>
  <inkml:trace contextRef="#ctx0" brushRef="#br0" timeOffset="5265.04">29277 4836 850 0,'0'0'132'15,"0"0"-91"-15,0 0 132 16,0 0 215-16,0 0 82 16,0 0-144-16,0 0-124 15,31-70-22-15,-31 68-61 16,0 2-71-16,-8-3-48 0,-9 1-40 15,-12 0 39 1,-11-2-16-16,-7 2 6 0,1 2 11 16,3 0 24-16,12 0-24 15,13 3-2-15,11 9-30 16,7 4-30-16,7 5 30 16,22 3 32-16,11 3 7 15,4 4 20-15,4-2-21 16,-6 2 5-16,-13-5-11 15,-15-2-3-15,-14-4-41 16,-6-4 23-16,-29-2 21 16,-14-6 15-16,-4-2 30 0,-8-6-20 15,3 0-25 1,-6-25-104-16,12-6-151 0,15-5-447 16</inkml:trace>
  <inkml:trace contextRef="#ctx0" brushRef="#br0" timeOffset="5759.79">29246 2696 1666 0,'0'0'338'16,"0"0"-168"-16,0 0-61 0,0 0 21 16,0 0-65-16,0 0-29 15,0 0-36-15,-10-7-8 16,3 29-13-1,-1 13 21-15,-6 15 7 0,1 13-5 16,-3 7 24-16,3 4-25 16,2-4 7-16,4-5-8 15,2-9-19-15,5-4 2 16,0-14-168-16,0-15-317 0</inkml:trace>
  <inkml:trace contextRef="#ctx0" brushRef="#br0" timeOffset="6035.85">29277 2658 328 0,'0'0'1595'16,"0"0"-1314"-16,0 0-110 15,0 0-81-15,0 0-86 16,0 0-4-16,0 0-28 15,37-21 28-15,5 55 36 16,8 12-11-16,0 14-15 16,-2 4-2-16,-13 4-16 15,-17-6-22-15,-18-6-13 16,-11-7 6-16,-38-11 37 16,-20-6 11-16,-51-9-11 15,12-8-120-15,13-9-437 0</inkml:trace>
  <inkml:trace contextRef="#ctx0" brushRef="#br0" timeOffset="7083.96">26734 3304 1713 0,'0'0'183'0,"0"0"-156"15,0 0-17-15,-129-6 5 16,73 6 39-16,-2 15 42 16,4 3 24-16,10 3-27 15,13 4-56-15,15 5-37 16,16 2-30-16,0 6-12 0,29 2 42 16,12-2 0-16,5-4 0 15,-1-6 24-15,-5-6 3 16,-9-8-27-16,-20-14-163 15,-11 0-288-15,0-4-798 0</inkml:trace>
  <inkml:trace contextRef="#ctx0" brushRef="#br0" timeOffset="7251.87">26431 3488 209 0,'0'0'1768'0,"0"0"-1462"16,0 0-240-16,0 0-58 15,0 0 23-15,0 0 38 0,0 0 6 16,149 31-51-1,-111 7-24-15,-9 8-7 16,-13 4-50-16,-16 6 4 0,0 2-14 16,-16 1-46-16,-22 9-144 15,5-14-169-15,4-16-281 0</inkml:trace>
  <inkml:trace contextRef="#ctx0" brushRef="#br0" timeOffset="9098.34">27054 3932 1103 0,'0'0'239'16,"0"0"-89"-16,0 0 108 15,0 0-68-15,0 0-78 16,-117-22-69-16,86 22-19 16,-5 0-24-16,-9 0-22 15,-1 4 9-15,-5 2 11 16,-1 0 4-16,4 2 6 16,2 0-8-16,7-2 0 15,10 0 0-15,6-1-22 16,10-4-17-16,11-1-1 0,2 0-158 15,0 0 21 1,15 0 98-16,3 0 79 0,2 4 79 16,-4 3-12-16,-1 6-67 15,-5 4-9-15,-6 6-27 16,-2 6 36-16,-2 5 17 16,0 3-15-16,0 3 30 15,0 5 24-15,-6-1 7 16,-4 1-26-16,3 6-3 15,1-1-34-15,-1-1 0 16,-4 2-86-16,2-8-145 16,3-13-212-16</inkml:trace>
  <inkml:trace contextRef="#ctx0" brushRef="#br0" timeOffset="9412.73">26177 4507 1515 0,'0'0'352'0,"0"0"-164"16,0 0-27-16,0 0-117 15,0 0-44-15,0 0 0 16,0 0 59-16,94-9 24 16,-57 9-38-16,6 0-31 15,-1 0-13-15,5 4 8 0,2 0 5 16,-2 0 4-16,-3-3-18 15,-4 2-1-15,-7-3 1 16,-6 2 16-16,-6-2-16 16,-6 0-2-16,-6 0 2 15,-2 0 0-15,-5 0 0 16,-2 0-59-16,0 1-54 16,0 2-229-16,0 0-257 0</inkml:trace>
  <inkml:trace contextRef="#ctx0" brushRef="#br0" timeOffset="9716.12">26300 4696 1790 0,'0'0'313'0,"0"0"-311"16,0 0 43-16,0 0 53 15,0 0-28-15,0 0-46 16,135-12 7-16,-98 12-29 16,-4 0-2-16,2 0 24 15,-1 0-24-15,-3 4-19 16,-2 0-53-16,-4 0-9 15,-4-2-123-15,-7 3-87 16,-5-4-44-16,-7 2-210 0</inkml:trace>
  <inkml:trace contextRef="#ctx0" brushRef="#br0" timeOffset="10001.29">26543 4751 1263 0,'0'0'548'0,"0"0"-288"15,0 0-64-15,0 0-61 16,0 0-65-16,0 0-70 0,0 0-44 16,0 41 26-16,0-10 18 15,0 9 25-15,0 6-3 16,-3 4-10-16,-3 0-2 15,1 2-10-15,-2-4-13 16,1-4-15-16,-1-6-51 16,1-7-31-16,-2-10-39 15,6-8-13-15,0-9-64 16,2-4-402-16</inkml:trace>
  <inkml:trace contextRef="#ctx0" brushRef="#br0" timeOffset="10493.39">26373 5143 1464 0,'0'0'403'0,"0"0"-335"16,0 0-68-16,0 0-16 16,0 0 16-16,0 0 31 15,0 0 53-15,49-4 20 16,-28 4-30-16,2 0-39 15,4 0-12-15,7 2 7 16,9 4-21-16,3 0 7 16,10 0 1-16,8 2 13 15,12 1-30-15,24 0 0 16,34 4 7-16,34-4 4 16,11 1-11-16,-7-1 39 15,-18-1-15-15,-25-4-4 16,-24 0-20-16,-23-3 1 0,-20-1 10 15,-12 2-10-15,6-2 12 16,-4 0 5-16,0 3 8 16,-12-3-3-16,-13 0-7 15,-9 0-3-15,-9 0 4 16,-3 0-11-16,-1 0-5 16,-3 0-1-16,1 0 1 15,1 1 2-15,2 2-2 16,5-2 0-16,3 2 0 15,5-2 0-15,4 3-1 16,2 1 0-16,-3-4-8 16,-2 4-4-16,-8-4-42 0,-12 4-82 15,0-4-200-15,-7 2-236 16</inkml:trace>
  <inkml:trace contextRef="#ctx0" brushRef="#br0" timeOffset="11569.9">28666 2558 997 0,'0'0'245'16,"0"0"-105"-16,0 0 44 15,0 0 18-15,0 0-17 16,0 0-67-16,0 0-22 16,82-95-42-16,-70 89-2 15,3-1-24-15,1 1-18 16,8 2-2-16,12 0 52 15,15 4-15-15,21 0-18 16,32 0 2-16,37 0-10 16,39 6-18-16,12 6 8 15,-3-2-9-15,-20 0 11 0,-24-4-11 16,-11 0 1-16,-27-2 6 16,-27 0-6-16,-23-4 6 15,-14 0 3-15,-3 0 14 16,-4 0-11-16,-5 0 19 15,-15 0-2-15,-10 0 9 16,-6 0-18-16,0 0-21 16,0 0 0-16,0 0 0 15,0 0-10-15,0 0 9 16,0 0 1-16,0 0-11 16,0 2 10-16,0 4-38 15,2 5-10-15,1 6 18 16,-1 10-35-16,0 8 47 0,0 12 19 15,0 10 21 1,4 10-9-16,0 9-2 0,1 6-9 16,-1 7 19-16,-2-1-20 15,2-4-10-15,-4-3 10 16,0-12 4-16,0-9 13 16,-2-9-17-16,0-13-1 15,0-8-16-15,0-7 4 16,0-8-27-16,-12 3-85 15,-3-6-172-15,-5-6-222 16</inkml:trace>
  <inkml:trace contextRef="#ctx0" brushRef="#br0" timeOffset="11845.25">30114 3535 1464 0,'0'0'659'16,"0"0"-422"-16,0 0-198 15,0 0-37-15,0 0 44 16,0 0 23-16,156-22-12 16,-78 22-23-16,9 0-14 15,8 6 13-15,9 6 17 16,-2-1-15-16,-2-1-4 16,-5 3-14-16,-5-3 1 15,-14-1-7-15,-16-4-1 16,-16 1-3-16,-15-2-7 15,-13 0 0-15,-13 0-73 0,-6 6-115 16,-19-1-183-16,-5-3-237 16</inkml:trace>
  <inkml:trace contextRef="#ctx0" brushRef="#br0" timeOffset="12097.27">30571 3854 2020 0,'0'0'271'0,"0"0"-251"15,0 0 102 1,0 0 43-16,0 0-55 0,117 2-55 16,-69-2-29-1,3 0-17-15,-2 0-1 0,0 4-2 16,-5-1-4-16,-3 1-2 15,-8 2-34-15,-4-1-66 16,-7 3-35-16,-8-2-141 16,-8-2-736-16</inkml:trace>
  <inkml:trace contextRef="#ctx0" brushRef="#br0" timeOffset="12396.84">30869 3990 1405 0,'0'0'350'0,"0"0"-249"16,0 0-80-16,0 0-21 15,20 127 0 1,-20-76 37-16,0 6 48 0,0 4-51 16,0 6 25-16,-8 3 23 15,0 3-38-15,2 1-14 16,-1 0 9-16,1-1-24 15,2 1-2-15,-1-6-1 16,2-4-12-16,3-10 9 16,0-6-8-16,0-12 8 15,0-6-9-15,0-8-13 0,0-6-2 16,0-2-12-16,5-4-130 16,-2-6-275-16</inkml:trace>
  <inkml:trace contextRef="#ctx0" brushRef="#br0" timeOffset="13228.16">29018 5035 1492 0,'0'0'305'0,"0"0"-93"15,0 0 23-15,0 0-73 16,0 0-31-16,0 0-39 16,0 0-58-16,-76-32-24 15,76 32-4-15,0 0-6 16,0 0 1-16,0 0 41 15,0-2-20-15,0 2 4 16,0 0-1-16,0-3 5 16,0 3-30-16,3 0-8 15,5-1-15-15,8 1 23 0,6-2 6 16,11 2 21-16,8 0-18 16,3 0-9-16,5 0 0 15,5 0-19-15,5 0 10 16,11 3-4-16,28 4-11 15,35 5-23-15,39 2 39 16,18 0-27-16,-5 2 34 16,-11 1 2-16,-26-6-1 15,-22 1 15-15,-30-4 18 16,-32-2-10-16,-15-4 16 16,-2 3 0-16,-7-4 4 15,-7-1-9-15,-15 3-5 0,-9-3 0 16,-7 0-21-16,-2 0 11 15,0 0-18-15,0 0-1 16,0 0-5-16,-4 0-69 16,-7 0-213-16,-1 0-1071 15</inkml:trace>
  <inkml:trace contextRef="#ctx0" brushRef="#br0" timeOffset="15841.83">28267 3252 1092 0,'0'0'386'16,"0"0"-192"-16,0 0-19 15,0 0-31-15,0 0-29 16,0 0-27-16,0 0-24 0,0-4-21 15,0 4 16 1,0 0-4-16,0 0 4 0,0 0 12 16,0 0-40-16,0 0-11 15,0 0-13-15,0 0-7 16,0 0-4-16,0 0 4 16,0 0 4-16,0 0 11 15,0 0 6-15,0 0-7 16,0 0-5-16,0 0 2 15,0 0-10-15,0 0 0 16,0 0 5-16,0-2 2 16,0 2-2-16,0-4-5 15,0 0 4-15,0-2-5 16,0-2-1-16,0 3-6 16,0-1 7-16,0-3 1 0,0 3-1 15,0-2 1 1,0 2 0-16,0 2 0 0,0 0 5 15,0 2 1-15,0-1 6 16,0 3-11-16,0 0 7 16,0 0 4-16,0 0-8 15,0 0-5-15,0 0-11 16,0 0 10-16,0 0-4 16,0 0 5-16,0 0 1 15,0 0-1-15,0 0-11 16,0 0-5-16,0 0 5 15,0 0 11-15,2 0-8 16,9 9 7-16,5 7 1 0,7 2 1 16,3 2-1-1,0 3 1-15,4-2 0 0,-4-1-1 16,1 1 1 0,-2-3-1-16,-3-4 0 0,-4-1 1 15,-2-3 1-15,-5-2-1 16,-5-3-1-16,-2-3 1 15,-4 0 6-15,0-2 1 16,0 0-8-16,0 0 0 16,0 0 0-16,0 1 1 15,0-1 6-15,0 0 1 16,0 0-8-16,0 0-7 0,0 0-11 16,0 0 5-1,0 0-5-15,0 3-1 0,-8 0-12 16,-8 3 14-16,-10 4 17 15,-9 3 34-15,-4-3-23 16,-3 1 1-16,2 0 5 16,3-1-9-16,6-2-1 15,8 0-6-15,4-4-1 16,6-1 8-16,8 0-8 16,3-3-1-16,2 0-32 15,0 0 8-15,0 0 25 16,2 0 9-16,6 0 0 15,-2 0-9-15,3 0-54 16,1 0-92-16,2 3-147 16,-3 0-248-16</inkml:trace>
  <inkml:trace contextRef="#ctx0" brushRef="#br0" timeOffset="17821.58">28263 4351 459 0,'0'0'229'0,"0"0"-67"15,0 0 17-15,0 0-30 16,0 0-68-16,0 0-45 15,0 0-36-15,38 34-16 16,-34-20-17-16,-4 4 4 16,0 1 29-16,0 2 29 15,0 1-14-15,-15-2 25 16,-6-3 5-16,-1-4 75 16,2-3 71-16,2-3-21 15,7-7 58-15,6 0-11 16,5 0-63-16,0-7-120 0,10-10-33 15,9-6 20 1,8 0 7-16,2-1-28 0,0 4-4 16,0 4 2-16,-6 5-10 15,-6 5 12-15,-3 5-1 16,-10 1-6-16,0 0-52 16,-4 5-22-16,0 9 43 15,0 4 38-15,0 0 2 16,0-1-1-16,-4-8-1 15,-2 0 17-15,-1-5 2 16,-3-4 4-16,-2 0 4 16,-2 0 13-16,-1 0-1 15,1-4 15-15,5-6-37 16,5-1-17-16,2 0-13 0,2 0-4 16,0 2-18-16,8 1 35 15,15-1 14-15,4 1-14 16,4 4 0-16,6 0 9 15,1 4-8-15,-2 0 11 16,-5 0-1-16,-7 0-10 16,-5 0 12-16,-9 2-13 15,-5 2-13-15,-5-2-18 16,0 0-31-16,-11 2 39 16,-18 0 15-16,-9 1 8 15,-9-3-12-15,-1 2-10 16,-2-2 22-16,6-2 0 15,5 0 0-15,10 0 6 16,12 0-6-16,9 0 1 0,8 0-1 16,0 0-55-1,10-2 55-15,17-7 14 0,9-1 5 16,6 0 3-16,7-2 14 16,7 0 5-16,2 2 2 15,2 2 1-15,-3 4 3 16,-5 2-45-16,-9 2-1 15,-15 0 0-15,-10 0-1 16,-9 0-18-16,-9 0-32 16,0 2 20-16,0 4-20 0,-22-2 50 15,-9 5 30 1,-12-1 1-16,-8-1-19 16,-7 1 8-16,-2-4-13 15,2 0 1-15,2 0-1 0,7-4 8 16,9 0-7-16,11 0-7 15,10 0 7-15,9 0 4 16,10 0-12-16,0 0-43 16,0 0-12-16,16 0 41 15,11 0 14-15,6-2 43 16,5-2-29-16,2 2 5 16,-5 0-9-16,-6 2-3 15,-8 0-5-15,-8 0 5 16,-6 0-7-16,-7 0-1 15,0 0-27-15,0 0-1 0,-7 0 29 16,-13 0 6-16,-7 0 10 16,-6 2-4-16,-3 0-11 15,-2 2 6-15,2-2 0 16,5-2 0-16,6 0 1 16,10 0-1-16,7 0-7 15,6 0 0-15,2 0-5 16,0 0-35-16,8 0 20 15,15 0 20-15,6-6 12 16,2 0-1-16,0 0 5 16,-2 2-6-16,-9 1-4 15,-7 3-6-15,-8 0 0 16,-5 0-14-16,0 0-57 16,0 0 10-16,-18 0 61 15,-9 0 0-15,-9 3 35 0,-4 3-34 16,-3-2 17-16,4 0-16 15,5-2 18-15,7 0 10 16,12-2-10-16,11 0-13 16,4 0-7-16,0 0-3 15,4 0-41-15,21 0 44 16,6 0 17-16,9-4 3 16,2 0-7-16,1 0-12 15,-5 2 13-15,-5 0-4 16,-8 2-1-16,-8 0-9 15,-5 0-1-15,-10 0-32 16,-2 0-20-16,0 0-12 0,0 0 7 16,-14 0 45-16,-11 0 13 15,-6 7 32-15,-5-6-17 16,-3 1 7-16,1-2-4 16,5 0 32-16,4 0-3 15,8 0 11-15,10 0 18 16,9 0-1-16,2 0-42 15,0 0-33-15,7 0-36 16,15 0 36-16,4-3 23 16,5-2-2-16,2 3-13 15,-12 0 4-15,-7 2 3 16,-10 0-15-16,-4 0-8 16,0 0-1-16,-8 0 9 0,-13 0 21 15,-3 2-6 1,-3 5 6-16,4 0-21 0,6 9-44 15,6-1-159-15,6-3-204 16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11:43.6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4153 13032 35 0,'0'4'31'16,"0"4"-18"0,0-2-8-16,0 0 35 15,0-2-16-15,0 0-7 16,0 2-1-16,0 2-7 16,0-2-4-16,0 2-1 15,0-4-4-15,0 0 4 16,2 0 3-16,0 0 2 15,0 2 9-15,0-2-16 16,1 0-2-16,-1-2 2 16,0 0 2-16,-2 0-1 15,2 2-3 1,-2-2 17-16,0 0-12 16,2-2-1-16,-2 2 0 15,0-2 1-15,3 0-2 16,-3 2 2-16,0-2 0 15,0 2-1-15,0-2-2 16,2 0 0 0,-2 0 7-16,3 0-5 15,-3 0 2-15,0 0 0 0,2 0 0 16,0 0 0 0,0 0 3-16,0 0 8 15,-2 0-10-15,2 0 12 16,1 0-12-16,-3 0-3 15,2 0-3-15,-2 0-1 16,2 0 0-16,2 0 9 16,-2-2-6-1,2 0-2-15,-2 2-2 0,-2 0 1 16,0-2-1-16,0 2 1 16,0-2 0-1,0 2 2-15,0 0-2 16,0 0 0-16,0-2-4 15,0 2-25-15,0 0-5 16,0 0 1 0,0 0-2-16,0 0-9 15,0 0 11-15,0 0-4 0,0 2-13 16</inkml:trace>
  <inkml:trace contextRef="#ctx0" brushRef="#br0" timeOffset="21389.62">9054 14949 116 0,'0'0'103'15,"0"-4"-89"-15,0 0-12 16,0 0 39-16,0 0 37 15,0 2-9-15,0-2-51 16,0 4 21-16,0-4 37 16,0 0-21-16,0 4-13 0,0-2 1 15,-2-2-12-15,2 2-7 16,0 0 8 0,0 2 69-16,0 0-65 15,0 0-6-15,-2 0-7 0,2 0-9 16,0 0-5-1,0 0-5-15,0 0-4 16,0 0 0-16,-2 0 0 0,0 0 1 16,-6 2-1-16,2 14 5 15,-1 2-3-15,-1 4-1 16,-4 6-1-16,-3 12 0 16,-8 8 0-1,-6 6 1-15,-4 4-1 0,-5 5-1 16,-7-1 0-1,-8 0 1-15,-31 14 2 16,-10-4 8-16,-8 0-10 16,-6-1 4-16,19-17 5 15,2-4 7-15,3-2-8 16,-3-8-3-16,4 0-1 16,2 0-3-16,0-4 4 15,2-1-4-15,4 1-1 16,-5-12 2-16,-8 2 2 15,2-4 12-15,-3 0 0 16,4-4-5-16,5-4 0 16,-20 8-6-1,2 0 4-15,-2-4-1 0,-1 8-1 16,23-12 3-16,7 4-3 16,11-4-1-16,11 3 4 15,11-8-5-15,7 0 3 16,8-4-3-16,6-1-4 15,7-4-1-15,6 0 2 16,-2 0-2-16,4 5 3 16,-1-5 0-16,3 0 3 15,0 0 0-15,0 0-2 16,0 0-1-16,0 0-1 16,0 0-2-16,0 0-2 15,0 0 1-15,0 0-1 16,0 0 0-16,0 0 0 15,0 0 2-15,0 0 2 16,0 0 1-16,0 0 0 16,0 0-1-16,0 0-1 15,0 0 1 1,0 0-1-16,0 0 0 16,0 0-1-16,0 0 1 15,0 0 0-15,0 0 0 16,0 0 0-16,0 0-1 15,0 0 1-15,0 0 1 16,0 0-2-16,0 0 1 16,0 0-1-16,0 0-1 0,0 0 1 15,0 0-3-15,0 0 0 16,0 0 1 0,0 0-2-16,0 0 4 15,0 0 1-15,0 0 0 0,0 0-1 16,0 0 0-1,0 0-1-15,0 0-3 16,0 0 4-16,0 0 0 0,0 0-2 16,0 0 2-16,0 0-3 15,0 0 1-15,0 0 2 16,0 0 2-16,0 0-1 16,0 0-1-1,0 0 0-15,0 0 0 0,0 0 0 16,0 0 0-16,0 0 0 15,0 0 0 1,0 0 1-16,0 0 0 16,0 0-1-16,0 0 1 15,0 0-1-15,0 0 0 16,0 0 0-16,0 0-1 16,0 0 1-16,0 0 0 15,0 0 0-15,0 0 0 16,0 0-1-16,0 0-2 15,0 0-22-15,0 0-1 16,0 0-5-16,0 0-10 16,0 0-17-1,0 0-57-15,-4 0 8 0,4-9-3 16,0 0-3-16,0-14-77 16,0 15 33-16</inkml:trace>
  <inkml:trace contextRef="#ctx0" brushRef="#br0" timeOffset="21885.5">6385 16116 360 0,'4'-6'194'0,"-4"6"-161"15,0 0 11 1,0 0 52-16,0 0-18 15,0 0-39-15,0 2-16 0,-6 18-7 16,-9-2 4-16,-4 4 8 16,2 0 2-1,-5 2 0-15,1 6 15 16,0-2-29-16,-2-2 6 0,3 1-2 16,-5 0-8-1,8 0-3-15,1-5-5 16,7-4-2-16,7-14 0 15,2-2-2-15,0 6 0 0,0-4 0 16,0 2-1 0,11 2 1-16,13 0 0 0,7 2 7 15,-2-2 2-15,7-2-5 16,-5 2 0 0,0-4 0-16,-2 0-3 15,-6-4 1-15,-4 0-2 0,0 0 1 16,-11 0 1-1,0 0-1-15,-8 0 0 16,0 0-1-16,0 0 2 0,0 4 0 16,0-4-2-16,0 2-1 15,0 2-4-15,0 8-28 16,0-2-46 0,-4-6-125-16,-4 0-201 15</inkml:trace>
  <inkml:trace contextRef="#ctx0" brushRef="#br0" timeOffset="24079.19">3731 16311 262 0,'0'-5'420'0,"0"5"-420"0,0-4 8 16,0 4 4-1,0-4 82-15,0 4-58 16,0 0-32-16,2 0 3 15,5 0-4-15,5 0 7 0,1 0 29 16,3 0 1-16,-3 0-23 16,3-4-9-16,-3 4-2 15,1 0-3-15,-1 0 0 16,-3 0-3-16,2 0 0 16,-1 0-9-1,3 0-10-15,-1-4-7 0,7 2-9 16,-7-6-9-1,-4 8-12-15,-7 0-36 16,-2 0-48-16,0 4-73 0,-11 5 103 16</inkml:trace>
  <inkml:trace contextRef="#ctx0" brushRef="#br0" timeOffset="24470.89">3754 16509 286 0,'0'0'38'16,"0"0"-36"-16,0 0 95 15,0 0 31-15,0 4-47 16,0-4-35-16,0 0-15 16,0 0 8-16,0 0 5 15,0 0 4-15,0 0-18 16,0 0-12-16,0 0-7 15,4 0 14-15,14 0-12 16,2 0-4-16,2 0 1 16,10 0-6-1,1-4-1-15,-2-6 3 0,-2 0-3 16,-13 6-2-16,-7 4 2 16,-5 0 1-16,-4 0-2 15,0 0 2-15,0 0 20 16,0 0 18-16,0 0-7 15,0 0-25-15,0 0-10 16,0 0-4-16,0 0-102 16,0 0-61-16,0 0-83 0,0 2-209 15</inkml:trace>
  <inkml:trace contextRef="#ctx0" brushRef="#br0" timeOffset="25310.86">4157 16088 696 0,'0'0'0'0,"0"0"7"15,0 0 2-15,-9-10 98 16,9 10-56-16,0 0-37 16,0 0-6-16,0 0 4 15,0 0 15-15,0 0 18 16,0 14-31-16,0 6 4 15,0 0-7-15,0 12 2 16,0 4 0-16,0-2-3 16,0 8-3-16,0-2 3 15,0-4-7-15,0-1 3 16,0-3-1-16,0-2 2 16,0-6 3-16,0-2-2 15,-2-4 1-15,0-6-4 16,2-6-1-16,-3 2 4 15,3-4 5-15,0 0-3 16,-2-4-6-16,2 0 2 16,0 0-3-16,0 0 2 15,0 0 0-15,0 0 3 16,0 0-4-16,0 0 0 16,0 0-4-16,0 0 0 15,0 0 0-15,9 0 0 0,11 0 0 16,5 0 2-1,4-12 0-15,-3 4 0 16,3 2-1 0,-6-2 2-16,-4 2-2 15,-2 2-3-15,-11 0 1 0,-4 4 1 16,-2 0-3 0,0 0-1-16,0 0 3 15,0 0-5-15,0 0-15 0,0 0-9 16,0 0-19-16,0 0-16 15,0 4-114-15,0 0-81 16,-6-4-244-16</inkml:trace>
  <inkml:trace contextRef="#ctx0" brushRef="#br0" timeOffset="26111.47">4333 16423 571 0,'0'0'11'15,"0"0"-4"-15,3-22 24 16,-3 22 64-16,0 0-49 16,0 0-16-16,0 0-8 15,0 0-5 1,0 0 4-16,0 4 0 16,2 10 1-16,4 4 9 15,-2 4-17-15,3-4-9 16,3 8 1-1,-6-4-4-15,0-4 0 0,0-4 2 16,-4-10-4-16,3-4 1 16,-3 0 1-16,0 0-2 15,2 0 3-15,0 0 2 16,0 0 0-16,0 0 3 16,4 0-1-16,-2-18 14 15,2-4 8-15,1-4-14 16,2 4-15-16,2-4 2 0,-2 2-1 15,-1 2-1 1,2 0 1-16,-6 8-1 16,3 0-1-16,-3 10 0 15,-2 0 1-15,-2 4 0 0,0 0-1 16,0 0-2-16,0 0-4 16,3 0-7-16,4 9 7 15,2 18 7-15,-1 3 4 31,4 2 7-31,-3-6-2 16,-1 2-8-16,-1-2 1 0,-3-4 0 16,3-4-1-1,-4-8-1-15,-3-6 1 16,0 0 1-16,0-4 0 16,2 0 0-16,0 0 3 0,0 0-1 15,2-14-1-15,-1-16 31 16,1-2-10-16,3-4-20 15,0 6-3-15,1 2 0 16,-1 6 0-16,0 0 0 16,0 9-3-16,-5 8 1 15,-2 5 1-15,0 0-1 16,0 0 0-16,2 0-6 16,5 1 4-16,1 21-1 15,6 9 4-15,-1 5 9 16,-1-6-3-16,-3 2-3 15,-3-6-2-15,0-4 0 16,-1-2 1-16,-2-2-2 16,-1-2 0-16,-2-6-12 15,0-6-116-15,0-4-66 16,0 0-197-16</inkml:trace>
  <inkml:trace contextRef="#ctx0" brushRef="#br0" timeOffset="26510.7">4863 16365 282 0,'0'0'373'0,"0"-4"-340"16,0-1-32-16,0 5 42 16,0 0 63-16,3 0-52 15,-3 0-33-15,2 0-10 0,-2 0 4 16,4 0 1-16,0-4-4 16,6 3 0-1,3-2-5-15,3 2 15 16,6-8-11-16,0 1-4 0,1-2-3 15,-2 2-3 1,-7 2-1-16,-3 6 0 16,-5 0 0-16,-6 0-1 15,0 0-3-15,0 0-14 16,0 0-50-16,0 0-78 16,0 0-103-16,0-4-165 15</inkml:trace>
  <inkml:trace contextRef="#ctx0" brushRef="#br0" timeOffset="27006.35">5133 16160 444 0,'0'0'204'0,"0"0"-204"16,0 0-96-16,0 0 156 16,71-36-47-16,-46 36-7 15,0-4 33-15,4 4-8 16,-6 0-11-16,-2 0 17 16,-6 12-7-16,-8 6-11 15,-7 8-1-15,0 2 18 16,0 8-22-16,0 0-5 15,-20 8-3-15,-3-3-2 16,-6 3 2-16,4-8-3 16,-2-4 3-1,6-6 10-15,5 0 55 16,8-12-48-16,5-6-8 16,3 2-5-16,0-6-10 15,0-4 1-15,19 4 10 16,8-4 3-16,2 0 8 15,6 0 2-15,3-8-6 16,-1-2-6-16,-1-2-4 16,-7 2-5-16,-9 6-2 0,-7 0-1 15,-3 0 0-15,-8 0-8 16,-2 4-50 0,0-2-330-16,0 2-59 15</inkml:trace>
  <inkml:trace contextRef="#ctx0" brushRef="#br0" timeOffset="27565.97">5558 16128 774 0,'0'0'19'0,"0"0"-19"15,0 0 0 1,0-18 85-16,0 18-32 16,0 10-53-16,0 8 0 15,0 8 2-15,3 0 8 16,-3 6 12-16,2 4 14 16,-2 4-7-16,0 0-14 15,0 9 2-15,0-3 2 16,0-2-9-16,0-8 2 15,0-2-3-15,-2-10 1 16,2-6-3-16,-3-6-6 16,3-6 4-1,0-2 7-15,0 0-5 0,0-4-4 16,0 0 0-16,0 0 3 16,0 0 2-16,0 0 0 15,0 0 2-15,0 0 0 16,0 0-7-16,0 0-1 15,16 0-2-15,5 0 1 16,2-10 0-16,2 2-1 16,4-2 1-16,0 2-1 15,-4 0 0-15,2-2 2 16,-8 2-4-16,-5 2 2 16,-8 6-5-1,-3 0-7-15,-3 0 0 16,0 0-20-16,0 0-32 15,0 0-45-15,0 0-107 0,-5-4-256 16</inkml:trace>
  <inkml:trace contextRef="#ctx0" brushRef="#br0" timeOffset="27829.79">5736 16427 377 0,'0'0'297'15,"0"0"-286"-15,0 0-7 0,0-12 134 16,0 12-23-16,0 8-68 16,0 16-37-16,0 6-6 15,0 0 19-15,3-2-11 16,4-2 1-16,-3-4-2 16,1 0-11-16,-3-4 2 15,0-4-4-15,-2-4 2 16,0-2-17-16,2-8-30 15,-2 0-65-15,0 0-90 16,0 0-24-16,0-10 13 16</inkml:trace>
  <inkml:trace contextRef="#ctx0" brushRef="#br0" timeOffset="28079.2">5755 16427 577 0,'0'0'74'15,"0"0"-72"-15,0 0 50 16,0 0 44-16,0 0-74 16,31-22-11-16,-6 40-11 15,6 4 40-15,-4 6-9 16,-4 6-10-16,-4-2 1 16,-13 0-12-16,-6-2 4 15,0 2 11-15,-6-2 1 16,-28-2-11-16,-6-1-1 15,-5-9-13-15,1 0-20 16,1-10-47-16,30-8-103 16,2 0-184-16</inkml:trace>
  <inkml:trace contextRef="#ctx0" brushRef="#br0" timeOffset="39557.15">3295 16128 111 0,'6'-8'124'16,"-1"4"-118"-16,-1 0 29 16,-1 2 55-1,1-2-53-15,-1 0-28 16,1 0 8-16,-2 0 25 15,0 2-9-15,-2 2 2 16,2 0-6-16,-2 0 1 16,0 0 4-16,0 0 3 15,0 0-5-15,0 0-4 16,0 0 2-16,0 0 9 0,0 0 0 16,0 0-14-1,0 0-4-15,0 0 17 16,0 0-15-16,0 0 4 15,0 0 0-15,0 0 1 16,0 0-6-16,0 0-7 16,0 0-5-16,0 0-9 15,0 6 0-15,0 6 4 16,0 6 15-16,0 0-2 0,0 4-8 16,0 6 7-16,0 10-3 15,0 4-3-15,0 2-5 16,0 1 2-1,0-5-3-15,2-4-4 0,-2 0 0 16,0-6 2-16,0-2 3 16,3-2-3-1,-3-4-1 1,0-8 1-16,0-6-2 0,2-6 3 16,-2-2-2-16,0 4-2 15,0-4 1-15,0 0 0 16,0 0 0-16,0 0-1 15,0 0 2-15,0 0-1 16,0 0 1-16,0 0 2 16,0 0-4-16,0 0 3 15,0 0-2-15,0 0 0 16,0 0 1-16,0 0 0 16,0 0-2-16,0 0 1 15,0 0-1-15,0 0 0 16,0 0-1-16,0 0-1 15,0 0 1-15,0 0 0 16,0 0 1-16,0 0 1 16,0 0 0-16,0 0 1 15,0 0 0-15,0 0-1 16,0 0 0-16,0 0 0 16,0 0 0-16,0 0 0 15,0 0 1-15,0 0 1 16,0 0-1-16,0 0 5 15,0 0-2-15,0 0-1 16,0 0 2 0,0 0 2-16,0 0 2 15,0 0-3-15,0 0-1 0,0 0-3 16,2 0-2 0,-2 0-1-16,3 0-3 15,-3 0 1-15,7 0 0 16,14 0 1-16,10 0 1 15,10 0 1-15,3 0-1 16,-3 0 3-16,-3 0-3 16,-3-4 1-16,-4-2 1 15,-10 2-1-15,-10 0 0 0,-5 4-1 16,-6 0 1-16,0 0 0 16,0 0 1-1,0 0 5-15,0 0 17 0,0 0-16 16,0 0-5-16,0 0-3 15,0 0 0 1,0 0-1-16,0 0 1 16,0 0 0-16,0 0 0 15,0 0 0-15,0 0-1 16,0 0 0-16,0 0-1 0,0 0-2 16,0 0-8-16,0 0-13 15,-4 0-12-15,-11 0-24 31,5 0-74-31,-1 0-877 0</inkml:trace>
  <inkml:trace contextRef="#ctx0" brushRef="#br0" timeOffset="51856.98">9337 10886 51 0,'2'0'82'0,"0"0"-65"15,-2 0 14-15,3 0-12 16,-1 0-15-16,-2 0 3 15,3 0-4-15,-3 0-1 16,0 0 2-16,2 0-4 16,0 0-1-1,0-1-7-15,-2-2-74 16,0 3-33-16</inkml:trace>
  <inkml:trace contextRef="#ctx0" brushRef="#br0" timeOffset="52610.68">9339 10892 151 0,'0'0'14'15,"0"0"-7"-15,0 0-4 16,-10 4 47-1,7-4-10-15,3 0 40 0,0 0-37 16,-2 0 13 0,2 3 1-1,-2-3-2-15,0 0-16 16,0 0 8-16,-1 0 3 16,3 0-7-16,0 0-8 15,0 0 0-15,0 0 43 16,0 0-46-16,0 0-4 15,0 0 2-15,0 0 1 16,0 0-6-16,0 0-1 16,0 0 0-16,0 0-1 15,0 0-4-15,0 0-2 16,0 0-5-16,0 0-3 0,0 0-5 16,0 0 0-16,0 0-4 15,0 0 1-15,9 0 5 16,16 0 5-1,6-9 8-15,9-1-16 16,4-2 4 0,-3 4-5-16,3 0 1 15,-2 2-1-15,1-2 0 0,-3 4 0 16,-7-2 0-16,-6 4-2 16,-7 0 0-16,-2 0-1 15,-5 0 1-15,-6 2 0 16,2-2 0-16,-3 0 1 15,6 0-1-15,1 0 0 16,7-4 0 0,1 2 0-16,-2 0 0 0,-3 2 0 15,-12 2 1-15,1 0-1 16,-3 0 1 0,-2 0-1-16,0 0 3 15,0 0 1-15,0 0-3 0,0 0 0 16,0 0-1-1,0 0 0-15,0 0-2 0,0 0-7 16,0 0-16 0,0 0-28-16,0 0-55 15,-11 0-273-15,7 0 127 16,-2 0-33-16</inkml:trace>
  <inkml:trace contextRef="#ctx0" brushRef="#br0" timeOffset="53194.48">9678 10728 312 0,'-31'-6'233'15,"14"4"-180"-15,7 2-51 16,6 0 68-16,-1 0 77 15,5 0-67-15,0 0-39 16,0 0 34-16,0 0-41 16,0 0-7-16,0 0-8 15,0 0-9-15,0 0-4 16,0 0-3-16,0 0-3 16,2 0 5-1,19 4 4-15,4 4 11 16,-2-2-13-16,4 0-2 15,-2-2-1-15,-5 2-4 16,2-2 1-16,-2 0 0 16,-4 0 0-16,-1 0-1 15,-4 2 1-15,1 0-1 16,-6-2 0-16,-1 0 0 16,-3-2 0-1,-2-2-2-15,0 2 2 16,0 4 0-16,0 4-1 15,0 2 4-15,-11 8 6 16,-16 2-8-16,-6 2 5 16,-23 10 1-1,0-6-4-15,10-2 0 16,6-5-1-16,24-14 1 0,9-3-3 16,7-4-1-1,0 0-2-15,0 0-23 16,0 0-26-16,18 0-64 15,6-9-88-15,-12 0-50 16,-3 2-290-16</inkml:trace>
  <inkml:trace contextRef="#ctx0" brushRef="#br0" timeOffset="53712.53">10050 10774 449 0,'10'-16'52'0,"-10"4"-24"16,0 4-28-16,0-2 110 15,0 0-18-15,0 0-22 16,0 2 48-16,0 2-69 15,0 2 12-15,0 2-10 16,0 2-14-16,0 0-8 16,0 0-8-16,0 0-7 15,0 0-7-15,0 0-6 16,0 0-1 0,0 0-7-16,0 0 1 0,0 6 3 15,0 14-7-15,0 8 10 16,0 4 6-1,0 6-2-15,0 4 4 16,4 3-7-16,-2-4 1 0,0 2-2 31,0-5 2-31,1-10-1 16,-3-6 0-16,0-14 0 0,0-4-1 16,0-2-1-1,0-2-2-15,0 0-85 16,0 0 30-16,0-20-13 15,0-6-76-15,-5-6-86 16,-6-4-30-16,6 19 119 0,-1 2-37 16</inkml:trace>
  <inkml:trace contextRef="#ctx0" brushRef="#br0" timeOffset="53760.5">10050 10774 208 0</inkml:trace>
  <inkml:trace contextRef="#ctx0" brushRef="#br0" timeOffset="54256.32">10050 10774 208 0,'-44'-146'99'0,"42"132"-50"0,-5 0 10 0,2 4 167 0,1 2-153 16,-3 4-23-16,5 1 25 16,0 3-27-16,0 0-1 15,2 0-15 1,0 0 1-16,0 0 2 0,0 0-28 16,0 0-2-1,0 0 1-15,0 0 1 16,0 0 5-16,0 0-1 15,0 0-2-15,0 0 2 16,0 0-1-16,0 0-3 16,0 0-6-16,0 0-1 15,0 0-3-15,0 0 2 16,15 0 1-16,7 0 0 16,3 7 0-16,-2 8 0 15,2 3-1-15,10 11 0 16,-4 1 1-1,-2 4-1-15,-3 2-1 0,-12-6 1 16,-6 4 0-16,-3-4 1 31,-5 8-2-31,0 0-1 16,-27 1 3-16,-13 1 1 16,-4-12 1-16,-5-2 4 15,4-4 4-15,2-4 5 16,8-4 0-16,4-6-1 0,8-2-3 15,8-4-6-15,9-2-2 16,4 0 0-16,2 0-3 16,0 0-8-16,0-6-19 15,10-10-25-15,13 2 7 16,10-10-30 0,-20 14-251-16,1-2-9 15</inkml:trace>
  <inkml:trace contextRef="#ctx0" brushRef="#br0" timeOffset="54831.78">10299 10742 314 0,'19'-10'91'0,"-17"8"-28"16,0 2 56-16,-2 0-43 15,0 0-24 1,2 0-19 0,2 2-19-16,2 16 73 15,0 2-31-15,3 4-29 0,2 10-14 16,3 4 5 0,1-1-6-16,1 0-6 15,-8-10-1-15,1-5-3 0,-2-3 4 16,-4-2-5-1,-1-7 8-15,0-6 0 16,-2-2 0-16,0-2-3 16,2 0-1-16,-2 0 5 15,0 0 8-15,0 0 12 16,0 0 29-16,0-4-49 16,0-10-6-1,0-2 2-15,0-1-2 0,0-2-4 16,0-2 0-16,0-1 2 15,0-3 0 1,0-8 2-16,0 1 4 16,2 2-7-16,7 6 1 15,-3 10-2-15,0 4 0 16,-4 8 0-16,0-2 0 16,0 4-1-16,0 0-2 15,0 0-2 1,5 0-1-16,-1 0-7 15,2 0-26-15,3 0-39 16,-1 6-83-16,-7-2-88 16,0-2-139-1</inkml:trace>
  <inkml:trace contextRef="#ctx0" brushRef="#br0" timeOffset="56375.65">10672 10874 72 0,'7'0'426'15,"-3"0"-343"-15,-2-8-81 32,1-6 153-32,-1 2-103 0,-2 2-30 15,0 4 20-15,0 2 8 16,0 0-14-1,0 4-15-15,0 0-2 16,-7 0-17-16,-4 0 1 0,-9 12-3 31,-5 16 0-31,5 6 4 16,0 6 3-16,14-3-3 16,6-3 0-16,0-6-1 15,0-8-2-15,0-6 1 16,0-8 1-16,6-2-3 15,5-4 2-15,8 0 0 16,0-24 11-16,6-6 13 16,-3-9-10-16,-5 12-11 15,-3-1-2-15,-5 3-2 16,0 10 1-16,-4 4-1 0,-3 7-1 16,-2 4 1-16,0 0-1 15,0 0 0-15,0 8-1 16,0 24-5-1,0 2 9-15,2 1 0 16,3-7-3-16,-1-14 3 16,0-6-3-16,0-4 1 15,1-4 1-15,2 0-1 16,-2 0 0-16,3-14 0 0,1-8 11 16,3-4 6-16,-6-2-11 15,1 2-6 1,-3 3 2-16,-2 5-1 15,-2 10-1-15,0 4 0 16,0 4 0 0,0 0 13-16,0 12-14 15,0 15-1-15,0 2 1 16,0 1 3-16,0-3 1 0,0-4-3 16,0-5 0-16,7-4 0 15,2-7 0-15,2-5 0 16,1-2 1-16,-2 0-2 15,7 0 0-15,-2-6 1 16,1-15 5-16,-3-1-1 16,0 1-4-16,-2-1-1 15,-2 4-2-15,-5 5 2 16,-2 8-1-16,-2 5 1 16,0 0 1-1,0 0 1-15,0 0 7 0,0 0 0 16,0-3 1-16,0-1 10 15,0 3 3-15,0-4-5 16,0 5-5-16,0-2-7 16,0 2-3-16,0 0-3 15,0 0 1-15,0 0-1 16,-2 0-2 0,2 0-2-16,0 0-1 15,0 0 3-15,0 0-2 16,0 0 2-16,0 0-1 15,0 0 0-15,0 0 1 16,0 0 0-16,0 0 0 16,0 0 1-16,0 0 1 15,0 0-1-15,0 0-1 0,0 0 2 16,0 0-1-16,0 0 1 16,0 0 0-1,0 0 1-15,0-2-2 16,0-2-1-16,0 0 1 0,-4-4 1 15,0 4 1 1,4-2-1-16,-5 4 0 16,3 2 2-16,2 0-1 0,-2 0 1 15,2 0-1-15,0 0-1 16,0 0 0-16,0 0-2 16,0 0-1-16,0 0-1 15,0 0 1-15,0 0 0 16,0 0-1-1,0 0-1-15,0 0 2 16,0 10 3-16,0 0 2 16,0 4-2-1,0 2 0-15,0 0 0 0,0 2 0 16,2 1 1-16,3-3-1 16,1 0 0-16,3-2 0 15,-2-4-2-15,2-2-4 16,-1-4 1-16,1 0-5 15,3-4 3-15,-2 0 0 16,11 0 0 0,-2-16-3-16,0-11 11 0,-3-2 0 15,-8-1 0-15,-3-1 2 16,-5-1 0-16,0 0-1 16,0 2 12-16,0 2-6 15,-9 2 4-15,-5 8-6 16,-1 4 4-16,-1 4 3 15,3 6 2-15,-1 0-7 16,1 4-8-16,2 0-2 0,-3 0-2 16,-1 0-14-1,3 18-105-15,4 0-30 16,8-10-128-16,0-4-177 16</inkml:trace>
  <inkml:trace contextRef="#ctx0" brushRef="#br0" timeOffset="56850.58">11178 10830 342 0,'8'0'307'15,"-8"0"-307"-15,3 0 17 16,4 0 5-16,-1 4 42 15,3 12-57-15,2 4 1 16,-1 6 17-16,0 3-20 16,-1 3 2-16,-2 1-3 15,0-4 2-15,-5-4 1 16,-2-14 17-16,0-5 16 16,0-4-9-1,0-2 17-15,0 0 75 16,0 0-80-16,0-8 3 15,0-12-18-15,-4-7-22 16,-4-1 3-16,2-2 9 16,6 2 7-16,0 0-17 15,0 2-3-15,0 0-2 16,6 4-3 0,10 4-2-16,-1 6 1 15,-1 10 0-15,-1 2 1 16,6 0-1-16,10 6-4 15,0 24 2-15,-3 8 0 16,-6 8 1-16,-18 0-24 16,-2-1-51-16,0-5-106 15,-15-30-158-15,1-4-269 16</inkml:trace>
  <inkml:trace contextRef="#ctx0" brushRef="#br0" timeOffset="58445.65">11886 10590 455 0,'0'-11'121'0,"0"10"-121"16,0 1 0-16,0 0 91 15,0 0-46-15,0 0-29 16,0 0 18 0,0 0 25-16,0 0-7 15,0 0-24-15,0 0-17 0,0 0-9 16,0 19-1-1,0 16 27-15,7 5-10 16,1 8-3-16,2-8-2 16,-4 4-2-16,1-6 4 15,-3-4-7-15,6 0 0 16,-4-8-4-16,1-4 5 16,-1-1-5-1,-4-10 1-15,3-4 2 16,-5-5-3-16,3-2-4 0,-1 0 0 15,-2 0-29 1,0 0-64-16,0 0-327 16</inkml:trace>
  <inkml:trace contextRef="#ctx0" brushRef="#br0" timeOffset="59788.27">12013 10967 611 0,'0'0'120'15,"0"0"-120"-15,40 0 37 16,-15-14 52-16,8-7-52 16,-4-1-11-16,-4-3-5 15,-3-2-10-15,-2-1 4 16,-4-2 1-16,-1 0-10 0,-5 0-4 15,-6 2 1-15,-4 0 0 16,0-1 0-16,0 10-3 16,-9 2-1-16,-5 9-19 15,-3 8 9-15,-1 0 0 16,-7 13-2 0,-2 21 13-16,6 8 12 15,2 8-3-15,13-10-8 16,6 0 7-16,0-6-5 15,0-4-1-15,4-6-2 16,17-7-4-16,-4-8 0 16,12-4-2-16,4-5 1 15,1 0-5-15,1-3-25 16,-4-13-19-16,-2-6-35 16,-2-6-24-1,-4 2-25-15,-5-6-105 16,-7 2 176-16,-3 2 42 15,-1 0 25-15,-5 6 24 16,1 6 8 0,-3 6 59-16,0 6 141 0,0 4-127 15,0 0-68-15,0 2-27 16,0 26-8 0,0 8 22-16,0 4-1 15,-5-2 3-15,3-4 2 0,0-6-12 16,2-1-9-1,-3-14 9-15,3-3 0 16,0-7 2-16,0-3-1 16,0 0 16-16,0-13 14 15,0-13-3-15,0-4-23 16,5-4-16-16,6 2-4 16,-4 2-1-16,-1 8 1 15,-1 6 1-15,-1 8-2 0,-2 8 0 16,-2 0 1-16,0 0 7 15,0 2 10 1,3 28-13-16,4 6 5 16,4 0-2-16,5-4-5 15,-1-14-1 1,3-1 1-16,-1-10-1 16,1 0-2-16,0-7 0 15,0 0 0-15,7 0-3 0,-1-14-14 16,0-11-8-16,5-3-14 15,-2-4-12-15,0-2-7 16,-5-4 2-16,-2-2 26 16,-4 2 21-16,-10-1 6 15,-1 11 6 1,-5 9 7-16,0 6 42 16,0 13 15-16,-20 0-7 15,-7 0-20-15,-4 14-17 16,0 11-16-16,2 4 10 15,6 3-9-15,8 3-2 16,10-5-5-16,5-6 0 16,0-10-1-16,0-8-1 15,0-4-2-15,10-2-3 16,7 0-5 0,-1 0-15-16,1 0 18 0,-1 0 5 15,-3 20-1-15,8 14-3 16,1 14 4-16,3 13 3 15,1 7 0-15,-8 0-61 16,0 4 60-16,-7-8-107 16,-9-10 29-1,-2-8-153-15,0-14 232 16,-2-7-2-16,-20-10 12 16,-7-12 59-16,0-3 54 15,-9 0-35-15,2-25 16 16,1-8-66-16,6-10-20 15,13 5-8-15,9-2 10 16,7 0 7-16,0 0-13 16,0 0-3-16,19 2-5 15,7-3-6-15,16-9-2 16,8 0-1-16,0 0-9 16,2 0-23-16,-14 8-17 15,-7 0-53-15,-27 32-44 16,-2 0-14-1</inkml:trace>
  <inkml:trace contextRef="#ctx0" brushRef="#br0" timeOffset="60148.28">12942 10401 377 0,'-9'-18'171'15,"9"12"-143"1,0-2 11-16,0 4 152 16,0 0-166-16,0 2-20 15,0 2-2-15,0 0 6 16,0 0 6 0,0 22-12-16,0 12 32 15,0 14-11-15,0 10-4 16,0 25-4-16,0 3-5 15,5-6-8-15,3-6 0 16,0-30-3-16,-2-11-5 16,-1-14-21-16,-3-9-11 15,0-10-65-15,7 0 35 16,0-22-15-16,2-14-40 16,-9 12-57-1,-2 2-15-15</inkml:trace>
  <inkml:trace contextRef="#ctx0" brushRef="#br0" timeOffset="60603.73">13067 10431 564 0,'0'0'74'0,"0"0"-64"16,2 44 82-1,-2 6-28-15,0 3-30 16,2 5-10-16,6 4 6 15,-4-2-8-15,0-6 20 16,1-10-34-16,-1-8 3 16,2-11 18-1,2-12-7-15,-4-7-1 0,0-6-6 16,3 0 1-16,1-14 0 16,6-16 18-1,9-14-9-15,-8 4-19 16,-1 10-4-16,-5 8-1 15,-7 20-1-15,-2 2-1 16,0 0 0-16,0 16-8 16,6 18 3-16,3 8 6 0,5-3 8 15,8-6-5-15,4-5 1 16,-1-12-3-16,6-6-1 16,0-10 2-16,5 0 1 15,5-11-2-15,3-22 3 16,-1-13-4-1,-10-2-47-15,-16 2-25 16,-12 6-15-16,-5 16 9 16,-16 8-50-16,-4 16-87 15,-1 0-56-15</inkml:trace>
  <inkml:trace contextRef="#ctx0" brushRef="#br0" timeOffset="60867.51">12659 10587 985 0,'0'0'213'0,"-24"-4"-213"15,24 3-11-15,24-6 11 16,32 0 23-16,22-6-15 0,9 0-6 16,25-4-2-1,-19 3-99-15,-62 8-136 16,-10 2-411-16</inkml:trace>
  <inkml:trace contextRef="#ctx0" brushRef="#br0" timeOffset="62290.56">12123 12948 270 0,'-12'-11'0'16,"12"10"-100"-16</inkml:trace>
  <inkml:trace contextRef="#ctx0" brushRef="#br1" timeOffset="141900.19">17258 14125 54 0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15:50.34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16823 13417 239 0,'0'-4'204'0,"0"2"-204"16,0 0-4-16,0-2 4 15,0-2 31-15,0 6-16 16,0-2-12-16,3 2 8 0,-3-2 17 16,2-2 21-16,-2 2 31 15,0-2 4 1,2 0-24-16,1-4 21 15,-1 0-68-15,2 2 0 0,-4-2-6 16,3 4 10 0,-1 0 3-1,-2-2 5-15,0 0 7 16,2 0 1-16,-2 4-9 0,0-2-4 16,0 0-8-16,2 1-4 15,0 2 4-15,0-1-7 16,-2 2 3-16,0 0 5 15,0 0 4 1,0 0 3-16,0 0 1 0,0 0-14 16,0 0-1-16,0 0-6 15,0 25-8 1,0 14 8-16,0 11 2 0,0 14 6 16,0-4-4-16,0 4 1 15,0 7-4-15,0-1 2 16,0 2-2-16,0-10-1 15,0-8 2-15,0-10-2 16,0-7 2-16,0-15-2 16,0-8 0-16,0-9 3 15,0-2-1-15,0-3 5 16,0 0-3-16,0 0 4 16,0 0-1-16,0 0-2 15,-10-10-5-15,-9-8-5 16,4-4-47-1,-5 0-31-15,3 0-29 16,-2-5-57-16,6 1-45 16,10 16-7-16,1-2-8 15</inkml:trace>
  <inkml:trace contextRef="#ctx0" brushRef="#br0" timeOffset="367.75">16324 13289 849 0,'0'0'33'15,"0"0"-13"-15,-10-13 30 0,43 13-23 16,15 0-11-16,37 0 2 15,23 0 3 1,17 0-1-16,12 0 27 16,-19-4 13-16,-11-3-15 0,-20 0-10 15,-22 3-22-15,-25 1-9 16,-18 0-4-16,-10 3 0 16,-12 0 1-16,0 0 2 15,0 0-6 1,-21 0-3-16,-8 0-57 15,-6 0-43-15,1 0-35 16,22 6-110-16,0 5-205 16</inkml:trace>
  <inkml:trace contextRef="#ctx0" brushRef="#br0" timeOffset="1063.29">17276 13868 615 0,'0'0'86'0,"0"0"-86"16,0 0 0-16,0 0 25 15,-6-56 44-15,16 38-54 16,-1 2-5-16,-2 8 38 15,0-2 3-15,-5 4-6 16,0 4-3-16,-2 0-3 16,0 2-20-16,0 0 17 15,0 0-21 1,0 18-15-16,0 14 0 16,0 26 0-16,0 8 6 15,0-1-3-15,0-7-3 16,4-22 0-16,5-14-7 15,-1-8 7-15,-2-14-1 16,9 0 1-16,6 0-2 16,12-35 2-16,7-12 10 15,5-8 6-15,-3-5-9 16,-7 4-4-16,-8 6 2 16,-9 6-3-16,-7 12 2 0,-7 12-3 15,-4 16 36 1,0 4 6-16,0 4-3 15,0 32-40-15,-6 10-11 16,-3 8 11-16,7-4 3 0,2-8-2 16,0-10-2-16,0-15-5 15,9-12-3-15,9-5 5 16,4-4-3-16,9-28-2 16,2-10 9-1,4-8 9-15,-12 0-9 0,-2-2 0 16,-9 6 0-16,-12-7 0 15,-2 12 0 1,-4 9 2-16,-33 11-2 0,-5 17 12 16,-5 4-12-1,3 0 0-15,2 0-4 16,7 18 4-16,10 3-26 16,11 1-49-16,14-14-114 15,0-2-187-15</inkml:trace>
  <inkml:trace contextRef="#ctx0" brushRef="#br0" timeOffset="1468.78">18094 13662 752 0,'0'0'85'0,"0"0"16"16,0-3 1-16,0 6-83 15,-7 43-16-15,-18 14 1 16,1 14 12-16,4 6 3 16,11-23 0-16,9-10-3 15,0-11-10-15,0-14-1 16,22-13-4-1,9-9 14-15,8 0-1 0,3-32 0 16,0-17 16-16,-8-9-6 16,-15-4-4-1,-12 0 38-15,-7 2-11 0,0 6 0 16,-29 6-16-16,-20 9-9 16,0 14-14-16,3 14-8 15,3 11-28 1,21 7-55-16,22 12-36 15,0 2-215-15</inkml:trace>
  <inkml:trace contextRef="#ctx0" brushRef="#br0" timeOffset="2232.01">19123 13345 416 0,'0'0'176'16,"0"0"-129"-16,0-74 42 15,0 61 84-15,0 6-77 16,0-1-45-16,0 1-15 15,0 3-4-15,0 2-6 16,0 2 6 0,0 0-14-16,0 0 5 0,0 0-5 15,0 0-1 1,0 18-11-16,0 23-5 16,0 13 2-16,0 8 1 0,0 8 2 15,-6 2-2-15,-6 8-2 16,-1 2 2-16,2-3-2 15,1-7 2-15,2-10-4 16,4-12 0-16,1-14 0 16,3-10 0-16,0-12-2 15,0-11 1-15,15-3 1 16,12 0 4-16,21-18 0 16,4-17 1-1,0-5-5-15,-7 4-5 16,-28 4-13-16,-12 6-18 0,-5-2-49 15,-3 20-112-15,-19 4-201 16</inkml:trace>
  <inkml:trace contextRef="#ctx0" brushRef="#br0" timeOffset="2823.09">18978 13662 618 0,'0'0'164'16,"0"0"-140"-16,0 0 15 15,0 0 119 1,-36-44-106-16,70 44-51 15,13 0 1-15,-3 0 11 16,3 0-6-16,-2 9-7 16,-3 8 2-16,-2 1-2 15,-4-4-10-15,-3-4-5 16,-6-6 5-16,-4-4-4 16,-4 0 4-16,-3 0 8 15,-7-6-5-15,-1-10 7 16,-6-5 3-16,-2 3 1 15,0 4 4-15,0 4 17 16,0 6 3-16,0 3 2 16,0 1 1-16,0 0-11 15,6 5-9-15,7 23-11 16,7 8 0-16,7 4 2 16,4 1 3-16,0-5-2 15,-3-10 2-15,1-10-4 16,-4-8 0-16,0-6-8 15,0-2 7-15,-1 0-1 16,5-14 1-16,5-24-2 16,-9 0-11-16,-2 2-5 15,-7 0 8-15,-12 14 1 0,-4 8 7 16,0 7 4-16,-4 7 3 31,-21 0 35-31,-1 18-18 0,-8 27-1 16,-1 17-10-16,-3 16-1 15,2 14 12 1,-2 9-8-16,2-3-5 16,3-2-7-16,0-14-2 0,8-14 0 15,3-11-8 1,9-23-25-16,8-18 29 16,5-16-50-16,2 0-97 0,16-22-151 15,0-6 24-15</inkml:trace>
  <inkml:trace contextRef="#ctx0" brushRef="#br0" timeOffset="3095.45">19929 13651 817 0,'0'0'127'16,"0"0"-90"-16,9-19 52 15,-9 51-12-15,0 16-73 16,0 16 0-16,0 10 5 16,0 8 4-1,0 2 2-15,8-3-1 16,0-5-8-16,1-14 0 16,-3-10-6-16,0-14 0 15,-2-13-13-15,-4-16-16 16,0-9-20-16,0-8-54 15,0-18-85-15,0-2-254 16</inkml:trace>
  <inkml:trace contextRef="#ctx0" brushRef="#br0" timeOffset="3382.72">19878 13618 882 0,'0'0'51'0,"0"0"-25"16,0 0 47-1,0 0-43-15,163-63-12 16,-98 90-8-16,-3 9 2 16,-26 0-2-16,-12 1 6 15,-17 4-5-15,-7 1-9 16,-13-6-1-16,-30-2 2 0,-15-8 6 16,-2-8-2-16,3-10 4 15,9-8-1 1,17 0-10-16,15 0-28 15,14-14-54-15,2-4-58 0,14-4-72 16,5 12-75 0,6 4-89-1</inkml:trace>
  <inkml:trace contextRef="#ctx0" brushRef="#br0" timeOffset="3998.31">20237 13802 391 0,'0'0'205'16,"0"0"-129"-16,0 0 41 15,0 0 27 1,125 26-65-16,-96-26 65 0,4-4-101 16,3-18-25-16,2-6-10 15,-2-14-8 1,-9 0 1-16,-12-1-2 0,-11 5 1 16,-4 11 0-16,0 4 5 15,-4 10-2-15,-19 4 16 16,-1 9-3-16,-3 0-14 15,-8 9-4-15,4 18-2 16,2 11-2-16,2 6 4 16,15 6-2-16,12-1 3 15,0-7-4-15,0-8 0 16,25-14 0-16,18-10 3 16,10-10 2-16,9 0 2 15,10-6 2 1,-10-22-4-16,1-8-12 15,-5-6-25-15,-10-6-25 16,-8-1-7-16,-4-5 23 16,-10 0 24-16,-8 2 22 15,-11 6 0-15,-7 16 12 16,0 8 45-16,0 12 97 16,0 8-104-16,-13 2-30 15,-1 0-20-15,-5 28 0 16,5 16-5-16,7 10 5 15,7 3-2-15,0-12 2 16,25 0-1-16,6-3-8 16,-4-6 1-16,-2-8 3 0,-10-6 4 15,-7-10 0-15,-8-4 1 16,0-2 0-16,-2-4-1 16,-33 0-4-1,-7-2-7-15,-5 0 8 0,9 0 3 16,13 0 1-16,12-10-16 15,11 0-22 1,2 2-18-16,0 6-29 16,0 0-222-16</inkml:trace>
  <inkml:trace contextRef="#ctx0" brushRef="#br0" timeOffset="9481.79">17024 14257 229 0,'0'0'0'16</inkml:trace>
  <inkml:trace contextRef="#ctx0" brushRef="#br0" timeOffset="10577.61">17024 14257 57 0,'-153'40'72'16,"137"-38"-34"-16,-2 2-6 15,-2 0-29 1,2 0-1-16,0 0-2 0,2-2 0 15,3 0 0-15,0-2 2 16,4 0 28-16,5 0 33 16,4 0 19-1,0 0 75-15,0 0-99 0,0 0-3 16,0 0-4-16,0 0-3 16,0 0-6-1,0 0-19-15,0 0 12 16,10 0-6-16,6 0 15 0,9 0 11 15,6 0-15-15,13 0-13 16,10 0-5-16,4 0 2 16,5 0-4-16,1 0-3 15,1 0-5 1,1 0-9-16,15 0 4 0,10-2-6 16,14-4 1-16,17 0-2 15,57 4 0 1,16 2 3-16,8 0-3 0,18 0 1 15,-34 0 1-15,6 0-2 16,9 0 2 0,-5 0-1-16,-2 0 1 15,-8 0 5-15,-12 0-1 16,-9 0 9-16,-15 0-3 16,-6 0-4-16,-9 0 1 15,-7 0 3-15,-9 0-3 16,-13 0-3-16,-16 0 5 15,-1 0 0 1,-14 0-7-16,-16 0 0 0,-16 0-4 16,-23 0 1-16,-13 0 1 15,-6 0-2-15,-2 0 3 16,0 0 1-16,0 0 8 16,0 0-4-16,0 0-8 15,0 0 0-15,0 0-1 16,3 0 0-16,-3 0 1 15,0 0 0-15,0 0 0 16,0 0-2-16,0 0-5 16,0 0 3-16,0 0-5 15,0 0-1-15,0 0 1 16,0 0-2-16,0 0 3 16,0 0-4-16,0 0 5 0,0 0 3 15,0 0 2-15,0 0 1 16,0 0 1-16,0 0 0 15,0 0 0 1,0 0-3-16,0 0 2 16,0-2 1-16,0 2 0 15,0-2 2 1,0 2-2-16,2 0 3 16,5 0-2-16,0-2 0 0,1 2 1 15,5 0 0 1,3-4-3-16,2 2 1 0,6 0 0 15,3-2-2-15,6 2 3 16,3 2-1-16,-2-2 0 16,-6 2 0-16,-5 0-1 15,-5 0 1-15,-9 0-2 16,-5 0 2-16,0 0 0 16,-2 0 0-16,-2 0 1 15,0 0-1-15,0 0 1 16,0 0 2-16,0 0 4 15,0 0-3-15,0 0 1 16,0 0-2-16,0 0-3 16,0 0 1-16,0 0-1 15,0 0-2-15,0 0-2 16,0 0-49-16,0 0-22 16,-2 0-35-1,-4 0-81-15,-5 0-126 16</inkml:trace>
  <inkml:trace contextRef="#ctx0" brushRef="#br1" timeOffset="24348.82">18996 14614 1033 0,'0'0'70'15,"0"0"-70"1,0 0-96-16,0 0 41 15,-4-14-88-15,13 24-216 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21:13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9609 12679 39 0,'2'0'75'0,"-2"0"-51"16,0 0 11-16,0 0 20 15,2 0-24-15,-2 0-12 16,0 0-11-16,0 0-4 16,0 0 5-16,0 0-6 15,0 0 7-15,0 0 1 16,0 0 9-16,0 0 1 16,0 0-10-16,0 0-2 15,0 0 3-15,0 0 9 16,0 0 7-16,0 0 1 15,0 0-1-15,0 0-2 16,0 0-5-16,0 0-1 16,3 0 14-16,-3 0-20 15,2 0 2-15,-2 0 8 0,0 0 6 32,0 0-4-32,0 0 7 15,0 0 10-15,0 0-4 16,0 0-7-16,0 0-8 15,0 0-8-15,0 0-2 16,0 0 4-16,0 0 4 0,0 0-1 16,0 0-2-16,0 0 2 15,0 0-4 1,0 0 14-16,0 0-19 16,0 0 0-16,0 0 2 0,0 0-4 15,0 0 3-15,0 0-4 16,0 2-2-1,0-2 3-15,0 0-2 16,2 2-2-16,-2-2 6 16,0 0-6-16,0 0 3 0,0 2-4 15,0-2 1-15,0 0 1 16,0 0-1 0,0 0-2-16,0 0 3 15,0 0-7-15,0 0 0 0,0 0 0 16,0 2 0-1,0 4-1-15,0 2 1 16,0 2 7-16,0 4-2 16,0 2 1-16,0 6-2 0,0 8 2 15,0 5-4-15,-2 2 3 16,-3-1 2-16,3-1 3 16,2-1-5-16,0-6 3 15,-2-4 0-15,0-4 2 16,2-10 5-16,-2-4-9 15,2-4 1-15,0-2-4 32,0 0 5-32,0 0-4 0,0 0 0 15,0 0 0-15,0 0 2 16,0 0-2-16,0 0 2 16,0-4-5-16,0 0-2 15,0-4-2-15,0 2-24 16,0 0-16-16,0-2-27 15,0 2-37-15,0 2-428 16,-7 2-52-16</inkml:trace>
  <inkml:trace contextRef="#ctx0" brushRef="#br0" timeOffset="543.41">9210 13066 380 0,'-18'2'60'0,"18"-2"-59"16,0 0 80-16,0 0 41 15,0 0-50 1,0 0-56-16,0 0 1 0,0 0 23 16,0 0 19-16,0 0 2 15,0 0-6 1,0 0 19-16,3 0-49 0,10 0 7 16,8 0 3-1,18 0-3-15,13 0-14 16,8 0-1-16,7 0 0 15,-3 0-8-15,3 0-3 0,4 0 4 16,3 0-5-16,-5 0 9 16,-7 0-7-16,-6 0-1 15,-14 0-3-15,-11 0-1 16,-10 0 0 0,-11 0 0-16,-7 0-1 0,-3 0-1 15,0 0-1-15,0 0 1 16,0 0-3-1,0 0-10-15,-3 0-18 16,-12 0-19-16,-1 0-29 16,-3 0-50-16,-2 0-76 0,11 0-56 15,-2 2-74-15</inkml:trace>
  <inkml:trace contextRef="#ctx0" brushRef="#br0" timeOffset="1104.49">9351 13230 124 0,'0'0'143'0,"0"0"-106"16,0 0 102-16,-31 0-43 16,31 0-35-16,0 0-19 15,0 0 15-15,0 0 7 16,0 0 9-16,0 0-6 16,0 0-8-16,0 0-2 15,0 0-3-15,0 0-7 16,0 0-10-16,0 0-11 0,0 0-9 15,0 0-3-15,15 0-10 32,5 0 10-32,7 0 17 15,7 0-18-15,5 2 3 0,6-2-8 16,22 2 0 0,6 0-3-16,4 1 1 15,2-2 0-15,-16-1 1 16,-8 0-5-16,-13 3 1 0,-10-3-2 15,-10 0 2-15,-13 0-3 16,-5 0 0-16,-4 0-1 16,0 1 2-16,0 2-1 15,0-2 0-15,0 2-11 16,0-3-18-16,0 0-12 16,0 2-13-16,0 7-34 15,-6 4-78-15,-3-9-99 16,0 1-144-16</inkml:trace>
  <inkml:trace contextRef="#ctx0" brushRef="#br0" timeOffset="1656.16">9603 13389 448 0,'0'0'16'15,"0"0"-16"-15,0-44 71 16,0 32 11-16,6 2-27 16,-2 2-16-16,3 0 3 15,-5 6 5-15,-2 0-3 16,0 2 5-16,0 0 8 16,0 0-9-16,0 0-10 0,0 0-15 15,0 0-16-15,0 13 7 16,0 5 10-1,0 7 2-15,3 5 4 16,2 2-14-16,-3 0-6 0,0 0-1 16,0-2-1-1,-2-4-6-15,0-6 3 16,0-6 1 0,0-6 2-16,0-5-1 0,0-2-2 15,0-1-4-15,0 0 3 16,0 0-3-16,2 0 2 0,-2 0-3 15,0 0-1 1,0 0-1 0,0 0-28-16,4 0-177 0,-4 0-68 15,0 0-274-15</inkml:trace>
  <inkml:trace contextRef="#ctx0" brushRef="#br0" timeOffset="2156.98">9632 13571 332 0,'0'0'122'0,"0"0"-101"0,0-12 40 15,0 10 19-15,0 2-51 16,0 0-20-16,0 0-3 16,0 0 6-16,0 0-3 15,0 7 22-15,0 2 55 16,0-5-50-16,0 2-6 15,0-3-7 1,0-3 0 0,0 0-10-16,0-4-13 0,0-5-115 15,6 1-234-15</inkml:trace>
  <inkml:trace contextRef="#ctx0" brushRef="#br0" timeOffset="3686.68">11599 12757 67 0,'0'0'12'0,"0"-2"24"16,0 2 43-16,0-2-29 0,0 2-20 16,0 0-1-1,0-2-2 1,0 2 12-16,0 0-3 16,0 0 4-16,0 0-4 15,0 0-2-15,0 0-3 16,0 0-2-16,0 0-9 15,0 0-1-15,0 0 0 16,0 0 4-16,0 0-4 16,0 0 5-16,0 0 3 0,0 0 0 15,0 0 3-15,0 0-3 16,0 0-4 0,0 0-1-16,0 0 21 15,0 0-25-15,0 0-2 0,0 0-7 16,0 2 6-1,0 18 11-15,5 6 9 16,5 7-13-16,1-1-2 16,-1 0 1-16,-4-2-10 0,-4-4-4 15,0-2 0-15,1-6 0 16,-3-4 2-16,2-6-4 16,-2 0 6-16,0-6-3 15,0 0-1-15,0-2 5 16,2 0-5-16,-2 0-1 0,0 0-2 31,2 0 1-15,-2 0-5-16,0 0 0 0,2-4-16 15,-2-4-46-15,0 2-33 16,0 0-58-16,0 4-105 16,0 2-105-16</inkml:trace>
  <inkml:trace contextRef="#ctx0" brushRef="#br0" timeOffset="4150.91">11352 13026 311 0,'0'0'80'0,"0"0"-79"16,-14 0 130-16,14 0-66 15,0 0-37-15,0 2-12 16,0-2 1-16,0 0 4 16,9 0-4-1,9 0 6-15,4 0 16 16,5 0-11-16,9 0-6 15,6 0 5-15,3 0-3 16,5 0-6-16,0 0-1 0,-8 0-2 16,-1 0-3-16,-13 0 2 15,-8 0 0 1,-9 0-2-16,-6 0-11 0,-5 0 3 16,0 0-2-16,0 0-1 15,0 0 7 1,0 0 4-16,-12 0-12 15,-7 0-19-15,-1 0-58 0,-3 2-52 16,14-2-67-16,3 0-123 16</inkml:trace>
  <inkml:trace contextRef="#ctx0" brushRef="#br0" timeOffset="4550.66">11323 13132 333 0,'0'0'149'15,"0"0"-125"-15,0 0 14 16,0 0 107-16,-4 4-113 15,4-4-15-15,2 2 8 16,21 0 11 0,6 0 6-16,7 0-6 0,9-2-12 15,-1 2-3-15,3-2-2 16,2 0-3-16,-6 0-7 16,-3 0-4-16,-9 2 2 15,-4-2-5-15,-9 0-1 16,-7 0 0-16,-5 0-1 15,-6 2 0-15,2 1-5 16,-2-2 0-16,0-1-28 16,0 0-48-16,0 4-32 15,-6-4-17-15,-7 0-103 16</inkml:trace>
  <inkml:trace contextRef="#ctx0" brushRef="#br0" timeOffset="4953.52">11558 13193 114 0,'0'0'304'0,"0"0"-253"16,0 0-38-16,0 0 70 15,0 0-17-15,0 0-37 16,3 0-13-16,-3 1 8 16,0 9 13-16,2 8 13 15,-2 11 15-15,0 7 27 16,7 4-57 0,-5 2-24-16,0-2-3 15,3 4 4-15,-5-4 6 16,4-8 4-16,-4-6-2 15,0-13-3-15,2-4 3 16,-2-3-7-16,5-3-4 16,-1-2 1-16,-1-1-4 0,-1 0-2 15,-2 0-4-15,2 0-4 16,1 0-15 0,-1-6-39-16,-2 0-332 15,0 4-106-15</inkml:trace>
  <inkml:trace contextRef="#ctx0" brushRef="#br0" timeOffset="5305.78">11527 13564 373 0,'0'0'96'0,"0"0"-91"15,0 0 35-15,0 0 22 16,0 0-40-16,0 0-15 15,0 0-2-15,0 0 14 16,0 1-16-16,0 3 2 16,0-4-1-16,0 0 12 15,0 0-16-15,0 0-6 16,0 0-71-16,-2 0-160 16</inkml:trace>
  <inkml:trace contextRef="#ctx0" brushRef="#br0" timeOffset="7444.65">6434 12721 176 0,'0'0'70'16,"0"-2"-65"-16,0 0 18 15,0 2 42-15,0-2-25 16,2 2-23-16,-2 0-3 16,0 0 8-16,0 0 5 15,0-2 9 1,0 2 44-16,0 0-49 16,0 0 0-16,0-2-3 15,0 2-9-15,0-2 1 16,0 2-6-16,0 0 0 15,0 0 5-15,0 0 10 16,0 0 12-16,0 0-3 16,0 0-5-16,0 0-1 0,0 0-3 15,0 0-3-15,0 0-6 16,0 0-14 0,0 0-2-16,0 0-4 15,0 0-1-15,0 0 2 0,0 0 3 16,0 20 5-1,0 10 1-15,0 7 2 16,0 6-2-16,0-3-3 0,0 3 4 16,3-1 0-16,1-4 1 15,-2-4-5-15,0-2-4 16,-2-6 3-16,0-8 4 16,0-6-3-16,0-6 2 15,0-4 2-15,0-2 11 16,0 0-12-16,0 0-2 15,0 0 1 1,0 0-9 0,0 0 1-16,2 0-1 0,-2 0-11 15,0 0-24-15,2 0-30 16,-2 0-41-16,0-2-90 16,0-2-79-16,0 2-118 15</inkml:trace>
  <inkml:trace contextRef="#ctx0" brushRef="#br0" timeOffset="7952.76">6142 13144 147 0,'0'0'239'0,"0"0"-196"15,-20-12-30 1,20 10 111 0,0 2-1-16,0 0-42 15,0 0-47-15,0 0-7 0,0 0-1 16,0 0 4-1,0 0 2-15,0 0-3 0,9-2 1 16,16 0 11-16,10 0 4 16,7-4-15-16,5 2-15 15,9 0-2 1,2-2 6-16,3 2-14 0,1 2-4 16,-5 0 0-16,-3 0 1 15,-13 2-2-15,-16-2 0 16,-11 2 0-16,-14 0 1 0,0 0 0 31,0 0 0-31,0 0 2 16,0 0 0-16,0 0-3 15,0 0-3-15,0 0 3 16,0 0-19-16,0 0-39 16,0 0-52-16,-2 0-234 15,-10 0 33-15</inkml:trace>
  <inkml:trace contextRef="#ctx0" brushRef="#br0" timeOffset="8384.44">6162 13258 459 0,'0'0'59'0,"0"0"-57"15,0 0 66-15,0 0 17 0,0 0-26 16,0 0-23-16,16 0 10 16,10 0 8-1,3-5-13-15,12-1-9 16,1-1 1-16,7 1-4 15,2-2-1-15,1 3 9 16,-1-5-24-16,-5 6-6 16,-3 0-1-16,-7-1-6 15,-9 5 2-15,-12 0-1 16,-11 0 0-16,-4 0-1 16,0 0 2-16,0 0-2 15,0 0-6-15,-11 0-39 16,-7 0-25-16,3 0-80 15,-3 0-25-15,9 0-36 16,3 5-54-16</inkml:trace>
  <inkml:trace contextRef="#ctx0" brushRef="#br0" timeOffset="8766.83">6447 13251 467 0,'0'0'82'16,"0"0"-74"-16,0 0 65 15,0 0-1-15,0-8-42 16,0 8-22-16,0 0-5 15,0 0 5-15,0 10 3 16,-6 17 14-16,-1 16 24 0,1 11 9 0,-2 2-16 16,4 2-27-1,2-8-4 1,2-5 6-16,0-13-8 16,0-10 7-16,0-8 24 15,0-6-13-15,0-2-12 16,0-6-8-16,0 0-2 15,0 0-5-15,0 0-32 16,-2-13-105-16,-5 5-265 16</inkml:trace>
  <inkml:trace contextRef="#ctx0" brushRef="#br0" timeOffset="17872.22">12140 13046 8 0,'0'0'63'0,"0"0"-33"15,0 0-22-15,0 0-8 16,0 0 1-16,0 0 6 16,0-2 12-16,0 2 5 0,0-2 0 15,0 2-1-15,0 0-4 16,0-2-6 0,0 2-1-16,0 0-2 0,0 0-8 15,0 0-1-15,0-2 0 16,0 2 0-1,0 0 0-15,0 0 4 0,0 0 1 16,0 0 7 0,0 0 3-16,0 0 6 0,0 0 1 15,0 0-1 1,0 0-5-16,0 0-5 16,0 0-11-16,0 0-1 0,0 0-2 15,0 0-2 1,0 0-60-16,0 0 0 15,0 0-33-15,0 0-76 0</inkml:trace>
  <inkml:trace contextRef="#ctx0" brushRef="#br0" timeOffset="20071.59">12092 13046 59 0,'0'0'67'0,"-10"0"-43"0,10 0 25 15,-2 0 22-15,2 0-19 16,-2 0-14 0,2 0 6-16,-2 0 49 0,2 0-47 15,0 0 10-15,0 0-11 16,0 0-3-1,-3 0 0-15,3 0 1 16,0 0 6-16,0 0-8 0,0 0-5 16,0 0 3-16,0 0 1 15,0 0 3-15,0 0-3 16,0 0-7-16,0 0-6 16,0 0-4-16,0 0-4 15,0 0 2-15,0 0 9 16,0 0-21-1,0 0-3-15,0 0 4 16,0 0-4-16,0 0 3 16,0 0 1-16,0 0-2 15,0 0 3-15,0 0-4 16,0 0-2-16,5 0 1 16,11 0-3-16,7-2 0 0,7-2 11 15,6 0-4 1,6-2-2-16,0-2 0 15,1 2-4-15,-1 2 4 16,-2 2-8-16,0 0 5 16,0 0-5-16,8-2 4 15,2 2-2-15,0 0-2 16,2 2 2-16,-4 0-2 16,1 0 0-16,2 0 2 15,2 0-2-15,-1 0 2 0,-4 0-2 16,0 0 0-16,0 0 0 15,1 0 0-15,1 0 0 32,-4 0 0-32,4 4 0 0,-4-2 0 15,1 0 0-15,1 2 1 16,13 0-1 0,1 0-2-16,3 2 0 15,4-4 0-15,-6-2 2 0,3 0 0 16,3 0 1-16,4 2-1 15,-3 2 0-15,-1 0 0 16,-2 0-1-16,-5 4 2 16,0-2-2-16,-4 0 1 15,-2 2 0-15,0-2 2 16,-5 2-2-16,0 0-1 16,-3 0 1-16,4 2 0 15,0 0 0-15,-8 0 1 16,-3-2-2-16,-12-4 1 15,-3 2 0-15,3 1 1 16,0 0 0-16,0-1-1 16,2 2 0-16,0-4 0 15,0 4 0-15,3-4 0 16,-3 2 0-16,2 1-1 16,2 1 2-16,-6 2-1 15,-1-1-1 1,-1 0 0-16,2 0 0 15,2 5 1-15,-2-4 0 16,-2 5 0-16,0-4 0 16,-3-2 0-16,7 0 0 15,1 4 0-15,-1-3 0 16,0 2 0-16,2-2-1 16,1 0 2-16,1 0-1 0,1 0 0 15,-1 0 1 1,-1-2-3-16,-6 2 2 15,-3-2-1-15,-2 0 1 16,1 4 0-16,-4 2-1 16,0 0-2-16,-2 4 3 15,-5-6-2-15,4 4 2 16,-5 0 0-16,5 0 0 16,-2 2 1-16,3-2-1 0,-5 1 1 15,3-2-1-15,-1 3 0 16,-1 0 0-1,1 0 0-15,1 0 1 0,-1-1-1 16,1 1 0-16,2-2 1 16,4 4-1-1,-3 0 0-15,2 0 0 16,-3-2 1-16,-5-2-1 0,1-2 0 16,1 0 1-1,-1-6-2-15,1 0 1 16,1 2-1-16,4-2 1 15,-2 2 0-15,3 0 2 16,0 0-2 0,1 1 1-16,1-2 0 0,-4 0-1 15,4-4-1-15,-1 1 1 16,7 2 0 0,5-4 0-16,3 0-2 0,3 1 2 15,-2-4 0-15,3 2 1 0,-4-3 3 16,-1 0-3-1,2 1 1-15,0 2 1 16,0-2-2-16,2 3 0 16,-5-4-1-16,-2 0 2 15,-1 0-1-15,-10 2 0 16,-6-2 0-16,-5 3 0 16,-5-3 2-16,-1 0-1 15,-3 0 3-15,-2 0 4 16,0 0-4-16,0 0 6 15,0 0-3-15,0 0-3 16,0 0 4-16,0 0-6 16,0 0-2-16,0 0 0 15,0 1-1 1,0-1 0-16,0 0 0 16,0 0-5-16,0 3-28 15,0-3 9-15,0 0-8 16,0 0-16-16,-2 0-1 15,-18 0-15-15,2 0-19 16,-1-4 7-16,-2-5-32 16,3 0-19-16,-3 0 2 15,2 1-9-15,3-2 7 16,5 0 56-16,11 6 16 0,0 0-20 16</inkml:trace>
  <inkml:trace contextRef="#ctx0" brushRef="#br0" timeOffset="20840.18">16786 13850 169 0,'-13'-6'336'0,"7"4"-287"0,6 0-39 15,-2 2 129-15,2 0-12 16,0 0-52-1,-2 0-24-15,2 0 52 0,0 0-54 16,0 0 1 0,0 0-10-16,0 0-6 15,0 0-12 1,0 0-2-16,0 0-3 16,0 0 1-16,0 0-7 0,0 0 5 15,0 0-12-15,0 0 0 16,0 0-1-16,0 0-1 15,0 0 1-15,0 0-2 16,4 0 2-16,8 0 1 16,8 8 4-16,4 8-8 15,5-4 0-15,7 2 0 16,13 2 0-16,1 0 0 16,0-2 1-16,-2 0-1 15,-15-2 0-15,-4-6 1 16,-6 2 1-16,-4-2-2 15,-5-2 0-15,-8-1 1 16,-1-3 2-16,-5 1-3 16,0-1 2-16,0 0 1 15,0 0-1-15,0 0 8 16,0 0-7-16,0 3 0 16,0-3-2-1,0 0-2-15,0 0 1 0,0 1-4 16,0 3 4-1,-9 2-4-15,-9 2 4 16,-7 1 1-16,-8 0-1 16,-7 4 1-16,-2-8 2 15,-1 8-1-15,-1-8 1 16,8 4-2-16,5-4-1 16,4-1 2-16,11 1-3 15,5-3 0-15,9-2 2 16,2 0-2-16,0 0 1 15,0 0 0-15,0 0-2 16,0 0 2-16,0 0-1 0,0 0-2 16,0 0-5-16,0 0-1 15,0 0-24-15,18 0-34 16,8 0-46-16,12 0-67 16,-22 0-162-16,-1 0-257 15</inkml:trace>
  <inkml:trace contextRef="#ctx0" brushRef="#br0" timeOffset="21622.66">17650 13932 32 0,'0'-2'119'15,"0"0"-16"-15,0 0-39 16,0-2-9-16,-6-2 3 15,1 0 20-15,3 2-28 0,-2-2 8 16,1 2-4-16,1 2 2 16,2 0 0-1,0 2-10 1,0 0 45-16,0-2-52 16,0 0 5-16,0 0 4 15,0-2-6-15,0 4-2 16,0-2-1-16,0 2-6 15,0 0-10-15,0 0-6 16,0 0-6-16,0 0 3 16,0 0-7-16,0 0-6 0,0 6-1 15,-3 14-6-15,1 6 6 16,0 4 4 0,2 1-4-16,0 1 1 0,0 4-1 15,0-4 1-15,0 0 0 16,0 2 0-1,0-12 2-15,0-4-3 0,0-4 1 16,0-8 0-16,0-2-1 16,0-4 6-16,0 2-5 15,0-2 2-15,0 0-1 16,0 0-2-16,0 0 1 16,0 0-1-16,0 0-2 15,0 0-10-15,0 0-93 16,4 0-31-1,1-2-167-15,-2-4-114 16</inkml:trace>
  <inkml:trace contextRef="#ctx0" brushRef="#br0" timeOffset="22534.17">17875 13744 376 0,'0'0'118'15,"0"0"-110"-15,0-42 9 16,-11 31 91-16,-4 2-52 15,-1 0-6-15,-4 4 9 16,-2 1-4-16,-5 2-21 16,-2-1 40-16,0 3-39 15,0-1-4-15,4 1-2 16,-4 0-8-16,0 0-4 16,0 0 0-16,2 10-5 15,8 2-3-15,1 2-4 16,0 1 1-16,-2 3 4 15,5 3-4-15,-3-1-1 16,5 4 3-16,1 2-1 16,3 0-1-16,1 2-2 15,0 4 0-15,2-8 4 16,2 2-6-16,4 0-1 16,0-2 0-16,0 5 0 15,0-1-1-15,0-2 2 16,0 2 1-16,8-6-2 15,4 0 1 1,1-4-1-16,3 6 0 16,-1-2 4-16,3 2-5 15,0-2 2-15,2-2 0 0,2-2-1 16,0 0 0 0,3-2-1-16,-3 0 2 15,3 0-1-15,-3-3 0 0,2-2 0 16,5 0 0-1,0-4-1-15,3 0 3 16,-3-3-2-16,-5-3 1 16,3 2 1-16,0-3-3 15,6 0 4-15,3 0-4 0,-1 0 2 16,1 0 0-16,-3-7 0 16,0-7 0-16,-1-4 2 15,-3 0-3 1,0-10 10-16,-2-2-6 15,-1-4 4-15,-3 0-2 16,1-14 1-16,-4-4-1 16,-4 0-3-16,-5 0 9 15,-11 6-4-15,0 3 0 16,0 1 4-16,-4 2-6 16,-25 0 8-16,-11 2-4 15,-16 4-5-15,-6 4 2 0,-8 4-8 16,-6 8-2-1,-2 1 2-15,-2 10-14 16,0 3-36-16,9 4-28 16,11 0-28-16,53 0-129 15,7 0-295-15</inkml:trace>
  <inkml:trace contextRef="#ctx0" brushRef="#br0" timeOffset="24497.07">19076 13824 412 0,'5'-10'134'0,"-3"2"-98"16,-2 2 36-16,0 0 66 16,0 4-45-16,0 2-41 15,0-2-23-15,0 2-11 16,0 0-8-16,-2 0-3 15,-12 0-7-15,-1 0 21 0,-5 0-14 16,-5 18 9 0,-6 4 23-16,0 4-22 15,-3 4-5-15,5 0-7 16,0 12-2-16,5-2-1 16,8 5-1-1,8-9-1-15,8-13 1 16,0 2-2-16,0-9-1 15,4 0 1-15,9-6 1 0,5-2 3 16,7-4-1-16,3-4 2 16,9 0 12-16,4 0-2 15,1-2 2 1,6-18 5-16,-2 2-11 0,-1-8-2 16,-3-2 5-16,1-7 0 15,-10-2 6 1,-11 1 0-16,-10-1-5 0,-12 9 3 15,0 0-8-15,-12 0 6 16,-26 4-4-16,-12 2-10 16,-8 8-1-16,-7 4 2 15,0 8 2-15,4 2-2 16,7 0-2 0,11 0-1-16,9 8-35 0,17 10-32 15,17 4-42-15,0 4-56 16,15-16-123-1,18 0-103-15</inkml:trace>
  <inkml:trace contextRef="#ctx0" brushRef="#br0" timeOffset="24920.8">19771 13922 566 0,'0'0'196'0,"0"0"-194"16,0 0-1-16,21-22 71 15,-21 22 3-15,0 0 11 16,0 0-59-16,0 0-3 16,0 0 2-16,-2 4-20 15,-23 20-1-15,-8 12 3 16,-10 8 11-16,3-4 5 16,2 3 3-16,3-7-13 15,4-4-4-15,6-6-3 0,4-6-4 16,8-6-2-16,4-6 1 15,5-2-2 1,4-4-2 0,0-2-25-16,0 0-150 0,0 0 51 15,0 0-42-15,0-2-122 16</inkml:trace>
  <inkml:trace contextRef="#ctx0" brushRef="#br0" timeOffset="25248.66">19564 13946 411 0,'0'0'103'0,"0"0"-65"16,0 0 71-16,0 0 15 15,39-72-44-15,-37 72 34 16,-2 0-92-16,0 0-11 16,0 0-6-16,4 6-4 15,5 22 0-15,4 8 27 16,5 9-11-16,2-5-6 15,4 0-3-15,1-4 0 16,2-4-2-16,-3-4 1 16,1-8 1-16,-3-6-4 15,-4-4 11-15,0-2-5 16,-5-4-1-16,-4-4-1 16,-2 2 1-16,-1-2-9 15,1 0 0-15,-1 0 0 16,3 0-6-1,5 0-42-15,-14 0-65 16,2 0-165-16</inkml:trace>
  <inkml:trace contextRef="#ctx0" brushRef="#br0" timeOffset="25631.81">20121 13934 109 0,'0'0'560'0,"0"0"-527"15,0 0-32-15,14-24 103 16,-14 24 14-16,0 0-25 16,0 0-36-16,0 0-53 0,0 24 3 15,0 8-7-15,-7 4 25 16,0 1-6-1,-2-3-2-15,5 0-3 0,2-4-9 16,2-2-5-16,0-4 10 16,0-8-10-1,4-4 5-15,16-6-2 16,4-2 8-16,3-4 0 0,4 0 4 16,0 0-6-1,-6 0-2-15,-4-10-7 16,-13-12 0-16,-8-4-15 15,0-6-77-15,-4 15-208 16,-12 2-530 0</inkml:trace>
  <inkml:trace contextRef="#ctx0" brushRef="#br0" timeOffset="25799.86">20083 13632 13 0,'0'0'879'15,"0"0"-844"-15,0 0-28 16,0 0 58-16,-8-43-2 16,8 43-53-16,0 7-10 15,0 4-60-15,0 1-465 16</inkml:trace>
  <inkml:trace contextRef="#ctx0" brushRef="#br0" timeOffset="26432.49">20611 13922 701 0,'0'0'127'16,"0"0"-103"-16,0 0 67 16,0 0 18-16,4-66-76 15,-19 66-22-15,-5 0-11 0,-5 0 6 16,-10 8-6-16,-1 16 5 16,-4 10-4-16,5 6 0 15,8 2-1 1,5 2-2-16,6-3 1 0,9-5 0 15,5-6-1-15,2-8-4 16,0-8-2 0,18-12 8-16,13-2 6 0,5-4 17 15,4-26 10-15,0-4 5 16,-4-8-12 0,-9-7-10-16,-6-3-7 0,2-4-5 15,-9-4-3-15,-1 0-2 16,-7-2-2-16,-2 12 1 15,-4 11 0-15,0 17 0 16,0 11 0 0,0 8 0-16,0 3 1 15,0 14-9 1,-6 25 3-16,-7 11 7 0,6 2 4 16,0 2-2-16,7 2 0 15,0-4-1-15,0-6 8 16,0-6-6-16,12-7 0 15,5-8 0-15,4-4-1 16,3-9 1-16,3-5-3 16,4-2 0-16,0-3-31 15,1-2-96-15,-24 0-199 16,-1 0-289-16</inkml:trace>
  <inkml:trace contextRef="#ctx0" brushRef="#br0" timeOffset="26848.22">20897 14044 606 0,'0'0'108'15,"0"0"-88"1,0 0 162-16,26 3-106 16,-12 1-12-16,1-3-15 15,10-1-18-15,2 0-8 16,4 0 5-16,-2-9 0 0,-2-9-5 15,-5-5-12 1,0-4-2-16,-4-2-5 16,-7-3 1-16,-7 2-5 0,-4 2 0 15,0 4-4-15,0 8 4 16,-15 2 4 0,-10 8-4-16,-2 6-5 0,-8 0 2 15,-3 4 2-15,1 24 0 16,-6 18 2-1,11 6 1-15,15 2 4 16,10 3-1-16,7-15 3 0,7-2 4 16,24-12 8-16,13-4 3 15,17-6-5-15,14-8-2 16,10-4-1-16,6-6-10 16,-4 0-5-16,-11 0-12 15,-60-12-60-15,-12-2-410 16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22:13.84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12946 14562 200 0,'-2'-10'62'15,"2"2"-44"-15,0 2 115 0,-2 2-42 16,2-2-56-16,0 2-9 16,-2 0 2-1,0 2-4-15,0 0-3 16,2 2-5-16,-3-4 6 16,3 0-3-16,0 4-1 15,0 0-4-15,0 0 2 16,0 0-1-16,0 0 4 15,0 0 5-15,0-2 5 16,0 2 10-16,0 0-7 16,0 0 24-16,0 0-35 15,0 0 1-15,0 0-1 16,0 0-5 0,0 0 3-16,0 0-7 0,0 0-3 15,0 0-1-15,0 0-3 16,0 2 0-16,0 12 2 15,0 8 6-15,0 4 24 16,0-2-15-16,0 6-6 16,0 2-6-16,0 6-2 15,0 2 1-15,0 5-2 16,0 1 3-16,0-2-4 16,0-4 0-16,0 0 1 15,0-10-1-15,0-6 1 16,0-6 0-16,0-12-2 15,0-2 4 1,0 0-2-16,0 0-3 16,0 0 3-16,0-4-4 0,0 0 2 15,0 0-2-15,0 0-2 16,0 0 1 0,0 0-2-16,0 0 0 0,0 0-9 15,0 0-24-15,-4 0-38 16,-12 4-37-1,1 0 24-15,3 0-18 16,1-2 3-16,7-2-32 0,4 0-35 16,0 0-87-16</inkml:trace>
  <inkml:trace contextRef="#ctx0" brushRef="#br0" timeOffset="971.74">12520 15089 350 0,'-19'-6'219'0,"17"0"-157"15,2 6-31 1,0 0 79 0,0 0-10-16,0 0 1 0,0 0-53 15,0 0-3-15,0-2-5 16,0 2-6-1,0 0-7-15,0 0-2 0,0 0-7 16,9 0-8-16,11 0-4 16,13 0-1-16,14 0 6 15,13 0 3-15,12 0-1 16,3 8-6-16,4-4-2 0,-4 0-2 16,3 6 1-1,-4-6-3 1,-1 2 4-16,-6-2-4 0,-6 4 0 15,-15-8-1-15,-21 4 0 16,-15-2-2 0,-10-2 1-16,0 0 0 15,0 3-1-15,-21-2 2 0,-6 3-2 16,-4 0-13-16,2 0-20 16,2-2-7-16,2 2-7 15,-2 0-39-15,-2 0-91 16,21-4-131-1,-3 0-241-15</inkml:trace>
  <inkml:trace contextRef="#ctx0" brushRef="#br0" timeOffset="1411.16">12967 15155 630 0,'0'0'51'16,"0"0"-49"-16,0-10 72 15,0 10 36-15,0 0-26 16,0 0-28-16,0 0-19 15,0 0-19-15,0 0-5 16,0 0-12-16,-4 5-1 16,-10 13 0-16,-4 8 2 15,-9 6 9-15,-4 5 4 16,-4 2-10-16,-1-3 5 16,5-4 2-16,-2-2-3 15,6-6-3-15,7-8 2 16,4-2-2-16,9-6-4 15,7-8 2-15,0 0-4 16,0 0 0 0,0 0-2-16,0 0-4 0,0 0-43 0,0 0-48 15,0 0-30 1,0-4-43 0,0-6-136-16</inkml:trace>
  <inkml:trace contextRef="#ctx0" brushRef="#br0" timeOffset="2018.79">12853 15182 343 0,'0'0'182'0,"0"0"-141"16,0 0 28-16,0 0 64 16,18-31-28-16,-18 31-54 15,2 0-17-15,-2 0 21 16,0 0-33-16,2 0-4 15,-2 0-1-15,3 0-4 16,1 0-8-16,2 8 0 16,8 9 14-16,1 2 2 15,4 8 8-15,-1-5-14 16,1 4-6-16,0 6-2 16,0-4-2-16,3 2-3 15,-3-4 2-15,0-2-4 16,-3-4 2-1,-3-2-1-15,1-4-1 0,-5 0 0 16,-5-10 0 0,-2 2 0-16,-2-4-1 15,0 0 1-15,0-2 0 16,0 0 1-16,0 0 2 16,0 0 1-16,0 0 0 15,0 0 2-15,0 0-3 16,0 0 1-16,0 0-3 15,0 0 0-15,0 4-1 16,-8-4-8-16,-11 6 4 16,-4-2 4-16,-2 4 5 15,-4-8-3-15,-7 4-1 16,-36-4-1-16,-7 0 0 16,-10 0 2-16,1 0 4 15,28-4-6-15,14-8 11 16,13 6-5-16,10-6-2 15,11 6-4-15,10 2 0 16,2-2-2-16,0 2-26 0,16 0-55 16,-1 4-84-1,6 0-100-15</inkml:trace>
  <inkml:trace contextRef="#ctx0" brushRef="#br0" timeOffset="2609.92">12871 15526 554 0,'0'0'100'15,"0"0"-88"1,9-10 128-16,-7 10-61 15,-2 0-16-15,2 0-14 16,-2 0-6-16,0 0-6 16,0 0-13-16,0 0-6 15,0 0-7-15,0 0-4 16,0 0-3-16,0 6-4 16,0 20-7-16,2 13 7 0,4 3 7 15,-4 8-1-15,0 6 0 16,0 2-4-1,0-4 3-15,-2-4-3 16,0-7 1-16,0-10-2 0,0-8-1 16,0-10 1-1,0-6 2-15,0-5-2 0,0-4 2 16,0 0 1 0,0 0 10-16,0 0 0 15,0 0-2-15,0-13-12 16,0 4-9-16,0 0-21 15,0 4-42-15,-2-4-53 0,-2 8-109 16,-2-2-81 0</inkml:trace>
  <inkml:trace contextRef="#ctx0" brushRef="#br0" timeOffset="5224.08">5006 14564 74 0,'9'-16'152'0,"-2"6"-152"16,-1 6-29-1,0-6 29-15,2 6 56 0,-2 0-39 16,1 4-1-16,-1-4-3 16,4 4 5-1,-1-4 3-15,1 2-11 16,-2 2-10-16,-6 0-5 0,-2-2-25 16,0 2-13-16,0 0 2 15,0 0 40-15,0 0 1 16,0-4 10-16,0-1 5 15,0 4 28-15,0-5 9 16,0 2 0-16,0 0 18 16,0 0-28-16,0 4-11 15,0-4 33-15,0 0 10 16,0 2-17-16,0 0-1 16,0 2 8-16,0 0-19 15,0 0-14 1,0 0-6-16,0 0-6 15,0 0-8-15,0 0-6 16,0 0-1-16,0 0-3 0,0 8 0 16,0 14 13-1,0 2 11-15,-10 10 38 16,0 6-42-16,-1 8 4 16,-3 2-11-16,1 12-4 15,-1 2 6-15,1-1-12 16,1-7 3-16,4-20-1 15,1-8-2-15,3-10 4 16,2-6-4-16,2-6-2 0,0-6 3 16,0 0-4-16,0 0 2 15,0 0-1-15,0 0 0 16,0 0 3 0,0 0-1-16,0 0-4 0,0 0-26 15,0 0-14 1,-5 0-30-1,-6 0-36-15,4 0-188 16,-4 0-153-16</inkml:trace>
  <inkml:trace contextRef="#ctx0" brushRef="#br0" timeOffset="5709.74">4540 15021 214 0,'0'0'302'16,"0"0"-247"-1,-24 0-45-15,24 0 232 0,0 0-165 16,0 0-43-16,0-4-13 16,0 2-2-1,22 2-5-15,7 0 23 0,12 0 11 16,5 0-21 0,12 0-7-16,11 0-13 15,9 0 1-15,7-4-1 16,-1 0-5-16,-6 0 1 15,-7 4-2-15,-6 0-1 16,-9-4 4 0,-12 4-4-16,-10-2 2 0,-14 2-8 15,-9 0 4-15,-8 0-6 16,-3 0-4 0,0 0 1-16,-14 0-16 0,-13 0-8 15,0 6-77-15,-4 0-67 16,18-4-63-16,0 0-63 15</inkml:trace>
  <inkml:trace contextRef="#ctx0" brushRef="#br0" timeOffset="6069.49">5084 15079 165 0,'0'0'463'0,"0"0"-423"15,0 0-35-15,0-12 112 0,0 12-24 16,0 0-53 0,-9 0-18-16,-11 0-15 15,-9 20 25 1,-11 4-14-16,-22 19 30 15,1 3-4-15,1-2-8 16,9-2-7-16,24-20-7 16,12-4-14-16,8-6-1 15,7-8-7-15,0-2-3 0,0-2-4 16,0 0-8-16,20 0-1 16,7 0 4-16,2-14-52 15,-16 4-102 1,-2-2-530-16</inkml:trace>
  <inkml:trace contextRef="#ctx0" brushRef="#br0" timeOffset="6549.69">5069 15025 792 0,'0'0'90'0,"0"0"-79"16,0 0 23-1,0 0 31-15,6-12-28 0,-4 16-31 16,5 14-5-16,-1 4 6 16,6 8 0-1,1-2 0-15,1 4-1 0,3-2 5 16,-1-3-2-16,2-5-3 16,0 0 0-1,-1 2-6-15,-1-4 1 16,-1-2 3-16,-3-4-4 15,-1-4 0-15,-3-2 0 16,0 0 1-16,-4-2 0 16,-4-2-1-16,0-4 0 15,0 0 0-15,0 2-1 16,0 2 2-16,-25-2 5 16,-10 4 14-16,-10-6-5 15,-4 0 6-15,-6 0 2 16,-3 0-5-16,-3 0-1 15,5 0 0-15,6 0-1 16,7 0 2-16,5 0-9 0,11 0-7 16,5 4-2-1,9 0-5-15,6-4-41 16,5 2-47-16,2 2-107 16,0-4-165-16,0 2 10 15</inkml:trace>
  <inkml:trace contextRef="#ctx0" brushRef="#br0" timeOffset="6973.42">5084 15350 490 0,'0'0'241'0,"0"0"-212"0,8-6 27 15,-8 6 62-15,0 0-51 16,0 0-28-16,0 0-26 16,0 0 4-16,0 20-14 15,0 16 1-15,0 12 27 16,-6 4-21-16,-3 0 0 15,3 3-3-15,-4 3-1 16,6-4-3-16,0-10-3 16,-1-8 2-16,5-18 2 15,0-2-3-15,0-10 1 16,0-4 0-16,0 0-2 16,0-2 2-16,0 0-2 15,0 0-3-15,0 0 3 16,0 0-11-1,0 0-44-15,0 0-252 16,-2-4-230-16</inkml:trace>
  <inkml:trace contextRef="#ctx0" brushRef="#br0" timeOffset="9198.17">13230 15713 464 0,'-2'-4'175'0,"2"0"-161"0,0 4 7 16,0 0 83-1,0-2-40-15,0 0-8 0,0 2-35 16,0-2 1-16,0 2 3 16,0 0 6-1,0 0-4-15,0 0-11 16,0 0-4-16,0 0-8 0,9 6-4 15,8 6 12 1,8 2-7-16,4 4 0 16,6-6-3-16,6 2-1 15,3 0 8-15,5-4-9 16,2-2 2 0,1 0 3-16,4-8 5 0,4 0-5 15,4 0 5-15,5 0 2 16,20 0-5-1,3-14-3-15,3-4 1 0,-1-2-5 16,-16 2 2-16,2-4-1 16,-2 0 1-16,0-2 1 15,-2 2-1-15,-5-6 0 16,-2 2 2-16,-2 0-4 16,0-9 7-16,0 3-3 15,6-4 6-15,3 0 11 16,0-4-14-16,2 0-3 15,-3 4-4-15,15 0 1 16,-1-4-1-16,-2 8 0 16,-3 2 0-16,-19 7 0 15,-5 1 0 1,-4 4 0-16,-3 4 2 0,-5 4-2 16,-4 4 0-16,-7 4 0 15,4-2-1-15,-3 4 1 16,-1 0 0-1,1-4-1-15,0 4 1 0,-2 0-2 16,0 0 2-16,-1-2 2 16,1 2-2-1,-3 0 0-15,-4 0-1 16,-2 0 1-16,-9 0 0 0,-1 0 0 16,6 0 1-16,2 0-1 15,2 0 0-15,4 0 0 16,-5 0-1-16,3 0 4 15,-7 0-3-15,-9 0 0 16,-3 0 0 0,-10 0-1-16,0 0-1 15,0 0 1-15,0 0-27 16,0 0-33 0,-7 0-12-16,-5 6-27 0,2-6-26 15,1 0-49-15,6 0-66 16,-1 0-90-16</inkml:trace>
  <inkml:trace contextRef="#ctx0" brushRef="#br0" timeOffset="9713.31">16447 14861 535 0,'-11'-14'156'16,"9"10"-136"-16,2 0 59 15,-2 4 58-15,2 0-56 0,0 0-34 16,0 0-16 0,0 0 8-16,0 0-29 15,2 0 7-15,9 2 6 16,7 9 0-1,6 6-3-15,5-5-3 16,2 4-5-16,-4 0-8 16,6 0 5-16,1 0-1 0,1 2-4 15,2-8-2-15,-6 2 0 16,-4 0 0-16,-4 0 0 16,-2 0-2-16,-8-2 1 15,-2 2-2-15,-6 2-1 16,-5 0-5-16,0 2 7 15,0 2 2-15,-27 6-2 16,-9 1 3 0,-9-2-1-16,1 4-1 0,7-9 4 15,3 0-2-15,9-10-3 16,5 2 1-16,7-2-1 16,7-2 0-16,0 2-1 15,4-4-8-15,2 0-26 16,0 2-32-1,0-6-63-15,0 0-569 0</inkml:trace>
  <inkml:trace contextRef="#ctx0" brushRef="#br0" timeOffset="10336.44">17272 15065 514 0,'0'0'206'0,"0"0"-178"0,0 0-10 16,-14-18 131-1,14 14-75-15,0-6-5 16,12 6-59-16,5-4 1 16,5 4-2-16,16 0 9 15,3 2-10-15,1 2-3 16,-2 0 2-16,-18 0-2 15,-4 0-3-15,-9 10-2 16,-7 12 0-16,-2 2-8 16,0 6 5-16,-11 5 3 15,-18-2 3-15,-4 2-3 0,-6-3 0 32,4-1 2-32,-3-2 10 15,5-5-10-15,8-2-1 16,7-10 1-16,9-2-2 15,9-2 0-15,0-2-2 16,0-2-6-16,9 0 7 16,13-4 1-16,10 0 4 15,7 0 13-15,7 0-8 0,5 0-1 16,0 0-2-16,2 0-6 16,1 0 3-16,-3-4-3 15,-8 0 0 1,-8-6-115-16,-30 6-162 0,-5 0-194 15</inkml:trace>
  <inkml:trace contextRef="#ctx0" brushRef="#br0" timeOffset="10932.34">17739 14881 149 0,'0'0'286'0,"0"0"-233"16,0 0 64 0,-87-101-36-16,52 91 16 15,-5-2-20-15,-7 6-16 16,-4-2-13-16,4 8-7 16,1 0 3-16,-4 0-7 15,5 0-7-15,1 8-5 16,4 6 2-16,5 13-7 15,0 0-7-15,9 10-7 0,0 5-2 16,5 4-3 0,4 4 1-16,3 2-2 15,8-2 0-15,1 0 0 0,5 15 0 32,0-1 0-32,0-6-3 0,15-2 3 0,8-16 0 15,2-4-6 1,8-4 6-16,5 0-2 15,4-5 2-15,9-4 4 16,7-2 1-16,7-7-2 16,6-10 1-16,5 0-2 15,7-4 6-15,-2 0-1 16,0 0-4-16,-10-12-1 16,-11-15 1-16,-4-23 0 15,-16-16 1-15,-17-18 16 16,-15-16 7-16,-8 2 5 15,-17-5-11-15,-16 5-12 16,-6 14 1-16,-1 16 1 16,0 15 4-16,0 21 0 15,-2 10-15-15,0 8-6 16,-4 14-9-16,5 0-70 16,27 14-283-16,7 3-312 15</inkml:trace>
  <inkml:trace contextRef="#ctx0" brushRef="#br0" timeOffset="13395.2">18658 14897 413 0,'-14'-10'243'15,"11"4"-225"-15,3 4-12 16,0 2 102-16,0-2-13 16,0 2-27-16,0 0-39 15,0 0 4-15,0 0-1 16,0 0 5-16,0 0-1 16,0 0-9-16,0 0-2 15,0 0-7-15,0 0-1 16,0 0-6-16,0-2-9 15,12 0 0-15,12-2-1 0,12 0 5 16,11-6 7-16,9 2-7 16,4 0-2-1,4 2-3-15,1-2 3 16,-1 3-4-16,-1 1 0 16,-12 3 2-16,-7 1-1 15,-12 0-1-15,-14 0 0 16,-7 0 1-16,-9 0-2 15,0 0 1-15,-2 0-4 0,0 0-5 16,0 0-21-16,-13 1-35 16,-14 13-93-16,10-7-66 15,-4-1-273 1</inkml:trace>
  <inkml:trace contextRef="#ctx0" brushRef="#br0" timeOffset="13898.66">18953 14971 620 0,'0'0'75'0,"0"0"-70"16,0 0 38-16,0 0 70 15,0 0-37-15,0 0 54 16,0 0-80-16,0 0-16 15,0 0-10-15,2 0-16 16,4 2-7 0,-2 18 0-16,5 8 0 0,-1 2 11 15,4 6-7-15,1 2-5 16,-1 6 5-16,1 5-4 16,-3-4 0-16,-2 2 1 15,-2-1-2-15,-6-12-4 16,0-6 1-16,0-6 2 15,0-8-3 1,-16-6 4-16,-17-4 7 16,-13-4-3-16,-33 0 15 15,-6-26-10-15,-1-8 0 16,6-2 28-16,30 8-6 16,17 6-1-16,13 0-11 15,9 8-10-15,6 2 2 16,5 3-11-16,0 4 0 0,0-3-9 15,9 3-8 1,18 4-26-16,2-3-18 16,6 4-161-16,11-4-29 15,-31 2-52-15,3 0-84 0</inkml:trace>
  <inkml:trace contextRef="#ctx0" brushRef="#br0" timeOffset="14927.26">19210 15061 625 0,'0'0'112'0,"0"0"-97"0,0 0 106 16,56-30-18-1,-56 30-48-15,0 0-16 16,0 4-39-16,0 26 0 0,0 6 2 16,0 14 8-1,0 3-3 1,0 1-3-16,0-6 4 15,0-16-8-15,0-10 4 0,7-12-2 16,-3-2 0-16,2-8 8 16,3 0 0-16,5 0 0 15,6-4 8-15,2-14 3 16,5-10-4 0,-3-2-11-16,1 0 3 0,-3-2-9 15,-4 0 2-15,-5 1 1 16,-1 3-2-1,-6 6 0-15,-4 8-1 0,-2 12 1 16,0 2 6-16,0 0-7 16,0 8-5-16,0 22-7 15,-4 2 11-15,4 9 1 16,0-1 0-16,0-8-1 16,6 2-1-16,10-10 0 15,-3-6 2-15,1-6 2 16,-1-8-1-16,6-4-1 15,2 0 0-15,8-22-1 16,2-18-3-16,-4 0-14 16,-4-6-6-16,-15 7-12 15,-3 3 7-15,-1 4 9 16,-4 10-2-16,0 10 1 16,0 6 12-1,0 6 8-15,0 0 1 16,0 0-19-16,-4 22 6 15,-5 14 12-15,5 1-3 16,4 3 4-16,0-4-5 16,0-10-1-16,0 2-10 15,0-8 12-15,6-8 0 16,7-10 4-16,1-2-1 16,3 0 4-16,-3-20-2 15,-1-4 2-15,-1-8-3 16,-6-2 6-16,1 2 6 0,-1-4 3 15,0 4 6-15,0 7-4 16,-4 7 3 0,3 8 23-16,-3 10-16 15,-2-4-13-15,2 4-14 0,4 8 0 16,4 28-10 0,5 9 10-16,1 5 6 15,-1-10-2-15,-1-4-3 0,1-6 0 16,-2-6 1-16,-1-10-1 15,-1-2 1 1,1-12-1-16,-2 0 2 16,9 0 3-16,-2-22 9 15,5-6-2-15,-4-6-2 16,-4 2-10-16,-4 0 3 16,-3 0 4-16,-2 3-5 15,-5 11 2-15,2 8-4 16,-2 10 0-16,0 0-2 15,0 8-3-15,0 20-19 0,0 8 16 16,0 3 7-16,5-3 0 16,5-8-13-16,6-6-50 15,4-10-30 1,2-8-63 0,-11-4-31-16,-1 0-437 0</inkml:trace>
  <inkml:trace contextRef="#ctx0" brushRef="#br0" timeOffset="15415.38">20428 15015 562 0,'0'-20'139'0,"-10"20"-111"16,-17 0 42-16,-2 8 32 15,-5 16-60-15,1 10 12 16,4 6-23-16,4 4-11 15,10 2-2-15,13 8-13 16,2-1-2-16,13-9-3 16,27-8 1-16,5-18 5 15,6-14-5-15,6-4 2 16,4-4 9-16,3-26-11 16,-4-6-1-16,-6-10-31 15,-11-2-24-15,-15-6-34 16,-7-5-4-1,-13-13-7-15,-6-4-46 16,-2-2 8-16,0 1 0 16,0 15 138-16,0 16 67 15,0 18 109-15,-2 12-14 16,-2 16-1-16,0 0-72 16,-5 6-21-16,2 32-42 15,0 16-6-15,1 13 1 16,6 9 5-16,0 4-9 15,0-2-4-15,0 0-9 0,8-5-1 16,6-7-3 0,1-12-4-16,-3-10-162 15,-6-12 156-15,1-18-25 0,-7-14-174 16,0-6-144 0</inkml:trace>
  <inkml:trace contextRef="#ctx0" brushRef="#br0" timeOffset="15697.81">20605 15147 642 0,'0'0'296'0,"0"0"-274"15,0 0-15-15,37-74 110 16,11 62-93-16,7-2-5 16,0 2-6-16,15 2-3 15,-7 6-3-15,-13-2-1 16,-9 6 3-16,-26 0-6 15,-3 12-2-15,-4 14-1 16,-5 4-3-16,1 0 3 16,-4 2 0-16,2-5 2 15,0-5 4-15,0-4-5 16,0-4 1-16,-2 0-2 16,3-4-3-16,-3-2-29 15,0-3-80-15,0-5-128 16,0 0-323-16</inkml:trace>
  <inkml:trace contextRef="#ctx0" brushRef="#br0" timeOffset="15857.93">21041 14744 1032 0,'0'0'184'0,"0"0"-230"15,0 0 30-15,0 0-9 0,-19 14-135 16,19 8-205 0</inkml:trace>
  <inkml:trace contextRef="#ctx0" brushRef="#br0" timeOffset="16212.87">21195 14989 923 0,'0'0'84'0,"0"0"-2"0,0 0-52 16,0 0 1-16,-11 138-3 16,5-79-20-1,6-5-3-15,0-8-3 16,0-8-1-16,2-24-1 0,15-6 5 16,12-8 16-16,9 0 11 15,11-12-6-15,1-18-8 16,-6-6-9-16,-7-5-8 15,-12 0 6 1,-14-4-4 0,-11-3 12-16,0 10 13 0,-15 8-7 15,-23 8 2-15,-9 10-19 16,-20 12-4-16,5 0-3 16,4 30-10-16,16 4-39 15,28 0-38-15,14 0-48 16,0-28-186-16,7 1-229 0</inkml:trace>
  <inkml:trace contextRef="#ctx0" brushRef="#br0" timeOffset="16628.59">21654 15051 833 0,'0'0'161'0,"0"0"-77"0,0 0-47 16,0 0-31-1,14 112 6 1,-22-63-3-16,8 1-1 0,0-10-8 16,0-8 4-16,0-10 0 15,0-14 3-15,0-8 31 16,0 0 5 0,3 0 3-16,13-26 78 0,8-10-85 15,8-8-25-15,-3-5-9 16,10-10 0-1,-1 0-4-15,-5 11-1 0,-1 8 1 16,-21 26-1-16,-4 10-1 16,-5 4-1-16,0 18-4 15,0 26-3-15,7 14-14 16,3 6 23-16,1 1 2 16,3-9 2-16,-1-8-3 15,3-16-1-15,-3-6 0 16,1-14-8-16,-1-10-4 15,1-2-13-15,11-24-23 16,2-24-33-16,-22 14-86 16,1 2-401-16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24:19.0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23325 4805 42 0,'-2'0'3'0,"2"0"5"15,0 0 12-15,0 0-16 0,0 0-3 16,0 1-1 0,0-1 25-16,0 0 3 15,-3 3-11-15,3-3-11 16,-2 0-2-16,0 1-3 15,0 1-1-15,-2 2-34 16,2-4-27-16</inkml:trace>
  <inkml:trace contextRef="#ctx0" brushRef="#br0" timeOffset="3013.98">23553 4666 134 0,'0'-2'104'16,"0"0"-79"-16,0-2 59 15,0 2-68-15,2 0 18 0,-2 0-17 16,2 2 15 0,-2-2-20-16,0 2 17 15,0 0 4-15,0 0-14 0,0 0-10 16,0 0-1-1,0 0-5-15,0 0-3 16,0 0 0-16,0 0-1 16,0 0 1-1,0 0-1-15,0 0-2 0,0 0 3 16,0 0 2-16,0 0-2 16,0 0-1-1,0 0 0-15,0 0-1 0,0 0 1 16,0 0-2-16,0 0 3 15,0 6 3 1,4 8 9 0,-2 2 1-16,3 4-7 15,-3 4 2-15,2-2 3 16,2 4-3-16,-4 2 0 16,2 2-2-16,-4 2 9 15,0 3-10-15,0 1 10 16,2 14-7-16,2 6-4 15,-1 14 2-15,1 10 3 16,-2-5 2-16,2 1-11 0,0-2 3 16,-2 14-3-1,-2-1 3 1,0-3-3-16,0-2 1 16,0-16 1-16,0-4-2 15,0-4 1-15,0-3-1 16,0-7 1-16,0-5-1 15,0-2 4-15,2-1-3 16,2-4 0-16,0-6 3 16,-1-4-1-16,1-8-2 15,-4-6 2-15,0-2-1 16,2-4-1 0,-2-2 1-16,0-2-1 15,0-2-1-15,0 0 1 16,0 0 1-16,0 0 0 15,0 0-2-15,2 0-78 16,0 0-1-16,-2 0-28 16,0 0-75-16</inkml:trace>
  <inkml:trace contextRef="#ctx0" brushRef="#br0" timeOffset="3751.23">22844 6338 270 0,'-12'0'73'0,"8"0"-54"16,2 0 83-16,2 0-5 16,0 0-35-1,0-2-36-15,0 2-3 16,0 0-13-16,0 0 6 16,0 0-5-16,0 0-3 15,0 0-3-15,0 0-3 16,18 0 12-16,11 0 6 15,7 0-1-15,22 0-5 16,8 0-4-16,5 0-5 16,3 0 0-16,-13 0-5 15,1 0 0-15,-2 0 0 16,9 0-1 0,-11 0-5-16,-7 0 2 15,-10 0-14-15,-18 0-22 16,-5 0-24-16,1 0-8 15,-4 0-10-15,-15 0-159 16,0 0 86-16</inkml:trace>
  <inkml:trace contextRef="#ctx0" brushRef="#br0" timeOffset="4712">22940 6341 191 0,'-2'0'30'0,"2"0"-30"16,0 0 18-16,0 0-9 0,0 0-5 15,0 0 9 1,-2 0 15-16,-1 0 11 16,3 0 4-16,-2 0-5 15,0 0-10-15,-3 0-3 16,-2 4 1 0,1 7 37-16,-3 1-42 15,2 2-10-15,2 0 0 16,1 7 0-16,0 1 0 15,-1 6 0-15,1 6 18 16,2 6-24 0,0 6 5-16,2 30-3 15,0 10 3-15,0 5 2 16,0 3-5-16,0-18-5 16,0-4-2-16,0 3 1 15,0 15-1-15,0 2-1 16,0-4 3-16,-3-4 1 15,1-23-3-15,2-9 2 16,0-12-2-16,0-6 0 16,0-12 0-16,0-6 1 15,0-6 0-15,0-4-1 16,0 0-5-16,0-4-27 16,0-2-42-16,-3 0-110 15,-3 0-116-15</inkml:trace>
  <inkml:trace contextRef="#ctx0" brushRef="#br0" timeOffset="5343.65">22877 7738 259 0,'-2'-2'207'0,"2"2"-143"16,0-2-56-16,0 0 24 15,0 0 4-15,0 2-11 16,18-2-16 0,11 2 49-16,2 0-24 15,7 0 9-15,-2 0-10 16,6 0-11-1,5 0-3-15,-1 0-5 0,4 0 8 16,-2 0-15-16,0 0-6 16,2 0-1-1,-5 0 0-15,-9 0-1 0,-9 0 1 16,-21 0-4-16,-4 0-6 16,-2 0-31-1,0 0-24-15,0 0-173 16,-6 0 57-16</inkml:trace>
  <inkml:trace contextRef="#ctx0" brushRef="#br0" timeOffset="6208.04">23539 7726 245 0,'2'-6'93'0,"-2"6"-88"15,0 0 6-15,0 0 24 16,0 0-5-16,0 0 17 16,0 0-14-16,0 0-10 15,0 0 2-15,0 0-6 16,0 0-7 0,0 0 2-16,0 10 12 15,0 6-19-15,0 2-1 16,0 6 5-16,0 2 0 15,0 6-6-15,0 4 0 16,0 9-3-16,0 7-1 16,0 26 0-16,0 8-2 15,0 4-14-15,0 1 13 16,-2-14 2 0,2 4 0-16,0 3 0 15,0 18 0 1,0-3-3-16,0-3 3 0,0-6 0 15,0-19-4-15,0-2 2 16,0 0 2 0,0-5 0-16,0-6-6 0,0-6-5 15,0-6 2-15,0 3 4 16,0-12-12 0,-9-8-16-16,5-7-56 15,2-22-35-15,2 0 3 0</inkml:trace>
  <inkml:trace contextRef="#ctx0" brushRef="#br0" timeOffset="8482.34">22512 6449 151 0,'0'0'34'16,"0"0"-33"-1,0 0 30-15,0 0 38 0,0 0-44 16,0 0 2 0,0 0 3-16,0 0 9 15,0 0 17-15,0 0-4 16,0 0 14-16,0 0-48 15,0 0-4-15,0 0-3 16,0 0-4-16,0 0 2 16,0 0 2-16,0 0 8 15,0 0 9-15,0 0-2 16,0 0-2 0,0 0-5-16,0 0-18 15,0 0-1-15,0 0 4 16,0 0-4-16,0 0-2 15,0 1-3-15,0 8-17 16,0 9 22-16,0 6 14 0,0 26-5 16,0 12-4-1,2 9-4 1,5 15 1-16,-5-6-1 16,0 6 2-16,-2 2-2 15,0 20-2 1,0 0 1-16,0 3 1 0,0-3-1 15,-9-25 1-15,3-10-1 16,4-4-1 0,2-11 0-16,0-6 1 0,0-10 0 15,0-10-2-15,0-4 2 16,0-11-1 0,0-8-1-16,0-4 1 15,0-5-6-15,0 0-36 0,0-2-24 16,0-10-46-1</inkml:trace>
  <inkml:trace contextRef="#ctx0" brushRef="#br0" timeOffset="9834.84">20262 6994 181 0,'0'0'107'16,"0"0"-88"-16,0 0 45 0,0 0-10 15,0-2-21-15,0 2-10 16,0 0 6-1,0-2 9-15,0 2 13 0,0-2 4 16,0 2-23-16,2 0-13 31,9 0 6-31,3 0 36 16,5 0-38-16,6 0-7 16,-1 0-2-16,1 0 6 15,2 0-5-15,0 0 0 16,4 0-3-16,2 0-8 15,3 0-2-15,18 0-1 16,3 0 1-16,10 0-1 16,11 0-1-16,-4 0 1 15,10 0-1-15,3 0 0 16,22 0 0 0,-4 0 1-16,-10 0-1 15,-7 0 0-15,-30 4-1 16,-8 6-3-16,-5-2 0 0,-1 0-7 31,-1-2-18-31,-3-6 6 0,0 0 7 16,12 0 7-1,-1 0-6-15,2-6 3 0,1-4-1 16,-11 6-59-16,-4 0-65 16,-30 4-45-1,-3-2 2-15</inkml:trace>
  <inkml:trace contextRef="#ctx0" brushRef="#br0" timeOffset="10686.39">21592 7040 301 0,'0'-2'76'15,"0"2"-76"-15,0 0 0 16,0-2 1-16,2 2 30 16,16 0-8-16,-1 0 7 15,6 0 5-15,-1 0-13 16,12 0-11 0,-1 0 9-16,3 2-11 15,1 4 2-15,-6-2-6 0,6-2-2 16,3 0-2-1,2 0 2-15,7 0-1 16,5-2 1-16,-1 3-3 16,19-3-1-1,-6 1 1-15,-1-1 1 16,-9 2-1-16,-17-2 0 16,-3 0 0-16,-3 0 0 15,3 0 1-15,-5 0 0 16,-4 0 0-16,-5 0-1 15,-9 0 5-15,-7 0-4 16,-2 0 4-16,-4 0 11 16,0 0 0-16,0 0-6 15,0 0-10-15,-8 0-81 16,-9 0-191-16</inkml:trace>
  <inkml:trace contextRef="#ctx0" brushRef="#br0" timeOffset="15578.51">22971 7024 24 0,'-6'-2'60'0,"6"0"-36"0,-5-2 44 16,2 2-19-16,1 0-1 16,-2-2-14-16,1 0 14 15,1 0 6-15,0 0-24 16,0 4 13-16,2-2-17 16,0 2 3-1,0 0-4-15,0 0 4 16,0 0-19-16,0 0 0 15,0 0 2-15,0 0-2 16,0 0 0-16,0 0-2 16,0 0-1-1,0 0-7-15,0 0-10 0,13 0 10 16,16 0 29 0,10-2 12-16,7 0-7 15,1-4-9-15,4 2-6 16,5-2-1-1,15 2-4-15,3 2 4 16,1 0-14-16,1 2 0 0,-13 0-4 16,-5 0 1-1,2 0-1-15,-1 0-6 16,7 0 6-16,0 0 0 0,3 0-2 16,18 0 0-1,0-2 2-15,-7 0-6 16,-2-2 1-16,-15 4-7 0,-5 0 3 15,4 0-7 1,18 0 12-16,0 0-6 16,3 0 9-16,3-2-5 15,-7-2 6-15,1-4 0 16,0 4 0 0,-2-2-1-16,-7 2 1 15,-6 4 0-15,-9 0 3 16,-3-2-3-16,-15 2 0 15,-11-4 0-15,-14 4 0 16,-11 0 0-16,-2 0 1 16,0 0 0-16,0 0 1 15,0 0 1-15,-9 0-37 16,-1 0-41-16,0 0-18 16,4 0-62-1,3 0-65-15</inkml:trace>
  <inkml:trace contextRef="#ctx0" brushRef="#br0" timeOffset="16943.08">25388 6910 191 0,'0'0'69'0,"0"0"-62"15,0 0 49-15,0 0-26 16,0 0-6-16,0 0 14 16,0 0 16-1,0 0-13-15,7 0-7 0,4 0 8 16,0 0-36-16,5 0 1 16,7 0 1-1,-2 0-3-15,2 0-5 16,-3 0 1-16,-7 0 0 0,-4 0-1 15,-4 0-1 1,-1 0 1 0,-2 0 0-16,-2 0 1 15,0 0-1-15,0 0 0 0,0 0-1 16,0 0-12 0,0 0-50-16,0 0-222 15</inkml:trace>
  <inkml:trace contextRef="#ctx0" brushRef="#br0" timeOffset="17676.55">25641 6803 298 0,'-8'-1'5'0,"2"-4"74"16,-3 1-28-1,-5 3-13-15,3-2-4 0,-4 3 3 16,3 0 10-16,-1 0-15 16,0 0-4-1,-3 0-7-15,3 0 20 16,0 11-30-16,2 0-5 15,1 7-3-15,4 3-1 16,-1 1 0-16,1 2 1 16,0-2 7-16,2 4 3 15,4 0 4-15,0 10-6 16,0 2-5-16,0-5-5 16,2-4 1-1,12-7 1-15,-3-5-3 16,3-3-1-1,1-6 0-15,5-8-3 0,3 0-2 16,3 0 6 0,-1-3 12-16,6-12 9 15,-4-3-10-15,0-3-1 16,-1 3-5-16,-6-4 17 16,-2 2-12-16,-5-14 19 15,-3-2-28-15,-8-2 25 16,-2-2-6-16,0 6-8 15,-23 4-6-15,-10 3 6 16,-23 5-8-16,-4 4-11 16,-5 11-61-16,3 3-54 15,49 4-76-15,1 0-156 16</inkml:trace>
  <inkml:trace contextRef="#ctx0" brushRef="#br0" timeOffset="19071.4">23561 4550 269 0,'-6'-2'15'15,"4"0"-13"-15,2-1 25 16,0-1 36-16,0 3-19 16,0-3-9-16,0 0-16 15,0 2 2-15,-5-1-5 16,-2 2 4-16,3-2-2 16,-3 3-4-16,1 0-8 15,-3 0-4-15,-3 0-1 0,1 0 0 16,0 0 3-1,-2 0 5-15,2 0-4 16,-1 0-4-16,-3 0 5 16,-1 14-5-1,1 5-1-15,-1 1 1 16,5 4-1-16,5-2 1 0,1 0-1 16,5 0 0-1,0 6 1-15,0 0 0 16,13-2-2-16,8-2 1 15,-2-10 1-15,4-4-1 16,3-2-3-16,-1-5 3 16,2-2 4-16,-5-1-4 15,0 0 6-15,1 0-2 16,-4 0 1-16,4 0 1 16,-5-10 20-16,-5-8 8 15,5-2 0-15,-5 0 10 16,3-10-6-1,-3 2 4-15,-7 0-8 16,-3 0-19-16,-3 8 7 16,0 2-12-16,-13 2 1 15,-10 2-11-15,-6 8-1 16,-4 2-82-16,-7 4-44 16,22 0-47-16,-2 0-112 15</inkml:trace>
  <inkml:trace contextRef="#ctx0" brushRef="#br0" timeOffset="20692.08">20337 6789 97 0,'-13'0'154'15,"11"3"-130"-15,-2-3-19 16,-1 0 42-16,0 0 31 16,-2 1-69-1,5-1 12-15,-2 3 5 16,2-3-3-16,-2 0 7 15,1 0-1-15,1 0 9 16,2 1-23-16,0 2-5 16,-5-3-5-16,1 3 0 15,-3 0 0-15,-2 1 2 16,3 1 5-16,-4-2 1 16,2 3-5-16,-3 2 0 15,-3 2 13 1,3 0-15-1,-3 3-2-15,4 0-3 0,-3 3 3 16,1 0 2 0,3 2-3-16,1 0-1 15,0 2-2-15,0 6 0 16,5 8 0-16,3 0-1 0,0 1 0 16,0-8 1-16,3-7 0 15,10-3-3 1,0-5 1-16,12-5-1 15,0-3-4-15,2-1 10 16,-1-3-3-16,-4 0 4 16,1 0 7-16,-8 0 3 15,3-8 7 1,-3-1 28-16,-3-2-22 16,-1-4-1-16,0-3-4 15,-4-4 4-15,-1-3 1 16,-3-4-1-16,-3 5 8 15,0-2-9-15,0 2 9 16,-13-8-11 0,-6 0 0-16,-3 2-20 15,-5 2-3-15,3 10-4 0,-3 4-6 16,0 9-21 0,19 5-47-16,-4 0-339 15</inkml:trace>
  <inkml:trace contextRef="#ctx0" brushRef="#br0" timeOffset="22335.78">23621 9376 208 0,'0'-2'67'16,"0"2"-67"-1,0-2 0-15,0 2 26 0,0 0 34 16,0 0-9-16,0 0 4 16,0 0 11-1,0 0-24-15,0 0 11 16,0 0-28-16,0 0-4 15,0 0-5-15,0 0 6 16,-8 0-2-16,-4 0-15 16,3 0 10-16,-3 0-12 15,0 0 2-15,-1 0-3 16,-5 0 6-16,2 0-4 16,0 0 5-16,3 0-5 15,0 6-3-15,2 2 0 16,-2 5-1-1,1-2 2 1,3 5-2-16,-1 1 1 0,4-2 0 16,2 3 0-1,0 3 1-15,2 1 0 0,-1 2 0 16,3 2 1-16,0-2 0 16,0 8 1-1,0-2 8-15,15 0-1 16,-1-2-1-16,-1-12-5 0,1-2-5 15,-1-6 2 1,5-2 4-16,2-6-2 16,2 0-5-16,3 0 1 15,-4 0 1-15,0 0 0 16,-1-4-1 0,3-6-1-16,-4 0-17 15,0-4 7-15,1-2 3 16,4-10 1-16,-2-8 2 15,1-4 1-15,-1-2 3 16,-11 0 0-16,-2-2 1 16,-7-1 3-1,-2-11 3-15,-2 6 4 0,-23 2-4 16,-10 8 9-16,-1 16-4 16,-8 4-11-1,22 18-11-15,-1 0-82 16</inkml:trace>
  <inkml:trace contextRef="#ctx0" brushRef="#br0" timeOffset="27358.09">23279 3892 71 0,'0'0'74'0,"0"0"-58"0,0 0 5 16,0 0 30 0,0-6 4-16,0 0-19 15,0 0 2-15,0 4 9 16,0 0 0-16,0-2-6 15,0 2 6-15,0 0 20 16,0-2-37-16,0 2-9 16,0-4-1-1,2 4 9-15,0-2-2 0,0 2-3 16,-2 0-1-16,0 2 1 16,0 0-2-1,2 0-4-15,-2 0 12 16,0 0-21-16,0 0-1 15,0 0-1-15,0 0-1 16,0 0-6-16,0 0 1 16,0 0 0-16,0 0 0 15,0 4-1 1,0 20 8-16,0 4-3 16,0 4 2-16,0 4-4 15,0-4-1-15,-2 0-2 16,0 0 2-1,0 3-2-15,-3-7 1 16,3-6 0-16,2-4-1 0,-2-8 0 16,2-2 0-1,0-2 0-15,0-2 0 0,0-2 0 16,0 0-2-16,0-2 2 16,0 0-3-1,0 0-13-15,0 0-41 16,0 0-39-16,0 0-58 0,0-8-121 15</inkml:trace>
  <inkml:trace contextRef="#ctx0" brushRef="#br0" timeOffset="27917.73">23233 3757 361 0,'-8'-4'93'0,"8"3"-90"16,0 1 110-16,0 0-56 15,0 0-47-15,0 0-8 16,0-3-1-16,0 2 5 16,4 1 18-16,10 0 9 15,5 0 9-15,6 0-9 16,15 0-6 0,5 5 16-16,3 9-35 15,0 7-5-15,-13-2-2 16,-4 6-1-16,-4-1 1 15,0 2-1-15,-6 2-3 16,-4-4-6-16,-5 4-13 16,-2 0-23-16,-5-2 19 15,-5 2 12-15,0-2 1 16,-2-9 13-16,-30 1 3 16,-5-2 6-1,-28 0 3-15,-7 0 13 16,1-6-4-16,5-2 12 15,23-4 11-15,9-2-20 16,7 0-11 0,12-2-11-16,7 2-2 15,5-2-23-15,3 0-107 16,0 0-181-16</inkml:trace>
  <inkml:trace contextRef="#ctx0" brushRef="#br0" timeOffset="29202.21">19684 6699 398 0,'-2'-10'28'15,"0"5"-3"-15,0 0-17 16,0 1 63-16,2 0-25 16,-2 2-6-16,-1-2-23 15,1 4 16 1,-5-2 0-1,-4 2 1-15,-2 0-14 0,-3 0-14 16,1 0-1-16,-6 8-5 16,-1 6 0-1,-9 10 0-15,2 6 1 16,-5 5 0-16,5 6 7 16,12 0 3-16,-1 3-3 15,7 4-1-15,5 4 1 16,2-2-6-16,4 0-2 15,0-1 0-15,6-1 0 16,20-6 7-16,6-8-7 16,1-8-3-16,-2-20 3 15,3-4-2-15,-1-2-2 16,9-2-4 0,-9-18-136-16,-26 2-141 15</inkml:trace>
  <inkml:trace contextRef="#ctx0" brushRef="#br0" timeOffset="29585.93">19595 7056 276 0,'0'-12'127'15,"0"8"-95"-15,0-2-31 16,10 2 38 0,5 0 22-16,3 2-18 0,-1 2-29 15,-1 0-14-15,-5 0 0 16,-7 0-2 0,1 0-2-16,-5 0 4 0,0 2 2 15,0 10 42-15,0 6-16 16,0 16-9-1,2 4-4-15,8 11-8 16,-6 3-2-16,-2-4-2 16,-2 2 1-16,0-2-2 15,0-4-2-15,0-4 0 16,-2-7 0-16,-7-10 0 16,4-10-10-1,3-13-71-15,0 0-271 0</inkml:trace>
  <inkml:trace contextRef="#ctx0" brushRef="#br0" timeOffset="31778.45">26443 6699 21 0,'-3'-6'133'16,"3"4"-127"0,0 0 59-16,0 0-18 15,0 2-19-15,0 0-7 0,0 0-4 16,0 0 0-1,0 0 4-15,0 0 47 16,0 0-25-16,-3 0-6 0,3 0 7 16,0 0-9-1,0 0-9-15,0 0-7 16,0 0-6-16,0 0 2 16,0 0-2-1,0 0 1-15,0 0 19 16,0 6 6-16,0 14 3 0,0 5-22 15,0 2 12 1,0 5-13 0,0 9-14-16,0-5 3 15,0 4-7-15,0 0 2 16,0 0 1-16,0-2-3 16,0-8-1-16,0-6 0 15,6-6 0-15,-2-5 0 16,-2-3 0-16,5-1-1 15,-1-5-13-15,0-2-18 16,6-2-38-16,-3 0-25 16,2 0-29-1,-8 0-111-15</inkml:trace>
  <inkml:trace contextRef="#ctx0" brushRef="#br0" timeOffset="32466.02">26474 6702 275 0,'-2'-11'55'16,"2"9"-38"-1,0-2 78-15,0 3 1 0,0-4-41 16,0 1-20-16,0-2-6 16,13 2-10-1,11-4-4-15,3 4 8 16,7 0-18-16,3 2-4 16,-4 2 12-16,3 0-4 15,-3 0-3-15,-6 4 9 16,-6 8-13-16,-8 6-2 15,-4-2-10-15,-9 8 10 16,0 0 8-16,0 1-1 16,-20 2-4-16,-14-4-3 15,-6-3 0-15,-5 0 0 16,-8-2-9 0,6-2 8-16,7-4 4 15,16-2 5-15,16-10-4 0,8 0-1 16,0 0-3-1,0 0-7-15,6 0-36 16,18 0 43-16,7 0 0 16,12 0-4-16,3 0 3 15,3 0 0 1,3 2 1-16,-10 8 1 16,-2 6 0-16,-3 2-1 15,2 10 0-15,-14 2 3 16,-8 4-4-16,-13-2-6 15,-4-1 7-15,-6-2 4 16,-32 0 2-16,-13-4 7 16,-14-3 15-16,-6-1-13 15,1-7 23-15,-3-2-16 16,11-4-5 0,12-4-17-16,11-4-18 0,39 0-92 15,0 0-136-15</inkml:trace>
  <inkml:trace contextRef="#ctx0" brushRef="#br0" timeOffset="37124.33">23784 10126 214 0,'4'-2'128'16,"-4"2"-124"-16,0-2 47 0,0 2 1 16,2 0-14-1,-2 0 9-15,0 0 7 16,3 0 24-16,-3 0-46 16,0 0-11-16,0 0-6 15,0 0 1-15,0 0 6 16,0 0-1-16,0 0-4 15,0 0-2-15,0 0-6 16,0 0 2-16,0 0 7 16,0-4-16-16,-3 3-2 15,-5-4-1-15,-3 3 0 16,-1 0 0-16,4 0 1 16,-1 2 5-16,0 0 2 15,0 0 1-15,-4 0-3 16,-1 0 3-1,1 0-5-15,-2 0 0 0,3 0-3 16,-1 0 0-16,1 0 0 31,-1 0 3-31,5 4 3 16,-4 4-5-16,1 2 0 16,7-6-2-16,-3 4 1 15,4-4 0-15,1 1 0 16,0 0-1-16,-2-3 1 15,1 2 0-15,3-2 0 16,-2-2 0-16,2 0-1 16,0 0 1-16,0 0-6 15,0 0 4-15,0 2-5 16,0 5 6 0,0 0-1-16,0 0 2 15,0-2 0-15,0-1 0 16,5 1-1-16,-1 0-5 15,3 2-3-15,0 3-10 16,1-2 14-16,3-1 2 16,5 8 0-16,-1-1 2 15,8 2 0-15,0 4-1 16,-3-2-14-16,4 0-9 16,-2 2-9-1,3-2-13-15,-3 2-43 16,-4-2 44-16,0-4 32 0,-9-4-4 15,-3 0-29 1,-4-2 6 0,-2 0 27-16,0 0 14 15,0 0 1-15,0-2 19 0,0 6-8 16,-17-2 25 0,-3 2-23-16,-3-2 12 15,4-4-23-15,-6 2 3 16,-2-4 16-16,-11 0-6 15,1 0 21-15,-4-4-9 16,3 0-1-16,9 0-10 16,-4 0 13-1,4-4 12-15,4-5-13 0,0-4 54 16,10 1-55-16,9 5-14 16,2-6-14-1,4 5-15-15,0-2-14 16,0-2-31-16,6 6-60 15,3 4-73-15,-3 2-116 16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27:15.75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9594 13790 98 0,'0'0'25'0,"0"0"-8"15,0 0 24-15,0 0-26 0,0 0-13 16,0 0 2-16,0 0 6 15,0 0-2 1,0 0-4-16,0 0-1 0,0 0-4 16,0 0-2-16,0 0-17 15,0 0-37 1,0 0-30-16</inkml:trace>
  <inkml:trace contextRef="#ctx0" brushRef="#br0" timeOffset="1288.07">9649 13700 102 0,'0'0'45'0,"0"0"-41"16,0 0 29-16,-13-2 40 15,11 0-70 1,2 2 13-16,0-2 7 16,-4 2-13-16,-1 0-5 15,0 0-3-15,1 0-2 16,-1 0-2-16,3 0 1 16,0 0-3-16,2 0-3 15,0 0-2-15,0 0 3 16,0 0-17-16,0 0-6 0,0-3-9 0,0 3 14 15,0 0 24 1,0-1 13 0,0-2-2-16,0 2 3 15,0-1 3-15,0 2-4 16,0-2-3-16,0 2-4 16,0-2 2-16,0 2 10 15,0-3-5-15,0 3 5 16,0-1 8-16,0-2-11 15,0 2-1-15,0-3 8 16,2 0 1-16,-2 2-5 0,2-1 0 16,0 2 2-1,1 1 46-15,1-3-30 16,-2 2-8-16,-2 1 1 16,0 0 0-16,0 0-5 15,0 0-10-15,0 0-5 16,0 0 2-16,0 0-1 15,0 0 0-15,0 0 1 16,0 0 0-16,0 0 1 16,0 0 0-16,0 0 0 0,0 0-3 15,0 0 0 1,0 0 1-16,0 0-8 0,0 5 0 16,0 12 14-16,0-3-4 15,0 14-6 1,0 4 1-16,0 8 2 15,-4 8 6-15,-3 0 8 16,1 2 1-16,2-2-11 16,4 1-5-1,0-5 5-15,0-2-3 0,0-8-3 16,0-4-2-16,0-4-1 16,0-4 0-1,0-6-2-15,2-6 2 0,0-4-2 16,-2-4 0-16,0 0 0 15,0-2 1 1,0 0 2-16,0 0 0 16,0 0 1-16,0 0 2 0,0 0-4 15,0 0-4-15,0 0-4 16,0 0-16-16,0-4-37 16,0-8-43-16,0 0-28 15,0 6-75-15,0 0-106 16</inkml:trace>
  <inkml:trace contextRef="#ctx0" brushRef="#br0" timeOffset="2087.23">9429 14275 72 0,'-11'0'177'0,"6"0"-123"15,0 0-29 1,3 0 80 0,0 0-3-16,2 0-59 0,-2 0 13 15,2 0-4-15,0 0-12 16,0 0 0-1,0 0 3-15,0 0-14 0,0 0-8 16,0 0-3-16,0 0-3 16,0 0-15-16,0 0 3 15,2 0 0-15,16 0-3 16,9-4 7-16,6 0 15 16,3 0 1-1,4 0-9-15,7 2-3 0,-1-2-6 16,1 4-5-16,0-2 0 15,0 0 1 1,-3 0-1-16,-5-2 1 0,-4 2-1 16,-12 2 0-16,-8 0 1 15,-2 0-1-15,-8 0 0 16,-1-2-3-16,-1 2-6 16,-3 0-6-16,0 0-14 15,2 0-8-15,-2 0-5 16,2 0-6-16,2 0-117 15,0 0 44-15,-1 0-81 16,-3 0-23 0</inkml:trace>
  <inkml:trace contextRef="#ctx0" brushRef="#br0" timeOffset="2553.85">9752 14263 158 0,'0'0'65'0,"0"0"-33"15,-7 0 35-15,4 0 34 16,1 0-62-16,0 0-2 16,2 0 19-1,-4 0 32-15,0 0-63 16,-3 2-12-16,-7 8-3 16,-1 6 2-1,-5 4 1-15,-3 6 3 0,-1 2-7 16,4 2 7-16,-3-3-10 15,1-1 1-15,7-2-5 16,-1-8-2-16,7-4 5 16,5-4-4-16,2-4 0 15,2-4 0-15,0 0-2 16,0 0 0-16,0 0-13 16,0 0-25-16,0 0-17 15,0 0-38-15,15-10 0 16,-8 2-28-16,2-2-42 15</inkml:trace>
  <inkml:trace contextRef="#ctx0" brushRef="#br0" timeOffset="3058.94">9661 14279 245 0,'0'0'56'0,"0"0"82"16,0 0-41-16,0 0-50 15,6-20-14 1,-6 20-8 0,4 0-14-16,7 0-10 15,3 10 9-15,7 0 11 16,-2 8-2-16,4-4-5 0,3 2-4 16,-4 4-2-16,3-2-5 15,-7 3-1-15,-3-3-2 16,1 0 0-16,-7-4 3 15,3 0-1-15,-4-5-2 16,-4 0 2-16,3 0-2 16,-3-4 1-16,-2-1 0 15,1 0-1-15,-3 0-4 16,0-4-1-16,0 1 1 16,0 2 4-16,0-1 12 15,-7 2 5-15,-8 4 8 16,-8-2 22-16,-6 2-32 15,-6 2-6 1,-10 2 0-16,-1-2 27 16,-8 2-24-16,8-4 2 15,0 0-9-15,4-2 2 16,13 0-6-16,7-4 5 16,9 0-6-16,11-2 0 15,2 0-5-15,0 0-39 16,0 0-59-16,0 0-79 15,2 0-160-15</inkml:trace>
  <inkml:trace contextRef="#ctx0" brushRef="#br0" timeOffset="3700.75">9803 14562 280 0,'0'0'114'15,"2"-6"-58"-15,-2 6 14 16,0 0 21-16,0 0-59 16,0 0-22-16,0 0-7 15,0 10-3-15,0 16 0 16,0 10 17-16,0 10 13 15,0 12-27 1,0 12 1-16,0 15-3 16,0 9-2-16,0-2-23 15,0-11 24-15,0-17 2 16,2-24 6-16,3-10-8 16,-3-2 1-16,-2-6-1 15,0 0 0-15,0-14-4 0,0 2 4 16,0-6 0-16,0-2-7 15,0-2-16 1,0 0-34-16,0 0-279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28:44.2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20671 7150 23 0,'-2'3'78'0,"2"-3"-63"15,0 0-9-15,0 0 99 16,0 0-88-16,0 0-15 15,0 0-2-15,0 0 3 16,-2 1-2-16,-4 5-1 16,1-6-4-16,1 0-56 15</inkml:trace>
  <inkml:trace contextRef="#ctx0" brushRef="#br0" timeOffset="6087.11">20959 7044 147 0,'0'-6'88'0,"0"2"-74"15,0 0 13-15,0 0 35 16,0 0-22-16,0-2-22 16,0 2-15-1,0 0 59-15,0 0-4 16,0 4-2-16,0-2-6 0,0 0-16 31,0 2 6-31,0 0-1 16,0 0 36-16,0-2-45 15,0 2-3-15,0 0-3 16,0-2 0-16,0 2 1 16,0 0 1-16,0 0-5 15,0 0-2-15,0 0-1 16,0 0-2-16,0 0 13 15,0 0-13-15,0 0 1 16,0 0-3-16,0 0-5 16,0 0-3-1,0 0-1-15,0 18-3 0,0 4 9 16,0 4 15-16,0 12-17 16,0 4-7-1,0 2 2-15,0 5 2 16,0-7-4-16,0-2-1 0,0 4 3 15,0 10-2 1,5 2 3-16,8 2-2 16,5 5 0-16,-1-15-3 15,1-2 1-15,0 0 0 16,0-6 0-16,-5 0-1 16,7 4 1-1,-4-4-1-15,4 9 0 16,2 1 0-16,-1-6 1 15,0 2 0-15,-3-12-1 16,1-2 0-16,-2 0 0 16,3-2 0-1,-2-1 0-15,0-8 2 16,-1-1-2-16,-5-10 2 16,-4-2-1-16,1-3-1 15,-1 0 4-15,-4-5 1 16,0 3 1-16,-2-3 3 15,3 0 6-15,-3 0 1 16,0 0-3-16,0 0-4 16,-2 0-5-16,0 0-2 15,0 0 1 1,0 1-3-16,0-1 0 16,0 0-2-16,0 3 2 15,0-3-5-15,0 2-10 16,0-2-17-16,0 0-18 0,-2 0-46 15,-2 0-136-15,-1 0-259 16</inkml:trace>
  <inkml:trace contextRef="#ctx0" brushRef="#br0" timeOffset="6999.6">21552 7993 491 0,'2'-22'97'0,"-2"12"-90"16,0 3 99-16,0 3 2 16,0 3-52-16,0 1-30 15,0-2-7-15,0 2 12 16,0 0 15-16,0 0 42 15,0 0-55-15,0 0-11 16,0 0-5-16,0 0-5 16,0 0-8-16,0 0-3 15,0 0 8-15,0 0-9 16,0 0 5-16,0 0-2 16,0 0-3-16,0 0 0 15,0 0 0-15,0 0 0 16,2 0 0-16,-2 0 0 15,0 0 1 1,2 0-1 0,3 0 1-16,1 0 1 15,2-2-2-15,0 0 0 16,-4-2-2-16,3 1-14 16,-3 2-2-16,2-2-20 15,-2 3 23-15,0-4 4 16,0 3 1-16,1-4 2 15,-3 1-1-15,0 4-2 16,0-1-7-16,-2-2-9 16,2 2 8-1,-2-2 12-15,0 3 7 16,0 0 2-16,0 0-1 0,0 0 4 16,0 0 5-1,0 0 3-15,0 0 13 16,0 0-20-16,0 0-4 15,0 0 0-15,0 0-1 16,-6 7 0-16,-5 7 5 16,-3 4 2-16,-3 1 4 15,-3 6 3-15,-12 17 2 16,-5 4 9-16,-3 8-13 16,-7 6-2-16,7-6 6 15,-3 3-5 1,1 1-3-1,2-4 0-15,3-4 0 0,0-6 16 16,8-8-14-16,3-6 2 16,6-6-7-1,6-9 2-15,7-8 0 16,5-5-6-16,2 0-2 0,0-2 0 16,0 0 0-1,0 0 1-15,0 0 0 16,0 0-1-16,0 0-1 15,0 0-8-15,0-8-38 16,4-10-20-16,10-2-224 16,-7 10 59-16,-1 0-163 15</inkml:trace>
  <inkml:trace contextRef="#ctx0" brushRef="#br0" timeOffset="7847.03">21670 8073 187 0,'7'-10'118'0,"-1"4"-110"16,0 2-6-16,6-2 7 16,-1 0 0-16,-2 2 16 15,0-2 16-15,2 1-8 16,0 0 12-16,-2 1-8 15,2-2-15-15,-6 2-12 16,1 2-6-16,-2-2 1 16,4 2 1-16,-4 0-2 15,-2 2 0-15,0-2-1 16,-2 2 4-16,0 0 16 16,0 0 10-1,0 0 4-15,0 0 13 0,0 0-25 16,0 0-5-16,0 0-2 15,0 0-6 1,0 0 1 0,0 0 3-16,0 0 1 0,0 0-2 0,0 0-4 31,0 0-1-31,0 2 23 16,-8 9-1-16,-4 4-9 15,1 1-7-15,-5 2 6 16,-1 8 2-1,-6 4-2-15,-4 8 21 0,-2 8-20 16,-4 6 7-16,-15 23-10 16,-4 2 0-16,1 0-9 15,0-7 8-15,14-20-6 16,4-10-5-16,4-7 1 16,5-5 2-16,6-6 10 15,5-4-16-15,6-6-1 16,0-5-1-16,3 0-3 15,2-5 0 1,0 4 0-16,-1-3 1 16,3 0-1-16,0 1 0 15,0-4 0-15,0 2-2 16,0-2-1-16,0 0-8 16,0 0-17-16,0 0-12 15,0 0-18 1,7-9-37-1,11-10-108-15,-9 7 35 16,-1 3-127-16</inkml:trace>
  <inkml:trace contextRef="#ctx0" brushRef="#br0" timeOffset="9569.04">21587 8332 304 0,'0'-7'49'0,"0"6"105"15,0-1-22-15,0 2-42 16,0 0-18-16,0 0-9 16,0 0-5-1,0 0-15-15,0 0-5 0,0 0 11 16,0 0-22-1,0 0-4 1,0 0-9-16,0 0-7 16,0 0-1-16,0 0 3 0,0 11 6 15,2 6-2 1,5 5 2-16,3 2 11 16,0 2-17-16,3 0-2 15,1-6 1-15,3 2-7 16,0 0 4-16,-2-2-3 15,3 0 3-15,4-2-1 16,-2 2-4-16,9 3 2 16,2-1-1-16,2 0 2 15,6-3-2-15,-6-2 2 16,1 1 2-16,3 2-4 16,17 2 1-1,2 1-1-15,3 4 0 16,5-3 3-16,-16-4-4 15,-1-2 0-15,-5 0-4 16,-2-4 3-16,-1 2 0 16,-2-2 2-16,-1-2-1 15,8 0 0 1,3 0 0-16,-1-2 1 16,6 0-1-16,-12-4 0 15,1-2-2-15,-4 0 2 16,5 0 1-1,1-2 0-15,-5 2-1 16,-3-1 0-16,-8-2 1 0,-2-1-1 16,-4 0 0-1,0 0 0-15,-1 0 0 16,-2 0 0-16,-5 0 1 16,3 0-1-16,-3 0 1 15,-2 0-1-15,2 0 1 16,-3 0-1-16,1 0 0 15,3 0 1-15,1 0-1 16,1 0 0-16,-3 0 1 16,-3 0-1-16,-4 0 0 15,0 0 0 1,1 0 0-16,-3 0 0 0,0 0 0 16,1 0 0-16,-3 0 0 15,7 0 0 1,0 0 0-16,2 0 0 15,3 0 1-15,-4 0-1 0,-1 0 0 16,1 0 0 0,-4 0 0-1,-4 0 0-15,1 0 0 16,1 0 1-16,-2 0 0 16,8 0 0-16,-2 0-2 15,-1 0 1-15,3 0 0 16,2 0 0-16,-3 0-1 15,3 0 1 1,-4 0 1-16,-1 0-1 0,-1-1 0 16,1 1 0-16,2-4-1 15,-2 4 1 1,8-5 1-16,1 5-1 16,-3 0 0-16,-1 0 0 15,-8-2-3-15,-2 2 3 16,0 0-1-1,-2 0-1-15,0 0 2 0,0 0-27 16,0 0 6-16,0 0-10 16,0 0-3-16,0 0-2 15,0 0 7 1,0 0 10-16,0 0 6 0,0 0 13 16,0-2-3-1,0 0 0-15,0 0 3 16,0 1 6-16,0 1 6 15,0-3 2-15,0 3 1 16,0 0 2-16,0 0 11 16,0 0-22-16,0-1 3 15,0 1 5 1,0 0-2-16,0 0 1 0,0 0-8 16,0 0 3-16,0 0-8 15,0 0-1 1,0 4-6-16,0 10-2 15,0 4 12-15,0 0 1 16,0-4-3-16,0-2 2 16,0-1-3-16,-2 0 1 15,-9-8 0-15,-3 1 8 0,4-4 1 16,-4 0 5 0,1 0 5-16,2 0-3 15,1-14-2-15,4-8 3 16,4-1-3-16,2-5-12 15,0 1-2 1,0 1-1-16,0 4 10 16,13 8-10-16,-2 4-2 15,-4 8 1-15,-3 2-2 16,1 0 1-16,-5 0-3 16,2 0-20-16,-2 4 3 15,0 8-22-15,0-8-55 16,-13-4-260-16</inkml:trace>
  <inkml:trace contextRef="#ctx0" brushRef="#br0" timeOffset="15470.04">21629 9264 125 0,'2'0'71'15,"1"0"-25"-15,0 0 9 16,-3 0-11-16,0 0-5 16,2 0 0-1,-2 0 9-15,2 0 13 16,0 0 32-16,3 0-47 15,-3 0-13-15,2 0-2 16,0-4 2-16,1 0-3 16,0 0 20-16,-3-2 0 15,0 2-11 1,0-6 10-16,-2 0 29 16,0-2-37-16,0 2-16 0,0 0-2 15,0 2-6 1,0 0-1-16,0-2-6 0,-4 4 2 15,-6-2 8-15,2 4-15 32,-5 0 0-32,-1 2-4 15,-3 2 2-15,-4 0-3 16,1 0 0-16,-5 0-1 16,1 0 0-16,-9 18 1 15,-3 6 0-15,0 4 0 16,3 8-1-16,6-4 1 15,5 6-1 1,2 2 0-16,0 0-2 0,7 3 0 16,4-1 0-16,4-6 2 15,5 6-1 1,0-4 2-16,9-4-3 16,16-2 3-16,1-10 0 0,7-2 0 15,4-4 0 1,11-2 0-16,4-6 1 15,-4-8 0-15,2 0 1 16,-15 0 0-16,-2 0 1 16,-1-10 1-16,-10-2 3 15,-1 2-2-15,-11 2-2 16,-5 2 1-16,-5 0 1 16,0 2-3-16,0-2 0 15,0 2-2 1,-2 0-20-16,-14 2-29 15,7 2-88 1,-2 0-145-16</inkml:trace>
  <inkml:trace contextRef="#ctx0" brushRef="#br0" timeOffset="16669.25">21841 9593 562 0,'16'-14'68'16,"-7"2"-65"-16,-1 2 55 16,0-3 71-16,0 0-69 15,-3-1-3-15,-5-4 4 16,0 2 65-16,0 0-68 15,0-5-23-15,-11 10-13 16,-9-2-14-16,-3 8-1 16,1 5-7-16,-4 0 1 15,-8 0-1 1,0 18-2-16,-2 8 2 0,5 6-1 16,4 1-2-16,8 0 0 15,9 3 1 1,6-6-1-16,4-6 2 15,0-6-2-15,0-8 2 16,10-8 2-16,16-2 0 16,8 0-1-1,1-4 0-15,3-14-1 16,-11 2 0-16,-2 2-2 16,-8 2-4-16,-3 4 3 15,-8 4 2-15,-1 0 0 16,-5 4 0-16,0 0 1 15,0 0 0 1,4 6-5-16,2 18-1 0,4 6 7 16,-4 4 1-16,3 6 0 15,0 5-1-15,-2 1 0 16,0 2-1-16,-1-1 1 16,1 4-13-16,-5-5-19 0,0-2 32 15,-2 0-1 1,0-10-28-16,0-1 29 15,-7-4-1-15,-10-7 2 16,-3-5 0-16,-9-5-1 16,-5-10 2-16,1-2 8 15,2 0 10-15,6-18-2 16,3-14 1-16,9-25-2 16,6-5-4-16,7-4 0 15,0-2-6-15,0 19-1 16,17 6-2-16,8 0-4 31,11-5 2-31,7 2-1 16,-1 6-2-16,5 2-1 15,-12 14 1-15,-3 4-2 16,-1 2-19-16,-2 2-9 16,-6 2 3-16,-2-2-40 15,-5 0 46-15,-3-6 22 16,-4 1 0-16,0 2 2 15,-2 1 6-15,-5 5 15 16,0 5 1-16,-2 4-8 16,0 3 0-16,0 1 20 15,0 0-22-15,0 0-11 16,-7 0-3-16,-15 0-3 16,-3 1 1-1,0 13 1-15,8 1 1 16,5-1-2-16,4 0-2 15,3 8-1-15,5 0 1 16,0 2 2-16,0 0 1 16,9 0 1-16,14 0 0 15,4 2-1-15,12 4 1 16,-1-2 1-16,-2-2 0 16,-4-5-1-16,-22-12 0 15,-5-4-2 1,-3-4 2-1,-2-1 0-15,0 0 15 0,-29 0 15 16,-17 0-16-16,-21 0-12 16,1-6 0-1,9-6-4-15,8 0 0 0,18 8-22 16,2-4-38-16,22 8-116 16,1-4-383-1</inkml:trace>
  <inkml:trace contextRef="#ctx0" brushRef="#br1" timeOffset="38347.68">6844 12846 13 0,'0'0'28'16,"0"0"2"-16,0 0-1 16,0 0-16-16,0 0-4 15,0 0 2-15,0 0 4 16,0 0 0-16,0 0 7 16,0 0 3-16,0 0-23 15,0 0 0-15,0 0 0 16,0 0-2-16,0 0 1 15,0 0 2-15,0 0-3 16,0 0 0-16,0 0 1 16,0 0 0-1,0 0 2-15,0 0 3 0,0 0 0 16,0 0-2-16,0 0 0 16,0 0-2-1,0 0-1-15,0 0 1 0,0 0-2 16,0 0 2-16,0 0-2 15,0 0 1 1,0 0-1-16,0 0 0 16,0 0-3-16,0 0-1 0,0 0 2 15,0 0 2 1,0 0-5-16,0 0 7 16,0 0-2-1,0 0 0-15,0 0-4 16,0 0 1-16,0 0-18 15,-2 0-50-15,0 0 31 16,-1 0-43-16</inkml:trace>
  <inkml:trace contextRef="#ctx0" brushRef="#br1" timeOffset="55400.18">7136 12990 159 0,'0'0'12'16,"2"0"-12"-16,-2 0 0 0,0 0 11 16,3 0-8-16,-3 0-1 15,2 0-1-15,-2 0-1 16,0 0 1-16,0 0-1 15,0 0 0-15,0 0-7 16,0 0-6-16,0 0 8 16,2 0 1-16,-2 0-3 15,0 0 7-15,0 0-2 16,0 0-29-16,0 0-45 16</inkml:trace>
  <inkml:trace contextRef="#ctx0" brushRef="#br1" timeOffset="59998">6285 12468 24 0,'0'0'57'16,"0"0"-39"-16,0 0 21 16,0 0 5-16,0 0-13 0,0 0-4 15,0 0-14 1,0 0-9-16,0 0 4 15,0 0 14-15,0 0 5 16,0 0 1-16,0 0-5 16,0 0-2-16,0 0 4 15,0 0-10-15,0 0-3 16,0 0-2-16,0 0 3 16,0 0 3-16,0 0 4 15,0 0 0-15,0 0 0 16,0 0-5-16,0 0-2 15,0 0 3-15,0 0 3 16,0 0-5-16,0 0 1 16,0 0 3-16,0 0-2 15,0 0-3-15,0 0-7 16,0 0 1-16,0 0-1 16,0 0 3-16,0 0 5 15,0 0-1 1,0 0 4-16,0 0-4 0,0 0-3 0,0 0-2 15,0 0 2 1,0-2 1-16,0-2 1 16,0 0-4-1,2 0-4-15,0 0-2 16,-2 0 5-16,4 1 2 16,-4-1-4-16,3 0 2 15,2 1 2-15,-3-1-5 16,0 0-3-16,0 1 3 15,1-4 1-15,3-1 0 16,0 0 1-16,2-2-1 16,-2 2 2-16,1-2 2 15,4 0-7-15,-2-2 4 16,4 0 3-16,3-2-3 0,-1-2 2 16,1 0 2-16,0-2-1 15,4-2 0 1,-5 2 0-16,1 0 6 15,4 0-7-15,0 0 2 0,0 2 0 16,4-4-6 0,-1 2 5-16,-1 2-4 15,1-1 4-15,-8 7-4 16,3 0-2-16,-1-2 1 0,2 2 1 16,-4 2-5-16,-1 0 3 15,1 2-3-15,-4 2 0 16,5-2 0-1,-3 0 1 1,3 0 1-16,2 0-2 0,-3 0-3 16,1 4 3-16,-1 2 0 15,3 0 0 1,2 0-1-16,0 0 0 0,-2 0 0 16,-3 0 1-16,-3 0 3 15,-1 0-3-15,2 0-1 16,-1 6-1-16,1 0 1 15,1 2 0-15,-1 0 0 16,3 2 1-16,-1 0-1 16,1-2 2-16,-1 3-4 15,3-2-4-15,-5 0-1 16,-2 2 2-16,3 4-6 16,-1 0 4-16,3 2 5 15,-3 1 2-15,-1-6-3 16,-2 4 4-16,1-2 3 15,1 0-2-15,1 2-1 16,-2-4 1-16,2-2-1 16,-2-2 0-16,3 0 0 15,-1 0 1-15,-1-2-1 16,-1 0 0-16,-1 0 0 16,-3-2 2-1,3 2-4-15,0 0 1 16,-1-2 1-16,1-2 3 15,-2 0-3-15,-1-2 0 16,1 0 3-16,2 0-2 16,-1 0 3-16,1 0-3 0,4 0 1 15,-1-12 0-15,3 2 0 16,-3-2-1-16,3-2 1 16,2-4-1-1,0-4 0-15,2 2 0 16,-3-2-1-16,0 4 1 15,-5 3 0-15,-3 0 2 16,-1-2-3-16,-4 2 2 16,0 0 1-16,1 4-2 0,-3 1-1 15,0-1 0-15,-2 1 0 16,0 4 3-16,2-2-3 16,2 0 2-16,-2 0 3 15,6-2-1 1,-2 0-2-16,-1 4-2 0,-1-2 1 15,0 6 0-15,-2-2-1 16,1 0 4 0,0 0-1-16,-1 0 4 0,2 0-3 15,-2 2-2 1,-2 2 2-16,0 0-1 16,0 0 5-16,0 0 1 15,0 0 0-15,0 0 1 16,0 0-4-16,0 0-5 15,0 0 2-15,0 0 0 16,0 0 2-16,0 0-4 16,0 0-2-16,0 0-3 15,0 0-1 1,0 2 3-16,0 6 2 0,3 2 1 16,-3 2-1-16,4-2 2 15,0 0-1-15,-2 2-1 16,5-2 0-16,-2 3 2 15,2-2-2-15,-1 3 0 16,1 1 0-16,4-4 1 16,-4 2 0-16,-1-4-1 15,3 1 1-15,-2 2-1 16,4 1 2-16,4 2-2 16,1 3 1-16,-1 1 0 15,1-3-1-15,-3-2 0 16,1 0 0-16,-1 0 1 15,3-2-1 1,-3-2 0-16,3 0 0 0,-3-2 1 16,3 4-1-16,-1-4 0 15,-1 0 1 1,2 0 0-16,-6-4-1 16,2 2 0-16,1-4-1 0,-1 0 1 15,3 0 0 1,-1-2 0-16,1 0 0 15,3 0 0-15,-3 0 2 0,3 0-2 16,-2 0 3-16,2 0-2 16,-1 0 0-16,3-6-1 15,-1-2 1-15,-2 2-1 16,1 0 0-16,-1-2 2 16,0 2-1-16,0-2-1 15,3-2 0-15,-2 2 0 16,2 0 0-16,0 0 0 15,1 2 0-15,-4 2 0 16,-1 0 0-16,-5 0 0 16,-5 2 0-16,2 2 0 15,-2-2-1-15,3 2 1 16,-3 0-1-16,1 0 1 16,2 0-1-1,0 0 0-15,0 0 1 16,2 0-2-16,-2 0 2 15,0 0-2-15,0 0 1 16,-4 4 0-16,3 6-2 16,1 2 3-16,3 0 1 15,-4-2-1-15,1-4-2 16,-3 0 2-16,2 0 2 16,0 0-2-16,-1 0 1 15,-3 0 0-15,4-2-1 16,-4 0 1-16,0 2-1 0,1 4 0 15,1 0-1 1,0 2-1-16,0-2 0 16,0 2 1-16,-4 0 1 15,3 7-2-15,1 0 2 16,-2-1 2-16,1 0-1 16,0-5 0-16,-1-1-1 15,1 2 1-15,-3-2 0 16,2 2-1-16,-2-3 0 0,1 0 1 15,-1-1-1-15,0-2 0 16,0-2 1 0,1-2 0-1,-1 2 0-15,-2-2-1 0,0 0 1 16,0 0 0-16,0-2-1 16,0 0 1-1,0-2-1-15,0 0 1 0,0 0 0 16,0 0-1-16,0 2 4 15,0-2-3-15,0 0-1 16,0 0-7-16,-11 0-52 16,-14 0-73-16,10 0-177 15,2 0-351 1</inkml:trace>
  <inkml:trace contextRef="#ctx0" brushRef="#br1" timeOffset="60576.81">7963 12133 31 0,'0'0'92'15,"0"0"-92"-15,0 0-21 16,0-1 18-16,0-2-5 15,0 2-33-15</inkml:trace>
  <inkml:trace contextRef="#ctx0" brushRef="#br1" timeOffset="65641.45">8030 11995 181 0,'0'-4'44'0,"0"2"-43"0,0 0 4 16,0-2 46 0,0 2 2-16,0 0-4 15,0-2-7-15,0 0-3 16,0 4-11-16,0-2 6 16,0 0 2-16,0 2-9 15,0 0-8-15,0-4-7 16,0 0-3-16,0 0-1 15,0 0-5-15,0 0 5 16,0-2 23-16,4 0-21 16,-2-2 12-16,0-2-9 15,5-2-8 1,2-2-1-16,0 0 9 0,2-2-2 16,-3 0-8-16,6 0-1 15,-1-1 0-15,6-1 1 16,1-1 2-16,2 1-5 15,0-3 2-15,3 3-1 16,0-2 0-16,0 2 4 16,4 0 4-16,0 0 17 15,5 4-14-15,0 0-2 16,2 0-1-16,10-6-6 16,-1 2 4-16,-1 2-3 15,-2 0-4-15,-11 8 6 16,0-2-2-16,-2 2-4 15,0 2 4 1,0 0-4-16,-4 4 3 0,0 0-3 16,0 2 0-16,-2 0-1 15,2 0 1 1,0 0 0-16,2 0 1 16,-3 0-2-16,3 0 0 0,-3 0 0 15,9 0-1 1,2 0-3-16,-2 0 2 15,7 0 1-15,-7 0 0 0,3 0 0 16,1 0 0-16,2 0-5 16,-1 0 7-16,3 0-3 15,-3 0 0-15,-1 0 2 16,-2 0 0-16,-6 0-5 16,0 0-15-16,-2 0 10 15,2 0 9-15,-1 0 2 16,6 0 0-16,11 0 0 15,4 0 0-15,-3 0-2 16,6 0 2-16,-12 0 0 16,-1 0 2-16,2 0-2 15,-3 0 0-15,0 0 0 16,-1 0 0 0,2 0 1-16,-2 0 0 15,3 0 4-15,2 0 8 16,3 0 3-16,5-4 11 15,2-2-12-15,7 2-5 16,-1 0-4-16,13 0 4 16,-4-2-3-16,-2 2-2 15,-5 2-2-15,-18 2-2 16,-7 0 1-16,-1 0-2 16,-5 0 0-16,-2 0 2 15,-3 0 0-15,1 0-2 16,-3 0 0-16,4 0 1 0,-1 0 0 15,2 0-1 1,4 2 2-16,-2 2-2 16,0-2 0-16,2 0 0 15,7-2 1-15,2 0 1 16,3 0-2-16,-3 0 0 16,-5 0 1-16,3 0 0 15,-3 0 0-15,6 0-1 16,-3 0 1-16,-3 0-2 15,1 0 1-15,-1 0 0 16,2 0 4-16,0 0-4 16,1 0 0-16,0 0 1 15,0-2 0-15,2 0-1 16,2-2 0-16,14 0 6 16,4 2-2-1,-2-2-1-15,7 2 2 16,-12-2 4-16,6-1-3 15,1 2-3-15,0-1-2 0,2-3 2 16,1 2 3-16,-6-1 1 16,1 2-6-16,-4 0 2 15,-3 1-3 1,-5 2 1-16,-1-3 1 0,-3-2-1 16,0 2 0-16,4-3-1 15,12 0 0 1,6 0 3-16,1 0-3 0,6-1 0 15,-11 1 3-15,2 0-2 16,-2-1 4-16,-4-1-5 16,0 1 0-16,-4-2 0 15,3 1 0-15,0-2 1 16,4-1 0-16,1 0 0 16,2 0-1-16,-2 0 8 15,3 0-3-15,-1 0-1 16,0 0 2-16,17 0 0 15,-2 0-2-15,0 2 2 16,-6 0-4-16,-18 0-2 16,-2 0 2-16,0 0 1 15,3-2-1 1,4 2 2-16,-3-2-2 16,3-2 2-16,0 2-3 15,0-2 3-15,7 2-1 16,1-2-2-16,6-1 4 15,-1 0-5-15,0 1 1 16,-2-1-1-16,16-6 1 16,4-1-1-16,1-3 0 15,3-1 1-15,-14 6-2 16,-6 0 5-16,-2 2-3 16,1 2-1-16,-3-2 1 15,-5 4-1-15,1-2 2 16,-3 2-2-16,-2-2 1 0,0-2 0 15,1 0 0 1,-6 0 1-16,4 0-2 0,1 0 0 16,2 0 0-16,20-9 2 15,-2 4 0 1,-2 0-2-16,-6 1 0 16,-19 8 0-16,-4 2 0 0,0-2 0 15,0 2 3-15,0-2 0 16,2-2-3-16,3 0 0 15,-1-2 1 1,8-2-1-16,1-4 2 16,2-2-2-1,3 0-1-15,-7-1 2 0,3 4 0 16,-7 3-1-16,8-2 0 16,-2 1-1-16,1-1 1 15,-1 0 0-15,-12 4 2 16,-2 0-2-16,1-2 0 15,-2-2 0-15,2 0 0 16,-2 2 2-16,0 0-2 16,0 2 0-16,-5 2 0 15,4-2 1-15,-3 4 0 16,-1 0 0-16,3-2-1 16,-1 2 0-16,-2-4 0 15,8-4-1 1,-3-1 0-16,-1 0 1 0,2-2 0 15,-9 7 1-15,-3 2-2 16,-1-2 1-16,1 0 0 16,2-2 0-16,-2 0 0 15,4-2 0-15,0 0 0 16,0 2 0-16,4-2 0 16,-4 2 0-16,1 0 0 15,-1 4 1-15,-7 0 1 16,-4 0-2-1,7 0 1 1,-7-1-2-16,2 3 2 0,0 0-1 16,-4 2 2-16,0-2 0 15,0 3-1-15,-8-2-1 16,2 5 0-16,-8-4 1 16,3 6 1-16,-4-2-1 15,2-2-1-15,2 4 1 16,-3-2-1-16,-2 4 0 15,5-2-3-15,2 0 3 16,0 0 0-16,7-2 0 16,-4-2 0-16,2 2 0 15,-3 0 2-15,-5 0-1 0,1 0-2 16,-1 2 0 0,1 2 1-16,-3-2 0 0,-1 2 0 15,-1-2-1-15,-2 2 1 16,-3 2 0-1,1 0 2-15,-7 2-1 16,0-2 3-16,0 2 0 16,0 0 5-16,0 0-7 15,0 0-1 1,0 0-1-16,0 0 2 0,0 0-2 16,5-2 0-16,-1 0 3 15,-2 0-6-15,0 2 3 16,-2 0 0-16,0 0 0 15,0 0 1-15,0 0-2 16,0-2 1-16,0 2 0 16,0 0 0-16,3 0-3 15,1 0 2-15,3 0 0 16,4 0 0-16,6-4 0 16,6 2 1-16,-1-2 1 15,-1 0 0-15,-4 2-1 16,1-2 0-16,-3 0 1 15,4 0-1-15,-4 0 0 16,1 0 0-16,-8-2 2 16,1 1-2-16,-1 2 0 0,-2-1 3 31,5-2-2-31,3 0-1 16,5-2 0-16,2-1-1 15,-1 4 1-15,11-8 0 16,-2 4 0-16,0-1 1 15,-1 0-1-15,-10 6 0 16,-5-3 0-16,1 3 0 16,-7 1 0-16,1 0 0 0,-2 2-2 15,-2-3 4-15,0 4-2 16,-4-3 0-16,3 3 0 16,-3 0 0-1,0 0 0-15,0 0 5 0,0 0-5 16,0 0 0-16,0 0-1 15,0 0 3 1,0 0-4-16,2 0 2 16,2 0 0-16,0-1 0 0,4-4 1 15,-2 1-1-15,-1 0 0 16,-3 0 0-16,0 3 0 16,0-2 1-16,0 1-1 15,2 1 0-15,4-2 0 16,1-2-2-16,-3 2 2 15,3-3-2-15,-2 2 0 16,-3 3 2 0,-4 1 5-16,0 0-5 15,0 0 0-15,0 0 0 16,0 0-1-16,0 0-9 16,-22 0-2-16,-9 0 12 15,-7 0 7-15,-9 0-6 16,-4 7 2-16,-3 0-3 15,-1 1 1-15,-1-1 0 16,0 4-2-16,5-4 1 16,4 1 0-16,7 1 1 15,5-4-1 1,10 2 0-16,7-3 0 0,9-1 0 16,5-3 0-16,2 3-2 15,-1-3 1-15,3 1-2 16,0-1 2-16,0 0-2 15,0 0 2-15,0 0 0 16,0 0 1-16,0 0 0 16,0 0 1-16,0 0 0 15,20 0 0-15,9 0 7 16,9 0-4-16,23 0 2 16,3 0-4-16,1-7-1 15,-3 3 1-15,-13 0-2 16,-4 0 2-1,-10 1-3-15,-4 2 1 0,-10-2 0 16,-11 3 0-16,-1 0 1 16,-5 0-1-16,2 0 1 15,-6 0 0 1,2 0-2-16,-2-2 4 0,0 2-3 16,0 0 0-16,0 0 1 15,0 0 0 1,0 0 0-16,0 0 0 15,0 0-1-15,0 0 0 0,0 0-1 16,0 0 2-16,0 0-2 16,0 0-1-16,0 0 2 15,0 0 2-15,0 0-2 16,0 0-1-16,0 0 0 16,0 0-1-16,0 0-3 15,0 0 5-15,-10 6 3 16,-7 11-3-16,-18 9 1 15,-13 7 4-15,-3 2 0 16,0 1 2-16,8-8-5 16,5-2-1-1,5 0 1-15,-2-4-1 16,10 0-1-16,5-4 0 0,4-4 1 16,8-2-2-16,-2-3 1 15,6-2 0 1,2-3 0-16,2 0 0 15,0-1 0-15,0-2 0 0,0 2-1 16,0 1 1 0,0-1-16-16,0 4-35 15,-5-6-85-15,1-1-125 16,-5 0-157-16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31:10.4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5998 4411 107 0,'0'-4'29'16,"0"2"-24"-16,0-4 14 0,2 2-5 15,4-2-14-15,1 0 1 16,2 0 0 0,-4 2-1-16,1 0 1 0,1 2 8 15,-5 2 0-15,-2 0-4 16,0 0-5-16,0 0 0 16,0 0-1-16,0 0-3 15,4 0-3-15,4-4-7 16,-2 0 0-16,3 2 3 15,-5-2-15-15,-2 4-88 16</inkml:trace>
  <inkml:trace contextRef="#ctx0" brushRef="#br0" timeOffset="2109">8460 4299 32 0,'0'0'32'0,"0"0"-29"16,0 0 45-16,0 0-2 15,0 0-30 1,0 0-12-16,0 0 2 0,0 0 5 16,0 0-3-1,0 0-2 1,0 0 4-16,0 0 12 15,-2 0-1-15,2 0-13 16,-3 0-8-16,3 0-4 0,-3 0-10 16,3 0 0-16,0 0 7 15,0 0 7-15,0 0 0 16,0 0 3-16,0 0 8 16,0 0 13-16,0 0 18 15,0 0-21-15,0 0-3 16,0 0-7-16,0 0-9 15,0 0 7-15,0 0 8 16,0 0 5-16,0 0 6 16,0 0 8-16,0 0-11 15,6 0-11-15,-2 0-8 16,2 0-6-16,-3 0-1 16,-1 0-5-16,0 0-30 15,0 2-35-15,-2-2-29 16,0 2-152-16</inkml:trace>
  <inkml:trace contextRef="#ctx0" brushRef="#br0" timeOffset="2468.71">8333 4309 235 0,'0'0'26'0,"0"0"-24"15,11 0 1-15,9 0 8 16,2 0-6-16,5 0-4 0,2 0 1 15,0 0 2-15,-7 0-2 16,-5 0 2 0,-3 0-3-16,-5 0-1 15,-3 0-4-15,-3 0-1 0,-1 0-10 16,1 0-25 0,1 0-1-16,0 0 3 15,-4 0-24-15,0 0-29 0</inkml:trace>
  <inkml:trace contextRef="#ctx0" brushRef="#br0" timeOffset="2788.51">8566 4309 78 0,'0'0'39'16,"0"0"-34"-16,0 0 12 0,0 0 42 15,0 0-23-15,12-2-23 16,-12 2-7-16,0 0-2 16,0 0 0-16,0 0 9 15,0 0 5-15,2 0 2 16,3 0 5-16,-3 0 5 16,2 0 2-16,2 0-13 15,1 4-14-15,0 6-3 16,0 0 1-16,-1 6 0 15,-4 0-2-15,1 2 0 16,-3-1-1-16,0-8-51 16,0-9-24-16,0 0-61 15</inkml:trace>
  <inkml:trace contextRef="#ctx0" brushRef="#br0" timeOffset="10771.33">8676 4387 112 0</inkml:trace>
  <inkml:trace contextRef="#ctx0" brushRef="#br0" timeOffset="26265.15">6062 4379 175 0,'0'-2'175'0,"0"0"-131"16,0 2 41-16,0 0 13 15,0 0-51-15,0 0-34 16,0 0-1-16,0 0 13 16,0 0 13-16,0 0 3 15,0 0-1 1,0 0-7-16,0 0 22 15,0 0-41-15,0 0-5 16,0 0 1-16,0 12-8 16,0 4 6-16,0 2 30 15,0 2 3-15,5 2-29 16,1 3 0-16,4 11 2 16,0 1-7-16,1 4-1 15,1 5 1-15,-6-4-6 16,5 0 7-16,-4 4-4 15,-5 10 10-15,3-1 4 16,-5 1-14-16,0 2 0 16,0-14 2-16,0 4 2 15,0 4-3 1,0 0 0-16,0 6 2 0,0-1-3 16,0-1 2-1,-5 14-3 1,-2-8 4-16,1-2-5 15,2-5 0-15,1-18 2 0,3 2-4 16,0 1 2 0,0 10-1-16,0-2 2 15,0-2-1-15,0 0-1 16,0-14 1-16,0-2 1 16,3 1-1-16,-1-5-1 15,-2 4 0-15,0-2-1 16,0 0 1-16,2 4 0 15,0-2-1-15,-2-2 1 16,0 0 2-16,0-4-2 16,0-3-1-16,0 2 1 15,0 5 0 1,0 4 2-16,0 4-3 16,0 1 5-16,-2-5 0 15,-2-2-2-15,-3 0 0 16,3 0 0-16,1 0 1 15,0 0-3-15,1-2 4 16,0 8-5-16,2-2 2 16,-2 3-1-1,0 1-1-15,2-8 1 16,-2 2-1-16,2 2 1 16,0 8 1-1,0 0-1-15,0 0 0 16,0-2 0-16,0-8-2 0,0 3 2 15,0-2 0 1,0 3-1-16,0 1 0 16,0 3 0-16,0-4 1 15,0 10-1-15,0-2 0 16,0-2 0-16,0 1 1 16,0-11 0-16,0 1 0 15,0 0-1-15,2 5 1 16,-2 0 5-16,0-4-6 15,0 0 2-15,0-10-2 16,0 2 2 0,0 0-1-16,0 0-1 0,0-2 5 15,0 1-3-15,0-2 0 16,0 5-2 0,0 3 2-16,0 1-2 15,0-4 2-15,0-6 2 0,0 0-4 16,0 0 1-1,0 4 1-15,0-4 1 16,0 2-2 0,0-4-1-16,0-2 3 15,0 3-2-15,4-2 0 16,0 3 1-16,-1-5-1 16,2 1 0-16,-1 0 0 15,-2 4 0 1,5 0 0-16,2-2-1 0,0-2 0 15,0-8 0-15,-1 0 0 16,-1 0 1 0,2 0-1-16,-2-2 1 15,-5 0 0-15,0-4 0 16,0-4-1-16,3 0 1 16,-3 0 0-16,-2 0 0 15,0 0-1-15,0 0-4 16,0 0-20-16,0-6-19 15,-15-10-66-15,-8-4-87 16,12 10-76-16,7 2-110 16</inkml:trace>
  <inkml:trace contextRef="#ctx0" brushRef="#br0" timeOffset="27396.3">6071 8283 279 0,'-17'-4'151'0,"17"3"-119"15,0 1 0 1,0 0 164-16,0 0-153 15,0 0-25 1,0 0 10-16,0 0 31 16,0 0-6-16,0 0-10 15,0 0 27-15,0 0-41 16,0 0-5-16,0 0-2 16,21 0 23-16,10 0-6 15,10 0-17-15,-1 0-7 16,4 0-3-16,8-7-7 15,12-1 1 1,5 5 2-16,1 0-4 16,1-1-2-16,-13 0-1 0,4 0 0 15,3-2 0 1,4 5 0-16,2-4 0 0,-2 1-1 16,0 2 1-16,12 0-1 31,-6 2 1-31,-4 0-1 15,1 0 0-15,-21 0 1 16,0 0 0-16,-7 0-1 16,8 0 0-16,-1 0 1 15,0 0 0-15,1-2-2 16,-10 0 1-16,3-2 0 16,-1 2 1-16,3 0 0 15,-1 0-1-15,-1 2-1 16,-3-2 1-16,8 2 0 15,-4 0 0-15,-1 0-1 16,-1-2 1-16,-8 2 0 16,0 0-1-16,0 0 1 15,4-4 0 1,-3 2 0-16,-1 0-1 16,-3 0 1-16,-8 2 0 15,-3-4 1-15,-1 2-1 16,-2-2 0-16,2 2 0 15,1 0 0-15,2 0 0 16,12-2 0-16,-2 2 0 16,-3-2 0-16,-2 2 0 15,-14 0 0-15,-1 0 0 16,-8 2 0 0,1 0 0-1,-5-2 1-15,4 2-1 16,2-2 0-16,3 0 1 0,4 0-1 15,3 0 0 1,0 0 0-16,0 0 0 16,-2 0-1-16,-6 2 1 15,-1-2 1-15,-7 2-1 16,-2 0 0-16,0 0 2 16,0 0-2-16,0 0-7 15,0 0-20 1,0 0-18-16,0 0-41 15,0-4 39-15,0 0-12 16,0-6-34-16,0 4-123 16,0-2-218-16</inkml:trace>
  <inkml:trace contextRef="#ctx0" brushRef="#br0" timeOffset="28879.88">8859 4423 249 0,'0'-16'92'16,"0"14"-55"-16,0 0 49 15,0 2-3 1,0-2-33-16,0 2-33 16,0 0-12-16,0 0-4 15,0 0 7 1,0 0 20-16,0 0 66 15,0 0-51-15,0 0-13 16,0 0-16-16,0 22-10 16,0 11 5-16,0 9 23 15,0 10 23-15,0 6-37 16,0 4-8-16,0 20 0 16,0-2-5-16,0 5-1 15,0 7-1-15,0-10-1 16,0 8 5-16,0 7-2 15,0 15-2 1,0-2 11-16,2 0-10 16,0-3-1-16,0-23-2 0,-2 4 5 15,0-6-4 1,0-1 0-16,0-3 0 16,0-4 3-16,0-4-4 15,0 16-1-15,0-3 5 16,0-5-5-16,0 2 0 15,0-16 4-15,0 2 4 16,0 0-1 0,0 15-2-16,0-5 19 15,0 0-21-15,0 3 2 16,0-17 1-16,0 0 10 16,0-2-10-1,0-4-1-15,0 2 12 0,0-4-14 16,0-4 6-16,0 11 0 15,0-9-3 1,0 4-2-16,0-2-1 0,0-16 4 16,0 2 4-16,0-6-10 15,0 2 9 1,0-1 2-16,2-3-5 16,0-4-4-16,1-8 5 15,-1-4 2-15,0-3-8 16,0 0 5-16,0-1 6 15,-2-4-3-15,2 2-7 16,4 0 1 0,-6 2 3-16,2 0-5 0,0-2 6 15,-2-2-5-15,0-2 2 16,0-2 6 0,0 0-7-16,0-2 9 15,0 0-9 1,0 2 6-16,0 0-3 15,0 4-4-15,0 0 5 16,0 0-5-16,0 2 3 16,0-4-5-16,0-2 0 15,0 0 0-15,0-4-1 16,0 0 0-16,0 0-7 16,-2 0-20-16,-19-10-15 15,-5-18-21 1,-10-26-46-16,3-16-231 15,19 34 102-15,1-8-198 0</inkml:trace>
  <inkml:trace contextRef="#ctx0" brushRef="#br0" timeOffset="30395.66">6096 4363 238 0,'-29'0'71'0,"20"0"11"16,7 0-24-16,2 0-13 16,0 0 3-16,0 0-17 15,0 0 26-15,0 0-24 16,0 0 15-16,0 0 1 16,0 0 5-16,-2 0 1 15,2 0-14-15,-4 0-11 16,4 0-8-16,0 0-12 15,0 0-1 1,0 0 20-16,0 0-8 16,0 0-8-16,0 0 6 0,0 0 0 15,0 0-8 1,0 0-2-16,0 0 10 16,0 0 0-16,0 0-10 15,21 0-3-15,16 0 1 16,15 0 4-1,13-6-3-15,3 0 2 0,9 0-2 0,4 2-2 32,36 2-2-32,5 2 2 15,3 0-3-15,2 0-3 16,-28 0 1-16,-8 0 0 16,-5 0 0-1,-5 0 0-15,-6 0 3 0,-1 0-3 16,-5 0 1-16,12 0 0 15,-4 0-1 1,-3 0 2-16,-1 0-3 16,-17 0 5-16,0 2-4 0,-1 0 2 15,10 0 3 1,0 4-6-16,-3-2-1 16,1 0 1-16,-17 0 0 15,1-4 0-15,-1 2 0 16,0-2 0-16,-4 0 0 15,-5 0 1-15,-1 0-1 16,7 2-1 0,-4-2 1-16,1 0 1 0,-3 0-1 15,-8 0 0-15,-8 0 1 16,0 0-2 0,1 2 2-1,-7-2 1-15,-4 2-1 16,-1-2 0-16,-8 0-1 15,0 0 0-15,0 0 3 16,3 0 2-16,-5 0 0 16,2 0-2-16,-2 0 1 15,0 2 2-15,0-2 5 16,0 0 1-16,0 0-11 16,-11 0-1-16,-12 0-18 15,1 0-31 1,-4 0-23-16,3 0-113 15,9 0 74-15,4 4-22 16,8-2-4-16,2 0-71 16,0-2-80-16</inkml:trace>
  <inkml:trace contextRef="#ctx0" brushRef="#br1" timeOffset="33842.6">4322 14441 0 0,'132'-184'0'0</inkml:trace>
  <inkml:trace contextRef="#ctx0" brushRef="#br1" timeOffset="38619.96">8192 8239 451 0,'0'-1'64'0,"0"1"-22"16,0-5 30-16,0 5-29 0,0-2-27 15,0 2-11 1,0 0 5-16,0 0 49 16,0 0-23-16,0 0-18 15,0 0-9-15,7 0 4 16,22 16 41-16,0 4-22 15,4 1-17-15,5 2-10 16,5 8 3-16,5 5-1 16,1 6-1-16,7 0-2 0,0 2-1 15,4 0-2 1,3 4-1-16,1 0 3 16,3 1 0-1,2 3-3-15,2-2 5 0,5 2-4 16,-1 4 2-16,21 10-3 15,3 2 3 1,-1-1 0-16,-3-5-2 0,-14-16-1 16,-1-2 3-16,0-2-3 15,16 4 0 1,-5-7 0-16,-1-7-1 16,3-3 1-16,-22-10 0 15,4 1 2 1,2-4-1-16,-6 0-1 15,-2 0 0-15,-2 0 1 16,-4 2-1-16,14 10-1 16,1-2 1-16,0 4 2 15,0 2-2-15,-13-10 0 16,-1 0 0-16,1-4 1 16,18 4-1-16,-2 0 1 15,9 0 0-15,-1-4 0 16,-15-5 0-16,1-1 0 15,-4-2 0 1,1 0-1-16,-1-4 0 0,6 0 0 16,-2-6 1-16,29 0-1 15,4 0 0 1,-2 0 0-16,-1 0 0 0,-18 0-1 16,-3 0 2-16,3 0 1 15,27 0-1 1,-1-4 1-16,1-4 0 15,5-2 0-15,-26 2 0 16,3 2-1-16,-3 2-1 16,-3 0 2-16,-6-2 7 15,-4-1 7 1,3 2-5-16,17-1-4 16,1-2 2-16,-3 1-1 15,-3 0 4-15,-21 3 0 16,-2 1-3-16,-1 1 2 15,18 2 0 1,-2 0 3-16,0 0-9 16,-5 0 3-16,-18 0-7 15,1-2 3-15,-1 0 0 16,4 0-2-16,3-1 0 16,0-1 0-16,1 1-1 15,12-3-1-15,-1 1 2 16,-3-2-1-16,2 1 1 15,-10 1 3-15,-1-2-1 16,0 1-1 0,16-2-2-16,4-2 3 15,-1 2-4-15,1 2 2 0,-18 0-2 16,-1 2 2 0,-1 0-1-16,0 0-1 15,-2 0 1-15,-7 4 2 16,-2-2 2-16,12-2-2 15,-3-2-3 1,6-4 2-16,2 2 2 16,-8-2-1-16,5 2-2 15,-1-4 1-15,16 0-2 16,-4 0-1-16,-3-4 0 16,-2 2 1-16,-15 0-1 15,-3 0 1 1,-2-2 2-16,-1 2-2 0,-6-3 0 15,0 2 1-15,-1-2-1 16,14-1 0 0,1 3 0-16,0 0 1 15,-2 5 0-15,-14 6-1 0,-2 2 0 16,-5-2 0 0,12 0 0-16,0-2 1 15,2-2-3-15,0 0 4 16,-5-2-2-16,-2 0 0 15,3 0 0-15,2 2 1 16,-3-2-1-16,-2 2 2 16,1 0-2-16,6 0-1 15,-5 0 1-15,-2-2 0 16,-7 0 0-16,-12 0 0 16,1-2 0-16,1 2 2 15,4-2-2 1,4-2 0-16,-2 4 0 15,1 0 0-15,-2-3 0 16,-3 8-1-16,1-3 1 16,-2 0 0-16,-2 2 0 15,-4 0 0-15,0 0 1 16,-3 0-1-16,13 1 0 16,-6 1 0-16,0 0 0 15,-6-1 1-15,-14 3-1 16,-4-1 0-16,-4 3 1 15,-3 0 3 1,-2 0 0-16,0-1 1 16,0-2-2-16,0-1-3 0,0 1-2 15,0-5-3 1,-18 1-2-16,-2-3-27 16,-12 1 29-16,-7-1-5 15,-26-1 5-15,-8 4-1 16,-3-2 6-16,0 5 1 15,16 2-1-15,2 0 0 16,7 2 2 0,-3-1 0-16,10 1 5 15,10 0-4-15,10 0 5 0,15 0-2 16,5-3-2 0,4 2 1-16,0 1 2 15,0-3 7-15,0 3-10 16,0 0 0-1,0 0-3-15,0-2-1 16,15 2 0-16,12-2 0 16,6 2 5-16,7 0-2 15,9 0-1-15,22 0-1 16,6 0-1-16,2 4 2 16,2 6-2-16,-21 1 1 15,-6-2 1 1,-10 0-1-16,-9-4 2 0,-12-1-1 15,-12 1-2-15,-6-4 0 16,-5-1 6 0,0 3-3-16,0-3 2 15,0 0-2-15,0 0-3 0,0 1 0 16,0-1-1 0,0 8-2-16,-12 5-6 15,-21 9 4-15,-21 7 5 16,-15 4 0-16,-8 3 7 15,-2-2-2-15,6-2-2 16,6-6 7-16,18-2-8 16,9-6 1-1,11-4-3 1,13-4 0-16,5-3 1 0,9-6-1 16,2 1-1-16,0 2 1 15,0-2-6 1,0 3-10-16,17-4-81 15,-3-1-72-15,2 0-384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32:35.5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23555 5059 6 0,'2'0'23'0,"-2"0"-10"16,0 0 12-16,0 0-6 15,0 0 4 1,0 0 29-16,0 0-41 16,0 0-1-16,2 0 19 0,2 0-7 15,1 4-8 1,-3-2-1-16,0 2-10 16,0-2 0-16,-2 0-3 15,0 0-2-15,3 0 2 16,-3-2-1-16,0 2 0 0,0 0-1 15,0 2-14-15,0-2-21 16,0-2-108 0</inkml:trace>
  <inkml:trace contextRef="#ctx0" brushRef="#br0" timeOffset="8594.62">20874 6880 528 0,'0'0'86'0,"7"-8"-82"15,-5 8 34-15,-2 0 59 16,0 0-57-16,0 0-21 15,0 0-7-15,0 0 12 16,0 14 11-16,0 10 6 16,0 4 10-16,0 2-25 15,-2-6-17-15,2-2 10 16,0-4-16 0,0-6 1-16,0-4 6 15,0-4 5 1,0-4 1-16,0 0 4 0,0 0 14 15,9-2-3-15,7-18 3 16,1-8 6-16,3 2-22 16,-7 2-6-16,-3 4-5 15,-6 6-6-15,-4 4 5 16,0 4-2-16,0 4 0 16,0 0 6-16,-8 0-38 15,-11 2-40-15,11 0-114 16,-2 0-329-16</inkml:trace>
  <inkml:trace contextRef="#ctx0" brushRef="#br0" timeOffset="20871.52">21405 5380 157 0,'0'0'96'0,"-17"-24"-24"16,15 14 18-16,2 8 9 16,0-2-26-16,0 2-9 0,0 2 7 15,0 0-17-15,0 0-1 16,0 0-1 0,0 0 3-16,0 0 40 15,0 0-47-15,0 0-6 16,0 0-12-16,0 0-5 15,0 0-9 1,12 16-9-16,5 10 6 0,4 4 6 16,3 2-7-16,3 10 0 15,2 0-4-15,5 6 2 16,-1 2-4-16,2 3 1 16,1-1-4-16,-5-4 1 15,2-2-1-15,-3-6 6 16,-6-4-4-16,1-4-1 15,-8-2-2-15,-1-7-1 16,2-1-1 0,-5-7 0-16,0-4 5 0,-1-5-2 15,-8-5 0-15,-1 2-2 16,-1-2 1-16,-2-1-1 16,0 0-1-16,0 0-2 0,0 0-6 15,0 0-17-15,0-5-10 16,0-19-17-1,0-11-93-15,0 19-336 16,0-2 87-16</inkml:trace>
  <inkml:trace contextRef="#ctx0" brushRef="#br0" timeOffset="21820.19">21779 5348 293 0,'0'0'114'16,"0"0"-73"-16,0 0 42 0,-11-37 28 15,11 32-35 1,0 3 0-16,0-2-18 0,0 2-11 15,0-3-2-15,0 4 1 16,0-3 1-16,0 0-19 16,0-2-3-16,0-1-1 15,0-3-7-15,0-2 10 16,0 2-13-16,0-2 2 16,0 1-5-16,0-2-4 15,0 3 1 1,0 4 0-16,0 3-1 0,0 0-6 15,0 1 1-15,0 0 1 16,0 0-2-16,0 2 3 16,0 0-2-1,0 0 0-15,0-2 1 16,0-2-2-16,0 1 0 16,0 0 1-16,0 1 1 15,0 0 0-15,0 2-3 16,0-2 3-16,0 2 4 15,0-4-2-15,0 2 2 16,0-6-4-16,0 4 0 0,0-4-3 0,0 4 1 16,0 0 1-1,0 0-2 1,0 0 0-16,0 2-1 16,0-2 2-16,0 2-2 15,0-2 1 1,0 2 0-16,0 0 2 0,0 2 0 15,0 0-2-15,0 0 1 16,0-2-2 0,0 0 1-16,0 2-1 0,0 0 0 15,0 0 1-15,0 0-5 16,0 0-1-16,0 8-3 16,2 18 2-16,15 11 4 15,6 6 3-15,4 9 1 16,2 7-1-16,2 3 3 15,2-2 0-15,-2 0 1 16,3-2-4-16,-3-1 1 16,2-3 3-16,8 2-4 15,-8-8 1-15,-6-10 1 16,-5-10-1-16,-16-18-1 16,0-6 0-16,-6-2 0 15,0 0 1-15,0-2 0 16,0 0-1-16,2 0 3 15,-2 0 1-15,0 0 1 16,0 0-4 0,2 0 0-16,-2 0 2 15,0 0-5-15,0 0-7 16,0 0-11-16,0 0-12 16,-23-12-75-16,10 4-131 15,-3-2-245-15</inkml:trace>
  <inkml:trace contextRef="#ctx0" brushRef="#br0" timeOffset="22557.91">21944 5494 456 0,'0'0'76'0,"0"0"-51"16,0 0 159-16,7-12-133 15,6 0-16-15,3-2 10 16,7-6-7-16,10-2-9 16,4-2-1-16,7 2-5 15,1 6-4-15,4 2-5 16,9 0-2-16,0 0-1 16,2 0-1-1,0 0-2-15,1-2 2 0,-3-1-2 16,2-1-2-16,0 3-4 15,2-2 5 1,-1 5 4-16,-4 0-9 16,1 4 2-16,-5 2-4 0,21 2 3 15,0 4-3 1,1 0 2-16,-1 0-2 16,-18 0 1-16,-3 0-1 0,-4 0 0 15,-11 0 0-15,-9 0 1 16,-13 4-1-16,-12 1 1 15,-2-2-1-15,-2 1 1 16,0 0 0 0,0-2 10-16,0 3 3 0,0-2-14 15,0 3-33-15,0-1-38 16,-13-1-40 0,-9-3-82-16,10-1-130 0</inkml:trace>
  <inkml:trace contextRef="#ctx0" brushRef="#br0" timeOffset="23053.58">23447 5103 134 0,'0'0'323'0,"0"0"-273"15,0 0-13-15,2-10 88 16,-2 10-37-16,0 0-24 16,0 0-26-16,0 0-12 15,0 0-16-15,-2 0-7 16,-2 6-3-16,2 14-11 15,2 4 11-15,0 2 5 16,0-2 0-16,4-6 5 16,10-2 2-16,3-5 9 15,4-6 23-15,3-5-1 16,3 0 6-16,2 0-3 0,-3-1-27 16,-1-17 6-16,-7 0-7 15,-9-1-8 1,-3-2 0-16,-6 4-2 15,0 3-5-15,0-2 1 0,0 2-4 32,-27 0-11-32,-8 2-25 0,-5 2 6 15,0 8-5 1,0-2-38-16,27 4-58 0,2-2-182 16</inkml:trace>
  <inkml:trace contextRef="#ctx0" brushRef="#br0" timeOffset="24284.32">21768 5632 339 0,'4'0'148'0,"-4"0"-118"15,0 0 14-15,0 0 53 16,0 0-48-16,0 0-38 16,0 0-10-16,0 0 2 15,-2 0 11-15,-9 0 10 16,2 0-10-16,-2 0 3 15,2 0 14-15,-5 0 21 16,-1 0-41-16,-1 4 0 16,-1 1-3-16,-3 0 5 15,-1 2 6-15,2 0 3 16,-4 4-4-16,5-3 1 16,-1 2 1-16,-2 0-10 15,1 2-2-15,-4 4-1 16,-5 4 4-16,-2 6-3 15,-8 2 6-15,1 2-2 16,-1 2-2-16,-4 6 9 16,1 2 14-16,-2 7-29 15,-6 0 6 1,4 6-1-16,-14 17-6 0,-3 0 3 16,7-4-6-16,5 0 3 15,18-19-3-15,6-5 4 16,-2 4-1-16,2-6 1 15,7-2-3-15,0-4-1 16,7-6-1-16,3-4 1 16,4-6 1-1,2-8-1-15,4-2 0 16,0-1-4-16,0-6 4 16,0 1 3-16,0-2-2 15,0 0-1 1,0 0 0-16,0 0 2 0,0 0 3 15,0 0-5-15,0-2-7 16,13-16-8-16,1-4-33 16,1-4-75-16,-13 16-126 0,0 2-139 15</inkml:trace>
  <inkml:trace contextRef="#ctx0" brushRef="#br0" timeOffset="24947.41">20714 6477 375 0,'0'0'133'0,"0"-2"-124"16,0 2 22-16,0 0 33 15,0 0-44-15,0 0-18 16,0 0 3-16,0 0 32 16,-2 0 8-16,-5 6 12 15,0 10 8-15,-1 2-18 16,-1 8-4-16,-3 2 3 15,-1 4-15-15,1 4-1 16,2 0-10 0,-1 0-5-16,-1 0 14 15,3-2-17-15,3-2-2 0,0-3 6 16,0-1 4 0,2-2-8-16,2-8-5 15,0-4 1-15,-1-6-6 16,3-6 1-16,0 0-1 15,0-2-1-15,0 0 1 16,0 0 0-16,0 0-2 0,0 0 0 16,0 0-3-16,0 0-35 15,0 0-34 1,0 0-103-16,0-6 7 0,0 0 4 16,0 4-54-16,0 0-28 15</inkml:trace>
  <inkml:trace contextRef="#ctx0" brushRef="#br0" timeOffset="25532.18">20602 6807 227 0,'0'0'115'16,"0"0"-80"-16,0 0 179 0,0 0-119 15,3-36 4-15,-3 36-12 16,0 0-36-1,-5 0-22-15,-13 13-7 16,1 6 10-16,-1 6-9 16,2 5 1-16,7 0-10 15,0 2-8-15,3-4 0 16,4-2 0-16,-1 0-2 16,3-4 5-16,0 0-9 15,0-7 4-15,3-4 2 16,5-4 14-16,6-4-6 15,-3-3 5-15,4 0-2 16,12 0-3 0,0-10 1-16,-2-14-2 0,-1-4 3 15,-15 2 1-15,-3 2 2 16,-6 2-6-16,0 4-1 16,0 4-2-16,-15 4 5 15,-7 4-6-15,1 4-8 16,-6 2-1-16,-1 0-7 15,4 0 4-15,-1 10 1 16,7 2-1-16,9 2-1 16,0-2-2-16,9-2-6 15,0-2-6-15,0-4-3 16,0-2-1 0,5 0-4-16,6-2 0 15,2 0 14-15,5 0 2 16,-4-6-13-16,-1-6-10 0,-11-2 17 15,-2 2 16-15,0 0 4 16,0 4 4 0,0 0 1-16,0 6-32 15,-9 0-170-15</inkml:trace>
  <inkml:trace contextRef="#ctx0" brushRef="#br0" timeOffset="30783.76">22049 4213 336 0,'0'0'74'16,"0"0"-41"-16,0 0 155 15,0 0-156-15,0 0-3 16,0 0 26-16,0-2-1 15,0 0-13-15,0-2-8 16,0 2 1-16,0-2-9 16,0 2-14-16,0 0 2 15,0-2 9-15,0-2-4 16,0 2 4-16,0-4-10 0,0 2 14 16,0-2-10-16,-5 2-11 15,-9-2-2 1,-1 0-7-16,-5 3-6 0,-3 1 10 15,2 0 7-15,-15 4-7 16,0 0 0 0,-4 0 0-16,-4 18 0 15,10 4-2-15,-2 11 2 16,3 5-3-16,1 10-2 16,6 2 5-16,6 2 2 15,4 2-2-15,7-1 0 16,7-6 3-16,2-2 2 15,0-9-5-15,0-8-3 16,0-6 2-16,15-10 1 16,8-2 1-16,20-10 6 15,10 0-1-15,3 0 1 16,-1 0-2 0,-19-12 4-16,-9 4-6 0,-7 4 0 15,-9 0-2-15,-7 2 1 16,-4 2 1-16,0 0-2 15,0 0-1-15,0 0 1 16,0 0-1 0,0 0-24-16,0 0-232 0,0-2 44 15,0-2-249-15</inkml:trace>
  <inkml:trace contextRef="#ctx0" brushRef="#br0" timeOffset="31547.6">22078 4557 278 0,'0'0'277'15,"0"0"-232"-15,4-55-2 16,-4 38 103-16,2 3-72 16,-2 0-39-16,0 2-13 15,0 2-3-15,-4 2 27 16,-12 2-26-16,-4 4-20 16,-7 2-15-16,-2 0 15 15,-2 0 1-15,2 4 0 0,2 12 3 16,5 6 0-1,4 5-4-15,7-4-1 16,9 1-7-16,2-5 8 16,0-7-2-16,0-4 2 0,0-2-5 15,13-2 5-15,5-4 6 16,4 0-6 0,3 0 10-16,-2 0-2 15,-4-4-4-15,-1-6 4 16,-5 4-3-16,-5 2-4 15,-2 1 1-15,-2 2-1 16,-1 1-1 0,-1 0 0-16,2 0-5 0,2 4-6 15,4 20 1-15,3 10 7 16,-1 4-2-16,-1 4 0 16,-5 2 5-16,-2-2 2 15,-4-3-2-15,0-3-2 16,0-3-1-16,0-4 4 15,-10-5-4-15,-7-6 0 16,-4-4 2-16,-2-8-1 16,-1 0 2-16,-8-6 18 15,3 0-1-15,5 0 13 16,4-6-3 0,14-10 11-16,1-4 8 15,5-6-7-15,0-4-16 16,0-5-2-16,18-7-10 0,9-2-7 15,6-4-2-15,2 2 2 16,5 2-4 0,3 8-5-16,-1 6-49 15,3 7-18-15,-7 4-72 0,-29 19-103 16,-3 0-183 0</inkml:trace>
  <inkml:trace contextRef="#ctx0" brushRef="#br0" timeOffset="32396.5">22437 4488 271 0,'0'0'197'0,"2"0"-127"16,0 0 22-1,-2-8 27-15,0-1-34 16,0 4-26-16,0-2-19 16,-2 4 3-16,-12 3-24 15,-3 0-19-15,-8 0-11 16,-6 0 11-16,-7 7 0 0,-1 11 0 16,4 3-1-16,8 1 0 15,6 2-3 1,9 2-9-16,7 2 4 0,5 0 9 15,0-4-5-15,0-2 2 16,9-6 2 0,9-8 1-1,7-6 9-15,0-2 4 16,1 0 16-16,7-2 1 0,3-18-11 16,0-4-7-16,-3-6-6 15,1 0-3-15,-1-6-3 16,-6 0 0-16,-3-3 4 15,-6-1-4-15,-4 0 3 16,-6 0-1-16,-6 0-2 16,-2 2 2-16,0 2 0 15,0 6 14-15,0 9 15 16,0 12-12-16,0 7-12 16,0 2 1-16,0 0 4 15,0 0-12-15,0 0-9 16,-2 4 0-16,-2 24-12 15,0 14 19-15,2 10 2 16,-4 6 4-16,6 6 3 16,0 1 13-16,0-1-9 15,0-4-1-15,6-8-4 16,13-2 4 0,3-14-8-16,-3-8 2 0,-4-8 4 15,-7-14-6-15,-2-1 2 16,-2-5-3-16,-4 0 1 15,0 0-2 1,0 0-3-16,0-11-39 16,0-3-47-16,0-2-302 15</inkml:trace>
  <inkml:trace contextRef="#ctx0" brushRef="#br1" timeOffset="45520.57">14066 10193 112 0,'0'-15'0'0</inkml:trace>
  <inkml:trace contextRef="#ctx0" brushRef="#br1" timeOffset="49476.51">10093 11773 402 0,'4'-2'0'15,"-4"0"-14"-15,2 2-71 16,1 0 82-16,-3-2-2 15,0 2-215-15</inkml:trace>
  <inkml:trace contextRef="#ctx0" brushRef="#br1" timeOffset="52626.43">8967 12562 228 0,'0'0'88'0,"0"0"-79"15,0 0 2-15,0 0 78 16,0 0-66-16,0 0 0 16,0 0 22-16,0 0 21 15,0 0 10-15,0 0-9 16,0 0-19-16,0 0-1 15,0 0 2-15,0 0 20 16,0 0-32-16,0 0-9 16,0 0-3-16,0 0-8 15,0-5 3 1,0-8-2-16,0-1-3 16,2 3 7-16,1-1-13 0,1-6 5 15,3-3-3 1,0-3-3-16,1 4-1 15,4-1-4-15,-1 0 1 16,2-1-1-16,7-10-1 16,5 2 4-16,0 0-4 15,1-2 0-15,-2 10-1 16,3-2 2-16,2 0-1 16,5-2 4-16,-3 0 5 15,2 3-5-15,0 1-5 16,6-4 3-1,-1 6-2-15,-3-2-1 16,-1 4 0-16,-8 6 0 16,-1 0 2-16,-1 2-2 15,1 0-1 1,4 2 1-16,-3 0-1 0,1 0 0 16,0 2 0-16,-2-2-2 15,-4 2 2 1,-2 2-1-16,-6 0 1 15,-2 2 0-15,2 0 1 16,-1-2-2-16,3 0 2 16,3 0-1-16,0 2 0 15,2-2-1-15,1 2 1 16,-4 0 0 0,1 2 1-16,-3 0-3 15,-6 0 2-15,-2 0 0 16,-5 0-1-16,1 0 1 15,1 0-1-15,-2 0 1 16,4 2 1-16,-1 4 1 16,2 0-1-16,4 8-1 15,-2 2 0-15,5 0 0 16,-1 4 1-16,-5-6-1 16,4 2 0-16,-3 0 0 15,7 4 0 1,-3 1 0-16,5-3 1 15,-1 1-1-15,1-5 1 16,-3 0-2-16,4 3 2 16,-2-5-2-16,1 2 1 15,0-4 0-15,-3-1 1 16,4 4-1-16,-2-5 0 16,1 0 0-16,-3-2 0 15,-5-5 0-15,1 2 0 16,-3-3 0-1,4 0-1 1,1 0 2-16,3 0 1 16,1 0 0-16,-1-3-1 15,4-6 0-15,-2-4 0 16,2 4 0-16,0-4 0 16,-2-1 0-16,-1-4 0 15,4-1 0-15,-3-6 0 16,-3 0 1-16,-4-2 1 15,-4 1-1-15,0-2 1 16,1 2-2-16,1 0 2 16,-1 0 0-16,0 4-3 15,1 2 0-15,0 4 1 16,-2-2-1 0,-1 0 3-16,1 1-2 15,-1 3-1-15,2 6 3 0,-4 2-1 16,0 1-1-1,-1 2 0-15,-3 3 0 16,2-1 0-16,-2 1-1 16,0 0 1-16,0 0 0 15,0 0-1 1,0 0-1-16,0 0 0 16,0 0 1-16,0 1-1 15,2 7 1-15,0 5 2 0,2-1-2 16,-2 2 2-16,4 2-1 15,-2 0 1-15,-2 2-2 16,3-2 2-16,-1 2-2 16,-2-2 1-16,4 2-1 15,-1 0 0-15,2 0 1 16,0 0-1-16,-1 6 1 16,6 0-1-16,-6-2-1 15,5 0 1-15,-2-5 1 16,-2-2-1-1,4-1-1 1,0 3 1-16,1-5 0 16,1-1-1-16,1-2-1 0,1 0 4 15,3 0-3 1,-1-1 1-16,6-2 0 16,-3-2 0-16,-1-2-1 0,6-2 1 15,11 0 0 1,1 0 3-16,6-2-3 15,-1-8 0-15,-6-2 2 16,2-1-1-16,2 3-1 16,0-4 0-16,-2 2 0 15,-2 1 2-15,-10-6-2 16,1 5 0 0,-2 2 0-16,-9 2 0 0,-3 4 0 15,-9 4-2-15,-4 0 2 16,0 0 0-1,2 0-1-15,0 0-2 16,0 0 2-16,6 0 1 16,-2 15 0-16,3 0 1 15,2 3-1-15,3 4 0 16,-1 0 0-16,1 3 0 16,1-1 1-16,3 10-1 15,-1 2 0 1,3-4-1-16,-3 2 1 15,-11-12 0-15,1 0 0 16,-1 0 0 0,-2-4 1-16,-4-4 1 15,2-2-2-15,-2-4 1 16,0 1 0-16,0-5 1 16,0 0-1-16,0-4-1 15,0 0 0-15,0 1-8 16,0-1-17-16,0 0-23 15,0 0-46-15,0-9-148 16,-8-8-263-16</inkml:trace>
  <inkml:trace contextRef="#ctx0" brushRef="#br1" timeOffset="57421.56">11105 12019 265 0,'0'-2'35'16,"0"2"-33"-16,0 0 52 15,0 0 88-15,0-2-88 16,0 0-8-16,0 0-6 16,0 1-4-16,0-2 0 15,0 1-10-15,0-2-7 16,4 0 2-16,2-4 10 16,3-4 24-16,5-2-34 15,5-2-4 1,2 0-6-16,3-4 7 15,3 0-6-15,-1-2-1 16,9-2 1-16,2 0 8 16,3-6 4-16,9 1-2 15,0-3 3-15,7 2 3 16,0 1-9-16,0-4-2 16,2 1 0-16,-1 0-4 0,5 0-4 15,16-10 2 1,-2-2 15-16,0 2-19 15,-3-3-3-15,-15 12 5 16,2-2-2-16,-2 1 0 16,5-2 0-16,-1 0 5 15,5-2-5-15,3-2-3 16,16-8 3 0,-1 2-2-16,0 2 1 0,-6 1-5 15,-11 11 4-15,-1 0-4 16,4 0 0-1,20-14 1-15,-2 0 0 16,0-4-2-16,-4 2 0 16,-20 9-1-16,-3 3 1 15,5 0 0-15,2 4 0 16,2 0 1 0,3 2-1-16,-1 0 0 15,18-10-1-15,-4-2 4 16,0-2-6-16,-2-6 6 15,-22 5-4-15,-3 1 3 16,0 2-4 0,9-6 4-16,0 2-1 15,-3 2-2-15,3-2 1 16,-11 9 0-16,5-3 3 16,3 0-3-16,6-2 0 15,-1-2 0-15,0 2-1 16,1 0 1-16,18-10-3 15,-1 0 3-15,-1 2-3 16,1-1 1-16,-19 13 2 16,-5 0 0-16,-3-2-2 15,2-8 2 1,-8-2 1-16,-9 0-2 0,-2 0 1 16,-16 7 0-16,-3 1-2 15,0 1 2-15,1-4-2 16,0 3 1-16,-2-2 0 15,-4-2 1-15,2 0-1 16,-3-6 1-16,1-1 0 16,-2 2 0-1,0-6 3-15,0 3-6 16,3 0 3-16,1 4 0 16,8-5 0-16,7 5 1 15,-3 0-1-15,3 4 0 16,-9 8-3-16,-2-4 3 15,4 2 0-15,-2-4 0 16,0 0 1-16,-2 0-1 16,0-1 0-16,4-13 0 15,0 0 1-15,-2 2-1 16,2 2 0-16,-10 10 0 16,0 0 1-16,0 0-1 15,6-15 0 1,-3-1 1-16,-2-2-1 15,3 4 0-15,-9 13 1 16,1 8 1-16,1 1-3 16,-1-3 1-16,6 6-1 15,2-3-1-15,4-1 0 16,15-9 1-16,7 0 0 16,5-4 1-16,5-2-1 15,-9 9 2 1,2-3-3-16,0 9 4 15,6-6-4 1,0 5 3-16,-2 2-1 16,-5 0 0-16,-14 8 1 15,0 0 1-15,-3 2-1 16,-1 2 2-16,6 4-3 16,1-3 1-16,2 1-2 15,16 0 2-15,1-2-2 16,-3 6 1-16,0 0 0 15,-21 4 4-15,-3 5-4 16,-5-2 1-16,6-3-1 16,6 2 2-16,5-2-1 15,6 0-1-15,-1 2 1 16,0 2 0 0,1-2 0-16,1 4-1 15,2-2 3-15,-1 4-3 0,0-2 0 16,6 2 0-1,-8 2 0-15,-4-2-1 16,-3 0 1-16,-7 2 2 16,2 0-1-16,5 0 2 15,26 2-3-15,4 2 1 16,10 0-1-16,2 0 0 16,-18 0 0-16,-5 0 0 15,-8 0 0 1,-14 0 0-16,-11 0 2 15,-8 0-1-15,-7 0-1 16,-5 0 3 0,0 0-2-16,2 0-1 0,3 0 1 15,4 0 4-15,2 0-5 16,8-2 1 0,3-2 1-16,0 2-1 15,-2 0 0-15,-8 2 0 16,-8-2-1-16,-4-2 1 15,5 2 1-15,6 0-2 16,2 0 10-16,3 2-9 16,-2 0 0-16,4 0 1 15,-5 0-2-15,-1 0 1 16,-6 0-1-16,-12 0 0 16,-1 0 0-16,-1 0 0 15,6 0 0 1,1 0 0-16,7 0 0 15,2 0 0-15,4 0 1 16,-3 0 0-16,5-2-1 0,0-1 0 16,-6 2 1-16,-4-2 0 15,-3 3-1 1,-10-1 1-16,-2 1 0 16,0-2 0-16,0 2 1 15,0 0-1-15,0 0 3 16,0-2-1-16,0 0-2 15,0-2 0 1,0 0-2-16,0 1 0 0,0 0 1 16,0-3-11-16,-7 1-3 15,-20-2-6 1,-12 3-5-16,-9 1-4 16,-3 2-16-16,0 1 34 0,-7 0 7 15,-2 0 3-15,6 0 1 16,0 0 0-16,17 0 0 15,8 0 1 1,9 0-1 0,9 0 1-16,6 0-1 15,5 0-1-15,0 0 1 16,0 0-2-16,0 4-1 16,11 0 0-16,16 2 3 15,6-2 8-15,10 0-4 16,-1 0 1-16,18 2 0 15,3-2 0-15,-3 0 2 16,-2 0 1-16,-20-4-1 16,-9 0-1-16,-9 0 3 15,-9 0 2 1,-7 0 0-16,-4 0-6 16,0 0 3-16,0 2-3 15,0-2-4-15,0 0-1 16,0 5-2-16,0 8-2 15,0 7-6-15,-19 8 10 16,-26 16 0-16,-11 2 3 16,-7 0-3-16,-3-4 2 15,19-15-1-15,5-5-1 0,4-4 1 32,7-3 0-32,8-2 0 0,12-8-1 15,7 2 0 1,4-7-3-16,0 0-2 15,0 0 0 1,0 0-3-16,0 0-26 16,0 0 1-16,6 0-9 0,13 0-30 15,-11 0-67 1,-3 0-140-16</inkml:trace>
  <inkml:trace contextRef="#ctx0" brushRef="#br0" timeOffset="68155.13">8738 4361 316 0,'-12'-6'76'16,"12"4"-55"-16,0 2-11 16,0-2 101-16,0 2-30 0,0-2-38 15,0 2-17-15,0 0 6 16,0 0 12-16,0 0 10 15,0 0-1-15,0 0-11 16,0 0-9-16,0 0-1 16,0 0-3-16,0 0-7 15,0 0-6-15,0 0 27 16,0 0-23-16,0 0-1 16,0-2-2-16,0 2-5 15,8 0-5 1,5 0-5-16,5 0 26 0,2 0-18 15,2 0-1-15,9 0 1 32,3 0-6-32,3 0 5 15,8 0-4-15,-1 0 5 0,4 0 0 16,2 0 0 0,24-6-3-16,4 0 4 15,5-2-5-15,2 0-1 16,-19 2-2-16,3 0-1 15,0 0 0-15,-1 4 0 16,-6 0 0-16,-5 2-2 16,-5 0 0-16,3 0-1 15,-8 0 0-15,-4 0 1 16,-3 0 0-16,-11 0 1 16,-3 0-1-16,6 0 0 15,-1-2 0-15,4 0 0 16,1 2 0-16,5-2 0 15,-4 2 0-15,1 0 0 0,-3-2 0 32,-1 2 0-32,-3-2 0 0,-2 2 0 15,0-2 0-15,0 2 1 16,-2 0 0-16,-3-2-1 16,-2 0 1-16,1 2-1 15,-1-2 0-15,-1 2 0 0,-4 0-1 16,3 0-1-1,5 0 2-15,1 0 2 16,3 0-1-16,0 0-1 16,-4 0 0-16,-1 0 0 15,3 0 0-15,2 0 0 16,0 0 1-16,-4 0 0 16,-4 0-1-16,6 0 0 15,-4 0-3-15,-6 2 3 16,1-2 2-16,-5 0 0 15,-1 0-2 1,-1 2 0 0,3-2 0-16,1 0-3 15,5 2 3-15,0-2 1 16,0 0 0-16,1 0 0 16,-2 0-1-16,1 0-2 15,1 2 2-15,-4-2-1 16,1 0 1-16,2 0 0 15,0 0 0-15,0 0 0 16,0 0 0-16,0 0 0 16,1 0 0-16,0 0 0 15,2 0 0-15,4 0 4 16,-5 0-4-16,3 0-3 16,-4 0 3-16,4 0 0 15,-2 0-1 1,-2 0 0-16,0 0 2 15,-7 0-2-15,-6 0 1 16,-1 0-2-16,-5 0 2 16,-2 0 1-16,2 2 0 15,-2-2 0-15,2 0-1 16,0 0-1-16,6 0 1 16,-4 0 0-16,0 0 1 15,-1 0-1-15,-3 0 1 16,0 0-1-1,0 0 0 1,0 0 0-16,0 0 2 0,0 0 2 16,0 0-4-16,0 0 0 15,0 0 0 1,0 0-3-16,0 0 3 16,0 0 0-16,0 0 1 0,0 0 2 15,0 0-2 1,0 0-1-16,0 0 1 15,0 0-1-15,0 0 0 16,4 0-4-16,0 0 4 16,0 0-2-16,2 0 0 15,-4 0 4-15,0 0-1 16,0 0-1 0,-2 0 0-16,5 0-1 0,-1 0 1 15,2 0 0-15,4 0-1 16,-4 0-3-1,-1 2 4-15,-3-2-2 16,-2 0 1-16,0 0-1 16,0 0 0-16,0 0 1 15,0 0 2-15,0 0-2 16,0 0 1 0,0 0 0-16,0 0-4 15,0 0 1-15,0 2 2 16,0-2-1-16,0 0 1 15,0 2 0-15,0 0 1 16,0 4-1 0,0 4 1-16,0 2 0 15,0 2 0-15,0 2 0 16,0 0 0-16,0 2 0 16,0 0 0-16,-2 2 0 15,-3 2 1-15,1 3-1 16,2-1 1-16,-1 10 0 15,1-2-1-15,-1 0 0 16,-1 0 0-16,4-10 0 16,-2 0 0-16,2 0 0 15,0 2 1-15,-2-2-1 16,2 2 0-16,0-2 0 16,0-3 0-16,0-4 0 15,0 1 1 1,0-2-1-16,0-1 0 0,0 1 0 15,0-5 1-15,0 5-1 16,0 0 0 0,0-1 0-1,0-1 0-15,0-2 0 0,0 0 0 16,0 0 2 0,0 4-2-16,0-2-1 15,0-2 2-15,0 4-2 16,0-4 2-16,0 4-1 15,2 2 0-15,-2 0 1 16,0-2-2-16,0 0 1 16,0 2 0-16,0 4 1 15,2 2 0-15,-2-2-1 16,0 2-1-16,2-5 1 16,-2 1 0-16,0 0 0 15,0 0 0 1,0 1 1-16,0 6-1 0,0-1 1 15,2 0-1-15,1 8 0 16,-1 0 0 0,-2-4-1-16,3 0 2 15,-3-8 0-15,0-2-1 16,2 6 1-16,2 1-1 16,-1-3 0-16,-3 0 0 15,2-4 1-15,0 1-1 16,-2 2 2-1,0 4-2 1,0 2 1-16,0-3 1 0,0 0-1 16,0-8 2-16,0 0-1 15,0-2 0 1,0 0-1-16,0 0 5 16,0 2-1-16,0 0-3 15,0 6 4-15,0-2-3 16,0 2 2-16,0-4-4 0,0-2-1 15,0 2 4-15,0-1-3 16,0 4 0 0,0-2 2-16,-2-1 1 15,0 2 1-15,2-4-4 16,-3-2 1 0,-1 4 3-16,2-2-3 15,-3 0 1-15,2 2-1 16,3-2 0-16,-4 8-1 15,2 0-2-15,0 4 1 16,0-1 0-16,2-8 2 16,0 2-2-16,0-3 0 15,-2 1 1 1,2 2-1-16,-3-3-1 16,3 0 1-16,0-7 2 15,0 6-2-15,0-3 0 16,0 2 1-16,0-2 0 15,0 0-2-15,0 0 2 16,0 4 2-16,0 2-3 16,0-2 1-16,0 4-1 15,0-6 0-15,0-2 0 16,0 0 0 0,0 5 0-16,0-1 2 15,0 0-2-15,0 0 3 16,0-3-2-16,0 2-1 15,0-3 0-15,0 2 1 16,0 2 2-16,0-2-2 0,3 2-1 16,-1 4 2-1,0 2-2-15,0 0 0 16,0 0 0 0,2-8 0-16,-1 0 0 15,-1-2 0-15,1 4 1 16,-1 2-1-16,0 0-1 15,0 2 1-15,-2-4 0 16,3-2 1 0,-3 5 0-16,2-3-1 15,0 4 0-15,-2 0-1 0,0-4 1 16,0 6 1 0,0-2-1-16,0 2 0 15,2-2 0-15,2-2 0 0,-1 2 0 16,-1-4 0-1,0 6 0-15,-2 4 1 16,0-2-1-16,0 0 0 16,0-1 0-16,0-2 0 15,0 1 0-15,0 2 1 16,0-1 0-16,0-1-1 16,0-2 0-16,0 2 0 15,0 0 0-15,0-2 0 16,0 2 0-16,0-10 0 15,0 2 0 1,0 0 0 0,0 6 1-16,0-2-1 15,0 2-1-15,0-2 1 16,0-4 0-16,0 2 0 16,0 0 0-16,2 5 0 15,1-1 0-15,-1 2 0 16,0 0 0-16,1 0 1 15,-1-2-1-15,2 2 0 16,-2 0 0-16,3-6 0 16,-3 2 1-16,2 0-1 15,1 4 2 1,0 0-1-16,-1-2-1 16,-2-2 2-16,0-6 2 0,0-1-3 15,-2 0 0 1,0 1 1-16,3-1 0 15,-1-1-4-15,0-5 4 16,-2-3-2-16,0 3 2 16,0-7-1-16,0 2 0 15,0-2 0-15,0 1-1 16,0-1 0-16,0 0 0 16,0 0 2-16,0 3-2 15,0-2-2-15,0 2-4 16,0-2-29-1,-11-1-18 1,-5 0-20-16,-3 0-141 16,-4 0 49-16,-4 0-28 0,12-4-44 15,-1-1-70 1</inkml:trace>
  <inkml:trace contextRef="#ctx0" brushRef="#br0" timeOffset="69726.66">8927 8311 140 0,'-6'-1'52'0,"4"1"-46"32,2 0 41-32,0 0 82 15,0 0-94-15,-2-3-1 16,2 2 14-16,-3-2 17 15,0 3-10-15,1 0-15 16,2 0 75-16,0 0-56 16,0 0 1-16,0 0-11 15,0 0-7-15,0 0 0 16,0-2-6-16,0 2-7 16,0 0-6-16,0 0-1 15,0-1 5 1,0 1 27-16,0-3-32 15,0 2-7-15,10 1-3 16,9 0 2-16,6 0 6 16,6 0 0-16,5 0-3 15,3 0 13-15,11 0-10 16,21 0-1 0,7 0-10-16,7 0 1 0,7 0 1 15,-15 0-8-15,10-3 7 16,7-2-2-1,20-1-3 1,-4-1-1-16,-4 3-6 16,-8 0 1-16,-25 0-2 0,-1 1 3 15,-6-1 2-15,-3-1-1 16,-5 3-1-16,-2-2 0 16,-1 2-1-16,0 1 1 15,-1-2 0-15,-2 2 1 16,-4-2-1-16,-1 3 0 15,-2 0 0-15,0 0 0 16,-5 0 0-16,8 0 0 16,-3-2 1-1,-3 0-1-15,1 2 1 16,-14 0-1-16,2 0 0 16,0 0 0-16,-2 0 0 15,3 0 1-15,-3 0-1 16,2 0 1-16,13-2-1 15,0 2 0-15,3 0 0 16,0-2 0-16,-9 2-1 16,-4 0-1-16,-5 0 2 15,2 0 0 1,-4 0-2-16,-4 0 2 16,2 0 0-16,-7 0-1 0,-1 0 1 15,4 0 3 1,-6 0-3-16,3 0 0 15,-2 0 0-15,-1 0-1 16,8-2 2-16,2 2-1 16,-2 0 0-16,4 0 0 15,-4 0-1-15,4-2 1 16,0 0 1-16,8-2-1 16,-2 2 1-16,-1-2 0 15,-6 4 0-15,-10-2 0 16,-7 2 2-1,-5-2 1 1,-1 0 6-16,-3 2 3 0,0 0 11 16,0 0-13-16,0 0-8 15,0 0 1 1,0 0-4-16,0-2-24 16,-21-4-15-16,-8-4-12 0,-6 0-51 15,-9-12 1 1,25 12-499-16,4-6 102 15</inkml:trace>
  <inkml:trace contextRef="#ctx0" brushRef="#br1" timeOffset="83440.48">12086 5609 159 0,'0'-3'40'0,"0"1"-39"16,0 0 1-16,0 2-2 0,0-2-8 15,0 2 8-15,0 0 1 16,0 0 17-1,0 0 34-15,0 0 23 16,0-1-10-16,0 1-15 0,0 0-10 16,0-3 2-1,0 3-4-15,0 0 32 16,0 0-46-16,0 0-5 16,0 0 0-1,0 0 3-15,0 0-3 0,0 0 1 16,0 0 51-1,0 0-28-15,0 0 0 16,0 0 0 0,0 0-4-16,0 0-1 0,0 0-5 15,0 0-3-15,0 0 2 16,0 0 0 0,0 0-2-16,0-1 22 15,0 1-27-15,0-3-6 16,0 3 0-16,0 0-3 15,0 0-5-15,0-1 0 16,0-2 5-16,0 1-6 16,3-2-5-16,8-5 4 15,6-8-2-15,10-1-4 16,7-2 3-16,-3 0-6 16,3 0 1-16,4 0 4 15,4-2-4-15,1 0-1 16,1 0 1-16,-2 2 2 15,-1-2-2-15,1-6 0 16,-3-1 2 0,-3 0-2-16,-2 0-2 15,-8 7 2-15,1 0-1 16,12-3 1-16,0-4 1 16,3 3-2-1,3 2-2-15,-11 6 2 16,-3 0 0-16,2 2-3 15,9-4 3-15,6 2 2 16,2 0-2-16,8 0 0 16,-6 4 0-16,4-1-1 15,2 0 1 1,0-2-2-16,-1 3 4 16,1-1-4-16,0-1-2 15,13-3 4-15,7-1-1 16,1 2 1-16,3-2 0 15,-14 4 0-15,7 0 0 16,-2 2 0-16,20 0-2 16,1-2 0-16,-3 2 2 15,-2 2 0-15,-20 2 1 16,1 2 1 0,-5-2-1-16,-3 2-1 0,-4-2 0 15,0 2 0-15,1 0 1 16,22-4 0-1,2 2-1-15,-2 0 1 0,2 0-1 16,-21 4-2 0,3 0-1-16,-3-2 3 15,21-5 0 1,0 2 0-16,-1-1-1 16,0-1 0-16,-19 6 2 15,-3-1-1-15,-2 0 0 16,-2 2 0-16,-1-1 0 15,-1 3 0-15,-3 0-1 16,7 2 1 0,-7 1 0-16,-4 1 3 0,-3 0-3 15,-13 0 0-15,-2 0-1 16,2 0-1 0,3 0 2-16,-3 0 2 15,0 0-3-15,0 0 1 16,-6 0-1-16,2 0 0 15,-2 0 2-15,-5 0 0 16,-3 0 0-16,-3 0-2 16,1 3-3-16,8-1 4 15,6 7 0-15,2-4 0 16,2 1 0-16,-1 1 0 16,-1-6 0-16,0 6 2 15,15 0-2 1,-1-3-2-16,2 5 5 0,0-4-4 15,-14-1 1 1,1 1 0 0,1-1 1-16,-2-3-1 15,-1 2 0-15,3 1 0 16,-1-3 2-16,13-1-1 16,6 5-1-16,3-5 2 15,5 2 0-15,-13 2 1 16,-5-2-3-16,-5 2 1 15,1 0 1-15,-3 0 1 16,-1 0 1-16,-1 2-4 16,-7-4 0-16,-5 0 0 15,3 2 0 1,-6-2 1-16,2 2 1 0,-1 0-1 16,-1 0-1-16,10 4 0 15,0 0 0 1,7 0 1-16,5 2-2 0,-8-2 2 15,3 2-1-15,-3-2 0 16,5 4 0 0,0 0-2-16,0 0 2 15,0-2 0-15,-9-2 1 16,2 2 0-16,2 0 2 16,0 0-3-16,5 2-1 15,3 2 0 1,7 0 2-16,10 4 1 15,3 3-2-15,-3-6 0 16,-3 2-2-16,-15-4 0 16,-2-3 2-16,1 3-1 15,5 6 0 1,3 2 1-16,1-2 0 0,4 4-1 16,-8-7 1-16,-3 4-2 15,1 2 2-15,-7 0-1 16,-1 0 1-16,-3 2 0 15,2 2 1 1,8 10-2 0,-1 1 1-16,0 0 0 15,-1-2 1-15,-6-9 0 0,-5-2 0 16,1-2-1 0,2 0 0-16,-4-2 0 15,0 0 0-15,-5-2 1 0,-7-2-1 16,1 0 1-1,2-4-1-15,0 2 1 16,0-2 0-16,-1 0 2 16,1 0-1-16,4 0-2 15,-4 2 2-15,3 0-1 16,-4-4 2-16,-3 2-3 16,-1-4 0-1,-5 2 3-15,4-2-3 16,-5-3 5-16,-3-1-3 15,0-4 0-15,-4 1-2 16,2-1-1 0,1 0 1-16,0 3 2 0,1-3 2 15,-4 0-4-15,7 1 2 16,-1 1-2 0,0-2-1-16,-1 0 1 15,-5 0 1-15,0 0 2 0,0 3-2 16,0-3 2-1,0 0 1-15,0 0 4 16,0 0-2-16,0-5-4 16,0-11-2-16,-7-4-11 15,-8-3 0-15,-3-6 7 16,-1 1 2-16,-6-4-2 16,0 0 4-16,-2-6 1 15,0 2-1-15,5 8 1 16,5 2 2-16,8 12-2 15,2 0-1-15,2 3 0 16,5 4 0 0,-2-4 2-1,2 1-1-15,0-2 0 0,0 1 2 16,0-2 0 0,0-3-2-16,0 6 2 15,0 2 11-15,0-2-7 16,0 4 10-16,0-6-13 15,0 4 8-15,0 4-2 16,0-2-7-16,0 6 8 16,0-2-10-16,0 0 3 15,0 2-4 1,0-2 2-16,0 2-2 16,0 0 1-16,0 0 2 0,0 0-3 15,0 0 0 1,0 0-1-16,0 0-5 15,0 0 2-15,0 0-6 16,0 0 4-16,0 0 6 16,0 0 0-16,0 10-5 15,0 8-2-15,7 2 7 16,4 6-3-16,7 13 3 16,2 1 4-16,0 4-3 15,2 0-1-15,-2-6 0 16,-1-2 0-1,-2-4 0-15,-1-2 0 0,-3-2 0 16,1-2 1 0,-6-1-1-16,5-2 0 15,-3 0 0 1,-1-5-2-16,-3-2 2 0,-4-9 2 16,3 0-2-16,-5-1 1 15,0-2-1 1,0-4 1-16,0 1-2 15,0-1 3-15,0 0 0 16,0 0 1-16,0 0 1 16,0 0-1-16,0 0 5 15,0 0-7-15,0 0 3 16,0 0-2 0,0 0 0-16,0 0-2 0,0 0 2 15,0 0 3-15,0 0-5 16,0 0 1-1,-7 0 0-15,-24 0-3 16,-9 0 1-16,-7 0-4 16,-2 0 5-16,0 0 0 15,3 0 0-15,-2 0 5 16,9 0-5-16,5-1-2 16,10-1 2-16,10 0 4 15,7 0-4-15,7 2 1 16,0-2-1-1,0 2-3-15,0 0-3 16,0 0 5 0,0 0 0-16,0 0 1 15,0 0 2-15,0 0-2 16,0 0-3-16,0 0 1 16,0 0-2-16,0 0-6 15,0 0 4-15,0 0-58 16,0 0 36-16,0 0-8 15,0 0-5-15,0 0-3 16,0 0 2-16,0 0 12 16,0 0-3-16,0 0-4 15,0 0-3-15,0 0-164 16,0 0 35-16,0 8-67 16,0-7-4-16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35:19.97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23453 9065 109 0,'0'0'106'15,"0"0"-106"-15,0 0-4 0,0 0 4 16,0 0 0-16,0 0-10 16,0 0-30-16,0 0-26 15</inkml:trace>
  <inkml:trace contextRef="#ctx0" brushRef="#br0" timeOffset="774.91">23453 9065 11 0,'0'-5'203'16,"0"5"-159"-16,0 0-37 15,0 0 52-15,0 0 11 16,0 0-14 0,0 0-11-16,0 0 19 15,0 0 9-15,0 0 4 0,0 0-4 16,0 0-3-1,0 0-12-15,0 0 20 16,0 0-46-16,0 0-6 0,0 0-1 16,0 0-2-1,0 0 2-15,0 0 4 16,0 0-7-16,0 0-5 16,0 0-5-16,0 0 7 0,2 0-17 15,-2 0 9-15,2 0-2 16,-2 0-3-16,2 0 13 15,0 0-6-15,3 0-3 16,1-3 2-16,6 2-6 16,3-4-6-1,7 0 11-15,3-3 0 0,15-6-8 16,6-4-1 0,4-3 1-16,3-3 3 0,-8 4-6 15,-6 0 0-15,0 0 7 16,-1 2-2-16,-5 0-1 15,-2-6 3-15,0 0-1 16,3-4-2 0,-3-4-4-16,2-4 0 15,1-4 7-15,1-5-1 16,2-3-4-16,-4 2-2 16,-2-2 0-16,-2 4 0 15,-7 8 0 1,-4 10 0-16,-5 6 1 0,-6 8 5 15,0 3-1-15,-5 2 10 16,0 3-13-16,-2 4-2 16,0-3 0-16,0 3 3 15,0 0 3-15,0 0-4 16,0 0-1-16,0 0-1 16,0 0-5-16,0 0 0 15,0 0-7-15,0 0-4 16,0 0-9-16,0 0-5 15,0 0-8-15,0 0-12 16,0 0-18-16,0 0-36 16,0 0-53-16,-2-1-38 15,0-3-24-15,-3 0-125 16</inkml:trace>
  <inkml:trace contextRef="#ctx0" brushRef="#br0" timeOffset="1409.57">23983 8093 384 0,'0'0'180'16,"-19"-6"-133"-16,19 6-40 16,0 0 96-1,0 0-40-15,0 0-28 0,0 0 13 16,0 0 17 0,0 0 8-16,0 0 2 15,0 0-18-15,0 0-18 16,5 0-14-16,11 4-11 15,3 10 19-15,8 4-3 16,6 4-12-16,6 0 5 16,3 4 7-16,2 2-21 15,8 2-1-15,-1 4 2 16,18 10 1-16,0 1-4 16,-2-3 1-16,-7-2-6 15,-15-14 0-15,-7-6-2 16,-7-6 1-16,-6-6 1 15,-8-4 0-15,-5-2-1 16,-8 0 5-16,-2-2-4 0,0 0-2 16,-2 0 0-1,2 0 0-15,-2 0 3 16,0 0-3-16,0 2 0 0,0-2-2 16,3 0 1-1,-3 2-10-15,2-2-7 16,0 2-1-16,-2-2-8 15,0 0-12-15,0 0-11 0,0 0-20 16,0-8-22-16,0-12-91 16,0-4-27-16,0 12-16 15,-7 0-4-15</inkml:trace>
  <inkml:trace contextRef="#ctx0" brushRef="#br0" timeOffset="2025.14">24263 7900 417 0,'0'0'75'15,"0"0"-44"-15,-4-23 77 16,4 18-52-16,0 5-15 16,0 0-6-16,-2 0 27 15,2 0-12-15,0 0-2 16,0 0 7-16,0 0-4 15,0 0 25 1,0 0-58-16,0 0-5 16,0 0 4-16,4 5 10 15,16 10-7-15,2 1 2 16,5 3-7-16,0-3-5 16,2 2 0-16,6 2-2 15,5 0 0-15,3 2 3 16,1 2 2-16,1 0-4 0,-3 0-1 15,0 2-4 1,1 0 4-16,-3-4-2 16,-4 0 7-16,-3-6-9 15,-11-2 1-15,-3-4-4 0,-9-3 5 16,-5-3-5 0,-5-3-1-16,0-1 2 15,0 0 1-15,0 0-3 16,0 0 2-16,0 0-2 0,0 0-12 15,0 0-15-15,0 0-10 16,0 0-7-16,0 0-17 16,-11 0-41-1,4 0-138-15,-2-5-372 0</inkml:trace>
  <inkml:trace contextRef="#ctx0" brushRef="#br0" timeOffset="3439.96">24577 8075 341 0,'0'0'192'16,"0"0"-154"-16,2-6-9 16,9 2 105-16,5-4-48 15,3-2-23-15,0-2 43 16,4-2-68-16,-1-4-4 15,2-2-8-15,7-9 17 16,0-7-12-16,0-1 3 16,6-8 3-1,-6 1-35-15,2-6 5 16,-1-6-7-16,1-6 7 16,-2-6 5-16,-2 1-7 0,-4 7-3 15,-6 8-1-15,-3 12 9 16,-7 8-10-1,-3 8 0-15,-1 8 18 16,-5 8-13-16,0 4-3 0,0 4 9 16,0 0-11-1,0 0-1-15,0 0-2 16,0 0-17-16,0 0 9 16,0 2-15-16,-9 6 21 0,3 0 3 15,-1 0-14-15,3-4 5 16,-2 0-12-16,4-2 11 15,2-2 2-15,0 0-15 32,0 2-10-32,0-2-66 0,0 0 57 15,0 0 15-15,0 0-2 16,0 0 23 0,0 0 8-16,0 0 1 0,0 0 7 15,0-2-5-15,0-6-2 16,0 0 5-16,0 0 5 15,0 0-5-15,0 0 3 0,0 2-9 16,0 0 2-16,0 2 0 16,2 0-2-1,1 0 1-15,0 1 0 0,-1-1-1 16,0 1 9-16,-2 1-8 16,2-2 21-1,0-1-10 1,1 1 6-16,-1-1-4 0,0-1-13 15,0-2 15-15,5-5-3 16,-3 2 24-16,3-1-21 16,-2-2 4-16,-3 0 6 15,2-3-2-15,-2 3-12 16,0 2-3 0,-2 2 5-16,0 2 8 0,0 2-10 15,0 2-2-15,0 0 0 16,0 4-5-1,0 0-2-15,0-2 0 0,0 2 0 16,0 0-3-16,0 0 0 16,0 0-2-16,0 0 1 15,0 0-10-15,0 0-1 16,0 0-9-16,0 0-4 16,0 0-10-16,0 0-7 15,0 0 8-15,0 0-15 16,0 0 28-16,0 0 11 15,0 0 10-15,0-4 1 16,0-4 6-16,0-2-5 16,0 0 17-1,0 2 18-15,0 4-7 16,-2 0-8-16,-6 0-5 16,-1 4 6-16,-5-2-10 0,-1 2-13 15,-1 0 0-15,-1 0 11 16,-2 0-8-1,3 8 0-15,3 10 2 16,3 6-5-16,4 0 0 0,6 0-1 16,0-2 1-1,0-6 0-15,18-3 0 16,7-9 2-16,2-4 5 16,2 0 12-16,4-7-4 0,-1-16 3 15,-8-6-10-15,-4-3 2 16,-8 0 7-16,-10 2-7 15,-2 2 4-15,0 4-3 16,-14 4 4-16,-15 6 24 16,-9 6-32-16,-2 4-7 15,-5 4-7-15,-3 0 3 16,9 20-24 0,15 6-56-16,22-14-49 0,2-8-325 15</inkml:trace>
  <inkml:trace contextRef="#ctx0" brushRef="#br0" timeOffset="6173.76">24874 8795 459 0,'0'-10'119'16,"0"1"-101"-16,0 4 59 15,0-1 93-15,2-1-101 16,-2 4-34-16,0-1 17 15,0 2-3-15,0-4-6 16,0 2-9-16,0-4-1 16,0-1 0-16,0 2-2 0,-2-1-4 15,-10 0-6-15,-1 2-12 16,-3 3-6 0,-1 2 3-16,-6 1-6 15,-3 0 0-15,-1 0 0 16,-11 0 1-16,0 15-1 15,-1 12 0-15,-2 7-1 16,10 6 1-16,2 6-1 16,7 4-2-16,4 2 1 15,9 1 0-15,9-8 2 16,0-3-1-16,2-5 0 16,27-9 1-16,11-4-3 15,7-10-12-15,10-6 15 16,9-6 2-16,1-2 1 15,-3 0-1-15,3 0-1 16,-16-6 1-16,-15-2-2 16,-19 4 0-16,-17 2 0 15,0-2 1-15,0 0-4 16,-17 2 3-16,-19-2-70 16,16 4-141-16,0 0-273 15</inkml:trace>
  <inkml:trace contextRef="#ctx0" brushRef="#br0" timeOffset="6850.45">25155 9115 472 0,'0'0'128'0,"0"0"-59"15,8-19 79-15,-8 16 3 0,0 0-55 16,0-1-34-16,-11 1-15 15,-5 3-12-15,-6 0-18 16,-6 0-5-16,-9 0-8 16,2 0 10-1,-1 0-3-15,7 9 8 0,7 0-13 16,4 1-2-16,10-2-4 16,3 3-6-1,5-1 6-15,0 0-6 16,0 0 3-16,0-1 2 15,11 4-1-15,7-1 0 16,4 0 2-16,7 0-1 16,4 2-3-16,3 2-4 15,-3 0 3-15,-4 2 0 16,-4-2-8 0,-7 2 3-16,-7-2-21 0,-4 0 27 15,-5-1-6-15,-2-4 5 16,0 3 1-1,-15-3-10-15,-17-2 14 16,-5 1 22-16,-4-7-3 0,3-2 6 16,1-1-12-16,6 0-4 15,6 0-4-15,9 0 5 16,7-4 3-16,5-8-13 16,4 0-1-16,0-1-2 15,0-1-28-15,0-3-52 16,0 3-18-16,16 2-58 15,-8 10-99-15,1-2-66 16</inkml:trace>
  <inkml:trace contextRef="#ctx0" brushRef="#br0" timeOffset="7502.14">25398 9003 524 0,'0'0'106'16,"0"0"-97"-16,8-46 55 16,-8 44 94-16,0 2-86 0,0 0-10 15,0 0-7-15,0 0-5 16,0 0-5-16,0 0-19 15,0 0-19-15,0 6-2 16,0 16-3-16,-2 8 10 16,-7 7-4-16,0 3 0 15,0 2 0-15,1 10-3 16,3-2 0-16,0-6-5 16,5-2 0-16,0-18 1 15,0-5-1-15,0-8 4 0,0-4-3 16,0-6 5-1,0-1 4 1,0 0-7-16,0 0 6 16,0 0 6-16,0 0 2 15,0-8 12-15,0-14-7 16,14-6-20-16,3-4 0 16,4 0-3-16,5-2 1 15,3 6 0-15,-2 8-2 16,-2 6 1-16,-6 6 0 15,0 8-1-15,-4 0 0 16,1 0 0-16,-3 0-1 16,3 18-1-16,-3 12-2 15,3 4 6-15,-5 0 1 16,-3 0 2-16,-6-4-2 16,-2-6-1-16,0-3 0 15,-29-8 4-15,-13-4 13 16,-26-9-3-16,-11 0-3 15,2 0-11-15,3-21-11 16,23 2-25-16,8-2-23 16,39 11-56-16,4 2-291 15</inkml:trace>
  <inkml:trace contextRef="#ctx0" brushRef="#br1" timeOffset="23880.08">5523 15458 92 0,'0'-4'21'16,"0"0"-19"-1,0 4-2-15,0 0 29 0,0 0-27 16,0 0 0-16,0 0 0 16,0 0-1-1,0 0 0-15,0 0 0 16,0 0-1-16,0 0 0 15,0 0-2-15,0 0 1 16,0 0 0-16,0 0-2 16,0 0-18-16,0 0-20 15,0 0-32-15</inkml:trace>
  <inkml:trace contextRef="#ctx0" brushRef="#br1" timeOffset="33444.25">5496 15494 163 0,'0'0'162'0,"0"0"-131"15,0 0-21-15,0 0 35 32,0 0 10-32,0 0 45 0,0 0-53 15,0 0-13-15,0 0-8 16,0 0 11-16,0 0 0 15,0-4-13-15,0 2 11 16,0-2 7-16,0 0-12 16,0 0-14-16,0 0 0 15,0-2-5-15,0 2 3 0,5-4-5 16,-3 2-1 0,2 0 1-16,3-4 3 15,-1 0-1 1,4 2 6-16,3-6-8 0,0 2 4 15,3 2-3-15,11-12 4 16,4-4 3 0,7 0 1-16,4-6-2 0,-4 4-4 15,2-3-1-15,4 0-1 16,3-1 2-16,3-3-2 16,-2 3 2-16,8-8-3 15,2 4 0-15,5-8 2 16,-1 4-4-1,0-2-2-15,1 4 3 0,-5 2-7 16,6-1 3-16,3 1-2 16,20-8 1-1,7-2-1-15,-5-2-1 0,0 4-1 16,-18 8 1-16,-7 0 0 16,3 4-1-16,0-2 0 15,-2 2 0-15,4-3 1 16,0 3-1-16,2-2 0 15,1 0 1-15,-1-4-1 16,2 2 0 0,3 0 1-16,2 4 1 15,2 0-2-15,3 2-2 16,15-9 2 0,4-3 0-16,4 2-2 0,4-6 2 15,-12 10 0-15,5-2-1 16,0 4 0-16,-6-4 1 15,-1 4 1-15,-7 0-1 16,-6-1 1-16,-6 5-1 16,-2 2-1-16,-9 2 1 15,-1 0 2-15,-5 0-2 16,5-2 0-16,3 2 2 16,7-4-2-16,25-12 0 15,4 0-1-15,3-5 1 16,2 5-2-16,-20 12 1 15,3 0 1-15,1 2 0 16,1 4-1-16,-1-2 1 0,1 2 0 16,-3 2 0-16,-4 0 0 15,-2 2-1-15,-2 0 2 16,10-4-2 0,-3-3 2-16,-6 2 0 15,-4-1-1-15,-11 5 0 16,0 3 0-1,5 0 1-15,3 3 0 16,-2-2-1-16,-2 1-1 0,0 0 1 16,3-2-2-16,2 0 2 15,4 0 0-15,5-2-1 16,-2 2 1-16,-3 0 0 16,-1 2 0-16,-6 4 0 15,3 0 0-15,1 2-1 16,-4 2 1-16,6-4 1 15,-4 2 0-15,21-4 0 16,5-3-2-16,4 2 1 16,7-2 0-16,-19 3 2 15,-1 2-1-15,-3 2-1 16,-8-2 0-16,-1 1-3 16,5-2 3-16,0 1 0 15,4 0-1-15,1 0 1 16,-1 2 0-16,0 0 0 15,-1 0 0-15,-4 2-1 16,-6 2 1-16,-3 0 0 16,4 0 2-1,-2 0-2-15,-2 0 0 0,2-2 0 16,-8 4 1 0,3-2-1-16,1 0 1 0,1-2-1 15,0 2 1-15,-1-2-1 16,-3 0-2-16,-1-2 1 15,2 2 1-15,1-4 0 16,-3 2 0-16,0 0-1 16,1 0 1-16,-3 0 0 15,4 0 1-15,28-1-1 16,1 0 0-16,5 0-1 16,0 2 1-16,-17 3 1 15,-1-2-1-15,0-1 1 16,5 1-1-16,1 1 0 15,3-4 1 1,2 4 0-16,-2-4 0 16,3 4-2-16,1-6 1 15,0 1-1-15,4 0 0 16,-4 2-1-16,-2 0 2 16,-2 2 0-16,18-2 2 15,-2 4-2-15,-8-2 0 16,-3 2 0-16,-23 0 2 15,-4 2-2-15,4-2 0 16,7 2 0-16,0-2 2 16,0 0 1-16,-2 2-3 15,-5-2-2-15,-6-2 2 0,-1 2 0 16,-2-4 0 0,-4 0 0-16,-2 0 0 15,-6 0-1-15,1 0 1 16,12 0 1-16,2 2 0 15,2 2 1-15,-1 2-2 16,-15 0 0-16,1 2 0 16,-1 0-1-16,0 0 1 15,0 0 0-15,-2 0 1 16,2 0-1-16,-1-2 2 16,-2 0-2-16,5 0 0 15,6 0 0-15,0-2 2 16,3-1-2-16,0 2 0 15,-1-4-1-15,14 0 1 16,-3-4-1 0,-1-1 1-16,0 3-3 15,-16-1 3-15,1-2 1 16,3 0 0-16,-2-1-1 16,3-1 0-16,0 0 1 0,3-2-1 15,1 2 0-15,0 2 0 16,-1 0 0-1,-3-2-1-15,-7 0 2 0,-1 0 1 16,-5 0 0-16,-4 2-2 16,16 0 0-1,-1-2 0-15,-1 4-1 16,-1 0 2-16,-16 4 0 0,0 2-1 16,-2 0 1-16,7-2-2 15,-4 2 0-15,2 0 1 16,-4-1 0-16,-3 2-1 15,4-3 1-15,0-1 0 16,5 0-2-16,0 0 1 16,-4-2 4-16,2 0-3 15,-1 0-2-15,14 0 2 32,6 1 0-32,0 0 0 0,1 1 0 15,-17 0 0-15,-1 0 2 16,-7-2-2-16,-3-1 0 15,-2 0 2-15,1-4-1 16,3-2 9-16,1-2 4 16,0-2-11-16,-2 0-1 15,-1-2-1-15,1 2 1 16,6-2 0-16,-4 0-2 16,4 2 4-16,4-9-3 15,1 4 3-15,0-5 2 16,-4 0-3-16,-10 5 2 15,0-1-1-15,-4 0 2 16,-4 0-4-16,-3 0 3 0,-4 0-2 16,2 0 2-16,0 2-2 15,2 2-1-15,-3-2 1 16,3 2-2 0,-4-2 0-16,0 0 2 15,-3-2-3-15,3-1 0 0,0-7 0 16,0 0 1-1,-1 2 0-15,-3 0-1 16,-3 8 0-16,-1-2-1 16,2 2 1-16,-1-2 0 15,-3-1 0-15,4 1 0 16,-1 2 0-16,0 0 1 16,0-2-1-16,-2 2 0 15,-1 0-1-15,-3 0 0 16,-3 2 1-16,0-4 0 15,1 0 1-15,-1-8-1 16,1 2 2-16,-2-1-2 16,-1 8 0-16,-3 3-2 15,-2 3 4-15,2 3-3 16,0 0 2-16,-1 2-1 16,-3 0 0-16,4 0 0 15,-1 0 1-15,2 2-1 16,-1-2-1-1,-1 6 1-15,1-2 1 0,-4 2 1 16,1 4-1-16,-3-2 4 16,0 2 0-1,0 0-4-15,0 0 1 0,2 2-1 16,-2 0 2-16,2 0-3 16,0-2 1-16,-2 2-1 15,3 2 1-15,-3 0 1 16,0 2-2-16,0 0 0 15,0 0-5-15,0 0 3 16,0 0-6 0,0 0-10-16,0 0 10 15,0 0 4-15,0 0-7 16,0 0 3 0,0 6 6-16,-7 10 2 0,-4 4 0 15,-2 0 0-15,-3 4 1 16,-5 6-1-16,-4 2 0 15,-2 3-1-15,-4-3 1 16,-1 1 0-16,3 3 1 0,2-3-1 16,7 1 1-1,-2-4-1-15,0 0 0 16,2-6 4-16,-3-2-4 16,8-2 0-16,1-4-1 15,3 0 2-15,5-6-2 16,4-6 2-16,2-4 1 15,0 0-1-15,0 0 0 16,0 0 3-16,0 0 5 0,0 0-2 16,0 0 3-16,0 0 7 15,0 0 9-15,2-6 4 16,11-8-5 0,5-4-7-16,1-2-14 0,2 0 0 15,1-2-3 1,7-10 1-1,0 2 1-15,-2-2-2 16,-3 2 0-16,-6 10 1 0,-5 1-1 16,1 6-1-16,-5 3 0 15,-3-1 2-15,2 4 3 16,-4 3-4-16,0-5 0 16,-2 5 0-16,3 0-1 15,-3 3 0-15,0 1-1 16,0 0 1-16,-2-3 0 15,2 1 0-15,4 0 1 16,-2-4 0-16,0 2 0 16,1 0-1-16,-5 2 0 15,0 2 3-15,2 0-2 16,-2 0 0-16,0 0-1 16,0 0 1-16,0 0-2 15,0 0-1-15,0 0 2 16,0 0-2-16,6 0-3 15,8 6-6-15,8 18 9 16,5 6-1-16,4 5 2 16,10 17 1-1,3 2 1-15,0 0-1 0,3 0 0 16,-11-16 1-16,-5-5-1 16,-9-10 2-1,-9-6-1-15,-5-10-1 16,-6-3 1-16,-2 0-1 15,0-4 0-15,0 0 5 0,0 0-2 16,0 0 3 0,0 0 5-16,0 0-6 15,2 0-4-15,-2 0 0 16,0 0-2-16,0 0-1 16,0 0-27-16,0 0-38 15,0 0-49-15,0 0-51 16,-2 0-488-16</inkml:trace>
  <inkml:trace contextRef="#ctx0" brushRef="#br0" timeOffset="54595.17">3689 4520 26 0,'0'-4'63'16,"0"-1"-20"-16,0 1 4 15,0 0-34-15,0-1 6 0,0-1 3 16,0-2 12-16,0-1-21 16,0 4-1-1,0-2 36-15,0 1 65 0,0 2-64 16,0 0-7-16,0 0-5 16,0 0-6-1,0 0-11-15,0 1 8 0,0-1 12 16,0-1 0-16,0 5 5 15,0 0-10-15,0 0-11 16,0 0-1-16,0 0 1 16,0 0 2-1,0 0-5-15,0 0 0 16,0 0 5 0,0 0-3-16,0 0 10 0,0 0-25 15,0 0-2-15,0 0-6 16,0 0 0-1,0 0 0-15,0 9-5 0,-2 9 5 16,-7 5 5-16,2 4 1 16,1 1-2-16,-3 6 1 15,5 4-5-15,-4 4 9 16,4 2-2-16,0 4 4 16,-3 4 1-16,1 2-2 15,-2 0 1-15,4-3 9 16,2-3-16-16,0-2 2 15,2 0-3-15,0 20 7 16,0 1-5-16,0-2 9 16,0 6-7-16,0-21 0 15,0 2 3-15,0-6-6 16,0 0 5-16,0-1-6 16,0-4 2-16,0 4 0 0,0-5 0 15,0-4 0-15,0 0 5 31,0 0-7-31,0-2 8 16,0 0-7-16,0-4 1 16,0-2-1-16,0 9-3 15,0-1 4-15,0 0-5 16,2-3 0-16,-2-6 1 16,0 1 0-16,0 4 2 0,0 2-2 15,0 0 0-15,0-2 4 16,0-2-5-16,0-2 0 15,0 7-1-15,0-3 5 16,0 2-4-16,0 2 1 16,-5-6 1-16,3 2-1 15,2 0-1-15,0 6 3 16,0 2-1-16,0 2 0 16,-2-4 2-16,0-4-3 15,0-3 2-15,0 1-2 16,-3 0-1-16,5 0 4 15,0 4-4 1,0-8 2-16,0 2-2 16,0-4 0-16,0-4 1 15,0 0 1-15,0 2 1 16,0 0-3-16,0 4 2 16,0 3-2-16,0 3 1 15,0 2 1-15,0-2-2 16,0 2 2-16,0-2 0 15,0 0-1-15,0 0 0 16,0-2-1-16,0-2 1 16,0-4 0-16,0 1 0 0,0-1 0 15,0 3 0 1,0 4 0-16,0 1 0 16,0 0 0-16,3-6 2 15,-1 2-3-15,0-2 0 0,0 8 0 16,0-4 2-1,0 1-2-15,0-4 0 16,1-8 0-16,-3-3 3 16,2-6-3-16,0-5 0 15,0 1 2-15,0-1-2 16,-2-1 1-16,2 2 0 0,-2-1-1 16,4 4 1-1,0 0-1-15,-2 4 3 16,2-3-2-16,1-4 1 15,-1 2-2-15,0-2 0 16,2-2 0 0,-2 2 0-16,-2-2 0 0,2 0 1 15,1 4 0 1,-1-2 0-16,0 2-1 0,1 0 0 16,2-2 1-16,-3 2-1 15,1-2 0-15,-1-4-1 16,0 2 2-1,1-2-2-15,2 0 0 0,-3 0 1 16,3 2 0-16,-1 0 0 16,8 2 0-1,1 4 2-15,4-2-4 0,2-2 2 16,-5-4 0-16,5-2 0 16,2-2 3-16,2 0-3 15,4 0 1-15,2 0 1 16,-2 0-1-16,2 0 1 15,3-2-2-15,-3-2 2 16,-2-2-1-16,-2 2-1 16,-2-2 0-16,1 4 1 15,-2-2-1-15,19-4 0 16,1 0 1-16,4-2 0 16,4 0-2-1,-9 4 1-15,-1 0-1 16,1 2 1-16,-7-2-1 15,-1 0 1-15,-2 0-1 16,5 4 1-16,3 0 0 16,5-2 0-16,6 0 0 15,-4 0 0-15,4-2-1 16,-5 2 1-16,-3 2 0 16,-2 0 0-16,8 0-1 15,-6 2 2-15,-1 0 0 16,-6-2-1-16,-8 2 0 15,-2 0 0-15,0-2 0 0,2 2 0 16,2 0 0 0,0 0 1-16,1 0 0 0,-1 0-1 15,-4-2-1-15,1 2 1 16,-1 0-1 0,-1 0 2-16,1 0-1 0,-2 0 0 15,-2 0 0-15,6 0 1 16,-4 0-2-1,2 0 0-15,0 0 1 16,-6 0 3-16,-2 0-3 0,4 0-1 16,1 0 1-1,1 0 0-15,6 0 0 16,-6 0 1-16,1 0-1 16,1 0 0-16,-3 0-1 15,5 0 1-15,0 0 0 16,-2 0 1-16,0 0-1 15,-5 0 0-15,-6 0 1 16,-1 0-1-16,-8 0-1 16,0-2 1-16,-5 2 0 15,0-2 1-15,-2 2-1 16,2 0 0-16,0-2 3 16,1 2-3-16,-1 0 1 15,-2 0 0-15,2 0 0 16,0 0 0-1,-2 0 0-15,0 0 3 0,0 0-4 16,0 0 2-16,0 0 0 16,0 0 0-1,0 0 1-15,0-2-3 0,3-2 0 16,-3 2 6-16,2-2 4 16,0-2 18-16,1-8-4 15,-1-10-5-15,-2-6-10 16,2-6 1-16,-2-2-8 15,0-3 3-15,0-5-4 16,0-4 2 0,0-4 2-16,0 0-1 15,0 0-4-15,0 1 2 16,0-12 2-16,0-2 1 16,-9 3 2-16,-5 2 3 15,8 16 0-15,-5 2-2 16,2-2-7-16,2 0-1 15,1 1 2-15,3 1-1 16,-1 2-1-16,0 0 0 0,1-4 0 16,0 4 3-1,1 0-2-15,0 3 3 16,0 6-3-16,0-3 0 16,2 1-1-16,-4-5 0 15,4-2 2-15,-5 2-2 16,3-2 0-16,0 7 0 15,-2 2 0-15,-2-3 1 0,2 1-1 16,0 1 0-16,-1 2 0 16,1 3 0-16,0 0 0 15,-2 3 2-15,2 2-1 16,0-2 2-16,0 2-3 16,1 0 0-16,1-6-1 15,2 1 2 1,0-7-2-1,-4-1 2-15,2-2-1 0,0-1 0 16,-1 6 1-16,3-2-1 16,-3 0 0-16,3 0 0 15,0-2-2-15,0 2 3 16,0 0-2-16,0 2 1 16,0-1 0-16,0 2 0 15,0-2 0-15,0 1-2 16,3-2 4-16,0-2-2 15,-1 0 0-15,4-10 0 16,-4 4 0-16,3 1-1 16,1 7 1-16,-6 10 0 15,0 0 0-15,0 0 0 16,0 2 1-16,0-2 0 16,0 2 2-16,0 2-3 15,0-2 0-15,0 2 1 16,0 2 0-16,0 0-1 15,0 0-1-15,0 4 0 16,0 0 1-16,0-1 0 16,0-1-1-16,0 3 2 15,0-2-2 1,0-2 1-16,0 5-1 16,0-3 1-16,0 1 0 15,0 0 0-15,0 2-2 16,0 0 2-16,4 6 0 0,-4 0-1 15,0-2 1-15,0 2 2 16,0-2-2 0,4-2-2-16,-4 4 4 15,2-2-2-15,-2 0 0 0,0 0 0 16,0 0 0 0,0-2 0-16,0 2-1 15,0 0 0-15,0-2 1 16,0 2-1-16,0 2-1 15,0 2 1-15,0 0 0 0,0 6 1 16,0-2-2-16,0 2-1 16,0 0 2-1,0 0-2-15,0 0-6 0,0 0 4 16,0 0 3-16,0 0-7 16,0 0 4-1,0 0 5-15,0 0 0 0,0 0 0 16,0 0-4-16,-2-2 4 15,-2 2-6-15,0-2 1 16,-2 0 2-16,-1-2-3 16,-7 0-2-16,1 0 0 15,-5 0 4 1,-3-2 3 0,-2 2-1-16,-6-2-4 0,-4 2 2 15,-3 0 4-15,-2 1 0 16,-17 3-2-1,-6 0 0-15,3 0 1 0,-2 0 1 16,16 0 0-16,1 0 0 16,1 0 1-16,1 0-1 15,-3 0 1-15,2 0 0 16,-3 0-1-16,1 0 0 16,-3 0 0-16,0 0 0 15,0 0-1-15,1 0 3 16,1 0 0-16,-1 0-2 15,5 0 0-15,-8 3-1 16,2-3 3-16,1 1-2 16,-4-1 1-16,8 3-1 15,-3-3 0-15,1 1-1 16,-1 2 1-16,3-1 1 16,4 2 0-16,1 0-1 0,-2 0 0 15,4 0 0-15,-1-1 0 31,7 0 0-31,0 1-2 16,4-3 2-16,0 4 0 16,-2-1-1-16,-14 4-1 15,-1 0 2-15,0-1-2 16,1 0 1-16,10-3 1 16,2-2 1-16,3 0-1 0,1-2 2 15,5 0-1-15,3 0 2 16,3 0-3-16,1 0 2 15,-3 0-3-15,1 0 2 16,-4 0-1-16,4 0 1 16,-3 0 1-16,-2 0 1 15,0 0-3-15,-7 0 2 16,1 0-2 0,1 0 0-16,2 0 1 0,10 0 2 15,0 0-2-15,4 0 3 16,-2 0-2-16,2 0 6 15,4 0-7-15,-1 0 3 16,3 0-2-16,3 0 0 16,0 0-1-1,0 0 3-15,0 0 2 0,0 0-6 16,0 0 2-16,0 0 1 16,0 0-2-1,0 0 1-15,0 0-2 0,0 0-1 16,0 0 0-1,0 0-4-15,0 0-8 16,0 0-6-16,0 0 0 16,0 0 5-16,0 0 1 15,0 0 3-15,0 0 8 16,0 0-1-16,0 0 2 16,0 0-1-16,0 0 2 15,0 0 0-15,0 0 0 16,0 0 0-16,0 0 0 15,0 0 0-15,0 0-1 16,0 0-2-16,0 0 1 16,0 0 0-16,0 0-5 15,0 0 3-15,0 0-10 16,0 0-2-16,0 0-1 0,0 0-9 16,0 0-6-1,0 0-14-15,-2 0-30 16,0 6-78-16,-7 8-28 15,5-8-45-15,-1-2-89 16</inkml:trace>
  <inkml:trace contextRef="#ctx0" brushRef="#br1" timeOffset="60712.78">5019 9234 112 0,'0'0'10'15,"-6"-6"-35"-15</inkml:trace>
  <inkml:trace contextRef="#ctx0" brushRef="#br1" timeOffset="60872.18">5019 9234 84 0,'-6'-36'29'0,"-1"36"-19"15,-2 0 7-15,2 0 2 16,-1 0-6-16,1-6-12 0,2-2-1 15,1 0-26-15,1-2-9 16,1 0 11 0,0 2-11-16,2 4 28 15</inkml:trace>
  <inkml:trace contextRef="#ctx0" brushRef="#br1" timeOffset="63127.32">4953 8333 188 0,'-2'0'155'16,"2"0"-138"-16,0 0-13 15,0 0-4-15,-3 0 10 16,3 0-6-16,0 0-4 15,0 0-29-15,0 0-21 16,0 0 15-16,0 0-16 16,0 0 11-16,0 0-125 15</inkml:trace>
  <inkml:trace contextRef="#ctx0" brushRef="#br1" timeOffset="67650.42">4866 8320 185 0,'-7'-13'174'15,"5"12"-157"-15,2-4-15 0,0 4 39 16,0 1 21-16,0-3-11 16,0 2 0-16,0 1 0 15,0-3-8 1,0 3-9 0,0 0 5-16,0 0 43 0,0 0-55 15,0 0-4-15,0 0-1 16,0 0-3-1,0 0-1-15,0 0-2 0,0 0-7 16,0 0-3-16,0 0-4 16,0 0-2-16,0 0 0 15,0 0-6-15,0 8 4 16,0 9 2-16,0 3 0 16,0 2 10-16,0 4-2 15,0 6 0-15,0 4 6 16,0 8-7-16,0 2 3 15,0 6-7-15,11 19 3 16,3 2-2-16,3 6 3 16,5 1-4-16,3-12 0 15,1 3-2-15,5 2 3 16,0 0-2-16,4-1 3 16,-2 0-2-16,3-4-2 15,-1-1 4-15,1-9-2 16,-3-6-1-16,-2 0 3 15,-2-4 3-15,-2 0 14 16,2 0-17-16,0-3 8 16,9 9 8-16,1 0-13 15,2 4-4 1,1-2 9-16,-6-8 0 16,-1 0-8-16,4 1-4 15,-1-5 6-15,-1 2 8 0,1 0-15 16,-2-4 2-16,2 4 0 15,2-2 2-15,5 2-3 16,-1-2-1 0,2 0 8-16,10 1-6 15,0-5 2-15,2-2-4 0,13 8 1 16,-4-2 2 0,0 0-3-16,0-2 0 15,-16-12 1-15,0 1-1 0,1-6 2 16,2 6-2-16,0-4 0 15,5 0 0-15,1 1 1 16,0-4-2-16,0-2 2 16,0 2-1-1,-2-2 4-15,0 2-2 0,-2-4 2 16,-1 0-2-16,3 0 4 16,19 4-5-1,-4-4 2-15,5 0-1 0,0 2-1 16,-16-7 4-16,2 0-4 15,1 2 2-15,3-6 1 16,-2 4-2 0,1-5-1-16,-2 0 0 15,-1 0 0-15,3 0-1 16,5-2 1 0,3 0 0-16,10-2 0 0,2-2 0 15,-1 2 1-15,1-2-1 16,23 2 0-1,1 0-1-15,2 0 1 0,4-2 3 16,-24-2-1-16,-1 0-2 16,-1-2 1-16,0 0-2 15,3 2 7-15,4-2-5 16,2 0-1-16,-1 0 4 16,-2 0-5-16,3 0 0 15,5 0 2-15,2 0-2 16,4 0 0-16,-4 0 0 15,-4 0 0-15,15 0 2 16,-2 0-2-16,-5 0 6 16,-4 0-3-16,-22 0 3 15,1 0-4-15,3 0 2 16,7 0 0-16,1 0-1 16,-4 0-1-16,-1 0-2 0,-6 0 0 15,5 0-2-15,3 0 2 31,2 0 0-31,2-4 0 16,-4 2 0-16,-3 0 0 0,-2-2 3 16,22 2-3-1,-1 0 0-15,1 0 0 16,-4 0 0-16,-18 2 3 16,1-4-2-16,3 0-1 0,3 2 0 15,0-2 3-15,1 0-3 16,1 0-1-16,3-4 1 15,6 0-2-15,-1 0 1 16,22-2 0 0,-3 2 1-16,-5 2 1 15,-3-1-1-15,-23 3 0 16,-3 3 1-16,-1 1-1 0,-3-2 1 16,2 2 0-16,2 0 0 15,7 0-1-15,2 0 1 16,5 0 3-16,2 0-3 15,-2 0 0-15,4 0 0 16,1 0 0-16,-2 0 0 16,4 0 2-1,-2 0-2-15,-4 0 13 16,-4 0-5-16,-1 0-2 16,-3 0-3-16,15 0 2 15,1 0 2-15,2 0-6 16,4 0 2-16,-15 0 0 15,4 0-2-15,0 0 3 16,5 0-5-16,-2 0 0 16,-1-2-1-16,-2-4 0 15,-4 2 1-15,-5 4-1 16,-2 0 1-16,-2 0 0 16,2 0 2-16,-2 0-2 15,-5 0 1-15,-2 0 0 16,25 0-1-16,-1 0 2 15,3 0 1-15,-4 0-2 16,-30 0-1-16,-8 0-4 16,-7 0 4-16,1-4 1 15,3 2-1-15,1 0 0 0,1 0 0 16,-4 0 2-16,-1 0-2 16,-1-1 2-1,-1 2-1-15,1 1-1 16,4 0 2-16,1 0 0 0,-3 0 1 15,14 0 5 1,-8 0-2 0,0 0-2-16,-3 0 2 15,-12 0 0-15,3 0-4 0,-1 0 3 16,3 0-1-16,-3 0-2 16,-2 0 0-16,-2 0-2 15,-4 0 1-15,-1 0-1 16,0 0 0-1,-1 1-1-15,3-1 4 0,-1 0-2 16,-1 0-1-16,-1 0 1 16,3 0-1-1,-1 0 1-15,-3 0-1 0,-2-5 1 16,-13-1 2-16,0-1-3 16,-1 3 3-16,1 3-2 15,-3-2 0-15,-2 2-1 16,0-1 2-16,-2 2-1 15,-2 0-1-15,0-3 2 16,2 2-2-16,4-2 2 16,-1 2-2-1,1-2 0-15,-4 2 1 16,6-2-1-16,1 2 0 16,-3-2 1-16,1 3 0 15,-12 0 0-15,1 0 1 0,-1-2-1 16,-2 2-1-16,0 0 0 15,-3-1 1-15,4 1-1 16,1 0 0-16,1 0 0 16,1 0 0-1,-2 0 1-15,1 0-1 0,-4 0 1 16,8-3 1-16,-5 2-2 16,10-2 1-1,1-3 0-15,-2-2 0 0,0 0 0 16,-6-2-1-16,2 5 0 15,2-4 0 1,0-1 0-16,4-2 0 16,-2-2 0-16,-2-2-1 15,3 0 1-15,-3 0 0 16,-2 0-1 0,1-2 2-16,1 2-1 0,0-2 1 15,0 2-1-15,0-2 0 16,8-4 1-1,0-2 0-15,-2-1 1 0,1 2-2 16,-7 5 2-16,0 0-2 16,0 0 0-16,2 1 0 15,-2 2 0-15,2 1 0 0,-2-3 0 16,-2 1 1 0,-3 0 0-16,1-2-1 15,1-2 1-15,1-2 2 16,2 2-1-16,0-2-2 0,-2 2 1 15,7-10-1 1,-3 2 3-16,2-4 1 16,0 0-3-16,-6 4 2 15,0-3-2-15,-3 4-1 0,1-2 2 16,1 1-2-16,-1 0 2 16,2-2-1-1,-2 2-2-15,-4 2 1 16,2-2 0-1,2 2-1-15,-4-2 2 16,2-2-1-16,-1-1 0 0,3 1 0 16,8-8 0-1,-4 2 0-15,3-2 0 16,-6 2-1-16,-6 10 1 0,-2 2 0 16,-1 2 0-16,2-2 0 15,-3 4-1-15,-1-4 1 16,-2-1-3-16,3 3 3 15,-1-1-2-15,1 2 1 16,-3-1 0-16,1-2 0 16,-1 2-1-16,-2-2 0 15,5 2 2-15,6-8 0 16,-5 0-1-16,6 4-2 16,-7 4 3-16,-7 10 0 15,-1 0 1-15,-3 2-1 16,-3 0 0-16,3-1 0 15,-3 2 0-15,5-1 0 16,1 2 0 0,-3-1 1-16,0 4-3 15,-3-1 5-15,2-1-5 16,-4 2 2-16,3 1-1 16,-3 2-1-16,0 2-4 15,0 0 3-15,0 0-6 16,0 0 8-16,0 0-3 15,0 0-4-15,0 0 0 16,0 0 2-16,0 0-6 16,-12 0-2-16,-19 15-3 0,-14 12 12 15,-6 5 3 1,-2 2 4-16,2-2-4 16,3 0 2-16,4-4 0 15,4-6 0-15,9-2 1 16,2-2-1-16,11-6 0 15,3 0 0-15,7-4 0 16,6-4 0-16,2-1 3 16,0-2-3-16,0-1 2 15,0 0-2-15,0 0 0 16,0 0 7-16,5 0-4 0,11-12 5 16,6-10 0-1,2-2-6-15,7-4 1 16,6-2-2-16,0 2-2 0,9-4 1 15,2-2 0 1,-6 4 0 0,-7 3 0-16,-12 8 0 15,-9 9 0-15,-6 2 0 0,-1 1 1 16,-3 6-1-16,-2-4 0 16,-2 4 3-16,0-2-3 15,0 3 3-15,0-1 3 16,0 1-6-1,0 0 5-15,0 0-7 0,0 0-5 16,0 0-3-16,0 5 6 16,0 34 2-1,0 13 2-15,0 6 2 0,0 6-2 16,0-10 3-16,0-2-1 16,0-4 1-16,0-5 0 15,0-7 1-15,0-8-4 16,2-8 5-16,4-8-3 15,-4-6-1-15,-2-4 3 16,0-2-2-16,0 0 2 16,0 0-38-16,-5-8-61 15,-4-8-100-15,-6-2-738 16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37:15.41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24901 5522 272 0,'0'0'329'0,"0"0"-288"15,0 0-11-15,13-22 136 16,-13 22-60-1,0 0-42-15,0 0-25 0,0 0 1 16,0 0-4-16,0 0-2 16,0 0-5-16,0 0-8 15,0 0-8-15,0 0-3 16,0 0-4 0,0 0-5-16,0 0 6 15,0 8-4-15,-7 0 5 16,-2 2-7-16,4-2 5 15,-1-4-3-15,6 0 1 16,-2-2-3-16,2 0-1 16,0-2-2-16,0 2 1 15,0-2-2-15,0 0-8 16,0 0-10-16,0 0-10 16,0 0-16-16,0 0-32 15,0 0-50-15,0 0-139 16,0 0-72-16</inkml:trace>
  <inkml:trace contextRef="#ctx0" brushRef="#br0" timeOffset="2473.48">24729 5279 354 0,'20'-12'131'0,"-15"12"-113"15,-3-3 74-15,0 0 22 16,-2 3-31-16,0-1-28 15,0 1 7-15,0 0-38 16,0 0-9-16,0 0-8 16,-2 25 2-16,-32 22 11 15,-13 13 30-15,-15 8-22 16,-1-4-10-16,1 4-6 16,-2 3-4-16,3-5-3 15,8-6-4-15,6-12 5 16,14-10-4-16,8-10-1 0,9-10 2 15,8-8-2 1,5-4-1-16,3-6-7 16,0 0-60-16,5 0-30 15,24-6-29-15,-11-8-149 16,7-2-272 0</inkml:trace>
  <inkml:trace contextRef="#ctx0" brushRef="#br0" timeOffset="2921.75">24827 5524 538 0,'0'0'94'0,"0"0"-86"0,0 0 1 16,0 0 90-1,118-54-73-15,-95 52-20 0,-8 2 1 16,-9 0 7-16,-4 0-10 15,-2 0 6-15,0 0 11 16,0 0 8-16,0 0 8 16,0 0 9-16,0 0-17 15,0 0-16-15,0 0-12 16,0 0 7-16,0 8 11 16,-11 2 6-16,-1 2 4 15,-7 4-5-15,-12 11-3 16,-4 5-11-1,-5 5 0-15,-10 10 18 0,-1 0-18 16,-4 8-8-16,-7 7 20 16,-1-2-7-1,7-4-10-15,5-1 1 16,9-12 0-16,6-6-5 16,7-9 2-16,11-10-3 15,9-10 0-15,7-4 1 16,2-4-4-16,0 0-29 15,0 0-38-15,2-8-24 16,7-8-79-16,2-2-319 16</inkml:trace>
  <inkml:trace contextRef="#ctx0" brushRef="#br0" timeOffset="3865.15">23751 5089 554 0,'-9'-2'102'0,"9"2"-95"16,0 0 60-16,0 0 45 15,0 0-72-15,0-2-30 16,0 0 11-16,0 2 21 16,0-2-1-16,0 2 8 15,0-2-10-15,0 2-9 16,13 0-6-16,7 0-7 0,5 0-5 16,6 0 0-1,2 0-4-15,9 10 1 16,4 2-8-16,0 4 0 15,10 8 0-15,2 19-2 16,2 4 1-16,-8 7-2 16,-8-1 2-16,-13-7 0 15,-4-2-2-15,0 0 0 0,-6 0 2 16,-3-1 0-16,-2-7-3 16,-5-4 3-16,0-5 5 15,-1-4-5-15,-6-7 0 16,2-5-2-16,1 0 5 15,-3-8 0-15,4 4-1 16,-4-7 3-16,-4 0-3 31,0 0 0-31,0 0 3 0,0 0-5 16,-7-12-24-16,-11-1-94 16,-6 2-72-16,13 7-31 15,1 1-188-15</inkml:trace>
  <inkml:trace contextRef="#ctx0" brushRef="#br0" timeOffset="5356.46">23858 5077 267 0,'-16'-12'89'0,"9"8"-70"16,3 2 89-16,0 2-6 15,-2 0-67-15,0 0-23 16,2 0 0-16,-5 0 5 16,0 0-6-16,-4 0 12 15,0 0 10-15,-6 8 12 16,-1 6-20-16,3 0 3 0,-2 6-12 15,2 6 3 1,3 2 2-16,6-2-4 16,3-4-9-16,5-10-6 15,0-2-4-15,0-4 5 16,0 1-1-16,0-6 9 16,11-1 7-16,7 0 5 0,0 0 25 15,0-14-15-15,0-12-8 16,-3-3-13-1,-2-4 11-15,-5 3-20 16,-8 6 6-16,0 6 4 0,0 4-8 16,0 4-4-1,-14 4-1-15,-1 6-19 16,-6 0-4 0,6 8-146-16,8 4-119 0,4-4-251 15</inkml:trace>
  <inkml:trace contextRef="#ctx0" brushRef="#br0" timeOffset="6467.38">24677 5869 354 0,'-4'0'79'0,"4"-2"-64"15,0 2 81-15,0 0-1 16,0 0-60-16,0 0-17 15,0 0 21-15,0 0 23 16,0 0 10-16,0 0 31 16,0 0-64-16,0 0-13 15,0 0-10-15,0 0-9 16,0 0-1-16,14 12 10 16,5 8 4-16,0 4-5 15,5 2 8-15,-2 2-7 16,0 5-3-16,3 0-5 15,2 3-6-15,0 5 4 16,-1 1-2-16,1 2-1 16,-3 2-1-1,-3 4 3-15,-6 0 4 0,-1-2-7 16,-4 5 1-16,-3-5-2 16,-3 6-1-1,-4-4 0-15,0-8 0 0,0-5 0 16,0-19 0-16,0-9 0 15,0-3-3 1,0-3 5-16,0-2-2 16,0-1 0-16,0 0-11 15,0 0-15-15,0 0-30 16,0 0-20-16,0 0-35 16,0 0-223-16</inkml:trace>
  <inkml:trace contextRef="#ctx0" brushRef="#br0" timeOffset="7074.53">24968 6597 524 0,'0'0'142'0,"0"0"-111"15,-10-6 9 1,10 6 111-1,0 0-95-15,0 0-40 0,-2 0-15 16,-3 6 15-16,3 16 20 16,0 8-15-1,2 5 5-15,0 1 1 0,0-4-22 16,0-10 5-16,2 0-2 16,7-8 9-16,1-6-7 15,-6-4-5-15,2-4 2 16,-1 0 4-16,6 0-5 15,7-7 4-15,2-16 27 16,3-5-12-16,-8-2-10 16,1 5-14-16,-8 1-1 15,-5 4 1-15,-3 2 0 16,0 4-1-16,-25 6-7 16,-11 4 3-16,-3 4 0 15,-4 0 1-15,5 0 3 16,9 4 0-16,9 4 0 15,9-2-1-15,9 0 1 16,2 0-11-16,0 0-25 16,6-2-28-16,19-4-5 15,-12 0-292 1,-2 0-128-16</inkml:trace>
  <inkml:trace contextRef="#ctx0" brushRef="#br0" timeOffset="10444.21">25923 5809 299 0,'0'-10'119'0,"-6"4"-100"0,1 0 92 16,5-2 9-1,-3 2-59-15,3 0-22 16,0 2-7-16,0 0-5 15,-4-2-3-15,2 4-16 0,2-2 26 16,-2 0-13-16,2 0 26 16,0 0-4-16,-2-2-39 15,-3-2 14-15,-1 0 21 16,-4-2-24-16,-1 0 15 16,-1 2-19-16,-5 2 12 15,-7 2-20-15,-14 4-2 16,-6 0 2-16,-5 0-2 15,-1 6 2-15,8 17 1 16,2 14 2-16,2 11 9 16,7 10-15-16,7 6 2 15,6 2 7-15,13-1-5 16,5-10-3-16,0-4-1 16,13-9 0-1,16-8 3-15,5-6-1 16,6-8-2-16,7-10 2 15,6-8 3-15,20-2-3 16,4 0 1-16,-11 0-3 16,-7-10-88-16,-59 2-118 15,0 0-199-15</inkml:trace>
  <inkml:trace contextRef="#ctx0" brushRef="#br0" timeOffset="11062.37">26155 6168 635 0,'0'0'86'0,"0"0"-83"15,0 0 81-15,40-40 24 0,-29 28-77 16,-4 0-14-16,-3 0 18 15,-4-1 16 1,0 0-35-16,0 1 39 16,-9 1-53-16,-11 6-2 0,-4 2-1 15,-12 3 1 1,-2 0 0 0,-2 22 0-16,7 11 2 15,8 1-2-15,7 6 0 16,11-4 2-16,5-2-3 15,2-6 1-15,0-8-2 0,7-6 1 16,15-8 1-16,3-6 1 16,4 0 5-1,7 0-2-15,1-24 11 0,-1-8-15 16,-5-8 0-16,-2-6-6 16,-7-22-9-1,-9-7-5-15,-7 1-10 0,-6 0 16 16,0 20 10-16,-2 12 4 15,-15 10 8-15,9 13 14 16,-2 12 9 0,6 5 10-16,4 2-1 15,-2 0-26-15,0 12-14 16,-1 22-17-16,-1 14 12 16,4 6 5-16,0 4-1 15,0-2 4-15,0-2-2 16,0 1 0-16,15-9-1 15,3-12 0-15,-1-10-15 16,-2-16-21-16,3-4-25 16,3-4-49-16,-11 0-104 15,-3-2-137-15</inkml:trace>
  <inkml:trace contextRef="#ctx0" brushRef="#br0" timeOffset="11510.48">26536 5783 289 0,'0'0'484'0,"0"0"-397"15,0-42-22-15,0 46 22 0,0 30-85 16,0 14 13-16,-12 8-15 16,4 2 16-16,1 3-13 15,-2-6 0-15,4-6-3 31,3-9 0-31,2-12 6 0,0-8-2 16,0-10 5-16,0-8-3 16,0-2 0-1,2 0 5-15,21-24 10 0,6-8 3 16,4-4-17-16,1 1-1 16,1 6-6-16,-2 3 1 15,4 9-3-15,-11 7 1 16,-1 8 0-16,-7 2-1 15,-5 2-2-15,-2 25 1 16,-2 9-9-16,-5 1 19 16,-4 2 17-16,0-5-17 15,-6-6-2-15,-46-6 20 16,-19-12 3-16,-11-8-5 16,-14-2-23-16,18-14-15 15,4-18-56-15,52 12-138 16,9 2-509-16</inkml:trace>
  <inkml:trace contextRef="#ctx0" brushRef="#br1" timeOffset="34876.94">13129 16124 593 0,'0'0'355'15,"-2"0"-339"-15,2 0-13 31,0 0-3-31,0 0 94 0,0 0-78 16,0 0-12-16,4 0 0 16,15 0 14-1,-1 0 7-15,-1 0-15 0,1 0 0 16,-9 0-7-16,-3 0-3 16,1 0 0-16,-2 0-1 15,-5 0-19-15,0 0-114 16,0 0-245-16</inkml:trace>
  <inkml:trace contextRef="#ctx0" brushRef="#br1" timeOffset="39467.87">13145 16142 170 0,'-2'0'106'0,"2"-4"-86"16,0 4-14-16,0 0 41 16,0 0 33-16,0 0 1 15,0-2 27-15,0 2-61 16,0 0 10-16,0 0 1 16,0 0-1-1,0 0-18-15,0 0-1 0,0 0-4 16,0-2 3-16,0 2-8 15,0-2-6 1,0 2-1-16,9 0 1 16,7 0 10-16,3 0-12 0,6 0-5 15,0 0-6-15,6 0 0 16,2 0 2 0,3 10 5-16,1-2-8 15,4 2 3-15,-1-2-6 0,14 10-1 16,6 0-1-1,2 4 0-15,11 0 1 16,-6-4-4-16,7 4 0 0,8 2 1 16,1 2 1-16,4 1-1 15,-3-5 2-15,3 6-3 16,-2-2 5-16,-5-4-5 16,0 2-1-1,-2-4 1-15,-2 2 1 0,2-2-2 16,2 2 1-16,5-8 1 15,35 6 0 1,0-2 0-16,5-4-2 16,-2-4 0-16,-21-2 1 15,10 0-1-15,-1-2 0 16,5 2 3-16,0-4-2 16,-2 2 5-16,-1-2 4 15,5 0-1-15,0-4-2 16,2 4-3-16,5-4-2 15,4 5 12-15,0-4-5 16,3 3-7-16,-5 0-1 16,29 1 0-16,0-1 2 15,-4 5-3-15,-5-4 3 16,-34-1 3-16,-6 0-5 16,0-4 1-16,-2 0 0 15,-5 0 1-15,2 0-3 16,1 0 4-16,8 0-2 15,1 0 3-15,-1 0-4 16,-6 0 0-16,-5 0-1 16,0-4 1-16,-6 0-1 15,2 4 0-15,11-9 0 16,-3 4 0-16,2 1 0 16,-4-9 0-16,-20 7 0 15,3-6 2-15,-5 6-1 16,1-2 0-16,-4-2 0 15,-1 2-1-15,4-2 2 16,3 2-2-16,2-2 0 16,0 6 1-16,-4-8-2 15,2 2-1-15,4 2 1 16,0-2 0-16,1 2 1 16,20-6 0-1,-4 0-1-15,-3-2 1 16,-1 2 0-16,-24 4 0 15,-2-8 0-15,-1 2 0 16,-4 2 2-16,3-4-2 16,-6 6 1-16,-1 2-2 15,4-8 2-15,-3 5-2 16,8 0 2-16,2-1 2 16,2 0-1-16,0-4-2 15,2 5 0-15,-2-5-2 0,29-4 2 16,6-4 0-1,1 2 0-15,2 2 1 16,-27 0-1-16,-2 4 1 16,1-4-1-16,-5 0 0 15,0 0 0-15,0 0 1 0,-10 0-1 16,0-2 1-16,-3 2 0 16,-1 0-1-1,6-1 1-15,-1 1 2 0,10-1-3 16,-1 0 1-16,-2-3-1 15,14-6 0 1,-8 2 0-16,-3-6-2 0,1 0 4 16,-18 2-2-16,5-2 1 15,-3-2-1 1,2-5 0-16,3 2 3 16,-1-4-3-16,-2-3 2 15,3 0 1-15,-3-2-1 16,0 2-2-1,-1-2 3-15,-8 1 4 0,1 3-4 16,-8-4 2-16,-4 6-5 16,7-14 3-1,-8 2-1-15,-8 2 1 0,-5-2-1 16,-12 17 0-16,0-1 5 16,-6 4-2-16,-1 0 1 15,3-2 0-15,0 0 3 16,4-2-9-16,2-6 0 15,0 0 6-15,2 0-3 16,4-3 4-16,3 1-7 16,9 2 0-16,5 0-1 15,8-2 0-15,29-18 1 16,5-1-1-16,3-1 1 16,3 0 0-16,-17 14 0 15,-2 2 1-15,4-2-1 16,0 2 0-16,-1-2 1 15,-2 1-1-15,1 3 0 16,-6 0 0-16,-2 0 3 16,-3 0-3-16,-5-2 2 15,-1 0 2 1,-1-1-4-16,-3-3 1 16,-2 4 0-16,11-10-1 15,-5 2-2-15,-4 4 1 16,-4 0 1-16,-16 12 0 15,-4-1 2-15,-1 3-1 16,-4 2 1-16,0 0 5 16,-2 0-3-16,1 0 3 0,-1 0-2 15,0 0 0-15,2 0-3 16,0-3 6 0,0-1-5-16,2-4-3 15,4-2 1-15,-2 0-1 0,10-20 2 16,-6 0-2-1,0-1 0-15,-1-3-1 16,-9 12 3-16,2-4-2 16,2-4 2-16,1-6 0 0,-1 1-2 15,-2-3-4-15,2 4 4 16,1 4 0-16,-5-4 0 16,2-2 0-1,-2-1-2-15,-4-3 4 0,2 0-2 16,-5 1 0-16,-3-3 0 15,8-20 3 1,2-3-2-16,-2 1-1 16,2 2 2-16,-4 22-1 15,-3-2 1-15,2-1-3 16,-6-7 1-16,0 4 0 16,-4-2-1-16,-1 2 1 15,1 6 0-15,-4-1 0 16,1 1 2-16,1 0 1 15,1 1 1-15,-1 6-2 16,-2-4 2-16,5 5-2 16,-1-22-2-1,-3-2 0-15,-2-3 0 0,-4 1 0 16,-3 22-1-16,-2-3 0 16,0 3 2-16,0-2-1 15,0-2 2-15,0 0-2 16,0 5 0-16,0 1 0 15,0 6 1-15,5 0-2 16,-3-4 0-16,2-4 3 16,2-3-2-16,-6 1-2 0,0 2 0 15,0-19 1 1,0 0 1-16,0 0 0 16,0-3 1-1,0 20-2-15,0 1 0 16,0 0 1-1,10-24-2-15,-8 1 2 0,3-2-1 16,-5-1 1-16,0 29 0 16,0-2 0-1,0-2-3-15,0-1-5 16,-3-5 7-16,-17 4-2 0,-5 2 3 16,-8-15 0-1,-9 3-6-15,-1 0 6 16,-3 0-1-16,6 17-1 15,1 4 2-15,2-2-2 0,-1 3 2 16,-2-2 0-16,-1 2 3 16,-1-2-3-16,-3-1 0 15,1 3-2-15,0 2 2 16,-5 6-1-16,-1 6-4 16,0 3 3-16,-4 0 1 15,0 0-3-15,-12-9 4 16,3 0 4-1,-1 4-3-15,-1 2-1 0,14 11 0 16,-5 2 0-16,1 2-6 16,-15-5-13-1,-1 6-3-15,4 4 21 16,-2 4-4-16,9 14 1 16,-7 0-1-1,-2 8 1-15,-4 0-26 16,4 6 20-16,3 0 3 15,2 0-3-15,-14 0 7 16,-2 0-2-16,-4 2 3 16,-1 0 1-16,13 0 1 15,-1 0 0-15,4 0 0 16,0 0-1-16,-1 4-2 16,1 4 3-16,1 2-1 15,-3 0 1-15,-3 2-1 16,0 4 1-16,10 0 0 15,4 4 0-15,6 4 2 16,7 0-2-16,-2 3-1 16,-7 6 1-16,0 3 0 15,-2 3-1-15,6 1 1 16,9-2 0-16,1 0 0 16,2 2-2-16,-1 0 2 15,1 0 0-15,5-5-1 0,1-3 0 16,3-2 1-16,2-6 2 15,0-1-2 1,-2 2-1-16,-2-1 1 16,-5 2-1-1,2 0 1-15,0 0 1 0,-4 2-1 16,5-6 0 0,4-4 1-16,6 0 0 15,11-12 0-15,5 0-1 0,5-2 0 16,2-4 0-16,0 4 1 15,2-4-1-15,-2 2-3 16,2-2 3-16,0 2 0 16,0 0 0-1,0 0 0-15,0 0-3 0,-3-2 2 16,3 0 1-16,0 0-3 16,0 0-4-1,0 0-5-15,0 0-4 0,0 0-3 16,0 0-5-16,0-8-3 15,0-10 8-15,0-4 4 16,5-2 7-16,-1-2 7 16,0 0 0-16,3 0 1 15,0-2 1-15,0 2 1 16,-1 1-2-16,1 2 3 16,-5 0-3-16,2 1 5 15,-1 4 2 1,2 3 0-1,-3 2 4-15,0 7 4 0,-2 4-4 16,0 2 1-16,0 0 3 16,0 0-10-16,0 0-5 15,0 0-4-15,0 18-4 16,0 9 4-16,-2 0 4 16,-10 1 8-16,1 3-1 15,-2-1 1-15,2 4 1 16,-5 0-7-16,-2 4-1 15,1 2 3-15,-6 4 1 16,5-3 1-16,3-5-5 16,3-8 3-16,6-9-1 15,-1-2-2-15,3-5 2 16,2-2 5 0,2-5-3-16,0-2-2 0,0-3 0 15,0 0 3-15,0 0-3 16,15 0 3-1,20 0 31-15,15-3-2 16,12-10-24-16,7-1-1 0,22-6-3 16,1-5 6-1,-7 3 3-15,-10 3-1 16,-28 6-2-16,-13 5 5 0,-12 2-6 16,-13 1-2-1,-7 2 2-15,-2 1-4 16,0 2 4-16,0 0-8 15,0-2-3-15,0 2-1 16,0 0-5-16,0 0-63 16,0 0-29-16,-11 0-5 15,-7 0-14-15,5 10-85 16,-3-2-245-16</inkml:trace>
  <inkml:trace contextRef="#ctx0" brushRef="#br0" timeOffset="78201.8">11855 4492 334 0,'-6'-3'6'16,"6"2"-12"-16,0 1 2 15,0 0 8 1,0 0 1-16,0 0-1 16,0 0 7-1,0 0 34-15,0 0 14 0,0 0-5 16,0 0-4-16,0-3-1 16,0 3-7-16,0-1-4 15,0 1-3-15,0 0-2 16,0 0-3-16,0 0-3 15,0-3 9-15,0 3 4 16,0-1-6-16,0 1 30 16,0 0-32-16,0 0-7 15,0-3-7-15,0 3 1 16,0-2-1-16,0 2-1 16,0 0 4-16,0 0-5 15,0 0-1-15,0 0 0 16,0 0 1-16,0 0-1 15,0-1-5-15,0 1-3 16,0 0-1-16,0 0-1 0,0 0-2 16,0 0-1-1,0 0-1-15,0 0-1 16,0 0-2 0,0 0-1-16,0 0-20 15,0 0-15-15,0 0-11 16,0 0-1-16,0 0 0 15,0 0 12-15,0 0-6 16,0 0-7-16,0 0-22 0,0 0-29 16,0 0-40-16,0 0-15 15,0 0-17-15,0 0-81 16</inkml:trace>
  <inkml:trace contextRef="#ctx0" brushRef="#br0" timeOffset="84511.93">11878 4481 87 0,'0'0'32'16,"0"0"-11"-16,0 0 33 16,-5-24-25-16,5 24 14 15,0-1-9-15,0 1-6 16,0 0 30-1,0 0 0-15,0 0 4 0,-3 0-22 16,3 0-3 0,-2 0-6-16,0 0-1 15,0 0-3-15,2 0-5 0,0 0 0 16,0 0-3-16,0 0-3 16,-2 0-2-1,2 0-1-15,0 0 42 0,-3 1-36 16,1 9 12-16,0 4 2 15,0 8 2 1,0 5-13-16,2 0 4 0,0 8-7 16,0-5-8-16,0 6 0 15,0 4 0-15,0 4 1 16,0 2-3-16,0 2 3 16,0 1-4-1,0-3 4-15,0 0-3 16,4-2 0-16,0 4-4 15,1 0 11-15,-1 2-7 16,1 3-3-16,0 1 0 16,-1 14 2-16,0 0-6 15,-2-2 3-15,1 0-4 16,-3-20 2-16,0 2-2 16,0 5 1-16,0-7-2 15,0 4 2-15,0-4-1 16,0-2 0-16,0-2 0 0,0-4-1 15,0 0 0 1,0 1 1-16,0-3-1 16,0-2 0-16,0-2 1 15,0-2 0-15,0 4-1 16,0 0 1-16,0 0 0 16,0 2-1-16,0-8 0 15,0 1 1-15,0-2-1 16,0-4 0-16,0 7 0 15,0-2 0-15,2 0-1 16,-2 0 1-16,2-2 1 16,-2-2 0-16,2 2-1 15,0 2 0-15,0-2 1 16,-2-2-1-16,0 6 0 16,0 6 1-1,0 5 0-15,0 0-1 0,0-2 0 16,4-5 0-16,-2-2 0 15,-2 0 1-15,0 4-1 16,0-4 0-16,0 0 1 16,0 1-1-16,0-6 1 0,0 4-1 15,0-2 1 1,0 2 0 0,0-4 0-16,0 4 0 15,0-5 7-15,0 2-4 0,0 4-3 16,4 0 4-1,0 0-4-15,-2-1 2 16,1-8 1-16,-3-1 1 16,2-2-2-16,-2-4 0 15,2 1 1-15,-2-2 1 16,0-1-1-16,2 0-1 0,0-1 0 16,-2-4-1-1,2 2 0-15,-2-4 2 16,0 4-1-16,3-3-3 15,-3 0 2-15,0 4 2 16,0 0-1-16,0 0 2 0,0 2-3 16,0-6-1-1,0 4 1-15,0 0-1 0,0 0 1 16,0 4 0-16,0 2-1 16,0 0 2-16,0-2 1 15,0-2-3-15,0-1 3 16,0-2 0-16,0-1-2 15,0-2-2 1,0 2 2-16,0-2-2 16,0 0 1-1,0 2-1-15,0 1 1 0,0 0 0 16,0-2-1-16,0-1 1 16,0-3-1-16,0 2 0 15,0-1 0-15,0-5 0 16,0 6 0-16,0-3 0 15,0 2 0-15,0 0 0 16,0 0 0-16,0 0 2 16,0 0-2-16,0 0 0 15,0 0 1-15,0 2-1 16,0-2 0-16,0 0 0 16,0-2 0-16,0-2 0 15,0 0 0-15,0-2 0 16,0 0 0-16,0 2-1 15,0-2-1-15,0 0 2 0,0 0 0 16,0 0 0-16,0 0 2 16,5 0-2-1,1 0 2-15,7 0 2 16,3 0 0-16,7 0 1 16,15 0-1-16,6 0 1 0,7-8-2 31,5-2 1-31,-10 4-3 15,2 1 1-15,-6 2-2 0,-3 1 1 16,-5-2-2-16,-3 4 2 16,-2-2-1-16,-4 2 1 15,-1 0-1-15,-1 0 0 16,-1 0 0-16,2 0 1 0,3 0-1 16,2 0 0-16,2 0 0 15,9 0 1 1,3 0-1-1,-1 0-1-15,0 0 1 0,-11 0 1 16,4 0-1-16,-4 0 0 16,2 0-1-16,0 0 1 15,1 0 2-15,-1 0-2 16,0 0 1-16,1 0-1 16,-1 0 0-16,0 0-1 15,1 0 1-15,-1 0 1 16,-4 0-2-16,-4 0 0 15,10 0 0 1,2 0 1-16,0 0 0 16,5 0 0-16,-8 0 0 15,1 0-1-15,2 0 1 16,-6-2-1-16,-3 0 1 16,3 2-1-16,3-3 1 15,0 3 0-15,-3-1 1 16,-2 1-1-16,0-2 0 15,-3 2 0-15,3 0 0 16,-2 0 0-16,-3 0 1 16,5 0-1-16,-2 0 0 15,-2 0 0-15,-1 0-1 16,-6 0 1-16,0 0 0 16,0 0 1-16,2 0-1 15,-3 0 0-15,4 0 0 16,-3 0 0-16,1 0 0 0,2 0 1 15,-1 0-1 1,-3 0 0-16,-1 0-1 16,-5 0 1-16,-2 0 0 15,0 0 1-15,-2 0-1 16,-1 0 0-16,3 0-1 16,-2 0 1-16,0 0-1 15,-5 0 1-15,0 0 0 0,-2 0 0 31,0 0 2-31,0 0-3 0,0 0 1 16,0 0 0-16,0 0-1 16,0 0 1-1,0 0 1-15,0 0-1 0,0 0-8 16,0 0-6-16,0 0-4 16,0 2-2-1,0-2 7-15,0 0 4 0,0 0 3 16,0 0 3-16,0 0 3 15,0 0-1-15,0 0 1 16,0 0 1-16,0 0-1 16,0 0 0-16,0 0 0 15,0 0 2-15,0 0 1 16,0 0 5-16,0 0 24 16,2-12-16-16,3-4-14 15,-1-5 0-15,0-12 6 16,-2-7-4-16,-2-7-1 15,0-7 9-15,0-2-6 16,0-4-3-16,0-6-3 16,0-3 1-16,-6-1 4 15,-1 4-4 1,3 4 2-16,2 0 2 16,0 4 4-16,2-4-2 15,0-3-5-15,0-5 6 16,0-2-3-16,0-2-4 15,0 5 1-15,-4-7-1 16,1 4 2-16,-2 0 0 16,3 0-1-16,2 14 0 15,0 1-1-15,0 3 0 16,0 3-1-16,0 0 0 16,0 3 0-16,0 2 0 15,0 0 0-15,0 3 0 0,0 2 2 16,0 0-2-1,0 1 1-15,0 2-1 16,0 0 1-16,0 0-1 0,0-10 0 16,0 2-1-1,0 1 1-15,0-1 0 16,0 12-2-16,0 0 2 16,0-2-1-16,0 4 1 15,0 2-1-15,0 0 1 0,0 0 0 16,0 0 0-16,0-2-1 15,0-2 1 1,0 2 0-16,0-2 0 16,0-1 0-16,0 9 0 0,0 0 0 15,0 0 0 1,0 2 0 0,0-2 0-16,0 2-1 0,0 4 0 15,0 2-2-15,0-2 3 16,0 2-1-16,-4 0 1 15,1-2-2-15,1 0 2 16,-2 0 0-16,0-1 0 16,-1 3 0-16,3 0 0 15,-3-1-1-15,5 0-1 16,-4 1 1-16,1-2 1 16,3-8 0-1,0 2-2-15,0-2 2 0,0 2 0 16,0 8-2-16,0 0 0 15,0 2 2-15,0-2 0 16,0 2 0-16,0 0 0 16,0 2 0-16,0-1 0 15,0 1 0-15,0 3 2 16,0-1-2-16,0-1-3 16,0 2 3-16,0-2 1 15,0 0-1-15,0-4 0 16,0 2 0-16,0-2 0 15,0 5 0 1,0 4 0-16,0 2-1 16,0 4 1-16,0 0 1 15,0 2-1-15,-4 0-2 16,2 0-3-16,-2 0-5 0,2 0 4 16,-1 0 3-1,-4 0 1-15,-2 0 0 16,-6 0 5-16,-3 0-3 15,-5 0-2-15,-14 0 2 16,-7 10 0-16,-6 0 0 16,-4 2 0-16,12-2 1 15,3-4 0-15,0-2 1 0,1 2-2 16,1-3 0-16,1 1 0 16,5-1 0-16,0-3 0 15,0 2 2-15,-5-2-2 16,-2 0 0-16,-4 0 4 15,0 0-4-15,-3 0 4 16,-4 0-4-16,-13 0 1 16,-1 0-1-1,1 0-1-15,2 0 0 0,15 0 0 16,1 0 0 0,-2 0 1-16,0 0 0 15,1 0 0-15,1 9-2 16,-1-1 1-16,-1 3 1 15,-4-1-1-15,4 1 1 16,-1 0-1-16,-2 1 1 16,4-3 1-16,5 1 0 15,5-5-1-15,-1-1 4 16,9 0-2-16,-2-1 2 16,5-3 1-16,3 0-2 15,2 0 3-15,1 0-1 16,3 0 2-16,-2 0-3 15,2 0 1-15,-1 0 0 16,1 0 1-16,1 0-4 16,1-4-1-16,-1 1 5 15,1 2 3-15,-5-3-7 16,-1 0-1-16,-4 2 2 16,-8-1-3-16,-2 2 1 15,2 1 0-15,-1 0 1 16,10 0 2-16,4 0-1 15,0 0-2-15,2 0 1 16,1 0 0-16,-5 0-1 16,-3 0-1-16,-1 0 0 15,0 0 2-15,1 0 0 16,-2 0 7 0,4 0 9-16,3 0-11 15,3 0 0-15,5 0-3 0,6 0-1 16,4 0-2-1,0 0-1-15,0 0-1 16,0 0 1-16,0 0 1 16,0 0 0-16,0 0 1 15,0 0 1-15,0 0 0 0,0 0-1 16,0 0 1-16,0 0-3 16,0 0 0-1,0 0-1-15,0 0-4 0,0 0-1 16,0 0 4-16,0 0 1 15,0 0-2 1,0 0-3-16,0 0-10 0,0 0 2 16,0 0-3-16,0 0-1 15,0 0 1-15,0 0-1 16,0 0-5-16,0 0-2 16,0 0-14-16,6 0-2 15,17-4-22-15,-15 0 4 16,6 2-161-16</inkml:trace>
  <inkml:trace contextRef="#ctx0" brushRef="#br1" timeOffset="93543.46">13985 1863 597 0,'0'-7'64'16,"4"4"-55"-16,-2-1 55 0,-2 4 42 16,3 0-54-1,-3 0-29 1,2 0-16-16,-2 0-2 15,0 0 4-15,0 0-7 16,0 4-2-16,0 17-43 16,-7 4 43-16,-1 3 4 15,1-10 13-15,5 0-17 16,-5-6-1-16,2 0-4 16,3-6-49-16,0 0 2 15,0 0-11-15,-3-2 20 16,-1 2 2-1,0 0 8-15,0 0-47 0,4-6-54 16,0 0-116-16</inkml:trace>
  <inkml:trace contextRef="#ctx0" brushRef="#br1" timeOffset="97548.16">14068 4004 346 0,'-5'0'90'0,"5"0"-74"16,0 0-16-1,0 0 39-15,0 0-28 16,0 0-7-16,-2 0 10 15,-1 0-6-15,-1 4 28 16,2 2-9-16,2-2-9 16,-3 2-12-1,1 2-2-15,0-2 0 16,0-2-1 0,0-2-1-16,2 0-1 15,0 0 2-15,0-2-1 16,0 0 46-16,0 0-3 15,0 0 2-15,0 0 1 16,0 0-11-16,0 0-12 16,0 0-3-16,0 0 3 15,0 0 3-15,0 0 3 16,0 0 10 0,0 0 28-16,0-14-42 15,0-4 1-15,0-2-12 0,13 2-12 16,5-10 3-1,7-4-6-15,10-6 16 16,7-6-14-16,8-4 2 16,21-23 2-16,3-3 1 15,5-4-4-15,2 0 5 16,-14 20-4-16,-1 3 3 16,-1 1 3-1,20-10-5-15,0 0 4 0,6-2-6 16,5-3-1-16,-19 15-3 15,4 0 3 1,-4 0-2-16,4-2 1 16,2 4-1-16,4-2 0 0,4 0-1 15,20-8 1 1,1-4 0 0,-2 3-1-16,0 5 0 0,-19 14 0 15,-1 0 1-15,-3 0-1 16,26-16 1-1,3-1 0-15,2 1-1 16,2 2 0-16,-26 14 0 16,-5 8 0-16,-7 4-2 15,-4 4 0-15,-2 4 0 16,0 0 1-16,1 4 0 16,24-8 0-1,2-1 1-15,1 4 0 0,3-2 0 16,-22 11 0-16,-5 0 0 15,-2 2 0 1,16 0-2-16,-7 0 4 16,-5 2-2-16,-2 4 0 15,-19 2 0-15,-3 0 0 16,2 2 0-16,2-4 1 16,1 4-1-16,1-2 0 15,-4 0-2-15,16 4 2 16,-4 0 1-16,5 0 0 15,4 2-1 1,-10 0 1-16,0 0-1 16,1 0 0-1,14 0 2-15,3 0-1 16,0 0-1-16,0 0 1 16,-16 0-1-16,2 0 1 15,-2 4 0-15,-3 2 0 16,-4 2 0-16,1 0 0 15,2 2 1-15,33 2-2 16,8 0 2-16,3 0-2 16,8 2 2-16,-25 0-1 15,1-2-2-15,3 2 2 16,32 0-1-16,0 4 6 16,-5-2-5-16,-3 0-1 15,-28-2 3-15,-4-1 0 16,-3 1-1-16,-4-5-1 15,-8 5 7 1,-4 1-6-16,-1 1 0 16,20 6 2-16,-3 4-3 15,0 0 3-15,-3 0-3 16,-21 0 0-16,-3-2-1 16,-4 0-1-1,12 8 1-15,-3 1 0 16,4-4 0-16,-5 5-1 15,-10-7 2-15,0 1-2 16,-4-1 2-16,0 2-1 16,2-1 0-16,4 0 0 15,0-2 0-15,15 8 0 16,1 2 2-16,0 0-2 16,-1 0 1-16,-20-8-2 15,-3 1 1-15,-8-4 0 16,2 8 0-1,-1 3 0-15,-3-2-1 0,-3 2 0 16,-8-6 1-16,-2 0 1 16,0-2 0-1,0-2-1-15,0 0 0 16,2-2 1 0,-2 1-1-16,6 7 0 15,0 4-1-15,1 0 0 16,1 4 1-16,-8-6 0 15,0 2 0-15,-5 2 0 16,9 8 2-16,5 2 2 16,-2-4-3-16,1-1 0 15,-15-15 2-15,2 0 3 16,-4-2-4-16,-3 0-1 16,-1 2 6-16,-1 4-3 15,-3 0 0-15,3 4-3 16,-2-2 2-1,0-5 1-15,2-4 1 0,-4 1-3 16,3-1 1-16,-2 0-1 16,4 6 1-1,-1-4 5-15,0 2 2 16,1-1-5-16,-7-8-3 16,-1 6 1-16,2 0 0 15,-6 0 1-15,-2 4 2 16,0-6-1-16,0 2 2 15,0 10-6 1,0 3 1-16,0-1 0 0,-2 4 0 16,-6-12 0-16,4 2-1 15,-3 2 0 1,-1 4 1 0,-2-2 4-16,1-2-6 15,5-8 3-15,0-10-2 16,0-3 1-16,-2-3-2 15,2-5 0-15,4 2 2 16,-2-5-1-16,2-2 0 16,0 1 0-16,0-1 0 15,0 0 2-15,0 0 1 16,0 0 1-16,0 0 2 16,0 0 2-1,0-15-1-15,-2-13-7 16,-5-5-6-16,-1-5 4 15,-4 4-1-15,3-2 2 16,-2 0-4-16,0 0 1 16,4 2 3-16,1 4-1 15,1 4-1-15,3 4 2 16,2 4 1-16,0 4 1 16,0 3 0-16,0 7 1 15,0 4-1-15,0 0-2 16,0 0 1-1,0 0 0-15,0 0-1 16,0 0-1-16,0 0-2 16,0 3-3-1,0 16 2-15,0 7 4 0,0 9 0 16,0-2 3-16,0 2-1 16,0 9-2-1,0-4 2-15,0 2-2 0,0-4 2 16,0-12-1-16,0 1 1 15,0-5-1 1,0 0 2-16,0-2 1 16,0-4-1-16,0-5 0 15,2-4 1-15,-2-5-2 16,2 2-1-16,-2-4 5 16,3 0 5-16,-1 0-5 15,-2 0 2-15,2 0 1 16,0 0 4-16,5 0 4 15,6-8 5-15,9-10 6 16,7-9-4-16,2-1-13 16,10-8-5-1,-1-2 6-15,2 0-10 16,1 2 0 0,-6 10 0-16,-8 6-1 15,-2 4-1-15,-7 6 4 16,-6 2 15-16,-4 4-7 15,-5 2 0-15,-3 2-1 16,1 0-2-16,-3 0-3 16,0 0-1-16,0 0 0 15,0 0-1-15,0 0 2 16,0 0-3 0,0 0-2-16,0 0-1 0,0 0-5 15,0 0-13-15,0 0-41 16,0 0-28-1,0 0-19-15,0 0-106 16,0 0 95-16,0 0-150 0,0 0-220 16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48:28.212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2940 7822 177 0,'0'2'59'16,"0"-2"-59"-16,0 0 0 15,0 0 12-15,0 0 20 16,0 0-28-16,0 0-2 15,0 0 4-15,0 3 15 16,0-3 12-16,0 0-2 16,0 0-4-16,0 0-14 15,0 0-4 1,0 0-2-16,0 0-1 16,0 1-6-16,0 1-2 0,0 0 2 15,5 6 0-15,4 2 5 16,2 0 11-1,1 4 0-15,0 2 5 16,1 1-21-16,1 1 2 16,-1 2-1-16,1 2 2 15,3 0-2-15,0 2 0 16,-5-2 0-16,0-6-1 0,-3 0 0 16,0 0 1-16,2-4 0 15,-2 2-1-15,4 2 0 16,-1-4 0-16,-4 0 1 15,3-2-1-15,-1-2 1 16,-2 0-1-16,1 2 0 16,-3 0 0-16,6 0 0 15,-3 0 0-15,5 0 0 16,-4 0 0-16,1 2 0 16,1-2 0-16,-3 0 0 15,-1-2 0-15,1 0 1 16,1-2-1-16,-2-2 0 15,1 4-1-15,0 1 1 16,0-4 0 0,2 4 0-16,1-1 0 15,-4-2 0-15,1 2 1 16,0 0-1-16,-2-2 1 16,-1 2 0-16,3 0-1 15,1-2 0-15,0 2 1 16,-1 2-1-16,0-4 4 15,2 0-3-15,-2 4-1 16,0-6 0-16,0 4 3 16,0 0-3-16,0-2 0 15,2 2 1-15,-2 0 0 0,0-2 0 16,0 2 0 0,4-2-2-16,0 2 1 15,5-4 0-15,-3 4 0 16,6-2 1-1,-1 2 0-15,-5 2-1 0,4-2 0 16,-9-2 0-16,6-2 0 16,-5-2 0-16,5 2 0 15,-3-2 2-15,-2 2-2 16,3 0-2-16,-3 0 1 0,3-2 0 16,-1 0-1-1,1 0 1-15,-2 0 1 16,4 0 0-16,-3-2 1 15,5 0-1-15,2 2 0 16,1-2 0 0,0 0 0-16,-1 0 1 15,-3 2-1-15,-5 0 0 16,5-2 0-16,0 4 0 16,1-4 0-16,-3 0 0 0,-1 2 0 15,-1-2 0-15,1 0 0 16,-1 0 1-1,2 2-1-15,-1-2 1 16,1 0-1-16,3 0 0 0,-3 0 0 16,8 5 0-1,-1-4 0-15,1 1 0 16,1 0 0-16,-6-2 0 16,0 0 0-16,-1 0 0 0,0 0-1 15,0 0 1-15,1 0 1 16,-1 0-1-16,4 0 0 15,-3 0 0-15,-1 0 1 16,-1 0-1-16,-1 0 0 16,-1 0 0-16,-3 2 0 15,2-2 0-15,5 0 0 16,1 0 2-16,0 0-2 16,-1 0 0-1,-5 0 0-15,1 0 0 16,-1 0 0-16,-1 0 0 15,-1 0 0-15,-3 0 1 16,1 0-1-16,3 0 0 16,-4 0 1-16,6 0-1 15,-1 0 0-15,0 0 2 16,3 0-2-16,-3 0 1 16,5 0-1-16,3 0 3 15,0 0-2-15,4 0 1 16,-3 0 1-16,-4 0-1 15,-2 0-2-15,-3-2 2 16,3 0-1-16,-3 2 0 0,3-2 0 16,1-2 0-16,1 0 5 15,3 0-1-15,0 0 3 16,-2 2-4 0,1 0 7-16,-5 0-8 15,3 0-2-15,-3 0 1 16,4 0-2-16,0-2 1 15,-1 2 0-15,1 0-1 16,-7 0 1-16,1 2-1 0,1-2 1 16,-1 0 2-16,1 0-2 15,-3-2-1-15,-2 4 0 16,2-2 0 0,0 0 0-16,-2 0 1 15,0 0-1 1,-2 0 2-16,-1-2-3 0,1 2 1 15,0 0 1-15,2 0 0 16,2 0-1-16,-3 2 0 16,4-2 0-1,-1 0-1-15,1-2 1 0,-2 2 0 16,1-2 0-16,-1 4 0 16,-2-4 0-16,3 4 0 15,1-4 1-15,-1-2-1 16,2 4 0-1,1-4 0-15,-4 2 1 0,2 0-1 16,-1 0 0-16,-2 4 0 16,2-4 0-1,0 2 0-15,0 0 0 0,-1-2 0 16,-2 4 0-16,-1-2 1 16,1 0-1-16,4-2 0 15,-1 0 0-15,0-2-1 16,3 0 1-16,1 2-1 15,-1-2 1-15,1 2-5 16,-11 0-59 0</inkml:trace>
  <inkml:trace contextRef="#ctx0" brushRef="#br0" timeOffset="5479.95">5572 8546 251 0,'-2'0'62'0,"2"0"-61"0,0 0 2 16,0 0 40-16,0 0-19 16,0 0-21-1,0 0-3-15,0 0 41 0,0 0-5 16,0 0 10 0,0 0-2-16,0-2-17 15,0-2-21-15,0-2-4 16,4-2 19-16,9-2-16 15,3 2-5-15,5 0 0 16,-4 0 2-16,1 2-1 16,-1-2 0-16,2 0 0 15,-4 0-1-15,1 2 5 16,1-2-1-16,-1 2 0 16,-3-2 1-16,-1 2-2 15,-4 0-3-15,1 0 3 16,3 2-2-1,1 2 0-15,-5 0-1 0,0 0 2 16,-2-3-2-16,1 4 0 16,-1-3 1-16,2 2 2 15,-4 2-3-15,0-2 0 16,1-2 0-16,1 2 0 16,1-2-1-16,0 0 1 15,2 0 1-15,-1 0-1 16,-1 2 0-16,5-1 1 15,-4 2-1-15,1-3 0 16,5 0 0-16,-4-1 0 16,-1 1 0-16,3 3-1 15,-4-2 1 1,1 2 0-16,3 1 0 16,-3-4 0-16,1 2 0 0,0-2 0 15,1 0 0-15,3 0 0 16,3-2 0-1,1-1 0-15,4 2 0 16,-2-1 0-16,0 2 0 0,-2-3 0 16,4 0 0-1,-1-1 0-15,0 1 0 16,4 0 0-16,-7-2 1 16,2 3-1-16,2 0 0 0,1 0 0 15,-1 2 0-15,4-2 0 16,1-2 1-16,-2 0 0 15,2 0-1-15,-3 2 0 16,1 0 1-16,-1 2-1 16,3-2 0-16,-5 0 0 15,3 2 1-15,4-4 0 16,0 2-1-16,0 2 1 16,2-2 0-16,-7 2-1 15,1-2 1 1,1 0 0-16,-1 0 0 15,0 0-1-15,-1 2 0 16,-2-2 0-16,-1 4 2 16,-6-2-2-16,3 0 0 15,-5 0 0-15,5 0 1 16,-1 0-1-16,-1 0 0 16,3 0 1-16,2-2-2 15,2-2 1-15,4 2 0 16,-3 0 0-16,-4 0-1 15,0 2-1-15,-5 0-2 16,1 0 4-16,-3-1 0 16,-3 2-1-16,-2 1 0 15,1 0-1-15,1 0 2 16,-2 0 0-16,3 0 0 16,1 0 1-16,-1-1-2 0,4 0 1 15,-1-1 0-15,6 0 0 16,2 0 0-1,2 0 0-15,1 1-1 16,-6 0 1-16,4-1 0 16,-5 0 0-16,2 1 0 15,-4-1 0-15,-1 3 0 0,-1-1 0 16,1 0 0 0,1 0 0-16,-3-1 0 15,3 2 0 1,-3-2-2-16,3 2 2 15,-1-2 0-15,3 2 1 0,7-5-1 16,4 3-1 0,4-2 1-16,3 1 1 15,-5 0 0-15,5-1-1 0,1 1 0 16,1 3 0-16,1-2 0 16,-6-1 0-16,0 2-1 15,-4-2 1-15,2-1 0 16,1-2 0-1,-3 1 0-15,0 2 1 0,-2-1 0 16,-4 0-1-16,4 0 0 16,9-4 0-1,2 3-1-15,0 0 1 0,2 0 0 16,-7 4 0-16,-2-2 0 16,-4 0 1-16,2 2-2 15,-2-2 1-15,0 2 0 16,0 0 0-16,0 0 1 15,-4 0-2-15,0 0 1 16,-1-2 0-16,1 2 2 16,-1 0-2-1,2-2 0-15,-1 2 0 16,6 0 0 0,0 0 0-16,-2-2 0 0,1 4 1 15,-8-2-1-15,3 0 0 16,1 2 0-16,0 0 0 15,3-2 0-15,-4 2 1 16,1-2-1-16,1 2 0 16,-6 0 0-16,6-2 0 15,-2 2 0-15,-2 0 1 16,2-2-1-16,-3 2 0 16,1 0 1-16,4 0 0 15,4 0-1-15,0-2 0 16,5 0 1-16,-5 2-1 15,0-2 0-15,2 2 0 16,0-2 3-16,-2 2-3 0,2 0 0 16,1 0 2-16,-1 0-2 15,2 0 1-15,4 0-1 16,-4-2 1 0,-2 2 1-16,0 0-1 0,-5-2 0 15,-1 2 1 1,4 0 0-1,2 0-1-15,0 0 3 16,3 0 0-16,-10 0-3 0,-1 0 0 16,2 0-1-16,-4 0 1 15,6 0 1-15,0-2-1 16,0 2 2-16,2 0-3 16,-2 0 2-16,0 0-2 15,-4-2 2-15,2 2-2 16,2-2 0-16,0 0 1 15,0 2 0-15,6 0-1 16,0 0 0-16,1 0 0 16,-1 0 0-16,-6 0 1 15,0 0 0-15,-1 0 1 16,1 2 0-16,-3 0 2 16,1 2-3-16,0 0 4 15,1 0-3-15,1 0 3 16,0 2 0-16,-3 0-1 15,1-2 0-15,-1 0-3 16,1 0 2-16,2-2-3 16,8 4 4-1,-1 0-4-15,3 3 0 0,1-4 2 16,-7-3-1 0,-2 4-1-16,-2-4 2 15,-4 2-2-15,-1 0 0 16,0 0 1-16,-2 0-1 15,1 1 0-15,-2-4-1 16,-3 2 2-16,1-2-1 16,1 3 2-16,1-2-2 15,-2 1 0-15,1 1 2 16,4-3-2-16,0 5 1 16,1-4-1-16,-3 3 0 15,-5-4-1-15,4 2 3 16,-2-2-1-16,-1 2-1 15,1-2 0-15,-1 3 0 0,-1 1 0 16,-1-4 0-16,4 3 0 16,0-1 0-1,-3-2 0-15,5 4 0 16,-4-5 0-16,2 1 0 0,-4 3 0 16,1-1-1-1,3 1-3-15,1 0 4 16,4-2 5-16,-3-2-4 0,2 0-1 15,-2 0 1-15,1 0-1 16,0 2 1-16,0 0-1 16,3-1 0-16,-1-1 1 15,-2 3-1 1,2-2 0 0,-3-1 1-16,5 3-1 0,-1-2 1 15,1 2-1-15,-1 1 0 16,7-2 1-1,1 3 1-15,-3 0 1 0,0-1-3 16,-10 1 3-16,1 2 0 16,1-1-1-16,-4-2 1 15,3 1-3-15,-1 2 0 16,0-1-1-16,-1 2 5 16,0-2-1-16,2 0 2 15,-4-2-3-15,-1 4 2 16,1-2-4-16,-3 0 3 15,0 2-1-15,5-2-1 16,-1 2 0-16,0 2 1 16,3-4 0-16,-5 0 0 15,1 0 0-15,-1-2-1 16,2 2-1-16,0 0 0 16,-1 0 2-16,1 0-1 15,-1 0 1-15,-1 0-1 0,-1 0 0 16,-1 0-1-1,3 0 2 1,-3-2-2-16,5 0 1 16,-2 0 1-16,6 0 0 15,-2 4 0-15,2-2 0 16,-2 0-1-16,-3-2-2 16,0 0 2-16,-3 2 0 15,1 0-1-15,1 3 2 16,-3-2 0-16,3-1 3 0,3 0-4 15,-3-2 1-15,4 2 3 16,-4 1-2 0,1-2 3-16,-1 1-3 0,-1 1-2 15,6-3 0-15,1 6 0 16,3-2 1 0,-1 0-2-16,0 2 0 15,-5-4 2-15,3-1 0 0,-2 3 1 16,6 1 2-16,-1-4-3 15,0 6 4-15,2-4 2 16,-8 0-4-16,4 1-2 16,1-2 3-1,-2 2-1-15,1-2 2 0,-1 0-4 16,-1-2 2 0,0 0-2-16,6 2-1 15,0-2 3-15,4 0-2 16,-2 2-1-16,-4-2 0 15,-2 0-1-15,4 0 0 16,0 0 0-16,0-2 2 16,2 0-1-16,0 2 3 15,0-4-4-15,2 2 0 16,-2 0 2-16,0 2-2 16,-2-2 2-16,0 0-2 15,-3 0 0-15,1 0 1 16,6 0 0-16,0 0-1 15,0 0 1-15,0 0-1 16,-6 0 2-16,-5 4-2 16,2-4 1-16,0 2 0 15,1 0-1-15,-4-2 0 0,4 2 0 16,-3 0-1 0,0-2 2-16,4 0-1 15,1 2 2-15,0 0-2 16,2-2 0-16,-6 2 0 15,2-2 1-15,4 2-1 16,-3-2 0 0,1 2 1-16,-1-2-1 15,-6-2 0-15,3 2-1 0,-4-2 1 16,-1 2 0-16,1-2 1 16,1 0-1-16,1 0 0 15,0 0 0-15,1 0 0 16,-2 0-1-1,2 0 1-15,-2 0 2 0,0 0-2 16,2 0-1-16,-1 0 1 16,8 0 0-1,-2 0 0-15,-5 2 0 16,3 0 2-16,-4-2-2 0,4 0 0 16,-3 0 0-16,2 0 0 15,-4 0 0-15,-3 0 0 16,1 0 0-16,-1 0 2 15,1 0-2-15,2 0 0 16,0 0 0-16,0 0 0 16,-1 0 0-16,0 0 0 15,0 0 1-15,7 0-1 16,-1 0 0-16,2 0 1 16,1 0-1-16,-6 0 0 15,3 0 0-15,-1 0 0 16,-2 0 1-1,4 0-1-15,-1 0 0 16,2-2-1-16,0-2 2 16,9 0-2-16,4 2 2 15,4-2-1-15,6 0 2 16,2 0-1-16,8 0-1 16,2-2 0-16,21 0-1 15,1-2 1-15,-2 2 0 16,-11-6-3-16,-67 8-90 15,-2-2-337-15</inkml:trace>
  <inkml:trace contextRef="#ctx0" brushRef="#br1" timeOffset="18298.99">7994 7275 157 0,'-14'-2'45'0,"10"2"-44"15,2-2 48-15,0 0 22 16,2 0-38-16,-2 2-11 16,2-2 28-16,-3 2-6 15,3 0-18-15,0 0 5 0,-2 0-6 16,0 0-6-1,2 0 10-15,-3 0-11 16,3 0-1 0,0 0-7-16,0-2-1 15,0 2 3-15,0 0 1 16,0 0-2-16,0 0 7 16,0-2-2-16,0-1-1 15,0 3 3-15,0 0 4 16,0 0 2-16,0 0 4 0,0 0 0 15,0-1-4-15,0 1 2 16,0-2-10 0,0 2 12-16,3 0-12 0,6-2 3 15,8 0 12 1,12 2 8-16,2 0-19 16,6 0-9-16,-2 0 1 0,-4 0-9 15,3 0 1 1,-5 0-3-16,4 0-1 0,-2 0 0 15,3 0 2-15,-1 0-1 16,-2 0-1-16,0 0 0 16,-6 0 2-1,-8 0-2-15,-5 0 1 0,-8 0-1 16,-4 0 1-16,0 0 0 16,0 0 6-1,0 0 1-15,0 0-2 16,0 0-1-16,0 0-3 0,0 0-2 15,0 0 0-15,0 0-4 16,0 0 1 0,0 0 3-16,0 0-1 15,0 0-8-15,-18 2-41 16,5 0-76 0,-1 0-102-16</inkml:trace>
  <inkml:trace contextRef="#ctx0" brushRef="#br1" timeOffset="18938.02">8154 7293 240 0,'0'0'122'0,"7"-2"-91"31,-7 2-27-31,0 0 97 16,0-2-67-16,0 2-11 16,0 0 9-16,0 0 16 15,0 0 7-15,0 0-2 16,0 0-9-16,0 0-4 16,0 0 3-16,0 0-7 15,0 0-7-15,0 0-11 0,0 0-11 16,0 0-6-16,0 0-1 15,-9 14 0-15,-9 6 8 16,-5 2-2 0,-6 6 0-16,1-2-3 0,-1 2 1 15,0-2-2-15,-4 4-1 16,6-3 3 0,2-5-4-16,7-7 4 0,12-6-4 15,1-4 2-15,5-5-1 16,0 0-1-16,0 0 0 15,0 0-1-15,0 0 0 16,0 0 1-16,0 0-3 16,0 0-3-1,0 0-9-15,0 0-121 0,0 0-11 16,0 0-135 0,0-4-125-16</inkml:trace>
  <inkml:trace contextRef="#ctx0" brushRef="#br1" timeOffset="19530.18">8130 7363 272 0,'0'0'44'0,"0"0"-43"16,18-14 4-16,-18 12 35 15,0 0-3-15,0 2 1 16,0 0 8-16,0 0 3 0,0 0 3 16,0-2-4-1,0 2-8-15,0 0 18 16,0 0-29-16,0 0-1 15,0 0 2-15,0 0 4 16,0 0-5-16,0 0-5 16,0 0-13-16,0 4-6 15,2 4 7 1,2 0 4-16,1 4-9 16,1 0-1-16,1 4-3 0,0 0 4 15,0 0-4-15,-1 2 2 16,3-1-1-1,-2 1-2-15,2-3 7 0,-1-1-8 16,-1 1 1-16,0-5-2 16,4 1 0-1,-4-3 1-15,1-4 0 16,-2 1-1-16,-6-5 0 0,0 0 0 16,0 0 2-16,0 0 0 15,0 0 0-15,0 0 1 16,0 0-3-16,0 0-2 15,2 0-14-15,-2 0-27 16,0 0-7-16,0 0-71 16,0 0 29-16,0 0-100 15,0 0-75-15</inkml:trace>
  <inkml:trace contextRef="#ctx0" brushRef="#br1" timeOffset="19993.82">7827 7615 223 0,'0'0'144'15,"0"0"-144"-15,0 0 1 16,-16 3 81-16,16-3-35 16,0 0-33-16,0 0 16 15,0 0 17-15,0 0 9 0,0 0 14 16,0 0 4 0,0 0 10-16,9 0-58 15,6 0 21-15,12 0-15 16,16 0-8-16,5-6-4 15,4 4-1-15,2-2-2 16,-17 4-8-16,-1 0-1 16,-11 0-6-16,-8 0 1 15,-3 0-3-15,-8 0 0 0,-4 0 2 16,1 0-2-16,-3 0-1 16,0 0-1-1,0 0 1 1,0 0-32-16,0 0-34 0,0 0-48 15,0 0-72-15,0 0-37 16,0 0-131 0</inkml:trace>
  <inkml:trace contextRef="#ctx0" brushRef="#br1" timeOffset="21396.62">8950 7229 137 0,'0'-2'61'0,"-2"0"-8"16,2-1 33-1,0 2-6-15,0 1-15 16,0 0-9-16,0 0-9 16,0-3 2-16,0 3-2 15,0 0-2-15,-3 0 20 16,3 0-29-16,-2 0 5 15,-1 0-4-15,1-1-6 16,0 1 2-16,2 0-7 16,0 0-11-16,0 0 3 15,0 0 1-15,0 0-6 16,0-2-5-16,0 2-3 16,-2 0-2-16,0 0 0 15,0 0-2-15,-5 0 1 16,-5 0 1-1,2 0-3-15,-3 0-1 0,-1 0 1 16,5 0 0-16,5 0 0 16,0 0-1-1,0 0 1-15,2 0-5 0,2 0-11 16,0 0 8-16,0 0 5 16,0 0 1-16,0 0 1 15,0 0-2-15,0 0 2 16,0 0-4-1,0 0-2-15,0 0 6 0,0 0 1 16,0 0 1 0,0 0 11-16,0 0-9 15,0 0 0-15,0 0-2 16,0 0 1-16,0 0 1 16,0 0 5-16,0 0-1 15,0 0-2-15,0 0 0 16,0 0-3-16,0 0 2 15,0 0-1-15,0 0-1 0,0 0 3 16,0 0-2 0,0 0-1-16,0 0-2 15,0 0-2-15,0 0-13 16,0 0-2-16,10 0 17 16,5 0 3-16,20 0 0 15,8 0 4-15,8 0-2 16,9 0-2-16,-6 0 4 15,4 0-1-15,0 0-5 16,-4 0 0-16,-10 0 5 16,-9 0-5-16,-12 0-1 15,-8 0 1-15,-8 0-2 0,-7 0 3 16,0 0-1 0,0 0 7-16,0 0-1 15,0 0-5-15,0 0 5 16,-5 0-7-16,-8 2-24 15,-5 3-40-15,-1 0-13 16,2 1-31-16,-2-4-55 16,9-2-76-16,2 0-74 15</inkml:trace>
  <inkml:trace contextRef="#ctx0" brushRef="#br1" timeOffset="21892.83">9075 7237 253 0,'4'-6'173'15,"-2"4"-153"-15,-2 2-17 16,0 0 84-16,2 0-22 0,-2 0-37 16,0 0-12-16,0 0 16 15,0 0 9-15,0 0 4 16,0 0-11-16,0 0-11 15,0 6-18-15,0 10 9 16,-16 6 6-16,-5 4 9 16,-6 2-18-16,-2 0 1 15,0 0-9-15,-2 4 4 16,-1-4-2-16,3-6 5 16,7-4-3-16,13-9-2 15,5-6-1 1,4-1-3-16,0-2-1 15,0 2-2-15,0-2-8 16,0 0-1-16,0 0-2 16,0 0-21-16,0 0-70 15,0 0-42-15</inkml:trace>
  <inkml:trace contextRef="#ctx0" brushRef="#br1" timeOffset="22268.45">8820 7495 277 0,'0'0'160'16,"0"0"-157"-16,0 0 10 15,-4 7 28-15,4-3-16 16,0 0 12-16,2-3 14 15,12 1-19-15,5 0 38 16,4-2-16-16,6 2 23 16,6 1-32-16,3-2-10 0,5 2-3 15,-5 1-3 1,-3 1-14-16,-6 0-2 16,-6-1-8-16,-8-3 0 15,-8 2-5-15,-3-2-1 16,-4 2-3-16,0-3 3 15,0 2 1-15,0-2-21 16,0 0-60 0,-6 0-83-16,-1 0-47 0,2 0-135 15</inkml:trace>
  <inkml:trace contextRef="#ctx0" brushRef="#br1" timeOffset="22836.07">9061 7323 255 0,'0'0'155'0,"0"0"-115"16,0 0 16 0,0 0 139-16,-9-10-164 15,9 8-11-15,0 2 5 16,0 0-5-16,0 0 8 16,0 0 6-16,0 0 3 15,0 0-12-15,0 0-7 16,0 0-7-16,0 0-6 15,0 0-2-15,0 0-3 0,0 8 0 16,7 10 7-16,3 2 7 16,2 4-4-1,-1 0-1-15,3 0-4 16,-3 2 0-16,-1-2 2 16,0-1-4-16,-1 0-1 15,-3-1-1-15,1-5-1 16,-2-3 3-16,-3-9-3 15,-2 0 1-15,0-3 0 16,2 0-1-16,-2-1 0 0,0 2-2 16,2-2 4-16,-2 2-2 15,0-1 0-15,0-2-1 16,0 2 1 0,0-2 1-16,0 0-5 0,0 2-55 15,0-2-121-15,0 0-118 31</inkml:trace>
  <inkml:trace contextRef="#ctx0" brushRef="#br1" timeOffset="23788.06">9663 7281 132 0,'-10'0'195'16,"10"0"-182"-16,0 0-5 15,0 0 123 1,0 0-45 0,0 0-40-16,0 0-28 0,3-2-6 15,6 0 20-15,4 0 22 16,18-4-16-1,10 2-6-15,5-3 10 0,10 0-4 16,-4 3-9-16,0-3-4 16,2 2-6-16,0-1 5 15,-6 2-9-15,0-3 4 16,-11 4 0-16,-8 1-10 16,-10 0-4-16,-13 0-1 15,-4 2-4-15,-2 0 1 16,0 0-1-16,0 0-1 15,0 0 1-15,0 0-7 16,0 0-19-16,0 0-33 16,0 0-33-16,-6 0-33 15,-8 0-28-15,7 0-37 16,-1 0 24-16</inkml:trace>
  <inkml:trace contextRef="#ctx0" brushRef="#br1" timeOffset="24347.69">9992 7251 122 0,'0'0'259'15,"0"0"-230"-15,14-2-26 16,-14 2 100-16,0 0-35 16,0 0-20-1,0 0-8-15,0 0 18 0,0 0-46 16,0 4 1 0,-9 14 6-16,-24 12-1 15,-6 6 3-15,-3 2 6 16,-3 0-11-16,10-10 0 15,6-4-4-15,3-4-2 16,8-6-2-16,7-6-7 16,1-2 5-16,8-4-6 15,2-2 0-15,0 2-3 16,0-2-5-16,0 0 2 16,0 0-12-16,0 0-46 15,0 0-49-15,0 0-32 16,0 0-13-1,6 0-13-15</inkml:trace>
  <inkml:trace contextRef="#ctx0" brushRef="#br1" timeOffset="24803.77">9954 7275 217 0,'0'0'164'16,"0"0"-128"-16,0 0-29 0,2-4 81 15,-2 4-7-15,3 0-30 16,-1 0-18-1,3 0-8-15,2 6 68 0,1 6-56 16,3 4-17-16,3 4 3 16,6 8-3-1,2 4-1-15,-2 0 1 16,1 3-6-16,-11-13-7 0,3-1 1 16,-3-5-8-16,-4-3 3 15,-1-5-2-15,-3-5 1 16,0 0-2-16,-2-2 4 15,0-1-4-15,0 0 1 16,0 0 1-16,0 0 0 16,0 0-4-16,0 0-41 15,0 0-80-15,0 0-83 16,0 0-34-16,-4 0-124 16</inkml:trace>
  <inkml:trace contextRef="#ctx0" brushRef="#br1" timeOffset="25203.12">9587 7592 330 0,'0'0'137'0,"0"0"-108"0,0 0-15 16,9 0 73 0,15 0 5-16,9 0-45 15,8 0 0-15,3 0 7 16,16 0-21-16,3-2 4 15,-3 2-12-15,-2-2-9 16,-20 2 3-16,-7 0-9 16,-11 0-4-16,-9 0-5 15,-7 0-1-15,-4 0 2 0,0 0-2 16,0 0 0-16,0 0-1 16,0 0-42-1,0 0-59-15,0 0-274 0</inkml:trace>
  <inkml:trace contextRef="#ctx0" brushRef="#br1" timeOffset="28039.26">10554 7231 235 0,'0'0'147'16,"0"0"-97"-16,0 0 59 15,0 0-27 1,0 0-20 0,0 0-7-16,0-2 1 0,0 0 6 15,0 2-13-15,0-2-19 16,17-1-1-16,8 2 6 15,4-2 1-15,4 0-12 16,5 3-2-16,3-2-10 0,5 2 4 16,-1 0-5-1,-1 0 0-15,-4 0 0 0,-6 0-8 16,-10 0-3-16,-8 0-2 16,-7 0 2-1,-5 0 0-15,-4 0-2 16,0 4 2-16,0-4 0 0,0 0 0 15,0 0-10-15,0 0-4 16,0 0-16-16,0 1-34 16,-4 2-57-16,-11-3-15 15,5 0-55 1,0 0-68 0</inkml:trace>
  <inkml:trace contextRef="#ctx0" brushRef="#br1" timeOffset="28638.55">10866 7249 92 0,'0'0'187'0,"0"0"-174"16,6 0 88-16,-6 0 20 0,0 0-31 31,0 0-25-31,0 0-39 16,0 0-8-16,0 0 3 16,0 0-10-16,-4 0-3 15,-5 2 2-15,-4 5-8 16,-3 4 4-16,-2-5 3 0,-2 4 5 15,-4 4 0-15,-1 2 7 16,-4 6 12-16,0 2 21 16,0 0-37-16,5-2 0 15,6-2-5-15,4-6-3 16,8-3-8 0,4-6-1-16,2-3 0 15,0-2-4-15,0 0 0 16,0 0-5-16,0 0 7 0,0 0-19 15,0 0-32-15,0 0-39 16,0 0-26-16,0 0-10 16,0 0-90-1</inkml:trace>
  <inkml:trace contextRef="#ctx0" brushRef="#br1" timeOffset="29437.99">10799 7335 340 0,'0'0'158'16,"0"0"-145"-16,0 0 18 15,0 0 76-15,0-2-50 16,0 2-38-16,0-2-3 0,0 2 25 16,0 0-2-16,0 0-10 15,0 0-9-15,0 0-6 16,5 0-10-16,5 0 3 15,4 8 1-15,1 4-5 16,4-2 9-16,-2 6 17 16,3 0-10-16,1 2 0 15,-4 4-13-15,1 6 5 16,-5-4-4 0,3-2-2-16,-7-5-4 0,-1-8-1 15,-3 1 2-15,0-1 0 16,-5-4-1-16,0-1-1 15,2 0 0-15,0-4 1 16,-2 3-1-16,0-3 1 16,0 0 0-1,0 0-1-15,0 0-9 0,0 0-51 16,0 0-77-16,0 0-39 16,-9 0-196-1</inkml:trace>
  <inkml:trace contextRef="#ctx0" brushRef="#br1" timeOffset="29861.74">10617 7550 351 0,'0'0'117'16,"0"0"-114"-16,0 0 24 0,0 0 51 16,15 0-42-1,3 0 9-15,4 0 39 16,2 0-49-16,5 0 22 15,2 0-20-15,12 0 3 16,1 0-9 0,-2 0-1-16,-3 0-10 15,-14 0-5-15,-8 0-7 16,-3 0-5-16,-5 0-3 16,-5 0 0-16,0 0 0 0,-2 0 0 15,-2 0-14-15,2 0-15 16,1 0-3-1,1 0-36-15,-4 0-237 0,3 0 51 16</inkml:trace>
  <inkml:trace contextRef="#ctx0" brushRef="#br1" timeOffset="31167.91">11532 7271 169 0,'-5'0'72'0,"5"0"-44"16,0 0 24-16,0 0-12 15,0 0 3 1,0 0 10-16,0 0 6 16,0 0-4-16,0 0-3 15,0 0-12-15,0 0 7 16,0 0 2-16,0 0-10 15,0 0 3-15,0 0-8 16,0 0-9-16,0 0-2 0,0 0 6 16,0 0-1-1,0 0-5-15,5 0 10 16,4 0-11-16,4 0 0 16,5 0 2-16,14 0-4 15,3 0-10-15,3-2-5 16,7 0 0-16,-8 2 3 15,1-2-5-15,2 2-1 16,-7 0 2-16,-2-2-3 0,-6 2 0 16,-7 0-1-1,-5 0 3-15,-6 0-2 0,-4-2-1 16,-3-1 0-16,0 3 1 16,0-1-1-16,0 1-5 15,0 0-7-15,0-2-3 16,4 0-9-1,3 2-8-15,-1-2-11 0,1 2 8 16,0-2 2 0,-5 2-4-16,-2 0-24 15,0 0-8-15,0 0-29 16,0 0-62-16,0 0-133 16</inkml:trace>
  <inkml:trace contextRef="#ctx0" brushRef="#br1" timeOffset="31760.22">11748 7297 321 0,'0'0'128'15,"0"0"-103"-15,5 0 19 16,-5 0 48 0,0 0-29-16,0 0-35 0,0 0-13 15,0 0-2-15,0 0-1 16,0 10 4-16,-12 6 8 15,-7 2 11-15,-10 8-4 16,-5 0 21-16,-4 4 1 16,-4 2-17-1,0-2-24-15,5-4-2 0,2-2-1 16,6-3-5-16,9-7 1 16,6-6-4-1,8-3-1-15,2-2-1 0,4-3-4 16,0 0-11-1,0 0-34-15,0 0-34 16,0 0-47-16,0 0-54 16,0 0-35-16,0 0-89 15</inkml:trace>
  <inkml:trace contextRef="#ctx0" brushRef="#br1" timeOffset="32183.97">11392 7586 265 0,'0'0'86'0,"0"0"-69"0,0 0 42 16,0 0 28-1,15 0-36-15,3 0 33 16,9 0-51-16,8 0-3 15,3 0 25-15,18 0-17 16,2 0-11 0,0 0 14-16,-2 0-16 15,-14 0 2-15,-7 0 7 16,-8 0-14-16,-4 0-11 16,-8 0-5-16,-5 0-1 0,-4 0 0 15,-2 0-3-15,-4 0 1 16,2 0 0-1,-2 0-1-15,5 0 0 0,-1 0-5 16,3 0-8-16,0 0-7 16,4 0-7-1,-3 0-5-15,-3 0-39 16,0 0-32-16,-5 0-41 0,0-3-61 16,0-1-175-16</inkml:trace>
  <inkml:trace contextRef="#ctx0" brushRef="#br1" timeOffset="32983.4">11788 7353 179 0,'0'0'217'15,"0"0"-147"-15,0 0-38 16,-2-6 44-16,2 6-16 16,0 0-21-16,0 0 5 15,0 0 22-15,7 0-17 0,1 0-1 16,6 10-9 0,1 4 41-16,6 0-56 15,1 4 3-15,-2 2-10 0,4 4-4 16,-1 0-1-1,-6-2-6-15,2 0 3 16,-11-8-5-16,1 0-1 16,-2-4 0-16,-2 1-2 15,-1-5-1-15,2-1 3 0,1 2-2 16,-2-3-1-16,-3-2 0 16,0-2 0-1,1 0 0-15,-3 2 1 16,0-2 0-16,0 0 0 15,0 0 2-15,0 0-2 16,0 0-1 0,0 0-2-16,2 0-5 0,-2 0-4 15,0 0-1-15,0 0 3 16,2 0 0-16,0 0 2 16,-2 0 5-16,0 0-1 15,0 0 3-15,0 0 0 16,0 0 0-1,0 0 1-15,0 0-1 0,0 0 0 16,0 0 0-16,0 0 2 16,0 0-2-1,0 0 0-15,0 0 2 0,0 0 1 16,0 0 1-16,0 0 2 16,-13 0 1-16,-9 3-4 15,-10 0-3-15,-8-2-3 16,-7-1-46-16,27 0-98 15,0 0-166-15</inkml:trace>
  <inkml:trace contextRef="#ctx0" brushRef="#br2" timeOffset="63899.21">12595 5903 142 0,'-2'-4'59'0,"2"4"-33"16,0 0 112-16,0-2-93 15,0 2-19-15,0-2 22 16,0-2 15-16,0 2-20 16,0-2 1-16,0 2 13 15,-3-2-17-15,3 2-15 16,0 0-11-1,0 2 20-15,0 0-26 16,0-2-6-16,0 2-2 16,0 0-4-16,0 0-10 15,0 0-71 1</inkml:trace>
  <inkml:trace contextRef="#ctx0" brushRef="#br2" timeOffset="64826.63">12653 5881 198 0,'2'-6'18'0,"2"4"-13"16,1-2 49-1,-1 0 16-15,3 0-31 0,-4 2-8 16,-1 0 26-16,-2 2-4 16,2-2-13-1,0 2-8-15,-2 0 34 16,0 0-30-16,0 0-5 15,0 0-4-15,0 0-6 16,0 0-3-16,0 0 6 16,0 0 24-16,0 0-28 15,0 0 3-15,0 0-10 16,0 0-1-16,0 0-5 16,0 0 0-16,0 0-5 15,2 0-1 1,0 2 1-1,3 20 16-15,-3 8 39 16,0 6-37-16,2 11-8 16,-2-5-2-16,2 2 3 15,0 2-8-15,-2-2 2 16,-2-4 3-16,0-2-2 16,0-6 1-16,0-1 0 15,0-8-6-15,0-6 2 16,0-7 3-16,0-6-1 15,0-3-1-15,0-1-6 16,0 0 4 0,0 0 1-16,0 0 1 15,0 0-2-15,0 0-1 0,0 0-1 16,0 0-2 0,0 0-13-16,-4 0-121 15,-2 0-124-15,2 0-137 16</inkml:trace>
  <inkml:trace contextRef="#ctx0" brushRef="#br2" timeOffset="65266.44">12370 6334 392 0,'-14'0'122'0,"14"0"-103"16,0 0 33-1,0 0 70-15,0 0-59 0,0 0-50 16,0 0-1 0,0 0 67-16,0 0-30 15,7 0-11-15,11 0-13 16,11 0 8-16,11 4 13 15,7 0-7-15,4 0 10 16,2 0-38-16,1 0-5 16,0 1-2-1,-6-1-4-15,-7-3 1 0,-10 2 1 16,-16-3-3-16,-6 0 3 16,-5 0-2-1,-4 0 0-15,0 1-5 16,0 1 4-16,0 2-8 15,0 0-14-15,-15 4-41 16,-7 2-54 0,9-6-46-16,-1-1-485 15</inkml:trace>
  <inkml:trace contextRef="#ctx0" brushRef="#br2" timeOffset="65641.84">12377 6513 585 0,'0'0'71'16,"-14"0"-69"-16,14 0 90 15,0 0 23-15,0 0-107 16,7 0-1-16,8 0 15 15,10 0 18-15,8 0 6 16,21 0-3-16,8 0 22 16,1 0-43-16,3-4-2 15,-22 2-6-15,-3 0-9 16,-12 0 0 0,-9 0-5-16,-6 2 0 0,-10 0-3 15,-4 0 2-15,0 0-9 31,0 0-9-31,0 0-13 16,0 0-17-16,0 0-49 0,0 0-45 16,0 0-92-1,0 0-72-15</inkml:trace>
  <inkml:trace contextRef="#ctx0" brushRef="#br2" timeOffset="65953.78">12715 6519 308 0,'0'0'226'0,"0"0"-172"15,-2 2-14-15,2 0 54 16,0 6-46 0,0 6-4-16,0 12 7 15,0 8 6-15,0 8 3 16,0 4-11-16,0 4-27 15,0-5-3-15,0-5 4 16,0-10-16-16,0-10-1 16,0-6 0-16,0-8-3 15,0-4 1-15,0 0-3 16,0-2 3-16,0 0-3 16,0 0-1-1,0 0-51 1,0-2-474-16</inkml:trace>
  <inkml:trace contextRef="#ctx0" brushRef="#br2" timeOffset="66950.78">12798 6270 216 0,'-3'0'143'0,"3"0"-105"16,0 0 21-16,0 0 61 16,0 0-34-1,0-4-29-15,5-12 78 16,10-6-99-1,6-6 22-15,5 0-22 0,8-4-12 16,8-8-8 0,7-3 7-16,9 0-8 15,5-4 4-15,8-1-8 16,26-8-5-16,3 0 16 16,-1 8-11-16,-10 6-6 15,-34 20 6-15,-12 4-8 16,-14 8 2-1,-11 2-5-15,-8 6-7 16,-2 2 1-16,-6 0-6 16,-2 0 1-16,2 0-3 15,-2 0-2-15,2 0-10 16,3 0-51-16,-3 0-25 16,0 0-27-16,0 0-29 15,-2 0-67-15,0 0-136 16</inkml:trace>
  <inkml:trace contextRef="#ctx0" brushRef="#br2" timeOffset="67708.83">14192 5245 362 0,'3'-14'112'16,"-3"12"71"-16,0 0-53 15,0 2-52-15,-11 0-43 16,-20 0-32-16,-12 22 7 16,-4 7 12-16,9 0 7 15,-2 8 1-15,4 5-4 16,1 18-10 0,6 2 5-16,11 3-17 15,9-7-2-15,9-21 0 16,0-5-2-16,13-10 0 15,10-7-3-15,3-9 3 16,8-6 6-16,6 0 7 16,13 0-3-16,-1-8-7 15,-6-12 1-15,-10-2 0 16,-18 6-3-16,-12 2 0 16,-3 5 5-1,-3 4-2-15,0 1 9 16,0 4 12-1,0 0-16-15,-7 1-9 0,-4 24-7 16,-3 1 7 0,8-1 0-16,4-2-2 15,2-7-3-15,0-6 2 16,0-6-1-16,11-4-1 16,9 0 5-16,2 0 6 15,3-8 4-15,-5-10-3 16,-2-6-4-1,-12-4 5-15,-6-1 1 0,0 3-5 16,0 4-2-16,-10 12 3 16,-9 4-2-1,-1 6-3-15,-2 0-4 16,0 0-34-16,4 0-29 0,5 2-60 16,13 5-61-1,0-2-77-15,0-5 0 16,6 0 27-16</inkml:trace>
  <inkml:trace contextRef="#ctx0" brushRef="#br2" timeOffset="68121.75">14315 5578 145 0,'17'-10'209'16,"-11"6"-125"-16,-2 2-14 16,-2 0 56-1,2 2-50-15,1 0-22 16,-3 0-3-16,2 0 1 0,0 0-16 15,4 0-18-15,3 14-5 16,-1 11-7-16,7 4-1 16,0 3 4-1,1 7 0-15,0-3 9 16,-5-8-14-16,-2-4-1 16,-1-16-2-16,-6-2 2 15,0-4 4-15,-2-2-1 16,1 0 59-16,3 0-1 15,2-12-3-15,4-20-32 16,4-6-6 0,-3-1-3-16,0-2-13 15,-5 13 0-15,-4 3-4 0,-2 5 1 16,-2 8 0 0,0 4-3-16,0 4-3 15,0 4-9-15,0 0-35 16,0 0-26-16,0 0-37 15,2 0-68-15,3 0-306 16,-5 0 330-16</inkml:trace>
  <inkml:trace contextRef="#ctx0" brushRef="#br2" timeOffset="68588.08">14681 5520 199 0,'0'0'256'0,"0"-4"-168"16,2 2-12-16,-2 2 57 16,0 0-45-16,0 0-46 15,0 0-13-15,0 0 3 16,0 0-14-1,0 18-14-15,0 12 11 16,0 4 1-16,0 6-7 16,0-8 5-16,0 0 2 15,2-3 0-15,-2-5-4 16,2-6-5-16,0-6 11 16,0-4-2-16,3-4-4 15,-3-4 1-15,0 2 6 16,2-2 0-16,6 0-3 15,3 0-6-15,12 0-1 16,19 0 3-16,7 0 0 16,5 0-6-16,-2 0-3 15,-25 0 1-15,-12 0 4 16,-15 0-3 0,-2 0-1-16,0 0-4 15,-31 0-6-15,4 0-79 16,-15 0-355-1</inkml:trace>
  <inkml:trace contextRef="#ctx0" brushRef="#br2" timeOffset="71263.89">6245 5959 38 0,'-2'-4'59'0,"0"4"-18"15,0-2-22-15,2 1-3 16,0-2-8-16,0 1-5 16,0 0 4-16,0 2 8 15,0 0-2-15,0 0-7 16,0-2 5-16,0 0 5 15,0 0 4-15,0 0-8 16,0-1-1-16,0 0 29 16,0 3-34-16,0 0-6 15,0-2 0-15,0 2 4 16,-4 0-1 0,4-2 7-16,-2 2 3 0,0-2-12 15,2 0-1 1,-2 2 0-16,-2-2 2 15,1-2 6-15,3 4-1 16,0-1 2-16,0-2 11 0,0 3 13 31,0-2-5-31,0 2 1 16,0 0-21-16,0 0 5 16,0-2 14-16,0 0 4 15,0 0 8-15,0 2 7 16,0 0 10-16,0 0-16 15,0-2 1-15,0 2-7 16,0-2-2-16,0 2-6 16,0 0-7-16,0 0-5 15,0 0-1-15,0 0 0 16,0 0-9 0,0 0 8-16,0 0-9 15,0 10-2-15,0 10 9 0,0 6 1 16,-2 6 0-1,0 4-3-15,2 0 10 16,-2-1-12 0,2-3-4-16,0 0 1 15,0-4 0-15,0-8 2 16,0-6-1-16,0-8 2 16,0-2 0-16,0-4-4 15,0 0-1 1,0 0 3-16,0 0-1 0,0 0-2 15,0 0-1-15,-6 0-20 16,-6 0-66-16,3 0-117 16,-2 0-522-16</inkml:trace>
  <inkml:trace contextRef="#ctx0" brushRef="#br2" timeOffset="71663.64">5919 6230 265 0,'-8'0'245'0,"8"0"-220"0,0 0-4 16,0 0 99-16,0 0-43 15,0 0-51-15,0 0-23 16,2 0 4-16,11 0 19 15,7 0 21-15,7 0-4 16,15 0-13 0,7 0 33-16,9 0-41 15,0 0-14-15,-11 0 1 0,-4 0 2 16,-12 0-9 0,-7 0-2-16,-8 0-2 15,-6 0 2-15,-5 0-3 16,-3-4-1-16,3 4 3 15,0-2 1-15,-1 0 3 16,0 2-3-16,-2 0-2 16,0 0-5-16,-2 0-49 15,0 0-227-15,-4 0 55 16,-11 0-81-16</inkml:trace>
  <inkml:trace contextRef="#ctx0" brushRef="#br2" timeOffset="72095.6">5982 6338 301 0,'0'0'220'16,"-18"7"-183"-16,18-7-10 15,0 0 88-15,0 0 7 16,0 0-110-16,0 0 4 16,0 0 7-1,0 0 0-15,0 0-3 0,0 0-2 16,20 0 6-16,2 0 17 16,10 0-6-1,19 0-16-15,5 0 14 16,-3 0-19-16,0 0-1 15,-24 0-8-15,-6-4-4 16,-6-1-1-16,-5 3-1 16,-5 2 0-16,-5-2 0 15,-2 0-2-15,0 0-3 16,0 2-3-16,0 0-16 16,0 0-56-1,0 0-54-15,0 0-32 16,0 0-7-1,-7 0-173-15</inkml:trace>
  <inkml:trace contextRef="#ctx0" brushRef="#br2" timeOffset="72519.34">6116 6386 92 0,'0'0'382'16,"-5"3"-310"0,5-1-54-16,-3-1 123 0,3 2-106 15,0-2-20-15,0 10 2 16,0 7 16-1,0 10 27-15,0 9-13 16,0 6 5-16,0 5-22 0,8 0-21 31,-2 12-4-31,-1-4-1 16,-3-1-2-16,-2-9-2 16,0-22 1-16,0-6 4 15,0-10-3 1,0-8 1-16,2 0-1 0,0 0 1 15,7 0-3-15,-2-6 0 16,-5-19-82-16,-2 10-145 16,0-1-173-16</inkml:trace>
  <inkml:trace contextRef="#ctx0" brushRef="#br2" timeOffset="74462.6">6006 6561 89 0,'5'0'157'0,"-5"0"-100"16,0 0 20-16,0 0-6 16,0 0-20-1,0 0-9-15,0 0 3 16,0 0 6-16,0 0-8 16,0 0-9-16,0 0-1 15,0 0-3-15,0 0 18 16,0 0-27-1,-7 0 2-15,-15 0-9 0,-5 0-14 16,-9 0 1 0,-12 0 2-16,-10 0-1 15,-16 0 37-15,-16-12 1 0,-43-10 9 16,-12-10-8 0,-9-6-11-16,-4-6-13 15,31 1-5-15,11 0-2 0,10-8 1 16,-6-17-8-1,16 2 19-15,14-2-8 16,10 8-3-16,31 21-2 16,9 11 5-1,10 6-5-15,5 6-6 0,5 6 1 16,1 4-4-16,5 0 0 16,0 4-1-16,4 2 1 15,2 0-2-15,-4 0-2 16,2 0 0-16,-3 0-3 15,1 0 1-15,2 0 1 16,0 0 3 0,2-2 2-16,-3 0-2 15,1 0 2-15,-3 0-1 16,1-2-3-16,-5 0 2 16,0 0 1-16,2 0 0 0,-4 0 0 15,3-2 1-15,-1 0 0 16,-1-2 0-1,4-2-3-15,-3 0-7 0,0 2-4 16,0 2 6-16,3 2 8 16,1 2 0-1,1 0 0-15,2 2-1 16,2 0 0-16,0 0 0 16,0 0-2-16,0 0-1 15,0 0-2-15,0 0 3 0,0 0 1 16,0 0-2-16,0 0 2 15,0 0-3-15,0 10 4 16,0 6-3-16,0 0-5 16,0 2 6-16,0-2 2 15,0-2-6-15,2-2 5 16,0 0-3 0,2-4 3-16,3 0 1 15,-3-2-2-15,-4-3-5 0,4-2-2 31,-4-1 7-31,0 0-1 0,0 0 4 16,0 0 0-16,0 0 5 16,0 0 8-16,0-6 8 15,-15-12-13-15,-3-2-5 16,-1-4 3-16,-4-2-1 16,1-2-2-16,-1 0 0 15,4 0 6-15,3 4 10 16,5 6-7-16,6 6 8 15,5 8-7-15,0 2 0 16,0 0-4 0,0 2-7-16,0-2-2 0,0 2-2 15,0 0-1-15,20 0 2 16,11 0 0 0,8 0-1-16,5 4-1 0,1 14 2 15,3-2 1-15,4 4-2 16,10-2 2-1,-6-2 2-15,-10-2-8 16,-12-6 1-16,-20-4-3 16,-12-4 0-16,0 2 4 15,-2-2 4-15,0 0 0 16,0 0-3 0,-16 0-48-16,-22 0-59 15,18-4-156-15,-2 2-172 16</inkml:trace>
  <inkml:trace contextRef="#ctx0" brushRef="#br2" timeOffset="76010.35">3222 5202 332 0,'0'-4'92'16,"0"-1"-78"-16,0 3 47 15,0 0 43-15,0 2-75 31,-8 0-12-31,0-2 30 0,1-1-26 16,-2 0 9-16,2 3 6 16,1-2-7-1,-1 2-18-15,1 0-8 0,1 0-1 16,0 0-2-16,3 0-1 16,0 0 1-16,2 0-1 15,0 0 1-15,0 0 0 16,0 0 0-16,0 0 0 15,0 0-1-15,0 0 1 16,0 0 0 0,0 0 8-16,0 0-1 15,0 0 0-15,0 0 11 0,0 0 8 16,0 0 0 0,0 0 4-16,0 0 1 15,0 0 15-15,0 0-31 16,0 0 0-16,0 0-2 15,0 0-6-15,-5 0-4 16,1 0-3-16,-2 0 0 16,-6 0 0-16,-5 0-2 15,-6 0-2-15,-2 8 4 16,-2 7-1-16,6-1-1 16,-2 4 2-1,3 4-1-15,1 4-1 16,2 2 2-16,7 8-2 15,1 0 1-15,6 4-1 16,3 0 1-16,0-4-2 16,0-2 0-16,12-6 0 0,7-4 3 15,1-4 0-15,7-4-5 16,15-8 5 0,8-8 0-16,3 0 0 15,5 0 0-15,-16-4 4 16,-6-10-4-16,-7 0 1 15,-11 0-1-15,-7-2-2 16,-5 0-20-16,-1-2 4 16,-5-6-16-1,0 4 7-15,0 0-17 0,0 4-29 16,0 4 28-16,0 4 36 16,0-2 0-1,0 4 6-15,0 4 4 16,0 0 5-16,0 2 12 15,0 0 15-15,0 0 9 16,0 0-23-16,0 6-10 16,0 16-8-16,-7 6 2 15,1 2 2-15,2 0-3 16,4-4-1-16,0-2-1 16,0-3 0-16,0-7 1 0,0-4-2 15,10-5 0-15,4-2 0 16,8-3 1-1,5 0 12-15,2 0-3 16,2-17 1-16,-9-1-3 16,-6 0 1-16,-7-4 3 15,-7-2 17-15,-2-2 13 0,0 2 6 16,-11-2 2 0,-13 6-3-1,-3 4-22-15,-2 6-11 0,2 8-13 16,-2 2-3-16,-2 0-6 15,2 0-16-15,0 14-44 16,20-4-81-16,3-2-466 16</inkml:trace>
  <inkml:trace contextRef="#ctx0" brushRef="#br2" timeOffset="76604.17">3565 5392 210 0,'0'-2'259'0,"0"2"-192"15,0-2-33-15,2-2 76 16,-2 4-33 0,0-2-11-16,0 2-28 15,0 0 3-15,0 0-9 16,0 0-13-16,0 0-18 15,2 2-1-15,0 16-7 16,5 6 7-16,4 6 4 16,2 8-1-1,2-2-2-15,1-7-1 0,-5-6 0 16,-1-14 2-16,-6-4 0 16,3-1-1-1,-3-2-1-15,0-2 9 16,-2 0-5-16,1 0 6 15,2 0 32-15,1-10 13 16,1-12-7-16,-3-2-24 0,0-2 2 16,-1 2 1-1,-1 2-8-15,1 4-6 16,-3 4-2-16,0 4-11 16,0 6 0-16,0 2-2 15,0 2-3-15,0 0-14 16,0 0-42-1,0 0-46-15,0 0-331 0,0 0 89 16</inkml:trace>
  <inkml:trace contextRef="#ctx0" brushRef="#br2" timeOffset="76901.7">3812 5350 425 0,'0'0'65'16,"0"0"-17"-16,2-21 81 15,-2 20-39-15,0 1-24 16,0 0-27-16,0 0-15 16,0 14-27-16,0 12 3 15,-4 4 9-15,-4 6 2 16,4-2 0-16,0-2-2 16,4-6-5-16,0-4 1 15,0-4 1-15,0-3 6 16,0-8 0-1,18-3-1-15,-1-4-3 0,8 0 6 16,-3 0 5-16,1 0-8 16,-4-1-8-1,-14-6-3-15,-5 5-451 0</inkml:trace>
  <inkml:trace contextRef="#ctx0" brushRef="#br3" timeOffset="98555.98">23287 6992 284 0,'0'-10'139'0,"0"4"-96"15,0 2-18-15,0 2 95 16,0 0-76-16,0-4-18 16,0 4-8-16,0-2 12 15,0 0-12-15,0 0-5 16,0 0 7 0,0 2 5-16,0-2 3 0,0 0-12 15,0-2-13-15,0 0 7 16,2-2-8-1,0 2 11-15,1 0 0 16,-3 0 0-16,0 4 8 16,0 0-11-16,0 2 2 15,0-2 5-15,0 2 9 16,0-2-11 0,0 2-9-16,0 0-1 15,0 0-5-15,0 0-1 16,0 0-1-16,0 16-6 15,2 6 8-15,3 4 6 16,-1 14 6 0,3 4 12-16,-3 8-11 15,0 6-2-15,-1-4-4 16,-1 7 0-16,0 5 5 0,-2 8-1 16,3 4-2-16,-3-1-5 15,0-5 4-15,0-6-1 16,0-6-5-16,0-6 11 15,0-4-11-15,0-12 3 16,0-3 7-16,0-8-3 16,4-4-3-1,-1-3 9-15,1-6 3 16,-2-4-9-16,0-2 1 0,2-6 0 16,-4-2-3-1,0 0-1-15,0 0-3 16,0 0 8-16,0 0-7 0,0 0-3 15,0 0 4 1,0 0-2-16,0 0-3 16,0 0 0-16,0 0 0 15,0-14-16 1,0-6-28-16,0-9-39 16,-8 18-297-16,-1-3-70 15</inkml:trace>
  <inkml:trace contextRef="#ctx0" brushRef="#br3" timeOffset="99906.56">23634 6872 103 0,'4'-7'87'16,"-4"6"-53"-16,0 1 16 16,2 0 21-1,-2-2-16-15,0 2 57 16,0-2-61-16,0 2 2 15,0 0 1-15,0 0-2 16,0 0-2-16,0 0-2 16,0-2 34-16,2 2-51 15,-2 0-6-15,0 0-1 16,0 0-5 0,2 0-5-16,-2 0-4 15,0 0 1-15,2 6-9 16,3 10 6-1,3 16 27-15,4 6 4 16,-1 4-19-16,-1 8-7 0,0-4 0 16,-1 6-1-1,-3 8 0-15,1 7 4 16,0 3 13-16,-5 6-20 0,3-1-4 16,-1 11 3-1,-2-4 1-15,-2-2-3 16,0-8 1-16,0-16 0 15,0-7 0-15,0 1 1 16,0-2-4 0,0-8 13-16,0-10-16 0,0-12 10 15,0-14 0-15,0 0-7 16,0-4 0 0,0 0-2-16,0 0 6 15,0 0-6-15,0 0 3 0,0 0-2 16,0 0 2-1,0 0-5-15,0-8-9 16,0-4-24-16,-2-6-13 16,-5 0-14-16,0 8-48 15,-4-2-570 1</inkml:trace>
  <inkml:trace contextRef="#ctx0" brushRef="#br3" timeOffset="101017.86">23744 7985 237 0,'-2'0'123'0,"0"0"-97"16,2 0 21-1,0 0 57-15,0 0-43 16,0 0-16-16,0 0 9 16,0 0 1-1,0 0-3-15,0 0 26 16,0 0-53-16,0 0 6 16,0 0 4-16,0 0-1 15,0 0-8-15,0 0-5 16,0 0-4-16,0 0 6 15,6 0-9-15,5 0-7 16,9 0 3-16,3 0-4 16,6 0-1-16,6 0 1 15,3 0-3-15,4-2-2 16,7-2 1-16,5 2 0 16,0 0-1-16,1-2 0 15,-1 0-2-15,14-2 1 16,7-2 0-1,4-2 1-15,4-1 2 16,-19 4-2-16,-8 0 0 16,-4-1 3-16,-12 2 0 15,-9 2 1-15,-9 0 8 16,-9 3 1-16,-6-2-2 16,-1 1-5-1,-6 0-1 1,0 0 0-16,0 2-2 0,0 0-2 15,0 0 1-15,0-1-3 16,-4 1-27 0,-18-3-30-16,-7 2-248 15,13-3 0-15</inkml:trace>
  <inkml:trace contextRef="#ctx0" brushRef="#br3" timeOffset="102089.12">23769 6876 154 0,'0'-4'283'0,"0"2"-223"16,0-3-53-1,6 4 155-15,15-5-108 16,2 0-21-16,2 1 7 16,4 1 22-16,7 1-3 15,7 1-14-15,5 0-12 16,10 0 30-16,4 0-30 16,17-1-15-16,-6-1-7 15,-4 3 1-15,-2-1-5 16,-20 0 4-1,-10 0-6-15,-5-1 1 16,-10 2 2 0,-11 1 3-16,-4-3-6 15,-2 3-5-15,-5 0 3 16,0 0-1-16,0 0 0 16,0 0-2-16,0 0-62 15,0 0-50-15,0 0-105 16,0 0-80-16,0 0-204 15</inkml:trace>
  <inkml:trace contextRef="#ctx0" brushRef="#br3" timeOffset="105870.2">24372 3256 174 0,'-2'-20'167'15,"2"10"-145"-15,0 4-9 0,0 0 15 16,0 0 39-16,0 0-32 16,0 0-32-16,0 0 0 15,0 0 9-15,0 2 10 16,0-2 17-16,0 0-5 15,0 0-5-15,-2-4-18 16,-1 2 2-16,1 4 92 16,0-2-102-16,2 4 2 15,0 2 15-15,-2-2-11 16,2 2-1-16,0 0 2 16,0-2 5-16,0 2 17 15,0 0-20-15,0 0-5 16,0 0-7-16,0 0 0 15,0 0-7-15,0 12 1 16,6 4 6-16,6 8 2 31,-3 4 2-31,4 4-1 16,-1 4 1-16,-2 2 3 0,-3 7-1 16,1 23 1-1,0 8-5-15,1 4 5 16,-5 3-3-16,-2-14 9 15,-2-4 1-15,0 15 2 16,0-2-1-16,0-2-3 16,0 3-4-16,0-19 6 15,0 0 1-15,0-2-2 16,0 10-3 0,0-4-3-16,4 1 3 15,2-1-4-15,-2-20 1 16,0 0 4-16,-4-6-3 15,7-2 0-15,-5 4-2 16,4 0-4-16,-3-3 0 16,-3 13 11-16,0-2 2 15,0-2-6-15,0 6 1 16,0-12-4-16,0-4 0 16,0 8 0-16,0-2-2 15,0 3 0-15,0 0-2 16,0-4 0-1,0-5-1-15,0 14 2 16,0 0-2 0,0 0 1-16,0 0 3 15,2-11-2-15,3-3 0 0,-1 6-1 16,1 3 2 0,1 0-3-16,-2-5 4 15,1-8-5-15,0-6 3 16,-1 0-3-16,3 6 3 15,-1-2 1 1,-4 0-4-16,3 7 3 0,-1-10-2 16,1 2 2-16,0-1 0 15,-3-6-3-15,0 0 2 16,0 0-2-16,0-2 2 16,0 2-2-1,1-2 1-15,-1-2 1 16,0 0 0-16,0-4-2 15,0 0 3-15,1-4-3 16,0 6 3-16,-1 2-1 16,2 2 0-16,-2 2-1 15,2-5-1-15,-1-5 1 16,-1-1 0 0,2 0 0-16,-2-4-1 15,0 2 3-15,2-1-3 16,-4-2 0-16,0 2 0 15,0-3 1-15,0 2-1 16,0-1 0-16,0-4 0 16,0 1 2-1,0 2-2-15,0-3 0 16,0-2 1-16,0 2-1 16,0 0 0-16,0 4 1 15,0 0-1-15,0 2 0 16,0 0 2-16,0 0-2 15,0 0 0-15,0 0 0 16,0 2 0-16,0 0 1 16,0 0-1-16,0-2 0 15,0-2 1-15,0-2 0 16,0 0 0 0,0-4-1-16,0 0 1 15,0 0 0-15,0 0 1 0,0 0 6 16,0 0 3-16,0 0 4 15,0 0-6-15,0 0-7 16,0 0 0-16,0 2-2 16,0 0 0-1,0 2-1-15,-4 0 2 16,0 2-2-16,0-2 1 16,2 0 0-16,-5 2 1 15,3 2-1 1,0 0-2-16,-4 0 1 0,8-2 0 15,0-2 1-15,-2-2-3 16,2-2 2 0,0 2 1-16,0-2-1 15,0 0 1-15,0 2 0 0,0 0 0 16,0 3 0 0,0-4 0-16,0 1 0 15,0 0 0-15,0-2 0 16,0 4 0-16,0-2 0 15,-2-2 0-15,2 2 1 16,0-2-1-16,0 0 1 16,0 2 0-16,0-2 0 15,0 0 0-15,0 0-1 16,0 0 0-16,0 0 0 16,0 3-1-1,0 0 0-15,0-1 0 0,0 0 1 16,-2 0 0-16,2 0 0 15,0 0 1 1,0 3-1 0,0-4 0-16,-3 2 0 15,3-2 0-15,-2-1 1 16,-2 0-1-16,-2 4 2 16,-6-2-1-16,-6 2 1 15,-2-1 5-15,-7 1-5 16,-23-1-1-16,-16 8-1 15,-20-2-16-15,37-7-61 16,9 1-162-16</inkml:trace>
  <inkml:trace contextRef="#ctx0" brushRef="#br3" timeOffset="108394.11">24839 7945 242 0,'2'0'125'0,"0"0"-116"16,-2 0-5-16,2 0 58 16,-2-2-3-16,0-2-26 15,0 4-5-15,0 0 9 16,0 0 5 0,0 0 46-16,0 0-56 15,0 0-9-15,0 0 3 16,0 0-4-16,0 0-2 15,0 0-9-15,0 0-4 16,0 0 4-16,0 0 0 16,0 0-2-16,0 0 0 15,0 0-2-15,0 0-5 16,0 0-2-16,2 0 0 0,0 18 2 16,3 8 9-1,-1 2 5-15,0 6 9 16,-2 2-15-16,1 4-3 15,0 4 1-15,-3 14-3 16,0 8 1-16,0 5 0 16,0 3-1-16,0-10-2 15,0 2 2-15,0-2 4 16,0 3 1-16,0-1-6 0,0 0-3 16,0 6 3-16,0 0 2 15,0 0 0-15,0-4 0 16,0-1 4-1,0-1 15-15,0-4-21 16,0-1 2-16,0-3-4 0,0 6 2 31,0 0 4-31,0-2-3 16,2-4-5-16,0-10 10 16,-2-6-7-16,2 1-1 15,-2-6 4-15,0 0-3 0,2 2 7 16,-2 2-9-16,0-1 0 15,2 4 2-15,-2-2-2 16,3 0 2-16,-1 6 7 16,0-3-6-16,2-5-2 15,1-2-1-15,-3 2 1 16,3 0 1 0,-1 2 0-16,3 0-1 0,-3-6 6 15,-2-2 1-15,0-2-7 16,-2-4 1-16,3 1 3 15,-1-3-6-15,-2 0 0 16,2-2 1-16,-2 2 0 16,3-2 1-16,-3 6-2 15,2-4 1-15,0 0 1 16,-2 0-2-16,0-8 2 16,3 4-1-1,-3-4-2-15,2-2 2 0,0-3-1 16,-2-6 2-16,0 1-2 15,0-4 0-15,0 1 1 16,0-1 0-16,0-3 0 16,0-1-1-1,0 3 0-15,0-3 0 16,0 0 0-16,0 0 0 16,0 1 0-16,0-1 0 15,0 0-2-15,0 0-2 16,0 0-5-16,0 0-5 15,0 0-2-15,0 3-2 16,0-2-10-16,0 2-16 16,-7-3-47-16,0 0-130 15,-4 0-234-15</inkml:trace>
  <inkml:trace contextRef="#ctx0" brushRef="#br3" timeOffset="109997.68">24903 10844 483 0,'0'-6'46'16,"0"0"-40"-16,0 2 83 15,0 2 13-15,0 0-47 16,0 2-14-16,0 0-2 15,-7 0-17-15,-2 0 8 16,-11 0-17-16,-4 16 2 16,-5 6 9-16,2 6 11 15,4-1 0-15,8 2-8 16,4 4-8 0,4 0 0-16,7 2-17 0,0-5-2 15,0-4 0-15,20-4-2 16,7-8 2-1,4-8 0-15,7-6 7 16,-2 0 0-16,1-4 26 0,-1-20-16 16,-3-2-6-1,-8-6 1-15,-5-2 1 16,-5-5 3-16,-7 6 13 16,-4-3-6-16,-4 7-3 15,0 5-5-15,-2 4-7 16,-25 4-9-16,-8 4-39 15,-15 4-35-15,-14 0-75 16,35 8-226-16</inkml:trace>
  <inkml:trace contextRef="#ctx0" brushRef="#br3" timeOffset="111560.81">24453 3184 272 0,'4'-16'77'15,"-4"8"-53"-15,0 2 28 16,2-2 28-16,0 2-20 0,0 0-14 15,1 0-1-15,-3 4-3 16,0 0-8-16,0 0 10 16,0 0 0-16,0 2-15 15,0-2-9-15,0 2 6 16,0 0-6-16,-3 0-4 16,-5 0-11-16,-7 0-5 15,-4 0 0 1,-7 12 18-1,-6 16-9-15,8 6 1 0,2 6-4 16,12-3-2-16,10-1-3 16,0 0-1-16,0-6-2 15,0-5 2-15,19-7-1 16,5-7-3-16,5-11 4 16,11 0-5-16,0 0 10 15,1-22 6-15,-6-12 18 16,-11-11 20-16,-12-5 10 15,-12-4 2-15,-7-10-8 16,-36 8-20-16,-5 8-9 16,-8 13-14-16,7 24-9 15,0 11-1-15,0 1-12 16,31 22-80 0,5 1-775-16</inkml:trace>
  <inkml:trace contextRef="#ctx0" brushRef="#br3" timeOffset="114694.12">23711 7465 389 0,'-2'0'65'15,"2"0"-62"-15,0 0 88 16,0 0-12-16,0 0-23 16,0 0-12-16,0 0 7 15,0 0 0-15,0 0-15 16,0 0 6-16,12 0 8 0,9 0-2 16,1 0-15-16,7 0-7 15,5 0-5-15,3 0-5 16,8 0-6-1,6 0 6-15,5-2-10 16,4-2-5-16,3 0 3 0,22-4-4 31,6-2 0-31,7 0 1 16,6-4 1-16,-13 4-2 16,5 0 1-16,2 0-1 15,1 4 0-15,-1 0 0 0,2 4 1 16,4-2 0-16,-1 0-1 15,-3 2 2-15,0 0-1 16,0 0 1 0,3 0-1-16,2 2 0 0,-5 0-1 15,-7-2 0-15,17-2-1 16,-6-4 0 0,-1 0 1-16,0-2 0 0,-27 4-1 15,-5-2 0-15,0 2 2 16,-2 2-3-16,0-2 1 15,-4 2 0-15,-3 0 0 16,-4 0 1-16,-3 2-3 16,-3 0 1-16,-3 0-1 15,-2 0 5-15,-2 0-2 16,-1 2 0-16,1-2-1 16,12 2 1-1,3 0 0-15,3 0 0 16,-3 0 0-16,-11 0 2 15,-7-4-2-15,-3-2 0 16,-4 0-1-16,-6 0 1 16,2 1 0-16,-4 2 1 15,4-3-1-15,3 4 0 0,-3 0 1 16,0-3-1 0,0 4 0-16,-4-2 0 15,-3 2 0-15,3-1-1 16,2 0 1-16,-4 2 0 15,-1-2 4-15,-6 2-4 0,-7 0-1 16,-4 0 1-16,-3 0 0 16,3 0 0-16,-5 0 0 15,3 0 0-15,-3 0 1 16,-2 0-2-16,0 0 3 16,0 0-4-16,0 0 0 15,0 0-8-15,0 0-14 16,0 0-36-1,0 0-44-15,-5 0 3 16,-4 0 68 0,3 0-2-16,4 0 6 0,2 0 17 15,0 0 6-15,0 0-4 16,0 0-3-16,0 0 9 16,0 0 4-16,0 0 14 15,0-2 2-15,0-3 19 16,0 4 28-16,0 1-9 15,0 0 45-15,0-3-55 16,0 3-20-16,0-1-8 16,0 1-5-16,0 0-9 15,0 0-1-15,0 0 0 16,0 0-1-16,0 0 4 16,0 0 2-16,0 0 1 15,0 0 3-15,0 0-5 16,0 0-2-16,0 0-3 15,0 0-2-15,0 0 2 16,0 0-1-16,0 0 4 16,0 0-3-16,2-2 2 15,6 0 1-15,13 2 3 16,3 0-3-16,0 0-3 16,5 0 0-16,-4 0 0 15,-2 0 1 1,-1 0-2-16,0 0 0 15,0 0 1-15,-1 0 1 16,-6 0 0-16,1 0-1 0,-8 0 1 16,-1 0 0-1,-3 0 0-15,-2 0 5 16,-2 0 2-16,0 0 0 16,0 0-6-16,0 0-1 15,0 0 0-15,0 0-1 16,0 0-3-16,0 0-13 15,0 0-8-15,0 4-7 16,-8 0 8-16,-1 0 6 0,3-2-18 16,-2 0 1-16,4 0 14 15,2-2-1-15,2 0 10 16,0 0 10-16,0 0 6 16,0 0-2-16,0 0-2 15,0 0 3-15,0 0 7 16,0-4 7-1,-2-1 6-15,-1 4 9 0,1 1-7 16,0-3 2-16,0 2 1 16,-2 1-13-16,-1 0-11 15,-4 0 1 1,-4 0-6-16,-6 0 1 16,0 0 1-16,-6 5 0 15,3 8 3-15,-3 3 6 16,1 2-8-16,6 2-2 15,2 4 0-15,10 8-1 16,6 4-2-16,0-2 0 16,6 0 0-16,23-10 2 15,4-8 0-15,4-4 0 16,1-6 0-16,1-6 5 16,4 0 1-16,-3 0 11 15,0-8-3-15,-9-12 6 16,-4-4 4-16,-9-4 2 15,-11-4 30-15,-7-4-32 16,0-2-4-16,-21 0-2 16,-29 0-8-16,-11 10-8 15,-15 7-2-15,-11 15-19 16,-2 6-40-16,-5 0-57 16,61 0-191-16,0 0-584 15</inkml:trace>
  <inkml:trace contextRef="#ctx0" brushRef="#br3" timeOffset="117149.04">19934 7704 385 0,'-11'2'147'15,"11"-2"-147"-15,0 0 5 16,0 0 37-16,0 0 20 15,0 0-59-15,0 0-1 16,0 0 39-16,0 0 27 31,0 0 10-31,0 0-24 16,0 0-18-16,0 0-3 0,0 0-2 16,0 0-5-16,0 0-4 15,0 0-7-15,0 0-2 16,0 0-1-16,0 0-9 15,0 0 3-15,0 0-1 16,0 0 1-16,0 0 12 16,-2 0-8-16,2 0-5 15,0 0 4-15,0 0-2 16,0 0 3-16,0 0-3 16,0 0 3-16,0 0-4 15,0 0-4-15,0 0 2 16,0 0 1-16,0 0-4 15,0 0-1-15,0 0 2 16,0 0-4-16,0 0 5 16,0 0-3-16,8 0 4 15,11 0 12-15,12 0 1 16,9 0-2-16,9-4-10 16,33-6 2-1,14 0-1-15,13 2-1 0,7 0-4 16,-18 6 1-1,-4 0-2-15,-3 0-1 16,-4 2-2-16,-3 0 3 16,-3 0-2-16,-8 0 2 15,-3 0-1-15,-8 0 0 16,-2 0-1-16,-2 0 0 16,-3 0 4-16,3 0-2 15,-2-4-1-15,2 2 1 0,15-2 4 16,4 0-4-1,0 0-1-15,1 0 1 16,-15-2 2-16,-1 4-1 16,-4-2-1-16,0 0-1 15,-3 2-1-15,-1 0 2 0,-7-1-4 16,-7 3 3-16,-2-1 1 16,-7-1-3-1,0 2 3-15,0 0-1 0,-2 0-1 16,2 0 0-16,-2-2 2 15,9 0-1 1,-1-4-1-16,-4 4 0 16,-4-2-3-16,-8 0 5 0,4 2-4 15,0-2 4-15,2 0 2 16,2 0-2-16,0 1 0 16,-2 0-1-1,-4 1 1-15,-2 0 1 16,-3-5-1-1,-1 6 0-15,-3-2 0 0,1 2 0 16,-1-2 0-16,1 3 0 16,8-1-3-1,2 1 3-15,0-2 0 0,4 2 0 16,-4 0 0-16,0-3 0 16,0 2 0-16,4 1 0 15,-6-3 1-15,4 3-1 16,-4 0 0-16,-5 0-1 15,-7 0 1-15,-5 0 0 16,-1 0-2-16,0 0 0 16,-3 0 3-16,-2 0 1 15,0 0 0-15,0 0 0 16,0 0 1-16,0 0-2 16,0 0-1-16,0 0 0 15,0 0-1-15,0 0-3 16,0 0 3-16,7 0-11 15,-1 0-20-15,5 0 1 16,3 0-2-16,-6 0-1 16,-1 0-20-16,-7 0-38 15,0 0-446 1</inkml:trace>
  <inkml:trace contextRef="#ctx0" brushRef="#br3" timeOffset="118582.35">19869 7662 259 0,'-11'0'52'16,"5"0"-50"-1,-1 0 17-15,0 0 69 16,3 0-31-16,-1 0-16 16,-1 0 1-16,2 0-3 15,-4 0-10-15,2 0-3 0,-3 0 7 16,3 0-3-16,-4 0-5 16,-1 0 3-1,0 0 2-15,-2 6 15 0,0 2-16 16,-4 2-5-16,0 0 9 15,-3 6 3 1,-1 2-5-16,2 0-6 0,1 4-11 16,7-4 4-1,1-2 0-15,4 2-5 16,2 0-5-16,4 0-2 16,0 1-3-16,0 0 0 15,0-1-2-15,10 0 0 16,4-1-1-16,4-5 0 15,-2-1-4-15,4-4 2 16,2-3 1-16,4-2 2 16,8-2 2-1,3 0 7-15,0 0-7 0,-4-13 1 16,-8 2-2-16,-3-1 2 16,0-5-2-16,-1-1-1 15,-6 3 7-15,1-6-3 16,-8 3 4-16,-1-2 11 15,-7-2 10-15,0-4 5 16,0-2 4-16,-11 0 17 16,-14 0-26-16,-4 6-13 15,0 8-7 1,-8 4-10-16,-5 10-2 16,-3 0-10-16,0 2-50 15,9 18-39-15,27-12-84 16,5-2-350-16</inkml:trace>
  <inkml:trace contextRef="#ctx0" brushRef="#br4" timeOffset="189170.81">23927 2141 332 0,'-2'-6'199'0,"2"6"-181"15,0 0 10-15,0 0 92 16,0 0-49-16,0 0 29 16,0 0-62-16,0 0-1 15,0 0 2-15,0 0 1 16,0 0-4-16,0 0-5 16,0 0 1-16,0 0 2 0,0 0-4 15,0 0-7-15,0 0-3 16,0 0-6-16,0 0-2 15,0 0 0-15,0 0 0 16,0 0-5-16,0 0 1 16,0 0-4-1,0 0-1 1,0 0-4-16,0 10 0 0,-2 8 1 16,2 21 5-1,-5 7-5-15,3 8 3 16,-1 4-1-16,1-6 0 0,2 0-1 15,0-2 2-15,0-4-2 16,0-5 0-16,0-10 1 16,0-2-2-16,0-8 2 15,0-2 4-15,0-7-3 16,0-4 2-16,0-4 2 16,0-2-4-16,0-2 2 15,0 0-2-15,0 0 1 16,0 0-1-16,0 0 1 15,0 0-1-15,0 0-3 16,0-6-25-16,0-10-9 16,0-4-29-16,0-1-30 15,0-1-58-15,0 3-71 16,0 10-80-16,0 1-27 16</inkml:trace>
  <inkml:trace contextRef="#ctx0" brushRef="#br4" timeOffset="189721.97">23871 2173 44 0,'0'0'230'0,"0"0"-176"16,-17-60 14-1,14 52 196-15,0 0-174 16,1 6 8-16,2 0-14 16,-2-2-15-16,2 4-7 15,0-2-17-15,0 2-12 16,0 0-7-16,0 0-3 16,0 0-10-16,0 0-4 0,0 0-8 15,25 0-1-15,12 0 3 16,15 8 6-16,10 6 1 15,11 4 4 1,6 3 2-16,-2 2 3 0,0 8-12 16,-6 1-4-16,-5 4-2 15,-8 12-1 1,-12-2-1-16,-23 0-2 16,-17-2 1-16,-6-10-5 0,-29 1-1 15,-23-3 6 1,-10-5 2-16,-9-3 3 15,-1-3 5-15,-4-6-2 16,-4 2-4-16,2-5-1 16,2-1 8-1,11 0-4-15,19-3-1 0,15-2 3 16,13-4-7-16,11-2-1 16,7 0 1-1,0 0-19-15,9 0-40 0,7 0-82 16,1-8-194-16</inkml:trace>
  <inkml:trace contextRef="#ctx0" brushRef="#br4" timeOffset="191836.22">25248 11542 433 0,'0'-8'28'0,"0"6"-23"16,0-2 114 0,0 4 16-16,0 0-89 0,0 0 18 15,0-2-19 1,0-2-11-16,0 2 2 15,0 0 2-15,0 0 1 16,0 2 0-16,0-2-12 16,0 0-4-16,0 0 3 15,0 0-6-15,0 0-2 0,0 0-4 16,-6-2-3-16,-6 0-2 16,-1 2-1-1,-10-2-8-15,-3 2-16 0,-10 2 16 16,-6 0 5-16,-5 0-2 15,-9 0 1 1,3 4-3-16,6 10 0 0,5-4 2 16,19 2 1-1,5 0-2-15,5 0-2 16,5 4-4-16,3 0 4 16,5 4-2-16,0 0 1 15,0 0-1-15,20 0-3 0,13 2 4 16,12-1-7-1,6 1 5-15,7 2 1 16,-2-4-1-16,2 4 2 16,2 6-4-16,-8 2-8 15,-8-2 13-15,-11 0 0 16,-19-10-4-16,-10-2 0 16,-4-2 1-16,0 0-5 15,0 0 3-15,-22 0 5 0,-22 2 6 16,-17-2 10-16,-13-3 13 15,-5-6-11 1,-6 0 1-16,4-7 10 0,8 0-17 16,4 0 5-16,11-4 0 15,-4-17-14 1,4-5-3-16,13 2-26 16,7 0-29-16,21 2-60 0,17 16-195 15,0-2-497-15</inkml:trace>
  <inkml:trace contextRef="#ctx0" brushRef="#br4" timeOffset="193551.18">18635 7600 443 0,'-29'-8'122'0,"14"6"-113"0,3 2-8 15,-1 0 87 1,-1 0-34-16,3 0-36 16,-2 0 10-16,6 0-7 0,-2 0 12 15,-4 0 7 1,0 7 0-16,-5 6-7 0,-4 3-16 15,-3 4 2-15,-2 4 9 16,-8 8 0 0,1 6-3-1,1 4 1-15,2 6 14 0,8 4-24 16,8 2-4-16,6 0-8 16,9 3-4-1,0-5 2-15,18-10-2 0,19-8 0 16,4-20-2-16,8-8 2 15,7-6 3-15,4 0 5 16,0-6-6-16,-2-14-2 16,-10-2-3-16,-12-4-36 15,-9 2-47-15,-27 14-67 16,0 2-109-16</inkml:trace>
  <inkml:trace contextRef="#ctx0" brushRef="#br4" timeOffset="193945.26">18492 7943 685 0,'0'0'144'0,"0"0"-131"31,0 0 11-31,0 0 53 16,36-18-67-16,2 14 5 15,4 0-7-15,5 1-5 16,-3-1 0-16,-8 2 0 16,-9 2 0-16,-19-1 1 0,-4 1 2 15,-2 0 1-15,-2 0 11 16,0 0 47-16,0 0 8 16,0 0-38-16,0 21-35 15,-2 8 5-15,-6 7 0 16,6 4 13-1,2 4-6-15,0 2-9 0,0 0 2 16,0 2-2-16,0 6 0 16,0-7 0-16,0-5-3 15,0-12 0 1,0-12 1-16,0-6-1 0,0-6-7 16,0-6-48-16,0 0-119 15,0 0-248-15</inkml:trace>
  <inkml:trace contextRef="#ctx0" brushRef="#br4" timeOffset="195703.52">28815 7149 106 0,'0'-9'229'16,"0"5"-209"-16,0 0 11 15,0 3 80-15,0-2-33 16,0 2-2-16,0-2-6 16,0 1-31-16,0 2-2 15,0 0 16-15,0 0-9 16,0 0-5-16,0 0 17 15,0 0-25 1,0 0 0-16,0 0-4 16,0 0-3-1,0 0 2-15,0 0-2 0,0 0-2 16,0 0-6-16,0 0-5 16,0 0-2-16,0 0 2 15,0 0-6-15,0 0-5 16,0 13-1-16,0 9 1 15,0 7 5-15,0 10 4 16,0 5-4-16,0 8 9 16,-2 2-4-16,2 0-3 15,-3 0-3-15,-1 6 6 16,0-3-2-16,-1-7-2 16,-1-6 5-16,1-20 7 15,3-2-13-15,-3-4 1 16,1-4 0-16,2-2 0 0,-1-4-1 15,3-2-2-15,0-6-2 16,0 0 0-16,0 0 0 16,0 0 1-1,0 0 2-15,0 0-7 0,0 0-31 16,0-6-7-16,0-24-17 31,3-8-97-31,6-2-85 16,-7 18-94-16</inkml:trace>
  <inkml:trace contextRef="#ctx0" brushRef="#br4" timeOffset="196479.47">28831 7258 380 0,'0'0'57'16,"0"0"-36"-16,-18-31 141 16,13 26-62-16,3 0-15 15,2 5 16-15,0-2-25 16,0 0-21-16,0 2-27 16,0 0-6-16,0-2 3 15,12 0-2-15,7 2-15 16,6 0-3-16,2 0-1 15,15 0-1 1,-2 2 1-16,4 16 1 0,-1 4 2 16,-7-2 0-16,-5 2-4 15,-4 2 4 1,-3 0-6-16,-8-2 0 16,-8 0-1-16,-3-4-1 15,-5 0-1-15,0-2-3 0,-2 0 2 16,-20-2 0-1,-9 0 4-15,-6-2 15 16,-2-6-11-16,1 1 5 16,0-6 3-16,4-1-1 15,10 3-2-15,8-3-6 16,12 0 2-16,4 0 5 16,0 0-5-16,0 0-4 15,0 0-2-15,0 0-2 0,2 0 1 16,12 0 1-16,5 0 1 15,10 0 4 1,2 0-3-16,5 0 3 0,3 5-5 16,-2 5 0-16,3 3 0 15,2 9 0 1,-5 4-1-16,-4 2 0 16,-6 4 1-16,-12-4 0 0,-7 0-2 15,-5 2 1-15,-3-2 0 16,0 0 1-16,-11-4 1 15,-23 0-1 1,-10-8 2-16,-23-5 4 16,-11-10 15-1,-9-1-2-15,-4 0 55 0,4 0-42 16,14-6-5-16,10-3-14 16,9-8-6-1,15 1-7-15,10-4 0 0,10-2-71 16,19 14-59-16,3 0-215 15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2:14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24469 5300 13 0,'0'0'88'0,"0"0"-74"15,0-2 9-15,0 2 31 16,0 0-13-16,0 0-19 16,0 0 6-16,0 0 5 15,0 0-4-15,0 0-7 16,0 0-4-16,0 0-6 15,0 0-2-15,0 0 2 16,0 0 5-16,0 0-2 16,0 0-2-16,0 0 0 15,0 0 15-15,0 0-16 16,0 0-2-16,0 0 5 16,0 0 1-16,0 0-2 15,0 0-2-15,0 0-3 16,0 0 1-16,0 0-1 15,0 0-3-15,0 0 3 16,0 0 1-16,0 0-1 16,0 0 4-16,0 0-1 0,0 0 2 15,0 0-2 1,0 0 1-16,0 0 17 0,0 0-17 16,0 0 0-1,0 0-4-15,0 0 3 16,0 0 2-1,0 0-1-15,0 0-3 16,-3 0-3-16,-2 0-2 16,1 0 0-16,2 0 0 15,-3 0 1-15,3 0-3 0,-2 0-2 16,0 0 2-16,-4 0-1 16,6 0-2-1,-2 0 2-15,-1 0-1 0,3 0 1 16,-2 0-1-16,-3 0 2 15,-2 2-1 1,0 2-2-16,-2-1 0 16,0 0 3-16,-2 3-2 0,-3 0 0 15,-2 1-1-15,-2 2 0 16,0 1 1-16,-4 0-1 16,-1 0 1-16,-10 2-1 15,-1 0 3-15,-9 2-6 16,1 0 5-16,1-2-7 15,1 4 5-15,2-2 0 16,4 0 0-16,-8 4 4 16,2 0-4-16,-6 4 8 15,4 3-6-15,8-3 1 16,-4 3-3 0,2 1 1-16,-4 5-1 15,-1-1 0-15,-1 2 3 16,-1-4 2-16,5-2-5 15,3-2 0-15,3-2 0 16,8 0 0-16,1-4 0 16,2 0 0-16,6-2-1 15,3-2 1-15,3 0-2 16,5-2-1-16,2-4 2 16,0-3-2-16,4-4 1 15,0-1 0-15,0 2 0 16,-2-2-7-16,2 0-54 15,0 0-19-15,-2 2 3 0,0 0-23 16,0-2-70-16,0 0-207 16</inkml:trace>
  <inkml:trace contextRef="#ctx0" brushRef="#br0" timeOffset="583.61">22851 5911 182 0,'-13'-2'147'16,"13"0"-118"-16,0 2-7 15,0 0 61-15,0-2-48 16,0 2-26-16,0-2 4 16,0 2 25-1,0 0 20-15,0 0 82 0,0 0-80 16,0 0-16-16,0 0-21 15,2 0-11 1,11 0-11-16,9 2-1 0,9 10 19 16,5-2 11-16,2 2-7 15,7 1 3-15,-1 2-5 16,5 3 7-16,-5 0-14 16,-2 3-5-16,-3-3-3 15,-8 0-4-15,0-3-2 16,-4 0 1-1,-5-1 3-15,-4-2-4 16,-3-2 1-16,-3-2 1 16,3 0-2-16,3-2-2 15,-1 0-12-15,0-2 3 16,-9-2-7-16,-1 0-4 16,-2 0-34-16,-5 0-27 15,2-2-4-15,-2 0-15 16,0 0-55-16,0 0-55 0</inkml:trace>
  <inkml:trace contextRef="#ctx0" brushRef="#br0" timeOffset="1271.58">22909 6035 229 0,'0'0'20'0,"-5"0"-11"15,3 0 28-15,0 0 41 16,2 0-36-16,-3 0-28 16,3 0 15-16,0 0-12 15,0 0 6-15,0 0-14 16,0 0-5-16,0 0 2 15,0 0 7-15,0 0 14 16,0 0-6-16,0 0 5 16,7 3 19-1,0 1-12-15,-3-3-12 16,0-1-11-16,-1 3-7 16,-3-3-3-16,0 1 3 0,0-1-3 15,0 0 5-15,0 0-5 16,0 0 0-1,0 0-78-15,0 0 13 16,-3 0 21-16,-3 0-38 0,-1 0 36 16,1 0-45-1,3 0-40-15,1 0 44 16</inkml:trace>
  <inkml:trace contextRef="#ctx0" brushRef="#br0" timeOffset="2062.62">22741 6072 163 0,'0'0'145'16,"0"0"-99"-16,-2 0-9 15,2 0 50-15,0 0-21 0,0 0-17 16,0 0-8-16,0 0-6 16,0 0 1-1,0 0 27-15,0 0-47 16,0 0 0-1,9 0 27-15,13 6 8 16,7 4-24-16,4-1-11 16,6 6 6-16,-1-3 0 15,4 2-6-15,5 0-4 16,-1 4 1-16,4 0-7 16,-2 0-1-16,-1 0 6 0,-3 0-7 15,-3 0 1-15,-7 0-3 16,-8-4-1-1,-6-2 3-15,-6-2-4 16,-8-2 1-16,-4-3-1 0,1-4 0 16,-3-1 0-1,0 0-11-15,0 0-4 0,0 0-21 16,0 0-29-16,0 0-55 16,-7 0-131-1,-2-4-216-15</inkml:trace>
  <inkml:trace contextRef="#ctx0" brushRef="#br0" timeOffset="3063.17">23098 6244 132 0,'0'0'194'0,"0"0"-185"16,0 0 83-16,0 0-8 15,0 0-23-15,0 0-15 16,0 0-7-16,0 0-1 16,0 0 9-16,0 0-12 15,0 0-17-15,0 0-9 16,-2 0 2 0,-11 0-3-16,-1 12-4 0,-4 2 2 0,0 0 10 31,-4 4-8-31,2-2-1 15,-2 4 14-15,-1 2-16 16,1 7 0-16,0-1 3 16,-9 9-5-16,2 8 1 15,0-3-1-15,0 8 4 16,6-4-5-16,1 4-1 16,-2 2 7-16,4 1-5 15,-1-2-2-15,6 2 0 16,1-3-1-16,1 4 0 0,3-4 3 15,-4 2-2-15,-1 0 4 16,1-2-4-16,1-1 4 16,1 1-2-16,1-6-2 15,-2 6 5 1,4-2-1-16,2-1 0 0,5-4-5 16,0-6 2-1,2-3 4-15,0 0-3 16,-2-2-1-16,2-2-1 15,0-2 0-15,-3-4 4 16,3-6-5-16,0-4 0 0,0-4 1 16,0-2-1-1,-2-4 0-15,2-2 0 16,0 0 0-16,0-2-10 0,0 0-46 16,0 0-82-1,0-2-189-15</inkml:trace>
  <inkml:trace contextRef="#ctx0" brushRef="#br0" timeOffset="10312.68">22550 7624 192 0,'0'-2'68'0,"0"2"-54"16,0 0 1-16,0 0 25 16,0 0-18-16,0 0-17 15,0 0-3-15,0 0-1 0,0 0 3 16,0 0 5-16,0 0 3 31,0 0 1-31,0 0 27 16,0 4-31-16,-3 3 6 0,3 4-7 15,-2 5 3 1,2-2-9-16,-2 0 3 16,0-2 1-16,2-4-4 15,0 0 1-15,0-2 3 16,0-2-2-16,0 0-2 0,0-4 3 16,4 0-1-16,5 0 11 15,1 0-1-15,-2 0-10 16,7 0 3-1,-3-14 4-15,-1 0-7 16,-3 2-1-16,-4 0 1 16,-2 4-2-16,-2 0 1 15,0 2 3-15,0 4 0 0,0 0-5 16,-10 2-1-16,-3 0-30 16,-3 0-46-1,7 0-109-15</inkml:trace>
  <inkml:trace contextRef="#ctx0" brushRef="#br0" timeOffset="11152.61">22516 7716 212 0,'0'0'88'0,"0"0"-70"16,-2-4 29-16,2 4 32 15,0 0-25-15,0 0-22 16,0 0-5 0,0 0 4-16,-2 0 8 0,0 0 1 15,2 0-12 1,0 0-13-16,0 0-9 0,0 0-2 16,0 0-2-1,0 6 4-15,0 4 15 16,0 4-7-16,0 2-3 0,0 2 8 15,6 10-9 1,3 4-2-16,0 4 1 16,2 2-7-16,-2-1 16 15,3-1-8-15,-2 2 1 0,3 0-6 16,3 0-1-16,1 4-2 16,0 2 3-16,5 4-4 15,3 3 0-15,1 0 0 16,1 4 7-16,-5-3 10 15,3 2-10-15,0-6 2 16,-1 2-4-16,7 3-1 16,-2-8 5-1,-2-2-10-15,-5-13 2 0,-9-14 1 16,-1-6-1-16,-4 0-2 16,3-4 3-16,-1-2 2 15,-4-2 1-15,3-2-3 16,1 0 8-16,-4 0-11 15,3 0 0 1,-3 0-3-16,-2 0-23 16,2 0-18-16,-4 0-35 15,-2 0-35-15,0-4-73 16,0 0-169-16</inkml:trace>
  <inkml:trace contextRef="#ctx0" brushRef="#br0" timeOffset="11832.25">23109 8490 117 0,'0'0'182'0,"7"-14"-155"15,-7 12-16-15,0 2 102 16,0 0-32-16,0 0-33 16,0 0-22-1,0 0-7-15,0 0 41 0,0 0-18 16,0 0-8-16,0 0-16 15,0 2-5 1,0 12-13-16,-2 8 22 0,-8-4-2 16,2 8-10-16,-3 4 4 15,-3 4 9-15,1 9-8 16,-1-2-7-16,-3 4 2 16,-1-1 1-16,0 0 0 15,0 2-5-15,2-4 1 16,1-6 4-16,2 0 3 15,1-5-11-15,6-6-2 16,1-3 4-16,3-7-4 16,2-5-1-16,0-2 0 15,0-6-1 1,0-1-9-16,0-1-25 16,0 0-18-16,0 0-25 15,0 0-32-15,0-5-17 16,0-4-73-16,2 4-78 15</inkml:trace>
  <inkml:trace contextRef="#ctx0" brushRef="#br0" timeOffset="13079.95">23239 8600 98 0,'4'-8'155'0,"-4"8"-133"0,0-4-14 16,0 4 72-16,0 0-3 16,0 0-28-1,0 0-1-15,0-2-29 16,0 2 11-16,0 0 3 0,0 0 4 16,0 0-8-1,0 0-7-15,0 0-10 16,0 0-2-16,0 0-4 15,0 0 11-15,0 0 4 16,0 0-4-16,0 0-12 16,0 6-4-16,0 8 0 15,0 2 12-15,-2 8 1 16,-8 5 6-16,-1 4 9 16,-1 8-12-16,-5 1-5 15,-1 4-3-15,1 10 2 16,-1-4 3-16,5-5 1 15,2-10-10-15,4-16 4 16,4-6-5-16,1-6-2 16,2-4 0-16,0-2-2 15,0-2-6-15,0-1 6 16,0 0-4-16,0 0-34 0,0 0-32 16,0 0-25-1,0 0-95-15,0 0 47 16,0 0-55-16</inkml:trace>
  <inkml:trace contextRef="#ctx0" brushRef="#br0" timeOffset="13999.62">23229 8811 287 0,'0'0'66'15,"0"0"-54"-15,0 0 39 16,0 0-8-1,0 0-11-15,0 0-15 16,0 0-3-16,0 0-3 16,0 0 5-16,0 0 32 15,4 10 16-15,4 4-38 16,-2 2 7-16,5 2-8 16,5 4-7-1,4 0-1-15,2 0 4 0,1 0-3 16,-1-6 8-16,0 0-5 15,5 1 0-15,2-4-1 16,2-3-8-16,2 0 3 16,5 1-2-16,-2-4-6 15,4 1 1-15,0 2-1 16,5 1 0-16,1 0 1 16,2 2-7-16,-2-5 3 15,5 0-2-15,12-1-2 16,4 0 1-16,-3-3-1 15,-4 0 0-15,-15-1 2 16,-7 2-1-16,0-3-2 16,-1 2 1-16,-3-4 0 15,1 2 0-15,-1-2 0 0,-2 0-2 16,-1 0 2-16,-7 0-17 31,2 0 11-31,1 0-6 16,0 0 11-16,0 0-2 0,2 0 3 15,2-4-2 1,0 2 1-16,-4 0-1 16,0 0 2-16,-14 2 0 15,0-3 0-15,3 2 2 0,-3-1-2 16,3 2 1-16,-5-2-1 16,-1 2 0-16,-2-2 0 15,-1 2 0-15,-5-2 0 16,0 2 2-16,0 0-4 15,-2-2-20-15,0 0-13 16,0 0-59-16,0-1-140 16</inkml:trace>
  <inkml:trace contextRef="#ctx0" brushRef="#br0" timeOffset="14558.96">24747 9088 416 0,'0'0'81'0,"7"0"-76"16,-7 2 15-16,0 0 26 0,0-1-15 15,0 3-7 1,0 5-9-16,0-1-10 16,0 4 45-16,0 0-22 0,0-2 3 15,2 4-3 1,9-2-13-16,0 0 6 15,0-4-10-15,2-6 6 16,1-2 4-16,1 0 5 16,5 0 27-16,5-12-23 15,-3-12-14-15,-4-4-14 16,-2-3-2-16,-12 1-41 16,-4 19-76-1,0 1-74-15</inkml:trace>
  <inkml:trace contextRef="#ctx0" brushRef="#br0" timeOffset="21005.87">23742 5949 37 0,'0'0'105'0,"0"0"-73"15,0 0 32-15,0 0 53 16,0 0 29-16,0 0-95 16,0 0 4-16,0 0-14 15,2 0-14 1,0-6 3-16,-2 0 15 16,0-2 5-16,0 2 6 15,0 2 20-15,0-2-6 16,0 0-22-16,0 2-5 15,0-2-18-15,0 2 4 16,0 0-12-16,0 2-4 16,0 2 1-16,0 0-6 15,-4 0 13-15,-5 0-19 16,0 0 3-16,-2 0-5 16,-10 0-1-16,2 8 1 15,-3 10 2-15,-3 6-2 16,8 2-1-16,-4 4-1 15,5 2 2-15,1 3-1 16,4-2-1-16,4 2 2 0,2-1 0 16,5-2 2-16,0 0-2 15,0-4 0 1,0-4 2-16,5-2-2 16,11-4 1-16,-1-4 0 0,5-4 0 15,3-3 2 1,-2-6 0-16,2-1-2 15,0 0 0-15,-6 0 2 16,1 0-1-16,0 0-1 16,-3-8 1-16,-1-2-1 15,-1 0-1-15,-2 2 0 16,-4 0 0-16,-2-2 0 16,-5 2-1-1,0 2-5-15,0-2-47 0,0 2-17 16,0 0-23-16,0 0-39 15,-2-4-2 1,-8-2 49-16,4 0 25 16,1 0 14-16,1 4 9 0,4 2 36 15,0 2 1-15,-2 2 22 16,2 2 29-16,0 0 9 16,-2 0-3-16,2 0 4 15,0 0-14-15,0 0 0 16,-3 0 22-16,-2 0-26 15,1 6-34-15,-3 12 20 16,-1 4-9-16,1 8-8 16,0 2 0-16,5-2-3 15,2 1-3-15,0-9-4 16,0-3 3 0,0-2-1-16,0-7-2 15,2-2 0-15,10-7-2 0,1-1 8 16,0 0 2-16,5 0 15 15,4-7 14 1,1-13-11-16,-2-3 3 0,0-3-24 16,-8 0-2-16,-4 1 2 15,-9-10-2 1,0 3 4-16,0 4 8 16,-20 4 7-16,0 12-10 15,2 2-14-15,0 4-6 16,-4 2 0-16,0 2-3 15,2 2-15-15,2 0-21 16,4 0-37-16,10 0-22 16,4 0-94-16,0 0-70 15</inkml:trace>
  <inkml:trace contextRef="#ctx0" brushRef="#br0" timeOffset="21869.82">23904 6150 34 0,'0'0'99'0,"2"0"-13"15,1-2-21 1,-1 2-32-1,-2-2 9-15,0 0 37 16,0 2 13-16,2-2-1 0,-2 2-10 16,0 0-2-16,3 0 3 15,-3 0-15-15,0 0-16 16,0 0-6-16,0 0-12 16,0 0-8-1,0 0-2-15,0 0 11 0,0 0-18 16,0 0-9-16,0 0-7 15,4 4-6 1,3 16 6-16,1 6 2 0,4 4 0 16,-1 2-1-16,0-2 5 15,-2 2-5-15,0-2 0 16,-5-4 0-16,1-6 0 16,-1-2-2-16,-4-6 2 15,4-3-1-15,-1-4 3 16,-3-5-3-16,0 0 12 15,0 3-4-15,3-3 1 16,-1 0-1-16,0 0-3 16,-2 0 2-16,2 0-4 15,-2 0 3-15,0 0-1 16,0 0-2 0,0 0 0-16,0 0-3 15,0 0 2-15,0 0 1 16,0 0-3-16,0 0 1 15,0 0 0-15,0 0 0 16,0 0-1-16,0 0 0 16,0 0 1-16,2 0 0 15,-2 0 1-15,2 0 3 16,1-3 14-16,3-12 4 16,4-10-14-16,-2-1-8 15,1-6 5-15,5-8-3 16,-1 0-1-16,-3-2-2 15,0 4 0-15,-3 8 0 0,-1 4-2 16,-2 10 4-16,-1 7-1 16,1 5-1-1,-4 4 3-15,0 0 8 16,0 0-2-16,0 0-9 0,0 0-12 16,0 7-3-1,0 7 4-15,-2 2 1 16,-5 0-12-16,1 0-19 0,-3 0-25 15,2-4-80-15,2-10-167 16,3-2-254-16</inkml:trace>
  <inkml:trace contextRef="#ctx0" brushRef="#br0" timeOffset="22406.68">24189 6138 491 0,'0'0'201'0,"10"-10"-181"16,-8 10 23-16,2 0 52 16,-4 0-53-16,0 0-27 15,0 0 47-15,0 0-10 16,0 0 3-16,0 0-33 15,0 4-12 1,0 12 2-16,0 6 19 0,0 2-8 16,0 0-8-16,0 2-7 15,0 2 1-15,-2 0-2 16,-2-1-4-16,2-5 0 16,0-4-1-16,2-4-2 15,0-4 5-15,0 2-3 16,0-8 5-16,0-1 5 15,0 1-7 1,0-4-3-16,0 3 2 16,0-2 2-16,0-1-3 15,10 0 3-15,5 0 0 16,6 0 0-16,3 0 1 16,8 0-3-16,3 0 1 15,3 0-1-15,0 0-4 16,-4-1 1-16,-10-3 0 0,-6 1-1 15,-10 3-1 1,-5 0 1-16,-1-1 0 16,-2-1-1-16,0-1-9 0,0 2-20 15,-2 1-53 1,-16-3-245-16</inkml:trace>
  <inkml:trace contextRef="#ctx0" brushRef="#br0" timeOffset="24647.08">23869 8386 328 0,'0'0'223'0,"0"0"-196"15,0-3-17 1,0 3 25-16,0 0 11 16,0 0-9-16,0 0 10 15,0 0 16-15,0 0 6 16,0 0-12-16,0 0-22 15,0 0-8-15,0 0 3 16,0 0-3-16,0-1 2 16,0 1-3-16,0 0-1 15,0-2 4-15,0 0 1 16,0-2-11-16,-5 0-10 16,-1-1 3-16,-4 1 2 15,4 1 0-15,-3 3-7 16,-3 0-6-16,2 0 2 15,-11 0-3 1,-2 0 1-16,-2 7-1 0,-4 11 0 16,6 3 1-16,-1 3 2 15,0 8-3-15,1 4 0 16,-1 2 1-16,3 6-1 16,4-4 0-16,6 0 0 15,4-3 0-15,7-6-1 16,0-2 2-16,0-5-1 15,11-2 0-15,16-6 0 16,9-4 3 0,14-8 5-1,4-4 3-15,-2 0-5 0,-10 0-4 16,-18 0 1-16,-11 0-1 16,-3-4-2-16,-8 4 1 15,-2 0 0-15,0 0 2 0,0-2-3 16,0 2-7-16,0-2-12 15,-2 0-17 1,-8 0-23-16,4-4-135 16,-3-2 34-16,3-4-61 0,0 4-40 15,6 0-53 1</inkml:trace>
  <inkml:trace contextRef="#ctx0" brushRef="#br0" timeOffset="25051.28">23833 8663 175 0,'0'0'86'0,"0"0"-59"16,9-17 71-16,-9 17 70 16,0 0-32-16,0 0 69 15,0 0-176-15,0 7-11 16,-7 8 15-16,-3 17 11 16,2 3-6-1,4 1-12-15,4 0-5 16,0-10-10-16,0-2-4 0,6-6 10 15,13-4 0 1,1-4 3-16,2-4-2 16,7-4 5-16,4-2 3 15,3 0 2-15,-2-4-12 16,-11-14-6-16,-9-4 3 16,-11-6-3-16,-3 0 5 15,0-4-8-15,-32 2 2 16,-13 2 4-16,-1 7-3 0,-1 3-10 31,11 12-6-31,3 6 1 0,4 0-15 16,4 0-9-16,8 0-12 15,8 4-26-15,9 6-59 16,0-7-150-16,0-2-130 16</inkml:trace>
  <inkml:trace contextRef="#ctx0" brushRef="#br0" timeOffset="25784.29">24127 8640 483 0,'0'0'131'0,"0"0"-127"16,0 0 27-1,7-12 159-15,-5 10-163 0,-2 2-2 16,0 0 30-16,0 0 16 16,0 0-11-1,0 0-19-15,0 0-14 16,0 0-7-16,0 0 3 0,0 0-9 16,0 0-7-16,0 0-7 15,0 0 1-15,0 0 1 16,0 0 0-16,0 0-1 15,0 0 3-15,0 0 1 16,0 0-3-16,0 0-1 16,0 0-1-16,0 0 0 15,0 0-1 1,0 0 1-16,0 0 0 0,0 0 0 16,0 0 0-1,0 0 0-15,0 0-1 16,0 0 1-16,0 0 0 15,0 9 0-15,0 2 1 0,0 6 0 16,3 1 2-16,-1 1-2 16,2 7 0-1,3 1 1-15,2 1 0 0,0 0 0 16,-3-2 0-16,5-2-1 16,-1-6 0-1,-2-2 0-15,-1-6 0 16,-5-8 0-16,0-2 4 15,0 0 2-15,-2 0 5 16,2 0 12-16,2 0 8 16,0 0-5-16,4-16-20 15,1-6 16-15,3-6-16 16,1-6-6-16,0-2 2 16,1 2-3-16,-1 3 2 15,-6 5-1-15,0 2-1 16,-5 5 1-16,0 4-1 15,0 1 0-15,0 6-1 16,-2 0-3-16,0 2-17 16,0 2-11-16,0-2-15 15,0 4-18-15,0 2-90 16,0 0-302-16</inkml:trace>
  <inkml:trace contextRef="#ctx0" brushRef="#br0" timeOffset="26297.55">24421 8590 157 0,'0'0'357'0,"9"-4"-324"15,-7 4 109-15,-2 0-52 16,0 0-12-16,0 0-12 16,0 0-15-16,0 0-6 15,0 0-6 1,0 0 0-16,0 0-18 0,0 6 1 16,0 6 0-16,0 6-4 15,0 0-7-15,0 5-6 16,0 0-1-16,0 4 3 15,-2 3-5 1,-2-2 9-16,-1 2 4 16,3-2-6-16,2 0-4 15,0-2 2-15,0-4-3 16,0-2-2-16,0-8 2 16,0-2 0-16,0-6-2 15,0-2 1-15,5-2 0 16,11 0 1-16,7 0 13 15,9 0 5-15,4-2-12 0,4-4-7 16,-5 0-2-16,-6 0 0 16,-8 0-1-1,-13 0 0-15,-8 0-47 0,0 2-83 16,-14 0-514-16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3:20.0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 16088 26 0,'0'0'0'16</inkml:trace>
  <inkml:trace contextRef="#ctx0" brushRef="#br0" timeOffset="439.7">12 15498 66 0,'0'0'0'15</inkml:trace>
  <inkml:trace contextRef="#ctx0" brushRef="#br1" timeOffset="8078.19">14105 7724 337 0,'-2'-10'51'16,"2"6"-12"-16,0 0 44 0,-2 0-5 16,2 0-56-1,0 0 12-15,0 2 68 16,0 0-50-16,0-2-10 15,-2 0 0-15,0 0-11 16,2-2-19 0,-5 0 1-16,2 0-9 15,3 0 7-15,-2-2 0 16,-2-2-2-16,2 4 7 16,2 0-7-16,0 2 13 15,0 4 4-15,0 0 4 16,0 0-2-1,-2 0-1-15,2 0 13 0,0 0-35 16,0 0 2-16,0 0-3 16,-3 0-1-1,-1 4 1-15,0 20-3 0,-3 6 3 16,-2 8 3-16,0 4 4 16,0 16 2-1,2 4 0-15,3 10-8 16,-1 1-3-16,1-7 2 15,2-4-3-15,-2 0 1 16,1 4 9-16,3-5-9 16,0-3 1-16,0-4 0 15,0 0 4 1,0-8-3-16,0-10-2 0,0-11 2 0,0-16-3 31,3-5 2-31,-3-4-1 16,0 0-2-1,0 0 8-15,0 0-6 16,0 0-2-16,0-8-12 16,0-8-11-16,0-4-32 15,-9 2-31-15,-1 10-443 16</inkml:trace>
  <inkml:trace contextRef="#ctx0" brushRef="#br1" timeOffset="8509.33">13564 8504 482 0,'-38'4'247'0,"27"-4"-202"16,7 0-45-16,4 0 103 15,0 0 10-15,0 0-64 16,0 0-49-16,8 0-1 16,30 0 1-16,9 0 74 15,16 0-46 1,8 0-1-16,-2-8-14 16,7 2 4-1,-1-2-5-15,4 4 2 0,-8 0 0 16,-3 4-11-16,-10-2 0 15,7 2-3 1,-11 0 4-16,-15 0-3 16,-5 0 2-16,-25 0-2 0,-6 0-1 15,-3 0-3 1,0 0 0-16,-9 4-18 16,-23 4-11-16,-14 2-51 15,21-6-176-15,0-2-258 16</inkml:trace>
  <inkml:trace contextRef="#ctx0" brushRef="#br1" timeOffset="9452.92">13981 8580 801 0,'-2'-8'7'0,"2"8"53"15,0 0 35 1,0 0-43-16,0 0-27 0,-3 0-18 16,-5 0-4-16,-11 20 9 15,-10 10-9 1,-20 16 23-1,-4 1 17-15,0-5-23 16,5-2 4-16,25-18-7 16,6-6-7-16,13-4-2 15,2-6-8-15,2-6-5 16,0 0-10-16,0 0-36 16,33 0 2-16,5-10-25 15,-3-8-45-15,4-6-84 16,-19 4-2-16,-2-3 55 15,-5 0 48 1,3-8 13-16,-3-1 48 16,1 0 76-16,-6 0 52 0,-1 6 8 15,-3 4 20 1,0 2-14-16,0 10-17 16,-2 4 89-16,-2 6-82 15,0 0-2-15,0 0-9 16,0 0-15-16,0 0-34 15,0 0-26-15,2 0-4 16,4 12-1-16,3 6 2 16,9 12 8-1,4 4 7-15,7 1-10 16,2 5-4-16,-4-8 2 0,4 0-3 16,-2 0-1-1,0-2 4-15,-2-2-5 16,-2-2 1-16,-3-4 0 15,-2 2 0 1,-6-4-1-16,-4-2 0 0,-5-2 1 16,-5-6-1-16,0 0 0 15,0 0 0 1,-13-2 0-16,-3-2 3 16,3-4-6-16,3 0 2 15,6-2-2-15,-3 0 2 16,-4 0 0-16,-7 0-3 15,-6 0 2-15,-10 0 2 16,-10 0-2-16,-27 0 3 16,-7 0-1-16,-7-2 2 15,3-4-1-15,22 3 3 0,10-1 4 16,13 1 10 15,12 1-7-31,12 0-5 16,11 2-6-16,2-2-2 0,0 2-1 15,0 0-16 1,0 0-22-16,9 0-23 16,6 0-149-16,-1 0 9 15,-10 0-39-15,-2 0-11 16</inkml:trace>
  <inkml:trace contextRef="#ctx0" brushRef="#br1" timeOffset="9852.54">14039 8997 610 0,'6'0'162'0,"-6"0"-136"16,0 0 34-16,0 0 62 15,2 0-22 1,-2 0-31-16,0 0-56 16,0 6-4-1,0 23 1-15,0 7-1 16,0 7 7-16,0 2 9 16,0 3-3-16,0 2-13 15,0-2-7-15,0 4 3 16,0-7-5-16,0-12 0 15,5-8 1-15,-1-15 1 16,-2-5-2-16,-2-1 0 16,0-1-1-1,0-1-18-15,0-2-31 16,0 0-49-16,0 0-93 16,-2-6-212-16</inkml:trace>
  <inkml:trace contextRef="#ctx0" brushRef="#br1" timeOffset="11479.67">5115 7515 483 0,'0'0'35'15,"0"0"7"-15,0 0 69 16,0 0-20-16,0 0-32 15,0 0 1-15,0 0-12 16,0 0 1-16,0 0 5 16,0 17-31-16,0 8-13 15,0 15-8-15,0 17 14 16,-2 5 6 0,0 4-5-1,0 8-5-15,2-2-3 0,-3 1-1 16,1-3-4-16,-2-8-2 15,-1-2-1 1,0-11 0-16,3-16-1 0,0-8 0 16,2-19 2-16,-2-5-2 15,2-1-3 1,-4 0-27-16,-7 0-244 16,1-6 5-16</inkml:trace>
  <inkml:trace contextRef="#ctx0" brushRef="#br1" timeOffset="11823.9">4608 8227 703 0,'0'0'44'0,"0"0"-40"16,-6 0 53-16,6 0 70 15,0 0-96 1,14 0-31-16,22 0-6 16,13 0 6-16,18 0 7 0,12 0 7 15,33-2-3 1,4-2-9-16,-3 0-1 16,-5 0 3-16,-37 2 4 0,-13 0-6 15,-19 2 1 1,-12 0-3-16,-15 0-36 15,-10 0 6-15,-2 0-10 16,0 0 16-16,0 0-1 16,-2 8-9-1,-10-5-75-15,2-2-295 0</inkml:trace>
  <inkml:trace contextRef="#ctx0" brushRef="#br1" timeOffset="12165.11">5184 8274 309 0,'0'0'366'0,"0"0"-363"15,-2 0 52-15,2 0 33 16,-5 9-22-16,-5 4-54 0,-9 9-9 0,-5 3 1 31,-10 8 3-31,-1-1 7 16,-19 12 10-1,-1 0 10-15,-1-6-24 16,5-2 2-16,24-18 9 0,10-8-9 16,9-8-6-1,8-2-6-15,0 0-46 16,5 0-105-16,21-4 26 15,-5-6-64 1,-1-4-160-16</inkml:trace>
  <inkml:trace contextRef="#ctx0" brushRef="#br1" timeOffset="12639.75">5151 8346 729 0,'0'0'45'0,"0"0"-34"16,4-14 95-16,-2 14-30 15,-2 0-20-15,5 0-30 16,0 0-16-16,3 6-10 16,8 12 0-16,10 14 3 15,9 4 2-15,0 2-5 16,3 4 1-16,-9-8 2 15,0 0-3 1,-8-2-4-16,-5-5-10 0,-5-5-14 16,-3-8 28-16,-6-5 0 15,-2-3 0 1,0 1-3-16,0-1 3 16,-8-1 5-16,-18 2-1 0,-10-3 5 15,-12-4 2 1,-31 0-10-16,-5 0 30 15,-5 0 0-15,0 0 8 16,26-3-1-16,10-1-16 16,11 4-9-16,10-1-12 15,12-2-1 1,9 3-11-16,9 0-33 16,2 0-73-1,7 0-154-15,10 0-11 0,1 0-12 16</inkml:trace>
  <inkml:trace contextRef="#ctx0" brushRef="#br1" timeOffset="12990.98">5090 8711 680 0,'5'-7'108'0,"-5"7"-105"16,0 0 87-1,0 0 75-15,0 9-150 16,0 23-15-16,0 14 1 0,0 6 18 16,0 14-4-1,-5 4 4-15,1 4 18 16,2 1-31-16,0-9-1 0,2-6-3 31,0-12 3-31,0-14 3 16,0-14-4-16,0-12-2 15,0-5-2-15,0-3 0 16,0 0-1-16,4-4-111 16,0-13-29-16,1 3-273 15</inkml:trace>
  <inkml:trace contextRef="#ctx0" brushRef="#br1" timeOffset="18640.16">26667 7399 109 0,'0'0'28'0,"0"0"-7"15,0 0 16-15,0 0 4 16,0 0-18-16,0 0-4 16,0 0-17-16,0 0-2 15,0 0-4 1,0 0 0-16,0 0-6 16,0 0 3-16,0 0-4 0,0 2-22 15,0 0-7 1,0 0-23-16</inkml:trace>
  <inkml:trace contextRef="#ctx0" brushRef="#br1" timeOffset="24900.44">26007 7443 184 0,'0'-2'41'0,"0"2"-25"0,0 0 65 16,0 0-68-16,0 0 4 16,0 0 11-16,0 0 9 15,0 0 5-15,0 0 6 16,0 0-14-16,0 0-4 16,0 0-6-1,0 0 6-15,0 0-13 16,0 0 9-16,0 0-1 15,0 0-5-15,0 0-9 16,0 0 8-16,0 0 18 16,0 0-20-1,0 0 5-15,0 0-1 16,0 0 0-16,0 0-5 16,0 0 0-16,0 0 0 15,0 0-7-15,0 0-2 16,0 0 2-1,0 0 20-15,0 0-11 16,0 0-3-16,0 0-4 0,0 0-6 16,0 0 0-1,0 0-4-15,0 0-1 16,0 0-17-16,0 0-39 16,0 0-25-16,0 0-27 15,0 2 41-15,0 4-78 16,0-6-57-16,0 0 19 15</inkml:trace>
  <inkml:trace contextRef="#ctx0" brushRef="#br1" timeOffset="33179.48">26327 7357 303 0,'0'-6'59'16,"0"4"-1"-1,0 0 50-15,0-2-52 16,0 2-27-16,0 2 14 15,0 0 13-15,0 0-9 16,0 0-1-16,0 0 1 16,0 0-4-1,0 0 31-15,0 0-43 16,0 0-11-16,0 0-10 16,0 0-4-16,0 0-2 15,0 0-1-15,0 0-1 16,0 10 11-16,0 6 5 15,0 8-5 1,4 6-1-16,2 2-8 0,-1 4-2 16,-1-1 1-16,-4 5-3 15,3 4 3 1,-3 18-2-16,0 6 9 16,0-2-10-16,-10 2 1 15,-5-13 10-15,-1-7-3 16,-3 0-3-16,-2-4 5 15,1-6 5-15,-1 0-11 16,2-6-3-16,1 0 7 16,3-8-4-1,4-6 2-15,2-4 3 16,2-12-9-16,5 0 2 16,0-2 2-1,2 0-1-15,0 0 6 16,0 0-3-16,0 0-6 0,-5 0-6 15,1 0-30 1,-5-4-59-16,4 1-44 16,1-1-602-16</inkml:trace>
  <inkml:trace contextRef="#ctx0" brushRef="#br1" timeOffset="33851.28">25874 8059 415 0,'-15'-8'84'0,"15"6"101"16,0 0-71-16,0 2-57 15,0 0-37-15,0 0 5 16,0 0 0-16,0 0 13 16,0 0 42-16,0 0-46 15,0 0-4-15,0 0-7 16,0 0 7-16,2 4 16 15,9 8-20-15,3-2 2 16,1 2-10-16,5 2 9 16,9 4-14-1,2 0 22-15,5 2-27 16,-1 0-2-16,-6-4-1 16,0 0-4-16,0 2 1 0,3-1 1 15,-3 2-3-15,4 2 0 16,-2-3 0-1,9 6-1-15,-2-5 2 16,-5 2-2-16,-4-5 2 16,-15-8-1-16,-3-2 0 15,-7-4 0 1,-2-2 1-16,-2 0 1 16,0 0-1-16,0 0 0 0,0 0-1 15,0 0 4 1,0 0-4-1,0 0-14-15,0 0-42 16,0 0 20-16,0 0-18 16,0 0-35-16,-11-2-20 15,-7-4-36-15,-3 4-49 16,9 2-31-16,3 0-25 16</inkml:trace>
  <inkml:trace contextRef="#ctx0" brushRef="#br1" timeOffset="34466.83">25841 8242 81 0,'-9'-4'208'16,"9"4"-158"-16,0-3 155 16,0 1-117-16,0 2-32 15,0 0 5-15,0 0-3 16,0 0-5-16,0 0-1 16,0 0-5-16,0 0 32 15,0 0-47-15,0 0 1 16,0 0-10-16,0 0-1 15,0-2 0-15,0 2 2 16,0 0 5-16,0 0-8 16,0 0-5-1,0 0 1-15,0 0-15 16,0 0-1-16,0 0 0 0,0 0 0 16,0 0-1-1,0 0-1-15,0 0-31 16,0 0-4-16,-2 0-12 0,2 0-6 15,0 0 0 1,0 0-9 0,0 0-1-16,0 0-25 15,-2 0-63-15,2 0-15 16,-6 0-22-16</inkml:trace>
  <inkml:trace contextRef="#ctx0" brushRef="#br1" timeOffset="35138.39">25749 8242 28 0,'-4'0'335'0,"4"0"-304"16,0 0-9-16,0 0 95 16,0 0-38-16,0 0-39 15,0 0 1 1,0 0 32-16,0 0 67 15,0 0-78 1,0 0-6-16,0 0-9 16,0 0-11-16,0 0-2 15,0 0-9-15,0 0 7 16,0 0-22-16,0 0-1 16,0 0-1-16,0 0-4 15,13 7 0-15,14 9 10 16,2 1-2-16,4 2-3 15,6 4-4 1,9 7-3-16,6 8 6 16,0-2-7-16,-2 2 5 0,-13-6-6 15,-4-6 7 1,-1-4-3-16,-7-2-3 0,-6 0 2 16,0-6 1-16,-8-1-2 15,-4-6-2-15,0-3 2 16,-5 0-2-16,-4-4 2 15,0 3-2-15,0-3 2 16,0 0 0-16,0 0 1 16,2 0 1-16,-2 0 1 15,0 0-3-15,0 0-2 16,0 0-19-16,-4 0-20 31,-13 0-33-31,-8 0-136 0,11 0-159 16,5 0-90-16</inkml:trace>
  <inkml:trace contextRef="#ctx0" brushRef="#br1" timeOffset="36227.21">26015 8466 338 0,'-2'-4'172'0,"2"4"-132"15,0 0 43-15,0 0 29 16,0 0-67-16,0 0 10 16,0 0-21-1,0 0-14-15,-8 18 21 16,2 10 7-16,-7 8-22 16,-3 2-11-16,-2-3-3 15,-4 2-5-15,-7 4-3 16,-15 9 1-1,-6 0 2-15,-3 0-6 0,0-2 4 16,6-12-4-16,-1 2 1 16,-2-4 2-1,-4-2 14-15,-2-1-6 16,0-3 0-16,1-6-4 0,-9 2 1 16,6-6 2-1,6-2-1-15,8-4-6 16,17-8 23-16,5 0-8 15,1 0-5-15,6-2-8 16,1 0 1-16,-1 2-6 16,1-2 1-16,3 2-1 15,-2-2-1 1,4 0 1-16,2-2-1 0,3 0-1 16,2 2 1-16,0-2-1 15,0 2 1-15,-1-2-1 16,-1 0 1-16,1 2-1 15,1-2 1-15,2 0-2 16,0 0 1-16,0 0 0 16,0 0-1-1,0 0-7-15,0 0 6 16,0 0 3-16,0 0 0 16,0 0 1-16,0 0-1 15,0 0 0-15,0 0 1 16,0 0-1-16,0 0-2 0,0 0 2 15,0 0 0-15,0 0 3 16,0 0-3-16,0 0 0 16,0 0-1-16,0 0 0 15,0 0-2 1,0 0 0-16,0 0-2 16,0 0 5-16,0 0 1 15,0 0-1-15,0 0 1 16,0 0 0-16,0 0 2 0,0 0-1 15,0 0-1-15,0 0 0 16,0 0 1-16,0 0 1 16,0 0-3-16,0 0 1 15,0 0 0-15,-2 0 0 16,-3 0 1 0,3 0-1-1,0 0 2-15,0 0 8 0,2 0-4 16,0 0-5-16,0 0-2 15,0 0 0 1,0 0-1-16,0 0-3 16,0 0 1-16,0 0-83 15,0 0-13-15,0 0-56 16,0 0-48-16,0 0 7 16,0 0-46-16</inkml:trace>
  <inkml:trace contextRef="#ctx0" brushRef="#br1" timeOffset="39164.48">26128 8855 442 0,'0'-8'73'0,"0"4"-57"15,2 2 113-15,-2 0-38 16,3 0-61-16,-3 2-3 16,0-2 14-1,0 0 43-15,0 2-39 16,0-2-19-16,0 2 10 16,0-2-10-16,0 2-1 15,-3 0-22-15,-12 0-3 16,-4 0-4-16,-4 0-1 15,-14 4 5-15,0 12 7 16,-1 4-5-16,3 4-1 16,8-2 5-16,2 4-4 15,6 2 1 1,9 6-3-16,3 2-8 16,7-4 2-16,0 1 5 0,0-13 0 15,7-6 1 1,9-6-1-16,3-4-2 15,4-3 3 1,2-1 2-16,4 0-1 0,4 0 0 16,-2 0-1-1,-2-1 1-15,-6-3 0 16,-10 0 0-16,-7 2 1 16,-4 2-2-16,-2 0 1 15,0 0 1-15,0 0-24 16,0 0-58-16,0 0-72 15,0 0-99 1,0 0-70-16</inkml:trace>
  <inkml:trace contextRef="#ctx0" brushRef="#br1" timeOffset="39878.18">26302 9024 211 0,'0'-11'255'15,"0"5"-222"-15,0 0 31 16,0 2 76-16,0 2-50 15,-4 2-32-15,-7 0-6 16,-8 0-21-16,-1 0-22 16,-7 0-8-1,3 12 27-15,0 2-14 16,6 4-4-16,7-6-7 0,4 1-3 16,7-2-2-16,0 0-1 15,0-1-7-15,0 2 9 16,5-2 1-16,19 4 2 31,5-2-1-31,5 2 1 16,-1 0 1-16,-8-2-3 15,-2 2 1-15,-4-2-1 16,-6 2 0-16,-9-2-3 16,-4 0 0-16,0 2 2 15,-2-4 1-15,-20 2 0 16,-7-2 6-16,-8-2 17 15,-4 2 38-15,-1-4-35 16,4 0-5-16,2 0-3 16,12-4 5-1,10-2-16-15,8 0-7 0,6 0 0 16,0 0-35-16,0 0-40 16,31-12-35-1,-11 2-252-15,4 0-2 16</inkml:trace>
  <inkml:trace contextRef="#ctx0" brushRef="#br1" timeOffset="40442.3">26462 9025 489 0,'0'0'227'15,"6"-33"-209"-15,0 26 33 16,-2 1 82-16,0 4-111 0,1-2-22 15,-3 4 5 1,-2 0 0-16,0 0 6 16,0 0 20-1,0 0 10-15,0 16-21 0,0 10-11 16,2 5 1-16,2 16-7 16,4 4 1-1,-4-3-2-15,0 0-2 0,1-18 3 16,-5-8-2-1,4-8 0 1,-4-8 0-16,2-6 2 16,0 0 11-16,1 0 22 15,-1 0 9-15,3-8-20 16,1-12 5-16,3-6-3 16,2 0-25-16,1 4-2 15,-2 4 0-15,4 4 0 16,-3 5-2-16,-2 8 0 15,0 1-1-15,-2 0-4 16,1 6-3-16,1 16-3 16,5 12 4-1,-1-2 7-15,-4 0 2 16,-6-6 0-16,-3-12-9 0,-6 0 2 16,-33-2-7-1,-15-2-4-15,-15-8 0 16,-8-2-170-16,-6 0 64 0,-11-9-5 15,9-16 48 1,12-3 53-16,17-2-5 16,56 20-38-16,0-2-141 0</inkml:trace>
  <inkml:trace contextRef="#ctx0" brushRef="#br1" timeOffset="44615.98">24461 5450 99 0,'-2'-12'96'0,"2"6"-54"16,0 0-21-16,0 0 89 16,0 2-67-16,0 2 11 15,0 0 36-15,0 2-15 16,0 0-10-16,0 0 0 15,0 0-1-15,0 0 15 16,0 0-52-16,10-6-7 16,13 0-2-1,11-2 31-15,4 2-8 0,0 0-19 16,4 2-6-16,3-2 1 16,15 0-2-1,3 4 12-15,-1 0-11 16,3 2 0-16,-10 0 1 15,2 0-3-15,2 6-4 16,1 16-3-16,0 2-5 16,-4 4-1-16,-5 6 2 15,5 6-2-15,-7 0-1 16,-4 1 0-16,-5-4-2 16,-16-9 1-16,-4 1 0 15,0-7 1 1,-5-4 0-16,-1-4 2 15,-7-6-2 1,-7-4 0-16,0-4 0 16,0 0 0-16,0 0 0 15,0 0-12-15,0 0-95 16,0 2-38-16,-5-2-115 16,-1 0-96-1</inkml:trace>
  <inkml:trace contextRef="#ctx0" brushRef="#br1" timeOffset="45327.5">25863 5548 273 0,'0'-4'37'0,"0"1"-26"0,0 3 111 15,4-3-46 1,-4 1-35-16,3 0 50 16,-3 2-26-16,0 0-7 15,0 0-3-15,2 0-6 16,-2 0-1-16,0 0-2 15,0 0 48-15,0 0-54 16,0 0-17-16,0 0 1 16,0 0-23-1,0 0-1-15,-7 8-9 0,-9 10 9 16,-11 8 13-16,-4 5 3 16,-19 16-3-1,-4 7 19-15,-2 3-21 16,3-1-8-16,15-10-2 15,4-6 3-15,7-5-3 16,12-8-1-16,3-4-2 16,6-8 1-16,4-3-2 15,0-2 3-15,2-3 2 16,0-3-2-16,0-2 0 16,-2-2 1-1,2 0-1-15,0 0 3 16,0 0-3-1,0 0-27-15,0 0-14 16,0 0-20-16,0 0-37 16,0 0-86-16,0-5-105 15,0-3-199-15</inkml:trace>
  <inkml:trace contextRef="#ctx0" brushRef="#br1" timeOffset="46010.24">26121 5725 251 0,'12'-8'177'0,"-6"2"-156"15,1 2-18-15,-3 0 123 16,-2 0-101-16,1 2 15 15,-3 0 18-15,2 0 3 16,-2 2-7-16,0 0-11 16,2 0-2-16,-2 0 1 15,0 0-7 1,0 0-5-16,0 0 16 16,0 0-33-16,0 0 0 0,0 0 5 15,0 0 1 1,0 0-4-1,0 0-12-15,0 0-3 16,-2 0 0-16,-13 11 6 0,-19 16 6 16,-1 7-4-1,-8 6 3-15,-3 8 4 16,3-2-1-16,1 4 9 16,2 3-7-16,-5 6-4 15,5-2-1-15,2-11-9 16,9-8-1-16,11-18 0 15,7-6 1-15,5-8-2 16,4-2 1-16,2-4 0 16,0 0-2-16,0 0 1 15,0 0 0-15,0 0-3 16,0 0 3-16,0 0-19 0,0 0-15 16,0-4-24-16,0-10-30 15,0 8-159 1,0-4-72-16</inkml:trace>
  <inkml:trace contextRef="#ctx0" brushRef="#br1" timeOffset="46779.47">25899 6060 427 0,'0'-4'53'15,"0"4"16"-15,0-2 88 16,0 2-46-16,0 0-60 15,0 0 2-15,0 0-5 16,0-2-2-16,0 2 7 16,0 0 0-1,0 0 14-15,0 0-51 0,2 0-1 16,6 0-9 0,6 0-2-16,6 12 9 15,2 2 12-15,1 4-4 16,4 2-17-16,-4 4-4 15,12 6 2-15,-4 4-1 16,-2 2 0-16,-1 0-1 16,-8-3 1-16,1 0 0 15,-4 2-1 1,6 15 0-16,-5 0 1 16,1 0 0-16,2-2-1 15,-6-12 0-15,-1 2 1 16,-1-3-1-16,-2 1 0 15,0-4-1 1,-4 0 1-16,-1-2 0 0,-3 3-1 16,-3-2-1-1,0-7 2-15,0-2 0 16,0-4 0-16,-5 0-1 16,-8 0 2-16,0 6-1 15,-1-2 0-15,3 0 2 16,2 0-2-16,7-6 2 15,-1-4-2-15,3-2 0 16,0-3-2-16,0-3 2 16,0-4 0-16,0 0 0 15,0 0 0-15,0 0 3 16,0 0-3-16,0 0-1 16,0 0-5-1,0 0-5-15,0 0-5 16,-2-8-17-1,-6-2-251-15,1 6-80 16</inkml:trace>
  <inkml:trace contextRef="#ctx0" brushRef="#br1" timeOffset="47359.17">26221 7114 217 0,'0'0'181'16,"0"0"-110"-16,0 0 26 16,0 0 56-16,0 0-124 0,0 0 32 15,0 0-6 1,2 0-8-16,8 0-25 0,3 0 0 15,3 3-5-15,1 7 5 16,2 3 2 0,7 7 3-16,-6 2 6 15,-2 0-27 1,-5-1-1-16,-11-3 1 16,-2-3 6-16,0 4-6 15,0-1 3-15,0-2 16 16,0-2-17-16,-9-2-2 15,3-4 8 1,2-2-2-16,2-4-3 0,2-2-1 16,0 0 2-16,0 0 11 15,-3 0-1 1,3-14-6-16,-2-8-9 16,2 2-3-16,0 4 5 15,0 10-3-15,0 4-3 16,0 2-1-1,0 0 0-15,0 0-9 16,0 0-1-16,-2 0 3 0,-5 0-21 16,0 0 10-1,-1 2-1-15,-1 2-30 16,-3-4-59-16,8 0-94 16,-3 0-117-16</inkml:trace>
  <inkml:trace contextRef="#ctx0" brushRef="#br1" timeOffset="48438.65">26472 5837 69 0,'6'0'420'15,"-4"0"-371"-15,0 0 10 16,1-6 46-16,-1 2 13 16,0 0-51-16,-2 2 14 15,0-4-42-15,0 2 14 16,0 2-19-16,0-2-7 16,0 2-20-16,-7 2-1 15,-9 0-6 1,-10 0-11-1,-6 10 9-15,1 14 2 16,3 6 4-16,8 2-3 16,9 3-2-16,6 1 4 15,5 1-3-15,0-1 0 16,11-1 0-16,16-5 0 16,11 0 1-16,2-6 0 15,-1-8 0-15,0-6-1 16,-15-8 0-16,1-2 5 15,-5 0-5 1,-2 0-2-16,-18-8-157 16,0-4-135-16</inkml:trace>
  <inkml:trace contextRef="#ctx0" brushRef="#br1" timeOffset="49123.18">26770 6124 582 0,'4'2'49'0,"-2"-2"5"15,3 0 94 1,0 0-78-16,-3-4-41 0,-2-10-9 16,0-1-11-16,0 1 25 15,0 3 4 1,-14 0 0-16,-8 4-5 16,-5 4-33-16,1 3-7 0,-1 0 6 15,0 0-4 1,0 21 4-1,5 1-2-15,4 4-2 16,10-2 1-16,5 0-2 0,3 2 6 16,3-8 0-1,16-4-4-15,6-6 2 16,-5-8 2-16,7 0 0 16,0-2 10-16,6-26-2 15,0-10 12-15,-6-2-17 16,-3-8-1-16,-10 6-2 15,-3-5-4-15,1-3 3 16,-6 2-11-16,-6-2 5 16,0 4-6-16,0 6 13 15,-2 7 3 1,-12 15 9-16,5 9 25 0,3 9-23 16,-1 0-10-16,-4 16-4 15,-2 22-23 1,-1 28 23-16,3 4 5 15,7 6 7-15,4-1-11 16,0-19 0-16,0-6 2 16,6-6-2-1,5-6 2-15,-2-10-3 16,-2-6-12-16,-1-8-59 16,1-12-60-16,-5-2-119 15,0-2-180-15</inkml:trace>
  <inkml:trace contextRef="#ctx0" brushRef="#br1" timeOffset="49582.18">26971 5831 120 0,'6'-30'567'0,"-6"28"-527"15,4 2-4 1,1 0 86-16,4 18-88 15,0 16-14-15,2 8 39 16,-3 6-25-16,0 4-10 16,-2 16-20-16,-1-3 3 15,-5-9-7-15,0-12 0 16,0-24 4-16,0-10-3 16,0-4-1-1,0-6 20-15,0 0 29 16,2 0-4-16,2 0 2 0,14-32 1 31,3-8-26-31,5-2-22 0,3 4 0 16,-5 16-2-1,-3 6-1-15,-4 10 2 16,-3 6-8-16,-1 0 0 16,-7 20-5-16,-4 18-11 15,-2 0 18-15,0 2 7 16,-4-6 2-16,-17-6-1 15,-11-6-2-15,-13-8 5 16,-5-5 3-16,-14-9-7 16,7 0-23-16,39-13-104 15,7-7-295-15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5:02.01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20925 7668 47 0,'0'0'65'0,"-2"0"-54"16,2 0 7-16,0 0 17 16,0 0-27-16,0 0-8 15,0 0 1-15,0 0 1 16,0 0 0-16,0 0 0 15,0 0 1-15,0 0 1 16,0 0-2-16,0 0-2 16,0 0-1-16,0 0-4 15,0 0-10-15,0 0-11 16,0 0-24-16,0 0 14 16,0 0-31-1</inkml:trace>
  <inkml:trace contextRef="#ctx0" brushRef="#br0" timeOffset="2532.83">20897 7716 86 0,'0'-2'29'15,"0"2"-24"1,0-2 16-16,0 2 7 0,0 0-25 15,0 0-2-15,0 0 9 16,0 0 13-16,0 0 8 16,0-2-1-16,0 2 0 15,0 0 6-15,0 0-4 16,0 0-8-16,0-2-9 16,0 2-4-1,0 0 11-15,0 0-9 16,0 0 0-16,0-2 1 0,0 2 0 15,0 0-4 1,0 0-7-16,0 0-1 16,0 0-2-16,0 0 2 15,0 0-2-15,0 0 0 16,0 0-3-16,0 0-11 16,0 0-7-16,0 0-22 15,-3 0-13-15,1 0-22 16,0 0-8-16</inkml:trace>
  <inkml:trace contextRef="#ctx0" brushRef="#br0" timeOffset="6232.95">21340 7638 67 0,'0'0'0'0,"0"0"-11"15,0 0-42-15,0 0 50 16</inkml:trace>
  <inkml:trace contextRef="#ctx0" brushRef="#br0" timeOffset="7388.02">21255 7650 71 0,'0'0'93'0,"0"0"-65"16,0 0 11-16,0 0 5 15,0 0-10 1,0 0-15-16,0 0-7 15,0 0 6 1,0 0 10-16,0 0 32 0,0 0-37 16,0 0-8-16,0 0-2 15,0 0-1 1,0 0-2-16,0 0 3 0,0 0 4 16,0 0-1-16,0 0-4 15,0 0-4-15,0 0-2 16,0 0 0-16,0 0-3 15,0 0-2-15,0 0-1 16,0 0 2-16,0 0-2 16,0 0 0-16,0 0-3 15,0 0-11-15,0 0-15 16,0 0-23-16,0 0-53 16,0 0-4-16,0 0-17 15</inkml:trace>
  <inkml:trace contextRef="#ctx0" brushRef="#br1" timeOffset="19673">21104 7690 182 0,'0'0'33'0,"0"0"-2"0,0 0 18 15,0-8-3-15,0 6 6 16,0 2 6 0,0 0 9-16,0-2-2 0,0 2-15 15,0 0-11-15,0 0-7 16,0 0 4 0,0 0 8-16,0 0-5 15,0 0-10-15,0 0-4 16,0 0-3-16,0 0 4 15,0 0 3-15,0 0-4 16,0 0 17-16,0 0-27 16,0 0-2-16,0 0 1 15,0 0 0 1,0 0 2-16,0 0-2 0,0 0-6 16,0 0-4-16,0 0 0 15,0 0-2-15,0 8-1 16,0 6 1-16,0 4 10 15,0 2 2-15,0-2-6 16,0 4 1-16,0 2-6 16,0-2 0-16,0 4 3 15,0-2-3-15,0 1 0 16,0 3-1-16,4 6-1 16,-4 4 1-16,5 0 2 15,-3 0 0-15,3-6-1 16,1 0 0-16,-2-2 4 15,3-2-2-15,0 6-1 16,0-2-1-16,-1 2-1 16,1 2-1-16,-1-1-1 15,4 3 6 1,-4 0-6-16,3 2 9 16,-3-4-7-16,2-6 0 0,-2 2 2 15,1 4-1 1,-1 0-2-16,2-1 6 0,-4-2-5 15,2-8 1-15,1-1-1 16,2 2 1-16,-2-4-1 16,-3 0-2-16,3 2 2 15,-1-2-1-15,1 2 0 16,0-2-1-16,2 2 1 16,-5-4 2-16,0 0-2 15,1-2 0-15,2 0-2 16,0-1 3-16,-3 2-1 15,5 0-1-15,-5-1 2 16,3 0-2-16,0-6 0 16,-3 2 2-16,3 0-1 15,1 0-1 1,2 0 2-16,-1-2-2 16,-1 2 0-16,2 0 1 15,-2 0-1-15,1 0 2 16,3 0 0-16,-4 0-2 15,3-4 0-15,-4 0 0 16,0-2-1-16,4 2 1 16,2-2-1-16,3 0 2 15,-1 0-1-15,3 0 0 16,-2 1 2-16,4-2-3 16,-2 1 3-16,-1-2-2 15,-1 2 1-15,-1 0 0 0,-1 1-1 16,-1-4 1-16,-1 2-1 15,-3-4 0 1,-3 1-1-16,3-1 1 16,-4 1 1-16,2-3-1 0,-1 3 0 15,-2 1 0 1,1-4 0-16,-1 2 1 16,-2-3-1-16,3 1-1 0,-2 2 1 15,-1-2 1-15,0-1-1 16,-2 0 0-16,0 0 0 15,0 0 0 1,0 3 1-16,0-3 0 16,0 0 0-16,0 0-1 15,0 0 0-15,0 0 0 16,0 0-1-16,0 0 1 16,0 0-1-16,0 0 1 15,2 0 0-15,0 2 0 16,0 0 1-16,3-2-1 15,-1 3 0-15,3 0 0 16,0-2 0-16,-1 3 0 16,5-1 0-16,3-1 1 15,3 2 0-15,4 0 3 16,-1 0 12-16,0 0-9 16,-2 2-7-16,-3 2 0 15,-1-2 0 1,-6 0 0-16,-1-3 0 0,-3 0 1 15,-1-3-1-15,0 0 2 16,-3 0-2-16,0 0 3 16,0 0-2-16,0 0 1 15,0 0-2-15,0 0 0 16,0 0-6-16,0 0-15 16,0 0-12-16,0 0-103 15,-3 0 17 1,-6-4-102-16,4 0-60 15,-1 0-31 1</inkml:trace>
  <inkml:trace contextRef="#ctx0" brushRef="#br1" timeOffset="20320.53">22061 9260 165 0,'0'-4'289'16,"0"2"-242"-16,0 2-16 15,0-2 74-15,0 2-49 16,0 0-47-16,0 0 25 16,0 0 19-16,0 0 8 15,0 0-9-15,0 0-6 16,0 0-5 0,0 0-12-16,0 0-12 15,0 0-8-15,0 6-3 16,-2 6-3-16,-2 2 4 15,-5 0 0-15,3 4 1 16,-4 2 3-16,0 4 4 16,-1 2-7-16,-1 5 3 15,-1 1-6-15,1 2 9 16,-3-2-5-16,-3 16 3 16,1-4 1-16,1-4-8 15,-2 0-1-15,7-16-4 16,0-2 6-16,-2-2-2 15,5-6-3-15,2-2 1 16,2-6 2-16,1-4-2 16,3 0-1-16,0-2 1 15,0 0-1-15,0 0 1 16,0 0 1-16,-2 0-3 16,2 0-3-16,0 0-11 15,0 0-10 1,0 0-19-16,0 0-22 0,0 0-25 15,0-11-21-15,0-4-60 16,0 8-41 0,0-2-61-16</inkml:trace>
  <inkml:trace contextRef="#ctx0" brushRef="#br1" timeOffset="21072.18">22213 9356 172 0,'0'0'70'0,"0"0"23"0,8-14 57 15,-8 14-61-15,0 0-29 16,0-2-9 0,0 2-2-16,0-2-5 0,0 2-9 15,0 0-4-15,0 0-3 16,0 0-1-16,0 0-3 16,0 0-3-16,2 0-3 15,-2 0-1-15,2-2-7 16,-2 0-3-1,0 0-3-15,0-2 0 0,2 0-1 16,0 0-5 0,0 0 2-16,3 2 0 15,-1 0 0 1,-2-2 1-16,0 4 0 0,-2 0-1 16,0 0 2-16,0 0 1 15,0 0-1-15,0 0 3 16,0 0 0-16,0 0 5 0,0 0-1 15,0 0-5-15,0 0 0 16,0 10-1 0,-2 8 11-1,-11 2 10-15,1 6-18 0,-1 0 0 16,-3 5 0-16,-3 11 2 16,-4 0 4-16,1 4-3 15,2 2-1-15,2-10-4 16,3 0 2-16,1 0-3 15,1-6 1-15,1-3 6 16,6-6 0-16,-3-6-5 16,3-3 14-16,2-6-4 15,-2-2-9 1,6-2 0-16,0-3 7 16,0-1-12-16,0 0 1 0,0 0 1 15,0 0-2 1,0 0 0-16,0 0-1 15,0 0-5-15,0 0-33 16,0 0-57-16,0-4-69 0,6-1-165 16</inkml:trace>
  <inkml:trace contextRef="#ctx0" brushRef="#br1" timeOffset="26586.62">22100 9671 148 0,'0'0'90'0,"-7"-2"-35"16,7 2 62-16,0 0-11 15,0-2-45-15,0 2-7 16,0 0 46-16,-2 0-40 16,2 0 0-16,0 0-11 15,0 0-1 1,0 0 0-16,0 0-9 0,0 0-11 16,0 0-8-16,0 0-3 15,0 0-8-15,0 0-1 16,4 0 11-16,5 8 5 15,4 4-3-15,-1-2-10 16,5 2 2-16,-1 0-2 16,6 2 0-16,-2-2 1 15,1 2-5-15,0-4-2 0,0-2 2 16,6 2 6 0,0-2-4-16,-1 1-1 15,6 0-3-15,-3-3 1 16,2 1-3-16,0-2 2 0,0-1-4 15,5 1 1 1,1-1 1-16,3 0-2 16,1-3-1-16,-1 4 2 15,-3-3 0 1,-1 4-2-16,-3-2 3 16,4 0 1-16,-2-2-4 0,-4 2 0 15,9 0 0 1,0 0 1-16,-1 0 1 15,0 0 0-15,-7-2-2 0,-1 0-1 16,2 0 0 0,-4-1 2-16,0 2 0 15,-2-1 0-15,0 0 1 16,-3 0-1-16,-2 2-1 16,-1-2 1-16,-2 1-1 15,4 2 0-15,-5-3 0 16,1 2-1-16,4-2 1 15,1 2 0-15,3-4 1 16,0 2-1-16,-5 0 1 16,-4-2-1-16,-1 2 0 15,-1-2 0-15,-1 2-1 16,1 0 2-16,1 2-1 0,-4-4 0 16,-1 0 0-16,0 2 0 15,-3-2 0 1,-1 0 0-16,2 0 0 15,-1 0 0-15,-1 2 0 0,1-2 0 16,9 0 0 0,-2 0 1-16,2 0-1 0,0 0 1 15,-7 2-1-15,1-2 0 16,2 0 0-16,-3 2 0 16,3-2 0-16,-3 0-1 15,3 2 1 1,-3 0 0-16,2 0 0 15,-2 0 0 1,4 0 0-16,2 0 0 0,-7 0 0 16,3 0 0-16,-3 2 0 15,1-4 0 1,0 2 0-16,-2-2 0 0,2 0 0 16,-7 2 0-16,6 0 0 15,-2-2 0-15,5 2 0 16,-1-2 0-16,-1 0 0 15,2 0-1-15,-4 0 1 16,2 0-2-16,-2 2 2 16,0 0 0-16,2-2 0 15,-2 0 3-15,-2 0-3 16,2 0-1-16,0 0 1 16,-1 0 0-16,2 0-1 15,-4 2 2-15,-1-2 0 16,-1 0-1-16,0 0-2 15,2 0 2-15,0 0 0 16,0 0 1-16,1 0-1 16,2 0 0-16,0 0 0 15,2 0 0-15,3 0 0 16,-1 0-2 0,-2 0 2-16,3 0 0 0,-6 0 0 15,6 0 0 1,1 0 1-16,-2 0-1 15,3 0-2-15,-5 0 2 16,3 0-2-16,-1 0 2 16,3 0 1-16,-1 0-1 0,1 0 0 15,-1 0 0-15,-1 0-1 16,-1 0 1-16,-2 0 0 16,-2 0 0-1,-2 0-1-15,2 0 1 0,-5 0-2 16,1 0 1-16,2 0 1 15,-5 0-1 1,-2 0 1-16,2 0 0 16,-2 0-1-16,0 0 2 0,0 0-2 15,2 0-1-15,0 0-3 16,3 0 3-16,1 0 0 16,-1 0 2-16,4 0 0 15,-5-2 1 1,3 0-2-16,-3-2 1 0,4 0-1 15,-2 2 1-15,0 0 0 16,3 2 1 0,-1-2-1-16,-2 2 0 0,-2-2 1 15,-4 2-2 1,0 0 1-16,0 0 0 16,0 0 1-16,0 0 3 15,0 0-2-15,0 0-2 16,0 0 1-16,0 0 0 15,0 0-1-15,0 0-1 16,0 0-1-16,0 0 0 16,0 0 0-16,0 0 0 15,0 0 0 1,0 0 0-16,0 0 0 0,0 0 1 16,0 0 1-16,0 0 0 15,0 0 0-15,0 4 1 16,0 0-1-16,0 2-1 15,0 4 1-15,0-2-1 16,0 2 0-16,0 4 1 16,5-2-1-16,3 2 0 15,4 2 2-15,-3-2-1 16,-1 0 0-16,6 0 0 16,-3 0 0-16,2-2 0 15,1-1-1-15,-3-6-1 16,0 1 2-16,2 1-2 15,3 1 1-15,-3-5 1 0,4 4-1 16,-5-3-1 0,4 1 2-16,-3 1-1 15,0-2 1 1,1 0 0-16,-1 0 0 16,1 1-2-16,-1-5 1 0,-2 1 0 15,3-1-1 1,1 3 2-16,-1-3 0 15,-1 0-1-15,-1 0 1 16,-6 0 0-16,3 0-3 0,-1 0 2 16,0 0-2-16,3 0 3 15,-3-4-2-15,4-5 2 16,-3 0 0-16,-1-1 1 16,4-1 0-16,-6 1 4 15,3 2-5-15,-2 1 0 16,-3-2 0-16,1-4 2 15,-1-1 0-15,1-5 1 16,-1 1 0-16,-2 0 0 16,-2 0-2-16,0 2-1 15,0 2 0-15,0 4 0 16,2 2-1-16,-2 2 1 16,0-2 0-16,0 2 1 15,0 0-1 1,0 0 2-16,0 0 2 15,0 0-3-15,0 2 0 0,0 0-1 16,0 0-2 0,0 2 2-16,0 0 0 0,0 2 0 15,0 0 0-15,0 0 0 16,0 0-3 0,0 0 3-16,0 0 0 15,0 0 0-15,0 0 1 16,0 0-2-16,0 0-1 15,0 0 2-15,0 0-1 16,0 0-1-16,0 0 2 16,0 0-3-16,0 0 0 15,0 0 2 1,0 0 0-16,0 0 1 0,0 0 0 16,0 0-1-16,0 0 0 15,0 0 0-15,0 0 0 16,0 0 1-16,0 0 0 0,0 0 0 15,0 0 0-15,0 0-1 16,0 0 1 0,0 0 0-16,0 0 0 15,0 0 0-15,0 0-1 16,0 0-1-16,3 0 1 16,3 0 0-16,4 0 1 15,0 0 0-15,-1 0 1 16,5 6-1-16,-3-2 0 15,3 0 2-15,-4 0-2 16,1 0 0-16,1 0 0 16,1 0 1-16,-4 0-1 0,2-2 0 15,0 2 1 1,0-2 0-16,1 0-1 16,-2 0 0-16,2 0 0 15,3 4 0 1,-1-2 1-16,-1-2-1 15,0 2 1-15,-1-2-1 0,-3-2 1 16,-1 2-1 0,0 0-1-16,2-2 0 0,3 0 1 15,-1 0 0-15,1 0 2 16,3 0-2-16,-3 0 0 16,3 0 0-1,-1 0-1-15,1 0 2 0,-1 0 0 16,-1 0-1-16,4 0 1 15,2 0-1 1,-5 0 0-16,6 0 0 16,-3 0 0-16,-1 0-1 0,3 0 1 15,0 0 1-15,-4 0 0 16,1 0-1-16,4-4 0 16,-5 2 0-16,3 2 1 15,1-2-2 1,3 0 2-16,-1 0-1 0,0 2-1 15,1-2 0-15,1 2-1 16,0-2 2 0,3-2 2-16,0-2-2 0,-5 2 0 15,-1 0 1-15,-6 0 0 16,3 0-1 0,-3-2 0-16,6-2 1 15,-4 4-1-15,1 0 0 16,-1-4 0-16,4 2 0 15,-3-3 2-15,1 4-2 16,2-1 0-16,1 2 0 16,-2 0 0-16,2 0 1 15,3 0-1 1,2-2 0-16,-5 0 2 0,2 2-2 16,-6 0 1-16,0 1 0 15,0-1 0-15,0 3-1 16,-1-2 0-16,0 2 0 15,-2-1 2-15,1 0-3 16,-1-4 2-16,-1 3 0 16,-1 2-1-16,1-2 2 15,-1 3 1-15,2-3-3 16,1 3 1-16,2-3-1 16,1 2 0-16,0-3 0 15,-2 1 3-15,-1 2-3 16,-3-3 0-16,3 1 0 15,-1 0 2-15,3 0-1 0,-3-1 0 16,1 3 0 0,0-2 2-16,0-3-3 15,-1 5 1 1,1-3-1-16,-3-3 3 16,3 3-3-16,-3-2 0 0,3 1 0 15,1-4 3 1,4 4-1-16,-3-2-1 15,1-3-1-15,2 4 0 0,-3-2 0 16,-1-2 2-16,-1 2-1 16,-1-2 0-16,1 0 0 15,-3 2 0-15,0-2 2 16,1 2-1-16,-1-2 0 16,3 0 1-16,-1-2 2 15,3 0-3-15,-2 0 0 16,0 0-1-16,2-2-1 15,-3-2 1-15,3 4 0 16,-3-2 1-16,-1 4-2 16,4-2 3-16,-8 1 3 15,6-3 3-15,-3 3 0 16,-1-4-2-16,3 0-2 16,-1 1 0-16,-3-3-2 15,5 1 0-15,-1 0 3 16,1-2-1-16,4 0-3 15,-2 0 1 1,-3 0-3-16,3-4 4 16,-3-2 1-16,3 0-3 15,-5 0-1-15,-1 6 6 16,1-2-5-16,-3 2 1 16,3 0-1-16,-5 0 2 15,-1-3 0-15,0 3-4 16,-2-1 4-16,1-4-1 15,1 7-1-15,-3-4 0 16,5 2 3-16,-2-2-4 0,-3-2 0 16,3-2 1-16,0-4-1 15,0 2-1 1,1-2 0-16,-1 4 2 16,-3 6 0-16,3 0 1 0,-2 0 2 15,-1 2-2 1,3-3 4-16,-5 0-6 15,0-2 3-15,4 0-3 16,-2-4-1-16,2 1 0 16,-2 2 2-16,-2-4-2 15,3 0 0-15,-1 2 2 16,0 0-2-16,2-6 1 16,-2 0 1-16,0 0-1 15,1 2-1-15,-3 7 0 16,-2-1 1-16,0 7-1 15,2-7 2-15,0-1-1 16,0 1-2-16,-2-1 2 0,2 0-2 16,-2-3 0-16,3 2 1 15,-3-4 1 1,2 0 0-16,-2-2-3 16,3 2 4-1,-1 3-4-15,-2 2 3 16,2-1-1-16,0-1 0 15,0 2 0-15,3-1 1 16,-1-2 0-16,-2-1-1 16,-2 1 0-16,2 0 0 0,1 0 0 15,-1 0-1-15,1 2 1 16,1 2 0-16,-2 2-2 16,3 2 1-1,-3 0 1-15,-2 0 0 0,0 2 0 16,0-1-1-16,0-2 0 15,0-3 0 1,0-1 1-16,0 0 0 16,0 2-2-16,0 3 0 0,0 2 1 15,0-2 1-15,0 0 0 16,0 0 0-16,0 2-4 16,0 2 4-16,0 2-1 15,0 2 1 1,0 0 0-16,0 4 3 0,0 0-2 15,0 0-1-15,0 2-2 16,0-4 2 0,0 0 0-16,0 2 1 0,0-4-1 15,0 2 1-15,0 2-1 16,0-2-2-16,0 3 1 16,0 0 1-1,0 1 0-15,0 2 1 16,0-2-1-16,0 0-1 15,0 2-1-15,0-2 2 16,0-2-1-16,0 1 1 16,0 1 0-16,0 1 1 15,0-3 1 1,0-3-2-16,0 4 0 0,0-1-1 16,0 3 1-16,0 2 0 15,0-2 0-15,0 3 0 16,0 0 0-16,0 0 0 15,0 0 0-15,0-1 0 16,0 1-1-16,0 0 1 16,0 0 0-16,0 0-1 15,0 0 0-15,0 0-1 16,0 0-3-16,0 0-1 16,0 0-8-16,0 0-3 15,0 5-2-15,0 13-1 16,0 5 16-16,0-3 4 15,0 2-1-15,0-2-1 16,0-4 2-16,0 0 0 0,0-4 0 16,-2-4-1-16,0-2 2 31,-3-4-3-31,3 0-4 16,0-2 6-16,-1 0 0 0,-4 0 2 15,-6 0 2 1,-5-8 1-16,-1-12 1 15,-2-4-6-15,7 2 7 16,6 0-7-16,3-2 3 0,3 4 0 16,2 2-3-16,0 3 1 15,0 5-1-15,0 5-3 16,7 2-4-16,5 3 1 16,-2 0 1-16,1 0-3 15,1 0 2-15,-1 0 1 16,-1 12 5-16,0 2-3 15,-1 0 3-15,-7-3 0 16,-2-4-1-16,0-4 0 16,0 1 0-16,0-4 1 15,0 2-1-15,0-2 1 16,0 0 0-16,0 0 2 16,0 0 1-16,0 0-1 15,0 0-2-15,0 0-1 16,0 0-28-16,0 0-23 15,0 6-25 1,-2 0-38-16,-21 6-30 16,1-2-128-16,11-8-34 15</inkml:trace>
  <inkml:trace contextRef="#ctx0" brushRef="#br1" timeOffset="28877.26">22093 10144 182 0,'5'-4'190'0,"-5"-4"-169"15,4 4 1-15,-2 0 57 16,1 0-48-16,-1 2-20 15,0 1 23-15,-2-2 20 0,0 1-4 16,0 0-2 0,0 0 5-16,0 2-2 15,0-4-4 1,0 4-4-16,0-2 62 16,0 0-67-16,0 0-2 0,0-2-4 15,0 0-9 1,0 0-7-16,0 0 5 15,-2 2-5-15,-7 0-3 0,-3 2 2 16,-1 0-6 0,-3 0 1-16,-3 0-2 0,-4 0-3 15,3 0-1-15,-2 10-2 16,0 4 1-16,1 1-2 16,4 4 2-1,1 5-1-15,3 2-2 16,-1 5 0-16,3 1 1 15,5 12-1-15,1 0 1 16,5 0 0-16,0-2-1 16,0-12-1-16,20 0 1 0,9-2 0 15,4-2 0 1,5-2 0-16,5-6 0 0,1-5 0 16,1-8 4-16,-1-2-1 15,-6-3 2 1,-7 0 6-16,-6 0 12 15,-11 0-18-15,-3 0-2 16,-9 0-3-16,-2 0 2 16,0 0-2-16,0 0 0 15,0 0-22-15,0 0-38 16,0 0-46-16,0 0-77 16,0 0-149-16,0 0-226 15</inkml:trace>
  <inkml:trace contextRef="#ctx0" brushRef="#br1" timeOffset="29668.49">22554 10491 445 0,'0'0'87'16,"0"0"-24"-16,0 0 194 15,0-44-177-15,0 32 0 0,0-2-4 16,-9-2-13 0,-11 2-24-16,0 0-11 15,-2 6-15 1,2 8-6-16,-2 0 2 0,-1 0-8 15,-1 0 1-15,-1 14 1 16,6 6-3-16,0 4 0 16,6 0 0-16,9-2 1 15,4-2-1 1,0-2 0-16,0-4-1 0,0-2-1 16,2-3 0-16,9-4 0 15,2-5-3 1,5 0 5-16,5 0 3 0,6-9-2 15,-6-9 1-15,4-5-2 16,-2 5 0-16,0 2-3 16,-5 2-3-16,-3 6 6 15,-3 2-3-15,-3 6 1 16,-4 0 2-16,-1 0-4 16,2 0-3-16,0 18-14 15,1 10 19-15,-3 8 2 16,2 4 1-16,-2 21-1 15,-2-5 2-15,-4-2-2 16,0-4 0-16,0-20-53 16,0-6 52-1,-16-2 1-15,-5-6 0 16,-4-4 8-16,-6-2-2 16,0-6 21-16,-3-1-13 15,1-3-5-15,4 0 7 16,2 0-2-16,7-17 31 15,3-5-32-15,5-2-3 16,7-4-3-16,5-8-2 16,0-2-1-16,7 0-3 15,22 0-1-15,4 9 0 16,4 4-2-16,3 3-3 16,-3 0 4-16,3 4-2 0,3 0-13 15,-3 0-45-15,-7 3-38 16,-6-1-88-16,-25 14-160 15</inkml:trace>
  <inkml:trace contextRef="#ctx0" brushRef="#br1" timeOffset="30244.08">22801 10222 563 0,'0'0'187'0,"-11"-29"-164"15,9 25 82-15,2 1 27 16,0 3-76 0,0 0-21-16,0 0 12 15,-2 0-43-15,2 0 2 16,0 17-4-16,0 20 3 16,0 10 8-16,0 7 1 15,11 4-6-15,3-14 1 16,-3-2-3-16,-1-6-3 15,2-7 0-15,-5-10-3 16,-1-2 2-16,-4-10 0 16,0-3 0-16,1-4 2 15,-3 0 3-15,2 0 1 16,-2 0 20-16,5 0-5 16,-3-4 1-16,5-14-7 15,8-7-11 1,1-1-6-16,4 1 1 0,2 3-1 15,-4 10-2-15,2 4-1 16,0 2 1-16,0 6-3 16,-3 0 3-16,4 0-2 15,-3 0 0-15,-1 16-1 16,-1 6-1-16,-3-1 5 16,-6-2-1-16,-5 2 0 15,-2-3 0-15,0 1 2 16,-26-1 5-16,-30 3 14 31,-6-7-3-31,0-8-5 0,3-6-3 16,22 0-5-16,10 0-3 15,7-13-16-15,15-1-34 16,5 6-51-16,0-2-222 16</inkml:trace>
  <inkml:trace contextRef="#ctx0" brushRef="#br1" timeOffset="33643.75">22926 10910 211 0,'-40'0'60'0,"29"-2"-60"16,2 2-14-16,2 0 2 15,1 0-2-15,6 0-54 16</inkml:trace>
  <inkml:trace contextRef="#ctx0" brushRef="#br2" timeOffset="57769.85">21623 11011 86 0,'-2'-8'47'0,"2"6"-45"16,-3 0-2-16,3 0 35 15,-2 2-27-15,2-3-4 16,-2 3-4-16,2-4 17 15,-2 3-9-15,0-2 5 16,2 2 17-16,-2-1-3 16,0 2-20-16,2-3-5 15,0 3-2-15,-4 0-8 16,4-1 6-16,0 1 2 16,-2 0 0-16,2 0 1 15,0-3 0-15,0 3 0 16,0-1 0-16,0 1-1 15,0 0 3-15,-2 0 0 16,0-3-2-16,0-1 11 16,2 3 6-16,0 1-2 0,-2 0-3 15,2-3 1 1,0 1 36 0,0 1-21-16,0-3-1 0,0 4-6 15,0 0 3 1,0-3 6-16,0 2-5 15,0 1-8-15,0 0 16 0,0-3 0 16,0 3 8-16,0 0-7 16,0-1 2-16,0 1-3 15,0 0-3-15,0 0-3 16,0 0-4-16,0 0 5 16,0 0 4-1,0 0 18-15,0 0-28 0,0 0-8 16,0 0-1-16,0 0-7 15,0 0-1 1,-3 0 1-16,3 0-3 16,0 0-4-16,-2 0-1 0,2 0-3 15,0 9 4-15,0 9 7 16,0 5-2-16,0 4 3 16,0 4-6-16,0 3-1 15,0 0 6 1,0 0-7-16,0 2 8 0,9 0-6 15,1 0 0-15,0-3-2 16,3 0 4 0,1-5-4-16,-1-3 0 15,-1-1 0-15,-3-8 0 16,-3-6 2-16,0 0-2 16,-3-4 1-16,-1-2-1 15,0-2 0-15,-2 0 1 16,0-2-1-16,0 2 3 15,0-2 1-15,0 0 4 16,0 0 2-16,0 0-5 16,0 0-5-16,0 0-1 15,3 0-4-15,-3 0-21 16,0 0-19-16,2 0-15 16,-2 0-29-16,0 0-78 15,0 0-20-15,0 0-61 16</inkml:trace>
  <inkml:trace contextRef="#ctx0" brushRef="#br2" timeOffset="58736.18">21608 11544 328 0,'-6'-16'290'0,"4"4"-239"15,2 2 41-15,0 0-43 16,0 2-26 0,0 0 11-16,0 4 14 15,0 0-7-15,0 2 2 0,0 2 2 16,0-2 1-16,0 2-13 16,0 0-13-16,0 0-5 15,0 0-4-15,0 0-5 16,0 0-4-1,0 0-2 1,0 0-3-16,0 0-7 0,0 4 10 16,12 6 10-16,1 2-9 15,3 6 0 1,1-4 3-16,-1 0-3 0,-3-6 1 16,-1-4-2-16,-3 0 0 15,-3-4 1-15,1 2 0 16,-3-2-1-16,1 0 2 15,-3 0-1-15,3 0 0 16,1 0 7-16,3 0-5 16,3-12 3-16,1-6 5 15,-3-2 0-15,2-4-2 16,-1 0 0-16,1-6 2 16,-2 0-2-16,-1 2 0 15,0-1-6-15,-4 9-3 16,-1 7 0-16,-2 3-1 15,1 3 0-15,-3 7-6 0,0 0-6 16,0 0-11-16,0 0-25 16,0 0-56-16,0 0-170 31,0 7-194-31</inkml:trace>
  <inkml:trace contextRef="#ctx0" brushRef="#br2" timeOffset="59322.78">22131 11379 417 0,'0'0'95'15,"0"-24"-12"-15,0 19 42 0,0 1-13 16,0 4-46 0,0-3-21-16,0 3-4 15,0 0-12-15,0 0-10 0,0 0-10 16,0 0 1-16,0 0-8 16,0 7 1-16,0 8 6 15,0 10-2-15,0-1 4 16,0 6-3-16,-2 2-3 15,2 2 7-15,0 2-1 16,0 0-5-16,0 0-3 16,0-1 3-1,0-2-6 1,0-5 2-16,0-7 0 0,0-5-2 16,0-9-2-16,2-4 0 15,0 1 1-15,3-4-1 16,-5 4-1-16,2-4 0 15,0 0-26-15,-2 0-32 16,0 0-45-16,0 0-71 16,0 0-29-16</inkml:trace>
  <inkml:trace contextRef="#ctx0" brushRef="#br2" timeOffset="59770.47">21824 11722 303 0,'0'0'178'16,"0"0"-131"-16,0 0 87 16,-27 0-66-16,27 0-50 15,0 0-7-15,0 0 23 16,0 0 5-1,0 0-14-15,0 0-4 0,9 0-5 16,9 0 0 0,6 0 25-16,5 0 4 0,9 0-5 15,6 0-15-15,8 0-13 16,6 0 5-16,2 0-4 16,-1 0-9-1,-3 4 8-15,-2 0-10 16,-14-1-1-16,-5 3-2 15,-4-5 3-15,-10 3-2 16,-3 0 2-16,-9-1-3 16,-9-1 1-16,0-1-2 0,0 2 0 15,0-2-1 1,0 2-5-16,0 1-30 0,0 0-58 16,-13 0-78-16,1-2-22 15,1-2-168 1</inkml:trace>
  <inkml:trace contextRef="#ctx0" brushRef="#br2" timeOffset="60250.17">21870 11895 329 0,'0'0'115'15,"0"0"-97"-15,0 0 35 16,0 0 69-16,-38 10-83 16,38-10-28-16,0 2 5 15,0 0 22-15,0-2 0 16,0 2 13-16,0-2-4 15,0 4-20-15,5-2-2 16,8 2-2-16,5-2 0 16,7 0 7-16,8 0 32 15,7 0-38-15,7 0-5 16,7 0-5-16,15 2-5 16,-1 0-2-16,1 0 0 15,-13-2-7-15,-25-2 1 16,-10 0-1-16,-15 0 0 15,-4 2 0-15,-2 0 0 0,0 2 0 16,0-4 1-16,0 2-1 16,-10 0-23-16,-11 0-31 31,-4 2-49-31,1 0-245 16,15-4 74-16</inkml:trace>
  <inkml:trace contextRef="#ctx0" brushRef="#br2" timeOffset="60754.4">22140 11981 153 0,'0'0'359'0,"0"0"-267"15,0 0-71 1,0 0 61-16,0 0-11 16,0 0-32-16,0 0-17 0,0 0-9 15,0 0-2-15,0 0-2 16,0 0 3-16,0 0 5 16,0 8 1-16,0 0 11 15,0 5 11 1,0 0-22-16,0 5 14 0,0 5-22 15,0 4 3 1,0 8-6-16,0 12 3 16,0 10 2-16,4-3 6 15,-4-6-8-15,0-14-5 16,0-6-1-16,0-4 0 16,0-3 1-16,0-6-3 15,0-5 2-15,2-3-2 16,1-3 2-16,-3-4-3 0,0 0 0 15,0 0 1 1,0 0 2-16,0 0 0 16,0 0-4-16,2 0-1 15,-2 0-41-15,0-3-50 16,0-7-68-16,0 2-32 16,-2 7-91-16,-3 1-75 15</inkml:trace>
  <inkml:trace contextRef="#ctx0" brushRef="#br2" timeOffset="61018.23">22095 12453 61 0,'0'0'22'0,"0"0"96"16,0 0 8 0,14-3-17-16,-14 3 9 15,0 0-23 1,0 0-35-16,0 0-26 0,0 0 6 15,0 0-10-15,0 0-23 16,0 0-6-16,0 0 0 16,0 0 1-16,2 0-2 15,-2 0 0 1,0 0 3-16,0 0-5 0,0 0-1 16,0 0-59-16,0 0-116 15,0 0-118 1</inkml:trace>
  <inkml:trace contextRef="#ctx0" brushRef="#br2" timeOffset="61417.96">21845 12490 481 0,'0'0'63'16,"0"0"-43"-16,0 0-20 16,0 0 65-16,-4 3-50 15,20-3-4 1,6 0 58-16,5 0-18 16,6 0-16-16,8 0-7 15,3 0-5-15,5 0 0 16,2 0 9-16,3 0 25 15,-7 0-28-15,-7 0-10 16,-7 0-9-16,-8 0 8 16,-10 0-7-16,-3 0-6 15,-8 0-5-15,-4 0-5 16,0 0 5-16,0 0-4 16,0 0-5-16,0 0-42 15,0 1-64-15,-14 8 8 16,1-5-47-16,7-3-72 0,1-1-64 15</inkml:trace>
  <inkml:trace contextRef="#ctx0" brushRef="#br2" timeOffset="61785.71">22180 12521 142 0,'0'0'415'0,"0"0"-300"0,0 0-41 15,0 0 1 1,-7 0-23-16,1 0-25 16,-12 14-15-1,-11 8 3-15,-7 6 17 16,-6 0 0-16,7-2 5 0,0-2-17 15,9-2-5-15,6-4 2 16,4-4-5-16,5-2-4 16,5-4-6-16,1-4 0 15,5 0-2 1,0-2 0-16,0-2-36 0,0 0-31 16,0 0-29-16,0 0-12 15,5 0-47 1,3 0-60-16,1 0-43 0</inkml:trace>
  <inkml:trace contextRef="#ctx0" brushRef="#br2" timeOffset="62385.32">22080 12512 61 0,'0'0'593'16,"0"0"-527"-16,0 0-65 15,0 0 49 1,0 0 18-16,2-15-53 16,2 15-14-16,3 7 10 15,0 10 29-15,4 5-1 16,0 0-7-16,3 0-19 16,1 2 5-16,-1 0-13 15,1 0 7-15,1 0 1 16,-5-4-3-16,3-2-4 15,-6-4-6-15,1-2 7 16,-1 0-7-16,0-4 2 16,-2-2-1-16,1 0 0 15,-3-2-1-15,-4-2 1 16,4 0 1-16,-4 0-2 16,0 0 2-16,0 0-2 0,0 2 2 15,0-4-1-15,0 2-1 16,0 0 0-16,0-2 0 15,0 0 1 1,0 0 3-16,0 2-1 0,0-2 4 16,0 0 20-16,-26 0-16 15,-8 0-2 1,-6 0 4-16,-9 0-3 16,9 0-1-16,-4 0-3 0,-1 0-4 15,3 0 2 1,7 0-3-16,5 0 0 15,8 0-1-15,7 0 0 16,3 0 0-16,8 0-2 16,2 0-8-16,2 0-54 15,0 0-2-15,0 0-31 16,0 0-12-16,0 0 18 16,0 0-41-16,0 0-85 15,0 0 5-15</inkml:trace>
  <inkml:trace contextRef="#ctx0" brushRef="#br2" timeOffset="62793.05">22064 12832 515 0,'0'0'155'0,"0"0"-138"16,7 1 15-16,-5-1 65 15,-2 6-38-15,0 6-40 16,0 6-14-16,0 9 5 16,0 3 53-1,0 6 19-15,0 2-55 16,0-2-17-16,0 0-6 15,0 2 5-15,0-4-4 16,0 0-3-16,0-4 0 16,0-12-2-16,0-5 1 15,0-5 2-15,0-4-3 16,0-4 1-16,0 2-1 0,0-2-1 16,0 0 1-16,0 0-8 15,0 0-29 1,0 0-35-16,0 0-288 0,0 0-43 15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8:43.8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9912 17058 270 0,'0'-2'17'0,"0"2"-17"0,0 0-23 15,0 0 23-15,0 0 26 16,0 0-14-1,0 0-1-15,0 0 1 16,0 0-4-16,0 0-5 16,0-4 7-16,0 4-10 15,0 0-12-15,0-4-27 16,0 4-20 0,0 0-68-16</inkml:trace>
  <inkml:trace contextRef="#ctx0" brushRef="#br0" timeOffset="3288.94">9732 11119 22 0,'0'0'12'0,"0"0"-11"0,0 0-1 15,0 0 24-15,0 0-6 16,0 0-18 0,0 0-1-16,0 0-2 15,0 0-3-15,0 0-21 16,0 0 7-16,0 0 1 15</inkml:trace>
  <inkml:trace contextRef="#ctx0" brushRef="#br0" timeOffset="5539.6">9763 10738 75 0,'-4'-8'8'16,"4"2"9"-16,-3 0 3 15,3 2 20-15,0 0-26 16,-2 0 14 0,2 2 8-16,-2-2-21 0,2 2 15 15,0 0-13-15,-2 0-14 16,2 2 9 0,0-2 0-16,0 2 3 15,0 0 2-15,0 0-5 0,0 0-5 16,0 0-6-1,0 0 0-15,0 0-4 16,-2 0 0-16,2 0-2 16,0 0 1-16,0 0 3 15,0 0 1-15,-3 4 0 16,3 8 9-16,0 2 3 16,0 2-6-16,0 8-1 15,0 0 2-15,0 2 1 16,0 2-4-1,0-6 9-15,0 2-2 16,0 0-4 0,0 6 1-16,-3 2 9 15,1 3-12-15,-4-1-2 16,2-4 6-16,1-2-5 16,-1 4 1-16,2-2-1 15,0 2 12-15,2 2-13 16,-2 0 4-16,-2 10-7 15,2 1 3-15,0 1-1 16,2 0-2-16,0-6 2 16,0 0 1-16,0 0-2 15,0 6-1 1,0 0 4-16,-2 0-2 16,-2-2-2-16,2-8 0 0,-3 1 2 15,5-5-1 1,0 0-1-16,0 2-1 15,0 0 1-15,-4 2-2 0,0 16 2 16,0-3 1 0,2 1-1-16,2 0 4 15,0-12-4-15,0-2-3 16,0 0 3 0,0 8 0-16,0-2 0 15,0-3 2-15,0 1-2 16,0-11 1-16,0 0-1 15,0 0 0-15,8-2 0 16,-4 1 1-16,3-4-1 16,-3 2 0-16,2 2 0 15,4 2 0 1,-4 2 0-16,1-2 0 0,-3-6 1 16,-4 0 3-16,2 2-4 15,-2 5 2 1,0-1 2-16,0-1 0 15,2 4 2-15,1-3-5 16,0 2 5-16,-1 0-5 16,2 0 3-16,1 0 1 15,1 4-5-15,1 4 0 16,2 10 0-16,0 3-2 16,-1-5 4-16,1 0-2 15,-4-8 0-15,2-2 0 16,-3 0 1-1,0 2-1-15,-1 2 2 16,-1 1-1-16,0-1 0 16,-2-6-1-1,0-4 5-15,0 0-1 16,0 6-2-16,0-4 3 16,0 0 5-16,0 0-8 15,0 6 2-15,0-4 0 16,0 9 2-16,0-5-4 15,0-7 1-15,2 2 4 16,3-5-7 0,0 14 14-16,-1 2-4 15,-2-6-1-15,0 2-7 0,-2-9-1 16,2-1 5 0,1 8 3-16,-1-4-6 15,-2 4-2-15,0 0 3 16,0 0-3-16,0 20 5 15,4 5-1-15,-2 3-4 0,-2 0 9 16,2-14 5-16,-2 2-2 16,0-2-11-1,4-2 3 1,-4 3 38-16,2-1-38 16,0 4 0-16,0-4 35 0,0 14-24 15,2 2-9 1,1-8-7-16,1 1 33 15,2-19-27-15,-2 2-3 16,5 2-2-16,1-8 2 16,-2-4 7-16,-1-8-9 15,-2-14 0-15,-5-2 0 16,-2-4 0 0,0-8 0-16,3 0-2 0,-3 0-8 15,0 0-62-15,0-4-78 16,0-14-176-1</inkml:trace>
  <inkml:trace contextRef="#ctx0" brushRef="#br0" timeOffset="8552">13368 10662 32 0,'-2'0'35'16,"-3"0"-24"-16,5-11-6 0,0 2 51 16,0-1-4-1,-4 2-4-15,2-1-27 16,-3 4-7 0,2-1 23-16,3-1 62 15,0 2-44-15,0 0-17 0,0 1-24 16,0 3 25-1,0-2-21-15,0 2-7 16,0 1 1 0,0 0 10-16,0 0 1 0,0 0-4 15,0 0-10 1,0 0-6-16,-2 0-1 16,2 0-2-16,0 0-3 15,0 0 0-15,0 0-7 16,0 9 8-16,0 8 2 15,0 1 3-15,2 4 5 16,8 12-1 0,-3 2 0-16,-5 4-3 0,-2 4 1 15,0-4 1-15,0 2-2 16,0 13-4 0,0 0 2-16,0 2-1 0,0 3 0 15,0-10 0-15,0 2-1 16,0 2-1-1,0 12 1-15,2 5 1 16,4 3-1-16,2 0 0 16,-2-12 0-16,1 0 0 15,-1-4 1-15,3-1-2 16,-2 1 2-16,0 0-3 16,-1 4 3-16,1 16-1 15,-3 2 0 1,-1 1 0-16,-1-9-1 15,-2-18 1-15,2-4 0 16,-2-2-2 0,0 14 5-16,0-1-4 15,0-1 1-15,0-2 1 16,0-12 0-16,0 0-2 16,0-4 0-16,0-2 1 15,0 4 0-15,0 1 1 16,0 1 0-16,-2 10-1 15,2 0 0-15,-2 8 3 16,2-2-3-16,0-7 1 16,0-7-1-16,0-2 0 15,0 14 8 1,0-2-3-16,-3-2 6 16,3 1-10-16,-2-16 8 0,0 6 16 15,0 1-18 1,-1-2-1-16,3-4 5 15,0-2-4-15,0-4 8 0,0 16-6 16,0 2 0 0,0-5-1-16,0 2 6 15,0-12-11-15,0-7 8 16,0 4 10 0,0 12-17-16,0-4 25 15,0 5-14-15,0-4 1 16,0-10-13-16,0-3 3 15,0 0 8-15,0-4-12 16,0 2 8-16,0 6-2 16,0-2 2-16,0 8-4 15,-2 2-2 1,-2 0-2-16,-3-3 8 0,5-5-4 16,0-4-4-16,-3 2 6 15,0 12 1 1,3-2 9-16,-2-2-7 15,2 0-8-15,0-16 4 16,0 2 0-16,2 0-4 16,0 3 2-16,0-4-1 15,0 8 2-15,-3-3-2 0,3 0 3 16,0-2-1 0,0-2-6-16,0 2 5 0,0-2 0 15,0 2-5-15,0 0 5 16,0 2-1-1,0 9-2-15,0-1 11 16,0 0-11-16,0 0 0 16,0-12-1-16,0 2 2 15,0-2-3-15,0 2 0 16,3 2 1-16,-1-6-1 16,2 6 0-16,0-2 1 15,-2-2-1-15,3 3 0 16,0-5 0-16,-5 2 1 15,2 0-1-15,-2-2 0 16,0 4 0 0,0 6 1-16,0-4 0 0,0-2-1 15,0 2 0-15,0-2 2 16,0 6-2 0,0 6 0-16,0 7 2 0,0-5 0 15,0-12 0-15,0 2-1 16,0-2-1-16,0-4 5 15,0 2-3-15,0 0-2 16,0-2 6-16,0 0-2 16,0 2 6-16,0-3-5 15,0-5-3-15,0-8 0 16,0-6-1-16,0 2 0 16,2-2-1-16,-2-2 0 15,0 2 0-15,0 2 1 16,0-2 0-1,0 0-1-15,0 2 0 16,0-2-1-16,0 2 3 16,0-6-2-16,0 4 0 15,0-8 1-15,0 2-3 16,0-2 2-16,0 0-1 16,0 0-1-16,3 0-23 15,-3 0-24-15,0-14-43 16,0-18-106-16,-3 14-97 15,-8-4-89-15</inkml:trace>
  <inkml:trace contextRef="#ctx0" brushRef="#br0" timeOffset="10419.94">9796 10369 195 0,'-8'-22'67'16,"1"10"-56"-16,2 0 30 15,1 0 31-15,1 0-31 16,3 0-33-16,0 6-5 16,-2-2-2-16,2-3 2 15,-6 0 5 1,-1-4 19-16,3 4-9 15,2-3 11-15,2 7-1 16,0 3-16-16,-6 0 6 16,4 2-11-16,0 1 24 15,2 1-20 1,0 0-7-16,0 0-4 16,0 0-4-16,0 0-1 15,0 15-14-15,0 13 11 16,0 11 8-16,0 9 6 15,0 20 18 1,0 4 13-16,2-2-30 0,6-3-2 16,-2-21-1-16,-1-8-3 15,-3-4 0-15,-2-10 1 16,0-6-4-16,0-6 1 16,0-4 0-16,0 0-19 15,0-4-35-15,0-2-63 16,-5-2-58-1,5 0-115-15</inkml:trace>
  <inkml:trace contextRef="#ctx0" brushRef="#br0" timeOffset="11012.08">9881 10528 139 0,'-12'-9'61'0,"8"5"-38"16,2-1 3-16,2 2 34 15,-2-1-3-15,2 0 31 16,0 2-28 0,0-2-10-16,0 4 43 15,0 0-52-15,0-2-14 16,0 2-20-16,0-2-4 15,16 0 4-15,5 2-2 16,11-4 20-16,8 4-14 16,7-2 11-16,29 2-3 15,8 0 3-15,9 0 2 16,6 0-14-16,-19 0 1 16,0 0 2-16,-2 6 5 15,3 2-7 1,-13-4-5-16,-12 2-4 0,-18-4-4 15,-29 1 1-15,-6-2 1 32,-3 3-1-32,0-2-16 15,0-2-56-15,-19 0 4 16,-3 0-43-16,-18 0-10 16,2 0-25-16,18 0 1 15</inkml:trace>
  <inkml:trace contextRef="#ctx0" brushRef="#br0" timeOffset="11548.32">10191 10190 249 0,'-7'0'35'0,"-2"0"-33"15,-9 0 0 1,-4 22 43-16,-1 2-22 16,-4 7 18-16,10-4 15 15,-1 2-4-15,3-1-9 16,3-2-19-16,8-2 20 15,4-2-17-15,0-2-5 16,0 2 5-16,12-2-5 16,14-2 1-16,8-2 4 15,3-4-8-15,5-1-2 16,6-3 2 0,12-1-10-16,0 0 2 15,-2-2-11-15,-7 5-1 0,-20-3-76 16,-29-7-178-1,-2 0-91-15</inkml:trace>
  <inkml:trace contextRef="#ctx0" brushRef="#br0" timeOffset="12661.34">11209 10315 270 0,'0'-16'91'0,"0"8"19"15,0 0-16-15,0 4-2 16,0 0-29-16,-2 4-34 0,-9 0-13 16,-9 0 0-1,-9 1-16-15,-7 17 14 16,-2 11 5-16,-7 17 14 15,8 6 4-15,8 6-9 16,4 2-13-16,21-12-5 16,4-2-9-16,0-3 5 15,0-1-4 1,18-10 2-16,1-8-4 0,4-8 2 16,-5-12 1-16,6-4-1 15,3 0 12 1,2-2-6-16,-2-18 10 15,-3-8-13-15,-4-2 2 0,0-12-6 32,0-2-1-32,-2 6 5 15,-6-1-5-15,-4 16 0 16,-4 5 4-16,1 3-4 16,-5 9 1-16,0 6-1 15,0 0-1-15,0 0-4 16,0 8 0-16,0 23-2 15,0 9 7-15,0 7 0 16,0 4 3-16,0-5 2 16,0-4 6-16,6-8-9 15,0-8-1-15,2-8 1 16,-1-10-1-16,-3-4 3 0,0-4-1 16,-4 0 0-16,8 0 7 15,-2-18 4 1,5-18 51-16,3-8-62 15,-3 0-1-15,-1 10-2 16,0 2 0-16,-1 4-1 16,-5 6 1-16,0 5 0 15,-2 9 0-15,1 4 0 16,-3 4-2-16,0 0 0 16,2 0-3-16,1 4-7 15,6 25-8 1,3 7 12-16,5 4 8 15,-2 4 0 1,1-2 0-16,-3-8 1 16,-2-8 1-16,0-16-3 15,0-4 1-15,-3-4 0 16,0-2 0-16,5 0-16 16,5-12-108-16,-3-14-25 0,8-20-55 15,-19 22-61 1,-2-2-60-16</inkml:trace>
  <inkml:trace contextRef="#ctx0" brushRef="#br0" timeOffset="12900.71">11628 10215 451 0,'0'-48'169'0,"0"45"-98"16,0 1 47-1,0 2-23-15,0 0-83 0,0 27-3 16,5 31-9-1,1 14 23-15,5 6 5 16,1 0-19-16,0-16 9 16,1-7-9-16,-1-11-1 15,-1-6-7-15,-1-12 0 16,-4-8-1-16,-2-6-17 16,-4-10-49-16,0-2-76 15,0 0-74 1,-8-2-40-16</inkml:trace>
  <inkml:trace contextRef="#ctx0" brushRef="#br0" timeOffset="13065.34">11500 10491 532 0,'0'0'144'0,"0"0"-104"16,0 0 33-16,0 0-43 15,106-40-26-15,-46 38-4 16,0-2-3-1,0 0-14-15,-42 4-70 16,-5-2-583-16</inkml:trace>
  <inkml:trace contextRef="#ctx0" brushRef="#br0" timeOffset="13481.09">12156 10273 389 0,'0'0'100'0,"0"0"-86"16,0 0 43-16,2-16 7 15,-6 16-63-15,-16 26 1 16,-9 24 20-16,-3 10 18 16,5 6-1-16,8 3-5 15,12-14-14-15,7-5-8 16,0-7 2-1,4-5-5-15,16-12 6 16,3-10-7-16,-4-10 1 16,0-6 0-16,1-10 8 15,-5-24 31 1,5-10 10-16,-4-6-16 16,-5-3-37-16,-4-1-1 15,-7-8-4-15,0 10-2 16,-7 10 2-16,-17 12 3 15,-1 24 1-15,-8 6-4 16,-3 0-2 0,-11 34-11-16,7 10-204 15,29-22 25-15,7 0-149 16</inkml:trace>
  <inkml:trace contextRef="#ctx0" brushRef="#br0" timeOffset="13825.34">12329 10321 484 0,'0'0'97'15,"31"-42"-72"1,-28 38 168-16,-3 4-110 0,0 0-40 16,3 0-39-16,-1 8-4 15,2 26-27-15,3 18 27 16,-1 6 1-16,-2 10 17 15,6 1-5-15,-3 0-5 16,3 4-7-16,4 1 4 16,-1 0-1-1,0-2-2-15,-1-1-1 16,-3-7-1-16,-5-8 0 16,-4-2-2-16,0-12-12 15,-29-14-34-15,-15-8 29 16,-6-18 8-16,-2-2-14 15,0 0-3-15,7-18-35 16,34 2-216-16,7-4-92 16</inkml:trace>
  <inkml:trace contextRef="#ctx0" brushRef="#br0" timeOffset="14296.53">12287 10754 830 0,'0'0'138'0,"0"0"-123"16,0 0 7 0,38-36 21-16,-15 34-43 15,-1 2-5-15,2-4-12 16,7-8-59-16,0-4-20 16,-2-8 8-16,-2-7-33 15,-9-1-10-15,-5-4-37 16,1-4 21-1,-10-6 68 1,1-2-15-16,-5 8 94 16,0 6 106-16,0 16 15 15,0 6 7-15,0 4 39 16,-2 6-64-16,2 2 49 16,-3 0-113-16,1 0-33 15,-2 20-6-15,2 26 0 16,2 10 1-16,0 12 10 15,0-3-7-15,0 0 4 16,17 6-6 0,6-1 2-16,1-2-4 0,0-6 2 15,3-9-2-15,-7-6 0 16,1-2-1 0,-10-9 0-16,-7-8-12 15,-4-8-5-15,0-12-88 16,-9-4 32-16,-7-4-116 15,-3-4-190-15</inkml:trace>
  <inkml:trace contextRef="#ctx0" brushRef="#br0" timeOffset="14472.41">12535 10762 669 0,'33'-28'51'15,"16"20"-45"-15,12 2 36 16,16 6-37-16,-1 0-5 16,-15 0-8-16,-46 0-144 15,-15 0-263-15</inkml:trace>
  <inkml:trace contextRef="#ctx0" brushRef="#br0" timeOffset="14877.61">12855 10662 603 0,'0'0'41'0,"0"0"-30"0,0 0 125 16,-33-20-47 0,33 20-56-16,0-2-3 0,0-1 48 15,0-1-39-15,0 0-5 16,0 1-20-16,20-4-14 16,16 2-2-16,15-1 2 15,5-1 4-15,1 3 1 16,9 3-4-1,13-2 0-15,-10 3 3 16,-11 0-4-16,-15 0 0 16,-28 0-4-16,-13 0 0 15,-2 0-18 1,0 0-31-16,-8 0-157 16,-13 0-121-16</inkml:trace>
  <inkml:trace contextRef="#ctx0" brushRef="#br0" timeOffset="15389.63">13085 10265 330 0,'0'0'227'16,"0"0"-178"-16,-14-7-37 15,12 7 112-15,2 0 14 16,0 0-125-16,0 4 8 16,0 7 17-16,0-1 11 15,0 4-9-15,0 0-7 16,14 4 12-16,8 4-33 15,6 2-1-15,22 8-7 32,-1 4 2-32,-5-4-4 0,-2 0 0 15,-21-14 0-15,-5-1-2 16,-10-6 0 0,-6 0-1-16,0-1 3 15,0 2 0-15,-2-1 2 16,-18 3 6-16,-7 3 3 15,-2 1 3-15,2 2 0 16,3-2-6-16,0 0-5 16,1 0-5-16,1-2 0 0,0 0-1 15,4-2 1-15,3 2-1 16,5-4-25-16,6-10-74 16,4-2-171-16,0 0-426 15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8:05:45.9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3903 4439 216 0,'18'-41'0'16</inkml:trace>
  <inkml:trace contextRef="#ctx0" brushRef="#br0" timeOffset="12134.25">15763 4121 280 0,'-2'0'138'0,"2"0"-130"16,0 0 9-16,0 0 21 15,0 0-16 1,0 0-2-16,0 0 15 16,0 0-2-16,0 0 4 0,0 0 4 15,0 0-10-15,0 0-7 16,0 0 0-16,0 0 18 15,0 0-4-15,0 0-1 16,0 0-4-16,0 0 4 16,0 0 2-16,0 0 40 15,0 0-39-15,0 0-5 16,0 0 1-16,0 0-2 16,0 0-7-16,0 0-4 15,0 0-14-15,0 0 1 16,0 0-1-16,0 0-7 15,0 0 3 1,9 0-1-16,9 0-3 16,11-4 3-16,6-3 8 15,3 3 1-15,-2 0-3 16,-3 1-10-16,0 3 2 16,-6-3-2-16,-2 3 1 15,-7 0-1-15,-9 0 0 16,-7 0-1-16,-2 0 3 15,0 0-2-15,0 0 3 16,0 0-2-16,0 0 1 16,0 0-2-16,0 0-3 15,0 0 3-15,0 0-23 0,0 0-2 16,0 0-8-16,0 0-14 16,0 0-21-1,-4 0-193-15,-10 0 145 0,-4 10 9 16,0 1 13-16,-4 0 14 15,-4 2 38 1,1-1 24-16,-2-2 2 16,7 0 5-16,2-4 6 0,0 2 5 15,5-2-10-15,-1 0-7 16,4 0-9-16,3-2 15 16,0 2 11-16,0-4 1 15,-1 4-1 1,3 0 3-16,-1-2 14 15,3 0 1-15,0 0 7 16,1-2-8-16,2 0 1 16,0-2-1-16,0 0 5 15,0 0 4-15,0 0-4 16,0 0 2-16,0 0 14 16,0 0 1-16,0 0 2 15,0 0 2-15,0 0 0 16,0 0 16-16,0 0-5 15,0 0-11-15,0 0-4 16,0 0 12-16,0 0-35 16,5 0-11-16,11 0 17 15,13 0 14 1,6 0-6-16,3 0-8 0,1 0-11 16,-8 0 2-16,-2-4 6 15,-6 4-6-15,-2-2 2 16,-8 0-5-16,-6 2-7 15,-7 0 5-15,0 0-7 16,0 0 7-16,0 0 4 16,0 0-2-16,0 0 5 15,0 0-14-15,0 0 0 16,0 0-1-16,0 0 0 16,0 0-1-1,0 0-2-15,0 0-18 16,0 0-11-16,0 0-25 15,0 0-44-15,-7 0-96 16,2 0-153-16</inkml:trace>
  <inkml:trace contextRef="#ctx0" brushRef="#br0" timeOffset="13381.83">16409 3860 340 0,'0'-14'87'16,"0"6"-70"-1,0 2 177-15,0-1-88 0,0 2-24 16,0 1-24-16,0-2-3 16,0 2-5-1,0 2-13-15,0 0-12 16,0 2 3-16,0 0-2 0,0 0-16 15,0 0-10-15,0 0-10 16,-8 5-6-16,-8 22 12 16,-5 5 2-16,-2 10 4 15,0 6-3 1,0 6 2-16,3 4 5 0,7-2-6 16,5-5 0-16,3-5-1 15,5-2-3 1,0-8 4-16,0-8 6 0,13-8-6 15,0-14 0-15,3-4 1 16,2-2 1-16,4 0 6 16,3-6-1-16,2-16 6 15,-1-6-6-15,-3-2-1 16,-6 0-1-16,-1 2 1 16,-5 2-2-16,-4 7-3 15,-3 6 2-15,-4 7-1 16,0 6 2-1,0 0 6 1,0 0-10-16,0 10-8 0,-7 18-16 16,-1 4 20-16,1-2 3 15,7-2 1-15,0-6-3 16,0-2 0-16,0-6 0 16,0-6 2-16,0-2-8 15,9-6 9-15,2 0 2 16,3 0-2-16,1-8 32 15,3-14-14-15,-3-4-7 16,1-4 0-16,-7-6-9 16,-3 2 8-16,-6 4-2 15,0 1 6-15,0 11-2 16,-2 4 6-16,-9 5-18 16,-5 0-6-16,3 9 3 15,-7 0-21-15,-5 2-27 0,-3 19-42 16,16-12-74-16,4-2-138 15</inkml:trace>
  <inkml:trace contextRef="#ctx0" brushRef="#br0" timeOffset="13845.68">16888 4028 212 0,'0'-4'325'15,"0"4"-220"-15,0 0-69 16,0 0 69-16,0 0-29 16,0 0-42-16,0 0-23 15,0 0-6-15,0 0-2 16,0 0 7-16,0 0 0 16,-2 2-4-16,-16 20 23 15,-8 18-8 1,-3 3-2-16,2 1-5 0,2-2 1 15,10-12 2-15,3-4-4 16,4-6-2 0,1-4-5-16,3-4-2 15,-3-4-4-15,2-2 0 16,1 0 0-16,-1-2 0 0,1 0-43 16,2-2-53-1,0-2-291-15,0 0 42 16</inkml:trace>
  <inkml:trace contextRef="#ctx0" brushRef="#br0" timeOffset="14196.87">16630 4087 260 0,'0'0'276'0,"0"0"-235"16,0 0-37-16,0 0 178 15,0-21-107-15,0 21-43 0,6 2 10 16,15 21 15 0,3 3-24-16,0 2-7 15,1 2-17-15,-3-5-1 0,-1-2 1 16,0 1-5-16,0-6-1 16,-6 2-1-16,1-4-1 15,-7-6 3-15,-2-2 0 16,2-4 8-16,-9-2-2 31,2 0-6-31,-2-2 2 0,0 0-3 16,0 0 2-16,0 0-5 15,0 0-20 1,0 0-29-16,0 0-58 0,0-6-85 16,0 0-257-16</inkml:trace>
  <inkml:trace contextRef="#ctx0" brushRef="#br0" timeOffset="14765.02">16950 4181 177 0,'0'0'135'0,"0"0"-131"15,0-4 3-15,0 2 2 16,0 2 4-16,0 0 8 16,0 0 10-16,0 0 8 0,0 0 7 15,0 0 2 1,0 0-8-16,0 0-13 0,0 0-12 16,0 0-7-1,0 0 18-15,0 2-1 16,0 6-5-16,0 0-1 0,0-1-7 15,0 2-1 1,0-5 4-16,0-2 20 16,0-2 14-16,0 0 1 0,0 0-9 15,-2 0 11-15,0 0 8 16,-2-12-23-16,4 0-30 16,-3 0 2-16,3 4-3 15,0 0-4 1,0 2-4-16,0 2-64 15,0 1-82-15,0 3-100 0,0-1-230 16</inkml:trace>
  <inkml:trace contextRef="#ctx0" brushRef="#br0" timeOffset="15636.21">17129 3852 171 0,'0'0'257'0,"0"0"-187"15,0 0-32-15,0 0 93 16,4-27-25-16,-4 27-24 0,2 0-27 15,-2 0-14 1,0 0-13-16,0 0-1 16,0 0-9-1,8 15-12-15,2 11-5 0,1 8 18 16,5 6-12-16,-1 14-3 16,1 0 2-1,0-2-5-15,-3-6 2 16,-4-19-3-16,0-9 3 0,-4-9 0 15,-3-2-3-15,-2-5 5 16,0-2 14-16,0 0-6 16,0 0 13-16,0 0 7 15,0 0 0 1,0-9 9-16,0-12 18 16,0-9-55-16,0-6-2 15,0-3-3-15,0-7 0 16,0 4 1-16,0 6-2 15,0 6 2-15,0 16-1 16,0 2 0-16,0 8-1 16,0 2 1-16,0 2-1 0,0 0-1 15,0 0 2-15,0 0-5 16,0 0 0-16,2 0-1 16,7 12-10-1,6 12 2-15,3 2 14 0,3 6 2 16,-4 2-2-16,8 6 0 15,-3-4 0 1,-2-1 1-16,0-7-1 16,-9-12 1-16,-2-6 0 0,0-4-2 15,-7-4 1-15,-2-2 0 16,0 0 3-16,0 0-3 16,0 0 3-16,0 0 3 15,0 0 3 1,0-21 8-16,0-10 66 0,0-11-78 15,0-9 4 1,0-1 6-16,0-10-13 16,0 8 0-16,0 10 0 15,0 12-2-15,-4 18 6 16,2 6 3-16,2 5-6 16,-2 3-2-16,-1 0-1 15,1 0-9-15,-5 5-32 16,-6 22-35-16,0 8-56 15,3-17-97-15,6-4-447 16</inkml:trace>
  <inkml:trace contextRef="#ctx0" brushRef="#br0" timeOffset="15956">17579 4102 29 0,'0'0'831'0,"13"0"-791"16,-6 0-27-16,-2-2-13 16,-5 1 42-1,0-2-12-15,0 3-17 16,0 0-2-16,0 0 11 15,0 0 18-15,0 0 5 16,0 0-11-16,0 0-14 0,0 0-4 16,0 0-8-16,0-1-3 15,0-2 0 1,0-1-5-16,0 0-58 16,-2-2-130-16,-4 5-152 0</inkml:trace>
  <inkml:trace contextRef="#ctx0" brushRef="#br0" timeOffset="16549.43">17675 3854 171 0,'0'0'245'0,"0"0"-212"15,0 0-14 1,0 0 119-16,11-22-52 16,-11 22-18-16,0 0-21 15,0 0-7-15,0 0-2 16,0 0-3-16,0 0-5 15,4 14-25-15,3 8 18 16,2 4-13-16,0 16-4 16,-1 2 5-16,2 2-1 15,-4-2 4-15,-1-9-4 16,-5-8 3-16,2-2 0 16,-2-7-4-16,0-6 8 0,0-6 0 15,0 0 1-15,0-6-1 16,0 0-2-16,0 0-3 15,0 0 0 1,0 0 6-16,2 0-8 0,-2 0-2 16,4 0-1-16,-2 0-1 31,2 0 1-31,0 0 0 16,0 0-5-16,3 0 10 0,-1 0-4 15,4 0-7-15,-4 0 1 16,1 0-2-16,-1 0-2 15,1 0-9-15,2 0-26 16,2 0-28-16,0 0-25 16,-2 0-34-16,0 0-220 15,-7 0 128-15,0-4-26 16</inkml:trace>
  <inkml:trace contextRef="#ctx0" brushRef="#br0" timeOffset="17116.48">17900 4037 377 0,'0'0'118'0,"0"0"-56"16,0 0 56-16,0-17 23 15,0 17-51-15,0 0-32 16,0 0-31-16,0 10-30 16,0 15 3-16,0 2 31 15,0 12-18 1,0-3-7-16,2-2 4 0,2-2-2 15,1-14-1-15,-2-2 1 16,-1-4-7 0,0-4 1-16,0-4-2 15,0-2 0-15,-2-2-1 16,0 0 1-16,0 0-63 0,0 0-25 16,0-16 5-1,-11-8-263-15,-5-6 194 16,1-2 104-16,3-4 1 15,2-9-45-15,5 5 90 16,3 4 2-16,2 8 127 0,0 16 18 16,0 2-48-16,0 6-23 15,0 4 1-15,0 0-34 16,13 0-17-16,7 0 7 16,4 10 9-16,1 10-12 15,4 6 10 1,2 0-12-16,-2 3 36 15,-2-4-20-15,-9 0 1 16,-7-7-23-16,-11 1 13 16,0-2-8-16,-9 1-3 15,-24 2 4-15,-10-6 11 16,-7 0-11-16,-2-2-15 16,5-2-4-16,7-4-7 0,9-4-6 15,8-2-33-15,23 0-90 16,0 0-228-16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48:28.212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2940 7822 177 0,'0'2'59'16,"0"-2"-59"-16,0 0 0 15,0 0 12-15,0 0 20 16,0 0-28-16,0 0-2 15,0 0 4-15,0 3 15 16,0-3 12-16,0 0-2 16,0 0-4-16,0 0-14 15,0 0-4 1,0 0-2-16,0 0-1 16,0 1-6-16,0 1-2 0,0 0 2 15,5 6 0-15,4 2 5 16,2 0 11-1,1 4 0-15,0 2 5 16,1 1-21-16,1 1 2 16,-1 2-1-16,1 2 2 15,3 0-2-15,0 2 0 16,-5-2 0-16,0-6-1 0,-3 0 0 16,0 0 1-16,2-4 0 15,-2 2-1-15,4 2 0 16,-1-4 0-16,-4 0 1 15,3-2-1-15,-1-2 1 16,-2 0-1-16,1 2 0 16,-3 0 0-16,6 0 0 15,-3 0 0-15,5 0 0 16,-4 0 0-16,1 2 0 16,1-2 0-16,-3 0 0 15,-1-2 0-15,1 0 1 16,1-2-1-16,-2-2 0 15,1 4-1-15,0 1 1 16,0-4 0 0,2 4 0-16,1-1 0 15,-4-2 0-15,1 2 1 16,0 0-1-16,-2-2 1 16,-1 2 0-16,3 0-1 15,1-2 0-15,0 2 1 16,-1 2-1-16,0-4 4 15,2 0-3-15,-2 4-1 16,0-6 0-16,0 4 3 16,0 0-3-16,0-2 0 15,2 2 1-15,-2 0 0 0,0-2 0 16,0 2 0 0,4-2-2-16,0 2 1 15,5-4 0-15,-3 4 0 16,6-2 1-1,-1 2 0-15,-5 2-1 0,4-2 0 16,-9-2 0-16,6-2 0 16,-5-2 0-16,5 2 0 15,-3-2 2-15,-2 2-2 16,3 0-2-16,-3 0 1 0,3-2 0 16,-1 0-1-1,1 0 1-15,-2 0 1 16,4 0 0-16,-3-2 1 15,5 0-1-15,2 2 0 16,1-2 0 0,0 0 0-16,-1 0 1 15,-3 2-1-15,-5 0 0 16,5-2 0-16,0 4 0 16,1-4 0-16,-3 0 0 0,-1 2 0 15,-1-2 0-15,1 0 0 16,-1 0 1-1,2 2-1-15,-1-2 1 16,1 0-1-16,3 0 0 0,-3 0 0 16,8 5 0-1,-1-4 0-15,1 1 0 16,1 0 0-16,-6-2 0 16,0 0 0-16,-1 0 0 0,0 0-1 15,0 0 1-15,1 0 1 16,-1 0-1-16,4 0 0 15,-3 0 0-15,-1 0 1 16,-1 0-1-16,-1 0 0 16,-1 0 0-16,-3 2 0 15,2-2 0-15,5 0 0 16,1 0 2-16,0 0-2 16,-1 0 0-1,-5 0 0-15,1 0 0 16,-1 0 0-16,-1 0 0 15,-1 0 0-15,-3 0 1 16,1 0-1-16,3 0 0 16,-4 0 1-16,6 0-1 15,-1 0 0-15,0 0 2 16,3 0-2-16,-3 0 1 16,5 0-1-16,3 0 3 15,0 0-2-15,4 0 1 16,-3 0 1-16,-4 0-1 15,-2 0-2-15,-3-2 2 16,3 0-1-16,-3 2 0 0,3-2 0 16,1-2 0-16,1 0 5 15,3 0-1-15,0 0 3 16,-2 2-4 0,1 0 7-16,-5 0-8 15,3 0-2-15,-3 0 1 16,4 0-2-16,0-2 1 15,-1 2 0-15,1 0-1 16,-7 0 1-16,1 2-1 0,1-2 1 16,-1 0 2-16,1 0-2 15,-3-2-1-15,-2 4 0 16,2-2 0 0,0 0 0-16,-2 0 1 15,0 0-1 1,-2 0 2-16,-1-2-3 0,1 2 1 15,0 0 1-15,2 0 0 16,2 0-1-16,-3 2 0 16,4-2 0-1,-1 0-1-15,1-2 1 0,-2 2 0 16,1-2 0-16,-1 4 0 16,-2-4 0-16,3 4 0 15,1-4 1-15,-1-2-1 16,2 4 0-1,1-4 0-15,-4 2 1 0,2 0-1 16,-1 0 0-16,-2 4 0 16,2-4 0-1,0 2 0-15,0 0 0 0,-1-2 0 16,-2 4 0-16,-1-2 1 16,1 0-1-16,4-2 0 15,-1 0 0-15,0-2-1 16,3 0 1-16,1 2-1 15,-1-2 1-15,1 2-5 16,-11 0-59 0</inkml:trace>
  <inkml:trace contextRef="#ctx0" brushRef="#br0" timeOffset="5479.95">5572 8546 251 0,'-2'0'62'0,"2"0"-61"0,0 0 2 16,0 0 40-16,0 0-19 16,0 0-21-1,0 0-3-15,0 0 41 0,0 0-5 16,0 0 10 0,0 0-2-16,0-2-17 15,0-2-21-15,0-2-4 16,4-2 19-16,9-2-16 15,3 2-5-15,5 0 0 16,-4 0 2-16,1 2-1 16,-1-2 0-16,2 0 0 15,-4 0-1-15,1 2 5 16,1-2-1-16,-1 2 0 16,-3-2 1-16,-1 2-2 15,-4 0-3-15,1 0 3 16,3 2-2-1,1 2 0-15,-5 0-1 0,0 0 2 16,-2-3-2-16,1 4 0 16,-1-3 1-16,2 2 2 15,-4 2-3-15,0-2 0 16,1-2 0-16,1 2 0 16,1-2-1-16,0 0 1 15,2 0 1-15,-1 0-1 16,-1 2 0-16,5-1 1 15,-4 2-1-15,1-3 0 16,5 0 0-16,-4-1 0 16,-1 1 0-16,3 3-1 15,-4-2 1 1,1 2 0-16,3 1 0 16,-3-4 0-16,1 2 0 0,0-2 0 15,1 0 0-15,3 0 0 16,3-2 0-1,1-1 0-15,4 2 0 16,-2-1 0-16,0 2 0 0,-2-3 0 16,4 0 0-1,-1-1 0-15,0 1 0 16,4 0 0-16,-7-2 1 16,2 3-1-16,2 0 0 0,1 0 0 15,-1 2 0-15,4-2 0 16,1-2 1-16,-2 0 0 15,2 0-1-15,-3 2 0 16,1 0 1-16,-1 2-1 16,3-2 0-16,-5 0 0 15,3 2 1-15,4-4 0 16,0 2-1-16,0 2 1 16,2-2 0-16,-7 2-1 15,1-2 1 1,1 0 0-16,-1 0 0 15,0 0-1-15,-1 2 0 16,-2-2 0-16,-1 4 2 16,-6-2-2-16,3 0 0 15,-5 0 0-15,5 0 1 16,-1 0-1-16,-1 0 0 16,3 0 1-16,2-2-2 15,2-2 1-15,4 2 0 16,-3 0 0-16,-4 0-1 15,0 2-1-15,-5 0-2 16,1 0 4-16,-3-1 0 16,-3 2-1-16,-2 1 0 15,1 0-1-15,1 0 2 16,-2 0 0-16,3 0 0 16,1 0 1-16,-1-1-2 0,4 0 1 15,-1-1 0-15,6 0 0 16,2 0 0-1,2 0 0-15,1 1-1 16,-6 0 1-16,4-1 0 16,-5 0 0-16,2 1 0 15,-4-1 0-15,-1 3 0 0,-1-1 0 16,1 0 0 0,1 0 0-16,-3-1 0 15,3 2 0 1,-3-2-2-16,3 2 2 15,-1-2 0-15,3 2 1 0,7-5-1 16,4 3-1 0,4-2 1-16,3 1 1 15,-5 0 0-15,5-1-1 0,1 1 0 16,1 3 0-16,1-2 0 16,-6-1 0-16,0 2-1 15,-4-2 1-15,2-1 0 16,1-2 0-1,-3 1 0-15,0 2 1 0,-2-1 0 16,-4 0-1-16,4 0 0 16,9-4 0-1,2 3-1-15,0 0 1 0,2 0 0 16,-7 4 0-16,-2-2 0 16,-4 0 1-16,2 2-2 15,-2-2 1-15,0 2 0 16,0 0 0-16,0 0 1 15,-4 0-2-15,0 0 1 16,-1-2 0-16,1 2 2 16,-1 0-2-1,2-2 0-15,-1 2 0 16,6 0 0 0,0 0 0-16,-2-2 0 0,1 4 1 15,-8-2-1-15,3 0 0 16,1 2 0-16,0 0 0 15,3-2 0-15,-4 2 1 16,1-2-1-16,1 2 0 16,-6 0 0-16,6-2 0 15,-2 2 0-15,-2 0 1 16,2-2-1-16,-3 2 0 16,1 0 1-16,4 0 0 15,4 0-1-15,0-2 0 16,5 0 1-16,-5 2-1 15,0-2 0-15,2 2 0 16,0-2 3-16,-2 2-3 0,2 0 0 16,1 0 2-16,-1 0-2 15,2 0 1-15,4 0-1 16,-4-2 1 0,-2 2 1-16,0 0-1 0,-5-2 0 15,-1 2 1 1,4 0 0-1,2 0-1-15,0 0 3 16,3 0 0-16,-10 0-3 0,-1 0 0 16,2 0-1-16,-4 0 1 15,6 0 1-15,0-2-1 16,0 2 2-16,2 0-3 16,-2 0 2-16,0 0-2 15,-4-2 2-15,2 2-2 16,2-2 0-16,0 0 1 15,0 2 0-15,6 0-1 16,0 0 0-16,1 0 0 16,-1 0 0-16,-6 0 1 15,0 0 0-15,-1 0 1 16,1 2 0-16,-3 0 2 16,1 2-3-16,0 0 4 15,1 0-3-15,1 0 3 16,0 2 0-16,-3 0-1 15,1-2 0-15,-1 0-3 16,1 0 2-16,2-2-3 16,8 4 4-1,-1 0-4-15,3 3 0 0,1-4 2 16,-7-3-1 0,-2 4-1-16,-2-4 2 15,-4 2-2-15,-1 0 0 16,0 0 1-16,-2 0-1 15,1 1 0-15,-2-4-1 16,-3 2 2-16,1-2-1 16,1 3 2-16,1-2-2 15,-2 1 0-15,1 1 2 16,4-3-2-16,0 5 1 16,1-4-1-16,-3 3 0 15,-5-4-1-15,4 2 3 16,-2-2-1-16,-1 2-1 15,1-2 0-15,-1 3 0 0,-1 1 0 16,-1-4 0-16,4 3 0 16,0-1 0-1,-3-2 0-15,5 4 0 16,-4-5 0-16,2 1 0 0,-4 3 0 16,1-1-1-1,3 1-3-15,1 0 4 16,4-2 5-16,-3-2-4 0,2 0-1 15,-2 0 1-15,1 0-1 16,0 2 1-16,0 0-1 16,3-1 0-16,-1-1 1 15,-2 3-1 1,2-2 0 0,-3-1 1-16,5 3-1 0,-1-2 1 15,1 2-1-15,-1 1 0 16,7-2 1-1,1 3 1-15,-3 0 1 0,0-1-3 16,-10 1 3-16,1 2 0 16,1-1-1-16,-4-2 1 15,3 1-3-15,-1 2 0 16,0-1-1-16,-1 2 5 16,0-2-1-16,2 0 2 15,-4-2-3-15,-1 4 2 16,1-2-4-16,-3 0 3 15,0 2-1-15,5-2-1 16,-1 2 0-16,0 2 1 16,3-4 0-16,-5 0 0 15,1 0 0-15,-1-2-1 16,2 2-1-16,0 0 0 16,-1 0 2-16,1 0-1 15,-1 0 1-15,-1 0-1 0,-1 0 0 16,-1 0-1-1,3 0 2 1,-3-2-2-16,5 0 1 16,-2 0 1-16,6 0 0 15,-2 4 0-15,2-2 0 16,-2 0-1-16,-3-2-2 16,0 0 2-16,-3 2 0 15,1 0-1-15,1 3 2 16,-3-2 0-16,3-1 3 0,3 0-4 15,-3-2 1-15,4 2 3 16,-4 1-2 0,1-2 3-16,-1 1-3 0,-1 1-2 15,6-3 0-15,1 6 0 16,3-2 1 0,-1 0-2-16,0 2 0 15,-5-4 2-15,3-1 0 0,-2 3 1 16,6 1 2-16,-1-4-3 15,0 6 4-15,2-4 2 16,-8 0-4-16,4 1-2 16,1-2 3-1,-2 2-1-15,1-2 2 0,-1 0-4 16,-1-2 2 0,0 0-2-16,6 2-1 15,0-2 3-15,4 0-2 16,-2 2-1-16,-4-2 0 15,-2 0-1-15,4 0 0 16,0 0 0-16,0-2 2 16,2 0-1-16,0 2 3 15,0-4-4-15,2 2 0 16,-2 0 2-16,0 2-2 16,-2-2 2-16,0 0-2 15,-3 0 0-15,1 0 1 16,6 0 0-16,0 0-1 15,0 0 1-15,0 0-1 16,-6 0 2-16,-5 4-2 16,2-4 1-16,0 2 0 15,1 0-1-15,-4-2 0 0,4 2 0 16,-3 0-1 0,0-2 2-16,4 0-1 15,1 2 2-15,0 0-2 16,2-2 0-16,-6 2 0 15,2-2 1-15,4 2-1 16,-3-2 0 0,1 2 1-16,-1-2-1 15,-6-2 0-15,3 2-1 0,-4-2 1 16,-1 2 0-16,1-2 1 16,1 0-1-16,1 0 0 15,0 0 0-15,1 0 0 16,-2 0-1-1,2 0 1-15,-2 0 2 0,0 0-2 16,2 0-1-16,-1 0 1 16,8 0 0-1,-2 0 0-15,-5 2 0 16,3 0 2-16,-4-2-2 0,4 0 0 16,-3 0 0-16,2 0 0 15,-4 0 0-15,-3 0 0 16,1 0 0-16,-1 0 2 15,1 0-2-15,2 0 0 16,0 0 0-16,0 0 0 16,-1 0 0-16,0 0 0 15,0 0 1-15,7 0-1 16,-1 0 0-16,2 0 1 16,1 0-1-16,-6 0 0 15,3 0 0-15,-1 0 0 16,-2 0 1-1,4 0-1-15,-1 0 0 16,2-2-1-16,0-2 2 16,9 0-2-16,4 2 2 15,4-2-1-15,6 0 2 16,2 0-1-16,8 0-1 16,2-2 0-16,21 0-1 15,1-2 1-15,-2 2 0 16,-11-6-3-16,-67 8-90 15,-2-2-337-15</inkml:trace>
  <inkml:trace contextRef="#ctx0" brushRef="#br1" timeOffset="18298.99">7994 7275 157 0,'-14'-2'45'0,"10"2"-44"15,2-2 48-15,0 0 22 16,2 0-38-16,-2 2-11 16,2-2 28-16,-3 2-6 15,3 0-18-15,0 0 5 0,-2 0-6 16,0 0-6-1,2 0 10-15,-3 0-11 16,3 0-1 0,0 0-7-16,0-2-1 15,0 2 3-15,0 0 1 16,0 0-2-16,0 0 7 16,0-2-2-16,0-1-1 15,0 3 3-15,0 0 4 16,0 0 2-16,0 0 4 0,0 0 0 15,0-1-4-15,0 1 2 16,0-2-10 0,0 2 12-16,3 0-12 0,6-2 3 15,8 0 12 1,12 2 8-16,2 0-19 16,6 0-9-16,-2 0 1 0,-4 0-9 15,3 0 1 1,-5 0-3-16,4 0-1 0,-2 0 0 15,3 0 2-15,-1 0-1 16,-2 0-1-16,0 0 0 16,-6 0 2-1,-8 0-2-15,-5 0 1 0,-8 0-1 16,-4 0 1-16,0 0 0 16,0 0 6-1,0 0 1-15,0 0-2 16,0 0-1-16,0 0-3 0,0 0-2 15,0 0 0-15,0 0-4 16,0 0 1 0,0 0 3-16,0 0-1 15,0 0-8-15,-18 2-41 16,5 0-76 0,-1 0-102-16</inkml:trace>
  <inkml:trace contextRef="#ctx0" brushRef="#br1" timeOffset="18938.02">8154 7293 240 0,'0'0'122'0,"7"-2"-91"31,-7 2-27-31,0 0 97 16,0-2-67-16,0 2-11 16,0 0 9-16,0 0 16 15,0 0 7-15,0 0-2 16,0 0-9-16,0 0-4 16,0 0 3-16,0 0-7 15,0 0-7-15,0 0-11 0,0 0-11 16,0 0-6-16,0 0-1 15,-9 14 0-15,-9 6 8 16,-5 2-2 0,-6 6 0-16,1-2-3 0,-1 2 1 15,0-2-2-15,-4 4-1 16,6-3 3 0,2-5-4-16,7-7 4 0,12-6-4 15,1-4 2-15,5-5-1 16,0 0-1-16,0 0 0 15,0 0-1-15,0 0 0 16,0 0 1-16,0 0-3 16,0 0-3-1,0 0-9-15,0 0-121 0,0 0-11 16,0 0-135 0,0-4-125-16</inkml:trace>
  <inkml:trace contextRef="#ctx0" brushRef="#br1" timeOffset="19530.18">8130 7363 272 0,'0'0'44'0,"0"0"-43"16,18-14 4-16,-18 12 35 15,0 0-3-15,0 2 1 16,0 0 8-16,0 0 3 0,0 0 3 16,0-2-4-1,0 2-8-15,0 0 18 16,0 0-29-16,0 0-1 15,0 0 2-15,0 0 4 16,0 0-5-16,0 0-5 16,0 0-13-16,0 4-6 15,2 4 7 1,2 0 4-16,1 4-9 16,1 0-1-16,1 4-3 0,0 0 4 15,0 0-4-15,-1 2 2 16,3-1-1-1,-2 1-2-15,2-3 7 0,-1-1-8 16,-1 1 1-16,0-5-2 16,4 1 0-1,-4-3 1-15,1-4 0 16,-2 1-1-16,-6-5 0 0,0 0 0 16,0 0 2-16,0 0 0 15,0 0 0-15,0 0 1 16,0 0-3-16,0 0-2 15,2 0-14-15,-2 0-27 16,0 0-7-16,0 0-71 16,0 0 29-16,0 0-100 15,0 0-75-15</inkml:trace>
  <inkml:trace contextRef="#ctx0" brushRef="#br1" timeOffset="19993.82">7827 7615 223 0,'0'0'144'15,"0"0"-144"-15,0 0 1 16,-16 3 81-16,16-3-35 16,0 0-33-16,0 0 16 15,0 0 17-15,0 0 9 0,0 0 14 16,0 0 4 0,0 0 10-16,9 0-58 15,6 0 21-15,12 0-15 16,16 0-8-16,5-6-4 15,4 4-1-15,2-2-2 16,-17 4-8-16,-1 0-1 16,-11 0-6-16,-8 0 1 15,-3 0-3-15,-8 0 0 0,-4 0 2 16,1 0-2-16,-3 0-1 16,0 0-1-1,0 0 1 1,0 0-32-16,0 0-34 0,0 0-48 15,0 0-72-15,0 0-37 16,0 0-131 0</inkml:trace>
  <inkml:trace contextRef="#ctx0" brushRef="#br1" timeOffset="21396.62">8950 7229 137 0,'0'-2'61'0,"-2"0"-8"16,2-1 33-1,0 2-6-15,0 1-15 16,0 0-9-16,0 0-9 16,0-3 2-16,0 3-2 15,0 0-2-15,-3 0 20 16,3 0-29-16,-2 0 5 15,-1 0-4-15,1-1-6 16,0 1 2-16,2 0-7 16,0 0-11-16,0 0 3 15,0 0 1-15,0 0-6 16,0-2-5-16,0 2-3 16,-2 0-2-16,0 0 0 15,0 0-2-15,-5 0 1 16,-5 0 1-1,2 0-3-15,-3 0-1 0,-1 0 1 16,5 0 0-16,5 0 0 16,0 0-1-1,0 0 1-15,2 0-5 0,2 0-11 16,0 0 8-16,0 0 5 16,0 0 1-16,0 0 1 15,0 0-2-15,0 0 2 16,0 0-4-1,0 0-2-15,0 0 6 0,0 0 1 16,0 0 1 0,0 0 11-16,0 0-9 15,0 0 0-15,0 0-2 16,0 0 1-16,0 0 1 16,0 0 5-16,0 0-1 15,0 0-2-15,0 0 0 16,0 0-3-16,0 0 2 15,0 0-1-15,0 0-1 0,0 0 3 16,0 0-2 0,0 0-1-16,0 0-2 15,0 0-2-15,0 0-13 16,0 0-2-16,10 0 17 16,5 0 3-16,20 0 0 15,8 0 4-15,8 0-2 16,9 0-2-16,-6 0 4 15,4 0-1-15,0 0-5 16,-4 0 0-16,-10 0 5 16,-9 0-5-16,-12 0-1 15,-8 0 1-15,-8 0-2 0,-7 0 3 16,0 0-1 0,0 0 7-16,0 0-1 15,0 0-5-15,0 0 5 16,-5 0-7-16,-8 2-24 15,-5 3-40-15,-1 0-13 16,2 1-31-16,-2-4-55 16,9-2-76-16,2 0-74 15</inkml:trace>
  <inkml:trace contextRef="#ctx0" brushRef="#br1" timeOffset="21892.83">9075 7237 253 0,'4'-6'173'15,"-2"4"-153"-15,-2 2-17 16,0 0 84-16,2 0-22 0,-2 0-37 16,0 0-12-16,0 0 16 15,0 0 9-15,0 0 4 16,0 0-11-16,0 0-11 15,0 6-18-15,0 10 9 16,-16 6 6-16,-5 4 9 16,-6 2-18-16,-2 0 1 15,0 0-9-15,-2 4 4 16,-1-4-2-16,3-6 5 16,7-4-3-16,13-9-2 15,5-6-1 1,4-1-3-16,0-2-1 15,0 2-2-15,0-2-8 16,0 0-1-16,0 0-2 16,0 0-21-16,0 0-70 15,0 0-42-15</inkml:trace>
  <inkml:trace contextRef="#ctx0" brushRef="#br1" timeOffset="22268.45">8820 7495 277 0,'0'0'160'16,"0"0"-157"-16,0 0 10 15,-4 7 28-15,4-3-16 16,0 0 12-16,2-3 14 15,12 1-19-15,5 0 38 16,4-2-16-16,6 2 23 16,6 1-32-16,3-2-10 0,5 2-3 15,-5 1-3 1,-3 1-14-16,-6 0-2 16,-6-1-8-16,-8-3 0 15,-8 2-5-15,-3-2-1 16,-4 2-3-16,0-3 3 15,0 2 1-15,0-2-21 16,0 0-60 0,-6 0-83-16,-1 0-47 0,2 0-135 15</inkml:trace>
  <inkml:trace contextRef="#ctx0" brushRef="#br1" timeOffset="22836.07">9061 7323 255 0,'0'0'155'0,"0"0"-115"16,0 0 16 0,0 0 139-16,-9-10-164 15,9 8-11-15,0 2 5 16,0 0-5-16,0 0 8 16,0 0 6-16,0 0 3 15,0 0-12-15,0 0-7 16,0 0-7-16,0 0-6 15,0 0-2-15,0 0-3 0,0 8 0 16,7 10 7-16,3 2 7 16,2 4-4-1,-1 0-1-15,3 0-4 16,-3 2 0-16,-1-2 2 16,0-1-4-16,-1 0-1 15,-3-1-1-15,1-5-1 16,-2-3 3-16,-3-9-3 15,-2 0 1-15,0-3 0 16,2 0-1-16,-2-1 0 0,0 2-2 16,2-2 4-16,-2 2-2 15,0-1 0-15,0-2-1 16,0 2 1 0,0-2 1-16,0 0-5 0,0 2-55 15,0-2-121-15,0 0-118 31</inkml:trace>
  <inkml:trace contextRef="#ctx0" brushRef="#br1" timeOffset="23788.06">9663 7281 132 0,'-10'0'195'16,"10"0"-182"-16,0 0-5 15,0 0 123 1,0 0-45 0,0 0-40-16,0 0-28 0,3-2-6 15,6 0 20-15,4 0 22 16,18-4-16-1,10 2-6-15,5-3 10 0,10 0-4 16,-4 3-9-16,0-3-4 16,2 2-6-16,0-1 5 15,-6 2-9-15,0-3 4 16,-11 4 0-16,-8 1-10 16,-10 0-4-16,-13 0-1 15,-4 2-4-15,-2 0 1 16,0 0-1-16,0 0-1 15,0 0 1-15,0 0-7 16,0 0-19-16,0 0-33 16,0 0-33-16,-6 0-33 15,-8 0-28-15,7 0-37 16,-1 0 24-16</inkml:trace>
  <inkml:trace contextRef="#ctx0" brushRef="#br1" timeOffset="24347.69">9992 7251 122 0,'0'0'259'15,"0"0"-230"-15,14-2-26 16,-14 2 100-16,0 0-35 16,0 0-20-1,0 0-8-15,0 0 18 0,0 0-46 16,0 4 1 0,-9 14 6-16,-24 12-1 15,-6 6 3-15,-3 2 6 16,-3 0-11-16,10-10 0 15,6-4-4-15,3-4-2 16,8-6-2-16,7-6-7 16,1-2 5-16,8-4-6 15,2-2 0-15,0 2-3 16,0-2-5-16,0 0 2 16,0 0-12-16,0 0-46 15,0 0-49-15,0 0-32 16,0 0-13-1,6 0-13-15</inkml:trace>
  <inkml:trace contextRef="#ctx0" brushRef="#br1" timeOffset="24803.77">9954 7275 217 0,'0'0'164'16,"0"0"-128"-16,0 0-29 0,2-4 81 15,-2 4-7-15,3 0-30 16,-1 0-18-1,3 0-8-15,2 6 68 0,1 6-56 16,3 4-17-16,3 4 3 16,6 8-3-1,2 4-1-15,-2 0 1 16,1 3-6-16,-11-13-7 0,3-1 1 16,-3-5-8-16,-4-3 3 15,-1-5-2-15,-3-5 1 16,0 0-2-16,-2-2 4 15,0-1-4-15,0 0 1 16,0 0 1-16,0 0 0 16,0 0-4-16,0 0-41 15,0 0-80-15,0 0-83 16,0 0-34-16,-4 0-124 16</inkml:trace>
  <inkml:trace contextRef="#ctx0" brushRef="#br1" timeOffset="25203.12">9587 7592 330 0,'0'0'137'0,"0"0"-108"0,0 0-15 16,9 0 73 0,15 0 5-16,9 0-45 15,8 0 0-15,3 0 7 16,16 0-21-16,3-2 4 15,-3 2-12-15,-2-2-9 16,-20 2 3-16,-7 0-9 16,-11 0-4-16,-9 0-5 15,-7 0-1-15,-4 0 2 0,0 0-2 16,0 0 0-16,0 0-1 16,0 0-42-1,0 0-59-15,0 0-274 0</inkml:trace>
  <inkml:trace contextRef="#ctx0" brushRef="#br1" timeOffset="28039.26">10554 7231 235 0,'0'0'147'16,"0"0"-97"-16,0 0 59 15,0 0-27 1,0 0-20 0,0 0-7-16,0-2 1 0,0 0 6 15,0 2-13-15,0-2-19 16,17-1-1-16,8 2 6 15,4-2 1-15,4 0-12 16,5 3-2-16,3-2-10 0,5 2 4 16,-1 0-5-1,-1 0 0-15,-4 0 0 0,-6 0-8 16,-10 0-3-16,-8 0-2 16,-7 0 2-1,-5 0 0-15,-4 0-2 16,0 4 2-16,0-4 0 0,0 0 0 15,0 0-10-15,0 0-4 16,0 0-16-16,0 1-34 16,-4 2-57-16,-11-3-15 15,5 0-55 1,0 0-68 0</inkml:trace>
  <inkml:trace contextRef="#ctx0" brushRef="#br1" timeOffset="28638.55">10866 7249 92 0,'0'0'187'0,"0"0"-174"16,6 0 88-16,-6 0 20 0,0 0-31 31,0 0-25-31,0 0-39 16,0 0-8-16,0 0 3 16,0 0-10-16,-4 0-3 15,-5 2 2-15,-4 5-8 16,-3 4 4-16,-2-5 3 0,-2 4 5 15,-4 4 0-15,-1 2 7 16,-4 6 12-16,0 2 21 16,0 0-37-16,5-2 0 15,6-2-5-15,4-6-3 16,8-3-8 0,4-6-1-16,2-3 0 15,0-2-4-15,0 0 0 16,0 0-5-16,0 0 7 0,0 0-19 15,0 0-32-15,0 0-39 16,0 0-26-16,0 0-10 16,0 0-90-1</inkml:trace>
  <inkml:trace contextRef="#ctx0" brushRef="#br1" timeOffset="29437.99">10799 7335 340 0,'0'0'158'16,"0"0"-145"-16,0 0 18 15,0 0 76-15,0-2-50 16,0 2-38-16,0-2-3 0,0 2 25 16,0 0-2-16,0 0-10 15,0 0-9-15,0 0-6 16,5 0-10-16,5 0 3 15,4 8 1-15,1 4-5 16,4-2 9-16,-2 6 17 16,3 0-10-16,1 2 0 15,-4 4-13-15,1 6 5 16,-5-4-4 0,3-2-2-16,-7-5-4 0,-1-8-1 15,-3 1 2-15,0-1 0 16,-5-4-1-16,0-1-1 15,2 0 0-15,0-4 1 16,-2 3-1-16,0-3 1 16,0 0 0-1,0 0-1-15,0 0-9 0,0 0-51 16,0 0-77-16,0 0-39 16,-9 0-196-1</inkml:trace>
  <inkml:trace contextRef="#ctx0" brushRef="#br1" timeOffset="29861.74">10617 7550 351 0,'0'0'117'16,"0"0"-114"-16,0 0 24 0,0 0 51 16,15 0-42-1,3 0 9-15,4 0 39 16,2 0-49-16,5 0 22 15,2 0-20-15,12 0 3 16,1 0-9 0,-2 0-1-16,-3 0-10 15,-14 0-5-15,-8 0-7 16,-3 0-5-16,-5 0-3 16,-5 0 0-16,0 0 0 0,-2 0 0 15,-2 0-14-15,2 0-15 16,1 0-3-1,1 0-36-15,-4 0-237 0,3 0 51 16</inkml:trace>
  <inkml:trace contextRef="#ctx0" brushRef="#br1" timeOffset="31167.91">11532 7271 169 0,'-5'0'72'0,"5"0"-44"16,0 0 24-16,0 0-12 15,0 0 3 1,0 0 10-16,0 0 6 16,0 0-4-16,0 0-3 15,0 0-12-15,0 0 7 16,0 0 2-16,0 0-10 15,0 0 3-15,0 0-8 16,0 0-9-16,0 0-2 0,0 0 6 16,0 0-1-1,0 0-5-15,5 0 10 16,4 0-11-16,4 0 0 16,5 0 2-16,14 0-4 15,3 0-10-15,3-2-5 16,7 0 0-16,-8 2 3 15,1-2-5-15,2 2-1 16,-7 0 2-16,-2-2-3 0,-6 2 0 16,-7 0-1-1,-5 0 3-15,-6 0-2 0,-4-2-1 16,-3-1 0-16,0 3 1 16,0-1-1-16,0 1-5 15,0 0-7-15,0-2-3 16,4 0-9-1,3 2-8-15,-1-2-11 0,1 2 8 16,0-2 2 0,-5 2-4-16,-2 0-24 15,0 0-8-15,0 0-29 16,0 0-62-16,0 0-133 16</inkml:trace>
  <inkml:trace contextRef="#ctx0" brushRef="#br1" timeOffset="31760.22">11748 7297 321 0,'0'0'128'15,"0"0"-103"-15,5 0 19 16,-5 0 48 0,0 0-29-16,0 0-35 0,0 0-13 15,0 0-2-15,0 0-1 16,0 10 4-16,-12 6 8 15,-7 2 11-15,-10 8-4 16,-5 0 21-16,-4 4 1 16,-4 2-17-1,0-2-24-15,5-4-2 0,2-2-1 16,6-3-5-16,9-7 1 16,6-6-4-1,8-3-1-15,2-2-1 0,4-3-4 16,0 0-11-1,0 0-34-15,0 0-34 16,0 0-47-16,0 0-54 16,0 0-35-16,0 0-89 15</inkml:trace>
  <inkml:trace contextRef="#ctx0" brushRef="#br1" timeOffset="32183.97">11392 7586 265 0,'0'0'86'0,"0"0"-69"0,0 0 42 16,0 0 28-1,15 0-36-15,3 0 33 16,9 0-51-16,8 0-3 15,3 0 25-15,18 0-17 16,2 0-11 0,0 0 14-16,-2 0-16 15,-14 0 2-15,-7 0 7 16,-8 0-14-16,-4 0-11 16,-8 0-5-16,-5 0-1 0,-4 0 0 15,-2 0-3-15,-4 0 1 16,2 0 0-1,-2 0-1-15,5 0 0 0,-1 0-5 16,3 0-8-16,0 0-7 16,4 0-7-1,-3 0-5-15,-3 0-39 16,0 0-32-16,-5 0-41 0,0-3-61 16,0-1-175-16</inkml:trace>
  <inkml:trace contextRef="#ctx0" brushRef="#br1" timeOffset="32983.4">11788 7353 179 0,'0'0'217'15,"0"0"-147"-15,0 0-38 16,-2-6 44-16,2 6-16 16,0 0-21-16,0 0 5 15,0 0 22-15,7 0-17 0,1 0-1 16,6 10-9 0,1 4 41-16,6 0-56 15,1 4 3-15,-2 2-10 0,4 4-4 16,-1 0-1-1,-6-2-6-15,2 0 3 16,-11-8-5-16,1 0-1 16,-2-4 0-16,-2 1-2 15,-1-5-1-15,2-1 3 0,1 2-2 16,-2-3-1-16,-3-2 0 16,0-2 0-1,1 0 0-15,-3 2 1 16,0-2 0-16,0 0 0 15,0 0 2-15,0 0-2 16,0 0-1 0,0 0-2-16,2 0-5 0,-2 0-4 15,0 0-1-15,0 0 3 16,2 0 0-16,0 0 2 16,-2 0 5-16,0 0-1 15,0 0 3-15,0 0 0 16,0 0 0-1,0 0 1-15,0 0-1 0,0 0 0 16,0 0 0-16,0 0 2 16,0 0-2-1,0 0 0-15,0 0 2 0,0 0 1 16,0 0 1-16,0 0 2 16,-13 0 1-16,-9 3-4 15,-10 0-3-15,-8-2-3 16,-7-1-46-16,27 0-98 15,0 0-166-15</inkml:trace>
  <inkml:trace contextRef="#ctx0" brushRef="#br2" timeOffset="63899.21">12595 5903 142 0,'-2'-4'59'0,"2"4"-33"16,0 0 112-16,0-2-93 15,0 2-19-15,0-2 22 16,0-2 15-16,0 2-20 16,0-2 1-16,0 2 13 15,-3-2-17-15,3 2-15 16,0 0-11-1,0 2 20-15,0 0-26 16,0-2-6-16,0 2-2 16,0 0-4-16,0 0-10 15,0 0-71 1</inkml:trace>
  <inkml:trace contextRef="#ctx0" brushRef="#br2" timeOffset="64826.63">12653 5881 198 0,'2'-6'18'0,"2"4"-13"16,1-2 49-1,-1 0 16-15,3 0-31 0,-4 2-8 16,-1 0 26-16,-2 2-4 16,2-2-13-1,0 2-8-15,-2 0 34 16,0 0-30-16,0 0-5 15,0 0-4-15,0 0-6 16,0 0-3-16,0 0 6 16,0 0 24-16,0 0-28 15,0 0 3-15,0 0-10 16,0 0-1-16,0 0-5 16,0 0 0-16,0 0-5 15,2 0-1 1,0 2 1-1,3 20 16-15,-3 8 39 16,0 6-37-16,2 11-8 16,-2-5-2-16,2 2 3 15,0 2-8-15,-2-2 2 16,-2-4 3-16,0-2-2 16,0-6 1-16,0-1 0 15,0-8-6-15,0-6 2 16,0-7 3-16,0-6-1 15,0-3-1-15,0-1-6 16,0 0 4 0,0 0 1-16,0 0 1 15,0 0-2-15,0 0-1 0,0 0-1 16,0 0-2 0,0 0-13-16,-4 0-121 15,-2 0-124-15,2 0-137 16</inkml:trace>
  <inkml:trace contextRef="#ctx0" brushRef="#br2" timeOffset="65266.44">12370 6334 392 0,'-14'0'122'0,"14"0"-103"16,0 0 33-1,0 0 70-15,0 0-59 0,0 0-50 16,0 0-1 0,0 0 67-16,0 0-30 15,7 0-11-15,11 0-13 16,11 0 8-16,11 4 13 15,7 0-7-15,4 0 10 16,2 0-38-16,1 0-5 16,0 1-2-1,-6-1-4-15,-7-3 1 0,-10 2 1 16,-16-3-3-16,-6 0 3 16,-5 0-2-1,-4 0 0-15,0 1-5 16,0 1 4-16,0 2-8 15,0 0-14-15,-15 4-41 16,-7 2-54 0,9-6-46-16,-1-1-485 15</inkml:trace>
  <inkml:trace contextRef="#ctx0" brushRef="#br2" timeOffset="65641.84">12377 6513 585 0,'0'0'71'16,"-14"0"-69"-16,14 0 90 15,0 0 23-15,0 0-107 16,7 0-1-16,8 0 15 15,10 0 18-15,8 0 6 16,21 0-3-16,8 0 22 16,1 0-43-16,3-4-2 15,-22 2-6-15,-3 0-9 16,-12 0 0 0,-9 0-5-16,-6 2 0 0,-10 0-3 15,-4 0 2-15,0 0-9 31,0 0-9-31,0 0-13 16,0 0-17-16,0 0-49 0,0 0-45 16,0 0-92-1,0 0-72-15</inkml:trace>
  <inkml:trace contextRef="#ctx0" brushRef="#br2" timeOffset="65953.78">12715 6519 308 0,'0'0'226'0,"0"0"-172"15,-2 2-14-15,2 0 54 16,0 6-46 0,0 6-4-16,0 12 7 15,0 8 6-15,0 8 3 16,0 4-11-16,0 4-27 15,0-5-3-15,0-5 4 16,0-10-16-16,0-10-1 16,0-6 0-16,0-8-3 15,0-4 1-15,0 0-3 16,0-2 3-16,0 0-3 16,0 0-1-1,0 0-51 1,0-2-474-16</inkml:trace>
  <inkml:trace contextRef="#ctx0" brushRef="#br2" timeOffset="66950.78">12798 6270 216 0,'-3'0'143'0,"3"0"-105"16,0 0 21-16,0 0 61 16,0 0-34-1,0-4-29-15,5-12 78 16,10-6-99-1,6-6 22-15,5 0-22 0,8-4-12 16,8-8-8 0,7-3 7-16,9 0-8 15,5-4 4-15,8-1-8 16,26-8-5-16,3 0 16 16,-1 8-11-16,-10 6-6 15,-34 20 6-15,-12 4-8 16,-14 8 2-1,-11 2-5-15,-8 6-7 16,-2 2 1-16,-6 0-6 16,-2 0 1-16,2 0-3 15,-2 0-2-15,2 0-10 16,3 0-51-16,-3 0-25 16,0 0-27-16,0 0-29 15,-2 0-67-15,0 0-136 16</inkml:trace>
  <inkml:trace contextRef="#ctx0" brushRef="#br2" timeOffset="67708.83">14192 5245 362 0,'3'-14'112'16,"-3"12"71"-16,0 0-53 15,0 2-52-15,-11 0-43 16,-20 0-32-16,-12 22 7 16,-4 7 12-16,9 0 7 15,-2 8 1-15,4 5-4 16,1 18-10 0,6 2 5-16,11 3-17 15,9-7-2-15,9-21 0 16,0-5-2-16,13-10 0 15,10-7-3-15,3-9 3 16,8-6 6-16,6 0 7 16,13 0-3-16,-1-8-7 15,-6-12 1-15,-10-2 0 16,-18 6-3-16,-12 2 0 16,-3 5 5-1,-3 4-2-15,0 1 9 16,0 4 12-1,0 0-16-15,-7 1-9 0,-4 24-7 16,-3 1 7 0,8-1 0-16,4-2-2 15,2-7-3-15,0-6 2 16,0-6-1-16,11-4-1 16,9 0 5-16,2 0 6 15,3-8 4-15,-5-10-3 16,-2-6-4-1,-12-4 5-15,-6-1 1 0,0 3-5 16,0 4-2-16,-10 12 3 16,-9 4-2-1,-1 6-3-15,-2 0-4 16,0 0-34-16,4 0-29 0,5 2-60 16,13 5-61-1,0-2-77-15,0-5 0 16,6 0 27-16</inkml:trace>
  <inkml:trace contextRef="#ctx0" brushRef="#br2" timeOffset="68121.75">14315 5578 145 0,'17'-10'209'16,"-11"6"-125"-16,-2 2-14 16,-2 0 56-1,2 2-50-15,1 0-22 16,-3 0-3-16,2 0 1 0,0 0-16 15,4 0-18-15,3 14-5 16,-1 11-7-16,7 4-1 16,0 3 4-1,1 7 0-15,0-3 9 16,-5-8-14-16,-2-4-1 16,-1-16-2-16,-6-2 2 15,0-4 4-15,-2-2-1 16,1 0 59-16,3 0-1 15,2-12-3-15,4-20-32 16,4-6-6 0,-3-1-3-16,0-2-13 15,-5 13 0-15,-4 3-4 0,-2 5 1 16,-2 8 0 0,0 4-3-16,0 4-3 15,0 4-9-15,0 0-35 16,0 0-26-16,0 0-37 15,2 0-68-15,3 0-306 16,-5 0 330-16</inkml:trace>
  <inkml:trace contextRef="#ctx0" brushRef="#br2" timeOffset="68588.08">14681 5520 199 0,'0'0'256'0,"0"-4"-168"16,2 2-12-16,-2 2 57 16,0 0-45-16,0 0-46 15,0 0-13-15,0 0 3 16,0 0-14-1,0 18-14-15,0 12 11 16,0 4 1-16,0 6-7 16,0-8 5-16,0 0 2 15,2-3 0-15,-2-5-4 16,2-6-5-16,0-6 11 16,0-4-2-16,3-4-4 15,-3-4 1-15,0 2 6 16,2-2 0-16,6 0-3 15,3 0-6-15,12 0-1 16,19 0 3-16,7 0 0 16,5 0-6-16,-2 0-3 15,-25 0 1-15,-12 0 4 16,-15 0-3 0,-2 0-1-16,0 0-4 15,-31 0-6-15,4 0-79 16,-15 0-355-1</inkml:trace>
  <inkml:trace contextRef="#ctx0" brushRef="#br2" timeOffset="71263.89">6245 5959 38 0,'-2'-4'59'0,"0"4"-18"15,0-2-22-15,2 1-3 16,0-2-8-16,0 1-5 16,0 0 4-16,0 2 8 15,0 0-2-15,0 0-7 16,0-2 5-16,0 0 5 15,0 0 4-15,0 0-8 16,0-1-1-16,0 0 29 16,0 3-34-16,0 0-6 15,0-2 0-15,0 2 4 16,-4 0-1 0,4-2 7-16,-2 2 3 0,0-2-12 15,2 0-1 1,-2 2 0-16,-2-2 2 15,1-2 6-15,3 4-1 16,0-1 2-16,0-2 11 0,0 3 13 31,0-2-5-31,0 2 1 16,0 0-21-16,0 0 5 16,0-2 14-16,0 0 4 15,0 0 8-15,0 2 7 16,0 0 10-16,0 0-16 15,0-2 1-15,0 2-7 16,0-2-2-16,0 2-6 16,0 0-7-16,0 0-5 15,0 0-1-15,0 0 0 16,0 0-9 0,0 0 8-16,0 0-9 15,0 10-2-15,0 10 9 0,0 6 1 16,-2 6 0-1,0 4-3-15,2 0 10 16,-2-1-12 0,2-3-4-16,0 0 1 15,0-4 0-15,0-8 2 16,0-6-1-16,0-8 2 16,0-2 0-16,0-4-4 15,0 0-1 1,0 0 3-16,0 0-1 0,0 0-2 15,0 0-1-15,-6 0-20 16,-6 0-66-16,3 0-117 16,-2 0-522-16</inkml:trace>
  <inkml:trace contextRef="#ctx0" brushRef="#br2" timeOffset="71663.64">5919 6230 265 0,'-8'0'245'0,"8"0"-220"0,0 0-4 16,0 0 99-16,0 0-43 15,0 0-51-15,0 0-23 16,2 0 4-16,11 0 19 15,7 0 21-15,7 0-4 16,15 0-13 0,7 0 33-16,9 0-41 15,0 0-14-15,-11 0 1 0,-4 0 2 16,-12 0-9 0,-7 0-2-16,-8 0-2 15,-6 0 2-15,-5 0-3 16,-3-4-1-16,3 4 3 15,0-2 1-15,-1 0 3 16,0 2-3-16,-2 0-2 16,0 0-5-16,-2 0-49 15,0 0-227-15,-4 0 55 16,-11 0-81-16</inkml:trace>
  <inkml:trace contextRef="#ctx0" brushRef="#br2" timeOffset="72095.6">5982 6338 301 0,'0'0'220'16,"-18"7"-183"-16,18-7-10 15,0 0 88-15,0 0 7 16,0 0-110-16,0 0 4 16,0 0 7-1,0 0 0-15,0 0-3 0,0 0-2 16,20 0 6-16,2 0 17 16,10 0-6-1,19 0-16-15,5 0 14 16,-3 0-19-16,0 0-1 15,-24 0-8-15,-6-4-4 16,-6-1-1-16,-5 3-1 16,-5 2 0-16,-5-2 0 15,-2 0-2-15,0 0-3 16,0 2-3-16,0 0-16 16,0 0-56-1,0 0-54-15,0 0-32 16,0 0-7-1,-7 0-173-15</inkml:trace>
  <inkml:trace contextRef="#ctx0" brushRef="#br2" timeOffset="72519.34">6116 6386 92 0,'0'0'382'16,"-5"3"-310"0,5-1-54-16,-3-1 123 0,3 2-106 15,0-2-20-15,0 10 2 16,0 7 16-1,0 10 27-15,0 9-13 16,0 6 5-16,0 5-22 0,8 0-21 31,-2 12-4-31,-1-4-1 16,-3-1-2-16,-2-9-2 16,0-22 1-16,0-6 4 15,0-10-3 1,0-8 1-16,2 0-1 0,0 0 1 15,7 0-3-15,-2-6 0 16,-5-19-82-16,-2 10-145 16,0-1-173-16</inkml:trace>
  <inkml:trace contextRef="#ctx0" brushRef="#br2" timeOffset="74462.6">6006 6561 89 0,'5'0'157'0,"-5"0"-100"16,0 0 20-16,0 0-6 16,0 0-20-1,0 0-9-15,0 0 3 16,0 0 6-16,0 0-8 16,0 0-9-16,0 0-1 15,0 0-3-15,0 0 18 16,0 0-27-1,-7 0 2-15,-15 0-9 0,-5 0-14 16,-9 0 1 0,-12 0 2-16,-10 0-1 15,-16 0 37-15,-16-12 1 0,-43-10 9 16,-12-10-8 0,-9-6-11-16,-4-6-13 15,31 1-5-15,11 0-2 0,10-8 1 16,-6-17-8-1,16 2 19-15,14-2-8 16,10 8-3-16,31 21-2 16,9 11 5-1,10 6-5-15,5 6-6 0,5 6 1 16,1 4-4-16,5 0 0 16,0 4-1-16,4 2 1 15,2 0-2-15,-4 0-2 16,2 0 0-16,-3 0-3 15,1 0 1-15,2 0 1 16,0 0 3 0,2-2 2-16,-3 0-2 15,1 0 2-15,-3 0-1 16,1-2-3-16,-5 0 2 16,0 0 1-16,2 0 0 0,-4 0 0 15,3-2 1-15,-1 0 0 16,-1-2 0-1,4-2-3-15,-3 0-7 0,0 2-4 16,0 2 6-16,3 2 8 16,1 2 0-1,1 0 0-15,2 2-1 16,2 0 0-16,0 0 0 16,0 0-2-16,0 0-1 15,0 0-2-15,0 0 3 0,0 0 1 16,0 0-2-16,0 0 2 15,0 0-3-15,0 10 4 16,0 6-3-16,0 0-5 16,0 2 6-16,0-2 2 15,0-2-6-15,2-2 5 16,0 0-3 0,2-4 3-16,3 0 1 15,-3-2-2-15,-4-3-5 0,4-2-2 31,-4-1 7-31,0 0-1 0,0 0 4 16,0 0 0-16,0 0 5 16,0 0 8-16,0-6 8 15,-15-12-13-15,-3-2-5 16,-1-4 3-16,-4-2-1 16,1-2-2-16,-1 0 0 15,4 0 6-15,3 4 10 16,5 6-7-16,6 6 8 15,5 8-7-15,0 2 0 16,0 0-4 0,0 2-7-16,0-2-2 0,0 2-2 15,0 0-1-15,20 0 2 16,11 0 0 0,8 0-1-16,5 4-1 0,1 14 2 15,3-2 1-15,4 4-2 16,10-2 2-1,-6-2 2-15,-10-2-8 16,-12-6 1-16,-20-4-3 16,-12-4 0-16,0 2 4 15,-2-2 4-15,0 0 0 16,0 0-3 0,-16 0-48-16,-22 0-59 15,18-4-156-15,-2 2-172 16</inkml:trace>
  <inkml:trace contextRef="#ctx0" brushRef="#br2" timeOffset="76010.35">3222 5202 332 0,'0'-4'92'16,"0"-1"-78"-16,0 3 47 15,0 0 43-15,0 2-75 31,-8 0-12-31,0-2 30 0,1-1-26 16,-2 0 9-16,2 3 6 16,1-2-7-1,-1 2-18-15,1 0-8 0,1 0-1 16,0 0-2-16,3 0-1 16,0 0 1-16,2 0-1 15,0 0 1-15,0 0 0 16,0 0 0-16,0 0 0 15,0 0-1-15,0 0 1 16,0 0 0 0,0 0 8-16,0 0-1 15,0 0 0-15,0 0 11 0,0 0 8 16,0 0 0 0,0 0 4-16,0 0 1 15,0 0 15-15,0 0-31 16,0 0 0-16,0 0-2 15,0 0-6-15,-5 0-4 16,1 0-3-16,-2 0 0 16,-6 0 0-16,-5 0-2 15,-6 0-2-15,-2 8 4 16,-2 7-1-16,6-1-1 16,-2 4 2-1,3 4-1-15,1 4-1 16,2 2 2-16,7 8-2 15,1 0 1-15,6 4-1 16,3 0 1-16,0-4-2 16,0-2 0-16,12-6 0 0,7-4 3 15,1-4 0-15,7-4-5 16,15-8 5 0,8-8 0-16,3 0 0 15,5 0 0-15,-16-4 4 16,-6-10-4-16,-7 0 1 15,-11 0-1-15,-7-2-2 16,-5 0-20-16,-1-2 4 16,-5-6-16-1,0 4 7-15,0 0-17 0,0 4-29 16,0 4 28-16,0 4 36 16,0-2 0-1,0 4 6-15,0 4 4 16,0 0 5-16,0 2 12 15,0 0 15-15,0 0 9 16,0 0-23-16,0 6-10 16,0 16-8-16,-7 6 2 15,1 2 2-15,2 0-3 16,4-4-1-16,0-2-1 16,0-3 0-16,0-7 1 0,0-4-2 15,10-5 0-15,4-2 0 16,8-3 1-1,5 0 12-15,2 0-3 16,2-17 1-16,-9-1-3 16,-6 0 1-16,-7-4 3 15,-7-2 17-15,-2-2 13 0,0 2 6 16,-11-2 2 0,-13 6-3-1,-3 4-22-15,-2 6-11 0,2 8-13 16,-2 2-3-16,-2 0-6 15,2 0-16-15,0 14-44 16,20-4-81-16,3-2-466 16</inkml:trace>
  <inkml:trace contextRef="#ctx0" brushRef="#br2" timeOffset="76604.17">3565 5392 210 0,'0'-2'259'0,"0"2"-192"15,0-2-33-15,2-2 76 16,-2 4-33 0,0-2-11-16,0 2-28 15,0 0 3-15,0 0-9 16,0 0-13-16,0 0-18 15,2 2-1-15,0 16-7 16,5 6 7-16,4 6 4 16,2 8-1-1,2-2-2-15,1-7-1 0,-5-6 0 16,-1-14 2-16,-6-4 0 16,3-1-1-1,-3-2-1-15,0-2 9 16,-2 0-5-16,1 0 6 15,2 0 32-15,1-10 13 16,1-12-7-16,-3-2-24 0,0-2 2 16,-1 2 1-1,-1 2-8-15,1 4-6 16,-3 4-2-16,0 4-11 16,0 6 0-16,0 2-2 15,0 2-3-15,0 0-14 16,0 0-42-1,0 0-46-15,0 0-331 0,0 0 89 16</inkml:trace>
  <inkml:trace contextRef="#ctx0" brushRef="#br2" timeOffset="76901.7">3812 5350 425 0,'0'0'65'16,"0"0"-17"-16,2-21 81 15,-2 20-39-15,0 1-24 16,0 0-27-16,0 0-15 16,0 14-27-16,0 12 3 15,-4 4 9-15,-4 6 2 16,4-2 0-16,0-2-2 16,4-6-5-16,0-4 1 15,0-4 1-15,0-3 6 16,0-8 0-1,18-3-1-15,-1-4-3 0,8 0 6 16,-3 0 5-16,1 0-8 16,-4-1-8-1,-14-6-3-15,-5 5-451 0</inkml:trace>
  <inkml:trace contextRef="#ctx0" brushRef="#br3" timeOffset="98555.98">23287 6992 284 0,'0'-10'139'0,"0"4"-96"15,0 2-18-15,0 2 95 16,0 0-76-16,0-4-18 16,0 4-8-16,0-2 12 15,0 0-12-15,0 0-5 16,0 0 7 0,0 2 5-16,0-2 3 0,0 0-12 15,0-2-13-15,0 0 7 16,2-2-8-1,0 2 11-15,1 0 0 16,-3 0 0-16,0 4 8 16,0 0-11-16,0 2 2 15,0-2 5-15,0 2 9 16,0-2-11 0,0 2-9-16,0 0-1 15,0 0-5-15,0 0-1 16,0 0-1-16,0 16-6 15,2 6 8-15,3 4 6 16,-1 14 6 0,3 4 12-16,-3 8-11 15,0 6-2-15,-1-4-4 16,-1 7 0-16,0 5 5 0,-2 8-1 16,3 4-2-16,-3-1-5 15,0-5 4-15,0-6-1 16,0-6-5-16,0-6 11 15,0-4-11-15,0-12 3 16,0-3 7-16,0-8-3 16,4-4-3-1,-1-3 9-15,1-6 3 16,-2-4-9-16,0-2 1 0,2-6 0 16,-4-2-3-1,0 0-1-15,0 0-3 16,0 0 8-16,0 0-7 0,0 0-3 15,0 0 4 1,0 0-2-16,0 0-3 16,0 0 0-16,0 0 0 15,0-14-16 1,0-6-28-16,0-9-39 16,-8 18-297-16,-1-3-70 15</inkml:trace>
  <inkml:trace contextRef="#ctx0" brushRef="#br3" timeOffset="99906.56">23634 6872 103 0,'4'-7'87'16,"-4"6"-53"-16,0 1 16 16,2 0 21-1,-2-2-16-15,0 2 57 16,0-2-61-16,0 2 2 15,0 0 1-15,0 0-2 16,0 0-2-16,0 0-2 16,0-2 34-16,2 2-51 15,-2 0-6-15,0 0-1 16,0 0-5 0,2 0-5-16,-2 0-4 15,0 0 1-15,2 6-9 16,3 10 6-1,3 16 27-15,4 6 4 16,-1 4-19-16,-1 8-7 0,0-4 0 16,-1 6-1-1,-3 8 0-15,1 7 4 16,0 3 13-16,-5 6-20 0,3-1-4 16,-1 11 3-1,-2-4 1-15,-2-2-3 16,0-8 1-16,0-16 0 15,0-7 0-15,0 1 1 16,0-2-4 0,0-8 13-16,0-10-16 0,0-12 10 15,0-14 0-15,0 0-7 16,0-4 0 0,0 0-2-16,0 0 6 15,0 0-6-15,0 0 3 0,0 0-2 16,0 0 2-1,0 0-5-15,0-8-9 16,0-4-24-16,-2-6-13 16,-5 0-14-16,0 8-48 15,-4-2-570 1</inkml:trace>
  <inkml:trace contextRef="#ctx0" brushRef="#br3" timeOffset="101017.86">23744 7985 237 0,'-2'0'123'0,"0"0"-97"16,2 0 21-1,0 0 57-15,0 0-43 16,0 0-16-16,0 0 9 16,0 0 1-1,0 0-3-15,0 0 26 16,0 0-53-16,0 0 6 16,0 0 4-16,0 0-1 15,0 0-8-15,0 0-5 16,0 0-4-16,0 0 6 15,6 0-9-15,5 0-7 16,9 0 3-16,3 0-4 16,6 0-1-16,6 0 1 15,3 0-3-15,4-2-2 16,7-2 1-16,5 2 0 16,0 0-1-16,1-2 0 15,-1 0-2-15,14-2 1 16,7-2 0-1,4-2 1-15,4-1 2 16,-19 4-2-16,-8 0 0 16,-4-1 3-16,-12 2 0 15,-9 2 1-15,-9 0 8 16,-9 3 1-16,-6-2-2 16,-1 1-5-1,-6 0-1 1,0 0 0-16,0 2-2 0,0 0-2 15,0 0 1-15,0-1-3 16,-4 1-27 0,-18-3-30-16,-7 2-248 15,13-3 0-15</inkml:trace>
  <inkml:trace contextRef="#ctx0" brushRef="#br3" timeOffset="102089.12">23769 6876 154 0,'0'-4'283'0,"0"2"-223"16,0-3-53-1,6 4 155-15,15-5-108 16,2 0-21-16,2 1 7 16,4 1 22-16,7 1-3 15,7 1-14-15,5 0-12 16,10 0 30-16,4 0-30 16,17-1-15-16,-6-1-7 15,-4 3 1-15,-2-1-5 16,-20 0 4-1,-10 0-6-15,-5-1 1 16,-10 2 2 0,-11 1 3-16,-4-3-6 15,-2 3-5-15,-5 0 3 16,0 0-1-16,0 0 0 16,0 0-2-16,0 0-62 15,0 0-50-15,0 0-105 16,0 0-80-16,0 0-204 15</inkml:trace>
  <inkml:trace contextRef="#ctx0" brushRef="#br3" timeOffset="105870.2">24372 3256 174 0,'-2'-20'167'15,"2"10"-145"-15,0 4-9 0,0 0 15 16,0 0 39-16,0 0-32 16,0 0-32-16,0 0 0 15,0 0 9-15,0 2 10 16,0-2 17-16,0 0-5 15,0 0-5-15,-2-4-18 16,-1 2 2-16,1 4 92 16,0-2-102-16,2 4 2 15,0 2 15-15,-2-2-11 16,2 2-1-16,0 0 2 16,0-2 5-16,0 2 17 15,0 0-20-15,0 0-5 16,0 0-7-16,0 0 0 15,0 0-7-15,0 12 1 16,6 4 6-16,6 8 2 31,-3 4 2-31,4 4-1 16,-1 4 1-16,-2 2 3 0,-3 7-1 16,1 23 1-1,0 8-5-15,1 4 5 16,-5 3-3-16,-2-14 9 15,-2-4 1-15,0 15 2 16,0-2-1-16,0-2-3 16,0 3-4-16,0-19 6 15,0 0 1-15,0-2-2 16,0 10-3 0,0-4-3-16,4 1 3 15,2-1-4-15,-2-20 1 16,0 0 4-16,-4-6-3 15,7-2 0-15,-5 4-2 16,4 0-4-16,-3-3 0 16,-3 13 11-16,0-2 2 15,0-2-6-15,0 6 1 16,0-12-4-16,0-4 0 16,0 8 0-16,0-2-2 15,0 3 0-15,0 0-2 16,0-4 0-1,0-5-1-15,0 14 2 16,0 0-2 0,0 0 1-16,0 0 3 15,2-11-2-15,3-3 0 0,-1 6-1 16,1 3 2 0,1 0-3-16,-2-5 4 15,1-8-5-15,0-6 3 16,-1 0-3-16,3 6 3 15,-1-2 1 1,-4 0-4-16,3 7 3 0,-1-10-2 16,1 2 2-16,0-1 0 15,-3-6-3-15,0 0 2 16,0 0-2-16,0-2 2 16,0 2-2-1,1-2 1-15,-1-2 1 16,0 0 0-16,0-4-2 15,0 0 3-15,1-4-3 16,0 6 3-16,-1 2-1 16,2 2 0-16,-2 2-1 15,2-5-1-15,-1-5 1 16,-1-1 0 0,2 0 0-16,-2-4-1 15,0 2 3-15,2-1-3 16,-4-2 0-16,0 2 0 15,0-3 1-15,0 2-1 16,0-1 0-16,0-4 0 16,0 1 2-1,0 2-2-15,0-3 0 16,0-2 1-16,0 2-1 16,0 0 0-16,0 4 1 15,0 0-1-15,0 2 0 16,0 0 2-16,0 0-2 15,0 0 0-15,0 0 0 16,0 2 0-16,0 0 1 16,0 0-1-16,0-2 0 15,0-2 1-15,0-2 0 16,0 0 0 0,0-4-1-16,0 0 1 15,0 0 0-15,0 0 1 0,0 0 6 16,0 0 3-16,0 0 4 15,0 0-6-15,0 0-7 16,0 0 0-16,0 2-2 16,0 0 0-1,0 2-1-15,-4 0 2 16,0 2-2-16,0-2 1 16,2 0 0-16,-5 2 1 15,3 2-1 1,0 0-2-16,-4 0 1 0,8-2 0 15,0-2 1-15,-2-2-3 16,2-2 2 0,0 2 1-16,0-2-1 15,0 0 1-15,0 2 0 0,0 0 0 16,0 3 0 0,0-4 0-16,0 1 0 15,0 0 0-15,0-2 0 16,0 4 0-16,0-2 0 15,-2-2 0-15,2 2 1 16,0-2-1-16,0 0 1 16,0 2 0-16,0-2 0 15,0 0 0-15,0 0-1 16,0 0 0-16,0 0 0 16,0 3-1-1,0 0 0-15,0-1 0 0,0 0 1 16,-2 0 0-16,2 0 0 15,0 0 1 1,0 3-1 0,0-4 0-16,-3 2 0 15,3-2 0-15,-2-1 1 16,-2 0-1-16,-2 4 2 16,-6-2-1-16,-6 2 1 15,-2-1 5-15,-7 1-5 16,-23-1-1-16,-16 8-1 15,-20-2-16-15,37-7-61 16,9 1-162-16</inkml:trace>
  <inkml:trace contextRef="#ctx0" brushRef="#br3" timeOffset="108394.11">24839 7945 242 0,'2'0'125'0,"0"0"-116"16,-2 0-5-16,2 0 58 16,-2-2-3-16,0-2-26 15,0 4-5-15,0 0 9 16,0 0 5 0,0 0 46-16,0 0-56 15,0 0-9-15,0 0 3 16,0 0-4-16,0 0-2 15,0 0-9-15,0 0-4 16,0 0 4-16,0 0 0 16,0 0-2-16,0 0 0 15,0 0-2-15,0 0-5 16,0 0-2-16,2 0 0 0,0 18 2 16,3 8 9-1,-1 2 5-15,0 6 9 16,-2 2-15-16,1 4-3 15,0 4 1-15,-3 14-3 16,0 8 1-16,0 5 0 16,0 3-1-16,0-10-2 15,0 2 2-15,0-2 4 16,0 3 1-16,0-1-6 0,0 0-3 16,0 6 3-16,0 0 2 15,0 0 0-15,0-4 0 16,0-1 4-1,0-1 15-15,0-4-21 16,0-1 2-16,0-3-4 0,0 6 2 31,0 0 4-31,0-2-3 16,2-4-5-16,0-10 10 16,-2-6-7-16,2 1-1 15,-2-6 4-15,0 0-3 0,2 2 7 16,-2 2-9-16,0-1 0 15,2 4 2-15,-2-2-2 16,3 0 2-16,-1 6 7 16,0-3-6-16,2-5-2 15,1-2-1-15,-3 2 1 16,3 0 1 0,-1 2 0-16,3 0-1 0,-3-6 6 15,-2-2 1-15,0-2-7 16,-2-4 1-16,3 1 3 15,-1-3-6-15,-2 0 0 16,2-2 1-16,-2 2 0 16,3-2 1-16,-3 6-2 15,2-4 1-15,0 0 1 16,-2 0-2-16,0-8 2 16,3 4-1-1,-3-4-2-15,2-2 2 0,0-3-1 16,-2-6 2-16,0 1-2 15,0-4 0-15,0 1 1 16,0-1 0-16,0-3 0 16,0-1-1-1,0 3 0-15,0-3 0 16,0 0 0-16,0 0 0 16,0 1 0-16,0-1 0 15,0 0-2-15,0 0-2 16,0 0-5-16,0 0-5 15,0 0-2-15,0 3-2 16,0-2-10-16,0 2-16 16,-7-3-47-16,0 0-130 15,-4 0-234-15</inkml:trace>
  <inkml:trace contextRef="#ctx0" brushRef="#br3" timeOffset="109997.68">24903 10844 483 0,'0'-6'46'16,"0"0"-40"-16,0 2 83 15,0 2 13-15,0 0-47 16,0 2-14-16,0 0-2 15,-7 0-17-15,-2 0 8 16,-11 0-17-16,-4 16 2 16,-5 6 9-16,2 6 11 15,4-1 0-15,8 2-8 16,4 4-8 0,4 0 0-16,7 2-17 0,0-5-2 15,0-4 0-15,20-4-2 16,7-8 2-1,4-8 0-15,7-6 7 16,-2 0 0-16,1-4 26 0,-1-20-16 16,-3-2-6-1,-8-6 1-15,-5-2 1 16,-5-5 3-16,-7 6 13 16,-4-3-6-16,-4 7-3 15,0 5-5-15,-2 4-7 16,-25 4-9-16,-8 4-39 15,-15 4-35-15,-14 0-75 16,35 8-226-16</inkml:trace>
  <inkml:trace contextRef="#ctx0" brushRef="#br3" timeOffset="111560.81">24453 3184 272 0,'4'-16'77'15,"-4"8"-53"-15,0 2 28 16,2-2 28-16,0 2-20 0,0 0-14 15,1 0-1-15,-3 4-3 16,0 0-8-16,0 0 10 16,0 0 0-16,0 2-15 15,0-2-9-15,0 2 6 16,0 0-6-16,-3 0-4 16,-5 0-11-16,-7 0-5 15,-4 0 0 1,-7 12 18-1,-6 16-9-15,8 6 1 0,2 6-4 16,12-3-2-16,10-1-3 16,0 0-1-16,0-6-2 15,0-5 2-15,19-7-1 16,5-7-3-16,5-11 4 16,11 0-5-16,0 0 10 15,1-22 6-15,-6-12 18 16,-11-11 20-16,-12-5 10 15,-12-4 2-15,-7-10-8 16,-36 8-20-16,-5 8-9 16,-8 13-14-16,7 24-9 15,0 11-1-15,0 1-12 16,31 22-80 0,5 1-775-16</inkml:trace>
  <inkml:trace contextRef="#ctx0" brushRef="#br3" timeOffset="114694.12">23711 7465 389 0,'-2'0'65'15,"2"0"-62"-15,0 0 88 16,0 0-12-16,0 0-23 16,0 0-12-16,0 0 7 15,0 0 0-15,0 0-15 16,0 0 6-16,12 0 8 0,9 0-2 16,1 0-15-16,7 0-7 15,5 0-5-15,3 0-5 16,8 0-6-1,6 0 6-15,5-2-10 16,4-2-5-16,3 0 3 0,22-4-4 31,6-2 0-31,7 0 1 16,6-4 1-16,-13 4-2 16,5 0 1-16,2 0-1 15,1 4 0-15,-1 0 0 0,2 4 1 16,4-2 0-16,-1 0-1 15,-3 2 2-15,0 0-1 16,0 0 1 0,3 0-1-16,2 2 0 0,-5 0-1 15,-7-2 0-15,17-2-1 16,-6-4 0 0,-1 0 1-16,0-2 0 0,-27 4-1 15,-5-2 0-15,0 2 2 16,-2 2-3-16,0-2 1 15,-4 2 0-15,-3 0 0 16,-4 0 1-16,-3 2-3 16,-3 0 1-16,-3 0-1 15,-2 0 5-15,-2 0-2 16,-1 2 0-16,1-2-1 16,12 2 1-1,3 0 0-15,3 0 0 16,-3 0 0-16,-11 0 2 15,-7-4-2-15,-3-2 0 16,-4 0-1-16,-6 0 1 16,2 1 0-16,-4 2 1 15,4-3-1-15,3 4 0 0,-3 0 1 16,0-3-1 0,0 4 0-16,-4-2 0 15,-3 2 0-15,3-1-1 16,2 0 1-16,-4 2 0 15,-1-2 4-15,-6 2-4 0,-7 0-1 16,-4 0 1-16,-3 0 0 16,3 0 0-16,-5 0 0 15,3 0 0-15,-3 0 1 16,-2 0-2-16,0 0 3 16,0 0-4-16,0 0 0 15,0 0-8-15,0 0-14 16,0 0-36-1,0 0-44-15,-5 0 3 16,-4 0 68 0,3 0-2-16,4 0 6 0,2 0 17 15,0 0 6-15,0 0-4 16,0 0-3-16,0 0 9 16,0 0 4-16,0 0 14 15,0-2 2-15,0-3 19 16,0 4 28-16,0 1-9 15,0 0 45-15,0-3-55 16,0 3-20-16,0-1-8 16,0 1-5-16,0 0-9 15,0 0-1-15,0 0 0 16,0 0-1-16,0 0 4 16,0 0 2-16,0 0 1 15,0 0 3-15,0 0-5 16,0 0-2-16,0 0-3 15,0 0-2-15,0 0 2 16,0 0-1-16,0 0 4 16,0 0-3-16,2-2 2 15,6 0 1-15,13 2 3 16,3 0-3-16,0 0-3 16,5 0 0-16,-4 0 0 15,-2 0 1 1,-1 0-2-16,0 0 0 15,0 0 1-15,-1 0 1 16,-6 0 0-16,1 0-1 0,-8 0 1 16,-1 0 0-1,-3 0 0-15,-2 0 5 16,-2 0 2-16,0 0 0 16,0 0-6-16,0 0-1 15,0 0 0-15,0 0-1 16,0 0-3-16,0 0-13 15,0 0-8-15,0 4-7 16,-8 0 8-16,-1 0 6 0,3-2-18 16,-2 0 1-16,4 0 14 15,2-2-1-15,2 0 10 16,0 0 10-16,0 0 6 16,0 0-2-16,0 0-2 15,0 0 3-15,0 0 7 16,0-4 7-1,-2-1 6-15,-1 4 9 0,1 1-7 16,0-3 2-16,0 2 1 16,-2 1-13-16,-1 0-11 15,-4 0 1 1,-4 0-6-16,-6 0 1 16,0 0 1-16,-6 5 0 15,3 8 3-15,-3 3 6 16,1 2-8-16,6 2-2 15,2 4 0-15,10 8-1 16,6 4-2-16,0-2 0 16,6 0 0-16,23-10 2 15,4-8 0-15,4-4 0 16,1-6 0-16,1-6 5 16,4 0 1-16,-3 0 11 15,0-8-3-15,-9-12 6 16,-4-4 4-16,-9-4 2 15,-11-4 30-15,-7-4-32 16,0-2-4-16,-21 0-2 16,-29 0-8-16,-11 10-8 15,-15 7-2-15,-11 15-19 16,-2 6-40-16,-5 0-57 16,61 0-191-16,0 0-584 15</inkml:trace>
  <inkml:trace contextRef="#ctx0" brushRef="#br3" timeOffset="117149.04">19934 7704 385 0,'-11'2'147'15,"11"-2"-147"-15,0 0 5 16,0 0 37-16,0 0 20 15,0 0-59-15,0 0-1 16,0 0 39-16,0 0 27 31,0 0 10-31,0 0-24 16,0 0-18-16,0 0-3 0,0 0-2 16,0 0-5-16,0 0-4 15,0 0-7-15,0 0-2 16,0 0-1-16,0 0-9 15,0 0 3-15,0 0-1 16,0 0 1-16,0 0 12 16,-2 0-8-16,2 0-5 15,0 0 4-15,0 0-2 16,0 0 3-16,0 0-3 16,0 0 3-16,0 0-4 15,0 0-4-15,0 0 2 16,0 0 1-16,0 0-4 15,0 0-1-15,0 0 2 16,0 0-4-16,0 0 5 16,0 0-3-16,8 0 4 15,11 0 12-15,12 0 1 16,9 0-2-16,9-4-10 16,33-6 2-1,14 0-1-15,13 2-1 0,7 0-4 16,-18 6 1-1,-4 0-2-15,-3 0-1 16,-4 2-2-16,-3 0 3 16,-3 0-2-16,-8 0 2 15,-3 0-1-15,-8 0 0 16,-2 0-1-16,-2 0 0 16,-3 0 4-16,3 0-2 15,-2-4-1-15,2 2 1 0,15-2 4 16,4 0-4-1,0 0-1-15,1 0 1 16,-15-2 2-16,-1 4-1 16,-4-2-1-16,0 0-1 15,-3 2-1-15,-1 0 2 0,-7-1-4 16,-7 3 3-16,-2-1 1 16,-7-1-3-1,0 2 3-15,0 0-1 0,-2 0-1 16,2 0 0-16,-2-2 2 15,9 0-1 1,-1-4-1-16,-4 4 0 16,-4-2-3-16,-8 0 5 0,4 2-4 15,0-2 4-15,2 0 2 16,2 0-2-16,0 1 0 16,-2 0-1-1,-4 1 1-15,-2 0 1 16,-3-5-1-1,-1 6 0-15,-3-2 0 0,1 2 0 16,-1-2 0-16,1 3 0 16,8-1-3-1,2 1 3-15,0-2 0 0,4 2 0 16,-4 0 0-16,0-3 0 16,0 2 0-16,4 1 0 15,-6-3 1-15,4 3-1 16,-4 0 0-16,-5 0-1 15,-7 0 1-15,-5 0 0 16,-1 0-2-16,0 0 0 16,-3 0 3-16,-2 0 1 15,0 0 0-15,0 0 0 16,0 0 1-16,0 0-2 16,0 0-1-16,0 0 0 15,0 0-1-15,0 0-3 16,0 0 3-16,7 0-11 15,-1 0-20-15,5 0 1 16,3 0-2-16,-6 0-1 16,-1 0-20-16,-7 0-38 15,0 0-446 1</inkml:trace>
  <inkml:trace contextRef="#ctx0" brushRef="#br3" timeOffset="118582.35">19869 7662 259 0,'-11'0'52'16,"5"0"-50"-1,-1 0 17-15,0 0 69 16,3 0-31-16,-1 0-16 16,-1 0 1-16,2 0-3 15,-4 0-10-15,2 0-3 0,-3 0 7 16,3 0-3-16,-4 0-5 16,-1 0 3-1,0 0 2-15,-2 6 15 0,0 2-16 16,-4 2-5-16,0 0 9 15,-3 6 3 1,-1 2-5-16,2 0-6 0,1 4-11 16,7-4 4-1,1-2 0-15,4 2-5 16,2 0-5-16,4 0-2 16,0 1-3-16,0 0 0 15,0-1-2-15,10 0 0 16,4-1-1-16,4-5 0 15,-2-1-4-15,4-4 2 16,2-3 1-16,4-2 2 16,8-2 2-1,3 0 7-15,0 0-7 0,-4-13 1 16,-8 2-2-16,-3-1 2 16,0-5-2-16,-1-1-1 15,-6 3 7-15,1-6-3 16,-8 3 4-16,-1-2 11 15,-7-2 10-15,0-4 5 16,0-2 4-16,-11 0 17 16,-14 0-26-16,-4 6-13 15,0 8-7 1,-8 4-10-16,-5 10-2 16,-3 0-10-16,0 2-50 15,9 18-39-15,27-12-84 16,5-2-350-16</inkml:trace>
  <inkml:trace contextRef="#ctx0" brushRef="#br4" timeOffset="189170.81">23927 2141 332 0,'-2'-6'199'0,"2"6"-181"15,0 0 10-15,0 0 92 16,0 0-49-16,0 0 29 16,0 0-62-16,0 0-1 15,0 0 2-15,0 0 1 16,0 0-4-16,0 0-5 16,0 0 1-16,0 0 2 0,0 0-4 15,0 0-7-15,0 0-3 16,0 0-6-16,0 0-2 15,0 0 0-15,0 0 0 16,0 0-5-16,0 0 1 16,0 0-4-1,0 0-1 1,0 0-4-16,0 10 0 0,-2 8 1 16,2 21 5-1,-5 7-5-15,3 8 3 16,-1 4-1-16,1-6 0 0,2 0-1 15,0-2 2-15,0-4-2 16,0-5 0-16,0-10 1 16,0-2-2-16,0-8 2 15,0-2 4-15,0-7-3 16,0-4 2-16,0-4 2 16,0-2-4-16,0-2 2 15,0 0-2-15,0 0 1 16,0 0-1-16,0 0 1 15,0 0-1-15,0 0-3 16,0-6-25-16,0-10-9 16,0-4-29-16,0-1-30 15,0-1-58-15,0 3-71 16,0 10-80-16,0 1-27 16</inkml:trace>
  <inkml:trace contextRef="#ctx0" brushRef="#br4" timeOffset="189721.97">23871 2173 44 0,'0'0'230'0,"0"0"-176"16,-17-60 14-1,14 52 196-15,0 0-174 16,1 6 8-16,2 0-14 16,-2-2-15-16,2 4-7 15,0-2-17-15,0 2-12 16,0 0-7-16,0 0-3 16,0 0-10-16,0 0-4 0,0 0-8 15,25 0-1-15,12 0 3 16,15 8 6-16,10 6 1 15,11 4 4 1,6 3 2-16,-2 2 3 0,0 8-12 16,-6 1-4-16,-5 4-2 15,-8 12-1 1,-12-2-1-16,-23 0-2 16,-17-2 1-16,-6-10-5 0,-29 1-1 15,-23-3 6 1,-10-5 2-16,-9-3 3 15,-1-3 5-15,-4-6-2 16,-4 2-4-16,2-5-1 16,2-1 8-1,11 0-4-15,19-3-1 0,15-2 3 16,13-4-7-16,11-2-1 16,7 0 1-1,0 0-19-15,9 0-40 0,7 0-82 16,1-8-194-16</inkml:trace>
  <inkml:trace contextRef="#ctx0" brushRef="#br4" timeOffset="191836.22">25248 11542 433 0,'0'-8'28'0,"0"6"-23"16,0-2 114 0,0 4 16-16,0 0-89 0,0 0 18 15,0-2-19 1,0-2-11-16,0 2 2 15,0 0 2-15,0 0 1 16,0 2 0-16,0-2-12 16,0 0-4-16,0 0 3 15,0 0-6-15,0 0-2 0,0 0-4 16,-6-2-3-16,-6 0-2 16,-1 2-1-1,-10-2-8-15,-3 2-16 0,-10 2 16 16,-6 0 5-16,-5 0-2 15,-9 0 1 1,3 4-3-16,6 10 0 0,5-4 2 16,19 2 1-1,5 0-2-15,5 0-2 16,5 4-4-16,3 0 4 16,5 4-2-16,0 0 1 15,0 0-1-15,20 0-3 0,13 2 4 16,12-1-7-1,6 1 5-15,7 2 1 16,-2-4-1-16,2 4 2 16,2 6-4-16,-8 2-8 15,-8-2 13-15,-11 0 0 16,-19-10-4-16,-10-2 0 16,-4-2 1-16,0 0-5 15,0 0 3-15,-22 0 5 0,-22 2 6 16,-17-2 10-16,-13-3 13 15,-5-6-11 1,-6 0 1-16,4-7 10 0,8 0-17 16,4 0 5-16,11-4 0 15,-4-17-14 1,4-5-3-16,13 2-26 16,7 0-29-16,21 2-60 0,17 16-195 15,0-2-497-15</inkml:trace>
  <inkml:trace contextRef="#ctx0" brushRef="#br4" timeOffset="193551.18">18635 7600 443 0,'-29'-8'122'0,"14"6"-113"0,3 2-8 15,-1 0 87 1,-1 0-34-16,3 0-36 16,-2 0 10-16,6 0-7 0,-2 0 12 15,-4 0 7 1,0 7 0-16,-5 6-7 0,-4 3-16 15,-3 4 2-15,-2 4 9 16,-8 8 0 0,1 6-3-1,1 4 1-15,2 6 14 0,8 4-24 16,8 2-4-16,6 0-8 16,9 3-4-1,0-5 2-15,18-10-2 0,19-8 0 16,4-20-2-16,8-8 2 15,7-6 3-15,4 0 5 16,0-6-6-16,-2-14-2 16,-10-2-3-16,-12-4-36 15,-9 2-47-15,-27 14-67 16,0 2-109-16</inkml:trace>
  <inkml:trace contextRef="#ctx0" brushRef="#br4" timeOffset="193945.26">18492 7943 685 0,'0'0'144'0,"0"0"-131"31,0 0 11-31,0 0 53 16,36-18-67-16,2 14 5 15,4 0-7-15,5 1-5 16,-3-1 0-16,-8 2 0 16,-9 2 0-16,-19-1 1 0,-4 1 2 15,-2 0 1-15,-2 0 11 16,0 0 47-16,0 0 8 16,0 0-38-16,0 21-35 15,-2 8 5-15,-6 7 0 16,6 4 13-1,2 4-6-15,0 2-9 0,0 0 2 16,0 2-2-16,0 6 0 16,0-7 0-16,0-5-3 15,0-12 0 1,0-12 1-16,0-6-1 0,0-6-7 16,0-6-48-16,0 0-119 15,0 0-248-15</inkml:trace>
  <inkml:trace contextRef="#ctx0" brushRef="#br4" timeOffset="195703.52">28815 7149 106 0,'0'-9'229'16,"0"5"-209"-16,0 0 11 15,0 3 80-15,0-2-33 16,0 2-2-16,0-2-6 16,0 1-31-16,0 2-2 15,0 0 16-15,0 0-9 16,0 0-5-16,0 0 17 15,0 0-25 1,0 0 0-16,0 0-4 16,0 0-3-1,0 0 2-15,0 0-2 0,0 0-2 16,0 0-6-16,0 0-5 16,0 0-2-16,0 0 2 15,0 0-6-15,0 0-5 16,0 13-1-16,0 9 1 15,0 7 5-15,0 10 4 16,0 5-4-16,0 8 9 16,-2 2-4-16,2 0-3 15,-3 0-3-15,-1 6 6 16,0-3-2-16,-1-7-2 16,-1-6 5-16,1-20 7 15,3-2-13-15,-3-4 1 16,1-4 0-16,2-2 0 0,-1-4-1 15,3-2-2-15,0-6-2 16,0 0 0-16,0 0 0 16,0 0 1-1,0 0 2-15,0 0-7 0,0 0-31 16,0-6-7-16,0-24-17 31,3-8-97-31,6-2-85 16,-7 18-94-16</inkml:trace>
  <inkml:trace contextRef="#ctx0" brushRef="#br4" timeOffset="196479.47">28831 7258 380 0,'0'0'57'16,"0"0"-36"-16,-18-31 141 16,13 26-62-16,3 0-15 15,2 5 16-15,0-2-25 16,0 0-21-16,0 2-27 16,0 0-6-16,0-2 3 15,12 0-2-15,7 2-15 16,6 0-3-16,2 0-1 15,15 0-1 1,-2 2 1-16,4 16 1 0,-1 4 2 16,-7-2 0-16,-5 2-4 15,-4 2 4 1,-3 0-6-16,-8-2 0 16,-8 0-1-16,-3-4-1 15,-5 0-1-15,0-2-3 0,-2 0 2 16,-20-2 0-1,-9 0 4-15,-6-2 15 16,-2-6-11-16,1 1 5 16,0-6 3-16,4-1-1 15,10 3-2-15,8-3-6 16,12 0 2-16,4 0 5 16,0 0-5-16,0 0-4 15,0 0-2-15,0 0-2 0,2 0 1 16,12 0 1-16,5 0 1 15,10 0 4 1,2 0-3-16,5 0 3 0,3 5-5 16,-2 5 0-16,3 3 0 15,2 9 0 1,-5 4-1-16,-4 2 0 16,-6 4 1-16,-12-4 0 0,-7 0-2 15,-5 2 1-15,-3-2 0 16,0 0 1-16,-11-4 1 15,-23 0-1 1,-10-8 2-16,-23-5 4 16,-11-10 15-1,-9-1-2-15,-4 0 55 0,4 0-42 16,14-6-5-16,10-3-14 16,9-8-6-1,15 1-7-15,10-4 0 0,10-2-71 16,19 14-59-16,3 0-215 15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2:14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24469 5300 13 0,'0'0'88'0,"0"0"-74"15,0-2 9-15,0 2 31 16,0 0-13-16,0 0-19 16,0 0 6-16,0 0 5 15,0 0-4-15,0 0-7 16,0 0-4-16,0 0-6 15,0 0-2-15,0 0 2 16,0 0 5-16,0 0-2 16,0 0-2-16,0 0 0 15,0 0 15-15,0 0-16 16,0 0-2-16,0 0 5 16,0 0 1-16,0 0-2 15,0 0-2-15,0 0-3 16,0 0 1-16,0 0-1 15,0 0-3-15,0 0 3 16,0 0 1-16,0 0-1 16,0 0 4-16,0 0-1 0,0 0 2 15,0 0-2 1,0 0 1-16,0 0 17 0,0 0-17 16,0 0 0-1,0 0-4-15,0 0 3 16,0 0 2-1,0 0-1-15,0 0-3 16,-3 0-3-16,-2 0-2 16,1 0 0-16,2 0 0 15,-3 0 1-15,3 0-3 0,-2 0-2 16,0 0 2-16,-4 0-1 16,6 0-2-1,-2 0 2-15,-1 0-1 0,3 0 1 16,-2 0-1-16,-3 0 2 15,-2 2-1 1,0 2-2-16,-2-1 0 16,0 0 3-16,-2 3-2 0,-3 0 0 15,-2 1-1-15,-2 2 0 16,0 1 1-16,-4 0-1 16,-1 0 1-16,-10 2-1 15,-1 0 3-15,-9 2-6 16,1 0 5-16,1-2-7 15,1 4 5-15,2-2 0 16,4 0 0-16,-8 4 4 16,2 0-4-16,-6 4 8 15,4 3-6-15,8-3 1 16,-4 3-3 0,2 1 1-16,-4 5-1 15,-1-1 0-15,-1 2 3 16,-1-4 2-16,5-2-5 15,3-2 0-15,3-2 0 16,8 0 0-16,1-4 0 16,2 0 0-16,6-2-1 15,3-2 1-15,3 0-2 16,5-2-1-16,2-4 2 16,0-3-2-16,4-4 1 15,0-1 0-15,0 2 0 16,-2-2-7-16,2 0-54 15,0 0-19-15,-2 2 3 0,0 0-23 16,0-2-70-16,0 0-207 16</inkml:trace>
  <inkml:trace contextRef="#ctx0" brushRef="#br0" timeOffset="583.61">22851 5911 182 0,'-13'-2'147'16,"13"0"-118"-16,0 2-7 15,0 0 61-15,0-2-48 16,0 2-26-16,0-2 4 16,0 2 25-1,0 0 20-15,0 0 82 0,0 0-80 16,0 0-16-16,0 0-21 15,2 0-11 1,11 0-11-16,9 2-1 0,9 10 19 16,5-2 11-16,2 2-7 15,7 1 3-15,-1 2-5 16,5 3 7-16,-5 0-14 16,-2 3-5-16,-3-3-3 15,-8 0-4-15,0-3-2 16,-4 0 1-1,-5-1 3-15,-4-2-4 16,-3-2 1-16,-3-2 1 16,3 0-2-16,3-2-2 15,-1 0-12-15,0-2 3 16,-9-2-7-16,-1 0-4 16,-2 0-34-16,-5 0-27 15,2-2-4-15,-2 0-15 16,0 0-55-16,0 0-55 0</inkml:trace>
  <inkml:trace contextRef="#ctx0" brushRef="#br0" timeOffset="1271.58">22909 6035 229 0,'0'0'20'0,"-5"0"-11"15,3 0 28-15,0 0 41 16,2 0-36-16,-3 0-28 16,3 0 15-16,0 0-12 15,0 0 6-15,0 0-14 16,0 0-5-16,0 0 2 15,0 0 7-15,0 0 14 16,0 0-6-16,0 0 5 16,7 3 19-1,0 1-12-15,-3-3-12 16,0-1-11-16,-1 3-7 16,-3-3-3-16,0 1 3 0,0-1-3 15,0 0 5-15,0 0-5 16,0 0 0-1,0 0-78-15,0 0 13 16,-3 0 21-16,-3 0-38 0,-1 0 36 16,1 0-45-1,3 0-40-15,1 0 44 16</inkml:trace>
  <inkml:trace contextRef="#ctx0" brushRef="#br0" timeOffset="2062.62">22741 6072 163 0,'0'0'145'16,"0"0"-99"-16,-2 0-9 15,2 0 50-15,0 0-21 0,0 0-17 16,0 0-8-16,0 0-6 16,0 0 1-1,0 0 27-15,0 0-47 16,0 0 0-1,9 0 27-15,13 6 8 16,7 4-24-16,4-1-11 16,6 6 6-16,-1-3 0 15,4 2-6-15,5 0-4 16,-1 4 1-16,4 0-7 16,-2 0-1-16,-1 0 6 0,-3 0-7 15,-3 0 1-15,-7 0-3 16,-8-4-1-1,-6-2 3-15,-6-2-4 16,-8-2 1-16,-4-3-1 0,1-4 0 16,-3-1 0-1,0 0-11-15,0 0-4 0,0 0-21 16,0 0-29-16,0 0-55 16,-7 0-131-1,-2-4-216-15</inkml:trace>
  <inkml:trace contextRef="#ctx0" brushRef="#br0" timeOffset="3063.17">23098 6244 132 0,'0'0'194'0,"0"0"-185"16,0 0 83-16,0 0-8 15,0 0-23-15,0 0-15 16,0 0-7-16,0 0-1 16,0 0 9-16,0 0-12 15,0 0-17-15,0 0-9 16,-2 0 2 0,-11 0-3-16,-1 12-4 0,-4 2 2 0,0 0 10 31,-4 4-8-31,2-2-1 15,-2 4 14-15,-1 2-16 16,1 7 0-16,0-1 3 16,-9 9-5-16,2 8 1 15,0-3-1-15,0 8 4 16,6-4-5-16,1 4-1 16,-2 2 7-16,4 1-5 15,-1-2-2-15,6 2 0 16,1-3-1-16,1 4 0 0,3-4 3 15,-4 2-2-15,-1 0 4 16,1-2-4-16,1-1 4 16,1 1-2-16,1-6-2 15,-2 6 5 1,4-2-1-16,2-1 0 0,5-4-5 16,0-6 2-1,2-3 4-15,0 0-3 16,-2-2-1-16,2-2-1 15,0-2 0-15,-3-4 4 16,3-6-5-16,0-4 0 0,0-4 1 16,0-2-1-1,-2-4 0-15,2-2 0 16,0 0 0-16,0-2-10 0,0 0-46 16,0 0-82-1,0-2-189-15</inkml:trace>
  <inkml:trace contextRef="#ctx0" brushRef="#br0" timeOffset="10312.68">22550 7624 192 0,'0'-2'68'0,"0"2"-54"16,0 0 1-16,0 0 25 16,0 0-18-16,0 0-17 15,0 0-3-15,0 0-1 0,0 0 3 16,0 0 5-16,0 0 3 31,0 0 1-31,0 0 27 16,0 4-31-16,-3 3 6 0,3 4-7 15,-2 5 3 1,2-2-9-16,-2 0 3 16,0-2 1-16,2-4-4 15,0 0 1-15,0-2 3 16,0-2-2-16,0 0-2 0,0-4 3 16,4 0-1-16,5 0 11 15,1 0-1-15,-2 0-10 16,7 0 3-1,-3-14 4-15,-1 0-7 16,-3 2-1-16,-4 0 1 16,-2 4-2-16,-2 0 1 15,0 2 3-15,0 4 0 0,0 0-5 16,-10 2-1-16,-3 0-30 16,-3 0-46-1,7 0-109-15</inkml:trace>
  <inkml:trace contextRef="#ctx0" brushRef="#br0" timeOffset="11152.61">22516 7716 212 0,'0'0'88'0,"0"0"-70"16,-2-4 29-16,2 4 32 15,0 0-25-15,0 0-22 16,0 0-5 0,0 0 4-16,-2 0 8 0,0 0 1 15,2 0-12 1,0 0-13-16,0 0-9 0,0 0-2 16,0 0-2-1,0 6 4-15,0 4 15 16,0 4-7-16,0 2-3 0,0 2 8 15,6 10-9 1,3 4-2-16,0 4 1 16,2 2-7-16,-2-1 16 15,3-1-8-15,-2 2 1 0,3 0-6 16,3 0-1-16,1 4-2 16,0 2 3-16,5 4-4 15,3 3 0-15,1 0 0 16,1 4 7-16,-5-3 10 15,3 2-10-15,0-6 2 16,-1 2-4-16,7 3-1 16,-2-8 5-1,-2-2-10-15,-5-13 2 0,-9-14 1 16,-1-6-1-16,-4 0-2 16,3-4 3-16,-1-2 2 15,-4-2 1-15,3-2-3 16,1 0 8-16,-4 0-11 15,3 0 0 1,-3 0-3-16,-2 0-23 16,2 0-18-16,-4 0-35 15,-2 0-35-15,0-4-73 16,0 0-169-16</inkml:trace>
  <inkml:trace contextRef="#ctx0" brushRef="#br0" timeOffset="11832.25">23109 8490 117 0,'0'0'182'0,"7"-14"-155"15,-7 12-16-15,0 2 102 16,0 0-32-16,0 0-33 16,0 0-22-1,0 0-7-15,0 0 41 0,0 0-18 16,0 0-8-16,0 0-16 15,0 2-5 1,0 12-13-16,-2 8 22 0,-8-4-2 16,2 8-10-16,-3 4 4 15,-3 4 9-15,1 9-8 16,-1-2-7-16,-3 4 2 16,-1-1 1-16,0 0 0 15,0 2-5-15,2-4 1 16,1-6 4-16,2 0 3 15,1-5-11-15,6-6-2 16,1-3 4-16,3-7-4 16,2-5-1-16,0-2 0 15,0-6-1 1,0-1-9-16,0-1-25 16,0 0-18-16,0 0-25 15,0 0-32-15,0-5-17 16,0-4-73-16,2 4-78 15</inkml:trace>
  <inkml:trace contextRef="#ctx0" brushRef="#br0" timeOffset="13079.95">23239 8600 98 0,'4'-8'155'0,"-4"8"-133"0,0-4-14 16,0 4 72-16,0 0-3 16,0 0-28-1,0 0-1-15,0-2-29 16,0 2 11-16,0 0 3 0,0 0 4 16,0 0-8-1,0 0-7-15,0 0-10 16,0 0-2-16,0 0-4 15,0 0 11-15,0 0 4 16,0 0-4-16,0 0-12 16,0 6-4-16,0 8 0 15,0 2 12-15,-2 8 1 16,-8 5 6-16,-1 4 9 16,-1 8-12-16,-5 1-5 15,-1 4-3-15,1 10 2 16,-1-4 3-16,5-5 1 15,2-10-10-15,4-16 4 16,4-6-5-16,1-6-2 16,2-4 0-16,0-2-2 15,0-2-6-15,0-1 6 16,0 0-4-16,0 0-34 0,0 0-32 16,0 0-25-1,0 0-95-15,0 0 47 16,0 0-55-16</inkml:trace>
  <inkml:trace contextRef="#ctx0" brushRef="#br0" timeOffset="13999.62">23229 8811 287 0,'0'0'66'15,"0"0"-54"-15,0 0 39 16,0 0-8-1,0 0-11-15,0 0-15 16,0 0-3-16,0 0-3 16,0 0 5-16,0 0 32 15,4 10 16-15,4 4-38 16,-2 2 7-16,5 2-8 16,5 4-7-1,4 0-1-15,2 0 4 0,1 0-3 16,-1-6 8-16,0 0-5 15,5 1 0-15,2-4-1 16,2-3-8-16,2 0 3 16,5 1-2-16,-2-4-6 15,4 1 1-15,0 2-1 16,5 1 0-16,1 0 1 16,2 2-7-16,-2-5 3 15,5 0-2-15,12-1-2 16,4 0 1-16,-3-3-1 15,-4 0 0-15,-15-1 2 16,-7 2-1-16,0-3-2 16,-1 2 1-16,-3-4 0 15,1 2 0-15,-1-2 0 0,-2 0-2 16,-1 0 2-16,-7 0-17 31,2 0 11-31,1 0-6 16,0 0 11-16,0 0-2 0,2 0 3 15,2-4-2 1,0 2 1-16,-4 0-1 16,0 0 2-16,-14 2 0 15,0-3 0-15,3 2 2 0,-3-1-2 16,3 2 1-16,-5-2-1 16,-1 2 0-16,-2-2 0 15,-1 2 0-15,-5-2 0 16,0 2 2-16,0 0-4 15,-2-2-20-15,0 0-13 16,0 0-59-16,0-1-140 16</inkml:trace>
  <inkml:trace contextRef="#ctx0" brushRef="#br0" timeOffset="14558.96">24747 9088 416 0,'0'0'81'0,"7"0"-76"16,-7 2 15-16,0 0 26 0,0-1-15 15,0 3-7 1,0 5-9-16,0-1-10 16,0 4 45-16,0 0-22 0,0-2 3 15,2 4-3 1,9-2-13-16,0 0 6 15,0-4-10-15,2-6 6 16,1-2 4-16,1 0 5 16,5 0 27-16,5-12-23 15,-3-12-14-15,-4-4-14 16,-2-3-2-16,-12 1-41 16,-4 19-76-1,0 1-74-15</inkml:trace>
  <inkml:trace contextRef="#ctx0" brushRef="#br0" timeOffset="21005.87">23742 5949 37 0,'0'0'105'0,"0"0"-73"15,0 0 32-15,0 0 53 16,0 0 29-16,0 0-95 16,0 0 4-16,0 0-14 15,2 0-14 1,0-6 3-16,-2 0 15 16,0-2 5-16,0 2 6 15,0 2 20-15,0-2-6 16,0 0-22-16,0 2-5 15,0-2-18-15,0 2 4 16,0 0-12-16,0 2-4 16,0 2 1-16,0 0-6 15,-4 0 13-15,-5 0-19 16,0 0 3-16,-2 0-5 16,-10 0-1-16,2 8 1 15,-3 10 2-15,-3 6-2 16,8 2-1-16,-4 4-1 15,5 2 2-15,1 3-1 16,4-2-1-16,4 2 2 0,2-1 0 16,5-2 2-16,0 0-2 15,0-4 0 1,0-4 2-16,5-2-2 16,11-4 1-16,-1-4 0 0,5-4 0 15,3-3 2 1,-2-6 0-16,2-1-2 15,0 0 0-15,-6 0 2 16,1 0-1-16,0 0-1 16,-3-8 1-16,-1-2-1 15,-1 0-1-15,-2 2 0 16,-4 0 0-16,-2-2 0 16,-5 2-1-1,0 2-5-15,0-2-47 0,0 2-17 16,0 0-23-16,0 0-39 15,-2-4-2 1,-8-2 49-16,4 0 25 16,1 0 14-16,1 4 9 0,4 2 36 15,0 2 1-15,-2 2 22 16,2 2 29-16,0 0 9 16,-2 0-3-16,2 0 4 15,0 0-14-15,0 0 0 16,-3 0 22-16,-2 0-26 15,1 6-34-15,-3 12 20 16,-1 4-9-16,1 8-8 16,0 2 0-16,5-2-3 15,2 1-3-15,0-9-4 16,0-3 3 0,0-2-1-16,0-7-2 15,2-2 0-15,10-7-2 0,1-1 8 16,0 0 2-16,5 0 15 15,4-7 14 1,1-13-11-16,-2-3 3 0,0-3-24 16,-8 0-2-16,-4 1 2 15,-9-10-2 1,0 3 4-16,0 4 8 16,-20 4 7-16,0 12-10 15,2 2-14-15,0 4-6 16,-4 2 0-16,0 2-3 15,2 2-15-15,2 0-21 16,4 0-37-16,10 0-22 16,4 0-94-16,0 0-70 15</inkml:trace>
  <inkml:trace contextRef="#ctx0" brushRef="#br0" timeOffset="21869.82">23904 6150 34 0,'0'0'99'0,"2"0"-13"15,1-2-21 1,-1 2-32-1,-2-2 9-15,0 0 37 16,0 2 13-16,2-2-1 0,-2 2-10 16,0 0-2-16,3 0 3 15,-3 0-15-15,0 0-16 16,0 0-6-16,0 0-12 16,0 0-8-1,0 0-2-15,0 0 11 0,0 0-18 16,0 0-9-16,0 0-7 15,4 4-6 1,3 16 6-16,1 6 2 0,4 4 0 16,-1 2-1-16,0-2 5 15,-2 2-5-15,0-2 0 16,-5-4 0-16,1-6 0 16,-1-2-2-16,-4-6 2 15,4-3-1-15,-1-4 3 16,-3-5-3-16,0 0 12 15,0 3-4-15,3-3 1 16,-1 0-1-16,0 0-3 16,-2 0 2-16,2 0-4 15,-2 0 3-15,0 0-1 16,0 0-2 0,0 0 0-16,0 0-3 15,0 0 2-15,0 0 1 16,0 0-3-16,0 0 1 15,0 0 0-15,0 0 0 16,0 0-1-16,0 0 0 16,0 0 1-16,2 0 0 15,-2 0 1-15,2 0 3 16,1-3 14-16,3-12 4 16,4-10-14-16,-2-1-8 15,1-6 5-15,5-8-3 16,-1 0-1-16,-3-2-2 15,0 4 0-15,-3 8 0 0,-1 4-2 16,-2 10 4-16,-1 7-1 16,1 5-1-1,-4 4 3-15,0 0 8 16,0 0-2-16,0 0-9 0,0 0-12 16,0 7-3-1,0 7 4-15,-2 2 1 16,-5 0-12-16,1 0-19 0,-3 0-25 15,2-4-80-15,2-10-167 16,3-2-254-16</inkml:trace>
  <inkml:trace contextRef="#ctx0" brushRef="#br0" timeOffset="22406.68">24189 6138 491 0,'0'0'201'0,"10"-10"-181"16,-8 10 23-16,2 0 52 16,-4 0-53-16,0 0-27 15,0 0 47-15,0 0-10 16,0 0 3-16,0 0-33 15,0 4-12 1,0 12 2-16,0 6 19 0,0 2-8 16,0 0-8-16,0 2-7 15,0 2 1-15,-2 0-2 16,-2-1-4-16,2-5 0 16,0-4-1-16,2-4-2 15,0-4 5-15,0 2-3 16,0-8 5-16,0-1 5 15,0 1-7 1,0-4-3-16,0 3 2 16,0-2 2-16,0-1-3 15,10 0 3-15,5 0 0 16,6 0 0-16,3 0 1 16,8 0-3-16,3 0 1 15,3 0-1-15,0 0-4 16,-4-1 1-16,-10-3 0 0,-6 1-1 15,-10 3-1 1,-5 0 1-16,-1-1 0 16,-2-1-1-16,0-1-9 0,0 2-20 15,-2 1-53 1,-16-3-245-16</inkml:trace>
  <inkml:trace contextRef="#ctx0" brushRef="#br0" timeOffset="24647.08">23869 8386 328 0,'0'0'223'0,"0"0"-196"15,0-3-17 1,0 3 25-16,0 0 11 16,0 0-9-16,0 0 10 15,0 0 16-15,0 0 6 16,0 0-12-16,0 0-22 15,0 0-8-15,0 0 3 16,0 0-3-16,0-1 2 16,0 1-3-16,0 0-1 15,0-2 4-15,0 0 1 16,0-2-11-16,-5 0-10 16,-1-1 3-16,-4 1 2 15,4 1 0-15,-3 3-7 16,-3 0-6-16,2 0 2 15,-11 0-3 1,-2 0 1-16,-2 7-1 0,-4 11 0 16,6 3 1-16,-1 3 2 15,0 8-3-15,1 4 0 16,-1 2 1-16,3 6-1 16,4-4 0-16,6 0 0 15,4-3 0-15,7-6-1 16,0-2 2-16,0-5-1 15,11-2 0-15,16-6 0 16,9-4 3 0,14-8 5-1,4-4 3-15,-2 0-5 0,-10 0-4 16,-18 0 1-16,-11 0-1 16,-3-4-2-16,-8 4 1 15,-2 0 0-15,0 0 2 0,0-2-3 16,0 2-7-16,0-2-12 15,-2 0-17 1,-8 0-23-16,4-4-135 16,-3-2 34-16,3-4-61 0,0 4-40 15,6 0-53 1</inkml:trace>
  <inkml:trace contextRef="#ctx0" brushRef="#br0" timeOffset="25051.28">23833 8663 175 0,'0'0'86'0,"0"0"-59"16,9-17 71-16,-9 17 70 16,0 0-32-16,0 0 69 15,0 0-176-15,0 7-11 16,-7 8 15-16,-3 17 11 16,2 3-6-1,4 1-12-15,4 0-5 16,0-10-10-16,0-2-4 0,6-6 10 15,13-4 0 1,1-4 3-16,2-4-2 16,7-4 5-16,4-2 3 15,3 0 2-15,-2-4-12 16,-11-14-6-16,-9-4 3 16,-11-6-3-16,-3 0 5 15,0-4-8-15,-32 2 2 16,-13 2 4-16,-1 7-3 0,-1 3-10 31,11 12-6-31,3 6 1 0,4 0-15 16,4 0-9-16,8 0-12 15,8 4-26-15,9 6-59 16,0-7-150-16,0-2-130 16</inkml:trace>
  <inkml:trace contextRef="#ctx0" brushRef="#br0" timeOffset="25784.29">24127 8640 483 0,'0'0'131'0,"0"0"-127"16,0 0 27-1,7-12 159-15,-5 10-163 0,-2 2-2 16,0 0 30-16,0 0 16 16,0 0-11-1,0 0-19-15,0 0-14 16,0 0-7-16,0 0 3 0,0 0-9 16,0 0-7-16,0 0-7 15,0 0 1-15,0 0 1 16,0 0 0-16,0 0-1 15,0 0 3-15,0 0 1 16,0 0-3-16,0 0-1 16,0 0-1-16,0 0 0 15,0 0-1 1,0 0 1-16,0 0 0 0,0 0 0 16,0 0 0-1,0 0 0-15,0 0-1 16,0 0 1-16,0 0 0 15,0 9 0-15,0 2 1 0,0 6 0 16,3 1 2-16,-1 1-2 16,2 7 0-1,3 1 1-15,2 1 0 0,0 0 0 16,-3-2 0-16,5-2-1 16,-1-6 0-1,-2-2 0-15,-1-6 0 16,-5-8 0-16,0-2 4 15,0 0 2-15,-2 0 5 16,2 0 12-16,2 0 8 16,0 0-5-16,4-16-20 15,1-6 16-15,3-6-16 16,1-6-6-16,0-2 2 16,1 2-3-16,-1 3 2 15,-6 5-1-15,0 2-1 16,-5 5 1-16,0 4-1 15,0 1 0-15,0 6-1 16,-2 0-3-16,0 2-17 16,0 2-11-16,0-2-15 15,0 4-18-15,0 2-90 16,0 0-302-16</inkml:trace>
  <inkml:trace contextRef="#ctx0" brushRef="#br0" timeOffset="26297.55">24421 8590 157 0,'0'0'357'0,"9"-4"-324"15,-7 4 109-15,-2 0-52 16,0 0-12-16,0 0-12 16,0 0-15-16,0 0-6 15,0 0-6 1,0 0 0-16,0 0-18 0,0 6 1 16,0 6 0-16,0 6-4 15,0 0-7-15,0 5-6 16,0 0-1-16,0 4 3 15,-2 3-5 1,-2-2 9-16,-1 2 4 16,3-2-6-16,2 0-4 15,0-2 2-15,0-4-3 16,0-2-2-16,0-8 2 16,0-2 0-16,0-6-2 15,0-2 1-15,5-2 0 16,11 0 1-16,7 0 13 15,9 0 5-15,4-2-12 0,4-4-7 16,-5 0-2-16,-6 0 0 16,-8 0-1-1,-13 0 0-15,-8 0-47 0,0 2-83 16,-14 0-514-16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3:20.0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 16088 26 0,'0'0'0'16</inkml:trace>
  <inkml:trace contextRef="#ctx0" brushRef="#br0" timeOffset="439.7">12 15498 66 0,'0'0'0'15</inkml:trace>
  <inkml:trace contextRef="#ctx0" brushRef="#br1" timeOffset="8078.19">14105 7724 337 0,'-2'-10'51'16,"2"6"-12"-16,0 0 44 0,-2 0-5 16,2 0-56-1,0 0 12-15,0 2 68 16,0 0-50-16,0-2-10 15,-2 0 0-15,0 0-11 16,2-2-19 0,-5 0 1-16,2 0-9 15,3 0 7-15,-2-2 0 16,-2-2-2-16,2 4 7 16,2 0-7-16,0 2 13 15,0 4 4-15,0 0 4 16,0 0-2-1,-2 0-1-15,2 0 13 0,0 0-35 16,0 0 2-16,0 0-3 16,-3 0-1-1,-1 4 1-15,0 20-3 0,-3 6 3 16,-2 8 3-16,0 4 4 16,0 16 2-1,2 4 0-15,3 10-8 16,-1 1-3-16,1-7 2 15,2-4-3-15,-2 0 1 16,1 4 9-16,3-5-9 16,0-3 1-16,0-4 0 15,0 0 4 1,0-8-3-16,0-10-2 0,0-11 2 0,0-16-3 31,3-5 2-31,-3-4-1 16,0 0-2-1,0 0 8-15,0 0-6 16,0 0-2-16,0-8-12 16,0-8-11-16,0-4-32 15,-9 2-31-15,-1 10-443 16</inkml:trace>
  <inkml:trace contextRef="#ctx0" brushRef="#br1" timeOffset="8509.33">13564 8504 482 0,'-38'4'247'0,"27"-4"-202"16,7 0-45-16,4 0 103 15,0 0 10-15,0 0-64 16,0 0-49-16,8 0-1 16,30 0 1-16,9 0 74 15,16 0-46 1,8 0-1-16,-2-8-14 16,7 2 4-1,-1-2-5-15,4 4 2 0,-8 0 0 16,-3 4-11-16,-10-2 0 15,7 2-3 1,-11 0 4-16,-15 0-3 16,-5 0 2-16,-25 0-2 0,-6 0-1 15,-3 0-3 1,0 0 0-16,-9 4-18 16,-23 4-11-16,-14 2-51 15,21-6-176-15,0-2-258 16</inkml:trace>
  <inkml:trace contextRef="#ctx0" brushRef="#br1" timeOffset="9452.92">13981 8580 801 0,'-2'-8'7'0,"2"8"53"15,0 0 35 1,0 0-43-16,0 0-27 0,-3 0-18 16,-5 0-4-16,-11 20 9 15,-10 10-9 1,-20 16 23-1,-4 1 17-15,0-5-23 16,5-2 4-16,25-18-7 16,6-6-7-16,13-4-2 15,2-6-8-15,2-6-5 16,0 0-10-16,0 0-36 16,33 0 2-16,5-10-25 15,-3-8-45-15,4-6-84 16,-19 4-2-16,-2-3 55 15,-5 0 48 1,3-8 13-16,-3-1 48 16,1 0 76-16,-6 0 52 0,-1 6 8 15,-3 4 20 1,0 2-14-16,0 10-17 16,-2 4 89-16,-2 6-82 15,0 0-2-15,0 0-9 16,0 0-15-16,0 0-34 15,0 0-26-15,2 0-4 16,4 12-1-16,3 6 2 16,9 12 8-1,4 4 7-15,7 1-10 16,2 5-4-16,-4-8 2 0,4 0-3 16,-2 0-1-1,0-2 4-15,-2-2-5 16,-2-2 1-16,-3-4 0 15,-2 2 0 1,-6-4-1-16,-4-2 0 0,-5-2 1 16,-5-6-1-16,0 0 0 15,0 0 0 1,-13-2 0-16,-3-2 3 16,3-4-6-16,3 0 2 15,6-2-2-15,-3 0 2 16,-4 0 0-16,-7 0-3 15,-6 0 2-15,-10 0 2 16,-10 0-2-16,-27 0 3 16,-7 0-1-16,-7-2 2 15,3-4-1-15,22 3 3 0,10-1 4 16,13 1 10 15,12 1-7-31,12 0-5 16,11 2-6-16,2-2-2 0,0 2-1 15,0 0-16 1,0 0-22-16,9 0-23 16,6 0-149-16,-1 0 9 15,-10 0-39-15,-2 0-11 16</inkml:trace>
  <inkml:trace contextRef="#ctx0" brushRef="#br1" timeOffset="9852.54">14039 8997 610 0,'6'0'162'0,"-6"0"-136"16,0 0 34-16,0 0 62 15,2 0-22 1,-2 0-31-16,0 0-56 16,0 6-4-1,0 23 1-15,0 7-1 16,0 7 7-16,0 2 9 16,0 3-3-16,0 2-13 15,0-2-7-15,0 4 3 16,0-7-5-16,0-12 0 15,5-8 1-15,-1-15 1 16,-2-5-2-16,-2-1 0 16,0-1-1-1,0-1-18-15,0-2-31 16,0 0-49-16,0 0-93 16,-2-6-212-16</inkml:trace>
  <inkml:trace contextRef="#ctx0" brushRef="#br1" timeOffset="11479.67">5115 7515 483 0,'0'0'35'15,"0"0"7"-15,0 0 69 16,0 0-20-16,0 0-32 15,0 0 1-15,0 0-12 16,0 0 1-16,0 0 5 16,0 17-31-16,0 8-13 15,0 15-8-15,0 17 14 16,-2 5 6 0,0 4-5-1,0 8-5-15,2-2-3 0,-3 1-1 16,1-3-4-16,-2-8-2 15,-1-2-1 1,0-11 0-16,3-16-1 0,0-8 0 16,2-19 2-16,-2-5-2 15,2-1-3 1,-4 0-27-16,-7 0-244 16,1-6 5-16</inkml:trace>
  <inkml:trace contextRef="#ctx0" brushRef="#br1" timeOffset="11823.9">4608 8227 703 0,'0'0'44'0,"0"0"-40"16,-6 0 53-16,6 0 70 15,0 0-96 1,14 0-31-16,22 0-6 16,13 0 6-16,18 0 7 0,12 0 7 15,33-2-3 1,4-2-9-16,-3 0-1 16,-5 0 3-16,-37 2 4 0,-13 0-6 15,-19 2 1 1,-12 0-3-16,-15 0-36 15,-10 0 6-15,-2 0-10 16,0 0 16-16,0 0-1 16,-2 8-9-1,-10-5-75-15,2-2-295 0</inkml:trace>
  <inkml:trace contextRef="#ctx0" brushRef="#br1" timeOffset="12165.11">5184 8274 309 0,'0'0'366'0,"0"0"-363"15,-2 0 52-15,2 0 33 16,-5 9-22-16,-5 4-54 0,-9 9-9 0,-5 3 1 31,-10 8 3-31,-1-1 7 16,-19 12 10-1,-1 0 10-15,-1-6-24 16,5-2 2-16,24-18 9 0,10-8-9 16,9-8-6-1,8-2-6-15,0 0-46 16,5 0-105-16,21-4 26 15,-5-6-64 1,-1-4-160-16</inkml:trace>
  <inkml:trace contextRef="#ctx0" brushRef="#br1" timeOffset="12639.75">5151 8346 729 0,'0'0'45'0,"0"0"-34"16,4-14 95-16,-2 14-30 15,-2 0-20-15,5 0-30 16,0 0-16-16,3 6-10 16,8 12 0-16,10 14 3 15,9 4 2-15,0 2-5 16,3 4 1-16,-9-8 2 15,0 0-3 1,-8-2-4-16,-5-5-10 0,-5-5-14 16,-3-8 28-16,-6-5 0 15,-2-3 0 1,0 1-3-16,0-1 3 16,-8-1 5-16,-18 2-1 0,-10-3 5 15,-12-4 2 1,-31 0-10-16,-5 0 30 15,-5 0 0-15,0 0 8 16,26-3-1-16,10-1-16 16,11 4-9-16,10-1-12 15,12-2-1 1,9 3-11-16,9 0-33 16,2 0-73-1,7 0-154-15,10 0-11 0,1 0-12 16</inkml:trace>
  <inkml:trace contextRef="#ctx0" brushRef="#br1" timeOffset="12990.98">5090 8711 680 0,'5'-7'108'0,"-5"7"-105"16,0 0 87-1,0 0 75-15,0 9-150 16,0 23-15-16,0 14 1 0,0 6 18 16,0 14-4-1,-5 4 4-15,1 4 18 16,2 1-31-16,0-9-1 0,2-6-3 31,0-12 3-31,0-14 3 16,0-14-4-16,0-12-2 15,0-5-2-15,0-3 0 16,0 0-1-16,4-4-111 16,0-13-29-16,1 3-273 15</inkml:trace>
  <inkml:trace contextRef="#ctx0" brushRef="#br1" timeOffset="18640.16">26667 7399 109 0,'0'0'28'0,"0"0"-7"15,0 0 16-15,0 0 4 16,0 0-18-16,0 0-4 16,0 0-17-16,0 0-2 15,0 0-4 1,0 0 0-16,0 0-6 16,0 0 3-16,0 0-4 0,0 2-22 15,0 0-7 1,0 0-23-16</inkml:trace>
  <inkml:trace contextRef="#ctx0" brushRef="#br1" timeOffset="24900.44">26007 7443 184 0,'0'-2'41'0,"0"2"-25"0,0 0 65 16,0 0-68-16,0 0 4 16,0 0 11-16,0 0 9 15,0 0 5-15,0 0 6 16,0 0-14-16,0 0-4 16,0 0-6-1,0 0 6-15,0 0-13 16,0 0 9-16,0 0-1 15,0 0-5-15,0 0-9 16,0 0 8-16,0 0 18 16,0 0-20-1,0 0 5-15,0 0-1 16,0 0 0-16,0 0-5 16,0 0 0-16,0 0 0 15,0 0-7-15,0 0-2 16,0 0 2-1,0 0 20-15,0 0-11 16,0 0-3-16,0 0-4 0,0 0-6 16,0 0 0-1,0 0-4-15,0 0-1 16,0 0-17-16,0 0-39 16,0 0-25-16,0 0-27 15,0 2 41-15,0 4-78 16,0-6-57-16,0 0 19 15</inkml:trace>
  <inkml:trace contextRef="#ctx0" brushRef="#br1" timeOffset="33179.48">26327 7357 303 0,'0'-6'59'16,"0"4"-1"-1,0 0 50-15,0-2-52 16,0 2-27-16,0 2 14 15,0 0 13-15,0 0-9 16,0 0-1-16,0 0 1 16,0 0-4-1,0 0 31-15,0 0-43 16,0 0-11-16,0 0-10 16,0 0-4-16,0 0-2 15,0 0-1-15,0 0-1 16,0 10 11-16,0 6 5 15,0 8-5 1,4 6-1-16,2 2-8 0,-1 4-2 16,-1-1 1-16,-4 5-3 15,3 4 3 1,-3 18-2-16,0 6 9 16,0-2-10-16,-10 2 1 15,-5-13 10-15,-1-7-3 16,-3 0-3-16,-2-4 5 15,1-6 5-15,-1 0-11 16,2-6-3-16,1 0 7 16,3-8-4-1,4-6 2-15,2-4 3 16,2-12-9-16,5 0 2 16,0-2 2-1,2 0-1-15,0 0 6 16,0 0-3-16,0 0-6 0,-5 0-6 15,1 0-30 1,-5-4-59-16,4 1-44 16,1-1-602-16</inkml:trace>
  <inkml:trace contextRef="#ctx0" brushRef="#br1" timeOffset="33851.28">25874 8059 415 0,'-15'-8'84'0,"15"6"101"16,0 0-71-16,0 2-57 15,0 0-37-15,0 0 5 16,0 0 0-16,0 0 13 16,0 0 42-16,0 0-46 15,0 0-4-15,0 0-7 16,0 0 7-16,2 4 16 15,9 8-20-15,3-2 2 16,1 2-10-16,5 2 9 16,9 4-14-1,2 0 22-15,5 2-27 16,-1 0-2-16,-6-4-1 16,0 0-4-16,0 2 1 0,3-1 1 15,-3 2-3-15,4 2 0 16,-2-3 0-1,9 6-1-15,-2-5 2 16,-5 2-2-16,-4-5 2 16,-15-8-1-16,-3-2 0 15,-7-4 0 1,-2-2 1-16,-2 0 1 16,0 0-1-16,0 0 0 0,0 0-1 15,0 0 4 1,0 0-4-1,0 0-14-15,0 0-42 16,0 0 20-16,0 0-18 16,0 0-35-16,-11-2-20 15,-7-4-36-15,-3 4-49 16,9 2-31-16,3 0-25 16</inkml:trace>
  <inkml:trace contextRef="#ctx0" brushRef="#br1" timeOffset="34466.83">25841 8242 81 0,'-9'-4'208'16,"9"4"-158"-16,0-3 155 16,0 1-117-16,0 2-32 15,0 0 5-15,0 0-3 16,0 0-5-16,0 0-1 16,0 0-5-16,0 0 32 15,0 0-47-15,0 0 1 16,0 0-10-16,0 0-1 15,0-2 0-15,0 2 2 16,0 0 5-16,0 0-8 16,0 0-5-1,0 0 1-15,0 0-15 16,0 0-1-16,0 0 0 0,0 0 0 16,0 0-1-1,0 0-1-15,0 0-31 16,0 0-4-16,-2 0-12 0,2 0-6 15,0 0 0 1,0 0-9 0,0 0-1-16,0 0-25 15,-2 0-63-15,2 0-15 16,-6 0-22-16</inkml:trace>
  <inkml:trace contextRef="#ctx0" brushRef="#br1" timeOffset="35138.39">25749 8242 28 0,'-4'0'335'0,"4"0"-304"16,0 0-9-16,0 0 95 16,0 0-38-16,0 0-39 15,0 0 1 1,0 0 32-16,0 0 67 15,0 0-78 1,0 0-6-16,0 0-9 16,0 0-11-16,0 0-2 15,0 0-9-15,0 0 7 16,0 0-22-16,0 0-1 16,0 0-1-16,0 0-4 15,13 7 0-15,14 9 10 16,2 1-2-16,4 2-3 15,6 4-4 1,9 7-3-16,6 8 6 16,0-2-7-16,-2 2 5 0,-13-6-6 15,-4-6 7 1,-1-4-3-16,-7-2-3 0,-6 0 2 16,0-6 1-16,-8-1-2 15,-4-6-2-15,0-3 2 16,-5 0-2-16,-4-4 2 15,0 3-2-15,0-3 2 16,0 0 0-16,0 0 1 16,2 0 1-16,-2 0 1 15,0 0-3-15,0 0-2 16,0 0-19-16,-4 0-20 31,-13 0-33-31,-8 0-136 0,11 0-159 16,5 0-90-16</inkml:trace>
  <inkml:trace contextRef="#ctx0" brushRef="#br1" timeOffset="36227.21">26015 8466 338 0,'-2'-4'172'0,"2"4"-132"15,0 0 43-15,0 0 29 16,0 0-67-16,0 0 10 16,0 0-21-1,0 0-14-15,-8 18 21 16,2 10 7-16,-7 8-22 16,-3 2-11-16,-2-3-3 15,-4 2-5-15,-7 4-3 16,-15 9 1-1,-6 0 2-15,-3 0-6 0,0-2 4 16,6-12-4-16,-1 2 1 16,-2-4 2-1,-4-2 14-15,-2-1-6 16,0-3 0-16,1-6-4 0,-9 2 1 16,6-6 2-1,6-2-1-15,8-4-6 16,17-8 23-16,5 0-8 15,1 0-5-15,6-2-8 16,1 0 1-16,-1 2-6 16,1-2 1-16,3 2-1 15,-2-2-1 1,4 0 1-16,2-2-1 0,3 0-1 16,2 2 1-16,0-2-1 15,0 2 1-15,-1-2-1 16,-1 0 1-16,1 2-1 15,1-2 1-15,2 0-2 16,0 0 1-16,0 0 0 16,0 0-1-1,0 0-7-15,0 0 6 16,0 0 3-16,0 0 0 16,0 0 1-16,0 0-1 15,0 0 0-15,0 0 1 16,0 0-1-16,0 0-2 0,0 0 2 15,0 0 0-15,0 0 3 16,0 0-3-16,0 0 0 16,0 0-1-16,0 0 0 15,0 0-2 1,0 0 0-16,0 0-2 16,0 0 5-16,0 0 1 15,0 0-1-15,0 0 1 16,0 0 0-16,0 0 2 0,0 0-1 15,0 0-1-15,0 0 0 16,0 0 1-16,0 0 1 16,0 0-3-16,0 0 1 15,0 0 0-15,-2 0 0 16,-3 0 1 0,3 0-1-1,0 0 2-15,0 0 8 0,2 0-4 16,0 0-5-16,0 0-2 15,0 0 0 1,0 0-1-16,0 0-3 16,0 0 1-16,0 0-83 15,0 0-13-15,0 0-56 16,0 0-48-16,0 0 7 16,0 0-46-16</inkml:trace>
  <inkml:trace contextRef="#ctx0" brushRef="#br1" timeOffset="39164.48">26128 8855 442 0,'0'-8'73'0,"0"4"-57"15,2 2 113-15,-2 0-38 16,3 0-61-16,-3 2-3 16,0-2 14-1,0 0 43-15,0 2-39 16,0-2-19-16,0 2 10 16,0-2-10-16,0 2-1 15,-3 0-22-15,-12 0-3 16,-4 0-4-16,-4 0-1 15,-14 4 5-15,0 12 7 16,-1 4-5-16,3 4-1 16,8-2 5-16,2 4-4 15,6 2 1 1,9 6-3-16,3 2-8 16,7-4 2-16,0 1 5 0,0-13 0 15,7-6 1 1,9-6-1-16,3-4-2 15,4-3 3 1,2-1 2-16,4 0-1 0,4 0 0 16,-2 0-1-1,-2-1 1-15,-6-3 0 16,-10 0 0-16,-7 2 1 16,-4 2-2-16,-2 0 1 15,0 0 1-15,0 0-24 16,0 0-58-16,0 0-72 15,0 0-99 1,0 0-70-16</inkml:trace>
  <inkml:trace contextRef="#ctx0" brushRef="#br1" timeOffset="39878.18">26302 9024 211 0,'0'-11'255'15,"0"5"-222"-15,0 0 31 16,0 2 76-16,0 2-50 15,-4 2-32-15,-7 0-6 16,-8 0-21-16,-1 0-22 16,-7 0-8-1,3 12 27-15,0 2-14 16,6 4-4-16,7-6-7 0,4 1-3 16,7-2-2-16,0 0-1 15,0-1-7-15,0 2 9 16,5-2 1-16,19 4 2 31,5-2-1-31,5 2 1 16,-1 0 1-16,-8-2-3 15,-2 2 1-15,-4-2-1 16,-6 2 0-16,-9-2-3 16,-4 0 0-16,0 2 2 15,-2-4 1-15,-20 2 0 16,-7-2 6-16,-8-2 17 15,-4 2 38-15,-1-4-35 16,4 0-5-16,2 0-3 16,12-4 5-1,10-2-16-15,8 0-7 0,6 0 0 16,0 0-35-16,0 0-40 16,31-12-35-1,-11 2-252-15,4 0-2 16</inkml:trace>
  <inkml:trace contextRef="#ctx0" brushRef="#br1" timeOffset="40442.3">26462 9025 489 0,'0'0'227'15,"6"-33"-209"-15,0 26 33 16,-2 1 82-16,0 4-111 0,1-2-22 15,-3 4 5 1,-2 0 0-16,0 0 6 16,0 0 20-1,0 0 10-15,0 16-21 0,0 10-11 16,2 5 1-16,2 16-7 16,4 4 1-1,-4-3-2-15,0 0-2 0,1-18 3 16,-5-8-2-1,4-8 0 1,-4-8 0-16,2-6 2 16,0 0 11-16,1 0 22 15,-1 0 9-15,3-8-20 16,1-12 5-16,3-6-3 16,2 0-25-16,1 4-2 15,-2 4 0-15,4 4 0 16,-3 5-2-16,-2 8 0 15,0 1-1-15,-2 0-4 16,1 6-3-16,1 16-3 16,5 12 4-1,-1-2 7-15,-4 0 2 16,-6-6 0-16,-3-12-9 0,-6 0 2 16,-33-2-7-1,-15-2-4-15,-15-8 0 16,-8-2-170-16,-6 0 64 0,-11-9-5 15,9-16 48 1,12-3 53-16,17-2-5 16,56 20-38-16,0-2-141 0</inkml:trace>
  <inkml:trace contextRef="#ctx0" brushRef="#br1" timeOffset="44615.98">24461 5450 99 0,'-2'-12'96'0,"2"6"-54"16,0 0-21-16,0 0 89 16,0 2-67-16,0 2 11 15,0 0 36-15,0 2-15 16,0 0-10-16,0 0 0 15,0 0-1-15,0 0 15 16,0 0-52-16,10-6-7 16,13 0-2-1,11-2 31-15,4 2-8 0,0 0-19 16,4 2-6-16,3-2 1 16,15 0-2-1,3 4 12-15,-1 0-11 16,3 2 0-16,-10 0 1 15,2 0-3-15,2 6-4 16,1 16-3-16,0 2-5 16,-4 4-1-16,-5 6 2 15,5 6-2-15,-7 0-1 16,-4 1 0-16,-5-4-2 16,-16-9 1-16,-4 1 0 15,0-7 1 1,-5-4 0-16,-1-4 2 15,-7-6-2 1,-7-4 0-16,0-4 0 16,0 0 0-16,0 0 0 15,0 0-12-15,0 0-95 16,0 2-38-16,-5-2-115 16,-1 0-96-1</inkml:trace>
  <inkml:trace contextRef="#ctx0" brushRef="#br1" timeOffset="45327.5">25863 5548 273 0,'0'-4'37'0,"0"1"-26"0,0 3 111 15,4-3-46 1,-4 1-35-16,3 0 50 16,-3 2-26-16,0 0-7 15,0 0-3-15,2 0-6 16,-2 0-1-16,0 0-2 15,0 0 48-15,0 0-54 16,0 0-17-16,0 0 1 16,0 0-23-1,0 0-1-15,-7 8-9 0,-9 10 9 16,-11 8 13-16,-4 5 3 16,-19 16-3-1,-4 7 19-15,-2 3-21 16,3-1-8-16,15-10-2 15,4-6 3-15,7-5-3 16,12-8-1-16,3-4-2 16,6-8 1-16,4-3-2 15,0-2 3-15,2-3 2 16,0-3-2-16,0-2 0 16,-2-2 1-1,2 0-1-15,0 0 3 16,0 0-3-1,0 0-27-15,0 0-14 16,0 0-20-16,0 0-37 16,0 0-86-16,0-5-105 15,0-3-199-15</inkml:trace>
  <inkml:trace contextRef="#ctx0" brushRef="#br1" timeOffset="46010.24">26121 5725 251 0,'12'-8'177'0,"-6"2"-156"15,1 2-18-15,-3 0 123 16,-2 0-101-16,1 2 15 15,-3 0 18-15,2 0 3 16,-2 2-7-16,0 0-11 16,2 0-2-16,-2 0 1 15,0 0-7 1,0 0-5-16,0 0 16 16,0 0-33-16,0 0 0 0,0 0 5 15,0 0 1 1,0 0-4-1,0 0-12-15,0 0-3 16,-2 0 0-16,-13 11 6 0,-19 16 6 16,-1 7-4-1,-8 6 3-15,-3 8 4 16,3-2-1-16,1 4 9 16,2 3-7-16,-5 6-4 15,5-2-1-15,2-11-9 16,9-8-1-16,11-18 0 15,7-6 1-15,5-8-2 16,4-2 1-16,2-4 0 16,0 0-2-16,0 0 1 15,0 0 0-15,0 0-3 16,0 0 3-16,0 0-19 0,0 0-15 16,0-4-24-16,0-10-30 15,0 8-159 1,0-4-72-16</inkml:trace>
  <inkml:trace contextRef="#ctx0" brushRef="#br1" timeOffset="46779.47">25899 6060 427 0,'0'-4'53'15,"0"4"16"-15,0-2 88 16,0 2-46-16,0 0-60 15,0 0 2-15,0 0-5 16,0-2-2-16,0 2 7 16,0 0 0-1,0 0 14-15,0 0-51 0,2 0-1 16,6 0-9 0,6 0-2-16,6 12 9 15,2 2 12-15,1 4-4 16,4 2-17-16,-4 4-4 15,12 6 2-15,-4 4-1 16,-2 2 0-16,-1 0-1 16,-8-3 1-16,1 0 0 15,-4 2-1 1,6 15 0-16,-5 0 1 16,1 0 0-16,2-2-1 15,-6-12 0-15,-1 2 1 16,-1-3-1-16,-2 1 0 15,0-4-1 1,-4 0 1-16,-1-2 0 0,-3 3-1 16,-3-2-1-1,0-7 2-15,0-2 0 16,0-4 0-16,-5 0-1 16,-8 0 2-16,0 6-1 15,-1-2 0-15,3 0 2 16,2 0-2-16,7-6 2 15,-1-4-2-15,3-2 0 16,0-3-2-16,0-3 2 16,0-4 0-16,0 0 0 15,0 0 0-15,0 0 3 16,0 0-3-16,0 0-1 16,0 0-5-1,0 0-5-15,0 0-5 16,-2-8-17-1,-6-2-251-15,1 6-80 16</inkml:trace>
  <inkml:trace contextRef="#ctx0" brushRef="#br1" timeOffset="47359.17">26221 7114 217 0,'0'0'181'16,"0"0"-110"-16,0 0 26 16,0 0 56-16,0 0-124 0,0 0 32 15,0 0-6 1,2 0-8-16,8 0-25 0,3 0 0 15,3 3-5-15,1 7 5 16,2 3 2 0,7 7 3-16,-6 2 6 15,-2 0-27 1,-5-1-1-16,-11-3 1 16,-2-3 6-16,0 4-6 15,0-1 3-15,0-2 16 16,0-2-17-16,-9-2-2 15,3-4 8 1,2-2-2-16,2-4-3 0,2-2-1 16,0 0 2-16,0 0 11 15,-3 0-1 1,3-14-6-16,-2-8-9 16,2 2-3-16,0 4 5 15,0 10-3-15,0 4-3 16,0 2-1-1,0 0 0-15,0 0-9 16,0 0-1-16,-2 0 3 0,-5 0-21 16,0 0 10-1,-1 2-1-15,-1 2-30 16,-3-4-59-16,8 0-94 16,-3 0-117-16</inkml:trace>
  <inkml:trace contextRef="#ctx0" brushRef="#br1" timeOffset="48438.65">26472 5837 69 0,'6'0'420'15,"-4"0"-371"-15,0 0 10 16,1-6 46-16,-1 2 13 16,0 0-51-16,-2 2 14 15,0-4-42-15,0 2 14 16,0 2-19-16,0-2-7 16,0 2-20-16,-7 2-1 15,-9 0-6 1,-10 0-11-1,-6 10 9-15,1 14 2 16,3 6 4-16,8 2-3 16,9 3-2-16,6 1 4 15,5 1-3-15,0-1 0 16,11-1 0-16,16-5 0 16,11 0 1-16,2-6 0 15,-1-8 0-15,0-6-1 16,-15-8 0-16,1-2 5 15,-5 0-5 1,-2 0-2-16,-18-8-157 16,0-4-135-16</inkml:trace>
  <inkml:trace contextRef="#ctx0" brushRef="#br1" timeOffset="49123.18">26770 6124 582 0,'4'2'49'0,"-2"-2"5"15,3 0 94 1,0 0-78-16,-3-4-41 0,-2-10-9 16,0-1-11-16,0 1 25 15,0 3 4 1,-14 0 0-16,-8 4-5 16,-5 4-33-16,1 3-7 0,-1 0 6 15,0 0-4 1,0 21 4-1,5 1-2-15,4 4-2 16,10-2 1-16,5 0-2 0,3 2 6 16,3-8 0-1,16-4-4-15,6-6 2 16,-5-8 2-16,7 0 0 16,0-2 10-16,6-26-2 15,0-10 12-15,-6-2-17 16,-3-8-1-16,-10 6-2 15,-3-5-4-15,1-3 3 16,-6 2-11-16,-6-2 5 16,0 4-6-16,0 6 13 15,-2 7 3 1,-12 15 9-16,5 9 25 0,3 9-23 16,-1 0-10-16,-4 16-4 15,-2 22-23 1,-1 28 23-16,3 4 5 15,7 6 7-15,4-1-11 16,0-19 0-16,0-6 2 16,6-6-2-1,5-6 2-15,-2-10-3 16,-2-6-12-16,-1-8-59 16,1-12-60-16,-5-2-119 15,0-2-180-15</inkml:trace>
  <inkml:trace contextRef="#ctx0" brushRef="#br1" timeOffset="49582.18">26971 5831 120 0,'6'-30'567'0,"-6"28"-527"15,4 2-4 1,1 0 86-16,4 18-88 15,0 16-14-15,2 8 39 16,-3 6-25-16,0 4-10 16,-2 16-20-16,-1-3 3 15,-5-9-7-15,0-12 0 16,0-24 4-16,0-10-3 16,0-4-1-1,0-6 20-15,0 0 29 16,2 0-4-16,2 0 2 0,14-32 1 31,3-8-26-31,5-2-22 0,3 4 0 16,-5 16-2-1,-3 6-1-15,-4 10 2 16,-3 6-8-16,-1 0 0 16,-7 20-5-16,-4 18-11 15,-2 0 18-15,0 2 7 16,-4-6 2-16,-17-6-1 15,-11-6-2-15,-13-8 5 16,-5-5 3-16,-14-9-7 16,7 0-23-16,39-13-104 15,7-7-295-15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8:05:02.2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13386 4273 8 0,'0'0'30'15,"0"0"5"-15,0 0-19 16,0 0-1-16,0 0 12 16,0 0 11-16,0 0 3 15,0 0-12-15,0 0-6 16,0 0-8-16,0 0-10 0,0 0-2 16,0 0 1-1,0 0-2-15,0 0 4 16,-2 0 11-16,0 0 3 15,2 0-6-15,0 0 5 16,0 0 3-16,0 0-8 16,0 0-3-16,0 0-8 15,0 0 4-15,0 0 4 16,0 0 2-16,0 0-3 0,0 0 2 16,0 0-3-16,0 0-4 15,0 0-5 1,0 0 0-16,0 0-6 15,0 0-22-15,0 0 3 0,0 0-8 16,0-2-34 0,0 0 47-1,0 2-31-15,0-2-103 16</inkml:trace>
  <inkml:trace contextRef="#ctx0" brushRef="#br0" timeOffset="1279.08">13364 4239 199 0,'0'0'39'0,"-3"0"21"16,3 0-5-16,0 0-7 16,0 0-14-16,0 0 0 15,0 0 2-15,0-2 10 16,0 2-5-16,0 0-7 16,0 0 0-16,0 0-2 15,0 0 0-15,0 0 0 16,0 0-5-16,0 0 6 15,0 0 2-15,0 0-6 16,0 0 20-16,0-2-30 16,0 2 5-16,0 0-10 15,0 0-1 1,0 0-2-16,0 0-2 0,0 0 1 16,0 0-5-16,0 0-2 15,0 0 6-15,0 0-6 16,0 0 0-16,0 0-2 15,0 0-1-15,0 0 3 16,0 10-3-16,0 4 4 16,0 4 11-1,0 4 13-15,0 4-19 16,0 6-4-16,0 2 5 16,0 12-4-1,0 2-1-15,-2-1 5 0,-4-5-4 16,-2-12 4-16,4-4-1 15,2-6-4-15,0-2 4 16,0-6-6-16,2-4-1 16,0-2 4-16,0-4-6 0,0 0 2 15,0-2 1 1,0 0-3-16,0 0 5 16,0 0-5-16,0 0 6 0,0 0-5 15,0 0 0 1,0 0-1-16,0 0 1 15,0 0-3-15,0 0 0 16,0 0-8-16,0 0-1 0,0 0-17 16,0 0-16-16,0 0-28 15,0 0-56-15,0 0-60 16,0 0-66-16,0 0 46 16</inkml:trace>
  <inkml:trace contextRef="#ctx0" brushRef="#br0" timeOffset="1622.86">13335 4521 99 0,'0'0'-1'16,"0"0"-5"-16,0 0-24 15</inkml:trace>
  <inkml:trace contextRef="#ctx0" brushRef="#br0" timeOffset="2233.89">13094 4682 131 0,'0'0'160'16,"0"0"-87"-16,0 0-18 16,0 0 51-16,0 2-27 15,0-2-46-15,0 0-19 16,16 0 23-16,5 2 17 16,8-2 8-16,10 0-18 15,1 0 49-15,11 0-59 16,0 0 5-16,7 0-20 15,11 0 5-15,-9 0-1 16,-11 0-12-16,-9 0 6 16,-24 0-10-16,-7 0-5 15,-7 0 2-15,-2 0-2 16,0 0 0-16,0 0 1 0,0 0-1 16,0 0-4-16,0 0-6 15,0 0-30 1,0 0-14-16,0 0-103 15,-2 0 45-15,-9 4-37 0,-3 2-33 16,6-2-12 0,-6-2-3-1</inkml:trace>
  <inkml:trace contextRef="#ctx0" brushRef="#br0" timeOffset="2641.11">13192 4842 166 0,'0'0'110'0,"0"0"-81"0,0 0 8 16,-11 4 110-16,11-4-46 15,0 0-36-15,0 0-17 16,0 0-7-16,8 0-4 16,6 0 8-16,6 0 40 15,7 0-54-15,4 0-2 16,10 0 5-16,9-4-13 16,4 0-9-16,-3 2 7 15,-6 0-12-15,-19 2 3 16,-7 0-9-1,-11 0 1-15,-3 0 0 16,-5 0-2-16,0 0-4 16,0 0 1-16,0 0-25 15,-13 0-57-15,1 0-87 16,3 0-56-16</inkml:trace>
  <inkml:trace contextRef="#ctx0" brushRef="#br0" timeOffset="3171.79">13335 4903 313 0,'0'0'117'0,"0"0"-90"0,0 0 39 15,0 0 35 1,0 0-37-16,0 0-26 16,0 0-22-16,0 4-8 15,0 6-8-15,0 8 0 0,0 10 7 16,0 8 21-16,0 12-4 16,0 10-3-1,0 8 10-15,4 2-12 16,-2 0-1-1,2-3 23-15,-2-7-23 16,4-6-2-16,-2-6-9 0,-2-1 7 16,3-8-7-1,-5-2-1-15,2-9 6 16,0-12-10-16,-2-4 4 0,0-2 1 16,0-7-7-16,0 2 7 15,0-3-4-15,0 0-2 16,0 0 3-16,0 0-4 15,0 0 0-15,0 0 4 16,0 0-4-16,2 0 0 16,-2 0-29-16,2 0-15 15,-2 0-2 1,0 0-7-16,0 0-21 16,0-3-37-16,0-8-27 15,0 4-3-15,0 3-21 16</inkml:trace>
  <inkml:trace contextRef="#ctx0" brushRef="#br0" timeOffset="4151.5">13432 5009 239 0,'0'2'103'0,"0"-2"-54"16,0 0 153-16,0 0-129 16,0 0-19-16,0 0-36 15,0 0-1 1,12 0-1-16,8 0-9 0,4-8 13 16,7 2-12-16,5-4 3 15,7-2 1-15,5 0-2 16,8-6 2-16,7 2-3 15,5-3 3-15,3 0 0 16,-1-1-1 0,-10 1 6-16,-9-1 3 15,-10 4-2-15,-10 0-14 16,-9 4-1-16,-6 2 2 16,-6 2-3-16,-3 0 3 15,-4 2 0-15,1 0-2 16,-2 2 0-16,1 2-3 15,-3 2 0-15,0 0-3 16,0 0 3-16,0 0-12 0,0 0-33 16,0 0-49-16,-12 0-39 15,-3 0 12 1,-6 0 12-16,2 0-96 16,12 0 86-16</inkml:trace>
  <inkml:trace contextRef="#ctx0" brushRef="#br0" timeOffset="4519.26">14039 4736 64 0,'0'0'118'0,"0"0"-41"0,0 0-15 16,-12-10 33-16,12 8-13 15,0 2-23-15,0 0-9 16,0 0-15-16,0 0-10 16,0 0-9-16,3 0 3 15,12 0 14-15,8 0 0 16,4 0-5-16,6 0-7 31,0 0 1-31,-2 0-2 0,-4 0-1 16,-14 0-7-16,-4 0-9 15,-2 0-2-15,-2 0 5 16,-5 4-6-16,0 0 0 16,0 4-1-16,0 8-5 15,0 2 4-15,-7 8 2 16,-11 1 0-16,0-4 16 15,3 0-7-15,-1-5-9 16,0-6 0-16,0-2 0 16,-1-5 1-16,3-2-2 15,6-3-15-15,5 0-62 16,3 0-62-16,0 0-63 16</inkml:trace>
  <inkml:trace contextRef="#ctx0" brushRef="#br0" timeOffset="5374.69">14571 4431 406 0,'0'0'97'0,"0"0"-58"16,0 0 43-16,0-33 41 0,-2 28-31 15,-7 3-54-15,-3 2-11 16,-3 0-11-16,-9 0-5 16,-3 0 6-16,-4 20-14 15,-3 4 15 1,3 4 14-16,6 5 15 0,4 3-35 16,2-2-7-16,11 4 0 15,8 6-5 1,0-2 0-16,2-2 0 0,23-10 1 15,4-14 2 1,6-6-2-16,5-8-1 0,0-2 5 16,5 0-5-1,-1 0-5-15,-1-16-35 16,-5-4-33-16,-5-4-3 16,-4-2-31-16,-10-2 25 15,0 2 18-15,-9 2 61 16,0 6 3-16,-8 2 21 15,-2 6 35 1,0 4 11-16,0 4 9 0,-6 2-9 16,-10 0-32-16,-5 8-20 15,2 16-2-15,1 0 9 16,5 0-3-16,3-4-14 16,6-4 8-16,2-6 1 15,2-2-14-15,0-4 6 16,0-4-1-16,0 0 4 15,0 0 1-15,0 0 2 16,2 0 26-16,14-10-4 16,-1-14-3-16,1-2-15 15,-5 0-10-15,-5 8 6 16,-4 2-10-16,2 1 1 16,-4 8 2-16,0 0-3 15,0 6 1-15,0-2-3 16,0 2-1-16,0 1-2 15,0-2-5-15,0 0-5 16,0 2-75 0,0 0-36-16,0 0-157 15,0 0-184-15</inkml:trace>
  <inkml:trace contextRef="#ctx0" brushRef="#br0" timeOffset="6182.16">14805 4542 241 0,'0'0'24'0,"0"0"9"16,7-10 95-16,-3 6-22 16,-2 0-33-16,-2 1-27 15,0-1 18 1,0 4 16-16,0-1-27 0,0 1-14 15,0 0-6-15,0 0-10 16,2 0 2-16,-2 0-7 16,0 0-8-16,0 0-4 15,0 0-3 1,0 0-2-16,0 0-1 0,0 0-1 16,0 0-2-16,0 0 3 15,0 0 1 1,0 0-1-16,0 0 1 15,0 0 0-15,0 0 0 16,0 0-1-16,0 0 0 16,0 0 0-16,0 0 2 15,0 0 0-15,0 0 0 16,0 0 7-16,3 0-7 16,-3 0 0-16,2 0-2 15,3 5-5-15,1 12 6 16,3 2-1-16,0 6 4 15,2 3-4-15,2 2 3 16,-2-2-1-16,1-2-2 16,-6-10 2-16,1-4-2 15,-5-4 0-15,0-4 2 16,-2-2-1-16,0 0 1 0,0-2 2 16,0 0-2-16,0 0 8 15,0 0 5 1,0 0 8-16,0 0 29 15,2 0-29-15,2 0 3 16,0 0-5-16,4-14-7 16,1-8-11-16,1-2 1 15,0-2 4-15,-1 0-6 16,-2 2 0-16,0 0 2 16,0 0 0-16,-3 4 2 15,-2 2-1-15,0 1-4 16,0 6 5-16,-2 0-4 15,0 4-2 1,0 0 0-16,2 1-2 16,-2 2 2-16,0 0-7 0,0 3 0 15,0-2-11 1,0 3-1-16,0 0-20 16,0 0-22-16,0 0-32 15,0 0-71-15,0 0-68 0,0 0-92 16</inkml:trace>
  <inkml:trace contextRef="#ctx0" brushRef="#br0" timeOffset="6645.84">15088 4445 515 0,'0'0'143'16,"4"0"-96"-16,-1 0 70 15,-3 0-8-15,0 0-64 16,2 0-45-16,0 3-5 16,-2 10-5-1,2 7 10-15,0 5 8 16,0 1-2-16,1 2 9 16,-3 2 0-16,0-4-8 15,3 0 4-15,-1-2-8 16,0-4 10-16,0-6 5 15,0-4-7-15,0-6 7 16,1-2-3-16,-1-2-1 16,2 0 1-16,2 0-5 15,4 0 1-15,5 0 7 16,6 0 0-16,3 0 5 16,1-8-8-16,1 0-9 15,3 0 6-15,0 0-8 16,6 2 0-16,-6 0-3 15,-6 0 3-15,-7 2-4 16,-9 2 1-16,-7 0-2 16,0 2 1-16,0 0-2 15,0 0-20-15,0 0-63 16,0 0-125-16,-3 0-292 0</inkml:trace>
  <inkml:trace contextRef="#ctx0" brushRef="#br0" timeOffset="9617.26">6824 4445 44 0,'0'4'15'15,"0"0"-10"-15,0-1-5 16,0-2 5-16,0 1 25 15,0-2 24-15,0 0-47 16,0 0 11-16,0 0 18 16,0 0-14-16,0 0-10 15,0 0-2 1,0 0 2-16,0 0 1 0,0 0 3 16,0 0 5-16,0 0 1 15,0 0 2-15,0 0 3 16,0 0-6-16,0 0 1 15,0 0-1-15,0 0-3 16,0 0-3 0,0 0-13-16,-3 0 3 15,3 0 8-15,-2 0 7 16,2 0-6-16,0 0 0 16,0 0 13-16,0 0-5 15,0-2 0-15,0 2-7 16,0 0-2-16,0 0 2 15,0 0-1-15,0 0-4 16,-2 0 6-16,2 0-4 0,0 0-2 16,-2 0-1-16,2 0 0 15,0 0-2 1,0 0-5-16,0 0-3 16,0 13 1-16,0 10 14 0,0 8 9 15,0 17-7 1,0 2 0-16,0 4 0 15,4 0-9-15,6-10 4 16,-2-6-4-16,1-1-2 0,-5-5 4 16,4-8-5-16,-6-4 7 15,-2-6 4-15,0-4 2 16,0-4-6-16,0-2-3 16,0-2 1-16,0-2-3 15,0 0-3-15,0 0 1 16,0 0-1-1,0 0 0 1,0 0-3-16,0 0-38 0,0 0-54 16,0 0-141-16,-4 0-102 15</inkml:trace>
  <inkml:trace contextRef="#ctx0" brushRef="#br0" timeOffset="10136.92">6719 4953 170 0,'0'0'119'15,"0"0"-80"-15,-29 4-2 16,27-4 69-16,2 0-21 16,0 0-35-16,0 0-18 15,0 0 3-15,0 0 3 16,0 0 0-16,0 0 4 15,0 0-4-15,0 0-6 16,0 0 19-16,0 0-28 16,0 0-10-16,0 0-5 15,0 0 0-15,0 0-4 16,0 0-4-16,6 0-9 16,11 0 6-1,9 0 3-15,8 0 12 16,1 0-11-16,5 0 26 15,-4 0-19-15,-5 0-3 16,-2 0 6-16,-7 0-10 0,-1 0 2 16,-4 0-3-1,-5 0 2-15,-6 0 0 0,-2 0-1 16,-1 0-1-16,-3 0 0 16,2 0 2-1,-2 0-2-15,0 0 0 16,0 0-1-16,0 0 0 0,0 0-8 15,0 0-26-15,0 0-21 16,0 2-50-16,0 6-28 16,0-4-11-16,0 4-35 15,0-8 38 1,-2 0-20-16</inkml:trace>
  <inkml:trace contextRef="#ctx0" brushRef="#br0" timeOffset="10585.12">6586 5143 145 0,'0'0'230'0,"0"0"-228"16,0 0 59-16,-12 2 16 15,12-2-18 1,10 0-23-16,3 0 23 0,3-2 2 16,-6 0-6-16,1 0-12 15,3-2-14-15,3 0-9 16,8-2-1-16,2 2-5 16,6-2-12-16,3 2-1 15,5 0 5-15,-4 2-4 16,3 0-2-16,-7 2 4 15,-4 0-3-15,-6 0-1 16,-5 0 0-16,-7 0 7 16,-5 0-6-16,-3 0 0 15,-3 0 1-15,0 0 1 16,0 0 9-16,0 0-5 16,0 0-5-16,0 0-2 15,0 0-4-15,0 0-37 16,0 0-38-16,0 0-40 15,0 0-23 1,0 0-86-16</inkml:trace>
  <inkml:trace contextRef="#ctx0" brushRef="#br0" timeOffset="11000.6">6866 5155 329 0,'0'0'169'16,"0"0"-142"-16,0 0-5 16,0 0 70-1,3-10-33-15,-3 10-22 16,0 0-22-16,0 0 3 0,0 0 3 15,0 6-11-15,0 22-5 16,0 14 21-16,0 8 22 16,0 11-17-16,0-1-10 15,0-2-10 1,0-2-4-16,0-8 6 0,0-10-9 16,0-7 5-16,0-9 4 15,0-7 2 1,0-2 0-16,0-7-10 15,0-4-2-15,0-2 4 16,0 0-4-16,0 0 0 16,0 0-3-16,0-2-25 15,0-6-123-15,-3 0-207 16</inkml:trace>
  <inkml:trace contextRef="#ctx0" brushRef="#br0" timeOffset="13449.78">6512 5057 148 0,'11'0'47'15,"-4"0"18"-15,-1 0-16 16,1 0-13-16,0 0-13 16,0 0 2-1,-1-2 10-15,-1-2-1 16,-3 2-3-16,0 2 4 16,-2-2 1-16,2 2 5 15,1-2 29-15,-1 2-53 16,1-2-9-16,-1 0-7 15,2 0 0 1,-2 0-1-16,-2 0-1 0,0 2 1 16,0 0 3-16,0 0-1 15,0 0 10 1,0 0 22-16,0 0 1 0,0 0-7 16,0 0 1-16,0-2-11 15,0 0-2 1,-4-4-16-16,-14-2-8 15,-7 2 5-15,-6-6 3 16,-3 2 0 0,-5-4 7-16,-6-2 16 15,-2-4-4-15,-1-2 16 16,-6-6-33-16,-4-2 11 16,-18-13-11-16,7-3 1 15,9 2 11-15,11 2 2 16,27 14-12-16,6 4 4 15,7 8-8 1,2 4 1-16,3 6 3 16,0 4-3-16,-1 2-1 0,2 0 0 15,-1 0-1 1,4 0 1-16,-4 0-4 16,2 0-27-16,2 0 3 15,-3 0-21-15,3 2-21 16,-2 12-11-16,0 0-58 15,0-10-119-15</inkml:trace>
  <inkml:trace contextRef="#ctx0" brushRef="#br0" timeOffset="13981.97">5830 4586 198 0,'-6'-18'115'16,"3"4"-95"-16,3 6-18 0,0 1 48 15,0 3 13 1,0 4 10-16,0 0 48 16,0 0-106-16,-4 0-15 15,-2 17-13-15,-2 19 13 16,2 6 26-16,1 2 7 15,3-2-8-15,0-8-16 16,2-12-6-16,0-8 6 16,0-6 5-16,0-8 5 15,0 0 9-15,0 0 12 0,0 0 3 32,0-16 11-32,0-24 14 15,11-6-29-15,1 0-32 16,-4 2-1-16,-1 16-5 15,1 4 1 1,0 8-2-16,0 2 0 0,1 5-3 16,3 4-5-16,1 1 2 15,5 4 3 1,1 0-3-16,6 0 3 16,0 0-1-16,0 0 2 0,-6 4 2 15,1 1 0 1,-1 1-2-16,-4 1-3 15,-5-1-29-15,-4 2-58 16,-6-8-106-16,0 1-156 16</inkml:trace>
  <inkml:trace contextRef="#ctx0" brushRef="#br0" timeOffset="14865.16">5554 3964 600 0,'-15'-10'19'16,"-1"10"-15"-16,-2 0 25 15,-2 10-21-15,-3 16-6 16,0 10 6-16,0 8 3 0,3 4 12 15,7 1 13-15,8-1-12 16,5-6-4-16,0-4-17 16,5-6-3-16,16-10-2 15,4-8 2-15,6-10 5 16,3-4-5-16,2 0 0 16,8-16 0-1,-2-18 35 1,-5-6-26-16,-9-2 0 0,-14 7-8 0,-8 3 9 31,-2 5-8-31,-4 4 2 16,0 7 5-16,0 6-3 15,0 6 2-15,0 4-6 16,0 0-2-16,0 14-11 16,-4 23 3-16,4 3 7 15,0 0 1-15,0-8-1 16,0-6-6-16,14-10 6 15,-5-8 1-15,1-6-2 16,-3-2 2-16,5 0 0 16,-2-6 13-1,6-16 25-15,-7-2-2 0,0-2-4 16,-3 0-23-16,-3 2-2 16,-3 2-2-1,0 8 2-15,0 3-5 0,-3 7-4 16,-14 4-7-16,-1 0-17 15,-9 0-17 1,5 17-140-16,10-9 11 16,6 0-106-16</inkml:trace>
  <inkml:trace contextRef="#ctx0" brushRef="#br0" timeOffset="15369.34">5908 3994 502 0,'7'-12'81'0,"-7"10"-76"16,0 2 8-16,0 0 34 15,2 0-18-15,5 0-29 16,4 18 4-16,-2 8 1 15,9 12 2 1,-1 6 16-16,0-1 5 0,-2-1-5 16,-1-16-2-16,-1-8-5 15,3-6-8 1,-3-4 4-16,-3-6 12 16,0-2-6-16,-6 0-2 0,3 0 12 15,-3 0 34 1,0-2 4-16,1-18 1 15,-2-4-24-15,1-2-32 16,0-2-4-16,3-12-6 16,2-3 2-1,0-1-2-15,0 0 0 16,-3 8-1-16,1 2 0 16,-3 8 0-1,3 4 0-15,-4 8 0 16,-1 4 0-16,0 8 0 0,-2 2-1 15,0 0-7 1,0 0-19-16,0 4-58 0,0 14-69 16,0 0-28-16,0-10-87 15,0-4-62-15</inkml:trace>
  <inkml:trace contextRef="#ctx0" brushRef="#br0" timeOffset="15765.74">6289 3890 286 0,'0'0'133'0,"7"-14"-80"0,-7 12 24 15,0 2 62 1,3 0-33 0,-1 0-53-16,0 0-48 0,0 8-5 15,3 20-25-15,-3 10 18 16,2 4 7-16,-2 0 4 15,0-1 3-15,-2-1 1 16,0-11 8-16,0-4-6 16,0-11 15-16,0-13 4 15,0-1-3 1,0 0 4-16,0 0-4 0,2 0 26 16,1 0-39-16,4 0 5 15,4 0-2 1,7-3-10-16,4-13 0 15,0 2-6-15,-1 4 0 0,-4-1 0 16,-5 6 0 0,-4 0 0-1,-8 4-87-15,0 1-105 16,0 0-223-16</inkml:trace>
  <inkml:trace contextRef="#ctx0" brushRef="#br0" timeOffset="99354.59">7072 5923 8 0,'0'0'24'0,"-2"0"-24"0,2 0 0 16,0 0-5-16,0 0 2 16,0 0 3-1,0 0 12-15,-4 0-11 16,4 0 1-16,0 0 5 15,-2 0-6-15,2 0-1 16,0 0-5-16,0 0 2 16,0 0-34-16</inkml:trace>
  <inkml:trace contextRef="#ctx0" brushRef="#br0" timeOffset="99886.43">7074 6011 1 0,'0'3'62'15,"0"-3"-4"-15,0 0-16 16,0 0-11-16,0 0-3 16,2 0-5-16,-2 0-9 15,0 0-13-15,0 0-1 16,0 0 3-16,0 0-2 16,0 0 1-16,0 0-1 15,0 2-1-15,0-2-6 16,0 0-5-16,0 0 5 15,0 0-4-15,0 0 0 16,0 0 7-16,0 0 2 16,0 0-22-16,0 0-38 15,0 0 1 1</inkml:trace>
  <inkml:trace contextRef="#ctx0" brushRef="#br0" timeOffset="100795.2">7004 5947 70 0,'0'0'43'0,"0"0"-30"15,0 0 40-15,0 0-43 0,0 0-4 16,0 0-3 0,0 0-3-16,0 0 0 15,3 0 1-15,-1 0 0 16,3 0-1-16,-1 0 0 16,0 0-5-16,3-2-71 15,-5 0 7-15</inkml:trace>
  <inkml:trace contextRef="#ctx0" brushRef="#br0" timeOffset="100955.1">7004 5947 57 0</inkml:trace>
  <inkml:trace contextRef="#ctx0" brushRef="#br0" timeOffset="187594.34">6655 3874 97 0,'2'-2'81'0,"-2"2"-68"15,0-2 6-15,2 2 33 16,0 0-18-16,-2 0-14 16,0-2 2-16,0 2-7 15,0 0 10-15,0 0 19 16,0-2 10-16,0 2-5 16,0 0-6-16,2 0 28 15,-2 0-42-15,0 0-5 16,0 0 4-16,0 0 9 15,0 0 11-15,2 0 2 16,-2-2-8-16,0-4 0 16,0-2-12-16,0-2-1 15,0-2-13 1,0 0-9-16,0 0 21 16,0 0 1-16,0-2-15 0,0 2 2 15,0-1-10 1,0 2 2-16,0 0 17 15,4 0-15-15,-2-3-9 16,2 1 1-16,0-5 2 16,5 0-3-16,0 0 5 15,0-4-1-15,2 4-2 16,3 0 0-16,-1 0-3 0,2 2 0 16,-1-2 3-16,3 2-3 15,1-2 2-15,3 0-2 16,-2 2 0-16,-1 2 5 15,1 2-2-15,-4 0 3 16,3 3-5-16,-3 0 2 16,-1 0-3-16,1 0 0 15,-2-1 3 1,3 2-3-16,2 3 0 0,-5 0 1 16,0 2 0-16,3-1 1 15,-3-2-2-15,3 5 0 16,-3-2-3-16,-1 3 3 15,-1 0-1 1,0 0 0-16,0 0 0 16,2 0-2-16,1 0-1 15,-1 0 4-15,3 0-1 16,-3 0 1-16,6 8-1 16,-2 2 1-16,1 3-1 15,-1 1-1-15,-3-5 2 16,-1 0 1-16,-1 0-1 15,-1 2 0-15,-1-4 0 16,2 2 0-16,-1 1 0 16,0-2 1-16,1 0-1 15,-2 2 2-15,-1-2-2 16,5 2-1-16,-5-4 3 16,4 2-2-16,-2 0 0 15,0 0 0-15,1 2 0 16,-1-2 0-16,-3 4 0 15,4-4 0-15,-3 0 1 16,-1 0-1-16,-1 0 0 16,2 0 0-16,-2-2 0 15,1 2 0-15,2 0 0 16,-1 2 0-16,-1 0 1 16,1-4-2-16,1 2 1 15,-4-4 1-15,3 0-1 16,-1 4 0-16,4-2 0 15,-1 2 1 1,-3-1-1-16,4-4 0 16,-1 1 0-16,-5 0 0 15,4 0 1-15,-1-1-1 16,-1-2 2-16,2-1-2 0,1 0 0 16,-5 0 1-16,6 0 0 15,-3 0 1 1,1 0-2-16,4 0 3 15,-1 0-3-15,-2 0 0 0,3 0 3 16,1 0-2 0,1 0 1-16,1-1 0 15,2-7-2-15,-9 1 2 16,4 1-1-16,-1-2 0 0,3 0-1 16,2 1 1-16,0-4-2 15,-1 1 1-15,-1 0 0 16,-1 0 0-16,-1 0 0 15,1 0 0-15,-1 0 0 16,-1-2 2-16,3 0-2 16,-3 0 0-16,1-2 0 15,3 4 1-15,-1-4-1 16,2 2 0 0,0 0 1-16,-3-2-1 15,3 2 0-15,-2-2 0 16,-3 0 0-16,2 0 0 15,-3 2 0-15,1 2 1 16,-1-1-1-16,-3 0 3 16,-1 1-3-16,1-1-1 15,-2 1 4-15,0 2-4 16,-1 4 1-16,1-6 0 16,-2 5 0-16,1-4 1 15,-1 1-1-15,1 4 1 16,-4-2 0-16,0 2 1 15,-2 3-2-15,0 1 1 16,0 0-1-16,0 0 0 0,0 0 0 16,0 0 1-16,0 0 0 15,0 0-1 1,0 0 3-16,0 0 1 16,0 0-4-16,0 0-3 0,0 0 2 15,0 0-5 1,0 0 2-16,0 0-2 15,0 1-4-15,0 9 10 16,0 1 1-16,0-1-1 16,3 4 6-16,-1-2-6 0,3 2 0 15,-3 0-1 1,3 0 2-16,-1 4-1 16,0 0 0-1,1-2 0-15,1 4 2 16,-1 0-3-16,2 0 1 0,4 8 0 15,-1-2 3 1,4-4-3-16,-1 0-1 0,-3-4 1 16,-2-8 1-16,1 4-1 15,1-6 0-15,-4-2 1 16,3 3 0-16,-5-6 0 16,0-3 0-16,4 2 1 15,-2-2-1 1,1 0 0-16,-3 0 2 0,-2 0-2 15,3 2 0-15,-1-2-1 16,8 0 1 0,-2 0 0-16,2 0 0 0,1 0-1 15,-2 0 0-15,3 0 2 16,-1 0-1-16,1 0-1 16,-3 0 2-16,-1 0-2 15,2 0 2-15,-3 0-2 16,-3 0 1-16,1 0 2 15,0 0-3-15,-3 0 0 16,3 0 1 0,-3 2 0-16,3-2-1 15,4 0 0 1,0 0 2-16,0 0-2 0,5 0 2 16,-5 0 1-16,3 0-2 15,-1 0-1-15,-1 0 0 16,-2 0 1-16,1 0 0 15,3 0 0-15,-1 0-1 16,-1 0 0-16,-2 0 2 16,1-4-2-16,1-1 0 15,-3 2 1-15,4-5 0 16,1 2 0-16,3-4-1 16,7-4 1-16,-1 4-1 15,4 0 0-15,-8 0 0 16,0 2 1-16,-1 0-1 15,-1 2 0-15,-1 4-1 16,-3 0 1-16,-2 0 0 0,5 2 0 16,-1-2 0-16,1 0 0 15,-1 0 0 1,1 0 0-16,-1 2 1 16,4 0 0-16,-1 0-1 0,3 0 0 31,2 0 2-31,2 0-2 15,-1 0 0-15,-4 0 0 16,0 0 0-16,-2 0 1 0,2 0-1 16,-2 0 0-16,-1 4 0 15,-1 2 0-15,-3 2-1 16,1 0 1-16,-1 4-1 16,-4-4 0-16,3 4-1 15,-2 0 0-15,2 0 3 16,3 6-2-16,1 4 0 15,-3 4 1 1,2-2 0-16,-5 1 0 0,-1-6 0 16,-1-2 1-16,2 3-1 15,1-2 0-15,-3 0 0 16,2 0 0-16,-1 2 0 16,-1-2-3-16,-1 2 3 15,0-2 2-15,0-2-2 16,-5 0-1-16,-2-2 3 15,2-2-3-15,0-2 1 16,0-2 0 0,3-2 4-16,-5-2-4 0,0 0 0 15,0-2 1-15,0-2-1 16,0 0 3 0,0 0-3-16,2 0 1 15,-2 0 4-15,2 0-3 16,-2 0 1-16,0 0-3 15,0 0-14-15,0-11-13 16,-7 2-309-16,-6-1-249 16</inkml:trace>
  <inkml:trace contextRef="#ctx0" brushRef="#br0" timeOffset="191527.5">6158 2617 273 0,'0'0'133'16,"-4"0"-110"-16,4 0 15 16,0 0 83-16,0 0-21 15,0 0-30-15,0 0-20 16,0-3-11-16,0-1-6 16,0-3 8-16,2-4-6 15,2-3-18-15,-2 0 1 16,-2-4 25-16,0 0-36 15,0 4 2-15,-8 2 0 16,-13-2-8 0,-1 2 2-16,0 2-2 0,0 2-1 15,-3 6 0-15,2 2-6 16,0 0-2-16,-6 0 4 16,2 4-2-1,0 14 6-15,-2 6 0 16,-2 4 5-16,-1 5 1 15,-1 5 3-15,4 3-1 16,6 4 10-16,8 3-16 16,11-2-2-16,4 2-1 15,0 10-1-15,29-7 1 16,9-9 1-16,4-8 6 16,-5-20-6-16,0-6 3 15,-2-6 4-15,-3-2-3 16,-3 0 7-16,-6 0-4 0,-4-2 0 15,-7-4 1-15,-2 0-4 16,-6 2 0 0,-4 0 1-16,0 2-4 15,0 0-34-15,0 0-37 0,5-1-64 16,-5-1-127 0,0 0-208-16</inkml:trace>
  <inkml:trace contextRef="#ctx0" brushRef="#br0" timeOffset="192726.7">6296 2835 253 0,'0'0'82'0,"0"0"-51"15,14-26 31-15,-14 20 31 16,0-2-23-16,0-2-9 16,0 2 11-16,0-2-9 15,0 0 6-15,-14 4-29 16,1 0-29-16,-2 4 3 16,-2 0-6-16,1 2 4 15,-1 0-6-15,-3 0 1 16,-5 8-7-16,-6 18-1 15,5 2 0-15,1 2 1 16,9 2 0-16,10-12-2 16,4-2-1-16,2-2-3 15,0-4 5-15,0-2 2 16,0-3 0-16,8-6 0 16,4-1-1-16,7 0 7 15,4 0-3-15,2-5 0 16,4-12 7-16,-5 3-12 15,0 2-1-15,-6 5 1 16,-9 2 1 0,-5 5 0-16,-4 0-3 15,0 0 1-15,6 9-14 16,0 14-11-16,0 12 21 16,5 5 6-16,3 2 7 15,-3 0-6-15,0 0 0 16,1-2 1-16,-6-4 1 15,-4-8-3-15,-2-4 0 16,0-4-2-16,0-2 4 16,-15-4 5-16,-10 0 8 15,-8-2 12-15,0-2-16 16,-1-2 12-16,0-2-11 16,10-6-1-16,6 0 11 0,7 0-3 15,5-6 11-15,6-12-22 16,0-5 4-16,0-6 5 15,0-1-15-15,0-2 1 16,17 0 7 0,1-2-6-16,9 0 1 0,-1-2-7 15,1 0 3-15,2 0-1 16,4-13 0 0,-2 5 2-16,-4 0-2 0,-2 2 2 15,-12 10-2 1,1 2 1-16,-5 4 2 15,-1 4-1-15,-3 4-1 16,-2 4 1-16,-3 4 3 16,0-1 6-16,0 6-9 15,0-1 4 1,0 2-3-16,0 1-3 0,0 2-4 16,0 1 2-16,-6-3 2 15,-2 3-5 1,-1 0 0-16,-2 0-1 0,2 0 3 15,2 0 2-15,5 7-3 16,2 3 4-16,0 6-2 16,0 0-5-16,0 4 7 15,0 4-3-15,0 2-2 16,4 0 5-16,12 0-3 16,4 2 3-16,0-4 1 15,3 0-4-15,-4 0 3 16,-3-3-6-16,-1 1 4 15,-3-4-3-15,-8-4 3 16,-1-4 1-16,-3-5-5 16,0-1 6-16,0-1-3 15,0-1 3-15,0 0 1 16,-14 0 2-16,1-2-2 16,-5 0 11-16,0 0 2 15,-2 0 0-15,3 0-10 16,-2 0 4-1,4-2-14-15,1-6-28 16,6 1-32-16,8 4-130 16,0-1-228-16</inkml:trace>
  <inkml:trace contextRef="#ctx0" brushRef="#br0" timeOffset="193230.37">6735 2815 378 0,'-9'0'172'0,"6"-2"-110"16,1 2 21-16,2 0 42 16,0 0-12-16,0-2-94 15,0 2-4 1,0 0 1-16,0 0 4 16,0-2 5-16,0 2-5 15,0-2-8-15,0 2-7 16,14 0-5-16,3-2 0 15,6 0 9-15,2 0-1 16,2 2-3-16,-4 0-5 16,2 0 0-16,-2 0 3 15,-8 0-2-15,-4 0 0 16,-4 0-1-16,-5 0 1 16,-2 0-1-16,0 0 0 15,0 0 8 1,0 0-6-16,0 0 0 0,0 0-2 15,0 0-15-15,0 0-37 16,0 0-55-16,0 0-126 16,0 4-36-16</inkml:trace>
  <inkml:trace contextRef="#ctx0" brushRef="#br0" timeOffset="193602.22">6706 2953 436 0,'0'0'167'15,"0"0"-136"1,0 0 6-16,-4 6 84 0,4-6-47 16,13 0-42-16,9 0-1 15,3 0 13 1,6-6 3-16,-3-2-8 15,7 2-30-15,-2 1 5 0,-6 1-11 16,-1 1 0 0,-8 3-2-16,-9 0 0 0,0 0-2 15,-9 0 2-15,0 0 2 16,0 0-3-16,0 0 4 16,0 0 4-16,0 0-5 15,0 0 0-15,0 0-3 16,0 0-5-16,0 0-37 15,0 0-26-15,0 0-170 16,0 0 11-16,-5 0-94 16</inkml:trace>
  <inkml:trace contextRef="#ctx0" brushRef="#br0" timeOffset="196290.53">7417 2749 317 0,'2'-6'107'16,"0"0"-83"-16,0 2 51 16,1-2 25-16,-1 0 10 15,2-2-65 1,0-2-23-16,2 2 19 0,-2-6-7 15,-2-3 1 1,2-1-4-16,-4-1-13 16,0-3-11-16,0-1 5 0,0-3-10 15,0-4 0-15,-4 0 1 16,-14-2-1-16,-2 6 0 16,-2 2-1-16,-1 4 0 15,1 6 0 1,2-2 1-16,0 6-7 0,3 4 3 15,1 2-9-15,3 4-3 16,-10 0-6 0,5 6 16-16,-4 18 4 0,-2 8 5 15,3 4-5-15,4 8 4 16,3 7 10-16,3 4-4 16,2 6-4-16,9 5-4 15,0-2 2-15,0-2-1 16,3-6-2-16,12-8-1 15,3-12 0 1,2-7 1-16,2-11 1 16,1-4-2-16,-2-8 0 15,8-6 6 1,0 0-4-16,2 0 1 0,1-4 3 16,-8-10-3-16,-1 0 1 15,-1-4-3-15,-4 0 3 16,-2 0-2-16,-1-3 0 15,-3 1 3-15,-4 2-3 16,-1 2 0-16,-5 4 3 16,-2 4-2-16,0 2 22 15,0 4-12-15,0 2 1 16,0 0-14-16,0 0-6 16,0 2-2-16,-9 20-10 15,-5 7 17-15,4 0 2 16,3 1-1-16,5-2 0 15,2-1-2-15,0-7 0 16,0-6 1-16,0-2-2 0,9-8 3 16,3-2-1-16,5-2 2 15,1 0 0 1,-1 0 7-16,1-12 1 16,2-10-3-16,-2-5-3 0,0-9 3 31,-7 0-6-31,-7 0 10 15,-4 4-2-15,0 8-6 16,0 4 13-16,-10 4 1 0,-9 6-9 16,2 4-6-16,-3 6-1 15,-3 0-8-15,-2 0-15 16,-4 10-31-16,0 12-7 16,6 0-24-16,18-14-297 15</inkml:trace>
  <inkml:trace contextRef="#ctx0" brushRef="#br0" timeOffset="196794.19">7624 2805 192 0,'0'-2'275'0,"0"0"-249"16,0 2-25 0,0 0 52-16,0 0-1 0,3 0-37 15,-1 0-8-15,2 12 26 16,0 6 10-16,1 4-11 16,1 2 10-1,2 4-18-15,0 1 10 16,3 0-15-16,-1 0-5 15,0-4 0-15,-1-3-8 16,0-7 7-16,-2-3-7 16,-5-6 8-16,0-4-4 15,1-2 8-15,-1 0 13 16,-2 0 0-16,0 0 10 16,4 0 7-16,-2-8 11 15,2-14-2-15,4-2-42 16,-4-2-11-16,3-5 1 0,-1 3-3 15,-1-2-1-15,-1 2 1 16,-2 4-1 0,1 4-1-16,-3 8-49 15,0 0-13-15,0 6-52 0,0 2-46 16,0 2-62 0,0 2-36-16,0 0-35 15</inkml:trace>
  <inkml:trace contextRef="#ctx0" brushRef="#br0" timeOffset="197185.93">7806 2781 259 0,'0'0'279'0,"0"0"-203"16,0 0 26-16,0 0-29 15,3 0-47 1,-1 12-18-16,1 12 8 0,-1 6 11 15,-2-2 8-15,0 4-15 16,0 2 10-16,0 0-3 16,0-2-11-16,0-1 0 15,0-7-8-15,0-6-4 16,2-2-2-16,0-6-1 16,0-4 6-16,0-4 2 15,-2-2 0-15,5 0-6 16,-5 0 10-16,2 0 8 15,0 0 1-15,2 0-4 16,4 0-11-16,0 0-2 16,9 0 6-16,-2 0-11 15,-2-2 0-15,0-2 0 16,-2 4 0-16,-1-2-27 16,-2 2-64-16,-3 0-56 15,-5 0-108-15,0-2-172 16</inkml:trace>
  <inkml:trace contextRef="#ctx0" brushRef="#br0" timeOffset="197561.68">8043 2588 640 0,'0'0'102'16,"0"0"-93"-16,-5-15 2 16,5 15 64-16,0 0-29 0,0 5-46 15,0 16-8-15,0 7 8 16,0 4 17-16,3 2 4 15,5 4-1-15,0-2-12 16,0 0 3 0,1-4-3-16,-5-4 0 0,0-8-8 15,2-4 4-15,-6-8-4 16,2 2 0 0,-2 0-1-16,0-3-58 0,0-6-102 15,0-1-48-15,0 0-166 16</inkml:trace>
  <inkml:trace contextRef="#ctx0" brushRef="#br0" timeOffset="197857.53">7936 2775 506 0,'0'0'150'0,"0"0"-117"15,0 0 43-15,0 0 59 16,0 0-71-16,20-30-40 16,13 22-14-16,6-2 2 15,5 0 16-15,3 0-5 16,-1 0 5-16,-3 2-2 16,-9 1-8-16,-11 4-2 15,-9 1-16-15,-10 2 3 16,-4 0-3-16,0 0-1 15,0 0-37-15,-22 2-53 16,-7 12-85-16,14-8-46 16,1-4-240-16</inkml:trace>
  <inkml:trace contextRef="#ctx0" brushRef="#br0" timeOffset="198532.37">8424 2356 413 0,'0'0'94'0,"0"0"-91"16,-3-14 24-16,3 14 64 16,0 0-33-16,0 0-22 15,0 0-18-15,3 8-3 16,8 18 63-16,2 12-30 16,1 6-17-16,-5 4-13 15,1 15 0 1,2-8-9-16,-5-2-1 0,-1-7 3 15,-4-22-11 1,-2-8 2-16,2-4 2 0,-2-6-4 16,0-2 2-16,0-2 0 15,0 0-2-15,0 0-41 16,0 0-89-16,0-2-42 16,-4 0-166-16</inkml:trace>
  <inkml:trace contextRef="#ctx0" brushRef="#br0" timeOffset="198830.55">8306 2831 206 0,'0'0'282'0,"0"0"-213"16,0 0 55-16,0 0-50 15,11-2-36-15,11-6-10 16,18-6 5 0,7 2-3-16,2-4-2 0,5 0-2 15,-15 8-1-15,-5 2-9 16,-10 4-6-16,-7 2-9 16,-11 0-1-1,-6 0-1-15,0 0-13 0,0 4-50 16,-6 14-70-16,-11-10 39 15,2-2-130-15</inkml:trace>
  <inkml:trace contextRef="#ctx0" brushRef="#br0" timeOffset="199318.45">8408 2916 236 0,'0'0'240'16,"0"0"-212"0,0 0-12-16,0 0 173 0,25-11-140 15,0 1 2-15,4 0 0 16,10-2-10 0,1 4-3-16,-6 2-10 15,-5 2-14-15,-15 4-11 16,-8 0-3-16,-2 2 0 15,-4 16-5-15,0 10-8 16,0 7-6-16,-27 2 19 16,-8 5 6-16,-3-3-5 15,-5-3 1-15,6-6 1 16,1-6 7-16,9-6 15 16,10-6 16-16,10-8-6 15,7-2-18 1,0-2-3-16,0 0-4 0,0 0-7 15,0 0 11-15,2 0 1 16,18 0 0-16,11-10 8 16,9-4 6-16,5-2-8 15,-1 2-9-15,-1 2-8 16,-9 4-1-16,-11 2-3 16,-4 4-2-16,-13 0-70 15,-4 2-49-15,-2 0-52 16,0 0-49-16,0 0-85 15</inkml:trace>
  <inkml:trace contextRef="#ctx0" brushRef="#br0" timeOffset="202080.64">9015 2538 124 0,'6'0'51'0,"-4"0"-22"0,0 0 45 16,0 0 20-1,-2 0-16 1,3 0-19-16,-1 0 8 0,-2 0-47 16,0 0 4-16,0-4 8 15,0-4-7 1,0-2-9-16,0-2 2 0,0 2 4 15,0 2-19-15,0-2-3 16,0 0 0-16,0 2-15 16,0-2 0-16,0 6-10 15,0 2 19-15,0 0 3 16,0 2-3-16,0 0-1 16,0 0-1-16,0 0-25 15,0 0 33-15,-2 14 0 16,2 2 7-16,0 0-7 15,0 0 3-15,0-2 1 16,0 0-4 0,0-6 2-16,0-4-2 15,0 0 0-15,0-4 1 16,0 0 1-16,0 0 1 0,0 0 4 16,0 0 4-16,0 0 21 15,0 0 10 1,0 0 8-16,0-8 8 15,0-4-46-15,0 0 2 0,0 2-8 16,0-8-2 0,0 4-1-16,0-2 4 15,0 0-3-15,-9 6-4 16,-5-4 10-16,-1 2-4 0,-1 4 2 16,1 0-3-16,-1 4-5 15,3 2-1-15,0 2-3 16,-3 0-5-16,3 0 8 15,-3 2 1-15,3 16 2 16,-5 8 7-16,5 8-7 16,-3 5 8-16,0 20-4 15,5 8-1-15,4-1-3 16,7 2-2-16,0-18 1 16,0-6 2-1,9-8-4-15,9-8 2 16,2-9-1-16,2-9 2 15,-2-6 4-15,3-4 11 16,-4 0 16-16,4 0-10 16,0-8 12-16,-4-9 19 15,-1-1-41-15,-5 0-5 16,-1 2-1-16,-4-4 5 16,-3 8-9-16,-5 0-2 15,0 4-2-15,0 6-33 16,0 0-23-16,0 2-45 15,0 0-79-15,0 0-82 16</inkml:trace>
  <inkml:trace contextRef="#ctx0" brushRef="#br0" timeOffset="202832.13">9235 2747 559 0,'0'0'53'0,"0"-32"-42"16,0 14 114 0,0 0-24-1,0 0-16-15,0 2-58 0,0-2-8 16,-2 4-9-16,-16-3 3 15,0 5-13-15,0 6-2 16,-2 5-10 0,5 1-11-16,1 0-3 0,-1 14 26 15,2 8-3-15,1 4 0 16,5-1 3-16,7-2 0 16,0-3 0-16,0 0 1 15,0-6 0 1,7-6 2-16,5-2 8 0,-2-6-2 15,1 0 11-15,5 0 6 16,2 0-5 0,2-18-2-16,-2 0-7 0,-3 2-3 15,-6 4-1-15,-2 3-6 16,-4 6 2-16,-3 3-2 16,0 0-1-16,0 0 8 15,0 0 3-15,0 0-12 16,0 16-8-16,0 16-14 15,0 12 22-15,0 8 5 16,0 6-3-16,4-1-2 16,2 1-9-1,-1 6 9-15,-1-6-12 16,-4-8 2-16,0-10 9 16,0-20 1-16,0-4 0 15,-15-8-9-15,-6-2 9 16,1-4 5-16,1-2 15 15,-2 0 2-15,4 0-7 16,-3-14-1-16,3-8 9 16,5-6-8-16,1-4 14 15,11-6-11-15,0-6-7 16,0 0-7-16,15-13-4 16,22 3 2-16,13 2-2 15,4 6-8-15,-8 18 4 16,-5 4-27-16,-8 4-70 15,-31 20-116-15,-2 0-191 16</inkml:trace>
  <inkml:trace contextRef="#ctx0" brushRef="#br0" timeOffset="-208468.69">23793 7217 154 0,'0'0'6'16,"0"0"48"-16,13-13-13 0,-8 12-10 16,-3-3-4-16,4 0 1 15,0-1-2 1,-4 4 0-16,2-2 16 16,-4 2 2-16,0 1-3 0,0 0 13 15,2-3-5-15,3 2-11 16,-3-3-9-16,0 2-1 15,0-2 3-15,0 0-16 16,8 0-4 0,-6 1-6-16,0-3-2 0,3 5 7 15,-7-2-5-15,4-1 2 16,1 3 4 0,0-2 3-16,-1-3 5 15,3 2-2-15,-3 0-1 16,-2 0-10-16,2 2-3 15,-1 2-2-15,1 0-1 16,-1 0 0-16,-1 0 1 16,-2 0-1-16,0 0 0 15,0-2 1-15,2 2-1 16,-2-2 19-16,0 2-6 16,0 0-4-16,0 0-6 15,0 0-1-15,0 0-1 16,0 0-1-16,0-1 0 15,5-3 0-15,-1 4 0 16,0-3 2-16,-2 3-2 16,-2 0 0-16,0 0 0 15,0 0-12-15,0 0-55 16,0 0-73-16,0 0-57 16,0 0-55-16</inkml:trace>
  <inkml:trace contextRef="#ctx0" brushRef="#br0" timeOffset="-159704.33">22302 7762 21 0,'0'0'51'0,"9"4"-19"16,-4-2-4-16,0-2 0 16,3 0-5-16,3 0-17 15,1 0 1-15,1 0-5 16,1 0-2-16,1 0-2 16,1 0 1-16,-3 0-49 15,-9 0-25-15</inkml:trace>
  <inkml:trace contextRef="#ctx0" brushRef="#br0" timeOffset="-159528.41">22302 7762 57 0,'163'-4'80'0,"-160"4"-45"0,3-2 1 16,1 0 0-16,1 0-14 15,6-2-13-15,-1 0-6 16,5-4-3-16,0 2-3 16,4-4-22-16,-1 2-16 31,-4-4 14-31,1 2-15 0,-3-2 17 0,1-2 12 15,-1 2 9 1,-10 4-17 0</inkml:trace>
  <inkml:trace contextRef="#ctx0" brushRef="#br0" timeOffset="-159304.59">22926 7507 110 0,'0'0'104'0,"0"0"-13"16,0 0-27-16,0 0-2 16,7-24-37-16,-7 18-1 15,0 3-9-15,0-1-13 16,0 1-2-16,0 1-4 16,0 2-21-16,0 0-36 15,0 0-17-15,-2 0-10 16,-3 0-22-16</inkml:trace>
  <inkml:trace contextRef="#ctx0" brushRef="#br0" timeOffset="-157946.65">22028 6336 427 0,'0'0'83'0,"0"0"-30"16,-6-16 74-16,6 12 0 15,0 4-44-15,0 0-12 16,0-2-9-16,0 2-3 16,0 0-9-16,0 0-4 15,0 0 1-15,0 0-17 16,0 0 0-16,0 0-5 15,0 0-9-15,0 0-8 16,0 0-2-16,0 0-4 16,0 10 2-16,0 8 1 15,0 10 12-15,2 2-2 16,4 17 4-16,4-1-7 16,-4 2-7-16,3 0 5 15,0-6-8 1,2 4 4-16,-4 4 2 15,4 7-5-15,3 1 7 16,1 0-4-16,1 2-4 16,1 0 5-16,3 0-3 0,1 0-3 15,-2-1 1 1,2-3 3-16,-1 2-5 16,-1-2 3-16,4 2-2 15,6 14 0-15,0-1 0 16,0-3 2-16,2-4-2 15,-8-18-1-15,-4-4 3 16,2-4-3-16,-4-3 3 16,1-6-2-16,-2-4 1 0,1-3 2 15,0-4-3-15,0-4 4 16,3-2 1 0,1-5-5-16,0 0 7 15,2-3-6-15,1 0 4 0,-4-2-4 16,2-1 1-1,-3 2-1-15,-4-1-1 16,-4-2 2-16,-6 2-3 0,-3-2 1 16,-2 2 3-16,0-2-4 15,0 0 5-15,0 2 3 16,0-2-2 0,0 0 6-16,0 0-4 15,0 0-2 1,0 0 3-16,0 0 8 0,0 0-12 15,0 0-1-15,0 0 1 16,0 0-5 0,0 0 0-16,0 0-1 0,0 0-32 15,-4 0-10-15,-6 0-13 16,-1 0-18-16,-9 0-21 16,-2 0-37-16,10 0-115 15,6-2-209-15</inkml:trace>
  <inkml:trace contextRef="#ctx0" brushRef="#br0" timeOffset="-157323.62">22857 7654 206 0,'0'0'103'16,"2"-46"-64"-16,0 31 64 15,1 1 14-15,-1 7-53 16,1 0 7-16,-1 2 10 15,2 1 7-15,-2 0-10 0,-2 4 1 16,0 0-15-16,0 0-5 16,0 0-7-16,0 0-9 15,0 0-8 1,0 4 0-16,0 12-25 0,0 5 8 16,-16 8 7-16,-10 13-1 15,-6 8-11 1,-7 8-1-16,-13 10 7 15,1-4-12-15,-2 7 0 16,-1 3 3-16,8-4 2 16,1-6 0-16,5-5 2 0,4-9-5 15,5-6 11-15,6-6-8 16,5-11 3 0,9-6-10-16,5-11 16 15,4-6-21-15,2 0 1 0,0-4 1 16,0 0-1-1,0 0-1-15,0 0 0 16,0 0 3 0,0 0-6-16,0 0-2 0,0 0-27 15,0-6-8-15,2-12-10 16,22-12-22-16,8-5-21 16,5-2-43-16,-22 20-215 15,-1 3-295 1</inkml:trace>
  <inkml:trace contextRef="#ctx0" brushRef="#br0" timeOffset="-156404.25">23085 7868 200 0,'0'0'102'0,"0"0"-63"16,0 0 4-16,4 0 10 16,1 0-53-16,1 0-41 15,1-1 21-15,-3-3-11 16,1-1-12-16,-1-1 36 15,1 3-10-15,-5 0-102 16,0 2 8-16</inkml:trace>
  <inkml:trace contextRef="#ctx0" brushRef="#br0" timeOffset="-156260.33">23085 7868 61 0</inkml:trace>
  <inkml:trace contextRef="#ctx0" brushRef="#br0" timeOffset="-155660.72">23085 7868 61 0,'93'-92'18'0,"-93"88"2"0,0-2-20 16,0-2 50-16,0 2-24 15,3 2 26-15,-1 2 46 0,-2 0 12 16,0 2-20-16,0 0 4 15,0 0-1-15,0 0 11 16,2 0-21-16,-2-4-23 16,2 4-1-16,-2 0-7 15,0 0-6-15,0 0 30 16,0 0-42-16,0 0-12 16,0 0-1-16,0 0 2 15,0 0-4-15,0 0-1 16,0 0-1-1,0 2-10-15,-2 14-1 16,-14 8-4-16,-6 8 4 16,-5 4 10-16,-4 6-5 15,-7 9 2-15,-2 5 5 16,-4 8-5-16,-4 2 4 16,2 0-7-16,-1-1 6 15,5-5-8-15,4-6 0 16,7-8 5-16,2 0 1 15,9-8 0-15,9-8-6 16,1-8-1-16,10-14 2 16,-2-4-8-16,0 0 0 15,2-4 3-15,-2 0-3 16,2 2 0-16,0-2 0 16,0 0 2-16,0 0-2 0,0 0 0 15,0 0 1 1,0 0 3-16,0 0-2 15,0 0 2-15,0 0-4 16,0 0 4-16,0 0-4 16,0 0 0-16,0 0 1 15,0 0-2-15,0 0-2 16,0 0-8-16,0 0-9 16,0-6-1-16,0-6-18 15,0-10-17-15,6-2-16 16,6 0-27-16,-8 14-44 15,1 2-222 1</inkml:trace>
  <inkml:trace contextRef="#ctx0" brushRef="#br0" timeOffset="-154425.39">22817 8307 129 0,'-2'3'70'0,"2"-3"-48"16,-2 0 42-16,2 0-2 15,-4 1-34-15,-2 6 1 16,2-1 15 0,-2-1-7-16,-1-1 39 0,-2 1-30 15,4-1-6 1,-1 0 20-16,-3 1 3 15,0 5-3-15,-2 1-7 16,-2 5-4-16,-3 2 8 16,-2 4-2-16,-4 2-8 15,1 2-8-15,2 2 2 16,3-2-9-16,-1 2-5 16,3-2-7-16,3-2 0 15,-1 1 0 1,6-10-2-16,-1 2 17 0,1-6-26 15,4-4 0-15,-1-2-4 16,3-5 2-16,0 0 0 16,0 0-3-16,0 0-3 15,0 0 5-15,0 0-4 16,0 0-2-16,0 0 0 16,0 0 0-16,0 0-2 15,0 0-7-15,0-4-2 16,0-4 4-16,5-2 0 15,3-1-4-15,1-1-17 16,3-2 12-16,-4 0-6 16,1-1 5-16,3-1 8 15,-1-2 5-15,-1 2 3 16,0-2 1 0,-1 4 0-16,1-2 0 15,0-2 0-15,3-4 1 16,-2-4 0-16,3-2-1 15,1-4 0-15,3-3 3 16,0-2-2-16,4-4 0 16,0-3-1-16,7 0 0 15,-2-2 0-15,2 4 0 16,0 4 1-16,0 4-1 16,-2 3 2-16,-3 8 6 15,-4-1 0-15,-5 10 3 16,-3-1-8-16,-3 5-1 15,-1 0 3-15,-2 5-4 0,-4-2 2 16,2 6 2-16,-4-2-2 16,2 1 4-16,1 0-5 15,-1 0 1-15,0 1 4 16,0-2-4-16,0 2 1 16,0-2-3-16,-2 1 7 15,2 2-3-15,-2 0 2 16,0 0-2-16,0 0-4 15,0 0 2-15,0 0-2 16,0 0 0-16,0 0 0 16,0 0-1-1,0 0 0-15,0 0 0 16,0 0-2-16,0 0 1 16,0 0-8-16,0 0-24 15,0 0 2-15,0 0-24 16,0 0-72-16,0 0-172 15,0 0-410-15</inkml:trace>
  <inkml:trace contextRef="#ctx0" brushRef="#br0" timeOffset="-152178.45">22936 8223 257 0,'0'-3'107'0,"0"0"61"16,0 1-66-16,0 2-30 16,0-2 10-16,0 2 8 15,0 0-9-15,0 0-13 16,0 0-7-1,0 0 1-15,0 0-8 16,0 0-7-16,0 0-7 16,0 0-5-16,0 0-2 15,0 0-8-15,0 0-6 16,0 0 1-16,0 0-8 16,0 0-1-16,4 0 1 15,7 8 0-15,0 4-6 16,7 2 0-16,13 9 3 15,0-1-7-15,4 4 1 16,4-1 0-16,-13 0-3 16,5-3 3-16,-4 0-3 15,2 0 0-15,-2-4 1 16,-2 2 0-16,4 0-1 16,0-4 1-16,2 2-1 0,0-4 1 15,2 0-1 1,3 0 2-16,2 0-1 15,2-4 0-15,2-2-1 16,10 0 1-16,1-2 0 16,3 0-1-16,-1-4 0 15,-7 2 0-15,-4-2 1 16,-2 1-2-16,-1 1 1 16,-4-3 0-16,-3 3 0 15,-3-2-1-15,2 1 0 16,-2-3 1-16,0 0 0 15,3 0-3 1,-3 0 1-16,4 0 2 0,-1 0 0 16,-3 0 0-16,10 0-2 15,-4 0 2 1,-1 0 0-16,2 0 0 16,-9 0-2-16,0 0 1 0,0 0-1 15,-5-3 0-15,1-1 0 16,2 1 0-16,-3-4-1 15,2 1 2-15,4 2-2 16,-1 0 3 0,2 0-2-16,-2 0-2 0,0 0 0 15,2 0 3-15,-2 1 0 16,6-4 1 0,-1 1-1-16,-3 0 1 0,-4 0 0 15,-11 2 0-15,-5 0 0 16,-1 2 1-16,2 0-1 15,-1-2 0-15,0-2-1 16,-2 2 2-16,2-2-1 16,3 0 0-16,-1 4 0 15,-2-4 0 1,3 2 0-16,-1 0-2 16,-1-2 2-16,-2 2 0 15,3 4 0-15,-1-4 1 16,-6 4-1-16,1-4 0 15,-3 2 1-15,-2 2-2 0,1 0 1 16,-3-2 0-16,0 0 2 16,5-2-2-1,-1 2 0-15,0 0 2 16,3-2-1-16,-1 2-1 16,2 0 0-16,-2 0-1 15,-1 2 3-15,-1-2-2 16,2 0 0-16,1-4 0 15,5 2-1-15,-4 0 1 16,1 2 0-16,-2-2 1 16,2 2-1-16,-2 0 0 15,-3-2 0-15,0 4 1 0,1-2-2 16,-2 2 1-16,1 0 0 16,-4-2 3-16,0 2-3 31,0 0 1-31,0 0 0 15,0-2-1-15,2 0 0 0,0 2 0 16,3 0-1 0,-5 0 1-16,0 0 0 15,0 0 0-15,0 0 1 0,0-2 0 16,0 2-1-16,0 0 0 16,0 0-1-16,0 0-1 15,0 0-2-15,0 0 0 16,0 0-4-16,0 0 4 15,0 0-3-15,0 0 0 16,0 0 3-16,0 0 4 16,0 0 0-16,0 0-2 15,0 0 2-15,0 0-3 16,0 0-1-16,0 0 0 16,0 0-5-16,0 0-2 15,0 0-4-15,0 0-5 16,2 0 9-16,-2-2 1 15,4-2 4-15,-2 2 3 0,-2 0-5 16,0 0 5 0,0 0 2-16,0-4 2 15,2 0-1 1,1 0 0-16,0 0 0 16,-1 4 1-16,0 0-1 15,-2 2 0-15,0 0 0 16,0 0-1-16,0 0 2 15,0 0 0-15,0 0-1 16,0 0-1-16,0 0-7 16,0 2-1-16,0 4 9 0,0-4 0 15,0-1 0 1,0 2 0-16,0-3 0 16,0 0-2-16,0 0 0 15,0 0 2-15,0 0 2 16,0 0-1-16,0 0 2 15,0 0-3-15,0-12 0 16,0 2-4-16,0 2 2 16,0 4 0-16,0 2 0 0,0 2 0 15,0 0 2-15,0 0 0 16,0 0 0 0,0 0-1-16,0 0-14 15,0 0-25-15,0 0-53 0,0 0-71 16,-10 0-165-1</inkml:trace>
  <inkml:trace contextRef="#ctx0" brushRef="#br0" timeOffset="-151024.53">22851 8570 361 0,'0'-2'231'16,"0"0"-107"-16,0 0 3 15,0 2-64-15,0 0-16 16,0 0 9-16,0 0 14 16,0 0-13-16,0 0-20 15,0 0-16-15,0 6-2 16,0 12-9-16,0 2 14 16,2 8-1-16,2 4-3 15,3 3 4-15,-2 5-9 16,-3 0-9-16,0 4 5 15,-2-2-3 1,0-2 8-16,0 0-5 0,0-10-1 16,0-6-7-16,0-6 2 15,0-7 9 1,0-8-7-16,0 0-4 16,0-3 2-16,0 1-5 0,0-1 0 15,0 0-21-15,0 0-21 16,0 0-6-16,0-1-27 15,7-18-46-15,-1 11-196 16,1-2-164 0</inkml:trace>
  <inkml:trace contextRef="#ctx0" brushRef="#br0" timeOffset="-150635.3">23154 8685 348 0,'0'0'268'16,"0"0"-240"0,0 0 8-16,0 0 107 0,40-35-62 15,-40 35-24 1,0 0 87-16,0 0-82 16,0 0-20-16,0 0-16 0,-5 17-16 15,-17 15-3-15,-9 12 7 16,-9 6 5-16,0 0-9 15,-7 4-3-15,-5 10-1 16,1 0-5-16,-2 3-1 16,3-3 4-1,4-10-4-15,11-8 2 16,8-6-2-16,6-10 1 16,11-8-1-16,3-3-2 15,5-8 0-15,2-3 0 16,0-4-2-16,0-4 3 15,0 0-16-15,0 0-21 16,4 0-47-16,18-9-61 16,-10-4-83-16,-4 3-160 15</inkml:trace>
  <inkml:trace contextRef="#ctx0" brushRef="#br0" timeOffset="-150165.95">22996 9114 423 0,'0'0'177'0,"0"0"-116"0,0 0 74 0,84-39-2 32,-64 35-66-32,-2 1-16 0,-5 0 3 15,1 3-17-15,-7 0-5 16,-5 0-15-16,2 0-6 15,-4 3-1 1,0 15-8-16,0 6 4 0,0 6-3 16,-16 2 0-16,-19 10 3 15,-7 0 0 1,-4-4 3-16,4-2-7 16,11-14 0-16,7-6 11 0,8-6 1 15,10-6-4-15,6-1-4 16,0-3-6-16,0 0-1 15,0 0-2-15,0 0-1 16,4 0 4-16,18 0 1 16,7 0 19-16,10 0-9 15,0-11-3 1,3 4-1-16,3-4-3 16,-7 5 3-16,-13 2-6 15,-10 0-1-15,-13 2 0 16,-2-2-24-16,0-2-31 15,0 2-62-15,0 2-234 0</inkml:trace>
  <inkml:trace contextRef="#ctx0" brushRef="#br0" timeOffset="-149704.92">23488 8867 399 0,'0'0'182'0,"0"0"50"0,0 0-89 15,-29-74-70 1,19 64-22-16,2 3-18 15,-1 4-5-15,1 3-16 16,-2 0 16-16,-1 0-11 16,-7 12-15-16,-4 18 6 15,-4 10 2-15,-1 8-4 0,0 6 13 16,9 4-12-16,5-2 3 16,8-1-3-16,5-12-5 31,0-4 0-31,5-7-2 0,17-6 0 15,3-10 3-15,3-6 7 16,13-10-4 0,-1 0-5-16,-1 0-1 0,0-12-1 15,-15-8-9-15,-2 0-8 16,-1-2-32-16,-8 4-48 16,-13 12-144-16,0 2-318 15</inkml:trace>
  <inkml:trace contextRef="#ctx0" brushRef="#br0" timeOffset="-149051.58">23721 9092 284 0,'0'0'375'0,"0"0"-354"15,0 0 3-15,0 0 157 16,5-59-120-16,-5 51-31 15,-15 4 23-15,-4 0-17 0,0 4-13 16,-3 0 2 0,1 0-3-16,0 2-13 15,-2 14 13 1,3 6-7-16,2 4-7 16,9-1-7-16,4-3 1 15,5-2-2-15,0-10 0 16,0-4 1-16,0-4 0 15,9-2 7-15,7 0-7 0,2 0-1 16,4-4 2 0,0-9-2-16,-1 2 1 0,-4-3-1 15,-5 6 0 1,-6 4 0-16,-3 0 1 16,-1 4-1-16,-2 0 0 15,4 0 1-15,2 26-1 16,6 14 2-16,1 14-2 15,-2 6 4-15,1 2-2 0,-4 0 2 16,-3-1-4-16,-5-3-2 16,0-6 1-16,0-6-4 15,-9-8-19-15,-11-10 23 16,-4-6 1 0,-5-8 4-16,2-4 22 0,0-6-17 15,2-4-6-15,1 0 1 16,-7-4-1-1,6-26-3-15,5-12 13 16,7-10-3 0,13-6 4-16,0-9-8 0,18-5 0 15,22 0 6-15,9 4-2 16,16 8 4-16,15 6 1 16,10 5-5-16,5 8-3 15,-13 5-6-15,-22 9-1 16,-58 27-147-16,-2 0-109 15</inkml:trace>
  <inkml:trace contextRef="#ctx0" brushRef="#br0" timeOffset="-131533.56">9491 2563 426 0,'14'-3'150'16,"-14"2"-150"-16,2-2 7 15,-2 3 2-15,0 0 36 0,0-1-36 16,0 1-4-16,0 0 10 16,0 0-6-16,0 0 6 15,0 0 11 1,0 0 11-16,0 0-19 0,0 0 16 15,0 0-9-15,0 0-10 16,0 0-4 0,0 0-8-16,0 0 0 15,0 0-1-15,0 0-2 0,0 0 8 16,0 0 2-16,0 0 4 16,0 0 1-16,0 0-3 15,0 0 1 1,0 0 6-16,0 0 2 15,0 0-3-15,0 0 10 16,0 0-14-16,0 0 0 16,0 0-6-16,0 0-2 15,0 0 2-15,0 0 6 16,0 0-2-16,0 0 1 16,0 0 9-16,0 0-8 15,0 0-3-15,0 0 4 16,0 0-1-16,0 0 3 15,4-3-5-15,-2-1-2 16,9-2 4 0,10-4-3-16,8-8 1 0,13-2-9 15,13-6-1-15,8-2 0 16,24-10-2 0,4 0 8-16,-1 2-3 0,-1 0 0 15,-23 14 1-15,-3 0-4 16,-5 5 4-16,-14 3-3 15,-6 3 3-15,-9 3-3 16,-7-1-3-16,-4 0 3 16,-7 5 0-16,-2 1-3 15,-5 3 5-15,1 0-4 16,-2-2 0-16,3 0 0 16,-2 2-1-16,1-2 0 15,-3 2 0 1,-2 0 0-16,0 0 0 15,0 0-5-15,0 0-5 16,0 0-12-16,0 0-1 16,0 0-7-16,0 0-17 15,0 0-11-15,-4 0-19 0,-7 0-43 16,-5 2-11 0,-2 2 3-16,-2-1 8 15,-3 1 70-15,-1-3 11 16,0-1 30-16,-5 0 9 15,2 0 29-15,5 0 13 16,7 0-2-16,3 0 16 16,3 0-1-16,3 0 2 15,1 0-1-15,3 0-6 0,-1 0 9 16,3 0-4-16,0 0-8 16,0 0-5-16,0 0-5 15,0 0 1 1,0 0 24-16,0 0-33 15,0 0-7-15,0 0-6 16,0 0 1-16,0 0-3 0,0 0 2 16,0 0-4-16,0 0-4 15,0 0 3 1,0 0-4-16,10-1-1 16,-2-3-3-16,11-3-2 15,0 4 2-15,8-4-2 16,2 3 1-16,8-2-1 15,6 1-1-15,4-2-1 16,0 3 2-16,-5 1-2 16,-2 0 2-16,-7 3-1 15,-8 0 0-15,-11 0 1 16,-6 0-1-16,-8 0 0 16,0 0 0-16,0 0-1 15,0 0 2-15,0 0 1 16,0 0-2-16,0 0 0 15,0 0 0-15,0 0 0 16,0 0-2-16,0 0-1 16,0 0-1-16,0 0 1 15,-2 0-4-15,-6 0 5 16,-17 8 1 0,-6 14 2-16,-9 1 0 0,-3 3 3 15,3-4 0-15,0-1-4 16,2 0 1-16,4-3 2 15,7-2-2-15,8-6 1 0,7-4 3 16,8-2-3-16,4-4 4 16,0 0-5-1,0 0-1 1,0 0-2-16,0 0 2 16,0 0 0-16,0 0 3 15,0 0-3-15,0 0-8 16,0 0-18-16,0 0-17 15,0 0-25-15,0 0-69 0,2 0-115 16,2 0-70-16</inkml:trace>
  <inkml:trace contextRef="#ctx0" brushRef="#br0" timeOffset="-129154.86">11191 1776 532 0,'0'-14'153'0,"0"7"-120"16,0-4 73-16,0 5 28 15,-7-2-71-15,-1 2 0 16,-3 2-59-16,-5 2-4 15,1 2 0-15,-8 0 6 32,-2 0-4-32,1 0-1 0,-3 8-1 15,5 6 3-15,-5 4-3 16,1 4 4-16,-1 11-3 16,2 3 4-16,2 6 0 15,6 6-2-15,1 2-3 16,10 0 0-16,3 2 0 15,3 1-3-15,0-9-1 16,9-4 5-16,11-8 0 16,3-10-1-16,8-10 4 15,5-8-3-15,1-4 5 16,6 0-3-16,-7-14 1 16,-3-10-1-16,-4-2-3 15,-4-6 2-15,-4-3 0 16,-2-1-2-16,-6 0 4 15,-4 2-4-15,-4 2 4 0,-5 4-1 16,0 4 0 0,0 8 11-16,0 8 2 15,0 4-5-15,0 4-1 16,0 0-7 0,0 0-3-16,0 0-13 15,0 4 1-15,0 16 0 16,-5 2 4-16,0 8 8 15,5 4 1-15,0-2 0 0,0 4-1 16,0-8-1-16,0-3 0 16,2-7-2-16,10-4 2 15,-1-9 1 1,0-1 2-16,2-4 4 0,0 0-4 16,1 0 5-16,7-18-1 15,-2-12 4 1,-1-4 2-16,2-4-5 0,-6 6 1 15,-6-4-2-15,-4 2-4 16,-4 2 5-16,0 6-2 16,0 2-2-16,0 6 4 15,-12 4 0-15,-2 7 3 16,-4 6-3 0,-4 1-7-16,-3 0-15 0,-4 10 13 15,-4 20-1-15,-1 8-12 16,-5 8-70-1,28-28-116-15,1-2-221 0</inkml:trace>
  <inkml:trace contextRef="#ctx0" brushRef="#br0" timeOffset="-128619.18">11635 1889 453 0,'2'-8'164'16,"-2"1"-50"-16,2 4 10 16,-2-1-52-16,0 1-26 15,0 3-19-15,0 0 12 16,0 0 12-16,0 0-13 16,0 0-5-16,0 0 1 15,0 0-34-15,-4 14-4 0,-15 11 0 16,0 4 4-16,-4 10 6 15,-1 7 2-15,-3 0 3 16,2 0-1 0,6-7 1-16,7-11-8 15,6-6-1-15,1-11 1 16,3-4-3 0,0-3-1-16,2-4-2 15,-2 0-34-15,2 0-15 0,0 0-24 16,0-3-20-16,0-15 7 15,0-8-77-15,0-2-44 16,0-6 23-16,0-4 57 16,0 2-17-16</inkml:trace>
  <inkml:trace contextRef="#ctx0" brushRef="#br0" timeOffset="-128354.23">11440 1945 209 0,'0'0'109'0,"0"0"24"16,0 0-7-16,0 0-5 15,-13-76-16-15,13 71-7 16,0 5-8-16,0 0-30 15,0 0-5-15,0 0-5 16,0 0-9-16,0 0-17 16,11 17-15-16,16 9 5 15,-2 4 10-15,8 2-12 16,0 4-5 0,-2 2 6-16,3 4 7 15,-1-4-19-15,-6-2 1 16,-4-7 2-16,-5-14-4 15,-10-2 1-15,-5-8 2 16,-3 0-3-16,0-3 0 16,0 0 0-16,0-2-9 15,0 0-35-15,-9 0-44 16,-5 0-147-16,-1 0-365 16</inkml:trace>
  <inkml:trace contextRef="#ctx0" brushRef="#br0" timeOffset="-122761.7">11926 2079 535 0,'2'-4'165'16,"-2"4"-150"-1,2 0 42-15,-2-2 172 16,0 2-181-16,0-2-8 16,3 2 5-16,-3 0-1 15,3 0-6-15,-3-2-4 16,2 2-4-16,-2 0-5 0,0 0-5 16,0 0-2-16,0-2-14 15,0 2 2-15,0 0-6 16,0 0 0-1,0 0-3-15,0 0-30 16,0 0-29-16,0 0-50 16,0 0-132-16,0 0-244 15</inkml:trace>
  <inkml:trace contextRef="#ctx0" brushRef="#br0" timeOffset="-121930.27">12080 1794 556 0,'0'0'51'16,"0"0"-45"-16,0 0 21 15,0 0 70-15,0-39-9 16,0 39-38-16,0 0-11 16,0 0-11-16,0 0 3 15,0 0-15-15,0 9-16 16,0 11-9 0,4 12 9-16,1 7 34 15,4 5-27-15,0 4 1 16,1 2-2-16,2 2-2 15,-5-10 0-15,4-10 2 16,-6-10-2-16,-1-16 2 16,-2-2-1-16,-2-4 7 15,2 0 5-15,-2 0 6 16,3 0 11-16,-1-7 5 16,4-15 10-16,6-13-4 0,-1-7-38 15,2-4-4 1,-2 0 0-16,0 3-2 15,-4 3-1-15,2 3 2 0,-4-4-1 16,-1 11-1 0,-2 10-1-16,0 10 1 15,-2 8 0-15,0 2 1 16,0 0-1-16,0 0-2 16,0 0-5-16,0 6-7 0,2 23-8 15,7 11 8-15,3 7 14 16,1 6 2-1,1 5 0-15,1 0 1 0,1-8-1 16,-1-6-3-16,1-14 2 16,-1-8 0-1,-3-9 0 1,-3-9 3-16,-5-4-4 0,-2 0 7 16,2 0 3-16,3-12 23 15,2-13 13-15,2-9-18 16,0-6-12-16,-1-8-3 15,0-4-1-15,-3 2-3 16,-3 1-9 0,-2 5 2-16,-2 11 1 0,0 6-3 15,0 9-3-15,0 8-8 16,0 4-10 0,-4 6-21-16,-11 0-27 0,-3 0-49 15,9 0-206-15,3 2-306 16</inkml:trace>
  <inkml:trace contextRef="#ctx0" brushRef="#br0" timeOffset="-121730.39">12593 1896 688 0,'0'0'378'16,"0"0"-320"-16,13 9-35 15,-13-9 83 1,0 0-33-16,0 0-37 16,0 0-29-16,0 0-7 15,0 0-21-15,0 0-46 0,0 0-68 16,0 0-292 0</inkml:trace>
  <inkml:trace contextRef="#ctx0" brushRef="#br0" timeOffset="-121266.71">12664 1722 410 0,'0'0'444'0,"0"0"-408"16,0 0-4-16,0 0 142 15,0 0-94 1,8-20-49-16,-2 22-31 0,0 24 0 15,3 8 11-15,-5 21 0 16,0 11-4 0,-2 0-5-16,-2-4 1 15,4-18 4-15,-2-14 3 16,0-8 0-16,0-8 4 16,0-7 3-16,0-2-5 15,3-5-3-15,3 0 3 16,4 2-2-1,21-2 2 1,16 0 23-16,13 0-13 16,17-11-3-16,-8-2-6 0,1 1 1 15,-8 0-4-15,-13 2 10 16,-13 4 3-16,-20 4-8 16,-12 0 2-16,-6 2-8 15,0 0-3-15,0 0 2 16,0 0-8-16,-11 0-19 15,-7 2-47-15,-4 12-54 16,9-8-28-16,2-2-353 16</inkml:trace>
  <inkml:trace contextRef="#ctx0" brushRef="#br0" timeOffset="-104526.84">19480 9970 88 0,'4'-2'113'0,"-2"0"-72"16,-2 0-3-16,0 2 24 16,3 0-19-16,-3 0-1 15,0 0-2-15,0 0-1 0,0 0-2 16,0 0-1-1,0 0-10-15,0-2-3 16,0 2 0-16,0 0-4 16,0 0-6-16,0 0 2 15,0 0 1-15,0 0 6 16,0 0 5 0,0 0 4-16,0 0-14 0,0 0-11 15,0 0 0-15,0 0 0 16,0 0-4-16,0 0 3 15,2 0 3-15,-2 0 0 16,0 0 6-16,0 0 0 16,0-2 10-16,0 2-11 15,0 0 0-15,0 0 0 16,0 0 10 0,2-2 9-16,-2 0-6 15,0 0 0-15,0 0 10 16,0-2 0-16,0 0-9 15,0-2-14-15,0 0-1 0,0-2 6 16,-7 0-6-16,-4-2 1 16,-2 0-2-16,-5-3-4 15,2 4 2-15,-2-1 5 16,3 2-8-16,-1 2-5 16,3 2-1-16,-3 1 5 15,-1 3-4 1,-2 0-1-16,-3 0-3 0,-2 0-2 15,-3 18 5-15,-2 7 4 16,2 1 1-16,1 4 3 16,3 2-6-16,6 6 6 15,5 6-6-15,8 0-1 16,4 6 4 0,0-6 0-16,4-2-3 0,14-2-1 15,7-5-1-15,4-3 1 16,9-2-1-1,4-4 0-15,5-2 0 0,-3-8 1 16,-11-8 2-16,-4-2-2 16,-4-6 1-1,-5 0 1-15,-2 0-2 16,-2 0 3-16,-1-4-4 16,3-10-3-16,0-4-6 15,-3 0-25-15,2 0-20 16,-5 0-220-16,5 4 14 15,-17 8-46-15,2 2 33 16</inkml:trace>
  <inkml:trace contextRef="#ctx0" brushRef="#br0" timeOffset="-103511.52">19698 10243 52 0,'0'0'176'16,"26"-40"-97"-16,-18 26 13 16,-4-4 48-16,0 1-64 15,-2 1-31-15,-2 0 17 0,0 0 45 16,0 2-12-1,0 2-21-15,-13 4 59 16,-3 4-89-16,1 2-21 16,-1 2-18-16,-11 0-2 15,-2 16-2-15,0 16 1 16,2 3 9-16,12-8-2 16,2 0-5-16,6-9 0 15,5 0-2-15,2-6 0 0,0-6-2 16,0-1 0-16,0-5-1 15,2 0 1 1,10 0 0 0,5 0 8-16,3-9 2 0,3-9-3 15,-2-2-5-15,-2 1-2 16,-9 1 0 0,0 8 1-16,-8 4-1 15,-2 6 2-15,0 0-1 0,0 0-1 16,0 0-1-16,0 13-7 15,0 20-8-15,5 12 11 16,3 13 5-16,1 4 5 16,5 2-2-16,-4 4-5 15,2-2 2-15,-5-1-15 16,-5-7 6-16,-2-6 8 16,0-8 0-16,0-6 0 15,-12-6 0-15,-7-10-2 16,-4-4 3-16,6-8 10 15,-1-3 4-15,5-3 2 16,1-4 1-16,3 0-2 16,3 0 9-16,-2-18-1 15,4-11-4-15,4-7 4 16,0-8-10-16,0-6-10 16,0-4-2-16,20 4-2 15,5 0 0 1,6 2 0-16,16-9 0 15,2 3 0-15,0 2 1 16,-2 0 0-16,-14 10 0 16,-4 0 1-16,-4-1-1 15,-10 3 0-15,-1 4 2 16,-10 8-2-16,-4 4 2 16,0 6-1-16,0 4 0 0,0 8 3 15,-8 2-4 1,-6 4-9-16,1 0 3 15,-6 0 1-15,-1 0-1 0,-2 10 4 16,0 10 1 0,7 2 1-16,3 0 0 15,12-4 0-15,0 4-1 16,0 2-4-16,2-2 2 16,19 5-1-16,3-1 4 0,0-2 2 15,1 2-2-15,-5 0 1 16,-3 0-1-1,-3-2-6-15,-5-4-4 0,-7-2 9 16,-2-4 1-16,0-2 0 16,0 2 4-1,-9 0-2-15,-11-4 7 16,-1 0-2-16,4-8 5 0,2-2 6 16,1 0-8-1,4 0 0-15,-2 0 1 16,3-2-11-16,-2-12 0 15,3 0-7-15,0-2-18 16,6 0-16 0,2 10-43-16,0 4-468 0</inkml:trace>
  <inkml:trace contextRef="#ctx0" brushRef="#br0" timeOffset="-102847.58">20243 10233 352 0,'-17'-4'376'15,"17"1"-322"-15,0 3 168 16,0 0-162-1,0-1-27-15,0 1 22 0,0 0 12 16,0-3-22 0,0 3-8-16,0-4-17 0,13-2-9 15,14-3-3-15,13-1-7 16,9-2 15-16,1-1 1 16,-6 3-8-16,-13 6-4 15,-6 0-5-15,-12 3 2 16,-9 1-4-1,-2 0 2-15,-2 0-3 0,0 0-7 16,0 0-8 0,0 0-17-16,0 0-24 15,0 13-28 1,-6-4-82-16,-5 5-153 0</inkml:trace>
  <inkml:trace contextRef="#ctx0" brushRef="#br0" timeOffset="-102600.13">20362 10385 702 0,'0'0'276'0,"0"0"-251"16,0 0 4 0,0 0 56-16,27 6-77 0,8-14 28 15,-2 2 22-15,-1-2-15 16,-8 6-25-16,1-2-7 15,-2 2-8-15,-8-2-2 16,3 4 0-16,-7 0-1 16,-3 0-12-16,4 0-19 15,-3 0-25-15,7 0-222 16,-12 0 16-16,0-2-109 16</inkml:trace>
  <inkml:trace contextRef="#ctx0" brushRef="#br0" timeOffset="-102128.43">20912 9824 841 0,'0'0'119'16,"0"0"-114"-16,0 0 75 16,0 0 14-16,-18-45-85 15,18 45-6-15,0 0 18 0,0 0 14 16,0 0-3-16,0 0-12 16,0 0-10-16,0 8-6 15,0 15-3-15,0 7 21 16,0 10-13-16,0 12 7 15,-4 4-7-15,1 18-4 16,-1-5 2 0,4-7-7-16,0-8 0 0,0-20 2 15,0-8-1-15,0-10 0 16,0-6-1 0,0-4 0-16,0-4 2 15,0 0-1-15,0 0 1 16,0-2-2-16,0 0-5 15,0 0-28-15,2 0-100 16,10-6-52-16,-8-2-138 16,3-2-323-16</inkml:trace>
  <inkml:trace contextRef="#ctx0" brushRef="#br0" timeOffset="-101800.58">21166 9962 23 0,'0'0'912'0,"0"0"-883"15,0 0 97-15,0 0-89 16,6-10-34-16,-21 46 0 16,-18 12 25-16,-12 14 6 15,-1 7-1-15,-6 8-12 16,-6 6 1-16,1 1-13 15,3-6-2-15,9-10 3 16,14-11-10-16,11-16 7 0,9-10-2 16,6-13 2-1,3-8 2 1,2-8-11-16,0-2 2 16,0 0 0-16,0 0 0 15,0 0-19-15,0-8-43 16,0-4-70-16,4-2-197 15</inkml:trace>
  <inkml:trace contextRef="#ctx0" brushRef="#br0" timeOffset="-101349.18">20977 10421 906 0,'0'0'124'0,"0"0"-116"16,133-86 13-16,-79 66 55 0,-5 4-58 16,-11 6 23-16,-11 6-17 15,-14 2-16-15,-9 2 0 16,-4 0-8-16,0 0 0 16,0 24-7-16,0 8-2 15,-13 6 9-15,-18 6 14 16,-9 2-7-1,-7 0 0-15,0-2-6 16,0 4 6-16,10-7-4 16,12-7 19-16,10-10-10 15,15-14-7-15,0-2 1 16,0-4-4-16,0-4-2 16,8 2 7-16,11-2 2 0,9 0 9 15,10 0-1-15,6-4-1 16,8-12 3-1,-6 2-16-15,-1 0 1 0,-11 2-4 16,-15 4 0-16,-7 3-21 16,-10 4-14-1,0 1-16-15,-2 0-34 0,0-3-84 16,0 2-239 0</inkml:trace>
  <inkml:trace contextRef="#ctx0" brushRef="#br0" timeOffset="-99546.3">21725 10112 277 0,'7'-18'158'15,"-4"10"-142"-15,-1-2 42 16,-2 0 81-16,2-2-96 15,-2-2-14-15,0 0 52 16,0-2-1-16,0 2-24 0,0-4-2 16,-14 2-17-1,-8-4-5-15,0 2 35 16,-9 0-44-16,2-1-15 16,0 8-2-16,-3 4 10 15,6 7-16 1,3 0 0-16,-3 7-1 15,6 27 1-15,-3 4 3 0,6 10-2 16,1 10 3-16,9-2-1 16,7 6-2-16,0-3-2 15,0-9-1-15,15-6 1 16,10-10 1 0,2-6 0-16,2-8-1 0,-2-8-15 15,-4-8 0-15,-2-4-12 16,8 0-9-1,-2 0 15-15,2-6-6 0,-2-8 2 16,-5 0 8 0,-2 0-1-16,-4-4 1 15,1-2-3-15,1-2 16 16,-5 0 4-16,1-2 2 16,-5-2 1-16,-5 0 18 0,-2-2 7 15,-2 3 6 1,0 1 35-16,0 4-39 15,0 4-3-15,0 6-3 16,-10 4-3 0,-3 6-1-16,-1 0-19 0,-6 0-6 15,-4 22-4-15,-3 17 10 16,-2-6 0-16,6 7 2 16,6-8-1-16,12-5 0 15,5-5-2-15,0-8-3 0,0-4-1 16,0-6 0-1,9-4 5-15,8 0 11 16,2 0-6-16,3 0 5 16,0-16-6-16,-2 0-2 15,-4 0 3-15,-7 4-4 16,-3 8 1-16,-3 2-2 16,-3 2 0-16,0 0 3 0,2 0 0 15,0 16-3-15,4 20-4 16,6 16 4-1,1 16 8-15,7 8-1 16,1 8-5 0,-6 1-2-16,1-5-35 0,-7-4 25 15,-9-11-6-15,0-15-10 16,0-9 15 0,-19-16 11-16,-10-9 7 15,-2-12 35-15,7-4-9 0,-5 0-7 16,0-14-4-16,0-17 4 15,7-6-4-15,9-10 5 16,5-9 3-16,8-10-17 16,0-6-6-16,17-4-7 15,16 4 0-15,7 7-15 16,3 7-14-16,3 4-9 16,-1 8-22-16,1-5-43 15,-4 14-75-15,-32 31-155 16,-4-1-204-16</inkml:trace>
  <inkml:trace contextRef="#ctx0" brushRef="#br0" timeOffset="-99250.45">22186 10014 601 0,'0'-12'105'15,"0"12"-13"-15,0 0 43 16,0 0-71-16,0 0-36 16,0 0 17-16,0 6 3 15,0 20-22-15,0 14-11 16,0 8 23-16,0 6 1 0,0 3-21 16,0-1-12-16,14-2 4 15,-5-12-10-15,-3-6 3 16,0-8-4-1,-6-8-9-15,0-2-27 0,0-10-28 16,-8-4-80 0,-13-4-86-16,9 0-69 15</inkml:trace>
  <inkml:trace contextRef="#ctx0" brushRef="#br0" timeOffset="-99074.61">22015 10329 476 0,'0'0'202'15,"0"0"-51"-15,0 0 81 0,0 0-200 16,0 0-15 0,15-38 24-16,30 26-8 15,9 0-20 1,3-2-2-16,-1-3-10 0,-15 6-1 16,-6-3-64-16,-30 7-183 15,-3 6-310-15</inkml:trace>
  <inkml:trace contextRef="#ctx0" brushRef="#br0" timeOffset="-98418.52">22634 10028 505 0,'0'0'135'16,"0"0"-122"-16,0 0 122 15,0 0 11-15,5-26-120 16,-5 26 8-16,-9 0 59 16,-13 0-52-16,-7 18-29 15,-11 12 9-15,-7 12 9 16,2 10-8-16,0 4-8 16,14 5 0-16,14 9-11 15,17-8-1-15,0-6-2 16,13-10 2-16,20-20-2 15,6-5 4 1,3-13-4-16,2-5 0 16,3-3 4-16,-1 0-1 15,4-14-3-15,-6-14-2 0,-8-6-6 16,-4-4-6 0,-13-4-7-16,-5 0-3 15,-8 2 24-15,-6 1 4 16,0 12 0-16,0 7 5 15,0 12 18-15,0 8-3 16,-6 0-5-16,-6 10-19 16,-1 21-11-16,0 16 9 0,4-3 0 15,7-6 2-15,2-8-2 16,0-8 0-16,11-8-1 16,9-4 1-16,0-8 2 15,7-2 3-15,0 0 16 16,1-8 7-16,1-16-14 15,-7-2-3-15,-5-10 0 16,-13-4-3 0,-4 6 2-16,0 4 3 0,-18 13-2 15,-2 10 6-15,-2 7-15 16,-3 0 0-16,2 0-25 16,0 20-34-1,4 7-9-15,6-2-72 16,13-17-202-16,0-6-183 15</inkml:trace>
  <inkml:trace contextRef="#ctx0" brushRef="#br0" timeOffset="-98027.31">23007 10221 452 0,'0'0'274'0,"0"0"-167"15,10-50 14-15,-10 46 22 16,0 4-96-16,0 0-13 15,0 0-2-15,0 0-5 16,0 5-9-16,0 16-13 16,10 11 3-16,3 4 2 15,3 6-8-15,-1-2 4 16,3-2-5-16,-3-6-1 16,-3-8 4-16,-5-10-4 15,-5-8 0-15,-2-6 4 16,0 0 2-16,2 0 5 15,-2 0 5-15,4 0 10 16,1-14 16-16,1-10 7 0,1-4-26 16,0-8-17-1,2-4-1-15,-5-4 2 16,0-1-6-16,-1 12 0 16,-3 8-1-16,0 10 1 15,0 4-1 1,0 7-9-16,0 2-20 15,-3 2-35-15,-8 0-31 16,7 0-109-16,-2 0-697 16</inkml:trace>
  <inkml:trace contextRef="#ctx0" brushRef="#br0" timeOffset="-97667.55">23260 10167 485 0,'0'0'581'16,"0"0"-543"-16,0 0 32 15,10 0 20-15,-10 15-90 16,0 15-14-16,0 9 14 16,0 3 4-16,0 4 8 15,0-4 2-15,0-8 27 16,6-4-23-16,7-8 8 15,1-6-11-15,6-2 0 32,2-8 0-32,5-6-2 0,2 0 3 15,-2 0-5-15,4-2 1 16,-2-14-2-16,-7 0-6 16,-4 2-4-16,-12 2-20 15,-6 4-38-15,0 6-30 16,-13 2-85-16,-9 0-687 15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8:11:38.4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25107 2899 67 0,'5'0'31'0,"0"0"27"16,-1 0-45-16,-2 0-11 15,1 0-2-15,-3 0 0 16,0 0-9-16,0 0-42 15</inkml:trace>
  <inkml:trace contextRef="#ctx0" brushRef="#br0" timeOffset="2034.37">25059 2953 207 0,'0'0'83'0,"0"0"-53"0,2 0 47 15,-2 0 3 1,0 0-37-16,2 0-9 15,0-1 3-15,-2 1 45 16,0 0-35-16,3 0 7 16,-3 0-3-16,0 0-1 15,0 0-1-15,0 0-9 16,0 0-10-16,0 0-4 0,0 0 1 16,0 0 6-16,0 0-3 15,0 0-2-15,0 0-3 16,0 0-4-16,0 0-5 15,0 0-8-15,0 0-1 16,0 0 2 0,0 0 1-16,-3 0-3 15,-5 0 6-15,-2 0-7 16,-9 0 0 0,-2 0-4-16,-1 0 5 15,-3 0-4-15,6 0 5 0,-6 0-2 16,2 0-4-16,2 0 5 15,-4 0-3-15,0 4 2 16,-1-3 4-16,-1 4-8 16,-2 0 6-16,-3 2-3 15,1-1-1-15,0 2 2 16,-4-2-2-16,-1 3 1 16,-4-2-3-16,-5 4 2 15,-1 4-1-15,-1-3 1 16,3 4 1-16,6-2-4 15,-1 0 2-15,-1 0 4 16,-1 0-6-16,-9 4 7 16,3 0-7-16,1-2 1 15,-4 0 5-15,6-2-4 16,-1 2 0-16,3 0 5 16,2 2-1-16,-1 3-3 15,4-2-1-15,-3 2 4 16,-7 7-5-16,0 2 0 15,0-2 4-15,5 2-3 16,9-6 1-16,2 0 1 16,-1 0-3-1,1 0 5-15,0 2-5 16,0-2 0-16,2 4 6 16,0 0-7-16,4 0 4 0,-2-2-2 15,0-2-1 1,4-2 2-16,-2 0-3 15,-2 3 4-15,2-5-4 16,-8 4 2-16,0 0 1 16,2-4-2-16,1-2 4 15,10-6-1-15,5-2 2 16,2 0-2-16,3 0-4 16,2 0 0-16,-1-2-1 0,2 0 0 15,0 0 1-15,1 0 0 16,1 0-1-1,-1-2 1-15,1-2 1 0,3 0-2 16,-1-2 0-16,3 0-1 16,0-2 0-1,0 0 1-15,0 0-1 16,0 0 0-16,0 0 1 0,0 0-4 16,0 0-13-16,0 0-3 15,0 0-16-15,0-6-17 16,0-10-16-1,0-2-11-15,0 0-71 16,0 12-124 0,0 0-222-16</inkml:trace>
  <inkml:trace contextRef="#ctx0" brushRef="#br0" timeOffset="2741.76">22525 3780 125 0,'-36'-16'56'0,"23"5"-41"15,2 4 27-15,0 0 93 16,2 2-71-16,3-2 10 16,-4 4 8-16,4-1-15 15,1 1 0-15,1 3 16 16,4 0-2-16,0 0-8 15,0 0-14-15,0 0-21 16,0 0-1-16,0 0-13 16,0 0 2-16,0 0 3 15,0 0-4-15,0 0 1 0,0 0-9 32,0 0-3-32,0 4 10 15,0 6-6-15,0 1-7 16,0 3 0-16,9 1-2 15,7 6 9-15,3 1-9 16,6 2 0-16,0-2 6 16,4 0-7-16,6 2 4 15,7 2-5-15,5 0 2 0,4 6 2 16,5-4-7-16,-5 2 5 16,-1 0-9-16,-6-6 1 15,-4 1 1-15,-5-6 1 16,-4-1-2-16,-4-1-1 15,-4-5 3-15,-3 2-3 16,-5-2 0-16,-3-2 3 16,-3-2-3-1,-5-2 2-15,0-2 1 16,-1 0-3-16,-1-2 3 16,-2 0-3-16,0-2 1 15,0 0 1-15,0 0-1 0,0 0 0 16,0 0 3-1,0 0-4-15,0 0 4 16,0 0-3-16,0 0-1 16,0 0-17-16,0 0-7 15,0 0-8-15,0 0-1 16,0 0-3-16,0 0 0 16,0 0-7-16,0 0-5 15,-7 0-36-15,-1 0-66 0,1 0-238 16</inkml:trace>
  <inkml:trace contextRef="#ctx0" brushRef="#br0" timeOffset="3672.69">22225 4004 211 0,'-4'0'99'0,"-2"0"-53"16,4 0 81-16,2 0-1 15,0 0-53-15,0 0 50 16,0 0-63-16,0 0-1 15,0 0-7-15,0 0-4 16,0 0 1-16,0 0 2 16,0 0-1-16,0 0-19 15,0 0 1-15,0 0-5 16,0 0-10-16,0 0-1 16,8 6-2-16,2 2 7 15,5 6-2 1,6 0-3-16,4 6-4 15,8 5 4-15,2-2 10 16,7 8-16-16,10 1 2 16,-1 0 2-16,16 6-9 15,0 0-2-15,-5-4 0 16,-8-4-2-16,-19-10 0 16,-8-2-1-16,-6-4 1 15,-6-6 2-15,-4 0-2 16,-4-2 6-16,-3-4 3 15,1 3-5-15,-3-5 3 16,-2 0-2-16,0 1-3 16,0-1 5-16,0 0-6 15,0 0-1-15,0 0-1 16,0 0 1-16,0 0-1 16,0 0-2-16,0 0 2 15,0 0-19-15,0 0-7 16,0 0-3-16,0 0-20 15,0 0-14-15,0 3-12 16,-5 0-35-16,-8 3-87 0,6-1-106 16,1-5-97-1</inkml:trace>
  <inkml:trace contextRef="#ctx0" brushRef="#br0" timeOffset="5037.5">22630 4299 348 0,'0'0'168'0,"0"-18"-139"0,0 18 19 16,0 0 131-16,0 0-70 15,0 0-44-15,0 0-9 16,0 0 5-16,0 0-8 16,-2 0-20-16,0 0-10 15,-2 0-10-15,-4 4 9 16,-1 6 0-16,-1 0-8 15,-2 2 5-15,-3 6-6 16,-6 0 1-16,4 2-2 16,-5 2-5-16,1-1 7 15,4 0-4-15,-3 1 0 16,-3 0 0 0,8 3-3-16,-3-3 5 15,3 2 0-15,-2 2-7 0,-3 0 2 16,3 4-4-1,-4 0 1-15,4 0 15 16,-1 2-13-16,-2-2-1 16,-2-2-4-16,-3 8 6 15,-2 0-5-15,5-1 1 16,5 1 3-16,1-10-6 16,5 2 5-16,-3 2-3 15,1 0 1-15,2 0 2 0,-1 0-5 16,2-4 4-16,3 6 4 15,-3 0-5-15,2 4 0 16,-1 1-1 0,1-1 4-16,-2 0-5 15,-1 2 0-15,3-4 1 0,-2 8-2 16,3-4 0 0,1 0 0-16,0 0 0 15,1-11 3-15,0-1-3 16,1-4 0-16,-1 2 3 15,1-1-3-15,0 2 1 0,-1-1 0 16,1 2 1 0,-1-2 5-16,0 2-7 15,-1-2 0-15,4 0 4 16,-3 0-3-16,5-2 0 16,0 4 0-16,0 4 0 15,0 2-1-15,-2 0 0 16,2 0 0-16,0-7 3 15,0-3-3-15,0-2 1 16,0-2-1-16,0-2 4 16,0 0-4-16,0-2 0 15,0-2 1-15,0-4 0 16,0-4 0 0,0 0 0-16,0 0 1 0,0-2-2 15,0 0 0-15,0 0 3 16,0-2-2-16,0 0 0 15,0 2-1-15,0-2 0 16,0 2 3-16,0-2-2 16,0 0-1-1,0 0 3-15,0 0-2 16,0 0 0-16,0 0-1 16,0 0 0-16,0 2 1 0,0 0-1 15,0-2 0-15,0 0 0 16,0 0 0-16,0 0 0 15,0 0 0-15,0 0 3 16,0 0-3-16,0 0 0 16,0 0 1-16,0 0-1 15,0 0-6-15,0 0-10 16,2 0 4-16,-2 0 0 16,0-2 3-1,0 2 2-15,0 0 7 16,0 0-2-16,0 0 0 15,0 0-4-15,0 0-9 16,0 0 5-16,3 0 5 16,-1 0 3-16,-2 0 2 15,0 0 0-15,2 0-2 16,-2 0 0-16,0 0 0 16,0 0-5-16,0 0-1 15,0 0-1-15,0-12-15 16,0-10-10-16,-11-6-28 15,-5-4-15-15,1-13-39 0,8 27-108 16,2-5-214 0</inkml:trace>
  <inkml:trace contextRef="#ctx0" brushRef="#br0" timeOffset="7997.34">20993 4187 166 0,'0'-5'76'16,"0"4"-6"-16,0-1 33 0,0 0-26 15,0-2-34-15,0-1-17 16,0 1 4 0,0 1 4-16,0 1 57 0,0-2-34 15,0 2-2-15,0-1-18 16,0-2-10-1,0 2-9-15,0 0-9 0,0-1-2 16,0 0 0-16,0 1 8 16,0 2 2-16,0-2 8 15,0 2-2-15,0 1-5 16,0-2-2-16,0 2-3 16,0 0 2-16,0 0-6 15,0 0 7-15,0 0 8 16,0 0-7-16,0 0-4 15,0 0-1-15,0 0-1 16,0 2-6-16,0 17-5 16,0 14-1-16,0 7 1 15,0 4 10-15,2 4-3 16,-2 4-2-16,2-4 4 16,-2-3-7-1,0-8 2-15,0-9 4 16,0-6-6-16,0-7 5 15,0-8 2-15,0-2 6 16,0-5-10-16,0 0 0 16,0 0-1-16,0 0-3 15,0 0 6-15,0 0-7 16,0 0-2-16,0 0-18 16,0-6-23-16,4-6-29 15,5-1-65-15,7-2-111 16,-12 6-56-16,3 1-151 0</inkml:trace>
  <inkml:trace contextRef="#ctx0" brushRef="#br0" timeOffset="8381.84">21255 4231 485 0,'0'0'90'0,"0"0"-55"15,7-12 103-15,-7 12-23 0,0 0-60 16,0 0-12-16,0 2 1 16,-3 18-27-1,-12 8-3-15,-7 4 78 0,-1 4-66 16,-1 6 0 0,-2 6-5-16,-17 23 0 15,-1 1-2 1,-4 4-7-16,2-4-6 15,11-20-1-15,1-8-2 0,5-6-3 16,2-8 1-16,7-3 0 16,5-9 3-16,3-2-4 15,6-10 0-15,1-2-2 16,5-4 2 0,0 0-2-16,0 0-35 0,0 0-25 15,0 0-44-15,0 0-43 16,0-3-47-1,9-4-84-15</inkml:trace>
  <inkml:trace contextRef="#ctx0" brushRef="#br0" timeOffset="8831.94">21004 4752 511 0,'0'0'193'0,"0"0"-162"15,0 0-6-15,0 0 82 16,58-48-65 0,-34 42-21-16,3 2 3 0,-14 4 4 15,-2 0-10 1,-2 0 9-16,-4 6-7 16,-3 14-13-16,-2 2-1 0,0 6-4 15,-2 4 1-15,-21 2 5 16,-6 1 0-1,-4-1-3-15,0-4 11 0,4-8-11 16,4-2 1-16,8-8 10 16,5-6 6-1,7-2-12-15,5-4-8 0,0 0-2 16,0 0-3-16,5 0 2 16,11 0 1-16,9 0 11 15,6 0 6-15,2 0-1 16,5 0-7-16,-3 0-1 15,-1 0-8 1,-8 0 2-16,-5 0-2 16,-6-2-10-16,-3 2-51 15,-4-2-43-15,1-2-75 16,-9 0-104 0,0-4-178-16</inkml:trace>
  <inkml:trace contextRef="#ctx0" brushRef="#br0" timeOffset="9383.57">21612 4275 407 0,'0'0'234'16,"0"0"-206"-16,4-42 37 15,-4 32 123-15,0 2-119 16,0 0-23-16,0 4-2 16,0 0 1-16,-8 2-8 15,-6 2-26-15,-6 0-10 0,-2 0-1 16,-5 6 1-16,-2 10-1 16,0 6 12-16,0 6-4 15,2 2 4-15,0 8 1 16,10 4-5-16,-1 2-7 15,9 4-1-15,9 11 3 16,0-1-3 0,0-8 0-16,17-6 0 0,10-20 3 15,2-6-2-15,2-6-1 16,5-6 2-16,0-6 0 16,0 0 4-16,-3 0-6 15,0-2-20-15,-3-10-47 16,-26 2-48-1,0 2-103-15</inkml:trace>
  <inkml:trace contextRef="#ctx0" brushRef="#br0" timeOffset="9980.2">21770 4570 475 0,'0'0'91'0,"0"0"-28"15,0 0 112-15,0 0-56 16,11-81-64-16,-11 73-1 15,0 1-5-15,0 3-12 16,-13 4 5-16,-7 0-26 16,-7 0-23-16,-2 0 7 15,-3 10 3-15,3 8 2 16,4 5 3-16,6-1-4 16,9-4-2-16,2-1-2 15,8-9-4-15,0 0 2 16,0-4-6-16,5-4 8 15,15 0 1-15,4 0 5 16,1 0 2-16,4 0-8 0,-5-10 0 16,1 0 0-1,-5 2 0-15,-7 4-1 16,-1 2 1-16,-10 2 0 16,0 0-1-16,0 0-1 15,3 22 2 1,1 10 9-16,8 10-1 15,-3 0-1-15,3 4-4 0,1 4-1 16,-2 1-2 0,-2 0 3-16,-4-2-3 0,-3-9 0 0,-4-8-1 15,0-6-8 1,-2-8 3-16,-20-6 6 16,-2-2 14-16,-5-6 15 15,-2-4-5-15,-1 0 6 16,-4 0 2-16,5-22 4 15,7-10 7 1,8-8-9-16,14 0-3 16,2-7 1-16,0 1-18 15,27 0-8-15,17 2-6 16,5 4-3-16,9 4 0 0,2 0-3 16,-1 2-27-16,-42 26-65 15,-8-2-69 1</inkml:trace>
  <inkml:trace contextRef="#ctx0" brushRef="#br0" timeOffset="17008.03">10558 4026 101 0,'0'0'69'0,"0"-2"-49"16,0 2 37-16,0 0 18 15,0 0-25-15,0 0-20 16,0 0 12-16,0 0 15 15,0 0 1-15,0 0-4 0,0 0-12 16,0 0-16-16,0 0-2 16,0 0-4-1,0 0-7-15,0 0 25 16,0 0 0-16,0 0 9 0,0 0-5 16,0-4 10-1,0 0-8 1,0-2-9-16,0-6 1 15,0 4-19-15,0-4-11 16,0-2 9-16,0-2-12 16,0-2 3-16,0 0-1 0,0-4 0 15,0 0-1-15,0-2-1 16,5 0-3 0,1-3 4-16,3 1-1 0,-2 2-2 15,2-3 1-15,-3 2 1 16,6-4 1-1,1 0-1-15,0 1 2 16,3 4-4-16,-3 8 2 0,1-2-3 16,-1 4 0-16,1 0 0 15,-3 0 2-15,-1 2-2 16,2 4 1-16,-1 0-1 16,-2 2 0-16,0 0 0 15,-2 0-2-15,1 2 0 16,-3 2 2-16,2 0 0 15,0 0-2-15,1 0 1 16,1-2 0-16,3 4 1 16,1 0 0-16,0 0 0 15,0 0-3-15,0 0 3 16,1 0 0 0,1 0-1-16,4 0 0 15,-1 0 1-15,3 0 1 16,-2 0-1-16,1 0 0 15,-5 0 0-15,1 0-1 16,-3 0 1-16,-2 4-2 16,1 0 2-16,1 4-5 15,1 2 5-15,-1-2 2 16,-1 4-1-16,0-4 2 16,1 0-2-16,1 0-1 15,-1 4 2-15,1-2-1 16,1 0-1-16,-2 0 2 15,1 0-1-15,1-2 0 16,1 2 0-16,-3-2-1 16,7-2 2-16,-3 2-2 15,0 0 3-15,5 0-3 16,1 2 0 0,3 4 1-16,-1-4-1 0,-1 1 3 15,-1-4-2-15,-6-3 0 16,1 3 0-16,3-2 0 15,-4 1 1-15,1 2-2 16,-3-2 0-16,1 1 1 16,-3-3-1-16,1 0 0 15,-1-3-1-15,-2-1 3 16,3 2-1-16,-3-2-1 16,5 3 6-16,3-3-1 15,2 0-3-15,1 0 3 16,5 0-4-16,-5 0 5 15,4-5-5-15,-1-3-1 16,0 0 3-16,2 1-3 16,-4-4 0-16,0 1 2 15,0 0 1-15,-1-2-3 0,-3 1 2 16,0 0-2 0,-2-1 5-16,1 0-3 15,-3 2-2 1,4 0 1-16,1-4 1 15,-1-2-1-15,2 0 0 16,-1 0 1-16,-5 2-1 16,1 4 0-16,2-2 1 15,-2 0-2-15,-3 0 1 0,-2 2 0 16,0 2-1-16,-2 2 0 16,-1 0 1-16,0 0 0 15,0-4 1-15,1-2 2 16,1 2 0-16,-4-2-3 15,1 3 6-15,1-2-4 16,-3-4-1 0,2 4 5-16,-3-2-5 0,-4 5 0 15,5 3 0-15,-5-4-2 16,2 4 2-16,2-2-2 16,-2 1 0-16,0 1 0 15,1 0 1-15,-1 3 0 16,-2 2-1-16,0-2 1 15,0 2 4-15,0 0 5 16,0 0 2 0,0 0-10-16,0 0 2 15,0 0-4-15,0 0 0 16,0 0-1-16,0 0-2 16,0 0-2-16,0 0 3 15,0 0 1-15,0 6 0 16,0 4 1-16,0 1 0 15,3-2 0-15,-1 4-1 16,0-2 1-16,0 0 2 16,1 0-1-16,-1 0 0 15,-2 0 1-15,2 3-2 16,2 3 0-16,1-1 1 16,-3 0-1-16,2 0 1 15,-1-2-1-15,1-2 0 16,3 4 0-16,-3 0 1 15,3 4-1-15,2-2 0 0,0 4 1 16,-3-4 0-16,3-2-2 16,-5 0 1-1,4-4 0-15,-2 4 2 0,3-2-2 16,1-1 0 0,0 2 0-16,1-1 0 15,1 0 1 1,-1 1 0-16,-1-5 0 15,0-2-1-15,-4-4 0 16,5 2 2-16,-2-2-2 16,-2-3 1-16,4 2 0 0,0-3 2 15,1 0 0-15,1 0 1 16,1 0 0 0,3 0 3-16,1 0 2 0,-1 0-3 15,6-7-2-15,-1 2 1 16,7-1-4-1,0-2 0-15,-2-1 2 0,-3 4-2 16,-6-2 0-16,1 1-1 16,-4 1 0-16,3-2 0 15,-1 3 0-15,1 2 0 16,2-2 0-16,-2-1 2 16,2 0-2-16,0 1 0 15,0 0 0 1,3 3 2-16,0-2-2 15,2-1 1-15,-2 2 0 0,4-4-1 16,2-1 0 0,-2 2 0-16,-1 1 2 15,-6 0-2-15,-4 3 0 16,3-2 1-16,0 1 0 16,-1 0 0-16,1 0-1 0,2 2 1 15,-4-2-1-15,-1 0 1 16,-3 0-1-1,-4 0 0-15,2 2 1 0,-4 0-1 16,-3 0-1-16,0 0 1 16,-4 0 0-1,0 0 2-15,3 0-3 16,0 0 1-16,1 0 0 0,2 0-3 16,3 0 3-16,1 6 0 15,-2 8 0-15,5 4 0 16,1-2 0-1,1 8 0-15,1-2 0 16,2 0 0-16,-2 0 0 16,-3-4 1-16,1 1 0 15,-4-3-1-15,3 0 1 16,1 4-3 0,-1 4 2-16,-1 0 0 0,-3-2 2 15,-1-4-2-15,-6-6 0 16,0-2-2-16,2-2 1 15,-4-2 1-15,0-2 0 16,0-2 1-16,0 0-1 16,0-2 0-16,0 0 0 15,0 0 3-15,0 0-8 16,2 0-16-16,0 0-9 16,0 0-2-16,0 0-12 15,5-8-17-15,-5-14-48 16,0 10-177-16,-2 4-159 15</inkml:trace>
  <inkml:trace contextRef="#ctx0" brushRef="#br0" timeOffset="21745.89">13662 3178 280 0,'3'0'144'0,"-3"0"-93"0,0 0 29 16,2 0 2 0,2 0-15-16,0-4-24 15,1 0-6-15,-3-2-7 16,-2 2 17-16,0 4 15 15,0-4-16-15,0 2-27 0,0-2 13 16,0-2-12-16,0 0-8 16,0-2-4-1,0 0 7-15,0 0 6 0,0 0-11 16,-9 2 2 0,-2-2-6-1,-5 0-2-15,-4 0-3 16,3 2-2-16,-6 2 3 0,6 4-3 15,-1 0 1-15,-3 0-4 16,2 0 4-16,-6 6 0 16,3 6 0-16,-3 4 0 15,1 8 0-15,-1 2-1 16,3 8 2-16,4 0 2 16,5 4-1-16,4 2-2 15,5-2-3-15,2-3 3 16,2 1 0-16,0-9 0 15,10-2 1-15,11-7-1 16,-4-10 1-16,6-6 1 16,1-2 4-16,5 0 2 15,5 0 0 1,-3 0 2-16,2-10-8 0,-6 2-2 16,-3 0-14-16,-4 4-39 15,-2 0-59 1,-18 4-299-16,0 0 30 15</inkml:trace>
  <inkml:trace contextRef="#ctx0" brushRef="#br0" timeOffset="23004.91">13818 3364 311 0,'0'0'156'16,"0"0"-99"-16,15-51 50 16,-15 34 65-1,0 1-82-15,0 5-39 0,0 2-8 16,-10 3-8-16,-4 4-9 16,3 2-9-16,-4 0-16 15,-1 0-1-15,-3 0 7 16,2 6-8-1,-1 9 3-15,1-4 1 16,3 3-1-16,5 1-2 16,5-5-3-16,4-2 1 15,0-2-4-15,0-2 2 16,0 0 2 0,0-3 2-16,2 2 1 0,11-3-1 15,-1 0-4-15,-1 0 4 16,-3 0 0-16,0 0 0 15,-2 6-1-15,5 3-1 16,1 8-3-16,3 5 3 16,-2 0 1-16,3 8-1 15,-3 2 2-15,1 4 2 16,1 0-2-16,-1 2-7 16,-1 0-4-16,-2 7 3 15,-8-4-5-15,-3-5 8 16,0-7 2-16,-6-13-3 15,-13-6 5-15,-4-4 1 16,-4 0 27-16,-2-6 4 16,2 0-1-16,2 0-8 15,2 0-1-15,5-12-5 0,3-12 6 16,3-8-7 0,8-7 22-1,4-3-22-15,0-2-11 16,0 0-3-16,6 0 0 15,17 2-2-15,4 6 1 16,8 3-5-16,0 10 5 16,8 3-11-16,10 2 5 0,1-3 0 15,6 5-1-15,-6 2 2 16,-6 4-3-16,-5 0-2 16,-7 2 7-16,-5-2 2 15,-9 2-1-15,-4 0 4 16,-4 2-1-16,-8 2 0 15,-2-4 2-15,-1 0 2 16,-3 0 0 0,0 0-1-16,0 4 3 0,0 2-7 15,0 2-2 1,-13 0-14-16,-10 0-19 16,-4 6 11-16,-6 12 11 15,-3 4 6-15,5 1 5 0,4 3-1 16,5-2 3-1,9 2 0-15,4-2-9 16,7-2 4-16,2-2 1 16,0-4-4-16,0-2 7 15,0-4 1-15,13-4 0 16,5-2 0-16,0-4 5 16,4 0-3-16,7 0 5 0,2-6 1 15,3-12-2-15,-1-2-2 16,-2-2 0-16,-4-2-3 15,-4-5 7-15,-8 0-7 16,-1-8 6-16,-6 1 9 16,-3-8-5-16,-1 0-7 15,-2-4 0-15,-2-8 0 16,0 7-3 0,0 9-2-16,0 8 2 15,-9 21 2-15,1 4-3 0,-2 5-5 16,-1 2-3-1,-2 0-3-15,-1 14 0 16,-3 17 9-16,3 11-3 16,6 2-1-16,3 6 5 15,3-2-1-15,2-2 2 16,0-2-1-16,0-8 0 16,7-3 1-16,10-8 0 15,1-4-2-15,-5-9-8 16,1-6-57-16,-14-6-107 15,0 0-134-15</inkml:trace>
  <inkml:trace contextRef="#ctx0" brushRef="#br0" timeOffset="23447.44">14564 3184 782 0,'0'-4'38'15,"0"2"48"-15,0 2 35 16,0 0-68-16,0 0-26 16,0 0-19-16,0-2-6 15,0 2 5-15,0-2 11 16,9 0-5-16,7 0-4 16,-1 2 2-16,4-2-2 0,-4 2-6 15,-1 0-3-15,-4 0 0 16,-3 0 0-1,0 0 0-15,0 0-22 16,-5 0-1-16,0 0-10 0,-2 0-23 16,0 14-33-1,-2 0-46-15,-10-6-49 0,-5-2-166 16</inkml:trace>
  <inkml:trace contextRef="#ctx0" brushRef="#br0" timeOffset="23687.29">14469 3352 267 0,'0'0'264'15,"0"0"-192"-15,0 0-18 16,0 0 60-16,19 8-22 16,10-12-28-16,5-6-23 15,-2 5-7-15,-1-2 2 16,0 4 2-16,-5 0-10 15,-6 2-16-15,-7 1-7 16,-3 0-3-16,-8 0-2 0,0 0-30 16,-2 0-74-1,0 0-68-15,0 0-416 16</inkml:trace>
  <inkml:trace contextRef="#ctx0" brushRef="#br0" timeOffset="29885.09">15231 3034 554 0,'0'4'127'0,"0"-4"-119"16,0 0 31-16,0 0 64 15,0 0-38-15,0 0-21 16,0 0-5-16,0 0-12 15,0-13-11 1,0 2 9-16,-3-5 6 16,1-1 3-16,-7-1-21 15,-2-1 6-15,-5-2-5 16,-5-1 6 0,0 2-5-16,-1 6-6 0,1 4-9 15,6 8-1-15,-1 2-7 16,-3 0 2-16,-2 0-3 15,-6 20 9-15,1 6 1 16,-6 8-1-16,3 6 4 16,6 9-2-16,0 5-1 15,10 4 1-15,1 4 0 16,8 0-1-16,4-2 1 16,0-7 1-16,4-1-3 15,23-10 0-15,7-12 1 16,-1-6 0-16,-2-12 1 15,-2-8 5-15,-4-2 6 16,2-2 0-16,-8 0-5 16,-1 0 0-16,-7 0 2 0,-6 0-7 15,0 0 1-15,-5 0-3 16,0 0 0 0,2 0-2-16,-2 0-17 15,0 0-12 1,0 0-40-16,0 0-51 15,0-6-145-15,0-2-247 16</inkml:trace>
  <inkml:trace contextRef="#ctx0" brushRef="#br0" timeOffset="30373.28">15219 3356 581 0,'0'0'85'0,"0"0"-62"16,0-6 108-16,0 6-49 16,0 0-33-16,0 0-14 15,0 0-19-15,0 6-14 16,0 12 3-16,-6 7 8 15,-3 5 17-15,7 0-25 16,2-2 1-16,0 0-4 16,0 0 0-1,6-6-2-15,10-4 4 0,4-8-2 16,-5-8 7 0,1-2 19-16,5 0 4 15,-2 0-5-15,4-18 5 16,-3-4-10-16,-3-4-7 15,-1 2-1-15,-7 0-3 16,-3 4-1-16,-6 0 4 16,0 4 12-16,0 2-16 15,-19 2-10-15,-6 4-3 16,-12 4-4-16,-6 4-9 16,3 0-4-16,0 0-22 15,13 9-34-15,11 2-43 16,12-5-143-16,4-6-70 15</inkml:trace>
  <inkml:trace contextRef="#ctx0" brushRef="#br0" timeOffset="31148.26">15416 3332 610 0,'0'0'89'0,"0"0"-83"15,0 0 104-15,0 0-62 0,31-45-34 16,-29 40 0-16,0 3 8 16,-2 2 21-16,0 0 19 15,0 0 1 1,0 0-10 0,0 0-15-16,0 0 12 0,0 0-38 15,0 0-9-15,0 0-3 16,0 8-6-1,0 10 5-15,5 7 1 16,-3 7 6-16,2-4-3 16,1 2-1-16,-3 4-1 0,2-4 3 15,1-2-3-15,0-4-1 16,-1-6 2-16,0-4-1 16,1-8 1-16,-5-4-2 15,2 0 0-15,0-2 3 16,-2 0 2-16,0 0 0 15,0 0-4-15,0 0 2 16,2 0-2 0,-2 0-1-16,2 0 0 0,-2 0 0 15,0 0 0-15,0 0 1 16,0 0 3-16,0 0-4 16,0 0 2-16,0 0 0 15,0 0 1-15,3 0-3 16,-3 0 0-16,0 0 0 15,2 0 1 1,1 0 4-16,1 0 4 16,5 0 1-16,9-20 3 15,3-4-1-15,4-4-1 16,2-6-4-16,-4 4 6 16,-1-2-9-16,0-5-2 15,-6 1 1-15,-5-4-3 16,-3 2 1-16,-6 6 1 15,1 8-1-15,-3 12-1 16,0 8 4-16,0 4-4 16,0 0 27-16,0 0-27 15,0 0-7-15,0 2-10 16,0 18 9-16,-5 2 6 16,-6 4-21-16,3-4-8 15,3-4-9-15,0-2-8 16,3-2-26-16,2-1-35 15,-2-5-62-15,2-8-45 16,0 0-78-16</inkml:trace>
  <inkml:trace contextRef="#ctx0" brushRef="#br0" timeOffset="31543.22">15778 3320 497 0,'0'0'210'0,"8"-7"-150"16,-8 7 93-16,2 0-14 16,0 0-62-16,-2 0-33 15,0 0-23-15,0 0 0 16,0 0-2 0,0 0-5-16,0 15-10 0,0 9-4 15,4 9 6-15,-1 3-3 16,-1 8-1-1,-2 0-2-15,0-6 1 0,0-6 1 16,0-18-2-16,0-6 0 16,2-4 1-16,-2-4-1 15,2 0 1-15,2 0 1 16,1 0 0-16,4 0 3 16,4 0-1-16,8 0 1 15,5 0 5-15,1 0-4 16,5-6-6-16,-3 0-2 15,-6-2-9 1,-4 2-34-16,-11-4-68 16,-8 4-194-16,0 2-327 15</inkml:trace>
  <inkml:trace contextRef="#ctx0" brushRef="#br0" timeOffset="31903.02">16084 3032 442 0,'0'0'175'15,"0"0"-132"-15,0 0 47 16,4-2 10-16,-4 24-69 16,2 8 30-16,1 4-28 15,-1 6-8 1,7 14 1 0,0 0-3-16,-1-4-17 0,0-5-3 15,-4-19 1-15,0-6-3 16,-1-8 0-16,-3-2-1 15,0-5-23-15,0-5-78 16,0 0-109-16,-5 0-129 16</inkml:trace>
  <inkml:trace contextRef="#ctx0" brushRef="#br0" timeOffset="32102.33">15942 3256 634 0,'0'0'147'0,"0"0"-77"16,0 0 46-16,0 0-35 16,17-28-49-16,12 22-19 15,4-2 11-15,5 2-8 16,5-2-10-16,3 2-4 16,1 0-4-16,-34 4-86 15,-1 0-251-15</inkml:trace>
  <inkml:trace contextRef="#ctx0" brushRef="#br0" timeOffset="32474.24">16612 2823 233 0,'0'0'362'0,"0"0"-251"0,0 0-6 16,0 0 50 0,14-12-56-16,-14 12-50 15,0 10-45-15,0 20-4 0,0 8 0 16,0 11 0-1,0 1 11-15,0 1-3 16,0 2-7-16,0-7 0 16,0-8 3-16,0 0-4 15,0-8 0-15,0-8 0 16,0-6-21-16,0-10-42 16,0-6-83-16,0 0-95 15,-5 0-124-15</inkml:trace>
  <inkml:trace contextRef="#ctx0" brushRef="#br0" timeOffset="32703.01">16422 3314 610 0,'0'0'63'15,"0"0"-47"-15,0 0 57 16,0 0-25-16,77-18-4 15,-42 9-3-15,-2 0-16 16,1 4-13-16,1-2 20 0,-1 1-4 16,-3 4-12-1,-4 2-12-15,-7 0-15 16,-20 0-150-16,0 0-325 16</inkml:trace>
  <inkml:trace contextRef="#ctx0" brushRef="#br0" timeOffset="33166.68">16563 3381 572 0,'0'0'273'15,"0"0"-222"-15,0 0 77 16,0 0-70-16,0 0-40 15,51 1-14-15,-15-6 4 0,2 1 1 16,-9 2 0-16,-2 2 13 16,-8 0-2-16,-3 0-18 15,-9 0 1-15,-3 6-3 16,-4 12-8-16,0 4-6 16,0 2 7-16,-2 4 7 15,-19 0-2-15,0 0 6 16,-6 2-3-16,0-2 5 15,2-4-4-15,10-4 5 16,8-6 12-16,7-7-7 16,0-7-8-16,0 0 2 15,0 0-3-15,12 0-3 16,17 0 11-16,8 0 15 16,13-5 6-16,0-3-13 15,8 0-6-15,-2 0-3 16,-4 2-5-1,-14 4-4-15,-12 0-1 16,-13 0-24-16,-13 2-47 16,0 0-86-16,0 0-156 15</inkml:trace>
  <inkml:trace contextRef="#ctx0" brushRef="#br0" timeOffset="34126.44">17291 3020 409 0,'0'-18'138'0,"0"4"-123"15,0-3 88-15,0-1 27 0,-9 3-55 16,-1-2-19-1,-2 1 1-15,-1 2 24 16,-2 0-50-16,-1 2-16 16,1 6-10-16,-16 4-2 15,-6 2-1-15,-1 0-2 16,-6 24 3-16,6 11 7 16,0 8 2-16,-2 14 1 15,9 3-2-15,4 0 7 16,12-2-12-16,15-6-3 0,0-6 2 15,6-7-3-15,28-10 0 16,8-11 1 0,5-4 8-16,1-10 7 15,4-4-12-15,0 0-5 0,6 0-1 16,-8-4-16 0,-10-7-40-16,-11-1-69 15,-17 3-62-15,-12 5-67 0,0 0-100 16</inkml:trace>
  <inkml:trace contextRef="#ctx0" brushRef="#br0" timeOffset="34677.68">17388 3280 382 0,'0'0'103'0,"0"0"172"16,0 0-135-16,0 0-43 16,48-90-18-16,-46 72-27 15,-2 4-7 1,0 2-22-16,-2 2 0 0,-13 8-7 15,-5 2-16-15,-5 0-22 16,0 2 15-16,-1 14 4 16,4 2 3-16,6 0 6 15,9 2-6-15,5-4-1 16,2-2 1-16,0-2 0 16,0-4 2-16,0-4-2 15,0-2 6-15,11 0-2 16,5-2 2-1,-3 0-3-15,1 0-1 0,-3 0 0 16,-5 8-1-16,4 9-2 16,1 5-6-16,5 10 7 15,-1 10 1-15,3 6-1 16,1 10 1-16,0 12-2 16,-6 6 1-16,0 1-8 15,-6-4-15-15,-7-14-36 16,0-15 49-1,0-10 2-15,-14-14 8 16,-21-6 14-16,-10-6 32 16,-2-8-6-16,-1 0-12 15,12 0-5-15,5-8 5 16,4-12 3-16,9-6-6 16,5-6 3-16,13-8-3 15,0-14-9-15,0-9 10 0,25 0-19 16,10 2-7-1,11 9-4-15,8 12-46 16,4 6 0-16,2 8-44 0,-38 24-72 16,-2 0-296-1</inkml:trace>
  <inkml:trace contextRef="#ctx0" brushRef="#br0" timeOffset="36196.71">17871 3236 250 0,'0'-2'91'16,"2"0"-80"-16,0 0 9 15,0 2 11-15,-2-2-8 16,0 0-12-1,0 2-10-15,0 0 1 0,0 0 3 16,0 0-5-16,0 0-22 16,0 0-42-1,0 0-24-15,0 0-11 0,0 0-52 16</inkml:trace>
  <inkml:trace contextRef="#ctx0" brushRef="#br0" timeOffset="37117.8">17871 3236 70 0,'6'-10'71'15,"-6"10"-9"-15,0 0-5 16,0 0-1-16,0 0 9 16,0 0 68-16,0 0-69 15,0 0-1-15,0 0-13 16,0 0-11 0,0 0-8-16,0 0-7 0,0 0 2 15,0 0 0-15,0 0-3 16,0 0 3-16,0 0 2 15,0 0 1-15,0 0-7 16,0 0-3-16,0 0-1 16,0 0 13-16,0 0 3 15,5 0-13-15,2-8-7 16,4-2-9-16,3 0 1 16,3 0-1-16,10-6 0 15,4 2 6-15,6-2-4 16,2 0-1-16,-6 2 1 15,3 2 1-15,-1 2-4 16,5 0 0-16,1 4-2 16,-3-2-1-16,1 2-1 15,-1 2 0-15,-1 0 0 16,2 0 0 0,-1 0 3-16,4 2-3 0,3-2 0 15,1 4 0-15,6-2 0 16,17 2 1-1,3 0-1-15,-3-2-1 0,-1 2 1 16,-12 0-1-16,2 0 2 16,3-2-3-16,1 2 2 15,0-2 0-15,-1 2 0 16,-1-2-1-16,-2 2 1 16,-1 0 0-16,1 0-1 15,0 0-1-15,-4 0 1 16,-8 0-1-16,-1 0 1 15,-5 0 1-15,9 0-1 16,7 0 2-16,-5 2-1 16,5 4 0-16,-11-3 0 15,-3 2 0-15,2-1 0 16,-3 2 0 0,-2-3 0-16,1 4 0 15,-2-3 3-15,1 0-3 16,-4 0 0-16,1 0 1 15,1 2-1-15,6 0-1 16,-1 0 1-16,0 0 0 16,5 2 0-16,5-2 0 15,1 2-2-15,-2-2 2 16,-7 0 0-16,-17-2-1 16,-4 0 2-16,-7-2 1 15,-10 0 1-15,-4 0 4 16,-2-2 2-16,0 0-2 0,0 0-2 15,0 0 1-15,0 0-5 16,3 0 0 0,5 0-3-16,1 0 2 15,5 0 0-15,-1 0 0 0,-1 0-4 16,-6 0-15 0,-6 0-21-16,0 0-41 15,0 0-89-15,0 0-25 0,-6 0-169 16</inkml:trace>
  <inkml:trace contextRef="#ctx0" brushRef="#br0" timeOffset="37632.36">20625 2865 499 0,'-14'-10'106'16,"14"10"-98"-16,0 0 20 15,0 0 81-15,0 0-15 16,0 0-17-16,0 0-30 16,0 0 9-16,0 0-23 15,0 0 5-15,2 12 6 16,14 4-8-1,5 2-12-15,5 4-11 0,5 0-4 16,-2 0-3-16,-2 0 4 16,0 1-9-16,-3 1 1 15,-1 0 0-15,-2 2-2 16,2 2 0-16,-7-2 0 16,-3 2 1-16,-7 0 0 15,-1-4-1-15,-5 2 6 16,0 1-4-1,0-6 9-15,-20 1 1 16,-15 3-4-16,-2-2 10 16,0 0-3-16,-1-5-2 15,11-6-1-15,0-2-3 0,8-5-2 16,3 0-5 0,5-1 0-16,1 0-2 0,6-2 0 15,0 0-24-15,2 0-26 16,2-2-35-1,0 0-81-15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28:23.6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17195 10899 49 0,'0'-3'33'0,"0"3"-5"16,0 0 39-16,0 0-45 16,0 18 3-1,0-6-11-15,0 2 9 16,0-10-15-16,10-4 285 15,1 6-293-15,0-3-103 16,-4-3 103-16,-1 4 12 0,-1-3-12 16,1 3 0-16,1 1-23 15,-2-1-20 1,4-3 3-16,-9-1-105 16,0 0 11-16</inkml:trace>
  <inkml:trace contextRef="#ctx0" brushRef="#br1" timeOffset="29436.24">14577 6158 160 0,'0'-2'384'15,"0"2"-380"1,0 0 24-16,0 0 53 15,0 0 24-15,0 0-41 16,0 0-27-16,0 0-2 16,0 0-6-1,0 0 3-15,0 0 4 0,0 0 10 16,0 0-32-16,0 0-2 16,0 0 8-1,0 0-14-15,0 0 2 16,0 0-4-16,0 0-1 0,0 14 1 15,3 12 2 1,0 4 19-16,5 10-19 16,-1 10 4-16,1 1-3 15,0 7-4 1,-2 2 3-16,-1 2-5 16,1 0 1-16,-2-2 6 15,1 2-5-15,0 9 3 16,-5-9-4-16,2-8 7 15,-2-14-6-15,0-16-3 16,2-8 16-16,-2-8-14 16,0-2 0-1,0-6 5-15,0 0 1 16,0 0-7-16,0 0-1 16,0 0 11-16,0 0-11 15,0-8-5-15,0-4-25 16,-11-2-246-16,0 10-37 15,-5 0-168-15</inkml:trace>
  <inkml:trace contextRef="#ctx0" brushRef="#br1" timeOffset="29904.55">14150 6976 581 0,'-7'0'88'15,"7"0"-86"-15,0-4 37 16,0 2 118-16,0 2-47 16,0 0-63-1,0 0-10-15,0 0 5 16,0-2-2-16,0 0-9 15,16-2-2-15,11-2-19 16,11 0 4-16,10-4 13 16,12 0-15-16,8-2-12 15,23 0 3 1,3 0 4-16,-3 2-6 16,1 0 1-16,-28 6 0 15,-7-2 0-15,-5 2-2 16,-15 2 0-1,-10 2-5-15,-13 0 5 0,-7 0 0 16,-7 0-2-16,0 0 3 16,0 0-2-1,0 0-1-15,0 0-45 0,-2 0-20 16,-12 0-17-16,-15 0-48 16,-7 2-70-1,19 2-91-15,-8 0-122 16</inkml:trace>
  <inkml:trace contextRef="#ctx0" brushRef="#br1" timeOffset="30301.73">14667 6920 302 0,'0'-8'237'15,"4"-2"-181"-15,1 4-49 16,2 2 77-16,-3 0 37 16,-2 4-38-1,-2 0 11-15,0 0-59 16,0 0-13-16,0 0 2 0,0 0-19 16,-6 18-2-1,-17 8-3-15,-8 10 29 16,-5 4-20-16,-3 4-2 15,-11 6 11-15,6-3-11 16,5-7 7-16,13-8-1 16,15-16-3-16,7-8 10 15,4-6-18 1,0 0 0-16,0 0 8 0,0 0-10 16,0-2-11-16,0 0-34 15,0 0-65 1,8 0-75-16,4-13-182 15</inkml:trace>
  <inkml:trace contextRef="#ctx0" brushRef="#br1" timeOffset="30701.66">14700 6918 592 0,'0'0'188'0,"25"-40"-188"15,-21 34-45-15,-2 4 45 16,-2 0 121-16,0 2-22 16,0 0 6-16,0 0-82 15,0 0 6 1,0 0-7-16,2 0 3 16,0 0-6-16,8 12-19 15,3 18 8-15,7 2-1 16,14 16 4-16,1 4 6 15,3-2-13-15,-3-2-2 16,0-7 2-16,-6-7-2 16,-3-2-2-1,-6-4-2-15,-7-6 2 0,-6-4 3 0,-4-6-3 16,-3-4 2 0,0-4-7-1,0 0 5-15,0 0-7 16,0-2 4-16,0-2-29 15,-14 0-10-15,-22 0-18 16,17 0-275-16,-2 0-27 16</inkml:trace>
  <inkml:trace contextRef="#ctx0" brushRef="#br1" timeOffset="31090.53">14301 7369 773 0,'-19'0'16'0,"19"0"-6"0,0 0-10 16,0 0 106-16,0 0-6 15,4 0-53-15,21 0-41 16,12 0 3-16,15 0 10 15,10-4 4-15,5-2 10 16,4-4-19-16,0 4-7 16,-9 2 9-16,-10 0-8 15,-14 4-1 1,-14 0-3-16,-10 0-4 16,-7 0-1-16,-7 0 0 15,0 0-4-15,0 0-1 16,0 0-19-16,0 0-26 15,0 0-133-15,0 0 83 16,0 0-11-16,-3 0-8 16,-8 0-78-16,-2 2 11 15</inkml:trace>
  <inkml:trace contextRef="#ctx0" brushRef="#br1" timeOffset="31500.96">14649 7399 259 0,'0'0'119'16,"0"0"-115"-16,0 0 104 15,-4 2 6 1,4-2-21-16,0 0-11 16,0 0-7-16,0 0 3 15,0 0-4-15,0 0-2 16,0 0-21-16,0 12-20 15,0 10-31-15,0 13-2 16,0 12 2-16,0 6 12 16,0 1-2-16,0 0 1 15,0-2-9-15,7-2-1 16,1-3-1-16,-1-7 1 16,-1-8 4-16,2-9-4 15,-6-6-1-15,0-11 9 16,0-2-9-16,-2-4 9 0,0 0-5 15,0 0-2 1,0 0 10-16,0 0-8 16,0 0-4-1,0 0-15-15,0-2-31 16,-14-10-59-16,5 5-143 0,-1 4-114 16</inkml:trace>
  <inkml:trace contextRef="#ctx0" brushRef="#br1" timeOffset="34317.15">5539 6064 373 0,'0'-3'12'0,"0"2"-12"15,0 1 51-15,0 0 20 16,0-3-19-16,0 3-21 16,0-1 5-16,0 1 7 15,0 0-5 1,0-2 11-16,0 2 22 16,0 0-47-16,0 0-13 15,0 0 0-15,0 0 0 16,0 0-11-16,0 0 0 15,0 0-4-15,0 6 4 16,0 9 4-16,0 22 22 16,0 5-9-16,0 10-9 15,8 14-1-15,1-2-3 16,0 4-3-16,-4 5 21 16,-1 11-12-1,-2-8 25-15,-2-4-30 16,0-7 1-16,0-21 1 15,0-4-6-15,0-10 14 16,0-2-4-16,0-8 4 16,0-4-3-16,0-2-12 15,0-2 3-15,0-6-3 16,0 0 0-16,0-2 5 16,0-4-5-16,0 0 0 0,0 2 0 15,0-2-21 1,0 0-22-16,0 0-132 15,-8 0 31-15,-2 0 15 16,-1 0-129-16</inkml:trace>
  <inkml:trace contextRef="#ctx0" brushRef="#br1" timeOffset="34815.65">5086 6986 532 0,'-6'0'106'0,"6"0"-101"16,0 0-4-16,0 0 51 15,0 0 18-15,0 0-27 16,0 0-19-16,0 0-15 16,24 0 9-16,10 0 55 15,8-2-28 1,9-2-19-16,-5 2-12 0,12 0 7 16,5 2-10-1,7 0 0-15,5-2-1 16,0 2 0-16,-3 0-10 15,-1 0 0-15,-15 0 2 16,-14 0-2-16,-15 0 0 16,-21 0-1-16,-6 0 3 15,0 0-1 1,0 0-1-16,0 0 6 16,0 0-6-16,0 0-20 15,0 0-21-15,-6 0-33 16,-7 0-19-16,-3 0-51 15,7 0-29-15,-2 0-303 16</inkml:trace>
  <inkml:trace contextRef="#ctx0" brushRef="#br1" timeOffset="35222.06">5514 7088 89 0,'0'0'278'15,"27"-20"-221"-15,-14 14-56 16,-2-2 59-16,-2 2 50 0,-2 2-32 16,-5 4-40-16,-2 0-14 15,0 0 20 1,0 0 0-16,0 0 21 15,0 0-47-15,0 0-10 16,-9 15-1-16,-13 8 4 16,-7 5 25-1,-7 8-22-15,-6 3 18 0,-3 3-22 16,-6 4 19 0,-13 10-7-16,4-6-15 15,4-4 8-15,13-12-4 16,23-16-10-16,9-7 8 15,2-4-9-15,7 0 0 16,2-7-40-16,0 1-29 16,0-1-77-16,0 0-101 15,0 0-144 1</inkml:trace>
  <inkml:trace contextRef="#ctx0" brushRef="#br1" timeOffset="35632.55">5549 7040 606 0,'0'0'99'16,"0"0"-99"-1,19-24 0-15,-19 22 150 16,0 2-98-16,0 0-35 15,2 0-17-15,2 8-10 16,3 16 10-16,4 4 6 16,4 0 11-16,4 5 2 15,2-4-14 1,10 10-1-16,-2-3 5 16,0-2-4-16,-2-4-5 15,-8-12 0-15,-9-4 6 16,-1-2-6-16,-7-4 0 15,1-2 1-15,-3-2 2 16,0-4-2-16,0 2 0 16,0 0-2-16,0-2-6 15,0 4-29-15,0-2-31 16,-14 2-70-16,6-4-37 16,-1 0-109-1</inkml:trace>
  <inkml:trace contextRef="#ctx0" brushRef="#br1" timeOffset="36078.24">5227 7488 530 0,'-21'0'53'0,"21"0"-27"16,0 0 46-16,0 0 20 16,0 0-25-1,0 0-37-15,0 0-1 0,0 0 17 16,0 0-18-16,7 0-15 16,26 0 11-1,17 0 2-15,12-5 8 16,5-4-4-16,4 2-22 15,1 3 2-15,7 4-10 16,-9 0 7-16,-12 0-7 16,-12 0 0-16,-23 0 0 15,-10 0 1 1,-9 0-1-16,-4 0 0 16,0 0-4-16,0 0-3 15,0 0-15-15,0 0-15 16,-13 0-30-16,-7 0-65 15,-2 0-44-15,13 0-12 16,0 0-68-16</inkml:trace>
  <inkml:trace contextRef="#ctx0" brushRef="#br1" timeOffset="36533.65">5549 7510 639 0,'0'-7'12'0,"0"7"-10"15,0 0 67-15,0-1 48 16,0 1-32-16,0 0-42 15,0 0-2-15,0 0-29 16,0 0-8-16,0 15-2 16,0 24 3-16,0 11 1 15,-4 12 15-15,2-2-13 16,0-4 1-16,2 0-9 16,0-4 4-1,0-12 1-15,0-7-5 16,0-9 2-16,0-16 1 15,0-4-2-15,0-2-1 16,0 0 0-16,0 0 6 16,0-1-4-16,0 2-4 15,0-1 6 1,0 0-6-16,0 0 2 0,0-2-11 16,0 0-25-16,0 0-99 15,0 0-119 1,0 0-106-16</inkml:trace>
  <inkml:trace contextRef="#ctx0" brushRef="#br1" timeOffset="51723.01">27002 10439 147 0,'35'28'5'0,"-4"-10"-5"16,3 2-14-16,-1-1-30 15,-4 3 44-15,0 1 9 16,-8 4 3-16,-2-1-2 16,-5-2-10-16,-14-20-5 15,0-3-52 1</inkml:trace>
  <inkml:trace contextRef="#ctx0" brushRef="#br1" timeOffset="54053.38">23310 12408 21 0,'2'2'0'0</inkml:trace>
  <inkml:trace contextRef="#ctx0" brushRef="#br1" timeOffset="54131.32">23310 12408 11 0,'8'64'6'16,"-8"-61"-6"-16</inkml:trace>
  <inkml:trace contextRef="#ctx0" brushRef="#br1" timeOffset="67828.64">20625 7586 97 0,'-12'58'1'16,"6"-22"-1"-16</inkml:trace>
  <inkml:trace contextRef="#ctx0" brushRef="#br1" timeOffset="69074.85">3629 16136 282 0,'-66'6'0'0,"66"-6"-217"16</inkml:trace>
  <inkml:trace contextRef="#ctx0" brushRef="#br2" timeOffset="79965.17">17240 17652 146 0,'-2'-6'165'0,"2"2"-164"16,0 4-1-16,0 0 0 0,0 0 11 15,0 0 47 1,0 0-8-16,0 0-11 0,0 0-14 16,0 0-12-16,0 0 12 15,0 0-8 1,0 0-7-16,0 0 11 15,0 0 0-15,-2 4 9 0,-2 14-23 16,-1 14 15 0,0 12-16-16,1 0 0 15,2 6 14-15,2-5-4 16,0-9-5-16,0-6-1 16,0-8-5-16,0-8 20 15,0-4-12-15,0-10-2 0,0 0-5 16,0 0-6-1,0 0-1-15,0 0-23 16,0 0-126-16,0 0 9 16,0 0 0-16,0 0-97 15</inkml:trace>
  <inkml:trace contextRef="#ctx0" brushRef="#br2" timeOffset="91066.53">16879 10878 123 0,'-6'-28'50'15,"4"16"-34"1,2-2-11-16,0 0-4 16,0-2 28-16,0-2-8 0,0 0-6 15,0 2-3 1,0 4-12-16,4 2 13 16,-4 4 19-16,0 4-9 15,0-2 3-15,0 2-1 16,0 2 2-16,0 0 3 15,0 0-15-15,0 0 2 16,0 0-10-16,0 0-4 16,0 0 1-16,0 0 3 15,0 0 4-15,0 0-3 16,0 0-3-16,0 0-5 16,0 0 2-1,0 0 0-15,0 0 19 16,0 2 14-16,0 4-21 15,0-2-9-15,0 0 8 16,0-2-10-16,0 0 9 16,0-2-12-16,0 0 0 15,0 0 7 1,0 0-7-16,0 0 6 0,0 0-6 16,0 0-1-16,0 0-26 15,0 0-15 1,0 0-9-16,0 0-37 15,0 0-18-15,0 0-67 16,0 0 100-16</inkml:trace>
  <inkml:trace contextRef="#ctx0" brushRef="#br2" timeOffset="92533.19">16952 10519 216 0,'0'-2'21'15,"0"0"-19"-15,0 2 3 16,0 0 77 0,-4 0-55-16,2 0-22 15,-2 0-5-15,-1 13 11 16,1 6 63-16,0 5-20 15,-4 5-17-15,4 4 12 16,0 6-35-16,-3 19-8 16,5 2 12-16,-4 8-11 15,6 2-6-15,0-8-1 16,0 7 0-16,0 7 5 16,0 28 2-1,6 8 5-15,3 9-10 16,-1-1 1-16,-2-18-2 15,0-3 2-15,0-1 4 16,1-2-7-16,-1 0-1 16,0 3 1-16,0-1 4 15,-4 18-4-15,0-5 1 16,-2-3 0-16,0-4 0 16,0-20 0-16,0-4 12 15,0-4-12 1,0 19 8-16,0-1-10 15,0-2 1-15,5 1 2 16,1-21 1-16,-4-6-2 16,1 0 0-16,0-3 10 15,-1-5 9-15,-2 0 8 16,0 0-18-16,4 16-3 16,-2 2 6-16,5 2-11 15,-1-11-1-15,-1-17-1 16,0-4 1-16,-1 0 0 15,1 14 0 1,-1 2 15-16,-2 0-10 16,0 1 3-16,0-15-9 15,0-2 3 1,3 0 6-16,-2-4-7 0,1 0-1 16,1-2 27-16,-1-4-18 15,2 4-6 1,-1 1-4-16,2-3 21 15,-3 0-15-15,-1-2-6 16,3 2 9-16,-6-6-6 16,4 0 10-16,-1-10-11 15,-1-6 2-15,0-2-4 16,-2-10 0-16,0 2 6 16,2-2-5-16,-2 2-1 15,2 2 0-15,-2 4 1 16,3 6 7-16,-3 5-1 15,2-4 5-15,1 2-2 16,-1-7-6-16,2-6-4 16,-4-4 0-16,0-2 3 15,0-2-3 1,0 0 0-16,0 0-17 0,0 0-18 16,0 0-10-16,0 0-11 15,0 0-41 1,0-4-72-16,0-2-175 0</inkml:trace>
  <inkml:trace contextRef="#ctx0" brushRef="#br2" timeOffset="93782.16">17251 14807 376 0,'-8'-17'4'0,"8"16"-4"15,-3 1-105 1,3 0 105-16,-2 0 42 0,0 0 1 16,2 0-43-16,0 0-57 15,0 0-39 1,0 0-80-16</inkml:trace>
  <inkml:trace contextRef="#ctx0" brushRef="#br2" timeOffset="94660.53">17120 14977 199 0,'0'0'38'15,"0"-14"-31"-15,0 14 32 16,0 0 24-16,0 0 14 16,0 0-13-16,0 0-17 15,0 0-12 1,0 0-8-16,0 0 9 0,0 4-16 15,0 18 9-15,0 2-6 16,0 18-13 0,0 8 12-16,0 4-12 15,0 13-3-15,0-1 38 16,0 10-15-16,0 32-2 16,0-5-25-16,2-1 3 15,5 0-6-15,-3-20 0 16,0-2 22-16,4 5-8 15,0 9 0 1,1-4-3-16,1-2-2 16,-2-3-6-16,-3-23 5 15,-1 2 20 1,2-10-22-16,0 2-1 0,-4-6 4 16,4-5-6-16,-4-5 2 15,1 0-2-15,-1-8 2 16,-2-2 15-16,0-6-20 15,0-2 9-15,0-8-1 0,0-2-4 16,0-8-1 0,0-4-3-16,0 0-2 15,0 0-7-15,0 0-9 16,0 0-7-16,2-8-14 16,2-18-17-16,6-2-71 15,-2 2-13-15,-5 16-55 16,-1 2-104-16</inkml:trace>
  <inkml:trace contextRef="#ctx0" brushRef="#br2" timeOffset="96690.5">17191 16848 116 0,'0'-4'183'16,"0"4"-141"-16,0-2-42 16,0 2 0-16,-2 0 18 15,2-4 62 1,0 4-14-16,0 0 13 0,0 0-44 16,0 0 6-1,0 0 5-15,0 0 13 16,0 0-17-16,0 0-13 15,0 0 3-15,0 0-18 16,0 0-8-16,0 0 0 16,0 0 11-16,0 0-4 15,0 0 1-15,0 0 0 16,0 0-10-16,0-4 6 16,0 0-5-1,16 0 7-15,3-2-11 16,8-2 1-16,4-2 4 0,9-6-2 15,14-2-6 1,8-5 2-16,5 0 0 16,7 0 1-16,1 5 0 15,17-8-2-15,-3 8 4 16,-4 4-3-16,-10 2 0 16,-25 6 1-16,-13 6-1 15,-8 0 0 1,-10 0 0-16,-4 0 3 0,-7 0-5 15,0 0 2-15,-8 0 0 16,0 0 1 0,0 0 0-16,0 0 1 15,0 0-2-15,0 0-1 16,0 0-3-16,0-4-12 16,0 4 1-1,0-4-20-15,0 0-25 16,0-2-38-16,-5 2-50 0,-4 4-50 15,-2-4-81 1</inkml:trace>
  <inkml:trace contextRef="#ctx0" brushRef="#br2" timeOffset="97271.19">17871 16455 485 0,'-18'-6'119'0,"11"6"-102"0,0 0-8 16,5 0 53 0,0 0 76-16,2 0-5 15,0 0-98-15,0 0-4 16,0 0 4-16,0 0 13 16,0 0-27-16,0 0-8 15,9 0 4-15,5 0-8 16,3 0 9-16,10 0-1 15,6 0-7-15,6 0 12 16,5 0-17-16,0 2-1 16,-1 6 1-16,-3 0-3 15,-7-2-2-15,0 8 0 16,-1-2 0 0,-10 2 0-16,-6 0-1 15,-7-6-2-15,-5 4-1 16,-2-6 4-16,-2 2-2 0,0-2 2 15,0 2-4-15,0 2 4 16,0 6 0-16,0-2 8 16,-13 0-6-16,-9 4-1 15,-7 0 0-15,-5 8 3 16,-5 1 7-16,-6-1-11 16,-7 6 5-16,-3-6 5 15,-3 6-2-15,4-6 1 16,8-4-4-16,15-8 22 15,13-8-22 1,11-6-1-16,7 0-4 0,0 0-2 16,0 0-9-16,4 0 0 15,14 0-2-15,4 0 4 16,3-2-35-16,0-2-35 16,-1 4-88-16,-19 0-150 15,-1 0-143 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26T07:15:56.37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9814 4177 321 0,'0'0'29'0,"0"0"-29"15,0 0-43-15,0 0 43 16,0 0 21-16,0 0-7 16,0 0-13-16,0 0-2 0,0 0-4 15,0 0 0-15,0 0-89 16</inkml:trace>
  <inkml:trace contextRef="#ctx0" brushRef="#br0" timeOffset="1032.92">9877 4207 320 0,'0'0'89'0,"0"0"-49"15,0 0-11-15,0 0 49 16,0 0-19-16,0 0-29 16,0 0 1-16,0 0-30 15,0 0 0-15,0 0-1 16,0 0-4-16,0 0-15 16,0 0-80-16,0 0-63 15,-2 0-230-15</inkml:trace>
  <inkml:trace contextRef="#ctx0" brushRef="#br0" timeOffset="1272.46">9877 4207 309 0</inkml:trace>
  <inkml:trace contextRef="#ctx0" brushRef="#br0" timeOffset="1349.46">9877 4207 309 0,'35'22'40'0,"-35"-22"-40"0,0 0-52 0,0 0 52 0,0 0 16 15,0 0-13-15,0 0 1 16,0 0-8-16,0 0-13 16,0 2-96-16</inkml:trace>
  <inkml:trace contextRef="#ctx0" brushRef="#br0" timeOffset="2169.46">10151 4399 445 0,'0'0'104'0,"0"0"-46"16,0 0-58-16,0 0 0 15,0 0-7-15,0 0-10 16,0 0-18-16,-7-10 20 16,7 10-2-16,0 6 11 15,0 2-48-15,-3 2-120 16</inkml:trace>
  <inkml:trace contextRef="#ctx0" brushRef="#br0" timeOffset="2459.46">9979 6050 300 0,'0'0'40'0,"0"0"-27"15,0 0-1-15,0 0 36 16,0 0-32-16,0 0-16 15,-4-11-5-15,4 1-54 16,0-2-147-16</inkml:trace>
  <inkml:trace contextRef="#ctx0" brushRef="#br0" timeOffset="3173.14">9966 4419 381 0,'0'0'102'0,"0"0"-69"16,0 0-17-16,0 0 2 16,0 0 24-16,0 0-17 15,-2 0 0-15,2 0 15 16,0 0-10-16,0 0 9 16,0 0-2-16,0 0-19 15,0 0 17-15,0 0-33 16,0 0-1-16,0 0 6 15,0 0-2-15,0 0-7 16,0 0 2-16,0 0 0 16,0 0-2-16,0 0 2 15,0 0-1-15,0 0-6 16,0 0 1-16,0 0-22 16,-3 0-85-16,1 0-143 0,-1 0-28 15</inkml:trace>
  <inkml:trace contextRef="#ctx0" brushRef="#br0" timeOffset="3726.86">10037 4325 514 0,'0'0'0'15,"0"0"-20"-15,0 0 20 16,0 0 21-16,0 0 43 0,0 0-13 16,-4 0-51-1,4 0 1-15,0 0 7 0,0 0-6 16,0 0-2-16,0 0 0 15,0 0 2-15,0 0-6 16,0 0 4-16,0 0-1 16,0 0-4-16,0 0 5 15,0 0-1-15,0 0 0 16,0 0 2-16,0 0-1 16,0 0 0-16,0 0 0 15,0 0-2-15,0 0 2 16,0 0-3-16,0 0 1 0,0 0-6 15,0 0 8 1,0 0-27-16,0 10-43 0,0-6-21 16,0 0-136-16</inkml:trace>
  <inkml:trace contextRef="#ctx0" brushRef="#br0" timeOffset="4092.39">10026 5975 272 0,'0'0'249'0,"0"0"-249"16,0 0 2-16,0 0 0 16,0 0 64-16,0 0 1 15,-14 14-14-15,14-14-6 16,0 0-14-16,0 0-23 16,0 0 10-16,0 0-20 15,0 0-1-15,0 0 1 16,0 0 0-16,0 0 0 15,0 0-4-15,-2 0-48 0,-2 0-11 16,2 0-60-16,-3 0-83 16</inkml:trace>
  <inkml:trace contextRef="#ctx0" brushRef="#br0" timeOffset="4511.39">10048 4231 558 0,'0'0'94'0,"0"0"-94"0,0 0-46 15,0 0 36 1,0 0 10-16,0 0-1 0,-2-4-17 16,0 4-50-16,-1 2-2 15,1 4 24-15,-2 2-89 16</inkml:trace>
  <inkml:trace contextRef="#ctx0" brushRef="#br0" timeOffset="4839.39">9923 5891 328 0,'0'0'41'0,"0"0"-35"15,0 0 19-15,0 0-8 16,0 0 17-16,0 0 104 16,-17 76-38-16,17-76-29 15,0 0-43-15,0 0-22 16,0 0 14-16,0 0-20 15,0 0-9-15,0-22-95 0,0 8-127 16,0-4-5-16</inkml:trace>
  <inkml:trace contextRef="#ctx0" brushRef="#br0" timeOffset="5198.39">10046 4301 587 0,'0'0'106'15,"0"0"-106"-15,0 0-9 16,0 0 3-16,0 0 6 16,0 0 0-16,-5 0 5 15,5 0-16-15,0 4 11 16,0 14-3-16,-2 2-43 0,0-10-162 15</inkml:trace>
  <inkml:trace contextRef="#ctx0" brushRef="#br0" timeOffset="6258.96">9803 5993 382 0,'0'0'88'0,"0"0"-76"16,0 0-12-16,0 0 20 16,0 0 37-16,0 0-45 15,-58 0-8-15,58 0-4 16,0 0-10-16,18 0 3 16,4 0 7-16,7 0 6 15,5 0 11-15,-1 0-13 16,-4 0-1-16,-6 0 4 15,-6 0-6-15,-6 0 6 16,-6 0-7-16,-3 0 0 16,-2 0-2-16,0 0 3 15,0 0-2-15,-12 0 2 16,-19 4 17-16,-9 1-5 0,1-4 9 16,3-1 30-16,11 0 31 15,9 0-27-15,14 0-24 16,2 0 2-16,0 0-14 15,0 0-17-15,0 0-3 16,12 0-12-16,10-4 12 16,4-3 8-16,6-1-8 15,-3 1 3-15,0 4-2 16,-5-1 0-16,-6 1-1 16,0 3-3-16,-10-1-3 15,-5 1 6-15,-3 0-32 16,0 0-30-16,-13 0-1 15,-32 0 12-15,-16 4-51 16,-7 1 0-16,-1-3 102 0,13 0 10 16,16-2 35-1,17 0-5-15,15 0-32 0,8 0-8 16,0 0-5-16,0 0-57 16,13 0 46-16,16 0 16 15,4-5 9-15,6 1 13 16,1-3-10-16,-1 3 10 15,-5 2-9-15,-5 0 3 16,-9 2 22-16,-7 0-34 16,-9 0-4-16,-4 0 0 15,0 0-15-15,-6 0 3 16,-32 8 1-16,-13 4 4 16,-7-2-31-16,3-6 32 0,10-1 6 15,16-3 69-15,16 0-25 16,11 0-13-16,2 0-28 15,0 0-3-15,12 0-18 16,20-3 18-16,7-5 3 16,7 1 2-16,-4 0-5 15,-7 3-3-15,-10 2-38 16,-25 2-173-16,0 0-163 16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48:28.212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2940 7822 177 0,'0'2'59'16,"0"-2"-59"-16,0 0 0 15,0 0 12-15,0 0 20 16,0 0-28-16,0 0-2 15,0 0 4-15,0 3 15 16,0-3 12-16,0 0-2 16,0 0-4-16,0 0-14 15,0 0-4 1,0 0-2-16,0 0-1 16,0 1-6-16,0 1-2 0,0 0 2 15,5 6 0-15,4 2 5 16,2 0 11-1,1 4 0-15,0 2 5 16,1 1-21-16,1 1 2 16,-1 2-1-16,1 2 2 15,3 0-2-15,0 2 0 16,-5-2 0-16,0-6-1 0,-3 0 0 16,0 0 1-16,2-4 0 15,-2 2-1-15,4 2 0 16,-1-4 0-16,-4 0 1 15,3-2-1-15,-1-2 1 16,-2 0-1-16,1 2 0 16,-3 0 0-16,6 0 0 15,-3 0 0-15,5 0 0 16,-4 0 0-16,1 2 0 16,1-2 0-16,-3 0 0 15,-1-2 0-15,1 0 1 16,1-2-1-16,-2-2 0 15,1 4-1-15,0 1 1 16,0-4 0 0,2 4 0-16,1-1 0 15,-4-2 0-15,1 2 1 16,0 0-1-16,-2-2 1 16,-1 2 0-16,3 0-1 15,1-2 0-15,0 2 1 16,-1 2-1-16,0-4 4 15,2 0-3-15,-2 4-1 16,0-6 0-16,0 4 3 16,0 0-3-16,0-2 0 15,2 2 1-15,-2 0 0 0,0-2 0 16,0 2 0 0,4-2-2-16,0 2 1 15,5-4 0-15,-3 4 0 16,6-2 1-1,-1 2 0-15,-5 2-1 0,4-2 0 16,-9-2 0-16,6-2 0 16,-5-2 0-16,5 2 0 15,-3-2 2-15,-2 2-2 16,3 0-2-16,-3 0 1 0,3-2 0 16,-1 0-1-1,1 0 1-15,-2 0 1 16,4 0 0-16,-3-2 1 15,5 0-1-15,2 2 0 16,1-2 0 0,0 0 0-16,-1 0 1 15,-3 2-1-15,-5 0 0 16,5-2 0-16,0 4 0 16,1-4 0-16,-3 0 0 0,-1 2 0 15,-1-2 0-15,1 0 0 16,-1 0 1-1,2 2-1-15,-1-2 1 16,1 0-1-16,3 0 0 0,-3 0 0 16,8 5 0-1,-1-4 0-15,1 1 0 16,1 0 0-16,-6-2 0 16,0 0 0-16,-1 0 0 0,0 0-1 15,0 0 1-15,1 0 1 16,-1 0-1-16,4 0 0 15,-3 0 0-15,-1 0 1 16,-1 0-1-16,-1 0 0 16,-1 0 0-16,-3 2 0 15,2-2 0-15,5 0 0 16,1 0 2-16,0 0-2 16,-1 0 0-1,-5 0 0-15,1 0 0 16,-1 0 0-16,-1 0 0 15,-1 0 0-15,-3 0 1 16,1 0-1-16,3 0 0 16,-4 0 1-16,6 0-1 15,-1 0 0-15,0 0 2 16,3 0-2-16,-3 0 1 16,5 0-1-16,3 0 3 15,0 0-2-15,4 0 1 16,-3 0 1-16,-4 0-1 15,-2 0-2-15,-3-2 2 16,3 0-1-16,-3 2 0 0,3-2 0 16,1-2 0-16,1 0 5 15,3 0-1-15,0 0 3 16,-2 2-4 0,1 0 7-16,-5 0-8 15,3 0-2-15,-3 0 1 16,4 0-2-16,0-2 1 15,-1 2 0-15,1 0-1 16,-7 0 1-16,1 2-1 0,1-2 1 16,-1 0 2-16,1 0-2 15,-3-2-1-15,-2 4 0 16,2-2 0 0,0 0 0-16,-2 0 1 15,0 0-1 1,-2 0 2-16,-1-2-3 0,1 2 1 15,0 0 1-15,2 0 0 16,2 0-1-16,-3 2 0 16,4-2 0-1,-1 0-1-15,1-2 1 0,-2 2 0 16,1-2 0-16,-1 4 0 16,-2-4 0-16,3 4 0 15,1-4 1-15,-1-2-1 16,2 4 0-1,1-4 0-15,-4 2 1 0,2 0-1 16,-1 0 0-16,-2 4 0 16,2-4 0-1,0 2 0-15,0 0 0 0,-1-2 0 16,-2 4 0-16,-1-2 1 16,1 0-1-16,4-2 0 15,-1 0 0-15,0-2-1 16,3 0 1-16,1 2-1 15,-1-2 1-15,1 2-5 16,-11 0-59 0</inkml:trace>
  <inkml:trace contextRef="#ctx0" brushRef="#br0" timeOffset="5479.95">5572 8546 251 0,'-2'0'62'0,"2"0"-61"0,0 0 2 16,0 0 40-16,0 0-19 16,0 0-21-1,0 0-3-15,0 0 41 0,0 0-5 16,0 0 10 0,0 0-2-16,0-2-17 15,0-2-21-15,0-2-4 16,4-2 19-16,9-2-16 15,3 2-5-15,5 0 0 16,-4 0 2-16,1 2-1 16,-1-2 0-16,2 0 0 15,-4 0-1-15,1 2 5 16,1-2-1-16,-1 2 0 16,-3-2 1-16,-1 2-2 15,-4 0-3-15,1 0 3 16,3 2-2-1,1 2 0-15,-5 0-1 0,0 0 2 16,-2-3-2-16,1 4 0 16,-1-3 1-16,2 2 2 15,-4 2-3-15,0-2 0 16,1-2 0-16,1 2 0 16,1-2-1-16,0 0 1 15,2 0 1-15,-1 0-1 16,-1 2 0-16,5-1 1 15,-4 2-1-15,1-3 0 16,5 0 0-16,-4-1 0 16,-1 1 0-16,3 3-1 15,-4-2 1 1,1 2 0-16,3 1 0 16,-3-4 0-16,1 2 0 0,0-2 0 15,1 0 0-15,3 0 0 16,3-2 0-1,1-1 0-15,4 2 0 16,-2-1 0-16,0 2 0 0,-2-3 0 16,4 0 0-1,-1-1 0-15,0 1 0 16,4 0 0-16,-7-2 1 16,2 3-1-16,2 0 0 0,1 0 0 15,-1 2 0-15,4-2 0 16,1-2 1-16,-2 0 0 15,2 0-1-15,-3 2 0 16,1 0 1-16,-1 2-1 16,3-2 0-16,-5 0 0 15,3 2 1-15,4-4 0 16,0 2-1-16,0 2 1 16,2-2 0-16,-7 2-1 15,1-2 1 1,1 0 0-16,-1 0 0 15,0 0-1-15,-1 2 0 16,-2-2 0-16,-1 4 2 16,-6-2-2-16,3 0 0 15,-5 0 0-15,5 0 1 16,-1 0-1-16,-1 0 0 16,3 0 1-16,2-2-2 15,2-2 1-15,4 2 0 16,-3 0 0-16,-4 0-1 15,0 2-1-15,-5 0-2 16,1 0 4-16,-3-1 0 16,-3 2-1-16,-2 1 0 15,1 0-1-15,1 0 2 16,-2 0 0-16,3 0 0 16,1 0 1-16,-1-1-2 0,4 0 1 15,-1-1 0-15,6 0 0 16,2 0 0-1,2 0 0-15,1 1-1 16,-6 0 1-16,4-1 0 16,-5 0 0-16,2 1 0 15,-4-1 0-15,-1 3 0 0,-1-1 0 16,1 0 0 0,1 0 0-16,-3-1 0 15,3 2 0 1,-3-2-2-16,3 2 2 15,-1-2 0-15,3 2 1 0,7-5-1 16,4 3-1 0,4-2 1-16,3 1 1 15,-5 0 0-15,5-1-1 0,1 1 0 16,1 3 0-16,1-2 0 16,-6-1 0-16,0 2-1 15,-4-2 1-15,2-1 0 16,1-2 0-1,-3 1 0-15,0 2 1 0,-2-1 0 16,-4 0-1-16,4 0 0 16,9-4 0-1,2 3-1-15,0 0 1 0,2 0 0 16,-7 4 0-16,-2-2 0 16,-4 0 1-16,2 2-2 15,-2-2 1-15,0 2 0 16,0 0 0-16,0 0 1 15,-4 0-2-15,0 0 1 16,-1-2 0-16,1 2 2 16,-1 0-2-1,2-2 0-15,-1 2 0 16,6 0 0 0,0 0 0-16,-2-2 0 0,1 4 1 15,-8-2-1-15,3 0 0 16,1 2 0-16,0 0 0 15,3-2 0-15,-4 2 1 16,1-2-1-16,1 2 0 16,-6 0 0-16,6-2 0 15,-2 2 0-15,-2 0 1 16,2-2-1-16,-3 2 0 16,1 0 1-16,4 0 0 15,4 0-1-15,0-2 0 16,5 0 1-16,-5 2-1 15,0-2 0-15,2 2 0 16,0-2 3-16,-2 2-3 0,2 0 0 16,1 0 2-16,-1 0-2 15,2 0 1-15,4 0-1 16,-4-2 1 0,-2 2 1-16,0 0-1 0,-5-2 0 15,-1 2 1 1,4 0 0-1,2 0-1-15,0 0 3 16,3 0 0-16,-10 0-3 0,-1 0 0 16,2 0-1-16,-4 0 1 15,6 0 1-15,0-2-1 16,0 2 2-16,2 0-3 16,-2 0 2-16,0 0-2 15,-4-2 2-15,2 2-2 16,2-2 0-16,0 0 1 15,0 2 0-15,6 0-1 16,0 0 0-16,1 0 0 16,-1 0 0-16,-6 0 1 15,0 0 0-15,-1 0 1 16,1 2 0-16,-3 0 2 16,1 2-3-16,0 0 4 15,1 0-3-15,1 0 3 16,0 2 0-16,-3 0-1 15,1-2 0-15,-1 0-3 16,1 0 2-16,2-2-3 16,8 4 4-1,-1 0-4-15,3 3 0 0,1-4 2 16,-7-3-1 0,-2 4-1-16,-2-4 2 15,-4 2-2-15,-1 0 0 16,0 0 1-16,-2 0-1 15,1 1 0-15,-2-4-1 16,-3 2 2-16,1-2-1 16,1 3 2-16,1-2-2 15,-2 1 0-15,1 1 2 16,4-3-2-16,0 5 1 16,1-4-1-16,-3 3 0 15,-5-4-1-15,4 2 3 16,-2-2-1-16,-1 2-1 15,1-2 0-15,-1 3 0 0,-1 1 0 16,-1-4 0-16,4 3 0 16,0-1 0-1,-3-2 0-15,5 4 0 16,-4-5 0-16,2 1 0 0,-4 3 0 16,1-1-1-1,3 1-3-15,1 0 4 16,4-2 5-16,-3-2-4 0,2 0-1 15,-2 0 1-15,1 0-1 16,0 2 1-16,0 0-1 16,3-1 0-16,-1-1 1 15,-2 3-1 1,2-2 0 0,-3-1 1-16,5 3-1 0,-1-2 1 15,1 2-1-15,-1 1 0 16,7-2 1-1,1 3 1-15,-3 0 1 0,0-1-3 16,-10 1 3-16,1 2 0 16,1-1-1-16,-4-2 1 15,3 1-3-15,-1 2 0 16,0-1-1-16,-1 2 5 16,0-2-1-16,2 0 2 15,-4-2-3-15,-1 4 2 16,1-2-4-16,-3 0 3 15,0 2-1-15,5-2-1 16,-1 2 0-16,0 2 1 16,3-4 0-16,-5 0 0 15,1 0 0-15,-1-2-1 16,2 2-1-16,0 0 0 16,-1 0 2-16,1 0-1 15,-1 0 1-15,-1 0-1 0,-1 0 0 16,-1 0-1-1,3 0 2 1,-3-2-2-16,5 0 1 16,-2 0 1-16,6 0 0 15,-2 4 0-15,2-2 0 16,-2 0-1-16,-3-2-2 16,0 0 2-16,-3 2 0 15,1 0-1-15,1 3 2 16,-3-2 0-16,3-1 3 0,3 0-4 15,-3-2 1-15,4 2 3 16,-4 1-2 0,1-2 3-16,-1 1-3 0,-1 1-2 15,6-3 0-15,1 6 0 16,3-2 1 0,-1 0-2-16,0 2 0 15,-5-4 2-15,3-1 0 0,-2 3 1 16,6 1 2-16,-1-4-3 15,0 6 4-15,2-4 2 16,-8 0-4-16,4 1-2 16,1-2 3-1,-2 2-1-15,1-2 2 0,-1 0-4 16,-1-2 2 0,0 0-2-16,6 2-1 15,0-2 3-15,4 0-2 16,-2 2-1-16,-4-2 0 15,-2 0-1-15,4 0 0 16,0 0 0-16,0-2 2 16,2 0-1-16,0 2 3 15,0-4-4-15,2 2 0 16,-2 0 2-16,0 2-2 16,-2-2 2-16,0 0-2 15,-3 0 0-15,1 0 1 16,6 0 0-16,0 0-1 15,0 0 1-15,0 0-1 16,-6 0 2-16,-5 4-2 16,2-4 1-16,0 2 0 15,1 0-1-15,-4-2 0 0,4 2 0 16,-3 0-1 0,0-2 2-16,4 0-1 15,1 2 2-15,0 0-2 16,2-2 0-16,-6 2 0 15,2-2 1-15,4 2-1 16,-3-2 0 0,1 2 1-16,-1-2-1 15,-6-2 0-15,3 2-1 0,-4-2 1 16,-1 2 0-16,1-2 1 16,1 0-1-16,1 0 0 15,0 0 0-15,1 0 0 16,-2 0-1-1,2 0 1-15,-2 0 2 0,0 0-2 16,2 0-1-16,-1 0 1 16,8 0 0-1,-2 0 0-15,-5 2 0 16,3 0 2-16,-4-2-2 0,4 0 0 16,-3 0 0-16,2 0 0 15,-4 0 0-15,-3 0 0 16,1 0 0-16,-1 0 2 15,1 0-2-15,2 0 0 16,0 0 0-16,0 0 0 16,-1 0 0-16,0 0 0 15,0 0 1-15,7 0-1 16,-1 0 0-16,2 0 1 16,1 0-1-16,-6 0 0 15,3 0 0-15,-1 0 0 16,-2 0 1-1,4 0-1-15,-1 0 0 16,2-2-1-16,0-2 2 16,9 0-2-16,4 2 2 15,4-2-1-15,6 0 2 16,2 0-1-16,8 0-1 16,2-2 0-16,21 0-1 15,1-2 1-15,-2 2 0 16,-11-6-3-16,-67 8-90 15,-2-2-337-15</inkml:trace>
  <inkml:trace contextRef="#ctx0" brushRef="#br1" timeOffset="18298.99">7994 7275 157 0,'-14'-2'45'0,"10"2"-44"15,2-2 48-15,0 0 22 16,2 0-38-16,-2 2-11 16,2-2 28-16,-3 2-6 15,3 0-18-15,0 0 5 0,-2 0-6 16,0 0-6-1,2 0 10-15,-3 0-11 16,3 0-1 0,0 0-7-16,0-2-1 15,0 2 3-15,0 0 1 16,0 0-2-16,0 0 7 16,0-2-2-16,0-1-1 15,0 3 3-15,0 0 4 16,0 0 2-16,0 0 4 0,0 0 0 15,0-1-4-15,0 1 2 16,0-2-10 0,0 2 12-16,3 0-12 0,6-2 3 15,8 0 12 1,12 2 8-16,2 0-19 16,6 0-9-16,-2 0 1 0,-4 0-9 15,3 0 1 1,-5 0-3-16,4 0-1 0,-2 0 0 15,3 0 2-15,-1 0-1 16,-2 0-1-16,0 0 0 16,-6 0 2-1,-8 0-2-15,-5 0 1 0,-8 0-1 16,-4 0 1-16,0 0 0 16,0 0 6-1,0 0 1-15,0 0-2 16,0 0-1-16,0 0-3 0,0 0-2 15,0 0 0-15,0 0-4 16,0 0 1 0,0 0 3-16,0 0-1 15,0 0-8-15,-18 2-41 16,5 0-76 0,-1 0-102-16</inkml:trace>
  <inkml:trace contextRef="#ctx0" brushRef="#br1" timeOffset="18938.02">8154 7293 240 0,'0'0'122'0,"7"-2"-91"31,-7 2-27-31,0 0 97 16,0-2-67-16,0 2-11 16,0 0 9-16,0 0 16 15,0 0 7-15,0 0-2 16,0 0-9-16,0 0-4 16,0 0 3-16,0 0-7 15,0 0-7-15,0 0-11 0,0 0-11 16,0 0-6-16,0 0-1 15,-9 14 0-15,-9 6 8 16,-5 2-2 0,-6 6 0-16,1-2-3 0,-1 2 1 15,0-2-2-15,-4 4-1 16,6-3 3 0,2-5-4-16,7-7 4 0,12-6-4 15,1-4 2-15,5-5-1 16,0 0-1-16,0 0 0 15,0 0-1-15,0 0 0 16,0 0 1-16,0 0-3 16,0 0-3-1,0 0-9-15,0 0-121 0,0 0-11 16,0 0-135 0,0-4-125-16</inkml:trace>
  <inkml:trace contextRef="#ctx0" brushRef="#br1" timeOffset="19530.18">8130 7363 272 0,'0'0'44'0,"0"0"-43"16,18-14 4-16,-18 12 35 15,0 0-3-15,0 2 1 16,0 0 8-16,0 0 3 0,0 0 3 16,0-2-4-1,0 2-8-15,0 0 18 16,0 0-29-16,0 0-1 15,0 0 2-15,0 0 4 16,0 0-5-16,0 0-5 16,0 0-13-16,0 4-6 15,2 4 7 1,2 0 4-16,1 4-9 16,1 0-1-16,1 4-3 0,0 0 4 15,0 0-4-15,-1 2 2 16,3-1-1-1,-2 1-2-15,2-3 7 0,-1-1-8 16,-1 1 1-16,0-5-2 16,4 1 0-1,-4-3 1-15,1-4 0 16,-2 1-1-16,-6-5 0 0,0 0 0 16,0 0 2-16,0 0 0 15,0 0 0-15,0 0 1 16,0 0-3-16,0 0-2 15,2 0-14-15,-2 0-27 16,0 0-7-16,0 0-71 16,0 0 29-16,0 0-100 15,0 0-75-15</inkml:trace>
  <inkml:trace contextRef="#ctx0" brushRef="#br1" timeOffset="19993.82">7827 7615 223 0,'0'0'144'15,"0"0"-144"-15,0 0 1 16,-16 3 81-16,16-3-35 16,0 0-33-16,0 0 16 15,0 0 17-15,0 0 9 0,0 0 14 16,0 0 4 0,0 0 10-16,9 0-58 15,6 0 21-15,12 0-15 16,16 0-8-16,5-6-4 15,4 4-1-15,2-2-2 16,-17 4-8-16,-1 0-1 16,-11 0-6-16,-8 0 1 15,-3 0-3-15,-8 0 0 0,-4 0 2 16,1 0-2-16,-3 0-1 16,0 0-1-1,0 0 1 1,0 0-32-16,0 0-34 0,0 0-48 15,0 0-72-15,0 0-37 16,0 0-131 0</inkml:trace>
  <inkml:trace contextRef="#ctx0" brushRef="#br1" timeOffset="21396.62">8950 7229 137 0,'0'-2'61'0,"-2"0"-8"16,2-1 33-1,0 2-6-15,0 1-15 16,0 0-9-16,0 0-9 16,0-3 2-16,0 3-2 15,0 0-2-15,-3 0 20 16,3 0-29-16,-2 0 5 15,-1 0-4-15,1-1-6 16,0 1 2-16,2 0-7 16,0 0-11-16,0 0 3 15,0 0 1-15,0 0-6 16,0-2-5-16,0 2-3 16,-2 0-2-16,0 0 0 15,0 0-2-15,-5 0 1 16,-5 0 1-1,2 0-3-15,-3 0-1 0,-1 0 1 16,5 0 0-16,5 0 0 16,0 0-1-1,0 0 1-15,2 0-5 0,2 0-11 16,0 0 8-16,0 0 5 16,0 0 1-16,0 0 1 15,0 0-2-15,0 0 2 16,0 0-4-1,0 0-2-15,0 0 6 0,0 0 1 16,0 0 1 0,0 0 11-16,0 0-9 15,0 0 0-15,0 0-2 16,0 0 1-16,0 0 1 16,0 0 5-16,0 0-1 15,0 0-2-15,0 0 0 16,0 0-3-16,0 0 2 15,0 0-1-15,0 0-1 0,0 0 3 16,0 0-2 0,0 0-1-16,0 0-2 15,0 0-2-15,0 0-13 16,0 0-2-16,10 0 17 16,5 0 3-16,20 0 0 15,8 0 4-15,8 0-2 16,9 0-2-16,-6 0 4 15,4 0-1-15,0 0-5 16,-4 0 0-16,-10 0 5 16,-9 0-5-16,-12 0-1 15,-8 0 1-15,-8 0-2 0,-7 0 3 16,0 0-1 0,0 0 7-16,0 0-1 15,0 0-5-15,0 0 5 16,-5 0-7-16,-8 2-24 15,-5 3-40-15,-1 0-13 16,2 1-31-16,-2-4-55 16,9-2-76-16,2 0-74 15</inkml:trace>
  <inkml:trace contextRef="#ctx0" brushRef="#br1" timeOffset="21892.83">9075 7237 253 0,'4'-6'173'15,"-2"4"-153"-15,-2 2-17 16,0 0 84-16,2 0-22 0,-2 0-37 16,0 0-12-16,0 0 16 15,0 0 9-15,0 0 4 16,0 0-11-16,0 0-11 15,0 6-18-15,0 10 9 16,-16 6 6-16,-5 4 9 16,-6 2-18-16,-2 0 1 15,0 0-9-15,-2 4 4 16,-1-4-2-16,3-6 5 16,7-4-3-16,13-9-2 15,5-6-1 1,4-1-3-16,0-2-1 15,0 2-2-15,0-2-8 16,0 0-1-16,0 0-2 16,0 0-21-16,0 0-70 15,0 0-42-15</inkml:trace>
  <inkml:trace contextRef="#ctx0" brushRef="#br1" timeOffset="22268.45">8820 7495 277 0,'0'0'160'16,"0"0"-157"-16,0 0 10 15,-4 7 28-15,4-3-16 16,0 0 12-16,2-3 14 15,12 1-19-15,5 0 38 16,4-2-16-16,6 2 23 16,6 1-32-16,3-2-10 0,5 2-3 15,-5 1-3 1,-3 1-14-16,-6 0-2 16,-6-1-8-16,-8-3 0 15,-8 2-5-15,-3-2-1 16,-4 2-3-16,0-3 3 15,0 2 1-15,0-2-21 16,0 0-60 0,-6 0-83-16,-1 0-47 0,2 0-135 15</inkml:trace>
  <inkml:trace contextRef="#ctx0" brushRef="#br1" timeOffset="22836.07">9061 7323 255 0,'0'0'155'0,"0"0"-115"16,0 0 16 0,0 0 139-16,-9-10-164 15,9 8-11-15,0 2 5 16,0 0-5-16,0 0 8 16,0 0 6-16,0 0 3 15,0 0-12-15,0 0-7 16,0 0-7-16,0 0-6 15,0 0-2-15,0 0-3 0,0 8 0 16,7 10 7-16,3 2 7 16,2 4-4-1,-1 0-1-15,3 0-4 16,-3 2 0-16,-1-2 2 16,0-1-4-16,-1 0-1 15,-3-1-1-15,1-5-1 16,-2-3 3-16,-3-9-3 15,-2 0 1-15,0-3 0 16,2 0-1-16,-2-1 0 0,0 2-2 16,2-2 4-16,-2 2-2 15,0-1 0-15,0-2-1 16,0 2 1 0,0-2 1-16,0 0-5 0,0 2-55 15,0-2-121-15,0 0-118 31</inkml:trace>
  <inkml:trace contextRef="#ctx0" brushRef="#br1" timeOffset="23788.06">9663 7281 132 0,'-10'0'195'16,"10"0"-182"-16,0 0-5 15,0 0 123 1,0 0-45 0,0 0-40-16,0 0-28 0,3-2-6 15,6 0 20-15,4 0 22 16,18-4-16-1,10 2-6-15,5-3 10 0,10 0-4 16,-4 3-9-16,0-3-4 16,2 2-6-16,0-1 5 15,-6 2-9-15,0-3 4 16,-11 4 0-16,-8 1-10 16,-10 0-4-16,-13 0-1 15,-4 2-4-15,-2 0 1 16,0 0-1-16,0 0-1 15,0 0 1-15,0 0-7 16,0 0-19-16,0 0-33 16,0 0-33-16,-6 0-33 15,-8 0-28-15,7 0-37 16,-1 0 24-16</inkml:trace>
  <inkml:trace contextRef="#ctx0" brushRef="#br1" timeOffset="24347.69">9992 7251 122 0,'0'0'259'15,"0"0"-230"-15,14-2-26 16,-14 2 100-16,0 0-35 16,0 0-20-1,0 0-8-15,0 0 18 0,0 0-46 16,0 4 1 0,-9 14 6-16,-24 12-1 15,-6 6 3-15,-3 2 6 16,-3 0-11-16,10-10 0 15,6-4-4-15,3-4-2 16,8-6-2-16,7-6-7 16,1-2 5-16,8-4-6 15,2-2 0-15,0 2-3 16,0-2-5-16,0 0 2 16,0 0-12-16,0 0-46 15,0 0-49-15,0 0-32 16,0 0-13-1,6 0-13-15</inkml:trace>
  <inkml:trace contextRef="#ctx0" brushRef="#br1" timeOffset="24803.77">9954 7275 217 0,'0'0'164'16,"0"0"-128"-16,0 0-29 0,2-4 81 15,-2 4-7-15,3 0-30 16,-1 0-18-1,3 0-8-15,2 6 68 0,1 6-56 16,3 4-17-16,3 4 3 16,6 8-3-1,2 4-1-15,-2 0 1 16,1 3-6-16,-11-13-7 0,3-1 1 16,-3-5-8-16,-4-3 3 15,-1-5-2-15,-3-5 1 16,0 0-2-16,-2-2 4 15,0-1-4-15,0 0 1 16,0 0 1-16,0 0 0 16,0 0-4-16,0 0-41 15,0 0-80-15,0 0-83 16,0 0-34-16,-4 0-124 16</inkml:trace>
  <inkml:trace contextRef="#ctx0" brushRef="#br1" timeOffset="25203.12">9587 7592 330 0,'0'0'137'0,"0"0"-108"0,0 0-15 16,9 0 73 0,15 0 5-16,9 0-45 15,8 0 0-15,3 0 7 16,16 0-21-16,3-2 4 15,-3 2-12-15,-2-2-9 16,-20 2 3-16,-7 0-9 16,-11 0-4-16,-9 0-5 15,-7 0-1-15,-4 0 2 0,0 0-2 16,0 0 0-16,0 0-1 16,0 0-42-1,0 0-59-15,0 0-274 0</inkml:trace>
  <inkml:trace contextRef="#ctx0" brushRef="#br1" timeOffset="28039.26">10554 7231 235 0,'0'0'147'16,"0"0"-97"-16,0 0 59 15,0 0-27 1,0 0-20 0,0 0-7-16,0-2 1 0,0 0 6 15,0 2-13-15,0-2-19 16,17-1-1-16,8 2 6 15,4-2 1-15,4 0-12 16,5 3-2-16,3-2-10 0,5 2 4 16,-1 0-5-1,-1 0 0-15,-4 0 0 0,-6 0-8 16,-10 0-3-16,-8 0-2 16,-7 0 2-1,-5 0 0-15,-4 0-2 16,0 4 2-16,0-4 0 0,0 0 0 15,0 0-10-15,0 0-4 16,0 0-16-16,0 1-34 16,-4 2-57-16,-11-3-15 15,5 0-55 1,0 0-68 0</inkml:trace>
  <inkml:trace contextRef="#ctx0" brushRef="#br1" timeOffset="28638.55">10866 7249 92 0,'0'0'187'0,"0"0"-174"16,6 0 88-16,-6 0 20 0,0 0-31 31,0 0-25-31,0 0-39 16,0 0-8-16,0 0 3 16,0 0-10-16,-4 0-3 15,-5 2 2-15,-4 5-8 16,-3 4 4-16,-2-5 3 0,-2 4 5 15,-4 4 0-15,-1 2 7 16,-4 6 12-16,0 2 21 16,0 0-37-16,5-2 0 15,6-2-5-15,4-6-3 16,8-3-8 0,4-6-1-16,2-3 0 15,0-2-4-15,0 0 0 16,0 0-5-16,0 0 7 0,0 0-19 15,0 0-32-15,0 0-39 16,0 0-26-16,0 0-10 16,0 0-90-1</inkml:trace>
  <inkml:trace contextRef="#ctx0" brushRef="#br1" timeOffset="29437.99">10799 7335 340 0,'0'0'158'16,"0"0"-145"-16,0 0 18 15,0 0 76-15,0-2-50 16,0 2-38-16,0-2-3 0,0 2 25 16,0 0-2-16,0 0-10 15,0 0-9-15,0 0-6 16,5 0-10-16,5 0 3 15,4 8 1-15,1 4-5 16,4-2 9-16,-2 6 17 16,3 0-10-16,1 2 0 15,-4 4-13-15,1 6 5 16,-5-4-4 0,3-2-2-16,-7-5-4 0,-1-8-1 15,-3 1 2-15,0-1 0 16,-5-4-1-16,0-1-1 15,2 0 0-15,0-4 1 16,-2 3-1-16,0-3 1 16,0 0 0-1,0 0-1-15,0 0-9 0,0 0-51 16,0 0-77-16,0 0-39 16,-9 0-196-1</inkml:trace>
  <inkml:trace contextRef="#ctx0" brushRef="#br1" timeOffset="29861.74">10617 7550 351 0,'0'0'117'16,"0"0"-114"-16,0 0 24 0,0 0 51 16,15 0-42-1,3 0 9-15,4 0 39 16,2 0-49-16,5 0 22 15,2 0-20-15,12 0 3 16,1 0-9 0,-2 0-1-16,-3 0-10 15,-14 0-5-15,-8 0-7 16,-3 0-5-16,-5 0-3 16,-5 0 0-16,0 0 0 0,-2 0 0 15,-2 0-14-15,2 0-15 16,1 0-3-1,1 0-36-15,-4 0-237 0,3 0 51 16</inkml:trace>
  <inkml:trace contextRef="#ctx0" brushRef="#br1" timeOffset="31167.91">11532 7271 169 0,'-5'0'72'0,"5"0"-44"16,0 0 24-16,0 0-12 15,0 0 3 1,0 0 10-16,0 0 6 16,0 0-4-16,0 0-3 15,0 0-12-15,0 0 7 16,0 0 2-16,0 0-10 15,0 0 3-15,0 0-8 16,0 0-9-16,0 0-2 0,0 0 6 16,0 0-1-1,0 0-5-15,5 0 10 16,4 0-11-16,4 0 0 16,5 0 2-16,14 0-4 15,3 0-10-15,3-2-5 16,7 0 0-16,-8 2 3 15,1-2-5-15,2 2-1 16,-7 0 2-16,-2-2-3 0,-6 2 0 16,-7 0-1-1,-5 0 3-15,-6 0-2 0,-4-2-1 16,-3-1 0-16,0 3 1 16,0-1-1-16,0 1-5 15,0 0-7-15,0-2-3 16,4 0-9-1,3 2-8-15,-1-2-11 0,1 2 8 16,0-2 2 0,-5 2-4-16,-2 0-24 15,0 0-8-15,0 0-29 16,0 0-62-16,0 0-133 16</inkml:trace>
  <inkml:trace contextRef="#ctx0" brushRef="#br1" timeOffset="31760.22">11748 7297 321 0,'0'0'128'15,"0"0"-103"-15,5 0 19 16,-5 0 48 0,0 0-29-16,0 0-35 0,0 0-13 15,0 0-2-15,0 0-1 16,0 10 4-16,-12 6 8 15,-7 2 11-15,-10 8-4 16,-5 0 21-16,-4 4 1 16,-4 2-17-1,0-2-24-15,5-4-2 0,2-2-1 16,6-3-5-16,9-7 1 16,6-6-4-1,8-3-1-15,2-2-1 0,4-3-4 16,0 0-11-1,0 0-34-15,0 0-34 16,0 0-47-16,0 0-54 16,0 0-35-16,0 0-89 15</inkml:trace>
  <inkml:trace contextRef="#ctx0" brushRef="#br1" timeOffset="32183.97">11392 7586 265 0,'0'0'86'0,"0"0"-69"0,0 0 42 16,0 0 28-1,15 0-36-15,3 0 33 16,9 0-51-16,8 0-3 15,3 0 25-15,18 0-17 16,2 0-11 0,0 0 14-16,-2 0-16 15,-14 0 2-15,-7 0 7 16,-8 0-14-16,-4 0-11 16,-8 0-5-16,-5 0-1 0,-4 0 0 15,-2 0-3-15,-4 0 1 16,2 0 0-1,-2 0-1-15,5 0 0 0,-1 0-5 16,3 0-8-16,0 0-7 16,4 0-7-1,-3 0-5-15,-3 0-39 16,0 0-32-16,-5 0-41 0,0-3-61 16,0-1-175-16</inkml:trace>
  <inkml:trace contextRef="#ctx0" brushRef="#br1" timeOffset="32983.4">11788 7353 179 0,'0'0'217'15,"0"0"-147"-15,0 0-38 16,-2-6 44-16,2 6-16 16,0 0-21-16,0 0 5 15,0 0 22-15,7 0-17 0,1 0-1 16,6 10-9 0,1 4 41-16,6 0-56 15,1 4 3-15,-2 2-10 0,4 4-4 16,-1 0-1-1,-6-2-6-15,2 0 3 16,-11-8-5-16,1 0-1 16,-2-4 0-16,-2 1-2 15,-1-5-1-15,2-1 3 0,1 2-2 16,-2-3-1-16,-3-2 0 16,0-2 0-1,1 0 0-15,-3 2 1 16,0-2 0-16,0 0 0 15,0 0 2-15,0 0-2 16,0 0-1 0,0 0-2-16,2 0-5 0,-2 0-4 15,0 0-1-15,0 0 3 16,2 0 0-16,0 0 2 16,-2 0 5-16,0 0-1 15,0 0 3-15,0 0 0 16,0 0 0-1,0 0 1-15,0 0-1 0,0 0 0 16,0 0 0-16,0 0 2 16,0 0-2-1,0 0 0-15,0 0 2 0,0 0 1 16,0 0 1-16,0 0 2 16,-13 0 1-16,-9 3-4 15,-10 0-3-15,-8-2-3 16,-7-1-46-16,27 0-98 15,0 0-166-15</inkml:trace>
  <inkml:trace contextRef="#ctx0" brushRef="#br2" timeOffset="63899.21">12595 5903 142 0,'-2'-4'59'0,"2"4"-33"16,0 0 112-16,0-2-93 15,0 2-19-15,0-2 22 16,0-2 15-16,0 2-20 16,0-2 1-16,0 2 13 15,-3-2-17-15,3 2-15 16,0 0-11-1,0 2 20-15,0 0-26 16,0-2-6-16,0 2-2 16,0 0-4-16,0 0-10 15,0 0-71 1</inkml:trace>
  <inkml:trace contextRef="#ctx0" brushRef="#br2" timeOffset="64826.63">12653 5881 198 0,'2'-6'18'0,"2"4"-13"16,1-2 49-1,-1 0 16-15,3 0-31 0,-4 2-8 16,-1 0 26-16,-2 2-4 16,2-2-13-1,0 2-8-15,-2 0 34 16,0 0-30-16,0 0-5 15,0 0-4-15,0 0-6 16,0 0-3-16,0 0 6 16,0 0 24-16,0 0-28 15,0 0 3-15,0 0-10 16,0 0-1-16,0 0-5 16,0 0 0-16,0 0-5 15,2 0-1 1,0 2 1-1,3 20 16-15,-3 8 39 16,0 6-37-16,2 11-8 16,-2-5-2-16,2 2 3 15,0 2-8-15,-2-2 2 16,-2-4 3-16,0-2-2 16,0-6 1-16,0-1 0 15,0-8-6-15,0-6 2 16,0-7 3-16,0-6-1 15,0-3-1-15,0-1-6 16,0 0 4 0,0 0 1-16,0 0 1 15,0 0-2-15,0 0-1 0,0 0-1 16,0 0-2 0,0 0-13-16,-4 0-121 15,-2 0-124-15,2 0-137 16</inkml:trace>
  <inkml:trace contextRef="#ctx0" brushRef="#br2" timeOffset="65266.44">12370 6334 392 0,'-14'0'122'0,"14"0"-103"16,0 0 33-1,0 0 70-15,0 0-59 0,0 0-50 16,0 0-1 0,0 0 67-16,0 0-30 15,7 0-11-15,11 0-13 16,11 0 8-16,11 4 13 15,7 0-7-15,4 0 10 16,2 0-38-16,1 0-5 16,0 1-2-1,-6-1-4-15,-7-3 1 0,-10 2 1 16,-16-3-3-16,-6 0 3 16,-5 0-2-1,-4 0 0-15,0 1-5 16,0 1 4-16,0 2-8 15,0 0-14-15,-15 4-41 16,-7 2-54 0,9-6-46-16,-1-1-485 15</inkml:trace>
  <inkml:trace contextRef="#ctx0" brushRef="#br2" timeOffset="65641.84">12377 6513 585 0,'0'0'71'16,"-14"0"-69"-16,14 0 90 15,0 0 23-15,0 0-107 16,7 0-1-16,8 0 15 15,10 0 18-15,8 0 6 16,21 0-3-16,8 0 22 16,1 0-43-16,3-4-2 15,-22 2-6-15,-3 0-9 16,-12 0 0 0,-9 0-5-16,-6 2 0 0,-10 0-3 15,-4 0 2-15,0 0-9 31,0 0-9-31,0 0-13 16,0 0-17-16,0 0-49 0,0 0-45 16,0 0-92-1,0 0-72-15</inkml:trace>
  <inkml:trace contextRef="#ctx0" brushRef="#br2" timeOffset="65953.78">12715 6519 308 0,'0'0'226'0,"0"0"-172"15,-2 2-14-15,2 0 54 16,0 6-46 0,0 6-4-16,0 12 7 15,0 8 6-15,0 8 3 16,0 4-11-16,0 4-27 15,0-5-3-15,0-5 4 16,0-10-16-16,0-10-1 16,0-6 0-16,0-8-3 15,0-4 1-15,0 0-3 16,0-2 3-16,0 0-3 16,0 0-1-1,0 0-51 1,0-2-474-16</inkml:trace>
  <inkml:trace contextRef="#ctx0" brushRef="#br2" timeOffset="66950.78">12798 6270 216 0,'-3'0'143'0,"3"0"-105"16,0 0 21-16,0 0 61 16,0 0-34-1,0-4-29-15,5-12 78 16,10-6-99-1,6-6 22-15,5 0-22 0,8-4-12 16,8-8-8 0,7-3 7-16,9 0-8 15,5-4 4-15,8-1-8 16,26-8-5-16,3 0 16 16,-1 8-11-16,-10 6-6 15,-34 20 6-15,-12 4-8 16,-14 8 2-1,-11 2-5-15,-8 6-7 16,-2 2 1-16,-6 0-6 16,-2 0 1-16,2 0-3 15,-2 0-2-15,2 0-10 16,3 0-51-16,-3 0-25 16,0 0-27-16,0 0-29 15,-2 0-67-15,0 0-136 16</inkml:trace>
  <inkml:trace contextRef="#ctx0" brushRef="#br2" timeOffset="67708.83">14192 5245 362 0,'3'-14'112'16,"-3"12"71"-16,0 0-53 15,0 2-52-15,-11 0-43 16,-20 0-32-16,-12 22 7 16,-4 7 12-16,9 0 7 15,-2 8 1-15,4 5-4 16,1 18-10 0,6 2 5-16,11 3-17 15,9-7-2-15,9-21 0 16,0-5-2-16,13-10 0 15,10-7-3-15,3-9 3 16,8-6 6-16,6 0 7 16,13 0-3-16,-1-8-7 15,-6-12 1-15,-10-2 0 16,-18 6-3-16,-12 2 0 16,-3 5 5-1,-3 4-2-15,0 1 9 16,0 4 12-1,0 0-16-15,-7 1-9 0,-4 24-7 16,-3 1 7 0,8-1 0-16,4-2-2 15,2-7-3-15,0-6 2 16,0-6-1-16,11-4-1 16,9 0 5-16,2 0 6 15,3-8 4-15,-5-10-3 16,-2-6-4-1,-12-4 5-15,-6-1 1 0,0 3-5 16,0 4-2-16,-10 12 3 16,-9 4-2-1,-1 6-3-15,-2 0-4 16,0 0-34-16,4 0-29 0,5 2-60 16,13 5-61-1,0-2-77-15,0-5 0 16,6 0 27-16</inkml:trace>
  <inkml:trace contextRef="#ctx0" brushRef="#br2" timeOffset="68121.75">14315 5578 145 0,'17'-10'209'16,"-11"6"-125"-16,-2 2-14 16,-2 0 56-1,2 2-50-15,1 0-22 16,-3 0-3-16,2 0 1 0,0 0-16 15,4 0-18-15,3 14-5 16,-1 11-7-16,7 4-1 16,0 3 4-1,1 7 0-15,0-3 9 16,-5-8-14-16,-2-4-1 16,-1-16-2-16,-6-2 2 15,0-4 4-15,-2-2-1 16,1 0 59-16,3 0-1 15,2-12-3-15,4-20-32 16,4-6-6 0,-3-1-3-16,0-2-13 15,-5 13 0-15,-4 3-4 0,-2 5 1 16,-2 8 0 0,0 4-3-16,0 4-3 15,0 4-9-15,0 0-35 16,0 0-26-16,0 0-37 15,2 0-68-15,3 0-306 16,-5 0 330-16</inkml:trace>
  <inkml:trace contextRef="#ctx0" brushRef="#br2" timeOffset="68588.08">14681 5520 199 0,'0'0'256'0,"0"-4"-168"16,2 2-12-16,-2 2 57 16,0 0-45-16,0 0-46 15,0 0-13-15,0 0 3 16,0 0-14-1,0 18-14-15,0 12 11 16,0 4 1-16,0 6-7 16,0-8 5-16,0 0 2 15,2-3 0-15,-2-5-4 16,2-6-5-16,0-6 11 16,0-4-2-16,3-4-4 15,-3-4 1-15,0 2 6 16,2-2 0-16,6 0-3 15,3 0-6-15,12 0-1 16,19 0 3-16,7 0 0 16,5 0-6-16,-2 0-3 15,-25 0 1-15,-12 0 4 16,-15 0-3 0,-2 0-1-16,0 0-4 15,-31 0-6-15,4 0-79 16,-15 0-355-1</inkml:trace>
  <inkml:trace contextRef="#ctx0" brushRef="#br2" timeOffset="71263.89">6245 5959 38 0,'-2'-4'59'0,"0"4"-18"15,0-2-22-15,2 1-3 16,0-2-8-16,0 1-5 16,0 0 4-16,0 2 8 15,0 0-2-15,0 0-7 16,0-2 5-16,0 0 5 15,0 0 4-15,0 0-8 16,0-1-1-16,0 0 29 16,0 3-34-16,0 0-6 15,0-2 0-15,0 2 4 16,-4 0-1 0,4-2 7-16,-2 2 3 0,0-2-12 15,2 0-1 1,-2 2 0-16,-2-2 2 15,1-2 6-15,3 4-1 16,0-1 2-16,0-2 11 0,0 3 13 31,0-2-5-31,0 2 1 16,0 0-21-16,0 0 5 16,0-2 14-16,0 0 4 15,0 0 8-15,0 2 7 16,0 0 10-16,0 0-16 15,0-2 1-15,0 2-7 16,0-2-2-16,0 2-6 16,0 0-7-16,0 0-5 15,0 0-1-15,0 0 0 16,0 0-9 0,0 0 8-16,0 0-9 15,0 10-2-15,0 10 9 0,0 6 1 16,-2 6 0-1,0 4-3-15,2 0 10 16,-2-1-12 0,2-3-4-16,0 0 1 15,0-4 0-15,0-8 2 16,0-6-1-16,0-8 2 16,0-2 0-16,0-4-4 15,0 0-1 1,0 0 3-16,0 0-1 0,0 0-2 15,0 0-1-15,-6 0-20 16,-6 0-66-16,3 0-117 16,-2 0-522-16</inkml:trace>
  <inkml:trace contextRef="#ctx0" brushRef="#br2" timeOffset="71663.64">5919 6230 265 0,'-8'0'245'0,"8"0"-220"0,0 0-4 16,0 0 99-16,0 0-43 15,0 0-51-15,0 0-23 16,2 0 4-16,11 0 19 15,7 0 21-15,7 0-4 16,15 0-13 0,7 0 33-16,9 0-41 15,0 0-14-15,-11 0 1 0,-4 0 2 16,-12 0-9 0,-7 0-2-16,-8 0-2 15,-6 0 2-15,-5 0-3 16,-3-4-1-16,3 4 3 15,0-2 1-15,-1 0 3 16,0 2-3-16,-2 0-2 16,0 0-5-16,-2 0-49 15,0 0-227-15,-4 0 55 16,-11 0-81-16</inkml:trace>
  <inkml:trace contextRef="#ctx0" brushRef="#br2" timeOffset="72095.6">5982 6338 301 0,'0'0'220'16,"-18"7"-183"-16,18-7-10 15,0 0 88-15,0 0 7 16,0 0-110-16,0 0 4 16,0 0 7-1,0 0 0-15,0 0-3 0,0 0-2 16,20 0 6-16,2 0 17 16,10 0-6-1,19 0-16-15,5 0 14 16,-3 0-19-16,0 0-1 15,-24 0-8-15,-6-4-4 16,-6-1-1-16,-5 3-1 16,-5 2 0-16,-5-2 0 15,-2 0-2-15,0 0-3 16,0 2-3-16,0 0-16 16,0 0-56-1,0 0-54-15,0 0-32 16,0 0-7-1,-7 0-173-15</inkml:trace>
  <inkml:trace contextRef="#ctx0" brushRef="#br2" timeOffset="72519.34">6116 6386 92 0,'0'0'382'16,"-5"3"-310"0,5-1-54-16,-3-1 123 0,3 2-106 15,0-2-20-15,0 10 2 16,0 7 16-1,0 10 27-15,0 9-13 16,0 6 5-16,0 5-22 0,8 0-21 31,-2 12-4-31,-1-4-1 16,-3-1-2-16,-2-9-2 16,0-22 1-16,0-6 4 15,0-10-3 1,0-8 1-16,2 0-1 0,0 0 1 15,7 0-3-15,-2-6 0 16,-5-19-82-16,-2 10-145 16,0-1-173-16</inkml:trace>
  <inkml:trace contextRef="#ctx0" brushRef="#br2" timeOffset="74462.6">6006 6561 89 0,'5'0'157'0,"-5"0"-100"16,0 0 20-16,0 0-6 16,0 0-20-1,0 0-9-15,0 0 3 16,0 0 6-16,0 0-8 16,0 0-9-16,0 0-1 15,0 0-3-15,0 0 18 16,0 0-27-1,-7 0 2-15,-15 0-9 0,-5 0-14 16,-9 0 1 0,-12 0 2-16,-10 0-1 15,-16 0 37-15,-16-12 1 0,-43-10 9 16,-12-10-8 0,-9-6-11-16,-4-6-13 15,31 1-5-15,11 0-2 0,10-8 1 16,-6-17-8-1,16 2 19-15,14-2-8 16,10 8-3-16,31 21-2 16,9 11 5-1,10 6-5-15,5 6-6 0,5 6 1 16,1 4-4-16,5 0 0 16,0 4-1-16,4 2 1 15,2 0-2-15,-4 0-2 16,2 0 0-16,-3 0-3 15,1 0 1-15,2 0 1 16,0 0 3 0,2-2 2-16,-3 0-2 15,1 0 2-15,-3 0-1 16,1-2-3-16,-5 0 2 16,0 0 1-16,2 0 0 0,-4 0 0 15,3-2 1-15,-1 0 0 16,-1-2 0-1,4-2-3-15,-3 0-7 0,0 2-4 16,0 2 6-16,3 2 8 16,1 2 0-1,1 0 0-15,2 2-1 16,2 0 0-16,0 0 0 16,0 0-2-16,0 0-1 15,0 0-2-15,0 0 3 0,0 0 1 16,0 0-2-16,0 0 2 15,0 0-3-15,0 10 4 16,0 6-3-16,0 0-5 16,0 2 6-16,0-2 2 15,0-2-6-15,2-2 5 16,0 0-3 0,2-4 3-16,3 0 1 15,-3-2-2-15,-4-3-5 0,4-2-2 31,-4-1 7-31,0 0-1 0,0 0 4 16,0 0 0-16,0 0 5 16,0 0 8-16,0-6 8 15,-15-12-13-15,-3-2-5 16,-1-4 3-16,-4-2-1 16,1-2-2-16,-1 0 0 15,4 0 6-15,3 4 10 16,5 6-7-16,6 6 8 15,5 8-7-15,0 2 0 16,0 0-4 0,0 2-7-16,0-2-2 0,0 2-2 15,0 0-1-15,20 0 2 16,11 0 0 0,8 0-1-16,5 4-1 0,1 14 2 15,3-2 1-15,4 4-2 16,10-2 2-1,-6-2 2-15,-10-2-8 16,-12-6 1-16,-20-4-3 16,-12-4 0-16,0 2 4 15,-2-2 4-15,0 0 0 16,0 0-3 0,-16 0-48-16,-22 0-59 15,18-4-156-15,-2 2-172 16</inkml:trace>
  <inkml:trace contextRef="#ctx0" brushRef="#br2" timeOffset="76010.35">3222 5202 332 0,'0'-4'92'16,"0"-1"-78"-16,0 3 47 15,0 0 43-15,0 2-75 31,-8 0-12-31,0-2 30 0,1-1-26 16,-2 0 9-16,2 3 6 16,1-2-7-1,-1 2-18-15,1 0-8 0,1 0-1 16,0 0-2-16,3 0-1 16,0 0 1-16,2 0-1 15,0 0 1-15,0 0 0 16,0 0 0-16,0 0 0 15,0 0-1-15,0 0 1 16,0 0 0 0,0 0 8-16,0 0-1 15,0 0 0-15,0 0 11 0,0 0 8 16,0 0 0 0,0 0 4-16,0 0 1 15,0 0 15-15,0 0-31 16,0 0 0-16,0 0-2 15,0 0-6-15,-5 0-4 16,1 0-3-16,-2 0 0 16,-6 0 0-16,-5 0-2 15,-6 0-2-15,-2 8 4 16,-2 7-1-16,6-1-1 16,-2 4 2-1,3 4-1-15,1 4-1 16,2 2 2-16,7 8-2 15,1 0 1-15,6 4-1 16,3 0 1-16,0-4-2 16,0-2 0-16,12-6 0 0,7-4 3 15,1-4 0-15,7-4-5 16,15-8 5 0,8-8 0-16,3 0 0 15,5 0 0-15,-16-4 4 16,-6-10-4-16,-7 0 1 15,-11 0-1-15,-7-2-2 16,-5 0-20-16,-1-2 4 16,-5-6-16-1,0 4 7-15,0 0-17 0,0 4-29 16,0 4 28-16,0 4 36 16,0-2 0-1,0 4 6-15,0 4 4 16,0 0 5-16,0 2 12 15,0 0 15-15,0 0 9 16,0 0-23-16,0 6-10 16,0 16-8-16,-7 6 2 15,1 2 2-15,2 0-3 16,4-4-1-16,0-2-1 16,0-3 0-16,0-7 1 0,0-4-2 15,10-5 0-15,4-2 0 16,8-3 1-1,5 0 12-15,2 0-3 16,2-17 1-16,-9-1-3 16,-6 0 1-16,-7-4 3 15,-7-2 17-15,-2-2 13 0,0 2 6 16,-11-2 2 0,-13 6-3-1,-3 4-22-15,-2 6-11 0,2 8-13 16,-2 2-3-16,-2 0-6 15,2 0-16-15,0 14-44 16,20-4-81-16,3-2-466 16</inkml:trace>
  <inkml:trace contextRef="#ctx0" brushRef="#br2" timeOffset="76604.17">3565 5392 210 0,'0'-2'259'0,"0"2"-192"15,0-2-33-15,2-2 76 16,-2 4-33 0,0-2-11-16,0 2-28 15,0 0 3-15,0 0-9 16,0 0-13-16,0 0-18 15,2 2-1-15,0 16-7 16,5 6 7-16,4 6 4 16,2 8-1-1,2-2-2-15,1-7-1 0,-5-6 0 16,-1-14 2-16,-6-4 0 16,3-1-1-1,-3-2-1-15,0-2 9 16,-2 0-5-16,1 0 6 15,2 0 32-15,1-10 13 16,1-12-7-16,-3-2-24 0,0-2 2 16,-1 2 1-1,-1 2-8-15,1 4-6 16,-3 4-2-16,0 4-11 16,0 6 0-16,0 2-2 15,0 2-3-15,0 0-14 16,0 0-42-1,0 0-46-15,0 0-331 0,0 0 89 16</inkml:trace>
  <inkml:trace contextRef="#ctx0" brushRef="#br2" timeOffset="76901.7">3812 5350 425 0,'0'0'65'16,"0"0"-17"-16,2-21 81 15,-2 20-39-15,0 1-24 16,0 0-27-16,0 0-15 16,0 14-27-16,0 12 3 15,-4 4 9-15,-4 6 2 16,4-2 0-16,0-2-2 16,4-6-5-16,0-4 1 15,0-4 1-15,0-3 6 16,0-8 0-1,18-3-1-15,-1-4-3 0,8 0 6 16,-3 0 5-16,1 0-8 16,-4-1-8-1,-14-6-3-15,-5 5-451 0</inkml:trace>
  <inkml:trace contextRef="#ctx0" brushRef="#br3" timeOffset="98555.98">23287 6992 284 0,'0'-10'139'0,"0"4"-96"15,0 2-18-15,0 2 95 16,0 0-76-16,0-4-18 16,0 4-8-16,0-2 12 15,0 0-12-15,0 0-5 16,0 0 7 0,0 2 5-16,0-2 3 0,0 0-12 15,0-2-13-15,0 0 7 16,2-2-8-1,0 2 11-15,1 0 0 16,-3 0 0-16,0 4 8 16,0 0-11-16,0 2 2 15,0-2 5-15,0 2 9 16,0-2-11 0,0 2-9-16,0 0-1 15,0 0-5-15,0 0-1 16,0 0-1-16,0 16-6 15,2 6 8-15,3 4 6 16,-1 14 6 0,3 4 12-16,-3 8-11 15,0 6-2-15,-1-4-4 16,-1 7 0-16,0 5 5 0,-2 8-1 16,3 4-2-16,-3-1-5 15,0-5 4-15,0-6-1 16,0-6-5-16,0-6 11 15,0-4-11-15,0-12 3 16,0-3 7-16,0-8-3 16,4-4-3-1,-1-3 9-15,1-6 3 16,-2-4-9-16,0-2 1 0,2-6 0 16,-4-2-3-1,0 0-1-15,0 0-3 16,0 0 8-16,0 0-7 0,0 0-3 15,0 0 4 1,0 0-2-16,0 0-3 16,0 0 0-16,0 0 0 15,0-14-16 1,0-6-28-16,0-9-39 16,-8 18-297-16,-1-3-70 15</inkml:trace>
  <inkml:trace contextRef="#ctx0" brushRef="#br3" timeOffset="99906.56">23634 6872 103 0,'4'-7'87'16,"-4"6"-53"-16,0 1 16 16,2 0 21-1,-2-2-16-15,0 2 57 16,0-2-61-16,0 2 2 15,0 0 1-15,0 0-2 16,0 0-2-16,0 0-2 16,0-2 34-16,2 2-51 15,-2 0-6-15,0 0-1 16,0 0-5 0,2 0-5-16,-2 0-4 15,0 0 1-15,2 6-9 16,3 10 6-1,3 16 27-15,4 6 4 16,-1 4-19-16,-1 8-7 0,0-4 0 16,-1 6-1-1,-3 8 0-15,1 7 4 16,0 3 13-16,-5 6-20 0,3-1-4 16,-1 11 3-1,-2-4 1-15,-2-2-3 16,0-8 1-16,0-16 0 15,0-7 0-15,0 1 1 16,0-2-4 0,0-8 13-16,0-10-16 0,0-12 10 15,0-14 0-15,0 0-7 16,0-4 0 0,0 0-2-16,0 0 6 15,0 0-6-15,0 0 3 0,0 0-2 16,0 0 2-1,0 0-5-15,0-8-9 16,0-4-24-16,-2-6-13 16,-5 0-14-16,0 8-48 15,-4-2-570 1</inkml:trace>
  <inkml:trace contextRef="#ctx0" brushRef="#br3" timeOffset="101017.86">23744 7985 237 0,'-2'0'123'0,"0"0"-97"16,2 0 21-1,0 0 57-15,0 0-43 16,0 0-16-16,0 0 9 16,0 0 1-1,0 0-3-15,0 0 26 16,0 0-53-16,0 0 6 16,0 0 4-16,0 0-1 15,0 0-8-15,0 0-5 16,0 0-4-16,0 0 6 15,6 0-9-15,5 0-7 16,9 0 3-16,3 0-4 16,6 0-1-16,6 0 1 15,3 0-3-15,4-2-2 16,7-2 1-16,5 2 0 16,0 0-1-16,1-2 0 15,-1 0-2-15,14-2 1 16,7-2 0-1,4-2 1-15,4-1 2 16,-19 4-2-16,-8 0 0 16,-4-1 3-16,-12 2 0 15,-9 2 1-15,-9 0 8 16,-9 3 1-16,-6-2-2 16,-1 1-5-1,-6 0-1 1,0 0 0-16,0 2-2 0,0 0-2 15,0 0 1-15,0-1-3 16,-4 1-27 0,-18-3-30-16,-7 2-248 15,13-3 0-15</inkml:trace>
  <inkml:trace contextRef="#ctx0" brushRef="#br3" timeOffset="102089.12">23769 6876 154 0,'0'-4'283'0,"0"2"-223"16,0-3-53-1,6 4 155-15,15-5-108 16,2 0-21-16,2 1 7 16,4 1 22-16,7 1-3 15,7 1-14-15,5 0-12 16,10 0 30-16,4 0-30 16,17-1-15-16,-6-1-7 15,-4 3 1-15,-2-1-5 16,-20 0 4-1,-10 0-6-15,-5-1 1 16,-10 2 2 0,-11 1 3-16,-4-3-6 15,-2 3-5-15,-5 0 3 16,0 0-1-16,0 0 0 16,0 0-2-16,0 0-62 15,0 0-50-15,0 0-105 16,0 0-80-16,0 0-204 15</inkml:trace>
  <inkml:trace contextRef="#ctx0" brushRef="#br3" timeOffset="105870.2">24372 3256 174 0,'-2'-20'167'15,"2"10"-145"-15,0 4-9 0,0 0 15 16,0 0 39-16,0 0-32 16,0 0-32-16,0 0 0 15,0 0 9-15,0 2 10 16,0-2 17-16,0 0-5 15,0 0-5-15,-2-4-18 16,-1 2 2-16,1 4 92 16,0-2-102-16,2 4 2 15,0 2 15-15,-2-2-11 16,2 2-1-16,0 0 2 16,0-2 5-16,0 2 17 15,0 0-20-15,0 0-5 16,0 0-7-16,0 0 0 15,0 0-7-15,0 12 1 16,6 4 6-16,6 8 2 31,-3 4 2-31,4 4-1 16,-1 4 1-16,-2 2 3 0,-3 7-1 16,1 23 1-1,0 8-5-15,1 4 5 16,-5 3-3-16,-2-14 9 15,-2-4 1-15,0 15 2 16,0-2-1-16,0-2-3 16,0 3-4-16,0-19 6 15,0 0 1-15,0-2-2 16,0 10-3 0,0-4-3-16,4 1 3 15,2-1-4-15,-2-20 1 16,0 0 4-16,-4-6-3 15,7-2 0-15,-5 4-2 16,4 0-4-16,-3-3 0 16,-3 13 11-16,0-2 2 15,0-2-6-15,0 6 1 16,0-12-4-16,0-4 0 16,0 8 0-16,0-2-2 15,0 3 0-15,0 0-2 16,0-4 0-1,0-5-1-15,0 14 2 16,0 0-2 0,0 0 1-16,0 0 3 15,2-11-2-15,3-3 0 0,-1 6-1 16,1 3 2 0,1 0-3-16,-2-5 4 15,1-8-5-15,0-6 3 16,-1 0-3-16,3 6 3 15,-1-2 1 1,-4 0-4-16,3 7 3 0,-1-10-2 16,1 2 2-16,0-1 0 15,-3-6-3-15,0 0 2 16,0 0-2-16,0-2 2 16,0 2-2-1,1-2 1-15,-1-2 1 16,0 0 0-16,0-4-2 15,0 0 3-15,1-4-3 16,0 6 3-16,-1 2-1 16,2 2 0-16,-2 2-1 15,2-5-1-15,-1-5 1 16,-1-1 0 0,2 0 0-16,-2-4-1 15,0 2 3-15,2-1-3 16,-4-2 0-16,0 2 0 15,0-3 1-15,0 2-1 16,0-1 0-16,0-4 0 16,0 1 2-1,0 2-2-15,0-3 0 16,0-2 1-16,0 2-1 16,0 0 0-16,0 4 1 15,0 0-1-15,0 2 0 16,0 0 2-16,0 0-2 15,0 0 0-15,0 0 0 16,0 2 0-16,0 0 1 16,0 0-1-16,0-2 0 15,0-2 1-15,0-2 0 16,0 0 0 0,0-4-1-16,0 0 1 15,0 0 0-15,0 0 1 0,0 0 6 16,0 0 3-16,0 0 4 15,0 0-6-15,0 0-7 16,0 0 0-16,0 2-2 16,0 0 0-1,0 2-1-15,-4 0 2 16,0 2-2-16,0-2 1 16,2 0 0-16,-5 2 1 15,3 2-1 1,0 0-2-16,-4 0 1 0,8-2 0 15,0-2 1-15,-2-2-3 16,2-2 2 0,0 2 1-16,0-2-1 15,0 0 1-15,0 2 0 0,0 0 0 16,0 3 0 0,0-4 0-16,0 1 0 15,0 0 0-15,0-2 0 16,0 4 0-16,0-2 0 15,-2-2 0-15,2 2 1 16,0-2-1-16,0 0 1 16,0 2 0-16,0-2 0 15,0 0 0-15,0 0-1 16,0 0 0-16,0 0 0 16,0 3-1-1,0 0 0-15,0-1 0 0,0 0 1 16,-2 0 0-16,2 0 0 15,0 0 1 1,0 3-1 0,0-4 0-16,-3 2 0 15,3-2 0-15,-2-1 1 16,-2 0-1-16,-2 4 2 16,-6-2-1-16,-6 2 1 15,-2-1 5-15,-7 1-5 16,-23-1-1-16,-16 8-1 15,-20-2-16-15,37-7-61 16,9 1-162-16</inkml:trace>
  <inkml:trace contextRef="#ctx0" brushRef="#br3" timeOffset="108394.11">24839 7945 242 0,'2'0'125'0,"0"0"-116"16,-2 0-5-16,2 0 58 16,-2-2-3-16,0-2-26 15,0 4-5-15,0 0 9 16,0 0 5 0,0 0 46-16,0 0-56 15,0 0-9-15,0 0 3 16,0 0-4-16,0 0-2 15,0 0-9-15,0 0-4 16,0 0 4-16,0 0 0 16,0 0-2-16,0 0 0 15,0 0-2-15,0 0-5 16,0 0-2-16,2 0 0 0,0 18 2 16,3 8 9-1,-1 2 5-15,0 6 9 16,-2 2-15-16,1 4-3 15,0 4 1-15,-3 14-3 16,0 8 1-16,0 5 0 16,0 3-1-16,0-10-2 15,0 2 2-15,0-2 4 16,0 3 1-16,0-1-6 0,0 0-3 16,0 6 3-16,0 0 2 15,0 0 0-15,0-4 0 16,0-1 4-1,0-1 15-15,0-4-21 16,0-1 2-16,0-3-4 0,0 6 2 31,0 0 4-31,0-2-3 16,2-4-5-16,0-10 10 16,-2-6-7-16,2 1-1 15,-2-6 4-15,0 0-3 0,2 2 7 16,-2 2-9-16,0-1 0 15,2 4 2-15,-2-2-2 16,3 0 2-16,-1 6 7 16,0-3-6-16,2-5-2 15,1-2-1-15,-3 2 1 16,3 0 1 0,-1 2 0-16,3 0-1 0,-3-6 6 15,-2-2 1-15,0-2-7 16,-2-4 1-16,3 1 3 15,-1-3-6-15,-2 0 0 16,2-2 1-16,-2 2 0 16,3-2 1-16,-3 6-2 15,2-4 1-15,0 0 1 16,-2 0-2-16,0-8 2 16,3 4-1-1,-3-4-2-15,2-2 2 0,0-3-1 16,-2-6 2-16,0 1-2 15,0-4 0-15,0 1 1 16,0-1 0-16,0-3 0 16,0-1-1-1,0 3 0-15,0-3 0 16,0 0 0-16,0 0 0 16,0 1 0-16,0-1 0 15,0 0-2-15,0 0-2 16,0 0-5-16,0 0-5 15,0 0-2-15,0 3-2 16,0-2-10-16,0 2-16 16,-7-3-47-16,0 0-130 15,-4 0-234-15</inkml:trace>
  <inkml:trace contextRef="#ctx0" brushRef="#br3" timeOffset="109997.68">24903 10844 483 0,'0'-6'46'16,"0"0"-40"-16,0 2 83 15,0 2 13-15,0 0-47 16,0 2-14-16,0 0-2 15,-7 0-17-15,-2 0 8 16,-11 0-17-16,-4 16 2 16,-5 6 9-16,2 6 11 15,4-1 0-15,8 2-8 16,4 4-8 0,4 0 0-16,7 2-17 0,0-5-2 15,0-4 0-15,20-4-2 16,7-8 2-1,4-8 0-15,7-6 7 16,-2 0 0-16,1-4 26 0,-1-20-16 16,-3-2-6-1,-8-6 1-15,-5-2 1 16,-5-5 3-16,-7 6 13 16,-4-3-6-16,-4 7-3 15,0 5-5-15,-2 4-7 16,-25 4-9-16,-8 4-39 15,-15 4-35-15,-14 0-75 16,35 8-226-16</inkml:trace>
  <inkml:trace contextRef="#ctx0" brushRef="#br3" timeOffset="111560.81">24453 3184 272 0,'4'-16'77'15,"-4"8"-53"-15,0 2 28 16,2-2 28-16,0 2-20 0,0 0-14 15,1 0-1-15,-3 4-3 16,0 0-8-16,0 0 10 16,0 0 0-16,0 2-15 15,0-2-9-15,0 2 6 16,0 0-6-16,-3 0-4 16,-5 0-11-16,-7 0-5 15,-4 0 0 1,-7 12 18-1,-6 16-9-15,8 6 1 0,2 6-4 16,12-3-2-16,10-1-3 16,0 0-1-16,0-6-2 15,0-5 2-15,19-7-1 16,5-7-3-16,5-11 4 16,11 0-5-16,0 0 10 15,1-22 6-15,-6-12 18 16,-11-11 20-16,-12-5 10 15,-12-4 2-15,-7-10-8 16,-36 8-20-16,-5 8-9 16,-8 13-14-16,7 24-9 15,0 11-1-15,0 1-12 16,31 22-80 0,5 1-775-16</inkml:trace>
  <inkml:trace contextRef="#ctx0" brushRef="#br3" timeOffset="114694.12">23711 7465 389 0,'-2'0'65'15,"2"0"-62"-15,0 0 88 16,0 0-12-16,0 0-23 16,0 0-12-16,0 0 7 15,0 0 0-15,0 0-15 16,0 0 6-16,12 0 8 0,9 0-2 16,1 0-15-16,7 0-7 15,5 0-5-15,3 0-5 16,8 0-6-1,6 0 6-15,5-2-10 16,4-2-5-16,3 0 3 0,22-4-4 31,6-2 0-31,7 0 1 16,6-4 1-16,-13 4-2 16,5 0 1-16,2 0-1 15,1 4 0-15,-1 0 0 0,2 4 1 16,4-2 0-16,-1 0-1 15,-3 2 2-15,0 0-1 16,0 0 1 0,3 0-1-16,2 2 0 0,-5 0-1 15,-7-2 0-15,17-2-1 16,-6-4 0 0,-1 0 1-16,0-2 0 0,-27 4-1 15,-5-2 0-15,0 2 2 16,-2 2-3-16,0-2 1 15,-4 2 0-15,-3 0 0 16,-4 0 1-16,-3 2-3 16,-3 0 1-16,-3 0-1 15,-2 0 5-15,-2 0-2 16,-1 2 0-16,1-2-1 16,12 2 1-1,3 0 0-15,3 0 0 16,-3 0 0-16,-11 0 2 15,-7-4-2-15,-3-2 0 16,-4 0-1-16,-6 0 1 16,2 1 0-16,-4 2 1 15,4-3-1-15,3 4 0 0,-3 0 1 16,0-3-1 0,0 4 0-16,-4-2 0 15,-3 2 0-15,3-1-1 16,2 0 1-16,-4 2 0 15,-1-2 4-15,-6 2-4 0,-7 0-1 16,-4 0 1-16,-3 0 0 16,3 0 0-16,-5 0 0 15,3 0 0-15,-3 0 1 16,-2 0-2-16,0 0 3 16,0 0-4-16,0 0 0 15,0 0-8-15,0 0-14 16,0 0-36-1,0 0-44-15,-5 0 3 16,-4 0 68 0,3 0-2-16,4 0 6 0,2 0 17 15,0 0 6-15,0 0-4 16,0 0-3-16,0 0 9 16,0 0 4-16,0 0 14 15,0-2 2-15,0-3 19 16,0 4 28-16,0 1-9 15,0 0 45-15,0-3-55 16,0 3-20-16,0-1-8 16,0 1-5-16,0 0-9 15,0 0-1-15,0 0 0 16,0 0-1-16,0 0 4 16,0 0 2-16,0 0 1 15,0 0 3-15,0 0-5 16,0 0-2-16,0 0-3 15,0 0-2-15,0 0 2 16,0 0-1-16,0 0 4 16,0 0-3-16,2-2 2 15,6 0 1-15,13 2 3 16,3 0-3-16,0 0-3 16,5 0 0-16,-4 0 0 15,-2 0 1 1,-1 0-2-16,0 0 0 15,0 0 1-15,-1 0 1 16,-6 0 0-16,1 0-1 0,-8 0 1 16,-1 0 0-1,-3 0 0-15,-2 0 5 16,-2 0 2-16,0 0 0 16,0 0-6-16,0 0-1 15,0 0 0-15,0 0-1 16,0 0-3-16,0 0-13 15,0 0-8-15,0 4-7 16,-8 0 8-16,-1 0 6 0,3-2-18 16,-2 0 1-16,4 0 14 15,2-2-1-15,2 0 10 16,0 0 10-16,0 0 6 16,0 0-2-16,0 0-2 15,0 0 3-15,0 0 7 16,0-4 7-1,-2-1 6-15,-1 4 9 0,1 1-7 16,0-3 2-16,0 2 1 16,-2 1-13-16,-1 0-11 15,-4 0 1 1,-4 0-6-16,-6 0 1 16,0 0 1-16,-6 5 0 15,3 8 3-15,-3 3 6 16,1 2-8-16,6 2-2 15,2 4 0-15,10 8-1 16,6 4-2-16,0-2 0 16,6 0 0-16,23-10 2 15,4-8 0-15,4-4 0 16,1-6 0-16,1-6 5 16,4 0 1-16,-3 0 11 15,0-8-3-15,-9-12 6 16,-4-4 4-16,-9-4 2 15,-11-4 30-15,-7-4-32 16,0-2-4-16,-21 0-2 16,-29 0-8-16,-11 10-8 15,-15 7-2-15,-11 15-19 16,-2 6-40-16,-5 0-57 16,61 0-191-16,0 0-584 15</inkml:trace>
  <inkml:trace contextRef="#ctx0" brushRef="#br3" timeOffset="117149.04">19934 7704 385 0,'-11'2'147'15,"11"-2"-147"-15,0 0 5 16,0 0 37-16,0 0 20 15,0 0-59-15,0 0-1 16,0 0 39-16,0 0 27 31,0 0 10-31,0 0-24 16,0 0-18-16,0 0-3 0,0 0-2 16,0 0-5-16,0 0-4 15,0 0-7-15,0 0-2 16,0 0-1-16,0 0-9 15,0 0 3-15,0 0-1 16,0 0 1-16,0 0 12 16,-2 0-8-16,2 0-5 15,0 0 4-15,0 0-2 16,0 0 3-16,0 0-3 16,0 0 3-16,0 0-4 15,0 0-4-15,0 0 2 16,0 0 1-16,0 0-4 15,0 0-1-15,0 0 2 16,0 0-4-16,0 0 5 16,0 0-3-16,8 0 4 15,11 0 12-15,12 0 1 16,9 0-2-16,9-4-10 16,33-6 2-1,14 0-1-15,13 2-1 0,7 0-4 16,-18 6 1-1,-4 0-2-15,-3 0-1 16,-4 2-2-16,-3 0 3 16,-3 0-2-16,-8 0 2 15,-3 0-1-15,-8 0 0 16,-2 0-1-16,-2 0 0 16,-3 0 4-16,3 0-2 15,-2-4-1-15,2 2 1 0,15-2 4 16,4 0-4-1,0 0-1-15,1 0 1 16,-15-2 2-16,-1 4-1 16,-4-2-1-16,0 0-1 15,-3 2-1-15,-1 0 2 0,-7-1-4 16,-7 3 3-16,-2-1 1 16,-7-1-3-1,0 2 3-15,0 0-1 0,-2 0-1 16,2 0 0-16,-2-2 2 15,9 0-1 1,-1-4-1-16,-4 4 0 16,-4-2-3-16,-8 0 5 0,4 2-4 15,0-2 4-15,2 0 2 16,2 0-2-16,0 1 0 16,-2 0-1-1,-4 1 1-15,-2 0 1 16,-3-5-1-1,-1 6 0-15,-3-2 0 0,1 2 0 16,-1-2 0-16,1 3 0 16,8-1-3-1,2 1 3-15,0-2 0 0,4 2 0 16,-4 0 0-16,0-3 0 16,0 2 0-16,4 1 0 15,-6-3 1-15,4 3-1 16,-4 0 0-16,-5 0-1 15,-7 0 1-15,-5 0 0 16,-1 0-2-16,0 0 0 16,-3 0 3-16,-2 0 1 15,0 0 0-15,0 0 0 16,0 0 1-16,0 0-2 16,0 0-1-16,0 0 0 15,0 0-1-15,0 0-3 16,0 0 3-16,7 0-11 15,-1 0-20-15,5 0 1 16,3 0-2-16,-6 0-1 16,-1 0-20-16,-7 0-38 15,0 0-446 1</inkml:trace>
  <inkml:trace contextRef="#ctx0" brushRef="#br3" timeOffset="118582.35">19869 7662 259 0,'-11'0'52'16,"5"0"-50"-1,-1 0 17-15,0 0 69 16,3 0-31-16,-1 0-16 16,-1 0 1-16,2 0-3 15,-4 0-10-15,2 0-3 0,-3 0 7 16,3 0-3-16,-4 0-5 16,-1 0 3-1,0 0 2-15,-2 6 15 0,0 2-16 16,-4 2-5-16,0 0 9 15,-3 6 3 1,-1 2-5-16,2 0-6 0,1 4-11 16,7-4 4-1,1-2 0-15,4 2-5 16,2 0-5-16,4 0-2 16,0 1-3-16,0 0 0 15,0-1-2-15,10 0 0 16,4-1-1-16,4-5 0 15,-2-1-4-15,4-4 2 16,2-3 1-16,4-2 2 16,8-2 2-1,3 0 7-15,0 0-7 0,-4-13 1 16,-8 2-2-16,-3-1 2 16,0-5-2-16,-1-1-1 15,-6 3 7-15,1-6-3 16,-8 3 4-16,-1-2 11 15,-7-2 10-15,0-4 5 16,0-2 4-16,-11 0 17 16,-14 0-26-16,-4 6-13 15,0 8-7 1,-8 4-10-16,-5 10-2 16,-3 0-10-16,0 2-50 15,9 18-39-15,27-12-84 16,5-2-350-16</inkml:trace>
  <inkml:trace contextRef="#ctx0" brushRef="#br4" timeOffset="189170.81">23927 2141 332 0,'-2'-6'199'0,"2"6"-181"15,0 0 10-15,0 0 92 16,0 0-49-16,0 0 29 16,0 0-62-16,0 0-1 15,0 0 2-15,0 0 1 16,0 0-4-16,0 0-5 16,0 0 1-16,0 0 2 0,0 0-4 15,0 0-7-15,0 0-3 16,0 0-6-16,0 0-2 15,0 0 0-15,0 0 0 16,0 0-5-16,0 0 1 16,0 0-4-1,0 0-1 1,0 0-4-16,0 10 0 0,-2 8 1 16,2 21 5-1,-5 7-5-15,3 8 3 16,-1 4-1-16,1-6 0 0,2 0-1 15,0-2 2-15,0-4-2 16,0-5 0-16,0-10 1 16,0-2-2-16,0-8 2 15,0-2 4-15,0-7-3 16,0-4 2-16,0-4 2 16,0-2-4-16,0-2 2 15,0 0-2-15,0 0 1 16,0 0-1-16,0 0 1 15,0 0-1-15,0 0-3 16,0-6-25-16,0-10-9 16,0-4-29-16,0-1-30 15,0-1-58-15,0 3-71 16,0 10-80-16,0 1-27 16</inkml:trace>
  <inkml:trace contextRef="#ctx0" brushRef="#br4" timeOffset="189721.97">23871 2173 44 0,'0'0'230'0,"0"0"-176"16,-17-60 14-1,14 52 196-15,0 0-174 16,1 6 8-16,2 0-14 16,-2-2-15-16,2 4-7 15,0-2-17-15,0 2-12 16,0 0-7-16,0 0-3 16,0 0-10-16,0 0-4 0,0 0-8 15,25 0-1-15,12 0 3 16,15 8 6-16,10 6 1 15,11 4 4 1,6 3 2-16,-2 2 3 0,0 8-12 16,-6 1-4-16,-5 4-2 15,-8 12-1 1,-12-2-1-16,-23 0-2 16,-17-2 1-16,-6-10-5 0,-29 1-1 15,-23-3 6 1,-10-5 2-16,-9-3 3 15,-1-3 5-15,-4-6-2 16,-4 2-4-16,2-5-1 16,2-1 8-1,11 0-4-15,19-3-1 0,15-2 3 16,13-4-7-16,11-2-1 16,7 0 1-1,0 0-19-15,9 0-40 0,7 0-82 16,1-8-194-16</inkml:trace>
  <inkml:trace contextRef="#ctx0" brushRef="#br4" timeOffset="191836.22">25248 11542 433 0,'0'-8'28'0,"0"6"-23"16,0-2 114 0,0 4 16-16,0 0-89 0,0 0 18 15,0-2-19 1,0-2-11-16,0 2 2 15,0 0 2-15,0 0 1 16,0 2 0-16,0-2-12 16,0 0-4-16,0 0 3 15,0 0-6-15,0 0-2 0,0 0-4 16,-6-2-3-16,-6 0-2 16,-1 2-1-1,-10-2-8-15,-3 2-16 0,-10 2 16 16,-6 0 5-16,-5 0-2 15,-9 0 1 1,3 4-3-16,6 10 0 0,5-4 2 16,19 2 1-1,5 0-2-15,5 0-2 16,5 4-4-16,3 0 4 16,5 4-2-16,0 0 1 15,0 0-1-15,20 0-3 0,13 2 4 16,12-1-7-1,6 1 5-15,7 2 1 16,-2-4-1-16,2 4 2 16,2 6-4-16,-8 2-8 15,-8-2 13-15,-11 0 0 16,-19-10-4-16,-10-2 0 16,-4-2 1-16,0 0-5 15,0 0 3-15,-22 0 5 0,-22 2 6 16,-17-2 10-16,-13-3 13 15,-5-6-11 1,-6 0 1-16,4-7 10 0,8 0-17 16,4 0 5-16,11-4 0 15,-4-17-14 1,4-5-3-16,13 2-26 16,7 0-29-16,21 2-60 0,17 16-195 15,0-2-497-15</inkml:trace>
  <inkml:trace contextRef="#ctx0" brushRef="#br4" timeOffset="193551.18">18635 7600 443 0,'-29'-8'122'0,"14"6"-113"0,3 2-8 15,-1 0 87 1,-1 0-34-16,3 0-36 16,-2 0 10-16,6 0-7 0,-2 0 12 15,-4 0 7 1,0 7 0-16,-5 6-7 0,-4 3-16 15,-3 4 2-15,-2 4 9 16,-8 8 0 0,1 6-3-1,1 4 1-15,2 6 14 0,8 4-24 16,8 2-4-16,6 0-8 16,9 3-4-1,0-5 2-15,18-10-2 0,19-8 0 16,4-20-2-16,8-8 2 15,7-6 3-15,4 0 5 16,0-6-6-16,-2-14-2 16,-10-2-3-16,-12-4-36 15,-9 2-47-15,-27 14-67 16,0 2-109-16</inkml:trace>
  <inkml:trace contextRef="#ctx0" brushRef="#br4" timeOffset="193945.26">18492 7943 685 0,'0'0'144'0,"0"0"-131"31,0 0 11-31,0 0 53 16,36-18-67-16,2 14 5 15,4 0-7-15,5 1-5 16,-3-1 0-16,-8 2 0 16,-9 2 0-16,-19-1 1 0,-4 1 2 15,-2 0 1-15,-2 0 11 16,0 0 47-16,0 0 8 16,0 0-38-16,0 21-35 15,-2 8 5-15,-6 7 0 16,6 4 13-1,2 4-6-15,0 2-9 0,0 0 2 16,0 2-2-16,0 6 0 16,0-7 0-16,0-5-3 15,0-12 0 1,0-12 1-16,0-6-1 0,0-6-7 16,0-6-48-16,0 0-119 15,0 0-248-15</inkml:trace>
  <inkml:trace contextRef="#ctx0" brushRef="#br4" timeOffset="195703.52">28815 7149 106 0,'0'-9'229'16,"0"5"-209"-16,0 0 11 15,0 3 80-15,0-2-33 16,0 2-2-16,0-2-6 16,0 1-31-16,0 2-2 15,0 0 16-15,0 0-9 16,0 0-5-16,0 0 17 15,0 0-25 1,0 0 0-16,0 0-4 16,0 0-3-1,0 0 2-15,0 0-2 0,0 0-2 16,0 0-6-16,0 0-5 16,0 0-2-16,0 0 2 15,0 0-6-15,0 0-5 16,0 13-1-16,0 9 1 15,0 7 5-15,0 10 4 16,0 5-4-16,0 8 9 16,-2 2-4-16,2 0-3 15,-3 0-3-15,-1 6 6 16,0-3-2-16,-1-7-2 16,-1-6 5-16,1-20 7 15,3-2-13-15,-3-4 1 16,1-4 0-16,2-2 0 0,-1-4-1 15,3-2-2-15,0-6-2 16,0 0 0-16,0 0 0 16,0 0 1-1,0 0 2-15,0 0-7 0,0 0-31 16,0-6-7-16,0-24-17 31,3-8-97-31,6-2-85 16,-7 18-94-16</inkml:trace>
  <inkml:trace contextRef="#ctx0" brushRef="#br4" timeOffset="196479.47">28831 7258 380 0,'0'0'57'16,"0"0"-36"-16,-18-31 141 16,13 26-62-16,3 0-15 15,2 5 16-15,0-2-25 16,0 0-21-16,0 2-27 16,0 0-6-16,0-2 3 15,12 0-2-15,7 2-15 16,6 0-3-16,2 0-1 15,15 0-1 1,-2 2 1-16,4 16 1 0,-1 4 2 16,-7-2 0-16,-5 2-4 15,-4 2 4 1,-3 0-6-16,-8-2 0 16,-8 0-1-16,-3-4-1 15,-5 0-1-15,0-2-3 0,-2 0 2 16,-20-2 0-1,-9 0 4-15,-6-2 15 16,-2-6-11-16,1 1 5 16,0-6 3-16,4-1-1 15,10 3-2-15,8-3-6 16,12 0 2-16,4 0 5 16,0 0-5-16,0 0-4 15,0 0-2-15,0 0-2 0,2 0 1 16,12 0 1-16,5 0 1 15,10 0 4 1,2 0-3-16,5 0 3 0,3 5-5 16,-2 5 0-16,3 3 0 15,2 9 0 1,-5 4-1-16,-4 2 0 16,-6 4 1-16,-12-4 0 0,-7 0-2 15,-5 2 1-15,-3-2 0 16,0 0 1-16,-11-4 1 15,-23 0-1 1,-10-8 2-16,-23-5 4 16,-11-10 15-1,-9-1-2-15,-4 0 55 0,4 0-42 16,14-6-5-16,10-3-14 16,9-8-6-1,15 1-7-15,10-4 0 0,10-2-71 16,19 14-59-16,3 0-215 15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2:14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24469 5300 13 0,'0'0'88'0,"0"0"-74"15,0-2 9-15,0 2 31 16,0 0-13-16,0 0-19 16,0 0 6-16,0 0 5 15,0 0-4-15,0 0-7 16,0 0-4-16,0 0-6 15,0 0-2-15,0 0 2 16,0 0 5-16,0 0-2 16,0 0-2-16,0 0 0 15,0 0 15-15,0 0-16 16,0 0-2-16,0 0 5 16,0 0 1-16,0 0-2 15,0 0-2-15,0 0-3 16,0 0 1-16,0 0-1 15,0 0-3-15,0 0 3 16,0 0 1-16,0 0-1 16,0 0 4-16,0 0-1 0,0 0 2 15,0 0-2 1,0 0 1-16,0 0 17 0,0 0-17 16,0 0 0-1,0 0-4-15,0 0 3 16,0 0 2-1,0 0-1-15,0 0-3 16,-3 0-3-16,-2 0-2 16,1 0 0-16,2 0 0 15,-3 0 1-15,3 0-3 0,-2 0-2 16,0 0 2-16,-4 0-1 16,6 0-2-1,-2 0 2-15,-1 0-1 0,3 0 1 16,-2 0-1-16,-3 0 2 15,-2 2-1 1,0 2-2-16,-2-1 0 16,0 0 3-16,-2 3-2 0,-3 0 0 15,-2 1-1-15,-2 2 0 16,0 1 1-16,-4 0-1 16,-1 0 1-16,-10 2-1 15,-1 0 3-15,-9 2-6 16,1 0 5-16,1-2-7 15,1 4 5-15,2-2 0 16,4 0 0-16,-8 4 4 16,2 0-4-16,-6 4 8 15,4 3-6-15,8-3 1 16,-4 3-3 0,2 1 1-16,-4 5-1 15,-1-1 0-15,-1 2 3 16,-1-4 2-16,5-2-5 15,3-2 0-15,3-2 0 16,8 0 0-16,1-4 0 16,2 0 0-16,6-2-1 15,3-2 1-15,3 0-2 16,5-2-1-16,2-4 2 16,0-3-2-16,4-4 1 15,0-1 0-15,0 2 0 16,-2-2-7-16,2 0-54 15,0 0-19-15,-2 2 3 0,0 0-23 16,0-2-70-16,0 0-207 16</inkml:trace>
  <inkml:trace contextRef="#ctx0" brushRef="#br0" timeOffset="583.61">22851 5911 182 0,'-13'-2'147'16,"13"0"-118"-16,0 2-7 15,0 0 61-15,0-2-48 16,0 2-26-16,0-2 4 16,0 2 25-1,0 0 20-15,0 0 82 0,0 0-80 16,0 0-16-16,0 0-21 15,2 0-11 1,11 0-11-16,9 2-1 0,9 10 19 16,5-2 11-16,2 2-7 15,7 1 3-15,-1 2-5 16,5 3 7-16,-5 0-14 16,-2 3-5-16,-3-3-3 15,-8 0-4-15,0-3-2 16,-4 0 1-1,-5-1 3-15,-4-2-4 16,-3-2 1-16,-3-2 1 16,3 0-2-16,3-2-2 15,-1 0-12-15,0-2 3 16,-9-2-7-16,-1 0-4 16,-2 0-34-16,-5 0-27 15,2-2-4-15,-2 0-15 16,0 0-55-16,0 0-55 0</inkml:trace>
  <inkml:trace contextRef="#ctx0" brushRef="#br0" timeOffset="1271.58">22909 6035 229 0,'0'0'20'0,"-5"0"-11"15,3 0 28-15,0 0 41 16,2 0-36-16,-3 0-28 16,3 0 15-16,0 0-12 15,0 0 6-15,0 0-14 16,0 0-5-16,0 0 2 15,0 0 7-15,0 0 14 16,0 0-6-16,0 0 5 16,7 3 19-1,0 1-12-15,-3-3-12 16,0-1-11-16,-1 3-7 16,-3-3-3-16,0 1 3 0,0-1-3 15,0 0 5-15,0 0-5 16,0 0 0-1,0 0-78-15,0 0 13 16,-3 0 21-16,-3 0-38 0,-1 0 36 16,1 0-45-1,3 0-40-15,1 0 44 16</inkml:trace>
  <inkml:trace contextRef="#ctx0" brushRef="#br0" timeOffset="2062.62">22741 6072 163 0,'0'0'145'16,"0"0"-99"-16,-2 0-9 15,2 0 50-15,0 0-21 0,0 0-17 16,0 0-8-16,0 0-6 16,0 0 1-1,0 0 27-15,0 0-47 16,0 0 0-1,9 0 27-15,13 6 8 16,7 4-24-16,4-1-11 16,6 6 6-16,-1-3 0 15,4 2-6-15,5 0-4 16,-1 4 1-16,4 0-7 16,-2 0-1-16,-1 0 6 0,-3 0-7 15,-3 0 1-15,-7 0-3 16,-8-4-1-1,-6-2 3-15,-6-2-4 16,-8-2 1-16,-4-3-1 0,1-4 0 16,-3-1 0-1,0 0-11-15,0 0-4 0,0 0-21 16,0 0-29-16,0 0-55 16,-7 0-131-1,-2-4-216-15</inkml:trace>
  <inkml:trace contextRef="#ctx0" brushRef="#br0" timeOffset="3063.17">23098 6244 132 0,'0'0'194'0,"0"0"-185"16,0 0 83-16,0 0-8 15,0 0-23-15,0 0-15 16,0 0-7-16,0 0-1 16,0 0 9-16,0 0-12 15,0 0-17-15,0 0-9 16,-2 0 2 0,-11 0-3-16,-1 12-4 0,-4 2 2 0,0 0 10 31,-4 4-8-31,2-2-1 15,-2 4 14-15,-1 2-16 16,1 7 0-16,0-1 3 16,-9 9-5-16,2 8 1 15,0-3-1-15,0 8 4 16,6-4-5-16,1 4-1 16,-2 2 7-16,4 1-5 15,-1-2-2-15,6 2 0 16,1-3-1-16,1 4 0 0,3-4 3 15,-4 2-2-15,-1 0 4 16,1-2-4-16,1-1 4 16,1 1-2-16,1-6-2 15,-2 6 5 1,4-2-1-16,2-1 0 0,5-4-5 16,0-6 2-1,2-3 4-15,0 0-3 16,-2-2-1-16,2-2-1 15,0-2 0-15,-3-4 4 16,3-6-5-16,0-4 0 0,0-4 1 16,0-2-1-1,-2-4 0-15,2-2 0 16,0 0 0-16,0-2-10 0,0 0-46 16,0 0-82-1,0-2-189-15</inkml:trace>
  <inkml:trace contextRef="#ctx0" brushRef="#br0" timeOffset="10312.68">22550 7624 192 0,'0'-2'68'0,"0"2"-54"16,0 0 1-16,0 0 25 16,0 0-18-16,0 0-17 15,0 0-3-15,0 0-1 0,0 0 3 16,0 0 5-16,0 0 3 31,0 0 1-31,0 0 27 16,0 4-31-16,-3 3 6 0,3 4-7 15,-2 5 3 1,2-2-9-16,-2 0 3 16,0-2 1-16,2-4-4 15,0 0 1-15,0-2 3 16,0-2-2-16,0 0-2 0,0-4 3 16,4 0-1-16,5 0 11 15,1 0-1-15,-2 0-10 16,7 0 3-1,-3-14 4-15,-1 0-7 16,-3 2-1-16,-4 0 1 16,-2 4-2-16,-2 0 1 15,0 2 3-15,0 4 0 0,0 0-5 16,-10 2-1-16,-3 0-30 16,-3 0-46-1,7 0-109-15</inkml:trace>
  <inkml:trace contextRef="#ctx0" brushRef="#br0" timeOffset="11152.61">22516 7716 212 0,'0'0'88'0,"0"0"-70"16,-2-4 29-16,2 4 32 15,0 0-25-15,0 0-22 16,0 0-5 0,0 0 4-16,-2 0 8 0,0 0 1 15,2 0-12 1,0 0-13-16,0 0-9 0,0 0-2 16,0 0-2-1,0 6 4-15,0 4 15 16,0 4-7-16,0 2-3 0,0 2 8 15,6 10-9 1,3 4-2-16,0 4 1 16,2 2-7-16,-2-1 16 15,3-1-8-15,-2 2 1 0,3 0-6 16,3 0-1-16,1 4-2 16,0 2 3-16,5 4-4 15,3 3 0-15,1 0 0 16,1 4 7-16,-5-3 10 15,3 2-10-15,0-6 2 16,-1 2-4-16,7 3-1 16,-2-8 5-1,-2-2-10-15,-5-13 2 0,-9-14 1 16,-1-6-1-16,-4 0-2 16,3-4 3-16,-1-2 2 15,-4-2 1-15,3-2-3 16,1 0 8-16,-4 0-11 15,3 0 0 1,-3 0-3-16,-2 0-23 16,2 0-18-16,-4 0-35 15,-2 0-35-15,0-4-73 16,0 0-169-16</inkml:trace>
  <inkml:trace contextRef="#ctx0" brushRef="#br0" timeOffset="11832.25">23109 8490 117 0,'0'0'182'0,"7"-14"-155"15,-7 12-16-15,0 2 102 16,0 0-32-16,0 0-33 16,0 0-22-1,0 0-7-15,0 0 41 0,0 0-18 16,0 0-8-16,0 0-16 15,0 2-5 1,0 12-13-16,-2 8 22 0,-8-4-2 16,2 8-10-16,-3 4 4 15,-3 4 9-15,1 9-8 16,-1-2-7-16,-3 4 2 16,-1-1 1-16,0 0 0 15,0 2-5-15,2-4 1 16,1-6 4-16,2 0 3 15,1-5-11-15,6-6-2 16,1-3 4-16,3-7-4 16,2-5-1-16,0-2 0 15,0-6-1 1,0-1-9-16,0-1-25 16,0 0-18-16,0 0-25 15,0 0-32-15,0-5-17 16,0-4-73-16,2 4-78 15</inkml:trace>
  <inkml:trace contextRef="#ctx0" brushRef="#br0" timeOffset="13079.95">23239 8600 98 0,'4'-8'155'0,"-4"8"-133"0,0-4-14 16,0 4 72-16,0 0-3 16,0 0-28-1,0 0-1-15,0-2-29 16,0 2 11-16,0 0 3 0,0 0 4 16,0 0-8-1,0 0-7-15,0 0-10 16,0 0-2-16,0 0-4 15,0 0 11-15,0 0 4 16,0 0-4-16,0 0-12 16,0 6-4-16,0 8 0 15,0 2 12-15,-2 8 1 16,-8 5 6-16,-1 4 9 16,-1 8-12-16,-5 1-5 15,-1 4-3-15,1 10 2 16,-1-4 3-16,5-5 1 15,2-10-10-15,4-16 4 16,4-6-5-16,1-6-2 16,2-4 0-16,0-2-2 15,0-2-6-15,0-1 6 16,0 0-4-16,0 0-34 0,0 0-32 16,0 0-25-1,0 0-95-15,0 0 47 16,0 0-55-16</inkml:trace>
  <inkml:trace contextRef="#ctx0" brushRef="#br0" timeOffset="13999.62">23229 8811 287 0,'0'0'66'15,"0"0"-54"-15,0 0 39 16,0 0-8-1,0 0-11-15,0 0-15 16,0 0-3-16,0 0-3 16,0 0 5-16,0 0 32 15,4 10 16-15,4 4-38 16,-2 2 7-16,5 2-8 16,5 4-7-1,4 0-1-15,2 0 4 0,1 0-3 16,-1-6 8-16,0 0-5 15,5 1 0-15,2-4-1 16,2-3-8-16,2 0 3 16,5 1-2-16,-2-4-6 15,4 1 1-15,0 2-1 16,5 1 0-16,1 0 1 16,2 2-7-16,-2-5 3 15,5 0-2-15,12-1-2 16,4 0 1-16,-3-3-1 15,-4 0 0-15,-15-1 2 16,-7 2-1-16,0-3-2 16,-1 2 1-16,-3-4 0 15,1 2 0-15,-1-2 0 0,-2 0-2 16,-1 0 2-16,-7 0-17 31,2 0 11-31,1 0-6 16,0 0 11-16,0 0-2 0,2 0 3 15,2-4-2 1,0 2 1-16,-4 0-1 16,0 0 2-16,-14 2 0 15,0-3 0-15,3 2 2 0,-3-1-2 16,3 2 1-16,-5-2-1 16,-1 2 0-16,-2-2 0 15,-1 2 0-15,-5-2 0 16,0 2 2-16,0 0-4 15,-2-2-20-15,0 0-13 16,0 0-59-16,0-1-140 16</inkml:trace>
  <inkml:trace contextRef="#ctx0" brushRef="#br0" timeOffset="14558.96">24747 9088 416 0,'0'0'81'0,"7"0"-76"16,-7 2 15-16,0 0 26 0,0-1-15 15,0 3-7 1,0 5-9-16,0-1-10 16,0 4 45-16,0 0-22 0,0-2 3 15,2 4-3 1,9-2-13-16,0 0 6 15,0-4-10-15,2-6 6 16,1-2 4-16,1 0 5 16,5 0 27-16,5-12-23 15,-3-12-14-15,-4-4-14 16,-2-3-2-16,-12 1-41 16,-4 19-76-1,0 1-74-15</inkml:trace>
  <inkml:trace contextRef="#ctx0" brushRef="#br0" timeOffset="21005.87">23742 5949 37 0,'0'0'105'0,"0"0"-73"15,0 0 32-15,0 0 53 16,0 0 29-16,0 0-95 16,0 0 4-16,0 0-14 15,2 0-14 1,0-6 3-16,-2 0 15 16,0-2 5-16,0 2 6 15,0 2 20-15,0-2-6 16,0 0-22-16,0 2-5 15,0-2-18-15,0 2 4 16,0 0-12-16,0 2-4 16,0 2 1-16,0 0-6 15,-4 0 13-15,-5 0-19 16,0 0 3-16,-2 0-5 16,-10 0-1-16,2 8 1 15,-3 10 2-15,-3 6-2 16,8 2-1-16,-4 4-1 15,5 2 2-15,1 3-1 16,4-2-1-16,4 2 2 0,2-1 0 16,5-2 2-16,0 0-2 15,0-4 0 1,0-4 2-16,5-2-2 16,11-4 1-16,-1-4 0 0,5-4 0 15,3-3 2 1,-2-6 0-16,2-1-2 15,0 0 0-15,-6 0 2 16,1 0-1-16,0 0-1 16,-3-8 1-16,-1-2-1 15,-1 0-1-15,-2 2 0 16,-4 0 0-16,-2-2 0 16,-5 2-1-1,0 2-5-15,0-2-47 0,0 2-17 16,0 0-23-16,0 0-39 15,-2-4-2 1,-8-2 49-16,4 0 25 16,1 0 14-16,1 4 9 0,4 2 36 15,0 2 1-15,-2 2 22 16,2 2 29-16,0 0 9 16,-2 0-3-16,2 0 4 15,0 0-14-15,0 0 0 16,-3 0 22-16,-2 0-26 15,1 6-34-15,-3 12 20 16,-1 4-9-16,1 8-8 16,0 2 0-16,5-2-3 15,2 1-3-15,0-9-4 16,0-3 3 0,0-2-1-16,0-7-2 15,2-2 0-15,10-7-2 0,1-1 8 16,0 0 2-16,5 0 15 15,4-7 14 1,1-13-11-16,-2-3 3 0,0-3-24 16,-8 0-2-16,-4 1 2 15,-9-10-2 1,0 3 4-16,0 4 8 16,-20 4 7-16,0 12-10 15,2 2-14-15,0 4-6 16,-4 2 0-16,0 2-3 15,2 2-15-15,2 0-21 16,4 0-37-16,10 0-22 16,4 0-94-16,0 0-70 15</inkml:trace>
  <inkml:trace contextRef="#ctx0" brushRef="#br0" timeOffset="21869.82">23904 6150 34 0,'0'0'99'0,"2"0"-13"15,1-2-21 1,-1 2-32-1,-2-2 9-15,0 0 37 16,0 2 13-16,2-2-1 0,-2 2-10 16,0 0-2-16,3 0 3 15,-3 0-15-15,0 0-16 16,0 0-6-16,0 0-12 16,0 0-8-1,0 0-2-15,0 0 11 0,0 0-18 16,0 0-9-16,0 0-7 15,4 4-6 1,3 16 6-16,1 6 2 0,4 4 0 16,-1 2-1-16,0-2 5 15,-2 2-5-15,0-2 0 16,-5-4 0-16,1-6 0 16,-1-2-2-16,-4-6 2 15,4-3-1-15,-1-4 3 16,-3-5-3-16,0 0 12 15,0 3-4-15,3-3 1 16,-1 0-1-16,0 0-3 16,-2 0 2-16,2 0-4 15,-2 0 3-15,0 0-1 16,0 0-2 0,0 0 0-16,0 0-3 15,0 0 2-15,0 0 1 16,0 0-3-16,0 0 1 15,0 0 0-15,0 0 0 16,0 0-1-16,0 0 0 16,0 0 1-16,2 0 0 15,-2 0 1-15,2 0 3 16,1-3 14-16,3-12 4 16,4-10-14-16,-2-1-8 15,1-6 5-15,5-8-3 16,-1 0-1-16,-3-2-2 15,0 4 0-15,-3 8 0 0,-1 4-2 16,-2 10 4-16,-1 7-1 16,1 5-1-1,-4 4 3-15,0 0 8 16,0 0-2-16,0 0-9 0,0 0-12 16,0 7-3-1,0 7 4-15,-2 2 1 16,-5 0-12-16,1 0-19 0,-3 0-25 15,2-4-80-15,2-10-167 16,3-2-254-16</inkml:trace>
  <inkml:trace contextRef="#ctx0" brushRef="#br0" timeOffset="22406.68">24189 6138 491 0,'0'0'201'0,"10"-10"-181"16,-8 10 23-16,2 0 52 16,-4 0-53-16,0 0-27 15,0 0 47-15,0 0-10 16,0 0 3-16,0 0-33 15,0 4-12 1,0 12 2-16,0 6 19 0,0 2-8 16,0 0-8-16,0 2-7 15,0 2 1-15,-2 0-2 16,-2-1-4-16,2-5 0 16,0-4-1-16,2-4-2 15,0-4 5-15,0 2-3 16,0-8 5-16,0-1 5 15,0 1-7 1,0-4-3-16,0 3 2 16,0-2 2-16,0-1-3 15,10 0 3-15,5 0 0 16,6 0 0-16,3 0 1 16,8 0-3-16,3 0 1 15,3 0-1-15,0 0-4 16,-4-1 1-16,-10-3 0 0,-6 1-1 15,-10 3-1 1,-5 0 1-16,-1-1 0 16,-2-1-1-16,0-1-9 0,0 2-20 15,-2 1-53 1,-16-3-245-16</inkml:trace>
  <inkml:trace contextRef="#ctx0" brushRef="#br0" timeOffset="24647.08">23869 8386 328 0,'0'0'223'0,"0"0"-196"15,0-3-17 1,0 3 25-16,0 0 11 16,0 0-9-16,0 0 10 15,0 0 16-15,0 0 6 16,0 0-12-16,0 0-22 15,0 0-8-15,0 0 3 16,0 0-3-16,0-1 2 16,0 1-3-16,0 0-1 15,0-2 4-15,0 0 1 16,0-2-11-16,-5 0-10 16,-1-1 3-16,-4 1 2 15,4 1 0-15,-3 3-7 16,-3 0-6-16,2 0 2 15,-11 0-3 1,-2 0 1-16,-2 7-1 0,-4 11 0 16,6 3 1-16,-1 3 2 15,0 8-3-15,1 4 0 16,-1 2 1-16,3 6-1 16,4-4 0-16,6 0 0 15,4-3 0-15,7-6-1 16,0-2 2-16,0-5-1 15,11-2 0-15,16-6 0 16,9-4 3 0,14-8 5-1,4-4 3-15,-2 0-5 0,-10 0-4 16,-18 0 1-16,-11 0-1 16,-3-4-2-16,-8 4 1 15,-2 0 0-15,0 0 2 0,0-2-3 16,0 2-7-16,0-2-12 15,-2 0-17 1,-8 0-23-16,4-4-135 16,-3-2 34-16,3-4-61 0,0 4-40 15,6 0-53 1</inkml:trace>
  <inkml:trace contextRef="#ctx0" brushRef="#br0" timeOffset="25051.28">23833 8663 175 0,'0'0'86'0,"0"0"-59"16,9-17 71-16,-9 17 70 16,0 0-32-16,0 0 69 15,0 0-176-15,0 7-11 16,-7 8 15-16,-3 17 11 16,2 3-6-1,4 1-12-15,4 0-5 16,0-10-10-16,0-2-4 0,6-6 10 15,13-4 0 1,1-4 3-16,2-4-2 16,7-4 5-16,4-2 3 15,3 0 2-15,-2-4-12 16,-11-14-6-16,-9-4 3 16,-11-6-3-16,-3 0 5 15,0-4-8-15,-32 2 2 16,-13 2 4-16,-1 7-3 0,-1 3-10 31,11 12-6-31,3 6 1 0,4 0-15 16,4 0-9-16,8 0-12 15,8 4-26-15,9 6-59 16,0-7-150-16,0-2-130 16</inkml:trace>
  <inkml:trace contextRef="#ctx0" brushRef="#br0" timeOffset="25784.29">24127 8640 483 0,'0'0'131'0,"0"0"-127"16,0 0 27-1,7-12 159-15,-5 10-163 0,-2 2-2 16,0 0 30-16,0 0 16 16,0 0-11-1,0 0-19-15,0 0-14 16,0 0-7-16,0 0 3 0,0 0-9 16,0 0-7-16,0 0-7 15,0 0 1-15,0 0 1 16,0 0 0-16,0 0-1 15,0 0 3-15,0 0 1 16,0 0-3-16,0 0-1 16,0 0-1-16,0 0 0 15,0 0-1 1,0 0 1-16,0 0 0 0,0 0 0 16,0 0 0-1,0 0 0-15,0 0-1 16,0 0 1-16,0 0 0 15,0 9 0-15,0 2 1 0,0 6 0 16,3 1 2-16,-1 1-2 16,2 7 0-1,3 1 1-15,2 1 0 0,0 0 0 16,-3-2 0-16,5-2-1 16,-1-6 0-1,-2-2 0-15,-1-6 0 16,-5-8 0-16,0-2 4 15,0 0 2-15,-2 0 5 16,2 0 12-16,2 0 8 16,0 0-5-16,4-16-20 15,1-6 16-15,3-6-16 16,1-6-6-16,0-2 2 16,1 2-3-16,-1 3 2 15,-6 5-1-15,0 2-1 16,-5 5 1-16,0 4-1 15,0 1 0-15,0 6-1 16,-2 0-3-16,0 2-17 16,0 2-11-16,0-2-15 15,0 4-18-15,0 2-90 16,0 0-302-16</inkml:trace>
  <inkml:trace contextRef="#ctx0" brushRef="#br0" timeOffset="26297.55">24421 8590 157 0,'0'0'357'0,"9"-4"-324"15,-7 4 109-15,-2 0-52 16,0 0-12-16,0 0-12 16,0 0-15-16,0 0-6 15,0 0-6 1,0 0 0-16,0 0-18 0,0 6 1 16,0 6 0-16,0 6-4 15,0 0-7-15,0 5-6 16,0 0-1-16,0 4 3 15,-2 3-5 1,-2-2 9-16,-1 2 4 16,3-2-6-16,2 0-4 15,0-2 2-15,0-4-3 16,0-2-2-16,0-8 2 16,0-2 0-16,0-6-2 15,0-2 1-15,5-2 0 16,11 0 1-16,7 0 13 15,9 0 5-15,4-2-12 0,4-4-7 16,-5 0-2-16,-6 0 0 16,-8 0-1-1,-13 0 0-15,-8 0-47 0,0 2-83 16,-14 0-514-16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0T16:53:20.0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 16088 26 0,'0'0'0'16</inkml:trace>
  <inkml:trace contextRef="#ctx0" brushRef="#br0" timeOffset="439.7">12 15498 66 0,'0'0'0'15</inkml:trace>
  <inkml:trace contextRef="#ctx0" brushRef="#br1" timeOffset="8078.19">14105 7724 337 0,'-2'-10'51'16,"2"6"-12"-16,0 0 44 0,-2 0-5 16,2 0-56-1,0 0 12-15,0 2 68 16,0 0-50-16,0-2-10 15,-2 0 0-15,0 0-11 16,2-2-19 0,-5 0 1-16,2 0-9 15,3 0 7-15,-2-2 0 16,-2-2-2-16,2 4 7 16,2 0-7-16,0 2 13 15,0 4 4-15,0 0 4 16,0 0-2-1,-2 0-1-15,2 0 13 0,0 0-35 16,0 0 2-16,0 0-3 16,-3 0-1-1,-1 4 1-15,0 20-3 0,-3 6 3 16,-2 8 3-16,0 4 4 16,0 16 2-1,2 4 0-15,3 10-8 16,-1 1-3-16,1-7 2 15,2-4-3-15,-2 0 1 16,1 4 9-16,3-5-9 16,0-3 1-16,0-4 0 15,0 0 4 1,0-8-3-16,0-10-2 0,0-11 2 0,0-16-3 31,3-5 2-31,-3-4-1 16,0 0-2-1,0 0 8-15,0 0-6 16,0 0-2-16,0-8-12 16,0-8-11-16,0-4-32 15,-9 2-31-15,-1 10-443 16</inkml:trace>
  <inkml:trace contextRef="#ctx0" brushRef="#br1" timeOffset="8509.33">13564 8504 482 0,'-38'4'247'0,"27"-4"-202"16,7 0-45-16,4 0 103 15,0 0 10-15,0 0-64 16,0 0-49-16,8 0-1 16,30 0 1-16,9 0 74 15,16 0-46 1,8 0-1-16,-2-8-14 16,7 2 4-1,-1-2-5-15,4 4 2 0,-8 0 0 16,-3 4-11-16,-10-2 0 15,7 2-3 1,-11 0 4-16,-15 0-3 16,-5 0 2-16,-25 0-2 0,-6 0-1 15,-3 0-3 1,0 0 0-16,-9 4-18 16,-23 4-11-16,-14 2-51 15,21-6-176-15,0-2-258 16</inkml:trace>
  <inkml:trace contextRef="#ctx0" brushRef="#br1" timeOffset="9452.92">13981 8580 801 0,'-2'-8'7'0,"2"8"53"15,0 0 35 1,0 0-43-16,0 0-27 0,-3 0-18 16,-5 0-4-16,-11 20 9 15,-10 10-9 1,-20 16 23-1,-4 1 17-15,0-5-23 16,5-2 4-16,25-18-7 16,6-6-7-16,13-4-2 15,2-6-8-15,2-6-5 16,0 0-10-16,0 0-36 16,33 0 2-16,5-10-25 15,-3-8-45-15,4-6-84 16,-19 4-2-16,-2-3 55 15,-5 0 48 1,3-8 13-16,-3-1 48 16,1 0 76-16,-6 0 52 0,-1 6 8 15,-3 4 20 1,0 2-14-16,0 10-17 16,-2 4 89-16,-2 6-82 15,0 0-2-15,0 0-9 16,0 0-15-16,0 0-34 15,0 0-26-15,2 0-4 16,4 12-1-16,3 6 2 16,9 12 8-1,4 4 7-15,7 1-10 16,2 5-4-16,-4-8 2 0,4 0-3 16,-2 0-1-1,0-2 4-15,-2-2-5 16,-2-2 1-16,-3-4 0 15,-2 2 0 1,-6-4-1-16,-4-2 0 0,-5-2 1 16,-5-6-1-16,0 0 0 15,0 0 0 1,-13-2 0-16,-3-2 3 16,3-4-6-16,3 0 2 15,6-2-2-15,-3 0 2 16,-4 0 0-16,-7 0-3 15,-6 0 2-15,-10 0 2 16,-10 0-2-16,-27 0 3 16,-7 0-1-16,-7-2 2 15,3-4-1-15,22 3 3 0,10-1 4 16,13 1 10 15,12 1-7-31,12 0-5 16,11 2-6-16,2-2-2 0,0 2-1 15,0 0-16 1,0 0-22-16,9 0-23 16,6 0-149-16,-1 0 9 15,-10 0-39-15,-2 0-11 16</inkml:trace>
  <inkml:trace contextRef="#ctx0" brushRef="#br1" timeOffset="9852.54">14039 8997 610 0,'6'0'162'0,"-6"0"-136"16,0 0 34-16,0 0 62 15,2 0-22 1,-2 0-31-16,0 0-56 16,0 6-4-1,0 23 1-15,0 7-1 16,0 7 7-16,0 2 9 16,0 3-3-16,0 2-13 15,0-2-7-15,0 4 3 16,0-7-5-16,0-12 0 15,5-8 1-15,-1-15 1 16,-2-5-2-16,-2-1 0 16,0-1-1-1,0-1-18-15,0-2-31 16,0 0-49-16,0 0-93 16,-2-6-212-16</inkml:trace>
  <inkml:trace contextRef="#ctx0" brushRef="#br1" timeOffset="11479.67">5115 7515 483 0,'0'0'35'15,"0"0"7"-15,0 0 69 16,0 0-20-16,0 0-32 15,0 0 1-15,0 0-12 16,0 0 1-16,0 0 5 16,0 17-31-16,0 8-13 15,0 15-8-15,0 17 14 16,-2 5 6 0,0 4-5-1,0 8-5-15,2-2-3 0,-3 1-1 16,1-3-4-16,-2-8-2 15,-1-2-1 1,0-11 0-16,3-16-1 0,0-8 0 16,2-19 2-16,-2-5-2 15,2-1-3 1,-4 0-27-16,-7 0-244 16,1-6 5-16</inkml:trace>
  <inkml:trace contextRef="#ctx0" brushRef="#br1" timeOffset="11823.9">4608 8227 703 0,'0'0'44'0,"0"0"-40"16,-6 0 53-16,6 0 70 15,0 0-96 1,14 0-31-16,22 0-6 16,13 0 6-16,18 0 7 0,12 0 7 15,33-2-3 1,4-2-9-16,-3 0-1 16,-5 0 3-16,-37 2 4 0,-13 0-6 15,-19 2 1 1,-12 0-3-16,-15 0-36 15,-10 0 6-15,-2 0-10 16,0 0 16-16,0 0-1 16,-2 8-9-1,-10-5-75-15,2-2-295 0</inkml:trace>
  <inkml:trace contextRef="#ctx0" brushRef="#br1" timeOffset="12165.11">5184 8274 309 0,'0'0'366'0,"0"0"-363"15,-2 0 52-15,2 0 33 16,-5 9-22-16,-5 4-54 0,-9 9-9 0,-5 3 1 31,-10 8 3-31,-1-1 7 16,-19 12 10-1,-1 0 10-15,-1-6-24 16,5-2 2-16,24-18 9 0,10-8-9 16,9-8-6-1,8-2-6-15,0 0-46 16,5 0-105-16,21-4 26 15,-5-6-64 1,-1-4-160-16</inkml:trace>
  <inkml:trace contextRef="#ctx0" brushRef="#br1" timeOffset="12639.75">5151 8346 729 0,'0'0'45'0,"0"0"-34"16,4-14 95-16,-2 14-30 15,-2 0-20-15,5 0-30 16,0 0-16-16,3 6-10 16,8 12 0-16,10 14 3 15,9 4 2-15,0 2-5 16,3 4 1-16,-9-8 2 15,0 0-3 1,-8-2-4-16,-5-5-10 0,-5-5-14 16,-3-8 28-16,-6-5 0 15,-2-3 0 1,0 1-3-16,0-1 3 16,-8-1 5-16,-18 2-1 0,-10-3 5 15,-12-4 2 1,-31 0-10-16,-5 0 30 15,-5 0 0-15,0 0 8 16,26-3-1-16,10-1-16 16,11 4-9-16,10-1-12 15,12-2-1 1,9 3-11-16,9 0-33 16,2 0-73-1,7 0-154-15,10 0-11 0,1 0-12 16</inkml:trace>
  <inkml:trace contextRef="#ctx0" brushRef="#br1" timeOffset="12990.98">5090 8711 680 0,'5'-7'108'0,"-5"7"-105"16,0 0 87-1,0 0 75-15,0 9-150 16,0 23-15-16,0 14 1 0,0 6 18 16,0 14-4-1,-5 4 4-15,1 4 18 16,2 1-31-16,0-9-1 0,2-6-3 31,0-12 3-31,0-14 3 16,0-14-4-16,0-12-2 15,0-5-2-15,0-3 0 16,0 0-1-16,4-4-111 16,0-13-29-16,1 3-273 15</inkml:trace>
  <inkml:trace contextRef="#ctx0" brushRef="#br1" timeOffset="18640.16">26667 7399 109 0,'0'0'28'0,"0"0"-7"15,0 0 16-15,0 0 4 16,0 0-18-16,0 0-4 16,0 0-17-16,0 0-2 15,0 0-4 1,0 0 0-16,0 0-6 16,0 0 3-16,0 0-4 0,0 2-22 15,0 0-7 1,0 0-23-16</inkml:trace>
  <inkml:trace contextRef="#ctx0" brushRef="#br1" timeOffset="24900.44">26007 7443 184 0,'0'-2'41'0,"0"2"-25"0,0 0 65 16,0 0-68-16,0 0 4 16,0 0 11-16,0 0 9 15,0 0 5-15,0 0 6 16,0 0-14-16,0 0-4 16,0 0-6-1,0 0 6-15,0 0-13 16,0 0 9-16,0 0-1 15,0 0-5-15,0 0-9 16,0 0 8-16,0 0 18 16,0 0-20-1,0 0 5-15,0 0-1 16,0 0 0-16,0 0-5 16,0 0 0-16,0 0 0 15,0 0-7-15,0 0-2 16,0 0 2-1,0 0 20-15,0 0-11 16,0 0-3-16,0 0-4 0,0 0-6 16,0 0 0-1,0 0-4-15,0 0-1 16,0 0-17-16,0 0-39 16,0 0-25-16,0 0-27 15,0 2 41-15,0 4-78 16,0-6-57-16,0 0 19 15</inkml:trace>
  <inkml:trace contextRef="#ctx0" brushRef="#br1" timeOffset="33179.48">26327 7357 303 0,'0'-6'59'16,"0"4"-1"-1,0 0 50-15,0-2-52 16,0 2-27-16,0 2 14 15,0 0 13-15,0 0-9 16,0 0-1-16,0 0 1 16,0 0-4-1,0 0 31-15,0 0-43 16,0 0-11-16,0 0-10 16,0 0-4-16,0 0-2 15,0 0-1-15,0 0-1 16,0 10 11-16,0 6 5 15,0 8-5 1,4 6-1-16,2 2-8 0,-1 4-2 16,-1-1 1-16,-4 5-3 15,3 4 3 1,-3 18-2-16,0 6 9 16,0-2-10-16,-10 2 1 15,-5-13 10-15,-1-7-3 16,-3 0-3-16,-2-4 5 15,1-6 5-15,-1 0-11 16,2-6-3-16,1 0 7 16,3-8-4-1,4-6 2-15,2-4 3 16,2-12-9-16,5 0 2 16,0-2 2-1,2 0-1-15,0 0 6 16,0 0-3-16,0 0-6 0,-5 0-6 15,1 0-30 1,-5-4-59-16,4 1-44 16,1-1-602-16</inkml:trace>
  <inkml:trace contextRef="#ctx0" brushRef="#br1" timeOffset="33851.28">25874 8059 415 0,'-15'-8'84'0,"15"6"101"16,0 0-71-16,0 2-57 15,0 0-37-15,0 0 5 16,0 0 0-16,0 0 13 16,0 0 42-16,0 0-46 15,0 0-4-15,0 0-7 16,0 0 7-16,2 4 16 15,9 8-20-15,3-2 2 16,1 2-10-16,5 2 9 16,9 4-14-1,2 0 22-15,5 2-27 16,-1 0-2-16,-6-4-1 16,0 0-4-16,0 2 1 0,3-1 1 15,-3 2-3-15,4 2 0 16,-2-3 0-1,9 6-1-15,-2-5 2 16,-5 2-2-16,-4-5 2 16,-15-8-1-16,-3-2 0 15,-7-4 0 1,-2-2 1-16,-2 0 1 16,0 0-1-16,0 0 0 0,0 0-1 15,0 0 4 1,0 0-4-1,0 0-14-15,0 0-42 16,0 0 20-16,0 0-18 16,0 0-35-16,-11-2-20 15,-7-4-36-15,-3 4-49 16,9 2-31-16,3 0-25 16</inkml:trace>
  <inkml:trace contextRef="#ctx0" brushRef="#br1" timeOffset="34466.83">25841 8242 81 0,'-9'-4'208'16,"9"4"-158"-16,0-3 155 16,0 1-117-16,0 2-32 15,0 0 5-15,0 0-3 16,0 0-5-16,0 0-1 16,0 0-5-16,0 0 32 15,0 0-47-15,0 0 1 16,0 0-10-16,0 0-1 15,0-2 0-15,0 2 2 16,0 0 5-16,0 0-8 16,0 0-5-1,0 0 1-15,0 0-15 16,0 0-1-16,0 0 0 0,0 0 0 16,0 0-1-1,0 0-1-15,0 0-31 16,0 0-4-16,-2 0-12 0,2 0-6 15,0 0 0 1,0 0-9 0,0 0-1-16,0 0-25 15,-2 0-63-15,2 0-15 16,-6 0-22-16</inkml:trace>
  <inkml:trace contextRef="#ctx0" brushRef="#br1" timeOffset="35138.39">25749 8242 28 0,'-4'0'335'0,"4"0"-304"16,0 0-9-16,0 0 95 16,0 0-38-16,0 0-39 15,0 0 1 1,0 0 32-16,0 0 67 15,0 0-78 1,0 0-6-16,0 0-9 16,0 0-11-16,0 0-2 15,0 0-9-15,0 0 7 16,0 0-22-16,0 0-1 16,0 0-1-16,0 0-4 15,13 7 0-15,14 9 10 16,2 1-2-16,4 2-3 15,6 4-4 1,9 7-3-16,6 8 6 16,0-2-7-16,-2 2 5 0,-13-6-6 15,-4-6 7 1,-1-4-3-16,-7-2-3 0,-6 0 2 16,0-6 1-16,-8-1-2 15,-4-6-2-15,0-3 2 16,-5 0-2-16,-4-4 2 15,0 3-2-15,0-3 2 16,0 0 0-16,0 0 1 16,2 0 1-16,-2 0 1 15,0 0-3-15,0 0-2 16,0 0-19-16,-4 0-20 31,-13 0-33-31,-8 0-136 0,11 0-159 16,5 0-90-16</inkml:trace>
  <inkml:trace contextRef="#ctx0" brushRef="#br1" timeOffset="36227.21">26015 8466 338 0,'-2'-4'172'0,"2"4"-132"15,0 0 43-15,0 0 29 16,0 0-67-16,0 0 10 16,0 0-21-1,0 0-14-15,-8 18 21 16,2 10 7-16,-7 8-22 16,-3 2-11-16,-2-3-3 15,-4 2-5-15,-7 4-3 16,-15 9 1-1,-6 0 2-15,-3 0-6 0,0-2 4 16,6-12-4-16,-1 2 1 16,-2-4 2-1,-4-2 14-15,-2-1-6 16,0-3 0-16,1-6-4 0,-9 2 1 16,6-6 2-1,6-2-1-15,8-4-6 16,17-8 23-16,5 0-8 15,1 0-5-15,6-2-8 16,1 0 1-16,-1 2-6 16,1-2 1-16,3 2-1 15,-2-2-1 1,4 0 1-16,2-2-1 0,3 0-1 16,2 2 1-16,0-2-1 15,0 2 1-15,-1-2-1 16,-1 0 1-16,1 2-1 15,1-2 1-15,2 0-2 16,0 0 1-16,0 0 0 16,0 0-1-1,0 0-7-15,0 0 6 16,0 0 3-16,0 0 0 16,0 0 1-16,0 0-1 15,0 0 0-15,0 0 1 16,0 0-1-16,0 0-2 0,0 0 2 15,0 0 0-15,0 0 3 16,0 0-3-16,0 0 0 16,0 0-1-16,0 0 0 15,0 0-2 1,0 0 0-16,0 0-2 16,0 0 5-16,0 0 1 15,0 0-1-15,0 0 1 16,0 0 0-16,0 0 2 0,0 0-1 15,0 0-1-15,0 0 0 16,0 0 1-16,0 0 1 16,0 0-3-16,0 0 1 15,0 0 0-15,-2 0 0 16,-3 0 1 0,3 0-1-1,0 0 2-15,0 0 8 0,2 0-4 16,0 0-5-16,0 0-2 15,0 0 0 1,0 0-1-16,0 0-3 16,0 0 1-16,0 0-83 15,0 0-13-15,0 0-56 16,0 0-48-16,0 0 7 16,0 0-46-16</inkml:trace>
  <inkml:trace contextRef="#ctx0" brushRef="#br1" timeOffset="39164.48">26128 8855 442 0,'0'-8'73'0,"0"4"-57"15,2 2 113-15,-2 0-38 16,3 0-61-16,-3 2-3 16,0-2 14-1,0 0 43-15,0 2-39 16,0-2-19-16,0 2 10 16,0-2-10-16,0 2-1 15,-3 0-22-15,-12 0-3 16,-4 0-4-16,-4 0-1 15,-14 4 5-15,0 12 7 16,-1 4-5-16,3 4-1 16,8-2 5-16,2 4-4 15,6 2 1 1,9 6-3-16,3 2-8 16,7-4 2-16,0 1 5 0,0-13 0 15,7-6 1 1,9-6-1-16,3-4-2 15,4-3 3 1,2-1 2-16,4 0-1 0,4 0 0 16,-2 0-1-1,-2-1 1-15,-6-3 0 16,-10 0 0-16,-7 2 1 16,-4 2-2-16,-2 0 1 15,0 0 1-15,0 0-24 16,0 0-58-16,0 0-72 15,0 0-99 1,0 0-70-16</inkml:trace>
  <inkml:trace contextRef="#ctx0" brushRef="#br1" timeOffset="39878.18">26302 9024 211 0,'0'-11'255'15,"0"5"-222"-15,0 0 31 16,0 2 76-16,0 2-50 15,-4 2-32-15,-7 0-6 16,-8 0-21-16,-1 0-22 16,-7 0-8-1,3 12 27-15,0 2-14 16,6 4-4-16,7-6-7 0,4 1-3 16,7-2-2-16,0 0-1 15,0-1-7-15,0 2 9 16,5-2 1-16,19 4 2 31,5-2-1-31,5 2 1 16,-1 0 1-16,-8-2-3 15,-2 2 1-15,-4-2-1 16,-6 2 0-16,-9-2-3 16,-4 0 0-16,0 2 2 15,-2-4 1-15,-20 2 0 16,-7-2 6-16,-8-2 17 15,-4 2 38-15,-1-4-35 16,4 0-5-16,2 0-3 16,12-4 5-1,10-2-16-15,8 0-7 0,6 0 0 16,0 0-35-16,0 0-40 16,31-12-35-1,-11 2-252-15,4 0-2 16</inkml:trace>
  <inkml:trace contextRef="#ctx0" brushRef="#br1" timeOffset="40442.3">26462 9025 489 0,'0'0'227'15,"6"-33"-209"-15,0 26 33 16,-2 1 82-16,0 4-111 0,1-2-22 15,-3 4 5 1,-2 0 0-16,0 0 6 16,0 0 20-1,0 0 10-15,0 16-21 0,0 10-11 16,2 5 1-16,2 16-7 16,4 4 1-1,-4-3-2-15,0 0-2 0,1-18 3 16,-5-8-2-1,4-8 0 1,-4-8 0-16,2-6 2 16,0 0 11-16,1 0 22 15,-1 0 9-15,3-8-20 16,1-12 5-16,3-6-3 16,2 0-25-16,1 4-2 15,-2 4 0-15,4 4 0 16,-3 5-2-16,-2 8 0 15,0 1-1-15,-2 0-4 16,1 6-3-16,1 16-3 16,5 12 4-1,-1-2 7-15,-4 0 2 16,-6-6 0-16,-3-12-9 0,-6 0 2 16,-33-2-7-1,-15-2-4-15,-15-8 0 16,-8-2-170-16,-6 0 64 0,-11-9-5 15,9-16 48 1,12-3 53-16,17-2-5 16,56 20-38-16,0-2-141 0</inkml:trace>
  <inkml:trace contextRef="#ctx0" brushRef="#br1" timeOffset="44615.98">24461 5450 99 0,'-2'-12'96'0,"2"6"-54"16,0 0-21-16,0 0 89 16,0 2-67-16,0 2 11 15,0 0 36-15,0 2-15 16,0 0-10-16,0 0 0 15,0 0-1-15,0 0 15 16,0 0-52-16,10-6-7 16,13 0-2-1,11-2 31-15,4 2-8 0,0 0-19 16,4 2-6-16,3-2 1 16,15 0-2-1,3 4 12-15,-1 0-11 16,3 2 0-16,-10 0 1 15,2 0-3-15,2 6-4 16,1 16-3-16,0 2-5 16,-4 4-1-16,-5 6 2 15,5 6-2-15,-7 0-1 16,-4 1 0-16,-5-4-2 16,-16-9 1-16,-4 1 0 15,0-7 1 1,-5-4 0-16,-1-4 2 15,-7-6-2 1,-7-4 0-16,0-4 0 16,0 0 0-16,0 0 0 15,0 0-12-15,0 0-95 16,0 2-38-16,-5-2-115 16,-1 0-96-1</inkml:trace>
  <inkml:trace contextRef="#ctx0" brushRef="#br1" timeOffset="45327.5">25863 5548 273 0,'0'-4'37'0,"0"1"-26"0,0 3 111 15,4-3-46 1,-4 1-35-16,3 0 50 16,-3 2-26-16,0 0-7 15,0 0-3-15,2 0-6 16,-2 0-1-16,0 0-2 15,0 0 48-15,0 0-54 16,0 0-17-16,0 0 1 16,0 0-23-1,0 0-1-15,-7 8-9 0,-9 10 9 16,-11 8 13-16,-4 5 3 16,-19 16-3-1,-4 7 19-15,-2 3-21 16,3-1-8-16,15-10-2 15,4-6 3-15,7-5-3 16,12-8-1-16,3-4-2 16,6-8 1-16,4-3-2 15,0-2 3-15,2-3 2 16,0-3-2-16,0-2 0 16,-2-2 1-1,2 0-1-15,0 0 3 16,0 0-3-1,0 0-27-15,0 0-14 16,0 0-20-16,0 0-37 16,0 0-86-16,0-5-105 15,0-3-199-15</inkml:trace>
  <inkml:trace contextRef="#ctx0" brushRef="#br1" timeOffset="46010.24">26121 5725 251 0,'12'-8'177'0,"-6"2"-156"15,1 2-18-15,-3 0 123 16,-2 0-101-16,1 2 15 15,-3 0 18-15,2 0 3 16,-2 2-7-16,0 0-11 16,2 0-2-16,-2 0 1 15,0 0-7 1,0 0-5-16,0 0 16 16,0 0-33-16,0 0 0 0,0 0 5 15,0 0 1 1,0 0-4-1,0 0-12-15,0 0-3 16,-2 0 0-16,-13 11 6 0,-19 16 6 16,-1 7-4-1,-8 6 3-15,-3 8 4 16,3-2-1-16,1 4 9 16,2 3-7-16,-5 6-4 15,5-2-1-15,2-11-9 16,9-8-1-16,11-18 0 15,7-6 1-15,5-8-2 16,4-2 1-16,2-4 0 16,0 0-2-16,0 0 1 15,0 0 0-15,0 0-3 16,0 0 3-16,0 0-19 0,0 0-15 16,0-4-24-16,0-10-30 15,0 8-159 1,0-4-72-16</inkml:trace>
  <inkml:trace contextRef="#ctx0" brushRef="#br1" timeOffset="46779.47">25899 6060 427 0,'0'-4'53'15,"0"4"16"-15,0-2 88 16,0 2-46-16,0 0-60 15,0 0 2-15,0 0-5 16,0-2-2-16,0 2 7 16,0 0 0-1,0 0 14-15,0 0-51 0,2 0-1 16,6 0-9 0,6 0-2-16,6 12 9 15,2 2 12-15,1 4-4 16,4 2-17-16,-4 4-4 15,12 6 2-15,-4 4-1 16,-2 2 0-16,-1 0-1 16,-8-3 1-16,1 0 0 15,-4 2-1 1,6 15 0-16,-5 0 1 16,1 0 0-16,2-2-1 15,-6-12 0-15,-1 2 1 16,-1-3-1-16,-2 1 0 15,0-4-1 1,-4 0 1-16,-1-2 0 0,-3 3-1 16,-3-2-1-1,0-7 2-15,0-2 0 16,0-4 0-16,-5 0-1 16,-8 0 2-16,0 6-1 15,-1-2 0-15,3 0 2 16,2 0-2-16,7-6 2 15,-1-4-2-15,3-2 0 16,0-3-2-16,0-3 2 16,0-4 0-16,0 0 0 15,0 0 0-15,0 0 3 16,0 0-3-16,0 0-1 16,0 0-5-1,0 0-5-15,0 0-5 16,-2-8-17-1,-6-2-251-15,1 6-80 16</inkml:trace>
  <inkml:trace contextRef="#ctx0" brushRef="#br1" timeOffset="47359.17">26221 7114 217 0,'0'0'181'16,"0"0"-110"-16,0 0 26 16,0 0 56-16,0 0-124 0,0 0 32 15,0 0-6 1,2 0-8-16,8 0-25 0,3 0 0 15,3 3-5-15,1 7 5 16,2 3 2 0,7 7 3-16,-6 2 6 15,-2 0-27 1,-5-1-1-16,-11-3 1 16,-2-3 6-16,0 4-6 15,0-1 3-15,0-2 16 16,0-2-17-16,-9-2-2 15,3-4 8 1,2-2-2-16,2-4-3 0,2-2-1 16,0 0 2-16,0 0 11 15,-3 0-1 1,3-14-6-16,-2-8-9 16,2 2-3-16,0 4 5 15,0 10-3-15,0 4-3 16,0 2-1-1,0 0 0-15,0 0-9 16,0 0-1-16,-2 0 3 0,-5 0-21 16,0 0 10-1,-1 2-1-15,-1 2-30 16,-3-4-59-16,8 0-94 16,-3 0-117-16</inkml:trace>
  <inkml:trace contextRef="#ctx0" brushRef="#br1" timeOffset="48438.65">26472 5837 69 0,'6'0'420'15,"-4"0"-371"-15,0 0 10 16,1-6 46-16,-1 2 13 16,0 0-51-16,-2 2 14 15,0-4-42-15,0 2 14 16,0 2-19-16,0-2-7 16,0 2-20-16,-7 2-1 15,-9 0-6 1,-10 0-11-1,-6 10 9-15,1 14 2 16,3 6 4-16,8 2-3 16,9 3-2-16,6 1 4 15,5 1-3-15,0-1 0 16,11-1 0-16,16-5 0 16,11 0 1-16,2-6 0 15,-1-8 0-15,0-6-1 16,-15-8 0-16,1-2 5 15,-5 0-5 1,-2 0-2-16,-18-8-157 16,0-4-135-16</inkml:trace>
  <inkml:trace contextRef="#ctx0" brushRef="#br1" timeOffset="49123.18">26770 6124 582 0,'4'2'49'0,"-2"-2"5"15,3 0 94 1,0 0-78-16,-3-4-41 0,-2-10-9 16,0-1-11-16,0 1 25 15,0 3 4 1,-14 0 0-16,-8 4-5 16,-5 4-33-16,1 3-7 0,-1 0 6 15,0 0-4 1,0 21 4-1,5 1-2-15,4 4-2 16,10-2 1-16,5 0-2 0,3 2 6 16,3-8 0-1,16-4-4-15,6-6 2 16,-5-8 2-16,7 0 0 16,0-2 10-16,6-26-2 15,0-10 12-15,-6-2-17 16,-3-8-1-16,-10 6-2 15,-3-5-4-15,1-3 3 16,-6 2-11-16,-6-2 5 16,0 4-6-16,0 6 13 15,-2 7 3 1,-12 15 9-16,5 9 25 0,3 9-23 16,-1 0-10-16,-4 16-4 15,-2 22-23 1,-1 28 23-16,3 4 5 15,7 6 7-15,4-1-11 16,0-19 0-16,0-6 2 16,6-6-2-1,5-6 2-15,-2-10-3 16,-2-6-12-16,-1-8-59 16,1-12-60-16,-5-2-119 15,0-2-180-15</inkml:trace>
  <inkml:trace contextRef="#ctx0" brushRef="#br1" timeOffset="49582.18">26971 5831 120 0,'6'-30'567'0,"-6"28"-527"15,4 2-4 1,1 0 86-16,4 18-88 15,0 16-14-15,2 8 39 16,-3 6-25-16,0 4-10 16,-2 16-20-16,-1-3 3 15,-5-9-7-15,0-12 0 16,0-24 4-16,0-10-3 16,0-4-1-1,0-6 20-15,0 0 29 16,2 0-4-16,2 0 2 0,14-32 1 31,3-8-26-31,5-2-22 0,3 4 0 16,-5 16-2-1,-3 6-1-15,-4 10 2 16,-3 6-8-16,-1 0 0 16,-7 20-5-16,-4 18-11 15,-2 0 18-15,0 2 7 16,-4-6 2-16,-17-6-1 15,-11-6-2-15,-13-8 5 16,-5-5 3-16,-14-9-7 16,7 0-23-16,39-13-104 15,7-7-295-15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39:10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13201 4421 84 0,'0'4'0'0,"0"-4"-18"15,0 2-1-15,0-2 19 16,0 3 7-16,2-2-5 16,0 2 0-1,-2-2 1-15,3 1-6 16,-3 0 3-16,0-2-13 16</inkml:trace>
  <inkml:trace contextRef="#ctx0" brushRef="#br0" timeOffset="770.7">13241 4409 76 0,'0'0'0'16,"0"0"-59"-16,0-8 59 15,2 5 85 1,-2 0-48-16,0 3 22 0,0 0 21 15,2-2 0 1,-2 2 2-16,2 0-12 16,1 0-3-16,-3 0-32 15,0 0-8-15,0 0 6 16,0 0 8-16,0 0-2 16,0 0 10-16,0 0-23 15,0 0-8-15,0 0 6 16,0 0-15-1,0 0-3-15,0 0 0 16,2 8-4-16,2 4 11 16,-1 6 3-16,2 3 11 15,1 7-10-15,-4 6 16 16,5 4-24-16,-5 4 19 16,0 10-12-16,0 0-3 15,0-4 3-15,-2-6-15 16,0-16 6-16,0-6 5 15,0-5-8 1,0-4 21-16,0-3-13 16,0-2 1-16,0 1-10 15,0-6-1-15,0 2-2 16,0-2 2-16,0-1 6 16,0 0-6-16,3 0-1 15,0 0 3-15,-3 3-6 16,2 3 2-16,0-1 0 15,0 2 2-15,-2-5-2 16,0-1-2-16,0-1 1 16,0 0-35-1,0 0-75-15,0 0 19 16,0 0 17-16,0 0-29 16,0 0 19-16,0 0-27 15,0 0-124-15</inkml:trace>
  <inkml:trace contextRef="#ctx0" brushRef="#br0" timeOffset="1274.08">13014 4989 350 0,'-18'0'157'15,"14"0"-152"-15,1 0 3 16,3 0 69-16,0 0 30 16,0 0-45-16,0 0-44 15,0 0 71-15,0 0-45 16,0 0 17-16,7 0-4 15,4 0-13 1,5 0 1-16,1 0-20 16,8 0 1-16,4 0-25 15,4 0 8-15,19 0-9 16,3 0 0-16,6 0 1 16,-3 0 0-16,-18 0-1 15,-9 0 0-15,-9 0 2 16,-4 0-4-1,-10 0 2-15,-3 0 1 16,-5 0 0-16,0 0-1 16,0 0 0-16,0 0 2 15,0 0-5-15,0 0-45 16,0 0 11-16,0 0-69 16,-18 6-42-16,7-6-118 15,-2 2-135-15</inkml:trace>
  <inkml:trace contextRef="#ctx0" brushRef="#br0" timeOffset="1787.54">12992 5179 192 0,'-17'5'61'15,"13"-4"-7"-15,4-1 94 16,-2 0-39-16,2 2-21 16,0-2-21-1,0 0-9-15,0 0 6 16,0 0 34-16,0 0-52 0,0 0-22 15,0 0-3 1,0 0-6-16,0 0-9 16,9 0 3-16,11 0 2 0,5 0 8 15,4 0 11 1,15 0-17-16,10 0 6 16,4 0-17-16,6 0 4 15,-12 0-6-15,-6-2 0 16,-8-2 3-1,-9 4-3-15,-9-2 0 0,-7 2-4 16,-3 0 2 0,-8 0-1-16,-2 0-3 15,0 0 4-15,0 0-11 16,0 0 0-16,0 0-12 16,0 0-22-16,0 0-13 15,0 0-208-15,-2 0 85 16,-8 2-79-1</inkml:trace>
  <inkml:trace contextRef="#ctx0" brushRef="#br0" timeOffset="2239.4">13332 5239 291 0,'0'-15'221'16,"7"4"-209"-1,-3 7-4-15,-2 2 162 16,-2 2-112-16,0 0 3 16,0 0 2-16,0 0-12 15,0 0-7-15,0 0-16 16,0 0-4-16,0 2-16 15,0 14-3 1,0 23-3-16,0 7 36 16,2 6-20-16,8 8-14 15,-3-10 1-15,-1 2-1 16,0-3-3-16,2-5 5 16,-6-4-5-16,5-6 14 15,-3-8-12-15,0-6 4 16,0-8 1-16,-4-6-6 15,3-4 3-15,-3-2-5 16,0 0 2-16,0-8-2 16,0-16-32-1,-7 12-382-15,-1-1-73 16</inkml:trace>
  <inkml:trace contextRef="#ctx0" brushRef="#br0" timeOffset="4157.42">13359 4935 485 0,'-9'0'29'15,"6"0"-18"-15,3 0 7 16,0 0 73-16,0 0-27 15,0 0-48-15,0 0 29 16,0 0-22-16,0 0-2 16,8 0 5-1,9-8-15-15,12-2 1 16,5-2-12-16,8-4 0 16,9-5 8-16,28-5-8 15,2 0 0 1,6 1 5-16,-4 0-5 0,-29 9 0 15,-14 4 0 1,-16 6 2-16,-13 4-1 16,-9 2 4-16,-2 0 1 15,0 0 44-15,0 0-50 16,-6 0-2-16,-9 0-2 16,-6 0-56-16,7 0-27 15,8 0-74-15,4 0-141 16</inkml:trace>
  <inkml:trace contextRef="#ctx0" brushRef="#br0" timeOffset="4622.89">14290 4463 237 0,'13'-24'95'0,"-10"10"-73"16,0 2 123-16,-3 2-53 15,0 0-36-15,0 2-18 16,0 4-8-16,-8 0 6 15,-9 4 3-15,-4 0-19 16,-1 0-14-16,-2 6-3 16,-17 30-1-1,-1 6 21-15,5 11 1 16,3 8-13-16,16-6 3 16,10 3-7-16,8-2 0 15,0-4-7-15,0-7 5 16,21-12-1-16,8-8-2 15,18-14 12 1,9-11 7-16,2 0-21 16,0-1 0-16,-13-19-13 0,-10-1-60 15,-31 9-61 1,-4 5-91-16</inkml:trace>
  <inkml:trace contextRef="#ctx0" brushRef="#br0" timeOffset="5334.71">13773 4638 280 0,'0'0'151'15,"0"0"-112"-15,0 0 142 16,0 0-104-16,0 0-25 16,0 0-23-16,0 0-12 15,0 0 1-15,4 0-17 16,4 0 0-16,-2 4 5 15,7 6 3 1,3 4 6-16,4-2 4 16,2 2-7-16,1 0-12 15,-6-4 2-15,-1 0 2 16,-5-2-2-16,-1-4-4 16,-8 0 5-16,-2-4-4 15,0 0 2-15,0 0 0 16,0 0 13-16,0 0-2 15,0 0 6-15,0 0-6 16,0 0-6-16,0 2 7 16,0 0-13-1,0 2-7-15,0 4-7 16,-10 6 14-16,-5 6 16 16,-10 6-7-16,1 5 21 15,-3 2-15-15,5-1-5 16,2-5-8-16,7-3-4 15,5-2 1 1,6-6-17-16,2-8-57 16,0-8-112-16,0 0-206 0</inkml:trace>
  <inkml:trace contextRef="#ctx0" brushRef="#br0" timeOffset="6053.78">14429 4630 640 0,'0'-6'66'16,"0"6"-58"-16,0 0 13 15,-10 0 84 1,-9 0-68-16,-4 26-35 16,-1 8 2-16,3 6 8 15,8-4-7-15,5 0-2 16,6-4 9-16,2-5-12 16,0-5 0-16,0-8 3 15,19-6-3-15,16-8 6 16,11 0-5-16,2-7 5 15,1-21-6-15,-11-5-6 16,-9-4 1-16,-9 1-13 16,-9-4 10-1,-11 8 8-15,0 6 8 16,-4 8 3-16,-21 12 10 16,-2 6 31-16,-2 0-34 15,-2 0-18-15,7 6-99 16,4 6-45-16,16-6-122 15</inkml:trace>
  <inkml:trace contextRef="#ctx0" brushRef="#br0" timeOffset="6598.56">14645 4622 736 0,'0'0'147'0,"9"-4"-145"16,-7 4 34-16,0 2-36 16,7 22-4-1,-3 10 4-15,4 4 0 16,-4-8 0-16,1-2 2 16,1-2 1-16,0-2-2 15,-4-6 1-15,3-8 5 16,-3-2-2-1,-2-8 0-15,0 0 6 16,0 0-7-16,0 0 12 16,2 0 38-16,0 0 2 15,-4-10-22-15,6-13-21 16,-1-2 7-16,1-3-12 16,2 4 0-16,-4 6-3 15,0 0-5-15,1 4 16 16,-1-4-11-16,-2 4 15 15,2-2-19 1,-1 2 4-16,-3 4-5 0,2-2 1 16,-2 4-1-1,3 2 3-15,-3 2-6 16,2 2 3-16,-2 2 0 16,0 0-1-16,0 0-8 15,0 0 9-15,0 0-12 16,0 0-5-16,0 0 11 15,0 0-29 1,0 0 2-16,0 0-144 16,0 6 6-16,-5-2-30 15,0-2-195-15</inkml:trace>
  <inkml:trace contextRef="#ctx0" brushRef="#br0" timeOffset="7006.44">14959 4630 767 0,'4'-10'87'0,"-4"10"-71"15,2 0-16-15,-2 0 132 16,0 0-130-16,0 0-2 15,0 0 3 1,0 16-3-16,0 14 0 16,-4 6 6-16,-2-4-2 0,-2-2 2 15,6-3-4 1,2-2 0-16,0-3 16 16,0-5 1-16,0-4-13 15,0-8 0-15,10-4 2 16,9-1-4-1,10 0 1-15,11 0 22 16,16-14-17-16,4-8-10 0,9-2 0 16,-9 6-5-1,-15 4-12-15,-16 8-42 16,-27 6-50-16,-2 0-96 16,-10 0-227-16</inkml:trace>
  <inkml:trace contextRef="#ctx0" brushRef="#br0" timeOffset="9328.69">6815 4543 260 0,'0'-8'58'16,"0"7"-52"-16,0-1 15 15,0 0 72-15,0 2-37 16,2 0-21-16,-2-2-15 16,0 2 9-1,0-3 40-15,2 3-26 16,-2 0-9-16,2 0 0 16,-2 0 4-16,0 0-6 15,0 0 0-15,0 0 10 16,0 0-26-16,0 0-12 15,0 0 1 1,0 0 11-16,0 0-16 16,0 0-3-16,3 14-2 0,2 11 2 15,-1 3 3 1,7 20 10-16,-1 10-1 16,0 4-5-16,-1 5-2 15,-5-12 4-15,1-2-6 16,-5-5 6-1,0-4-6-15,0-6 12 0,0-4 1 16,0-6-3-16,0-6 7 16,0-8-15-1,0-10 3-15,0 0-3 16,0-4-1-16,0 0 9 16,0 0-8-16,0 0 2 15,0 0 5-15,0 0-2 16,0 0-7-1,0 0-32-15,0-2-10 16,0-8-41-16,0 6-64 16,0 2-565-16</inkml:trace>
  <inkml:trace contextRef="#ctx0" brushRef="#br0" timeOffset="9752.76">6597 5137 450 0,'-15'0'31'0,"12"0"-29"16,3 0 61-16,0 0 40 15,0 0-33-15,0 0-57 16,0 0-7-16,3 0 27 15,9 0 3 1,17-2 29-16,9-6 39 16,12 0-66-16,5-2-14 15,-2 4-14-15,1 0 3 16,2 4-12-16,-2 2-1 16,-8 0 0-16,-9 0 6 15,-10 0-6-15,-13 0 0 16,-7 0-4-16,-7 0 4 15,0 0 0-15,0 0-2 16,0 0 2-16,0 0-3 16,-7 0-23-16,-5 0-39 15,2 0-55-15,-1 0-50 16,3 0-104-16,2 0 34 16</inkml:trace>
  <inkml:trace contextRef="#ctx0" brushRef="#br0" timeOffset="10151.08">6679 5278 401 0,'0'0'97'16,"0"0"-89"-1,-4 1 69-15,4-1 99 0,0 0-128 16,0 0-7-16,0 0-4 16,0 0 11-1,0 0-22-15,0 0-10 16,9 0-2-16,13 0-9 0,7 0 21 16,20-1-9-1,7-3 2-15,2-3-16 16,0 4-1-1,-16 3-2-15,-5 0 4 16,-10 0-6-16,-4-3 4 16,-10 3-3-16,-6-1 1 15,-7 1-7-15,0 0-6 16,0 0-26-16,0 0-18 16,-7 0-79-16,-2 0-117 15,-2 0-177-15</inkml:trace>
  <inkml:trace contextRef="#ctx0" brushRef="#br0" timeOffset="10555.1">6885 5398 498 0,'0'0'48'15,"-8"0"-37"1,8 0 19-16,0 0 135 16,0 0-127-16,0 0-6 15,0 0 7-15,0 0 1 16,0 0 15-16,0 0-10 16,0 6-17-16,0 14-28 15,0 10 0-15,0 30 0 16,0 8 7-16,0 3 3 15,0 1-10-15,0-20 1 16,0-10 3-16,0-6-4 16,-2-10 0-1,0-8 3-15,0-6-3 16,2-7 0-16,0-4 1 16,0-1-7-16,0 0-6 15,0 0-26-15,0 2-57 16,0-2 6-16,0 0-53 15,0 0-155 1</inkml:trace>
  <inkml:trace contextRef="#ctx0" brushRef="#br0" timeOffset="11627.07">6619 5195 267 0,'4'0'151'15,"-4"0"-144"1,0 0 6-16,0 0 26 16,0 0 19-16,0 0-42 0,0-2 5 15,-10-6 8 1,-13-6-10-16,-6-2 42 16,-9-4-30-16,-7-4-16 15,-1 0-13-15,-8-8 14 16,-6-4-14-1,-7-6 7-15,-1 0 32 0,3-1-25 16,3 6 7-16,4 2-8 16,8 6 37-1,13 4-41-15,3 5-6 16,14 10-3-16,5 4 0 16,3 0-2-16,-1 4 0 15,4 0-9-15,2 0 7 16,1 2 2-1,3 0-3-15,3 0-5 16,-2 0 7-16,2-2-2 16,0 0-56-16,0 0-7 15,0 0-39-15,0-4 10 16,0 2 15-16,0 2-39 16,2 0-62-16</inkml:trace>
  <inkml:trace contextRef="#ctx0" brushRef="#br0" timeOffset="12362.5">5786 4690 77 0,'-9'0'329'0,"7"0"-267"15,2 0-58 1,-3 0 62-16,3 0 64 16,0 0-118-16,0 0 13 15,0 0 33-15,0 0-7 16,0 0-3-16,0 0-12 16,0 0 21-16,0 0-41 15,0-2-12-15,0 2 0 16,0 0-4-16,0 0-2 15,0 0-4-15,0 2-6 16,0 14 9-16,12 4 2 16,5 8 1-1,3 4 0-15,-4-2 0 16,4-1 0-16,-6-14 3 16,-3-1-3-16,-5-6 0 15,-2-1 0-15,-1-5 1 16,-1-1 1-16,-2 2-2 15,0-3 1 1,0 0 9-16,0 0-7 16,0 0-2-16,0 0 10 0,0 0-9 15,-2-3 8 1,-22-16-4-16,-5-5-1 16,-5-5-5-16,-2-5 0 15,7 6-1-15,7 0 1 16,2 6 0-1,7 0 0-15,6 6 0 0,7-2-5 16,0 4-1-16,0-2 4 16,0 2-13-1,5 2 9-15,12 0-1 16,4 3-2-16,1 2 8 16,2 3-2-16,9 4 3 15,-2 0-5-15,4 0 0 16,-2 0 3-16,-11 0-1 15,-2 0 0 1,-7 4 3-16,-1 0-3 16,-8-1-2-16,-4 0-65 15,0-1-39-15,0 2-46 16,0-4-93-16</inkml:trace>
  <inkml:trace contextRef="#ctx0" brushRef="#br0" timeOffset="14877.44">4516 4142 350 0,'-9'-5'64'16,"2"0"-63"-16,5 4 33 15,-7-2 62-15,7 2-34 16,0-2-36-16,-3 2 25 16,5 1-24-16,-7 0-6 15,1 0 21-15,-5 0-16 16,-7 0-6-16,-3 0 7 15,-2 0-23-15,2 8 14 16,1 7-13-16,0 2 7 16,0 1 1-16,2 4-10 15,-2 4 6-15,2 6-9 16,3 4 2-16,5 4 2 16,4 2-4-16,6 2-1 15,0-4 0-15,0-4 1 16,2-1 0-16,16-9 4 15,18-2-12 1,6-12 8-16,7-10-14 0,3-2 7 16,-10 0-23-16,-2-18-5 15,-5-5 7-15,-8 0-60 16,-27 9-45-16,0 4-164 16</inkml:trace>
  <inkml:trace contextRef="#ctx0" brushRef="#br0" timeOffset="15211.26">4616 4319 660 0,'0'0'114'0,"0"0"-109"16,0 0-5-16,-18 66 24 15,9-24 1-15,5-2-17 16,4-4-5-16,0-7 2 15,0-7-5 1,0-10 0-16,11-4 7 16,3-8 8-16,1 0 4 0,3 0 10 15,1-22 22 1,-2-19-17-16,-2-3-11 16,-8-2-2-16,-7 12-21 15,0 6 5-15,0 8 1 16,0 8-5-16,-10 8 17 15,-9 4-17-15,-4 0-1 0,-6 14-16 16,3 14-84 0,15-12 23-16,4-4-105 15</inkml:trace>
  <inkml:trace contextRef="#ctx0" brushRef="#br0" timeOffset="15710.42">4866 4301 746 0,'0'0'86'0,"0"0"-41"16,0 0 47-16,0 0-33 15,6-20-44-15,-6 20-5 16,0 0-10-16,0 0 0 15,2 20-1-15,3 8-8 16,2 4 9-16,-1 5 9 16,-1 0-5-16,1 2 3 15,1-6-7-15,0-5 2 16,-3-6 4-16,1-9-5 16,-1-5-1-16,-2-4 0 15,-2-4 5-15,2 0-5 16,1 0 3-16,-1 0 23 15,3-25 23 1,-1-11-2-16,1-10-34 0,1-8-9 16,-2 10 8-16,3-4-7 15,3 6-3-15,-4 8 4 16,0 4-5-16,-1 12-1 16,-3 4 6-16,0 8-5 15,-2 6 3-15,0 0-4 16,0 0-4-16,0 0-47 15,0 0-32-15,0 10-91 16,0-2-58-16,0 0-66 16</inkml:trace>
  <inkml:trace contextRef="#ctx0" brushRef="#br0" timeOffset="16148.64">5115 4243 325 0,'0'0'249'0,"0"0"-142"16,0 0 67-16,4-34-66 15,-4 34-51-15,0 0-30 16,0 0-3-16,0 0 0 16,0 0-9-16,0 22-15 15,0 10-22-15,0 6 22 16,0 2 7-16,0 4-6 15,0-2 3-15,0-2-4 0,0-4 2 16,-4-4 0 0,2-10-2-16,2-7 0 15,0-7 19-15,0-4-14 0,0-4 4 0,0 0-8 16,0 0 11 0,0 0-5-1,0 0 6-15,0 0 7 16,0 0-18-16,9 0 1 15,13 0-1-15,5-2 0 16,0-6 2-16,0 2-4 16,-8 4 0-16,-5 0 1 15,-5-1-1-15,-5 3-3 16,-4 0-29-16,0 0-123 16,0 0-9-16,0 0-143 15,-2 0-91-15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41:34.54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6762 3746 75 0,'0'0'199'0,"0"0"-199"15,0 0-8 1,0 0 30-16,0 0-10 16,0 0-12-16,0 0 0 15,0 0 7 1,0 0-3-16,0 0 3 0,0 0-7 16,0 0-9-16,0 0-23 15,0 0-19-15,0 0-14 16,0 0-8-16</inkml:trace>
  <inkml:trace contextRef="#ctx0" brushRef="#br0" timeOffset="3411.15">6759 3746 128 0,'0'0'22'16,"0"0"-19"-16,0 0 13 15,0 0 39-15,-2 0 3 16,2 0-3-16,0 0-7 16,0 0-2-16,-2 0-7 15,2 0-14 1,0 0 4-16,0 0 13 0,0 0 5 16,0 0-3-16,-3 0 0 15,3 0 5 1,-2 0-9-16,-4 0 12 0,4 0-16 15,-3-3-15-15,3-1 10 16,2-1 3-16,-4 1-11 16,1-5 2-16,1 1-11 15,-1-2 14-15,3-2-20 16,-2-2 4-16,0-1 10 16,2-4-20-16,0 1 18 15,0-4-15-15,0 2 2 16,0-2-7-16,0-12 3 15,21 0 5 1,-2 0 6-16,4-6-10 0,1 10 9 16,1 0-13-1,2-5 7-15,0 5-7 16,4-2 0-16,-3 4 1 0,3 2-1 16,-2 0 0-16,2 4 0 15,-2-2 4 1,-2 2-6-16,0 4 2 0,-2 2-2 15,-3 0 2 1,0 4 0-16,3-2-1 16,-1 0 2-16,1 6-3 15,0-1 2-15,-6 5 0 16,2 0-7-16,-1 3 7 16,-3 1 0-16,4 0-5 15,-4 0-1-15,-1 0 5 0,-1 0-4 16,-1 1 5-16,-1 3 0 15,1 0 1 1,-1 1 0-16,1 0 1 16,-4-1-3-16,-1 3 1 15,5 1-2 1,-3 0-1-16,2 0 3 0,1 2 0 16,-1 2-2-16,1 2 0 15,-4 0 1-15,6 2 0 16,-3 0 1-16,0-2 4 15,3 0-4-15,-1-2 0 16,-1 4-1-16,1-2 4 16,2 0-3-16,-2 0 1 15,-1 0-3-15,-1-2 3 16,3 0-1-16,8 0 0 16,2 0 2-16,5 0-3 15,-2 2 1-15,-6-3 0 16,-1-4 2-16,-4 0-2 15,0 0 0-15,-3 1 1 16,-1 1 0-16,-3-1-2 16,5 0 1-16,-3-1 0 15,1-3 1 1,9 5-1-16,-2-3-2 16,1 0 5-16,3 0-4 0,-5 0 1 15,2-3 0 1,-2 4 2-16,0-3-2 0,0-2 0 15,-1-2 0-15,-2 2 0 16,3-2 0-16,0 0-2 16,-2 0 6-16,7 0 1 15,-3 0-5-15,4 0 0 16,3 0 12-16,2-8-11 16,3-2 5-16,-5 2-2 15,0-2-1-15,-3 2-3 16,-3-3 0-16,8-7 8 15,-2 0-7 1,2-1 6-16,-2-4 2 16,-6 5-8-16,-1 2 15 15,0 0-14-15,1 0 2 16,-2 0 10-16,2 0-13 0,-5 2 3 16,1-2-4-16,0 2 1 15,1-4 9 1,-1-2-10-16,0-2 5 15,-2 0-2-15,-1 0-3 16,-5 0 0-16,5-4 4 16,-5 0-2-16,-1 2-2 15,2 3 0-15,-3 7 3 16,-3 2-3-16,0 1 0 0,-4 0 0 16,0-1 3-1,2 4 1-15,-4 0-4 0,5 4 0 16,-5 2 2-16,0 0-2 15,2 2 0 1,-2 0 1-16,0 0-3 16,0 0 2-16,0 0 0 15,0 0-5 1,0 0 5-16,0 0-3 0,0 0 2 16,0 0 1-16,0 0-3 15,0 0 3-15,0 0 0 16,0 0-3-16,0 0 3 15,0 0-2-15,0 0 2 16,0 4 0-16,0 10-2 16,0 2 2-16,0 2 1 15,4 4-1-15,-2-2 0 16,-2 1 0-16,0-2 2 16,0-1-3-16,0 3 1 15,2-2 0-15,0 2 0 16,4-1 0-16,-2-2 0 15,0 0 0-15,1-4 3 16,-3 0-6-16,2-2 3 16,-2 0 0-16,3-2-2 15,2 0 3 1,0 2-1-16,-1 0 0 16,3-2-1-16,0 4 1 0,0-8 0 15,0 4-2 1,-1-4 2-16,2 0 0 0,-2 0-1 15,1 0 5-15,1-2-7 16,-2 3 3-16,3-6 0 16,-1 2-3-16,-2-2 3 15,1-1-2-15,3 0 2 16,-1 3 0-16,-1-3-1 16,4 1 1-16,1-1 2 15,1 0-2-15,6 0 0 16,1 0 3-16,10 0 1 15,-2 0-7 1,-4 0 3-16,-5 0 0 0,-6-1 3 16,0 1-3-1,-1-3 0-15,3 2-2 16,5-2 10-16,-2-3-14 0,4 4 6 16,2-4 0-16,-3 1 1 15,5-2 0 1,0 1-1-16,-2 1 4 15,-5-4-8-15,0 3 4 16,-1-2 0-16,4-2 2 16,0 2-2-16,-2-4 0 15,-3 4 6-15,-5 0-6 16,4 0-4-16,0 0 4 16,-1 0 1-1,5 0-1-15,-4 0 0 0,-3 4 0 16,-3 0 4-16,-1 2-9 15,1 0 5 1,-1 0-2-16,-1 2 3 16,-3-2-1-16,1 2 0 15,0 0 3 1,0 0-8-16,4-2 5 0,3 2 0 16,2 0-1-16,4 0 1 15,0 0 0-15,3 0-1 16,-2 0 5-16,-2 0-10 15,2 0 6-15,-1 0 0 16,5 0 1-16,-3 0-1 16,1 0 0-16,-3 2 5 15,1 0-8-15,-6 0 3 16,-3 0 0-16,3 2-1 16,-1 0 1-16,-1 0 0 15,2-2-2-15,-5 0 5 16,2 2-7-16,-1 2 4 15,3-2 0-15,-3 2 2 16,0-2-2-16,1 0 0 16,-3 2-1-16,5 0 7 15,-3-2-10 1,3 0 4-16,-1 0 1 0,1 0-1 16,-3 0 0-16,-2 0 0 15,3 4 3 1,-3-2-8-16,3 0 4 0,-4 2 1 15,-3 0-4-15,3-1 4 16,-4 0 0-16,3 0-1 16,-1-3 7-16,0 3-9 15,0 0 3-15,1-2 0 16,-3 1 2-16,4 2-2 16,-3-1 0-16,-1 0 2 15,0 1-7-15,4 1 5 16,-1 0 0-16,1 4 3 15,2-3-2 1,-1-2-1-16,0 2 0 0,-2-4 5 16,0 2-10-1,-2-2 5-15,-3 1 0 16,5 2 5-16,-2-3-5 0,2 4 0 16,-3 0 0-16,-2 0 6 15,4 0-7 1,-2 0 1-16,1-2 1 15,-1 2-1-15,2-2 0 16,-2 2-2-16,1 6 8 16,-1-4-5-16,3 4-1 15,-2-2 0-15,-3-2 3 16,1-2-3-16,-1 0 0 16,0-4 1-16,-1 2 3 15,1 0-6-15,-1 2 2 0,1 1 0 16,-2 0 3-16,3 5-2 15,-3 3-1 1,0 0 9-16,0-2-7 16,0-1-2-16,-2-2 0 15,3 1 2 1,-3 2-2-16,0-2 0 0,0 4 4 16,0-7-1-16,2 0-3 15,0 0 2 1,-2-4 3-16,2 2-4 15,-2-6-1-15,0-2 2 16,0-2 2-16,0 0-4 16,0 0 0-16,3 0 4 15,-3 0-4-15,0 0 0 16,0 0-1-16,0 0 4 16,0 0-3-16,0 0 0 15,0 4 0-15,0-2-4 16,0 0 4-16,0 0 0 15,0 0 0-15,0 2 1 16,0-2-2-16,0 2-1 16,0-2-5-16,0 2-2 15,2 4 9 1,1 0 0-16,-1 0-5 16,-2-2 2-16,0-2 3 0,2-2 0 15,-2 0 0 1,0-2 0-16,2 2 0 15,-2-2 2-15,0 0-1 16,0 0-2-16,0 0 2 16,0 0 0-16,0 0-1 15,0 0 0-15,0 0-3 16,0 0 4-16,0 0-2 16,0 0 1-1,0 0-9-15,0 0-4 16,0 2-24-16,0-2-5 15,0 0-45-15,0-8-30 16,0-6-115-16</inkml:trace>
  <inkml:trace contextRef="#ctx0" brushRef="#br0" timeOffset="7270.13">10133 2133 1 0,'2'-3'153'0,"-2"3"-135"16,2 0-15-16,-2-3 10 15,0 3 13-15,2-1-11 16,-2 1 2-16,0 0 0 0,0 0-16 16,0 0-1-16,0 0-3 15,0 0-47 1,0 0-1-16,0 0-8 15,0 0 34-15,0 0-23 16</inkml:trace>
  <inkml:trace contextRef="#ctx0" brushRef="#br0" timeOffset="7857.64">10139 2126 215 0,'0'0'127'16,"0"0"-66"-16,0 0-2 16,0 0-16-16,0 0-29 15,0 0-3 1,0 0 8-16,0 0 1 0,0 0 22 16,0 0 12-16,0 0-9 15,0-5 11-15,0-7-14 16,0-4-2-16,0-6-32 15,0 0-3-15,0-4 9 16,-2 0-5-16,-4 0 1 16,-7-6 6-16,-3 4-14 15,-5 4 1 1,4 6-1-16,3 8 1 0,3 6 13 16,-2 2 4-16,-1 2-17 15,-1 0-3-15,-7 0-3 16,-7 14 1-16,-3 6 1 15,1 7 1-15,2 8 0 16,2 7 0-16,5 8 0 16,5 8 0-16,8 2 0 15,-1-2-2 1,10 1 5-16,0-7-3 0,0-4 2 16,14-6-1-16,8-6-1 15,11-2 0 1,2-6 2-16,0-6-1 0,-2-8-1 15,-8-10 0-15,-1-4 0 16,-4 0 15-16,1 0-11 16,-2-10 3-16,-1-6 12 15,-3 2-14-15,-5-1 6 16,-6 2-11-16,-2 5-2 16,-2 2-3-16,0 6-379 15</inkml:trace>
  <inkml:trace contextRef="#ctx0" brushRef="#br0" timeOffset="8673.12">10239 2478 433 0,'0'0'0'0,"0"0"2"16,21-38 59-16,-13 24-2 16,2 0-8-16,-2-2-31 15,-1-2 31-15,-3-2 43 16,2-2-46-16,-6-4 2 16,0 2-22-1,0 4 4-15,-10 3-13 0,-3 12-13 16,-5 5-3-16,-5 0 6 15,-10 0-18 1,-3 26 4-16,1 8 4 16,2 4 2-16,12-2-1 15,8-2 0 1,5-2 2-16,5-4-1 0,3-2-1 16,0-5 0-16,0-8-3 15,9-3 5-15,6-4-4 16,3-6 2-16,5 0 0 15,1 0 8-15,0-7-8 16,1-14 0-16,-2 5 7 16,-8 0-5-16,-3 4 3 15,-8 6-4-15,-2 2 14 16,-2 2 13-16,0 2-3 16,0 0 0-16,0 0-25 15,0 0-2-15,0 16-7 16,4 10 7-16,1 9 1 15,-1 6 1-15,-2 8 0 16,-2 5 2-16,0 4-2 16,0 0 0-16,0-2 0 15,0-6 3 1,0-5-4-16,0-5 1 0,-9-11-3 16,1-2 3-16,-4-9 0 15,1-8-2 1,0-2 5-16,0-6 0 0,-2-2-2 15,-3 0-1-15,-2-2 16 16,0-20-14-16,1-10 11 16,1-9 10-16,9-9-11 15,7-10 4-15,0-4-16 16,0 0 0-16,19 4 6 16,7 10-2-16,5 8-4 15,7 9-1-15,0 9-3 16,2 2 1-16,3 6-11 15,-3 4-28 1,-5 4-88-16,-28 8-103 0,-7 0-210 16</inkml:trace>
  <inkml:trace contextRef="#ctx0" brushRef="#br0" timeOffset="9222.77">10587 2284 327 0,'0'0'0'16,"11"-64"18"-16,-9 39-7 15,3 7 58-15,-3 10-23 16,0 2 15-16,-2 0 34 0,0 2-17 16,0 2 27-1,0 2-33-15,0 0-3 0,0 0-29 16,0 0-19-16,-6 0 3 15,-12 0-20 1,-9 0 18-16,-2 12-21 16,-4 10 24-16,0 0-4 15,6 10-13 1,4-4 5-16,13 1-12 0,3-5 1 16,7-6-1-16,0-2 4 15,0-2-10-15,22-4 5 16,9 2-6-16,4-2 2 15,8 4 2-15,-1-2 2 16,1 0-4-16,-9 0 1 16,-8 2 3-16,-6 0-35 15,-8-2 35-15,-8 6-15 16,-4-2 3-16,0 8 10 16,-10 1-1-16,-23-2 3 15,-9 0 9-15,0-7 12 16,-3-5 26-16,5-4-25 15,5-5-3-15,10-2-2 16,9 0-16-16,5 0 11 16,2-9-12-16,7-9-9 15,2 0-16 1,0-1-59-16,9-2-277 0,2 14 23 16</inkml:trace>
  <inkml:trace contextRef="#ctx0" brushRef="#br0" timeOffset="9773.2">10924 2159 757 0,'0'0'18'0,"-10"-8"86"16,10 6 38-16,0 2-86 0,0 0-24 16,0 0-28-16,0 0 4 15,0-1 13-15,0-2-18 16,0-1 5-16,10 2-8 16,17-4 2-1,8-1 8-15,7 0 1 0,-6 3-8 16,-3 4 1-16,-10 0-3 15,-7 0-2 1,-8 0 1-16,-3 0-5 16,-3 0 5-16,-2 0 0 15,0 0-3 1,0 0-6-16,2 0 1 0,-2 0-9 16,4 0-19-16,1 0 17 15,-2 8-24-15,-3 4-27 16,0 2-20-16,0-1-86 15,-12-9-6-15,-5-1-121 16</inkml:trace>
  <inkml:trace contextRef="#ctx0" brushRef="#br0" timeOffset="10112.19">10823 2326 363 0,'0'0'131'15,"0"0"-121"-15,0 0 9 16,0 0 118-16,-4 6-53 16,4-6-9-16,9 0 0 15,4 2-30 1,3-2-8-16,4 2 18 0,7-2-12 16,6 0-20-16,7 0-9 15,11 0 2 1,1 0-16-16,-10 0 9 0,-7 0-3 15,-21 0-4-15,-7 0 6 16,-5 0-6-16,-2 0-2 16,0 0 13-16,0 0-13 15,0 0 12-15,0 0-12 16,0 0-7-16,0 0 6 16,0 2-50-16,0-2-318 15,0 2 31-15</inkml:trace>
  <inkml:trace contextRef="#ctx0" brushRef="#br0" timeOffset="11033.52">10870 2194 359 0,'0'0'122'0,"0"0"-104"15,0 0 34-15,0 0-1 16,0 0-27-16,0 0-20 16,5 0 4-16,3 0 29 15,2 0 30-15,3 0-14 16,5 0 6-16,4-3-32 16,14-3-6-1,4 1 11-15,0-2-20 16,-1 1-7-16,-6 5-3 15,-5-6 10-15,-1 5-10 16,-7 2 5-16,-5 0 6 0,-3 0-10 16,-6 0 9-1,-4 0-12-15,-2 0 0 0,0 0 11 16,0 0-11-16,0 0 5 16,0 0-2-16,0 0-1 15,0 0-4 1,0 0-9-16,0 0-153 15,-12 0 10-15,0 5-57 0,5-5-150 16</inkml:trace>
  <inkml:trace contextRef="#ctx0" brushRef="#br0" timeOffset="12269.63">11897 1877 231 0,'0'0'150'0,"2"-14"-133"15,-2 7 27-15,0 0 96 16,0 0-46-16,0-1-32 16,0 1-18-1,0-4 37-15,0 1-54 16,-2 0 1-16,-11 1 11 15,-5 0-23-15,1 1 5 16,-4 4-6-16,3 4-12 0,-4 0 14 16,-2 0-17-16,-3 4 6 15,-2 13-3-15,-5 6-2 16,1 12 6-16,-4 5-7 16,1 10 0-16,7 6 3 15,6 8-3 1,13 0 0-16,2 1 5 0,8-3-5 15,0-10 0-15,0-10 0 16,29-4-5 0,10-12 5-16,5-10 0 15,8-6-3-15,-8-10 9 16,3 0-6-16,-1 0 0 16,-6-12 4-16,-1-4-6 15,-8-4 2-15,-2-4 0 0,-5-4-3 16,-4-2 7-16,-6 0-4 15,-8 2 0 1,-6 3 10-16,0 10-5 16,0 4 0-16,0 9 16 15,0 2-15-15,0 0-4 16,-2 0-2-16,-7 0 0 16,0 2-2-16,0 10 2 15,5 5 0-15,-1 1-1 16,3 0 2-16,-1 2-2 15,3-2 1-15,0-2 0 16,0-2 1-16,0-2-1 16,0-2 0-16,3-2-5 15,11-6 2-15,-2 0-6 16,7-2 9-16,5 0 16 16,0 0-16-16,-1-18 4 15,-3-6 10-15,-11-3-14 16,-3-5 10-16,-2-4-2 15,-4 4 10-15,0 0 14 16,0 8-18-16,-2 4 3 16,-8 6 4-16,-1 8-13 15,-3 0-8 1,-3 4-1-16,-4 2-25 0,-1 0-19 16,0 0-20-16,0 0-18 15,5 10-85 1,9 2-39-16,8-8-40 0,0 0-54 15</inkml:trace>
  <inkml:trace contextRef="#ctx0" brushRef="#br0" timeOffset="12755.24">12221 2105 584 0,'0'0'62'15,"0"-16"-62"1,0 14 87-16,0 2 47 16,0-2-99-16,0 2-34 0,0 0 6 15,0 0 9-15,0 0 12 16,0 0-5-16,0 0-10 16,0 2 3-16,4 20-12 15,2 8-2 1,-1 4 6-16,4 2 1 15,0 3-9-15,0-1 0 0,2-4 3 16,-2 2-2 0,0-8-1-16,-3-8 0 15,-4-8 1-15,0-10 6 16,-2-2-5-16,0 0 7 16,4 0 52-16,-2 0-3 15,2-8-5-15,2-16-8 0,3-8-28 16,3-4-2-16,-1-2-6 15,-1-3-4 1,4 1 5-16,-3 4-10 16,1 3 0-16,-3 2 0 15,-3 3 2-15,-2 6-2 16,-1 8 0-16,-3 6-8 16,0 8-2-16,0 0-18 15,0 0-21-15,0 0-66 16,0 0-189-16,0 4-137 15</inkml:trace>
  <inkml:trace contextRef="#ctx0" brushRef="#br0" timeOffset="13252.39">12497 2043 710 0,'0'0'187'16,"0"0"-173"-16,0 0-13 15,4-6 79-15,-4 6-20 16,0 0-46-16,0 0-14 16,0 0-3-16,0 0 1 15,0 16-10 1,0 4 12-16,0 6 4 0,-2 8-3 16,-4-1 3-16,-2 4-2 15,2 9 4 1,1-3-6-16,3-3 0 0,2-6 10 15,0-14-9-15,0-4 6 16,0-6 1-16,0-4-8 16,0-2 10-16,0-4-10 15,0 0 1-15,0 0 12 16,0 0-6-16,0 0 12 16,0 0 5-16,0 0 4 15,0 0-25-15,0 0-2 16,0 0 7-16,7 0-6 15,13 0 0-15,9 0 2 16,4-4 0 0,-1 0-6-16,-3 0 2 0,-2 2 0 15,-10 0-1-15,-5 2 1 16,-8-2-3-16,-4 2-8 16,0-2-42-16,-4 0-20 15,-13 0-84 1,-5-2-470-16</inkml:trace>
  <inkml:trace contextRef="#ctx0" brushRef="#br0" timeOffset="14028.32">14010 2085 374 0,'-27'0'0'16,"12"0"-1"-16,3 0 1 15,8 0 15 1,4 0-15-16,0 0-11 15,0 0-67-15,0 0-5 0,0 0 9 16</inkml:trace>
  <inkml:trace contextRef="#ctx0" brushRef="#br0" timeOffset="15085.1">13451 1864 350 0,'0'0'8'16,"0"0"38"-16,0 0 35 15,0 0-12 1,0 0-2-16,0 0 3 0,0 0 6 15,0 0 8-15,0 0-17 16,0 0-30-16,0 0 4 16,0 0-17-16,0 0 1 15,0 0 11-15,0 0-16 16,0 0 1-16,0 0-21 16,0 0-4-1,0 9-9-15,0 1 11 0,0 8-1 16,0 6 6-16,0 14 2 15,0 10-5 1,0 4 0-16,0 6 5 16,4-12-2-16,-4-4-2 15,0-5 5-15,0-9-4 16,0-4 3-16,0-6-5 0,0-4 0 16,0-4 7-16,0-4-6 15,0 0-1 1,0-4 2-16,2-2 3 15,-2 0-5-15,0 0 0 16,0 0-4-16,4 0 4 16,1 0-21-16,4-16-9 15,-2-6-47-15,-5 0-29 16,-2-5-70-16,0 20-131 16</inkml:trace>
  <inkml:trace contextRef="#ctx0" brushRef="#br0" timeOffset="15451.12">13241 2111 488 0,'0'0'119'15,"0"0"-81"-15,0 0-7 16,-11-12 103-16,11 10-59 15,0 2-55-15,0-2-2 16,0 0-8-16,0 2 7 16,0 0-4-16,7-6 4 15,22 2 5-15,13-4 1 16,11-4 8-16,23 2-23 16,4 0-2-16,-7 2 3 15,-1 0-5-15,-23 2-4 16,-4 4 0-16,-12-2 0 15,-13 4-2-15,-11 0 2 16,-9 0 0-16,0 0-2 16,0 0-28-16,-14 0-41 15,-1 0-69 1,-3 0-218-16</inkml:trace>
  <inkml:trace contextRef="#ctx0" brushRef="#br0" timeOffset="19016.82">14369 1801 338 0,'-6'1'142'15,"6"-1"-132"-15,0 0-3 16,0 0 53-16,0 0-35 15,0 0-23-15,0 0 1 16,0 0 7-16,-2 0 16 16,2 0 9-16,0 0 12 15,0 0 7 1,0 0-13-16,0 0 10 0,0 0-41 16,0 0 6-16,0 0 6 15,0 0 9 1,0 0 23-16,0 0 0 15,0 0-22-15,0 0-1 0,0 0-3 16,0 0 6 0,0 0-20-16,2 0-10 0,17-6 17 15,3-6-1-15,7 1-16 16,5-2-1-16,5 1 2 16,3 0-7-1,6 4 2-15,-2 2 1 16,-5 4-1-16,-8 2 0 15,-6 0-3-15,-10 0 0 16,-3 0 2-16,-10 13-13 16,-4 6-9-16,0 5 17 15,-8 5-10-15,-17-1 16 16,-8 2-1-16,-12 2 0 16,-4 0-1-16,-5-2 0 15,3 0 2-15,2-6-3 16,11-6 7-16,9-6 6 15,12-4-7-15,8-6-3 16,9-2 0-16,0 0 0 16,0 0-3-16,0 0 6 15,9 0-3-15,11 0 1 16,11 0 1-16,9 0 7 16,6-2-9-16,6-4 1 15,8-2 3-15,2 2-4 16,3-2 0-16,-1 2 0 15,-6 4 7-15,-8 0-9 16,-17 0 2-16,-13 2-2 16,-11 0 2-16,-7 0 0 15,-2 0-3-15,0 0 6 16,0 0-5-16,0 0 2 16,0 0-11-16,0 0 11 15,0 0-40-15,0 0-52 16,0 2-71-16,0 0-55 15,-6-2-105-15</inkml:trace>
  <inkml:trace contextRef="#ctx0" brushRef="#br0" timeOffset="19579.75">14326 2231 137 0,'0'0'383'15,"-5"0"-355"-15,5 0-21 16,0 0 96-16,0 0-26 16,0 0-38-1,0 0 68-15,5 0-56 16,9 0-5-16,3 0-10 0,21-7-2 15,11-8 1 1,9 4-20-16,11-3 1 16,-2 3 6-16,2 0-16 15,2 2 1-15,3 0-5 16,-2 0 1-16,-1 4 3 0,-11 1-6 16,-14 1 0-1,-15 3 1-15,-13 0-1 16,-11-2-1-16,-7 2 1 15,0 0-7-15,0 0 7 16,-4 0-20-16,-28 0-12 16,-7 0-88-16,-2 5-71 15,19-1-47-15,8-3-133 16</inkml:trace>
  <inkml:trace contextRef="#ctx0" brushRef="#br0" timeOffset="20366.8">14720 2282 445 0,'0'0'42'0,"0"0"67"16,0 0-12-16,0 0-7 16,0 0-26-16,0 0-17 15,0 0-1-15,0 0 1 16,0-2-9-16,11-8-13 15,7 2-16-15,7-1 13 16,0 2-19-16,6 0-1 16,-3 6-1-16,-1-3 0 15,0 4-1 1,-9 0-2-16,-1 0-2 0,-7 4-7 16,-8 14-1-16,-2 4-7 15,-6 12 7 1,-31 0 11-16,-7-2-3 15,-3-4 4-15,7-8 12 0,7-6-12 16,1-4 9 0,12-4 23-16,9-2-19 0,9-4 12 15,2 0-8-15,0 0-7 16,0 0 8-16,0 0-16 16,2 0 4-1,13 0-2-15,10-4 10 0,6-6-14 16,3 4 2-1,15 4 0-15,-3 2-2 16,1 0 0-16,-5 16-1 16,-17 4-5-16,-7 0 5 15,-11 0-9-15,-7 3-1 16,0 0 9-16,-2 1-10 0,-25 2 8 16,-7-4 4-16,-3-1 0 15,-4-7 7 1,-1-4-5-16,0-2 37 15,-1-8-11-15,1 0 3 16,5 0 16-16,5-10-18 16,10-12 6-16,9-3-17 15,5 2-14-15,8 2-2 16,0 7-2-16,0 4-16 16,0 2-22-16,0 4-49 15,0 4-61-15,0 0-281 16</inkml:trace>
  <inkml:trace contextRef="#ctx0" brushRef="#br0" timeOffset="23842.31">15741 1873 282 0,'2'0'89'0,"0"0"-56"16,0 0 42-16,0 0-7 0,-2 0-25 15,0 0-5 1,0 0 78-16,0 0-53 16,0 0-12-16,0 0-17 15,0 0-1-15,0 0 4 16,0 0 0-16,2 0-1 16,-2-2-13-16,4-6 0 15,-4-2 0-15,0-1-13 16,0 2 4-16,0-5-3 15,0 0-6-15,0 0 11 16,0-3-13-16,-6 3-2 16,-4 2 7-16,-1 2-8 15,-3 6-2-15,5 0-10 16,-7 4 6-16,-8 0-11 16,-9 6 15-16,-8 16 2 15,-3 8 1-15,6 2 0 16,0 8 0-16,5 7 2 15,6-1-5-15,7 2 2 16,8 0 0-16,12 4-8 16,0 0 8-16,0-3 0 15,14-5 0 1,11-8 4-16,6-6-3 0,5-6-1 16,-1-12 5-16,3-6-1 15,7-6 2 1,-7 0 2-16,-1 0-5 15,-5-12 6-15,-12-2-9 0,-3 0 0 16,-3 0 11 0,-5 2-11-16,-5 6 1 0,-4 0-1 15,0 4-22-15,0-1-24 16,0 3-112-16,0 0-179 16</inkml:trace>
  <inkml:trace contextRef="#ctx0" brushRef="#br0" timeOffset="24641.9">16057 2230 675 0,'0'0'7'0,"0"0"-4"16,22-49 149-16,-19 27-77 16,-1-2-27-16,-2 0-12 15,0-4 20-15,0 6-10 16,-7 2-17-16,-11 2 6 16,-1 6-28-16,-6 6-7 15,2 6-6-15,-4 0-11 16,-2 0 17-16,4 6-3 0,-2 12 3 15,6 2 3 1,6 2-6-16,8-4 1 16,7-2-2-16,0 0 1 15,0-6 3-15,5-4 0 16,12-2 0-16,10-4 6 16,-2 0-4-16,4 0 1 15,-2-2-2-15,-6-6-2 16,-5 0-4-16,-7 4 5 15,-3 2 0-15,-6 2 0 16,0 0 0-16,3 0-1 16,-3 0 4-16,0 0-11 15,0 0-10-15,0 9 6 16,0 9 10-16,0 15 2 16,0 6 2-16,0 5 2 15,0 8-4-15,2-2 0 16,-2 2 0-16,0 2 5 15,0 1-5-15,0-4-3 16,0-2 2-16,0-3-20 16,-9-8 19-16,1-6 2 15,-1-4-1 1,1-8 1-16,0-6-1 0,-1-4 1 16,1-4 5-16,-6-4 16 15,-1-2-9 1,-2 0 11-16,-1 0 11 15,3-8-5-15,2-16 3 0,4-10 0 16,2-10-21-16,7-8 8 16,0-13 5-16,0 1-18 15,27 0 6-15,8 4-12 16,7 6 0-16,6 4-1 16,-2 2-1-1,1 5-8-15,-5 10-50 0,-8 6-39 16,-31 27-118-1,-3 0-206-15</inkml:trace>
  <inkml:trace contextRef="#ctx0" brushRef="#br1" timeOffset="49993.33">16628 2582 183 0,'-5'0'83'15,"3"0"-63"-15,0 0-16 16,2 0 17-16,-2 0-19 15,2 0-1-15,0 0-1 16,-3 0-5-16,1 0 1 16,-5 0-1-16,1 0 5 15,-3 0 0 1,2 0 0-16,2 0 10 16,3 0-2-16,2 0 23 0,0 0-8 15,0 0-10 1,0 0 4-16,0 0-4 15,0 0 54-15,0 0-30 16,0 0 12-16,0 0-15 16,0 0 11-16,0 0 5 15,0 0-14-15,0 0 3 16,0 0-18-16,0 0-6 16,0 0 13-1,0 0 0-15,0 0-12 16,10 0-6-16,3 0 11 0,5 0-2 15,-3 0-7 1,3 0 4-16,2 0-12 16,4 0-1-16,1 0-3 15,8 6 7-15,5 9-7 16,-2-1 0-16,4 1 3 16,-11 4-3-16,-5-3 0 15,1 2-2 1,-3 8 4-16,1 0-2 15,-2 6 0-15,0 2 2 16,-3-2-2-16,-5 2 0 16,3 4-1-16,-1 3 4 15,-4 0-6-15,3 2 7 16,-3 3-3-16,0 12 0 16,0 2-1-16,0 0 0 15,-3 3 4-15,-4-15-1 16,0 4-3-16,-2 2 0 15,-2 24 12 1,2 2 6-16,-2 2-10 16,0 1-7-16,5-25 12 15,-1 0-13-15,3-2 5 16,0 0 2-16,2-2-4 16,-3 5 4-16,3-5-5 15,0 12 4 1,0 2-6-16,0-2 0 15,0 0 6-15,-4-9-5 0,1-3-1 16,-2 0 11 0,3 14-11-16,-3-4 6 15,1 0-5-15,0 3 7 16,-5-16-7-16,0 2 1 16,0 3 0-1,0 2 2-15,0 6-2 0,0 3 1 16,0-1 8-1,0 14-10-15,0-4 0 16,0-2 7-16,0 0-5 16,0-18 4-16,0 2-7 15,2-1 3-15,4 9 6 16,1-2 10 0,-1 2-12-16,2 1-6 0,-2-15 15 15,1 4-16 1,1-6 4-16,4-2 7 15,-1 2-11-15,1-2 5 16,-2 1-1-16,5 9-4 16,2-2 0-16,3 2 0 15,2 0 12-15,-4-4-11 16,4 5 5-16,0 4 3 16,9 18-6-1,2-5 0-15,1 0-3 16,0 0 3-16,-8-18 0 15,-1 0-2-15,-1 1-1 16,3 1 8-16,2-2-11 16,2-2 8-16,5 0 0 15,10 7-1 1,4-4-4-16,1 2 5 0,-2-9-1 16,-6-14-3-16,-4-4-1 15,1-3 0 1,12 1 5-16,2-3-5 15,1 0 3-15,2-1 2 16,-5-5-2-16,-3 2-3 16,0-1 0-16,-2-2 5 15,-1-2-1-15,2 0-4 16,-4-2 5-16,12-2-6 16,2-2 1-16,0-2 0 15,0-2 4-15,-12-4-4 16,1 0 0-16,0-4 0 15,6 2 3 1,-1-2-3-16,-4 0 1 16,0 2-2-16,-11-2 3 15,1 0-2 1,3 0 2-16,1 2 3 16,0-2-10-16,3 2 10 0,1-2-1 15,12 3-3 1,0 0-1-16,-2-1 5 15,-2 2 1-15,-10-2-6 0,0 2 0 16,3-4 0 0,14 0 9-16,1-2-9 15,2 0 5-15,3 0-3 16,-11 0-3-16,0 0 1 16,-2 0 0-16,-4-6-2 15,0 2 9-15,-4-4-12 16,-5 0 5-16,5-2 0 15,-8-4 0 1,-4 2 1-16,-8 0-1 16,-12 6 0-16,-6 0 0 15,-3 4 2-15,-3 0 2 16,0 0-4-16,-2 0 0 16,2 2 3-16,3-2-3 15,4-2 0 1,-2-2-5-16,6-2 5 15,0 0 0-15,2 0 0 16,6 2-4-16,-1-2 4 16,0 2 0-16,-4 0 2 15,2 2-1-15,-9 2-1 16,-1-2 0-16,3 0 0 16,3-4 2-1,6-2-2-15,0 0-2 16,7-2 2-16,-5 4 0 0,-2 0 0 15,-4 2 2 1,-8 2-8-16,-3 2 14 16,-5-1-9-16,0 3 3 15,0 0-2 1,0 0 1-16,0 0 2 0,0 0-6 16,0 0 1-16,0 0-2 15,0-3 1 1,-29-7-5-16,-13-2-10 15,-10 0 3-15,-8 2 15 16,9 6-9-16,4 1 9 16,1 3 1-16,5 0 4 15,5 0-7-15,13 0 4 16,7 0 6-16,7 0-7 16,9 0 1-16,-2 0 1 15,2 0-3-15,0 0 0 16,0 0-3-16,0 0 6 15,4 0-9 1,30 0 5-16,7 0 7 16,13 0-5-16,2 0-1 15,2 0 3-15,2 0 0 16,1 0-6-16,-4 0 9 16,-8-1-11-16,-11-2 6 15,-11 2-1 1,-11-1 0-16,-10 0 4 15,-4-3-2-15,-2 5-2 0,0 0 1 16,0 0 1 0,0 0 1-16,0 0-3 15,0 0 1-15,0 0-6 16,0 0 3-16,0 3 2 16,-4 21 0-1,-19 10 2-15,-6 6 21 0,-8 6-20 16,-8 0 15-16,-6 4-5 15,2-4-9 1,9-4 17-16,9-7-20 16,17-13 6-16,5-7-5 15,3-7 6-15,6 1-11 16,-3-4-9 0,1 0-7-16,-4-3-38 0,4-2-46 15,-8 0-176 1</inkml:trace>
  <inkml:trace contextRef="#ctx0" brushRef="#br0" timeOffset="57334.41">21670 6318 328 0,'2'-2'91'16,"-2"0"-86"-16,2 0-4 16,-2 2 20-16,0 0-5 15,3 0-14-15,-3 0 25 16,0 0 0-16,0 0-13 15,0 0 3-15,0 0-12 16,0 0-3 0,0 0-1-16,0 0 3 0,0 0 0 15,0 0 1-15,0 0 8 16,0 0 21-16,0 0-14 16,0 0-4-16,0 0 8 15,0-2-4 1,0 2 21-16,0 0 40 0,0 0-31 15,0 0-13-15,0 0 2 16,0 0 2 0,0 0-10-16,0 0 9 15,0 0-10-15,0 0-5 16,0 0 5-16,0 0-12 16,0 0 4-16,0 0 0 0,0 0-11 15,0 0 12-15,0 0-11 16,0 0-10-16,0 0 20 15,0 0-15 1,0 0 5-16,0 0-6 16,0 0-11-16,0 0 5 15,4 17 0-15,2 6 9 16,1 4 2-16,2 5 1 16,0-6-6-16,-3 0 1 15,6 2-8-15,-3 2 1 16,0 0 0-16,4 2 3 15,-2 2 0-15,0 0-3 16,3 4 0-16,-1 4 5 16,3 0-7-16,1 7 2 15,4 1 3-15,1 0-3 16,7 2 0-16,11 8 1 16,2-2 5-16,3-2-8 15,-5 1 2-15,-11-13 0 16,2-2 2-16,-2-2-2 15,0-2 0-15,-2-4 0 16,-2 2 6-16,-2-6-12 16,4 0 6-16,0-2 0 15,4 0 3-15,-4-3-3 16,0-1-1-16,-4-4 7 16,-8-6-11-16,-2-2 5 15,-4-4 0 1,-2-6 3-16,-5 0-2 0,0-2-1 15,0 0 2-15,0 0 2 16,-2 0 2-16,0 0-6 16,0 0 0-16,0 0 10 15,0 0-10-15,0 0 2 16,0 2-2-16,0-2 6 16,0 0-9-16,3 0 3 15,-3 0-3-15,0 0 4 16,0 2-1-16,0 0 0 15,0-2 4 1,0 2-9-16,2-2 5 0,0 2 0 16,1-2 0-16,-3 0 0 15,2 2 0 1,0-2 0-16,0 2 0 0,1 0-1 16,-1-2-3-16,2 2-14 15,-2-2 16 1,3 0-13-16,-5 0-25 15,0 0 11-15,0 0 9 0,0 0-4 16,0 0-20 0,0 0 14-16,0 0-47 15,4 0-39-15,-2 0-42 16,-2 0-46-16,3 0-78 16</inkml:trace>
  <inkml:trace contextRef="#ctx0" brushRef="#br0" timeOffset="57994.86">22813 7345 524 0,'2'-8'79'16,"-2"8"-77"-16,0 0 99 15,0 0 42-15,0 0-70 16,0 0 31-16,0 0-51 16,0 0-25-16,0 0-4 15,0 0 4 1,0 4-21-16,-14 14 6 0,-10 6 9 15,-2 8-7-15,-8 6 6 16,-9 11-18-16,-7 6 6 16,-8 8 10-16,-7 5-19 15,-5 0 8-15,-1-2-1 16,3-3-4-16,3-9 9 16,11-8-12-16,10-5 20 15,13-6-19-15,4-1 2 16,9-4-3-16,7-8 5 15,5-4-5 1,6-8 0-16,0-6 0 0,0-4-5 16,0 0 5-16,0 0-12 15,0 0-12 1,0 0-18-16,4-16-12 0,15-8-55 16,10 0-79-16,-19 12-87 15,3 0-137 1</inkml:trace>
  <inkml:trace contextRef="#ctx0" brushRef="#br0" timeOffset="58709.92">22866 7553 186 0,'0'0'16'16,"0"0"-16"0,0 0 0-16,40-14 7 15,-35 14 13-15,-5-1 43 16,2 1 10-16,0-5-1 16,2 4-40-16,1-3-23 15,2 1 1-15,-5 2-8 16,1 1 25-16,-3 0 15 15,0 0 1-15,0 0 8 16,0 0 8-16,0 0 9 16,0 0-12-16,0 0-34 15,2 0 6-15,-2 0-9 16,0 0 28-16,0 0-27 16,0 0 9-16,0 0 8 15,0 0-14 1,0 8 7-16,-9 20-18 0,-14 8 9 15,-6 10 17-15,-8 8-11 16,-10 10-16-16,-7 6 11 16,-6 4-19-16,-3-6 19 15,5-1-16-15,5-11-4 16,8-10 19-16,12-8-7 16,8-8 1-16,10-12-5 15,7-6-3-15,2-6-7 16,6-4 0-16,0-2-2 15,0 0 2 1,0 0-5-16,0 0-1 0,0 0-31 16,0 0-14-16,12-14-78 15,-5 4-94 1,-1 2-292-16</inkml:trace>
  <inkml:trace contextRef="#ctx0" brushRef="#br0" timeOffset="60358.53">22697 7868 459 0,'0'0'209'15,"0"0"-190"-15,0 0 71 16,0 0-33-16,0 0-45 16,0 0 2-16,0 0 9 15,0 0 10-15,2 10 42 16,7 8-8-16,2 0-29 15,0 7 14-15,2-1-30 16,1 3 1-16,4 2-8 16,2 1-9-16,-2 0 16 15,4-2-14 1,2 2-6-16,1-4 14 0,4-2-10 16,2 0-2-16,0 0-4 15,17 6 17 1,0 1-14-16,8-3-1 0,0 2 7 15,-8-8-9-15,0 2 0 16,-2 0 0-16,1-4 3 16,-3 0 0-16,-1 0-3 15,-5-4 0-15,2 0 2 16,-3 0-1-16,0 0-1 16,0-4 0-16,1 2 0 15,0 0 0-15,5-2 0 0,5 1 3 16,24 0-2-16,3 1-1 31,2-1 0-31,-6-3 5 0,-20-5-6 16,-5 2 1-16,-8 0 0 15,-5 0-1 1,-6-3 1-16,-4-2 0 0,-1-2-1 16,-4 0 2-16,4 0-2 15,1 0 1 1,4 0 0-16,4 0 3 0,4 0-3 15,3 0-1-15,0 0 1 16,7 0 0 0,-5 0 0-16,-1 0 0 15,-1 0 1-15,-11 0 0 0,2 0-2 16,-4 0 1 0,-1-2 0-16,-1-1 0 0,1 3 0 15,2 0 0 1,6 0 1-16,3 0-1 0,2 0 0 15,-2 0 0 1,-2 0 3-16,1 0-3 16,-3 0 0-16,-6 0-3 15,-4 0 4-15,-7 0-1 16,-3 0 0-16,-1 0 4 16,-4 0-6-16,3 0 2 15,1 0 0-15,6 0 0 16,0 0 0-16,2 0 0 15,-3 0 0-15,3 0 3 16,-4 0-8-16,1 0 5 16,-4-1 0-16,-1 1 0 15,-4-3 0-15,-2 2 0 16,-4-2 6-16,3 2-8 16,-1-4 2-16,4 1 0 15,2 0-1-15,-4 3 1 16,-2 1 0-16,0 0-3 15,-2 0 5-15,0 0-6 16,0 0 4-16,0 0-1 16,0 0-5-16,0 0 6 15,0 0-9 1,0 0 5-16,0 0-14 0,0-3 8 16,0 3 3-16,0 0 1 15,0 0 2 1,0 0 4-16,0 0-1 0,0 0 5 15,0 0-7-15,0 0 3 16,0 0 0-16,0 0 4 16,0 0-2-16,0-1-2 15,0 1 2-15,0 0 4 16,0 0-1-16,0 0-5 16,0 0 0-16,0 0 19 15,0 0-14-15,0 0 1 16,0 0-3-16,0 0-2 15,0 0-1 1,0 0-4-16,0 0-1 16,0 1 2-16,-6 6 3 0,4-2 0 15,-1 0 7-15,3-4-11 16,0 2 4-16,0-2 0 16,0-1 0-16,0 3 0 15,0-3 0 1,0 0-2-16,0 0 0 15,0 0 2-15,0 0 0 0,0 0 9 16,0 0-8 0,0 0 7-16,0-4-3 15,0 1 2-15,0 3-6 16,-3 0-1-16,-7 0-23 16,-8 0-26-16,7 0-103 0,-2 0-235 15</inkml:trace>
  <inkml:trace contextRef="#ctx0" brushRef="#br0" timeOffset="68218.88">21587 8428 425 0,'-2'0'60'0,"2"0"-52"0,0 0-8 16,0 0 35-1,0-2-31-15,0 2 3 0,0 0 42 16,0 0-4-1,0 0-8-15,0-2-2 16,0 2-2-16,0-2-4 16,0 2 10-16,0 0-20 15,0 0-3-15,0 0 10 16,0 0-3-16,0 0-2 16,0 0-3-16,0 0 5 15,0 0-14 1,0 0 1-16,0-4 21 0,0-2-23 15,0 0 3-15,11-4-7 16,5 4-3-16,1-2 1 16,4 2-2-16,1 2 0 15,0 0 4-15,0 1 0 16,1 3-4-16,-1 0 4 16,-4 0-1-1,-4 0-2-15,-4 0-9 16,-7 5 7-16,-3 7-19 0,0 0 5 15,0 2 15 1,0 6 0-16,-13 2-10 16,-10 4 23-16,-12 4-11 15,-23 8 10 1,-3-4-10-16,-1-2 3 0,6-4-2 16,21-13 6-16,10-5-9 15,8-2 0 1,5-7 5-16,8 2-1 15,4-3-4-15,0 0-4 16,0 0 3-16,0 0-7 16,0 0-1-16,4 0 5 15,18 0 8-15,7 0 14 16,11 0-18-16,20 0 22 16,9 0-15-16,5-4-6 15,-5-3 16-15,-25 6-11 16,-10 1 6-16,-12 0-5 15,-8 0 1 1,-7 0-12-16,-5 0 4 16,-2 0 1-16,0 0-1 15,0 0-18-15,-13 0-39 16,1 1-76-16,-1 6-90 16</inkml:trace>
  <inkml:trace contextRef="#ctx0" brushRef="#br0" timeOffset="68669.25">21246 8899 615 0,'-2'0'26'0,"2"0"-18"0,2 0 15 15,23 0 16 1,4 0-4-16,7-6-6 0,1 0 18 15,5 0-17-15,8-2 5 16,1 0 15-16,4 2-30 16,5-2-3-16,3 0 16 15,-5 2-12-15,-4 0 5 16,-12 4-26-16,-13 0 2 16,-11 2-3-1,-10 0 1-15,-5 0-1 16,-3 0-10-16,0 0-7 0,0 0-24 15,0 0-31 1,0 0-57-16,-11 0-89 16</inkml:trace>
  <inkml:trace contextRef="#ctx0" brushRef="#br0" timeOffset="69299.98">21536 8931 477 0,'0'0'114'16,"0"0"-110"-16,0 0 42 15,0 0 47-15,45 0-38 16,-24-6-19-16,6 2-12 15,9 0 18 1,2 2-11-16,-2 2 7 16,-3 0-33-16,-15 0 4 15,-5 0-9-15,-6 0 1 16,-3 10-10-16,-4 6 8 16,0 4-20-16,0 0 8 15,-13 9 12 1,-14-4-5-16,-6-3 6 15,4-1 5-15,11-16-5 0,7 0 0 16,9-3 15 0,2-2-15-16,0 0-38 15,11 0 5-15,13 0 33 16,3-4 0-16,4 1 0 16,-6 3 4-16,-2 0-1 15,-4 0 12-15,-5 0-13 16,-3 7 2-16,-9 7-4 15,-2 4-3 1,0 2-1-16,0 4 8 16,-25-6 11-16,-8-2-8 15,-13-2 17-15,-22-8 34 16,-3-6 0-16,6 0-17 16,7 0-27-16,27-14 15 15,14-6 1 1,7-4-28-16,10 0-4 15,0 1-9-15,0 5-86 16,12 14-81-16,-1 3-146 16</inkml:trace>
  <inkml:trace contextRef="#ctx0" brushRef="#br0" timeOffset="70117.14">22521 8592 582 0,'2'-8'15'0,"-2"4"70"16,0-2 24-16,0 0-55 16,0-4-4-16,0 4 9 15,-7-4-25-15,-1 4 6 16,-1 0 11-16,-7-2-33 15,3 4-10-15,-5 0-2 16,-5 4-6-16,2 0-1 16,-8 0-7-16,-3 4 8 15,1 16 20-15,-5 14-16 16,2 7 6-16,5 0 2 16,6 8-19-16,11-9 7 15,8 4-2 1,4 0-1-16,0-2 6 15,16-6-6-15,13-6 4 16,6-8-8-16,21-8 5 16,6-12 2-16,7-2 20 15,0 0-20-15,-13-12-10 16,-8-10-33-16,-7 0-81 16,-39 12-70-1,-2 0-463-15</inkml:trace>
  <inkml:trace contextRef="#ctx0" brushRef="#br0" timeOffset="70718.33">22826 8797 609 0,'0'0'131'0,"0"0"-125"15,0 0 71 1,27-40 25-16,-27 26-22 15,0 2-63-15,0-2 1 16,0 5-5-16,-18 4 7 16,-6 2 4-16,-7 3-24 15,-10 0-19-15,3 0 19 16,7 0 17-16,8 8-9 16,10 5-5-16,9-3-6 15,4-1-2-15,0 0 1 16,0-5-1-16,7 0-2 15,24-3 7 1,9-1 0-16,3 0 3 16,1 0-3-16,-15 0-3 15,-7 0 2 1,-7 0-10-16,-7 0 9 0,-6 0-12 16,2 3 11-16,-2 15-17 15,1 20 20 1,-3 10 2-16,0 6 3 15,0 4-5-15,0-11 0 16,0 0 1-16,0-8 0 16,0 2 0-16,-7-4-1 15,-11-13-2-15,-5-4 2 16,0-14 20-16,2-4-12 16,-1-2 47-16,7 0-29 15,5 0-7 1,6-14 49-16,4-18-54 0,0-32-7 15,11-10-5 1,29-7 7-16,10 5-9 16,0 28 0-16,4 8-2 15,-2 10-3-15,-2 2-14 16,-38 26-346 0,-8 2-246-16</inkml:trace>
  <inkml:trace contextRef="#ctx0" brushRef="#br0" timeOffset="72092.64">20923 9814 194 0,'7'0'42'0,"-4"0"-39"15,-3 0-3-15,0 0-19 16,0 0-27-16,0 0-26 16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43:29.25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14683 6274 282 0,'0'-28'57'16,"0"14"-51"-16,0 0 36 15,0 6 69-15,0 0-33 16,0 4-47-16,0 2 17 16,0-2-1-16,0 4 75 15,0 0-62-15,0-2-6 16,0 2-6-16,0 0-20 15,0 0-4 1,0 0-3-16,0 0-9 0,0 0 10 16,0 6-15-16,0 12 0 15,0 6 1-15,0 6 0 16,0 6 10-16,0 9-5 16,0 5-12-16,0 5 18 15,0 6 0 1,0 3-5-16,0 2 4 0,4 2-9 15,0-3-1-15,1-1-5 16,-1 6 7 0,-2-8-2-16,-2-4-1 0,0-8 3 15,0-19-5 1,0-8 5-16,0-6-9 0,0-6 4 16,0-4-1-16,0-3-3 15,0-2-1-15,0-2 0 16,0 0 1-16,0 0-2 15,0 0-2-15,0 0-29 16,0 0-12 0,0-9-41-16,0-13-51 15,0 11-108-15,0-2-164 16</inkml:trace>
  <inkml:trace contextRef="#ctx0" brushRef="#br0" timeOffset="403.77">14197 7190 860 0,'0'0'76'0,"0"0"-76"15,-50 10 0-15,50-10 46 16,0 0 8-16,10 0-54 15,17 0 0-15,8 0 1 16,12 0 48-16,8 0 4 16,6 0-5-16,5 0-23 15,9-10-12-15,-2 1-5 16,2-1 1-16,3 6-9 16,-7-3 0-16,-6 7 3 15,-7 0-2 1,-15-1-1-16,-19 1 0 0,-10 0 0 15,-14 0-1-15,0 0 3 16,0 0-2-16,0 0 13 16,0 0-13-16,0 0 5 15,0 0-5-15,0 0-13 16,0 0-6-16,0 0-27 16,-19 4-41-16,-2 10-281 15,7-10 43-15</inkml:trace>
  <inkml:trace contextRef="#ctx0" brushRef="#br0" timeOffset="786.18">14602 7357 640 0,'0'0'53'15,"0"0"-50"-15,0 0 89 16,0 0 37 0,12-36-66-16,-12 36-29 15,0 0-11-15,0 0-8 16,0 8 13-16,0 20-10 0,-18 14 22 16,-11 11-19-16,-7 2-8 15,-4 3-3-15,-5 1-4 16,3-7 4-16,1-6-7 15,8-10-1 1,6-10 19-16,12-10-16 16,7-6-5-16,5-8-3 0,3-2 3 15,0 0-14 1,5 0-32-16,14 0-16 16,8-4-51-16,2-12-68 15,-17 6-24-15,-4-2-103 16</inkml:trace>
  <inkml:trace contextRef="#ctx0" brushRef="#br0" timeOffset="1349.81">14583 7399 726 0,'0'0'133'0,"0"0"-132"15,0 0 8-15,0 0 129 16,15-52-54-16,-15 52-41 15,0 0-11-15,0 0-16 16,0 0-3-16,0 0 2 16,0 0-2-16,0 4-6 15,0 14-6-15,11 8-1 16,3 4 28-16,5 6-20 16,6 2-7-16,4 1 3 15,10 5-4 1,0-4 0-16,-6-6 0 0,-6-6 3 15,-16-14-3-15,-4-4 0 16,-5-4-1-16,0-4 3 16,-2 0-5-16,0-2 3 15,0 2 0-15,0-2 2 16,0 0-2-16,0 0 0 16,0 0-1-16,0 2-4 15,0 2-7-15,-2 4 12 16,-18 0 5-16,-23 4-3 15,-9 0 0 1,-6-2 3-16,-7-2-1 0,3-4 0 16,-1 0 2-1,-2 0-3-15,12-2 7 0,6 0-9 16,13 0 2-16,17 0-3 16,8-2 5-16,9 0-10 15,0 0 5 1,0 0-18-16,0 0-50 0,2 0 10 15,14 2-19-15,1 2-65 16,-7 0-144 0,-2-4-74-16</inkml:trace>
  <inkml:trace contextRef="#ctx0" brushRef="#br0" timeOffset="1651.32">14638 7845 226 0,'0'0'595'16,"0"0"-518"-16,0 0-76 0,22 0 51 15,-22 0 35 1,0 1-35-16,0 3-29 16,0 6 5-16,0 7-10 15,0 9-6-15,0 11 33 16,0 6-4-16,0 5-12 0,0 6-11 15,0-2-17 1,0-4 10-16,0-2-8 16,0-10 1-16,0-7-1 15,0-10-4-15,0-5-7 0,0-5-44 16,0-9-44 0,0-6-160-16,0-15-277 15</inkml:trace>
  <inkml:trace contextRef="#ctx0" brushRef="#br0" timeOffset="3595.96">5715 6410 295 0,'-10'-15'85'0,"4"2"-80"16,4 3 11-16,0 2 80 15,-1-2-9-15,3 5-52 16,0-2 12-16,-2-1-7 16,-2 4-5-16,2 1 41 15,-1 3-11-15,0-3-22 16,1 3-10-16,2 0-3 16,-2 0-14-16,2 0 2 15,-2 0-18-15,0 0-2 16,0 12 2-16,0 33 0 15,-3 17 14-15,3 14-10 16,2 6 6-16,0-10-10 16,0 4 1-16,0 3 6 15,0-3-6-15,0-6 0 16,0-8 7-16,0-14-7 16,0-12 6-16,0-11-6 15,0-10 1-15,0-7 3 16,0-1-5-16,0-5-2 15,0-2-20-15,0 0-23 16,0 0-81 0,0 0-84-16,0 0-88 15</inkml:trace>
  <inkml:trace contextRef="#ctx0" brushRef="#br0" timeOffset="3935.57">5211 7114 857 0,'0'0'48'0,"0"0"-43"15,0 0-5 1,-34 0 54-16,37 0-28 16,23-1-26-16,16-6 0 0,14-3 5 15,11-2 6 1,11-4 7-16,12 7 4 0,1-6-2 15,-2 9-5 1,-2 4-13-16,-11 0 3 16,-14 2-5-16,-15 0-6 15,-16 0 2-15,-13 0-9 16,-10 0 4-16,-8 0 8 16,0 0-6-16,0 0 7 15,0 0-43-15,0 2-27 16,-2 2-54-16,-6-4-63 15,-5 2-211-15</inkml:trace>
  <inkml:trace contextRef="#ctx0" brushRef="#br0" timeOffset="4277.89">5732 7095 689 0,'0'0'45'16,"0"0"-33"-16,0 0 30 15,0 0 90-15,-20-9-71 16,5 25-9-16,-10 14-50 16,-8 9 4-16,-7 7-1 15,-3 4 17-15,-3 6-5 16,4 0 0-16,1 6-1 15,12-11-8-15,14-11 13 16,8-11-20-16,7-18-1 16,0-5-3-16,0-6-11 15,15 0-8-15,8 0-11 16,6-18-41-16,0-9-61 16,-2 0-26-16,-21 13-161 15</inkml:trace>
  <inkml:trace contextRef="#ctx0" brushRef="#br0" timeOffset="4739.81">5668 7146 734 0,'0'0'113'0,"0"0"-101"0,0 0 73 16,0 0 36-16,16-33-59 15,-16 33-49-15,0 0-11 16,6 15-4-16,5 11 4 15,7 2-1 1,2 5 1-16,4 1 3 16,3 2-5-16,2 4 0 0,7 10 0 15,-1 2 2 1,-1-8-3-16,-8-4 1 16,-12-18-2-16,-7-5 0 0,-7-7-10 15,0-2 7 1,0-1-2-16,-4 1 7 0,-19-1 1 15,-13-1 6-15,-9-2 2 16,-7-4 8 0,-4 0-2-16,0 0 18 15,-2 0-30-15,4 0 10 16,3 0-12-16,4 0-1 16,16 0 4-16,8 0-4 15,15 0 0-15,6 0-1 16,2 0-10-16,0 0-17 15,0 0-23-15,0 0-17 0,0 0-24 0,0 0-25 32,2 0-24-32,12 0 30 15,-8 0-24-15,3 0-61 16</inkml:trace>
  <inkml:trace contextRef="#ctx0" brushRef="#br0" timeOffset="5095.56">5772 7583 649 0,'0'0'181'16,"0"0"-180"-16,0 0 150 15,7-5-92-15,-7 5-15 16,0 0-20-16,0 0-15 15,0 10 3-15,0 26-12 16,0 16 4-16,0 18 28 16,0 14-17-16,0 7 11 15,0 5-13-15,0-4-11 16,0-12 9-16,9-9-6 16,0-17 1-16,-3-14-1 15,2-11-3 1,-4-11 1-16,-2-7-3 0,0-9-4 15,-2-2 0-15,0 0-44 16,0-10-85 0,0-12-368-16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44:06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13287 9894 203 0,'-4'-11'90'16,"2"6"-68"-16,-3-1-12 0,5-1 19 15,-2 2 20-15,0-1-20 16,2 2-19 0,0-3 17-16,0 6 18 15,0-4-30-15,0 1 0 16,0 4 6-16,0 0 5 15,0 0-2 1,-2 0 6-16,2-1 2 0,0 1-7 16,0 0-14-16,0 0 0 15,0 0-10 1,0 0 2-16,0 0-6 16,0 0 3-16,0 0 0 0,-2 0 2 15,2 0-1 1,0 0 3-16,0 4-3 15,0 7 8 1,0 0-9-16,0 3 0 16,0-3 4-16,0 7-3 15,0 0 3-15,0 3-2 16,0 3 2-16,0 8-4 16,0 4 0-16,0 4 11 15,0 2-6-15,0 0 4 16,0 2 2-16,0 0-10 15,0 15 9 1,0 1-6-16,0 2 12 16,0 0-8-16,0-3 6 0,0-4 0 15,0 8-14 1,-7-1 13-16,5-4-6 16,-3 0 17-16,1-4-14 15,-1 14-2-15,1 1 7 16,0-5-14-16,1 0 13 15,1-18-11-15,2-2-2 16,-2 1 14 0,-5 9-8-16,0-3 12 15,-4 0-19-15,2-3 16 16,2-12-7-16,3-2-4 16,0 0 16-16,-1-2-11 15,1 0 7-15,2 3-17 16,0 1 13-16,2 8-9 15,0 4-2-15,0-2 16 16,0 0-15-16,0-10 1 16,0 2 6-16,0-2-6 15,0-1 2-15,0 1-6 16,0 0 0-16,0-3 6 16,0 4 7-16,0 1-10 15,0-2-1-15,0-2 6 16,0 0-16-16,0-2 17 15,0 0-10-15,0 0 1 16,0 14 0 0,0 3 0-16,0 1 6 15,0 4-8-15,0-16 2 0,0 0 0 16,0-4 3 0,0 2-3-16,0 0-1 15,4-1 5-15,0 1-6 16,3-6 2-16,-3 4 0 15,1 2 1 1,-1 2 2-16,-1 0-6 0,-1-2 8 16,-2 2-6-16,0 6 1 15,4 2 0 1,3 1 1-16,-1-1 0 16,-1-10-1-16,2 2 2 15,-3 2 1-15,1 14-4 16,-3 4 1-16,-2 2-1 15,0 5 2-15,0-9-1 16,0 0 1 0,0-4 2-16,0 0-6 15,0 0 6-15,4 0-4 0,3 5 1 16,9 15 0 0,-3-2-1-16,1 2 4 15,-4-10-3-15,-1-12 0 16,3-1 0-16,-6-9-4 15,1 12 4 1,-3-2 3-16,-2 4-1 16,-2-2-2-16,2-10 0 0,1-6 1 15,0-5-5 1,-1-5 10-16,-2-8-11 16,0-4 7-16,0 0-2 15,0-9 0-15,0 2 0 16,0-5-2-16,0 0 2 15,0 0-10-15,0-2 6 16,0 0-25 0,0 0 3-16,0 0-74 15,0 0 0-15,0-4-37 16,-2-5-27-16,-6 4-115 16</inkml:trace>
  <inkml:trace contextRef="#ctx0" brushRef="#br0" timeOffset="2001.33">17182 9950 247 0,'0'-38'3'0,"0"20"-3"0,0-2 50 15,0 6 11 1,3 1-19-16,1 3-26 16,-2 6 17-16,-2 0-2 15,0 0-19-15,0 0-6 16,2-2 16-16,0 2-17 15,1 0-5-15,0 3-3 16,-3-2 3 0,0 1 3-16,0 1-2 15,0-2 4-15,0 3 34 16,0-1-5-16,0 1-13 16,0 0-5-16,0 0-14 15,0 0 7-15,0 0-4 16,4 14-5-16,-2 8 21 15,0 20 22 1,3 8 22-16,1 8-47 16,1 10-2-16,0 0 12 0,-3 4-21 15,1 9 7 1,-3-1-3-16,2 0 9 16,0 4-11-16,-1 6-8 15,-1 33 12-15,-2 5-10 16,0 2 4-16,0-1-6 15,0-27 3-15,0-1 7 16,0-11-10 0,0 20 1-16,0-2 19 15,0 1 0-15,0 1-6 16,0-24-6-16,0-4 15 16,0 1-17-16,0-1 2 15,0 2 19-15,2 2-14 16,1-2-6-16,-1 14-6 15,3-5 10-15,-5-5-9 16,0 0 0-16,0-19 11 16,0 4-13-16,0 0 8 15,0 11-5 1,0-4 8-16,0-5-12 16,0 1 0-16,2-18 7 15,8 2-4-15,-1 0-3 16,-1-2 2-16,0 3 8 15,-1-7-10-15,-1-2 0 16,-1 10 1 0,-2 2 3-16,-1 0-3 15,0-2-1-15,0-12 2 0,0-5-2 16,2-1 0 0,1 16 0-16,3 0 0 15,2 2 0-15,1 2 0 16,1-11 1-16,-2-3 0 15,1-2-1 1,1-4-2-16,-3 2 2 0,-1-6 4 16,4-4-4-16,-3 8 0 15,-1-8-1 1,-3-5 1-16,-1-3 0 16,-4-14 2-16,0-2-1 15,0-2-1-15,0-1 0 16,0 4-2-16,0-1 2 15,0 2-9 1,-13 0 6-16,-5-2-26 16,-2 2 2-16,-2-10-1 15,-1-2-54-15,2-2-55 16,11 0-32-16,-1-14-120 16</inkml:trace>
  <inkml:trace contextRef="#ctx0" brushRef="#br0" timeOffset="3600.45">13368 10505 454 0,'-2'-2'144'15,"2"-2"-144"-15,0 2 4 16,4 0 5-16,10 0 71 16,1 0-45-16,3 0-26 15,16 0 7 1,3 0 48-16,7 2-29 16,10-2-20-16,-2 0 11 15,12 0-19-15,11-2 1 16,13 0 8-16,9 0 23 15,13 0-27-15,13 0-12 16,37 0 17 0,2-2-9-16,-1 2-7 15,0 2 3-15,-39-4-3 0,-1 2-1 16,-6-2 0 0,19-2 3-16,-3 0-5 15,-2 2 2-15,-2-2-2 16,-28 4 7-16,-11 2-7 15,-1 0 2 1,-10 2 0-16,-6 0 1 0,-9 0 1 16,-4 0-3-16,11 0 5 15,-3-2-4 1,2-2 0-16,1 0 0 16,-13 0 2-16,1 0-2 15,-1 2 0-15,6-2 5 16,-6-2-1-16,-11 4 4 15,-3-2-8-15,-13 2 10 16,0-2-10 0,2-2 0-16,3 0 4 15,3 2-4-15,1-2-1 0,-2 4 1 16,-4 0 12 0,-13 0-10-16,-7 2 0 15,-12 0 5-15,0 0-6 16,0 0-2-16,-31 0-16 15,-19 0-59 1,-4 0-286-16,4 0 174 16,9 0 91-16,20 0 65 0,17 0-32 15</inkml:trace>
  <inkml:trace contextRef="#ctx0" brushRef="#br0" timeOffset="4149.92">16607 10094 556 0,'-15'-10'110'0,"13"8"-110"15,2 2 4-15,0-2 68 16,0 2 36-16,0 0-62 16,0 0-12-16,0 0 17 15,0 0-10 1,0 0 29-16,4 0-47 16,19 10 5-16,8 6-18 15,7 2 3-15,8 0 3 16,6 0-15-16,3 0 3 15,4 0 1-15,-7-2-6 16,2 5 2 0,-11-7-1-16,-12-3 0 15,-11 0-3-15,-16-7-1 0,-4-2 4 16,0-2 0 0,0 1 0-16,0 6 4 15,-4-1-1-15,-16 2 0 16,-9 6-2-16,-4 2-1 15,-10 2 0-15,-15 6-4 16,-11 0 4-16,-6 2-1 16,-4 0-20-16,-1-2 12 15,15-4-13 1,12-2-7-16,13-4-28 16,18-4-96-16,22-10-96 15,0 0-181-15</inkml:trace>
  <inkml:trace contextRef="#ctx0" brushRef="#br0" timeOffset="5557.17">13883 10309 355 0,'8'-4'146'0,"-8"4"-146"16,0-2-75 0,0 0 75-16,0 0 59 0,0 0-26 15,3 2-20 1,-3 0 13-16,0 0 12 16,0-3-8-16,0 3-1 15,0 0 12-15,0 0-20 16,0 0 11-16,0 0 3 15,0 0-18 1,0 0 21-16,0 0-30 16,0 0 20-16,0 0-5 0,0 0 1 15,0 0-3 1,0 0-19-16,0 0 19 16,0 0-13-16,0 0 9 15,0 0-10-15,0 0-1 16,0 0 6-16,0 0-12 15,-5 0 8-15,-11 0-8 16,-3 0 1 0,-19 3-1-16,-9 9 0 15,-5 6-1-15,-8 4 4 16,7-4-3-16,0 2 1 16,1 0 0-16,8-2 19 15,11-2 18-15,6-2-16 16,8 0-20-16,4 0 1 15,1 2-3-15,6-2 0 16,1-2-3-16,5-2 3 16,0-3 0-16,2-2-2 15,0 5 3 1,0-3-1-16,-4-2 1 16,4 1 4-16,0-2-5 15,0 3 0-15,0 0-1 16,0 1 3-16,0-1-4 15,2 0 4-15,11 2 1 16,14 4-3 0,10 4 0-16,8-2 6 15,8 4-4-15,-3-7-2 0,1-2 0 16,0 0 2 0,7 2-2-16,-9-2-13 15,-13 2-22-15,-7-2-27 16,-21 0-72-16,-8-8-94 15,0-2-176 1</inkml:trace>
  <inkml:trace contextRef="#ctx0" brushRef="#br0" timeOffset="7394.08">14317 10674 377 0,'0'-16'0'0,"0"8"0"16,-4 4 38-16,-6 2 75 15,-1 0-54 1,-1 2-43-16,-5 0 37 0,-5 0-28 16,-4 0-15-16,-19 12-9 15,-4 8 16 1,2 4 1-16,3 0 26 0,19-4 7 16,7-2-19-16,7 0-9 15,9 0-22 1,2-2-3-16,0 0-11 15,17-4 12-15,12 0-2 16,5-2-2 0,4-2 1-16,7 2 8 15,-1 2-3-15,-4 4-1 16,-4 2-25-16,-11 6-2 16,-15 1-6-16,-5-1 31 15,-5 0-4-15,0-6 6 16,-27 2 4-16,-15 0-2 15,-29-2 5 1,-7-2 0-16,2-6 16 16,6-8 2-16,33-2 1 0,10 0-3 15,16-2-23 1,11-12-24-16,0 0-215 16,2 8-6-16,17 0-126 15</inkml:trace>
  <inkml:trace contextRef="#ctx0" brushRef="#br0" timeOffset="7946.23">14435 10906 238 0,'34'-20'28'15,"-21"8"-28"-15,1 0 0 16,-8 4 42-16,-4 2 46 16,-2 0 5-16,0 4-10 15,0-2-6 1,-13 2 18-16,-9 2-67 16,-5 0-12-16,0 0-15 15,-4 8 1-15,-2 12 2 16,3 3-4-16,6 0 33 15,4 4 1-15,9 0-17 16,11 4-12 0,0-3 4-16,0-6-9 0,16-4-1 15,3-10 1-15,6-6 1 16,4-2 11 0,11 0-3-16,0-27 18 15,-2-2-27-15,-7 3-31 16,-18 8-17-16,-5 9 6 15,-4 5 28-15,-4 4 12 16,0 0 2-16,0 0 16 16,0 18-4-16,0 17 12 15,0-3-16 1,0-2 2-16,13-10-10 16,5-14-1-16,2-6 0 15,2-2-6-15,11-48 1 16,-4-18-104-16,-4-12-24 15,-18 33-72-15,-7 17-82 16</inkml:trace>
  <inkml:trace contextRef="#ctx0" brushRef="#br0" timeOffset="8116.91">14707 10561 522 0,'0'8'239'15,"-9"52"-239"-15,9 5-8 16,0 1 8-16,0-2 20 15,4 6-10-15,10-10-2 16,-5-11-8 0,-3-15-2-16,-6-22 0 0,0-10-30 15,0-2-55 1,0-4-154-16</inkml:trace>
  <inkml:trace contextRef="#ctx0" brushRef="#br0" timeOffset="8596.4">14640 10834 529 0,'0'0'33'0,"0"0"-33"15,0 0 43-15,156-34-16 0,-107 24-25 16,1-2 12 0,-6 4 12-16,-9 0-15 15,-12 6-9-15,-13 2-1 16,-7 0-1-16,-3 2 0 15,0 26 37-15,0 12-6 16,-9 6 0-16,5-8-14 16,2-3-16-16,-1-8 7 15,3-4-1 1,0-11 4-16,0-6-2 16,15-6 3-16,6 0-2 15,-1-14 2-15,4-17-9 16,-4-5-3-16,-4-4-68 15,-5 4 25-15,-6 6 24 16,-1 10 12 0,-4 10 7-16,0 10 5 15,0 0 24-15,0 10 37 0,0 22-32 16,0 8-33 0,4 8 11-16,14-6 8 15,3-10-8-15,-4-7-12 16,-3-17 0-16,-1-8-1 15,0 0 0 1,3-8-24-16,2-24-134 0,-16 10-1 16,1 0-125-16</inkml:trace>
  <inkml:trace contextRef="#ctx0" brushRef="#br0" timeOffset="8908.84">15329 10754 542 0,'15'4'188'0,"1"40"-140"15,6 6 13-15,-2-8-24 16,0 3-17 0,-2-9-4-16,-4-4-11 0,-6-10 18 15,-3-10-7 1,-5-4 13-16,0-8 10 16,0 0-3-16,0-8 15 15,0-30-16-15,-3-15-27 16,-1-7 9-16,4 0-17 15,0 0 4 1,0 12 0-16,18 14-8 16,2 12 4-16,-4 16-4 0,3 6-2 15,2 0-1 1,1 14-156-16,0 18-17 16,0 4-8-16,-15-20-65 15,-2-6-113-15</inkml:trace>
  <inkml:trace contextRef="#ctx0" brushRef="#br0" timeOffset="9424.81">15770 10782 283 0,'0'0'157'0,"0"0"7"15,31-24-31-15,-31 24-25 16,0 0-5-16,-29 10-33 16,-9 24-35-16,-4 12-25 15,-3 2 15-15,8 0 5 16,10-7-3-16,8-11-8 15,13-12-17-15,6-10 2 16,0-8-4-16,20 0-1 16,22-26 1-16,10-10 1 15,10-8-1 1,-8 5-33-16,-14 13 8 16,-16 10 16-16,-21 16 8 15,-3 0-8-15,0 0 4 16,0 24 5-16,0 8 23 15,0 2-16-15,2-3-7 16,9-9 3 0,0-11-6-16,4-11 3 15,2 0-4-15,4-18 3 0,4-23 1 16,-3-14-8 0,3-23-15-16,-12-4-97 15,-7 3 50-15,-1 16-2 16,-5 32-4-16,0 17 50 15,0 10 26 1,0 4 80-16,0 0 144 0,0 21-205 16,0 16-15-16,0 31-1 15,0 5-1 1,14 1-2-16,10-4 0 0,-6-26-17 16,-4-10-24-1,-10-13-47-15,-4-20-35 16,0-1-213-16,0-7 5 15</inkml:trace>
  <inkml:trace contextRef="#ctx0" brushRef="#br0" timeOffset="9709.08">15986 10798 716 0,'-4'-14'148'0,"4"12"-148"15,2-2-31-15,20-2 31 16,9 0 30-16,3-2-10 15,6 2-8 1,-9 4 41-16,-9 2-49 16,-7 0-4-16,-9 2 9 0,-6 24-8 15,0 10 49 1,0 6-11-16,0-2-3 16,0 0-34-16,0-8-1 15,0-6 5-15,0-8-4 16,0-7-3-16,0-11 1 15,0 0-16-15,0-16-60 16,0-5-154 0,0-8-230-16</inkml:trace>
  <inkml:trace contextRef="#ctx0" brushRef="#br0" timeOffset="10127.59">16142 10539 648 0,'0'0'284'0,"0"0"-284"15,0 0-165-15,4 32 161 16,8 2 0-16,1-6-43 16,-2-3-97-16,0-5 35 15,-2-8 78 1,-3-4 34-16,-1 0 54 16,0 4 23-16,1 6-3 15,-3 8-19-15,-1 10 0 16,-2 6-2-16,0 8 40 15,0 0-69-15,0-4-11 16,0-3 4 0,0-13-14-16,0-12 3 0,6-14 7 15,13-4 4-15,7-14 7 16,10-24 5 0,8-30-15-16,-6-3 7 15,-9 3-21-15,-11 8-3 16,-18 28 7-16,0 12-4 15,0 12-1 1,-16 8 1-16,-24 0 65 0,-12 4-61 16,0 22-7-16,-6 18-6 15,13 0-2 1,19-6-68-16,22-22-95 0,4-16-219 16</inkml:trace>
  <inkml:trace contextRef="#ctx0" brushRef="#br0" timeOffset="10557.69">16496 10796 389 0,'0'-6'62'15,"0"2"-55"-15,0 4 134 16,0 0-10-16,0 0-111 15,0 0-18 1,0 24 39-16,3 10 47 16,-1 10-16-16,-2-4-18 0,0-1-9 15,0-7-31 1,0-8-12-16,0-10 27 16,0-8-1-16,0-6-3 15,11 0-17-15,5-28 4 16,3-16 0-16,8-15-9 15,-2 9 1-15,-7 6-1 16,-1 12-3 0,-8 16 0-16,-4 14 4 15,-3 2-3-15,0 20 9 16,5 26 29-16,4 10-23 16,7 4 7-16,7-7-5 15,4-13-18-15,2-10-4 16,2-20-33-16,-26-10-73 15,-7-14-467-15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51:26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3043 13298 25 0,'2'-9'47'16,"1"-5"-35"-16,-1 1 3 15,-2 4-10-15,0-4-5 16,0 12-27-16</inkml:trace>
  <inkml:trace contextRef="#ctx0" brushRef="#br0" timeOffset="4964.68">3043 13271 16 0,'0'0'281'15,"0"0"-275"-15,0 0-4 0,0 0 27 16,0 0 48-16,0 0-42 15,0 0-33 1,0 0 5-16,0 0 21 16,0 0-3-16,0 0-8 15,0 0-10-15,0 0-2 16,0 0-3-16,0 0 4 16,0 0 3-16,0 0-7 15,0 0 19-15,0 0-2 16,0 0 12-16,0 0 26 15,0 0 11-15,0-6 13 0,0-11-15 16,0-1-49-16,0-5 23 16,0-4-9-1,-6 1-5-15,-8 0-26 16,-3 0 14-16,-4 4 3 16,-4 0-14-16,3 6 26 15,0 6-22-15,4 4 1 16,5 6-2-16,-3 0-6 15,-1 0-2-15,-6 8 2 16,1 12 0-16,-5 12 18 16,0 4-18-16,1 13 0 15,1 9 12-15,3 7-11 16,9 12 4-16,-1 1 3 16,12 0-2-16,2-5-6 15,0-5 0-15,8 4 0 16,21-10 0-16,7-8 0 15,3-12 0-15,-6-18 0 16,2-7-3-16,1-6 3 16,2-4 0-16,2-7 17 15,2 0-11-15,0 0 9 16,-3-3-6-16,-4-11-8 16,-6-4 27-1,-7-8-23-15,-4 0 16 0,-5-2-16 16,-5 6 11-16,-4 4-16 15,-4 6 7 1,0 8 0-16,0 2-7 0,0 2-7 16,0 0 0-16,0 0-40 15,-14 4-43-15,5 4-124 16,1 2-269-16</inkml:trace>
  <inkml:trace contextRef="#ctx0" brushRef="#br0" timeOffset="5756.28">3469 13676 337 0,'0'0'298'0,"22"-49"-289"16,-15 33-5-16,-3-2 204 16,-4 2-157-16,0 3-5 15,0-8 29-15,-4-3-29 16,-19 2 13-16,-3 0-41 16,-3 10-7-16,2 10 3 15,-7 2-14-15,-1 0 0 16,-7 20-6-16,-1 10 6 15,3 5 16-15,11 1-16 16,7 4 0-16,11-3 1 0,6 2 1 16,5-10-4-1,0-4-3-15,0-9 0 16,18-6 2-16,2-10 3 16,16 0 14-16,6-10-13 15,5-20 7-15,0-4-8 16,-14-1 5-16,-9 2-5 15,-1 2 0-15,-9 5-2 16,-4 11-7-16,-5 8 10 16,-3 3-1-16,-2 4 0 15,0 0 2-15,0 0-7 16,0 16 0-16,2 16-12 16,2 8 21-16,6 9-3 15,1 3-1-15,2 12 0 16,-2 2 0-16,0 1 0 15,-4-4 0-15,0-14 2 16,-3-3-1-16,-4-2-2 16,0-8 1-16,0-8 0 15,0-4-8-15,-2-6 8 16,-18-4-4-16,-7-6 0 16,-4-6 7-1,-11-2-3-15,-3 0 11 0,-1-20 5 16,0-14-15-16,11-6 11 15,12-26 11 1,21-1-13-16,2 2 2 16,18 0-12-16,29 21 5 0,13 0-7 15,8 6 2-15,3 4 0 16,-3 6-5-16,-5 10 5 16,-14 6-3-16,-13 3-58 15,-14 8-68-15,-22 1-88 16,0 0-274-1</inkml:trace>
  <inkml:trace contextRef="#ctx0" brushRef="#br0" timeOffset="6278.58">3897 13511 551 0,'0'0'4'0,"15"-36"39"0,-15 26 85 15,0 0-16 1,0 2-66-16,-15 6 12 16,-14 2 3-16,0 0-36 15,-8 2 11-15,-2 14-24 16,1 2 0-16,2 0 16 15,7 0-9-15,11-2 11 16,7-2-9-16,9 0-17 0,2 0-4 16,0 2-4-1,11 0-5-15,18 3 10 16,9-1-1-16,7 0 4 16,11 6-2-16,-6-1 7 15,-9 2-9-15,-12 3-4 16,-20-6-1-16,-9 0 0 15,0-2 0-15,-9-2 3 16,-30-4 2-16,-11-2 7 16,-10-8 5-16,-5-4 0 15,5 0 28-15,10 0-9 16,13-14-10-16,14 2 2 16,12 4-23-16,7 2-3 15,4 0-35-15,0 4 0 16,15 0-85-16,4 2-136 15,-2-4-248-15</inkml:trace>
  <inkml:trace contextRef="#ctx0" brushRef="#br0" timeOffset="19103.24">7118 13146 495 0,'-11'-18'92'0,"7"8"-81"15,4 2 8-15,-2 2 96 16,-1 0-39-16,0 2-70 16,1 2 8-16,-2-2 4 15,0 2 5-15,-1-2 27 16,-1 2-21-1,-6 0 1-15,1 0-24 0,-5 2-11 16,1 0 14-16,-16 0-9 16,-4 16 11-1,-6 14-10-15,-10 8 3 16,8 6 10-16,1 6 0 16,5 7 14-16,8 5-16 15,4 6-5-15,12-2 5 0,11 2-10 16,2-3-2-16,0-3 1 15,17-6 7 1,14-6-8-16,5-10 1 0,9-8 5 16,3-12-3-1,6-10-3-15,10-10 0 16,-1 0 6-16,-7-6 3 16,-9-18-9-16,-21-2 0 15,-6-4 1-15,-6-8-1 16,-12-6-16-16,-2-2-21 15,0 1-50-15,-7 5-15 16,-8 12-50-16,-1 10 38 0,5 8 114 16,0 8 0-1,-1 2 100-15,6 0-50 16,-1 16 6-16,5 12-19 16,2 19 0-16,0 3-4 15,2 2-23-15,11-4 5 16,-1-18 6-16,-1-4-8 15,0-10 15-15,0-4-28 16,2-4 3-16,3-8 4 16,2 0-5-16,2 0 13 15,1-6 9-15,-2-14-12 16,-1-6 14-16,-7-2-20 16,-7-8 13-16,-4 0-13 15,0 0 12-15,0-3 4 16,-19 7-9-16,-6 9 22 15,0 6-11-15,7 16-1 16,1 1 1-16,-3 0-24 16,-2 0 0-16,-1 14-5 15,3 5 2-15,5 2-5 16,3-3-61-16,8 0-60 16,4-14-79-16,0-4-295 15</inkml:trace>
  <inkml:trace contextRef="#ctx0" brushRef="#br0" timeOffset="19732.98">7410 13619 19 0,'0'0'363'15,"0"-22"-336"-15,0 16-18 0,0 2 105 16,0 3-29-16,0-2-37 16,3 2 1-1,-1 1 24-15,-2 0-3 0,0-3-8 16,0 3 2 0,0 0-25-16,0 0 2 15,0 0 8-15,0-2-31 0,0 2 3 16,0 0-21-16,0 0 0 15,0 0 12 1,0 0-11-16,0 0 1 0,0 0-14 16,0 10 11-1,0 12 1-15,0 16 1 16,4 6 14-16,7 3-13 16,5-3-2-16,-5-12 0 15,-3-10 8-15,0-6-13 16,-2-4 5-16,-1-10 0 0,-1-2-1 15,-2 0 1 1,0 0 0-16,6-2 12 0,-2-26-1 16,5-6 31-1,-2-2-21-15,0-3-3 16,0 2-15-16,-1 2-1 16,6-6 2-16,-1 2 2 15,-4 5 0-15,3 6-3 16,-10 12-2-16,2 8 22 15,-4 2-22-15,0 6 0 16,0-2-1-16,0 2 4 16,0 0-8-16,0 0-10 15,0 0-20-15,-6 12-6 16,-6 10-59-16,5-14-277 16,3 2-67-16</inkml:trace>
  <inkml:trace contextRef="#ctx0" brushRef="#br0" timeOffset="20168.49">7760 13597 536 0,'0'0'50'0,"0"0"-6"0,0-22 93 16,0 20-79-16,0-2-23 15,0 4-11 1,0 0-13-16,0 0 13 0,0 0 0 16,0 0-7-16,0 6 17 15,0 10-16-15,0 7 21 16,0 3-8-16,-2 3-25 16,0 4 13-16,-1 3-19 15,1-4 1-15,0-2 7 16,0-6-6-1,-1-8 22-15,3-4-22 0,0-8 11 16,0-2-13-16,0-2 6 16,0 0 1-1,14 0 2-15,13 0 11 16,2-8 11-16,6-2-30 16,7 0 12-16,3 0-13 15,-1 2 5-15,1 2 9 0,-11-2-13 16,-7 6-1-16,-14 2 0 15,-9 0-1 1,-4 0 0-16,0 0-153 16,-9 0-255-16</inkml:trace>
  <inkml:trace contextRef="#ctx0" brushRef="#br0" timeOffset="22230.23">12176 13171 469 0,'5'-3'146'0,"-3"3"-72"16,0-2 1-16,0 2-31 16,-2 0-27-16,0 0 13 15,0 0-3-15,0 0 0 16,0 0 19-16,0-2-11 15,2 0 7-15,-2-4-4 16,0 0-11-16,0-4 15 16,0-4-29-16,0-2-12 15,0-4 11-15,0 2-10 16,-6 2 1-16,-8 6 1 16,-1 4-9-16,-1 4-3 15,-7 2 4-15,-14 0-5 16,-5 8 18-16,-1 24-7 15,-1 8 3-15,12 6 0 16,6 12 0-16,3 4-5 16,10 11 0-16,4-1 2 15,7-8-2-15,2-6 0 16,0-8 0-16,15-7 0 16,17-7-3-16,10-4 0 15,5-8 12-15,4-6-9 16,0-2 5-16,-4-8-3 15,0-4 4 1,-9-4-4-16,-9 0-2 16,-9 0 0-16,-14 0-8 0,2-12 5 15,-6-12-21-15,-2-8 0 16,0-2-73-16,0 0-72 16,0 21-129-16,0 6-98 15</inkml:trace>
  <inkml:trace contextRef="#ctx0" brushRef="#br0" timeOffset="22614.29">12292 13531 601 0,'0'0'112'0,"0"0"-85"16,0 0 31-1,43-32 34-15,-41 32-38 0,-2 0-34 16,0 0 3 0,0 8-10-16,-2 16-4 15,-15 9 45-15,1 3-16 0,3 4-12 16,5 2-4-16,6 2-21 15,2-8 11 1,0-2-12-16,0-6-2 0,13-10 2 16,3-2 0-1,3-8 0-15,8-8 4 16,0 0-4-16,2-2 9 16,0-30-9-16,-12-2 16 15,-3-6-13-15,-7-2 1 16,-7-1 2-16,0 3-1 0,0 8 2 15,-5 8-7 1,-11 11 0-16,-5 6 15 0,-2 7-15 16,-8 0-2-1,-2 12-20-15,-1 8 15 16,3 6-43-16,8 0-63 16,11 2-83-16,12-20-121 15,0-3-48-15</inkml:trace>
  <inkml:trace contextRef="#ctx0" brushRef="#br0" timeOffset="23154.62">12588 13633 515 0,'0'0'40'16,"0"0"-40"-16,0 0 0 15,0 0 85-15,20-46-11 16,-20 41-36-16,0 2 20 16,0 1 22-16,0-2-9 15,0 4 18-15,0-2-33 16,0 2-22-16,0 0 5 16,0 0-24-1,0 0-2-15,0 0 2 0,0 0-21 16,0 0 2-16,0 0-3 15,5 4 0 1,4 18 4-16,1 7 3 16,7 7 1-16,-2-7 7 0,3 6-9 15,1-9 1-15,2 0 0 16,-5-6 0-16,-3-6 0 16,-3-6 0-16,-2-2 1 15,-6-4 7-15,0-2-11 16,-2 0 3-1,2 0 19-15,3 0-2 0,-1-20 12 16,0-10 0-16,1-16-24 16,0-6 14-1,-1 1-16-15,3 5-1 16,-1 20 8-16,-1 8-10 16,-1 8 0-16,-4 4 0 15,0 6-1-15,0 0-1 0,0 0-33 16,0 0-17-16,0 0 0 15,0 0-69 1,0 0-165-16</inkml:trace>
  <inkml:trace contextRef="#ctx0" brushRef="#br0" timeOffset="23648.81">12960 13535 665 0,'0'0'128'0,"0"0"-120"0,0 0 6 16,5-20 115-1,-5 20-23-15,0 0-97 16,0 0 5-16,0 0-3 16,0 0-7-16,0 12-3 15,0 14 5-15,0 7 3 16,0-4 13-16,0 3-21 15,0 1 7-15,0-1 0 16,0-2-1-16,0-4-4 16,0-4-3-16,0-6 3 15,0-4 14-15,2-6-14 16,0-2 5-16,0-2 8 16,-2-2-15-16,0 0-1 15,0 0 3-15,0 0 12 16,2 0-15-16,8 0 5 15,5 0 1-15,10 0-1 16,4-10 2-16,8-4-7 16,3 2 5-16,10-4 1 15,-1 6-6-15,-3 0 0 16,-6 4 1-16,-11 4 2 16,-15 0-4-16,-7 2 1 15,-7 0-12-15,0 0 11 16,-7 0-54-16,-13 0-92 15,-9 0-401 1</inkml:trace>
  <inkml:trace contextRef="#ctx0" brushRef="#br0" timeOffset="28460.87">17042 13289 152 0,'0'0'166'0,"0"0"-133"16,0-2 93-16,2 2-52 15,3 0-15-15,-3-3-34 16,-2 3-1-16,0-1 17 15,0 1-5-15,0-4 36 16,0 4-8-16,0-3-38 16,0-4 7-1,5-1 4-15,-3-5-23 16,2-3-13-16,-4 5 4 16,0-3-2-16,0-3-2 15,0 3 21-15,0 2-22 16,-11-4 4-16,-5 2-1 15,-1 6-6 1,-6 2-6-16,1 6-1 16,-5 0 9-16,0 6 2 0,-4 14 9 15,0 8 10 1,-9 20-18-16,4 10 14 16,10 13-13-16,5 1 9 15,15-4-12-15,6-2 0 16,0-5 10-1,2 1-9-15,25-8-2 0,4-6 2 16,7-6-2-16,11-8 1 16,-3-10-4-1,-1-12 4-15,-3-10 3 16,-11-2 0-16,5-4 6 0,0-24-7 16,9-24 14-1,-3-4-16-15,-8-6 7 16,-10 1-7-16,-13 19-2 15,-4 8 1 1,-7 10-2-16,0 12-5 16,0 8 2-16,0 4 6 15,-7 0-26-15,-20 22 26 16,5 22-2-16,-1 6 6 16,10 7-6-16,11-11 5 15,2-6-3-15,0-6 14 16,2-2-14-1,25-10 0-15,2-10 1 16,7-10-1-16,-3-2 3 0,3 0 1 16,-1-24 19-1,-4-6-20-15,-4-8 8 16,-6-2-11-16,-8-1 15 16,-11-5-15-16,-2 10 1 15,0 6 22-15,-13 8-20 16,-10 16 22-16,-2 6 3 15,-6 0-23 1,-9 4 4-16,3 14-9 16,4 4 0-16,6 2-3 15,11-6-30-15,11-1-56 16,5-13-76-16,0-4-113 16</inkml:trace>
  <inkml:trace contextRef="#ctx0" brushRef="#br0" timeOffset="28976.62">17594 13609 416 0,'10'-13'154'16,"-10"6"-147"-16,0 1 7 15,0 5 113-15,0-4 23 16,0 5-136-16,2-2 20 15,0 0-2 1,2 0 0-16,-4 0 10 16,3 2-13-16,-3 0-1 0,0 0-5 15,0 0-17 1,0 0 6-16,0 0-18 16,4 0 1-16,2 14 3 15,4 8 2-15,3 9 1 16,0 2 5-1,3 7-7-15,2-3 7 0,-5-5-6 16,0-8 1-16,-3-6-1 16,-6-8 0-1,0-4 6-15,1-6-3 16,-3 0-1-16,2 0 18 16,4-8 28-16,-2-18-16 15,3-8-9-15,-3-4-11 0,2-1-8 16,-2 6-1-16,1 4-3 15,-3 9 0 1,2 4-1-16,-1 5 6 16,-2 4-10-16,-1 3-1 15,-2 4 2-15,0 0-28 16,0 0-29-16,0 0-57 16,0 6-263-16,0-1-140 15</inkml:trace>
  <inkml:trace contextRef="#ctx0" brushRef="#br0" timeOffset="29370.58">17947 13601 690 0,'0'0'157'0,"17"-14"-157"0,-17 9 0 16,0 0 80-1,0 1-22-15,0 4-7 16,0 0-26-16,0 0-13 15,0 0-4 1,0 20-6-16,0 14 2 16,0 3 2-16,0 3 1 15,0-4-7-15,0-2 0 16,0-2 15-16,0-2-12 16,0-6 13-16,0-8-15 15,2-4 7-15,4-6-8 16,2-4 0-16,1-2 10 15,5 0-6-15,1 0 4 16,3 0 12-16,6-6-18 16,5-6 7-1,-2 4-9-15,-7 4-1 16,-7 2 1-16,-11 2-3 16,-2 0 2-16,0 0-51 15,0 0-34-15,0 0-547 16</inkml:trace>
  <inkml:trace contextRef="#ctx0" brushRef="#br0" timeOffset="29812.8">18312 13463 632 0,'0'-12'0'0,"0"2"29"16,0 6 0-1,0 0 143-15,0 2-128 16,0 2-16-16,0 0 5 15,0 0-9 1,0 0-18-16,0 0 2 16,0 0 2-16,0 8 1 15,0 16 9-15,0 16-1 16,0 8-5-16,0 1-11 16,0-2 3-16,0-12-6 15,0-3 0-15,0-4 1 16,0-4 3-1,3-6-4-15,1-8-1 16,2-4-2-16,-1-4-9 0,-3-2-56 16,-2 0-11-1,0 0-103-15</inkml:trace>
  <inkml:trace contextRef="#ctx0" brushRef="#br0" timeOffset="30066.46">18149 13633 702 0,'0'0'0'0,"-15"-24"0"15,15 20 146-15,2 3-51 16,18-3-76-16,9 1-16 16,7-3 41-16,4 1-2 15,9-4-21-15,14 1-1 16,-6 0 6-16,-4 2-25 15,-13 6 5-15,-24 0-6 16,-11 0-13-16,-5 0-24 16,0 0-88-1,-23 0-599-15</inkml:trace>
  <inkml:trace contextRef="#ctx0" brushRef="#br0" timeOffset="30921.66">18776 13319 574 0,'-6'-18'99'16,"6"6"39"-16,0 2-39 16,0-3-36-16,4 4-18 15,17-4-40-15,6-1 6 16,2 5 0-16,2-1-8 15,0 2 17 1,-2 1-20-16,-4 7 8 16,-10 0-8-16,-3 0-2 15,-12 25-6-15,0 5 8 16,0 10 0-16,-4 2 4 16,-17 2-4-16,-3 0 1 15,-5-4-1-15,-7-2 0 16,3-4 7-16,10-12-9 15,10-6 4-15,11-12 2 16,2-2-3-16,0-2-1 16,9 0-3-1,26 0-9-15,10-4 34 16,10-10-18-16,-5 1-3 16,-6 0 6-16,1 3-5 15,-12 0-4-15,-6 6 4 16,-10 2-12-16,-5 2 0 15,-10 0-65 1,-2 0-58-16,0 0-187 16,-4 2 31-16</inkml:trace>
  <inkml:trace contextRef="#ctx0" brushRef="#br0" timeOffset="31279.98">18675 13750 142 0,'0'0'549'0,"0"0"-539"16,14 0 115-16,17-2-64 15,9-10-17 1,7-2-33-16,6 0 20 0,5 0 22 16,6-3-22-1,6 4-11-15,21-4-17 16,-4 2 15-16,-7 2-16 16,-15 3-1-16,-32 6-1 15,-13 3-6-15,-13 1-3 16,-7 0-38-1,-11 0-242-15,-16 0 99 16,-2 1-70-16</inkml:trace>
  <inkml:trace contextRef="#ctx0" brushRef="#br0" timeOffset="31911.23">18967 13778 643 0,'0'0'118'0,"0"0"-108"16,-8 0 129-16,29 0-99 15,8-6-28-15,18-6-7 16,4 0 19-16,3 0-19 15,-1 3 2-15,-11 4 11 16,-6 3-13-16,-7 2 7 16,-9 0-12-1,-9 6-8-15,-11 16 4 16,0 4 4-16,0 0-4 16,-26 0 8-16,-8-2-8 15,-8 0 6-15,0-6-2 16,1-4 9-16,12-4 2 15,14-8-3 1,13-2-5-16,2 0-6 16,13-2-3-16,22-10-8 0,6-2 8 15,1 4-1 1,1 4 3-16,-7 6 3 16,-10 0-3-16,-8 0 4 15,-12 16-5-15,-4 10 2 16,-2 2-1-1,0 4 2-15,-13-4 4 0,-16-2 4 16,-8-5 2-16,-26-1 20 16,-9-8 4-1,1-6-14-15,0-6 19 16,24 0 11-16,7 0-21 16,7-20 17-16,6-10-21 15,9-5-6-15,9-5-17 16,7 4-16-16,2 12-23 15,0 6-87 1,0 18-112-16,0 0-388 0</inkml:trace>
  <inkml:trace contextRef="#ctx0" brushRef="#br0" timeOffset="33235.85">19867 13257 429 0,'0'-25'240'0,"0"14"-231"16,0 2 8-16,-11 9 118 15,-5 0-81-15,-1 0-36 16,-12 22-17-1,0 9 30-15,2 11-7 16,0 6 5-16,7 4 1 0,5 6-22 16,1 0 5-1,5 5-7-15,7-3-4 16,2-4-2-16,0-10 0 16,9-8-3-16,20-12 3 15,4-14 0-15,6-8 0 16,-2-4 1-16,-1-4 8 15,1-22-3 1,-1-16-2-16,-7-2-9 16,-9 0 0-16,-11-1 4 15,-7 19 1-15,-2 8 7 16,0 10-7-16,0 6 17 16,0 2 74-16,0 0-61 15,0 2-30-15,0 31 0 16,0 7-3-16,0 0 3 15,12 2 0-15,-1-18 0 16,3-6 2-16,1-4-2 16,7-10 0-1,5-4-1-15,2 0 4 16,4-8-1-16,-4-16 7 16,-7-4-6-16,-4-2-6 15,-9 2 1-15,-7-7 2 16,-2 3-6-16,0 6-1 15,-13 4 6 1,-14 6-14-16,-2 12 9 16,-6 4 3-16,4 0 3 0,-3 0 12 15,-1 18-12 1,-6 2-3-16,5-4-173 16,26-10-101-16,3-3-194 15</inkml:trace>
  <inkml:trace contextRef="#ctx0" brushRef="#br0" timeOffset="33689.74">20513 13505 605 0,'5'-10'124'0,"-5"6"-95"15,2 2 88-15,-2 0-19 16,0 2-37-1,0 0 0-15,0 0-34 16,0 0-9-16,0 0-18 0,0 0 4 16,-15 6 6-1,-6 18-10-15,-1 2 21 16,-2 10-12-16,1 3-9 16,-3 11 3-16,3-6 1 15,4-2-4-15,5-8 0 16,9-20 0-16,3-4 0 15,2-4-1 1,0-4-4-16,0-2-119 16,0 0-13-16,0 0-88 15,-2-4-184-15</inkml:trace>
  <inkml:trace contextRef="#ctx0" brushRef="#br0" timeOffset="33998.11">20313 13513 807 0,'0'0'85'15,"17"-26"-59"-15,-14 24 70 16,-3 0-44-16,2 2-32 16,-2 0 5-16,4 0-16 15,4 0-5-15,0 12 11 16,5 10-4-16,5 7 2 15,16 11-11 1,-1 3 14-16,7 0-15 0,-2-1-1 16,-8-14 10-16,-7-4-8 15,-2-12-2 1,-11-4 0-16,-2-4 0 16,-8-4 0-16,0 0-29 15,0 0-59-15,-2 0-263 16</inkml:trace>
  <inkml:trace contextRef="#ctx0" brushRef="#br0" timeOffset="43164.14">22929 13405 328 0,'9'-4'46'16,"-3"0"12"-16,-2 4 95 15,-1 0-50 1,1-2-58-16,-4 2-8 0,2 0 37 16,-2-4-26-1,0 4-18-15,3-4-2 16,-1 2 6-16,3-4-18 16,-1-2 5-16,-2-4-7 15,2 0-11-15,1-4 40 16,1-6-28-16,0-3 3 15,-6-2-13 1,0-5-2-16,0 3 6 0,-6 5-9 16,-7 5 11-1,0 4-9-15,-3 11-4 16,-1 4-11-16,-6 0 13 16,-19 10-2-16,-9 28 4 15,-7 19 0-15,-2 11 1 16,10-2-3-16,10 4 12 15,3 2-8 1,14 18-4-16,17-5 0 16,6-5-5-16,4-8 5 15,27-24 0-15,5-8 0 16,9-8 5-16,10-12-5 16,3-9 12-16,4-10 15 15,-4-1-22-15,11-4-3 16,-9-24 10-16,-4-10-7 15,-11-6-5-15,-21 0 0 16,-6-2 1-16,-7-2-7 16,-1-3-7-16,-2 6-11 15,-3 8-7-15,-5 10-54 16,0 14-18-16,0 5 29 16,0 6 10-16,-13 2 1 15,-1 0 26-15,3 0 37 16,2 2 6-16,0 8 7 15,2 8 9 1,5 4 6-16,-2 7 1 16,4 4 2-16,0-1 5 0,0 5 0 15,0-3-21 1,6 6 2-16,12-4 15 16,2-8-15-16,0-4-11 15,1-14-5-15,-2-6 19 16,1-4-16-16,3 0 21 15,-1 0 8-15,-2-18-10 16,0-8-11-16,-9-12-8 16,-4-4 16-1,-7-4-18-15,0 0 5 16,0 12-7-16,-15 7 2 16,-6 12 12-16,-8 8-7 15,0 7-7-15,-4 0-4 16,-1 0-13-16,12 14-34 15,5 3-92 1,14-9-97-16,3-2-273 16</inkml:trace>
  <inkml:trace contextRef="#ctx0" brushRef="#br0" timeOffset="43698">23470 13633 605 0,'2'-14'52'0,"-2"13"-41"0,2 1 20 16,0 0 83-1,-2-3-66-15,3 3-12 16,-3 0 0-16,0 0-6 15,0 0 12 1,0 0-17-16,0 0 2 16,2 12-25-16,-2 11 3 15,0 4 10-15,7 5-14 16,2 5 10-16,-1-1-10 16,4-4 9-16,-1-2-9 15,0-6-1-15,-2-8 0 16,0-6 8-16,-3-6-4 15,1-4-2-15,0 0-1 16,4-4 29-16,2-18 1 16,10-20-2-1,-3-10-1-15,-1 0-12 16,0-5-16-16,-9 20 1 16,2 9 9-16,-5 10-10 15,-1 3 14-15,-4 9 3 16,-2 5-6-16,0 1-11 15,0 0-13 1,0 0 1-16,0 0-59 16,0 5-43-16,-4 8-87 0,-2-9-93 15,1-1-166 1</inkml:trace>
  <inkml:trace contextRef="#ctx0" brushRef="#br0" timeOffset="44129.91">23804 13601 484 0,'0'0'146'16,"17"-24"-77"-1,-17 16 74-15,4 8-37 0,-4 0-47 16,0 0-7 0,0 0-27-16,0 0-11 15,0 0-5-15,0 20-10 16,0 9 1-16,0 3 0 15,-4 4 10 1,0 4-7-16,0-6 4 16,4 0 0-16,0-4 0 15,0-10-7-15,0-4 0 16,0-4 7-16,0-6-6 16,0-4 0-16,0-2 3 15,2 0 3-15,-2 0-1 16,4 0-5-1,6 0 29-15,5 0-17 16,8 0-5-16,3-4-4 0,8-2 5 16,1 0-14-1,3 0 9-15,3 2-7 16,-4 0 3-16,-5 4-3 0,-13 0-4 16,-14 0-64-16,-5 0-29 15,-5 0-109 1,-17 0-291-16</inkml:trace>
  <inkml:trace contextRef="#ctx0" brushRef="#br0" timeOffset="44605.45">24571 13355 616 0,'6'-14'88'0,"-6"7"-88"15,0 6 61 1,0 1 33-16,0 0-44 16,0 0-36-16,0 0-13 0,0 0 20 15,0 0-12 1,0 1 12-16,0 28 1 16,0 5 9-16,0 12-5 15,0-4-8-15,0-2 7 16,0-1-21-16,0-2 1 15,0-2-5-15,0-3 6 16,0-10-6-16,0-4-2 16,0-4-6-1,5-9 8-15,-3 0-27 0,0-5-48 16,-2 0-42 0,0 0-69-16,0-6-102 15</inkml:trace>
  <inkml:trace contextRef="#ctx0" brushRef="#br0" timeOffset="44852.4">24405 13586 262 0,'0'0'520'0,"0"0"-475"16,-33-15-44-16,33 15 143 16,0-2-46-16,0 2-66 15,0-4-19-15,16 0-3 16,15-2-10-1,13-3 20-15,10 0 1 0,11 1-12 16,-5 0-7-16,-4 6 10 16,-7 0-12-1,-11 2 0-15,-11 0-9 16,-12 0-26-16,-7 0-66 16,-8 0-159-16,0 0-247 15</inkml:trace>
  <inkml:trace contextRef="#ctx0" brushRef="#br0" timeOffset="45339.45">25288 13098 519 0,'0'0'124'16,"6"-20"-6"-16,-1 20-15 15,0 0-63 1,2 0-1-16,-1 0-29 0,-2 0 10 16,1 0 12-16,-1 0-19 15,3 14 13 1,6 26 9-16,-1 8 22 16,-1 11-45-16,0 5-9 15,-5-16 8-15,2-2-7 16,-4-10-3-16,-2-6 2 15,0-6-3-15,0-8 0 16,-2-4 0-16,0-4-1 16,0-4 1-1,0 0-29-15,0-4-108 16,0 0-194-16,0 0-209 0</inkml:trace>
  <inkml:trace contextRef="#ctx0" brushRef="#br0" timeOffset="45657.9">25201 13573 236 0,'0'0'106'16,"0"0"-80"-16,-84 18 30 16,74-16 91-16,10-2-35 15,0 0-54-15,0 0-9 16,19 0-25-16,18 0 50 15,11 0-8 1,4-10-26-16,2 0-6 0,2 1-24 16,0 0 12-1,-1 1 2-15,1 2 20 16,-7 2-34-16,-5 0-10 0,-13 4 3 16,-12 0-3-1,-17 0-1-15,-2 0-25 16,-11 0-104-16,-12 0-84 15,1 0-158 1</inkml:trace>
  <inkml:trace contextRef="#ctx0" brushRef="#br0" timeOffset="46193.03">25244 13705 596 0,'0'0'87'0,"-10"4"-68"16,22-4 104-16,19 0-56 16,7-4-33-16,4-7 11 15,1-1-7-15,-1 2 37 16,-2 2-32-16,-2 2-25 15,4 3 2 1,-9 3-16-16,-6 0-4 0,-8 0 0 16,-17 0-7-16,-2 17 4 15,0 5-9 1,0 10 12-16,-10 4-4 16,-9 0-2-16,-10 0 0 15,0-6 6-15,-5-6 0 16,-1-2 0-16,0-2 0 15,4-6 14-15,12-1-10 16,5-8 9-16,12-1-2 16,2-4 4-1,0 0-15-15,0 0 0 16,0 0-4-16,18 0 14 16,9 0-9-16,17 0 14 15,8-4 16-15,8-4-27 16,0 0-3-16,-6 4 10 15,-10 2-11 1,-9 1 0-16,-8 1 0 16,-18 0-92-16,-9-3-83 15,-4 1-186-15</inkml:trace>
  <inkml:trace contextRef="#ctx0" brushRef="#br0" timeOffset="48421.78">26522 13158 656 0,'-8'-44'229'0,"-8"12"-229"15,0 6 0-15,2 2 39 16,2 12 17-16,-1 4-30 15,3 4-7 1,-7 4 16-16,-8 0-30 16,-4 0-5-16,-11 18 5 15,2 6 15-15,0 12-8 16,-2 14 2-16,5 8 17 16,1 14-30-16,5 5-1 15,9-7 1-15,7 10-10 16,13-14 9-16,0-10 0 15,0-9 0-15,19-25 3 16,4-6-3-16,8-8 0 16,31-8 3-1,12 0 43-15,10-14-28 16,6-12-3-16,-28-2-14 16,-12-5 3-16,-11-5-4 15,-12 2 3-15,-12 4 11 16,-5 8-7-16,-8 10 32 15,-2 6-9 1,0 8 10-16,0 0-33 0,0 0 0 16,-4 8-8-16,-10 16 1 15,-1 10 0 1,1 9-5-16,7-6 6 16,7-2-1-16,0-7 0 15,0-16-7-15,0-2 7 16,16-6 0-16,10-4-3 15,11 0 3-15,3 0-3 16,4-18-6-16,5-17 2 16,-9-5-1-1,-13-4 8-15,-11 0-1 0,-16 14 2 16,0 8-2 0,-16 6 0-16,-26 10-6 15,-5 6-2-15,-9 0 2 16,-5 0-17-16,17 8-54 15,7 4-35 1,27-8-165-16,10-2-257 16</inkml:trace>
  <inkml:trace contextRef="#ctx0" brushRef="#br0" timeOffset="49090.24">27260 13387 289 0,'8'-4'235'15,"-8"4"-224"-15,0-2 121 16,0 2-16-16,0 0-37 16,0 0-39-16,0 0 2 15,0 0 20-15,0 0 22 16,0 0-62-16,0 0-18 15,0 0 9 1,0 0-13-16,-4 12 0 0,-13 12 4 16,-6 6 3-16,-4 4 2 15,-4 6 1 1,-11 18-5-16,5-1 17 16,0-6-22-16,8-4 8 15,16-23-3-15,5-10-5 16,3-4 7-16,5-6-3 15,0-4-4-15,0 0 7 16,0 0-10-16,2 0 3 16,13-6-29-1,-1-16-58-15,-9 8-125 0,-5 2-224 16</inkml:trace>
  <inkml:trace contextRef="#ctx0" brushRef="#br0" timeOffset="49456.73">27021 13475 463 0,'0'0'72'15,"0"0"-31"-15,0-70 86 16,0 60 10-16,8 2-55 16,-6 8 1-16,0 0-37 15,-2 0 8-15,0 0-8 16,2 0-15-1,2 8-5-15,5 12-25 0,7 12 20 16,1 0-6-16,6 4 3 16,4 2-1-1,4 2-8-15,0-1 14 16,2-2-20-16,1-2 16 0,6-3-17 16,-2-6 9-1,-4-8 2-15,-5-6-2 16,-19-10 10-16,-3-2-21 15,-7 0 0 1,0 2 11-16,0-2-7 16,0 0-4-16,0 0-11 15,-4 0-34-15,-7-6-58 16,-1-2-199-16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52:46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3000 14708 543 0,'0'0'-52'16,"0"0"52"-16,0 0 66 15,0 0-25 1,0 0-12-16,0 0-7 0,2 0 17 16,-2 0 24-16,0 0 1 15,0 0 8-15,4 0-13 16,-4 0-29-16,0 0 12 15,0-8-15-15,0-2-10 16,0-6-7-16,0 2-9 16,0-2 4-16,0 4 15 15,-14-6 2-15,-1 6-15 16,-4 2-5-16,-1 0 13 16,0 6-11-1,-4 4-4-15,-1 0 0 16,-2 0 0-16,-2 18 9 15,-2 8-9-15,-2 2 0 16,1 8 5-16,1 4-5 0,7 13 2 16,2 2 3-16,6 6 0 15,5 3-2-15,9-2-3 16,2 0 2 0,0-8-2-16,15-4 0 15,16-3-2-15,19 3 5 16,6-4-9-16,4-8 6 15,-2-10 0-15,-14-20-5 16,-2-8 8-16,3 0-3 16,-3-8 4-16,-2-18 2 15,-2-6 1-15,-6-2-7 0,-6-4 1 16,-2 4-4 0,-8 6-23-16,-5 6-22 15,-4 8-170-15,-7 14-14 16,0 0-135-16</inkml:trace>
  <inkml:trace contextRef="#ctx0" brushRef="#br0" timeOffset="748.99">3411 15119 479 0,'0'0'30'0,"0"0"71"16,15-24 20-16,-5 0-26 16,-2 0-39-16,-1-6-22 15,1-2 1-15,-8 4-7 16,0 2-22-16,0 0-1 16,-2 4 3-16,-17 8-5 15,-6 2 11-15,-2 7-12 16,-4 5 4-16,-2 0-12 15,-5 21-2-15,-1 11 8 16,4 2 19-16,2 8-6 16,8-2-6-16,12 4 1 15,13-4-4 1,0-4 2-16,6-9-6 0,21-8 0 16,0-12 6-16,2-7-5 15,2 0-1-15,7-7 0 16,2-21 3-16,-2-8-3 15,-2-4 5-15,-7 0-5 16,-12 4-4-16,-3 4 1 16,-7 14 3-16,-3 10 5 15,-4 8-3-15,0 0 4 16,0 0 17-16,0 8-23 16,0 26-17-1,2 12 12-15,2 10 5 16,4-8 6-16,-2 2-6 15,3 3 0-15,-3 1-1 16,4-4-36-16,-6 2 33 16,1-4 0-16,-5-10 1 0,0-4-2 15,0-11 2 1,-9-1-7-16,-9-7 9 16,-7 2 1-16,2-12 10 15,-2-2 25-15,-7-3 1 16,6-3-16-16,1-24 0 15,4-14 4-15,13-13-20 16,4-4 34-16,4-8-24 16,0 4-13-16,15 8 14 15,18 9-13-15,6 9-2 16,3 6 0-16,0 6-2 16,-2 2-2-16,0 6-13 15,0 4-223-15,-30 12-46 16,-4 0-235-16</inkml:trace>
  <inkml:trace contextRef="#ctx0" brushRef="#br0" timeOffset="1374.05">3905 15101 498 0,'0'0'132'16,"0"0"-132"-16,9 4 0 15,-9-4 134-15,0 0-32 16,0-16-61-16,0 4-37 16,0 0 5-16,0-4 25 15,-17 4 15-15,-6 0-4 16,1 8-8-16,-5 0-37 15,2 4 0-15,-1 0-8 16,-3 26 2-16,2 4 6 16,1 8 0-16,7 10-7 15,11 2 3 1,8-1 3-16,0-5-17 0,6-14 8 16,19-16 3-1,2-10 7-15,4-4 0 0,7-6 1 16,5-22 3-16,1-16 2 15,-5-10-6-15,-3-5-4 16,-9-7 3-16,-7-6-9 16,-7-4 5-1,-5 0-10-15,-8 9 13 0,0 17-1 16,0 14 3-16,-4 20 44 16,-4 10 10-1,-1 6-6-15,3 0-15 16,1 32-33-16,2 17-5 15,1 10 2-15,2 12 3 0,0-3 3 16,0-2-1-16,0-4-2 16,0-12 3-16,10-1 2 15,-4-15-1 1,3-5-4-16,-3-8 5 16,4-7-5-16,-4-4-3 15,1-6-40-15,-7-4-109 16,0 0-150-16</inkml:trace>
  <inkml:trace contextRef="#ctx0" brushRef="#br0" timeOffset="5795.65">7062 14915 508 0,'0'0'0'16,"0"0"-12"-16,0 0 12 16,0 0 146-1,0 0 8-15,0 0-131 0,0 0 9 16,0-4 28-16,0-10-14 16,0-2-4-1,0-6-11-15,0-7-11 16,-2 6 4-16,-4-8-16 15,-3 7-6-15,-7-6 7 16,-4 4-7-16,-2 4 1 16,-3 6 3-16,0 8 0 0,-4 8 7 15,0 0-13 1,-4 0 4-16,-2 10 9 16,-1 16-13-16,3 8 1 15,-1 12 5-15,-1 25-2 16,8 11-4-16,11 8 0 15,12-2 0-15,4-22 4 16,18-3-4-16,15-3 1 16,7-8 3-16,5-12-7 15,-3-8 3-15,0-10 0 0,-3-10-4 16,-8-8 6-16,-3-4-2 16,-3 0 0-1,-1 0-11-15,-1-6-22 16,-4-18 7-16,2-8 2 15,1-16-70-15,1-4-44 16,-2 2-54-16,-16 32-106 16</inkml:trace>
  <inkml:trace contextRef="#ctx0" brushRef="#br0" timeOffset="6144.71">7238 15051 529 0,'0'0'231'16,"0"0"-215"-16,0 0 13 15,9 0 4-15,-22 32 9 16,-7 8-31-16,0 14 14 16,4 3-1-16,10-7-6 15,6-6 1-15,0-16-13 16,0-10-1-16,11-10 8 16,13-4-12-16,5-4 5 15,7 0 1-15,-1-22-4 16,1-4 23-16,-2-10-24 15,-12 2 2 1,-6 0-1-16,-14 4 5 0,-2-6-2 16,0 5-1-16,-14 3 36 15,-19 6-7 1,-3 10 6-16,3 10-19 16,2 2-16-16,4 0-10 15,2 16-8-15,3 4-39 0,4 4-29 16,10-6-50-16,8-10-56 15,0-4-172-15</inkml:trace>
  <inkml:trace contextRef="#ctx0" brushRef="#br0" timeOffset="6626.4">7548 15049 372 0,'0'0'41'16,"0"0"-29"-16,0 0 27 15,0 0 104 1,0-28-13-16,0 28 52 16,0 0-118-16,0 0-38 15,0 0-9-15,0 0-17 16,0 4-5-16,0 18 5 15,0 4 6-15,4 6 16 16,1 4-20-16,2-4 1 16,2 3 7-16,-1 1-10 15,6-4 0-15,-5-6 1 0,2-4 1 16,-5-12-3 0,2-6 1-16,-2-4 0 15,-6 0 0-15,4 0 0 16,1-18 41-16,3-12-1 15,4-24-9-15,-3-9-9 16,3-1-20-16,-4 2 19 16,3 22-9-16,-2 10 2 15,0 12-5-15,-4 8-5 16,-5 2-8-16,0 6 2 16,0 2-24-16,0 0-16 15,0 6-87-15,0 4-158 16,0 2-145-16</inkml:trace>
  <inkml:trace contextRef="#ctx0" brushRef="#br0" timeOffset="7115.34">7927 15025 511 0,'0'0'101'16,"0"0"-74"-16,0 0 113 16,0-16-34-16,0 16-78 15,0 0-19 1,0 0 3-16,0 0 10 0,0 0 28 16,0 0-46-1,-3 18 7-15,-5 6 8 0,1 8-3 16,5 0-4-16,-2 4-12 15,2 4 7-15,-1-4 3 16,0 3-8-16,3-3-1 16,0-4 8-1,0-6-4-15,0-8-2 16,0-10 0-16,0-4 18 0,0-4-9 16,0 0-3-1,8 0 11-15,3 0-15 16,7 0 29-16,1-12-15 0,6 4-17 15,4-2 9-15,4 0-11 16,5 2 0-16,0-4 0 16,-4 6 3-16,-8 2-3 15,-8 0 0 1,-11 4-9-16,-7 0-59 16,0 0-9-16,0 0-8 15,-7 0-167-15,-9 4-17 16</inkml:trace>
  <inkml:trace contextRef="#ctx0" brushRef="#br0" timeOffset="14035.89">12229 14833 235 0,'5'4'163'16,"-5"-4"-138"-16,2 0-23 0,-2 0 57 16,0 0 21-16,0 0-30 15,0 0-17 1,2 0-5-16,-2 0 63 16,2 0-50-16,1 0 2 0,-3 0-19 15,0 0-3 1,0 0 17-16,0 0-7 15,2-3 1-15,1-6-5 16,1-5-19-16,2-7 6 16,-1 1-14-16,-5-6 0 15,0-6 12-15,0-2-12 16,0 0 4-16,-11 0 3 16,-5 0-7-16,1 10 9 15,-1 2 4-15,-2 8 12 16,0 10 4-16,-1 4 2 15,-18 0-16 1,-5 10-13-16,-5 22 6 0,-1 10-8 16,14 6 0-16,3 10 10 15,4 12-10-15,7 9 0 16,7-3 0-16,6 0 8 16,7-14-9-16,0-8 1 15,0-5 0-15,20-9 4 16,7-4-3-16,4-8 2 15,4-8 3-15,10-6-2 16,4-8-4-16,17-6 0 16,4 0 13-1,-5-22-8-15,-3-6 0 0,-24-7-5 16,-11-1 5-16,-7 0-10 16,-7 0-1-16,-9 4-15 15,-1 10 7-15,-3 8-41 16,0 6-14-16,-11 8-42 15,-3 0-169-15,1 0-134 16</inkml:trace>
  <inkml:trace contextRef="#ctx0" brushRef="#br0" timeOffset="14419.49">12358 15061 576 0,'0'0'154'0,"0"0"-142"16,16 0 79-16,-16 0 48 15,0 0-61-15,0 14-62 16,0 16-10-16,0 6-6 16,-6 9 2-16,-2 1 14 15,4-2-10-15,2-8-7 16,2-4 1-16,0-10 0 16,0-6 9-1,18-14-8-15,9-2 2 16,6 0 11-16,5-28 8 15,0-8 10-15,-5-4-19 0,-8-4-6 16,-9-2 12 0,-10-3 0-16,-6 3-6 0,0 4 5 15,0 10-18 1,-9 14 25-16,-13 4 35 16,0 10-39-16,-5 4-21 15,-7 0-11-15,-17 18-9 16,-4 18-38-16,3 2-12 15,7-2-61-15,26-13-94 16,19-23-36-16,0 0-235 16</inkml:trace>
  <inkml:trace contextRef="#ctx0" brushRef="#br0" timeOffset="14917.92">12693 15007 642 0,'0'0'9'0,"0"0"24"16,0 0-30-16,0-36 153 16,0 36-81-16,0 0-31 15,0 0 2-15,0 0-7 16,0 0 8-16,0 0 10 15,0 0-28-15,0 0-29 16,0 10 3-16,0 22 0 16,0 8 1-1,0 8-4-15,4 1 0 0,2-13 2 16,4-4-1-16,-3-6 0 16,-1-12-1-16,0-6 2 15,-2-6 1-15,0-2-3 16,-2 0 0-16,5 0 1 15,1-6 21-15,4-20 1 16,3-6 25-16,1-9-44 16,-3-7 13-16,0 0-12 15,1-6-4-15,-5 8 18 16,-3 10-14-16,-4 14 14 16,-2 14-6-16,0 6-9 15,0 2-8-15,0 0-1 16,0 0-27-16,0 0-1 15,0 18-40-15,0 0-82 16,-2-8-99-16,0-4-90 16</inkml:trace>
  <inkml:trace contextRef="#ctx0" brushRef="#br0" timeOffset="15401.5">12985 14993 267 0,'0'0'184'0,"0"0"-176"16,0 0-1-16,0 0 116 0,11-62-14 15,-11 60 7 1,0 2-21-16,0 0 47 16,0 0-106-16,0 0-14 15,0 0-15-15,0 16-4 16,0 10 22-16,0 6-14 15,0 4-2-15,0-2 3 16,0 4-9-16,0 2-2 16,0-4-1-16,0 3 2 15,0-15 8-15,0 2-5 16,0-12 2-16,0-6 10 16,0-4-13-16,0-4 15 15,0 0-3-15,0 0 5 16,0 0-16-16,0 0 2 15,0 0 10-15,0 0-16 16,0 0 3-16,15 0-4 16,16-10 2-16,12-2 10 15,11-2-10-15,3 2-2 16,6 2 4-16,-8 0-2 16,-5 3-2-16,-15 6 0 15,-15-3 3-15,-11 4-6 16,-9 0 3-16,0 0-55 15,-25 0-78-15,-8 0-303 16</inkml:trace>
  <inkml:trace contextRef="#ctx0" brushRef="#br0" timeOffset="20216.02">17185 14834 137 0,'0'3'76'16,"0"-3"-75"-16,0 0 125 16,0 0-84-16,0 0-28 0,0 0-13 15,0 2 19 1,0-2 6-16,0 0-3 15,0 0 12-15,0 0-19 16,0 0 3-16,0 2-4 16,0 4-7-16,0-6 3 15,0 0-10-15,0 0-1 0,0 0 28 16,0 0 11 0,0 0-6-16,0 0-14 15,0 0 9-15,0 0 16 16,0-8-8-16,0-1-7 15,0-2-7 1,0-1 3-16,0-2 1 0,0-4-2 16,0 1 5-16,0 2-26 15,0-6-2-15,-9 7 18 16,-11-4 13-16,1 0 3 16,-2 6-12-16,-4 2-8 15,-2 4 0-15,0 4-5 16,0 2-5-16,6 0 12 15,-2 0-7-15,-1 8 0 16,-3 14-9-16,-2 14 6 16,0 10-7-16,2 12 0 15,12 11 10-15,6-5-7 16,9 2-3-16,0 0 3 16,0-6 1-16,24-2-2 15,3-8-2-15,2-5 0 16,0-9 9-16,-2-12-8 15,-3-8 1 1,3-12 5-16,2-4 9 0,7 0-5 16,10-14 2-16,6-16 3 15,10-12-16 1,-4 2-16-16,-4 1-23 0,-14 7-40 0,-20 14 14 16,-9 8-15-1,-9-2-9-15,-2 6 18 16,0 2 18-16,0-4 27 15,0 2 26-15,0-2 21 16,-2 2 22-16,2-2 1 16,0 8-17-16,0-4 64 15,0 4-65-15,0 0-4 16,0 0-10-16,-7 0 24 16,-1 22-30-1,-4 6 3-15,1 16 28 16,7-8-26-16,4 5 6 15,0-3-13-15,0-10 2 16,4-2-9-16,13-10 3 0,2-12 0 16,3-4 0-16,7 0 3 15,2-10-1 1,3-20 12-16,-7-4 3 16,-8-6-17-16,-7-7 0 15,-10 1 15-15,-2-8-12 16,-2 10-2-16,-23 14 13 15,-8 10-7-15,4 20 20 16,-5 0-27-16,1 0 6 16,0 20-15-16,6 6 9 0,8 4-27 15,15 2-39 1,4-22-103-16,0-2-173 0</inkml:trace>
  <inkml:trace contextRef="#ctx0" brushRef="#br0" timeOffset="20716.32">17842 15017 624 0,'-3'-18'167'0,"3"10"-167"15,0 6 102-15,0 2-33 16,0 0-42-16,0 0-27 16,0 0 0-16,0 0 17 15,0 0 0-15,0 6 17 16,0 20-5-16,0 0-7 16,0 10 12-16,5 4-25 15,6 0-5-15,0 1 2 16,5-5-2-16,-5-8 0 15,0-2-4 1,-1-10 0-16,-6-2 2 0,2-12-2 16,-1-2 7-16,-1 0-6 15,10-2 28 1,5-32 5-16,2-11-8 0,1-6 1 16,-2 2-20-1,-2-1 0-15,0 4 12 0,-1 6-19 16,-1 8 14-16,0 4 1 15,-5 8-5-15,-2 4 6 16,-5 8-16-16,-4 8 0 16,0 0 0-16,0 0-55 15,0 0-23-15,0 22-46 16,0-10-138-16,-6 2-122 16</inkml:trace>
  <inkml:trace contextRef="#ctx0" brushRef="#br0" timeOffset="21197.07">18267 15039 369 0,'0'0'168'15,"0"0"-158"1,0 0 22-16,0 0 285 16,31-54-231-16,-31 48-5 15,0 6-15-15,0 0-16 16,0 0-30-16,0 0-18 15,0 0 1-15,0 6-3 16,0 16 0-16,0 8 4 16,0 4-3-16,-2 2 10 0,0 7-11 15,-2-6 0-15,0 2 9 16,1-3-9-16,-1-6 5 16,1-6 1-1,1-2 5-15,0-10-6 16,2-2-3-16,-3-4 9 15,3-2-10-15,0 0-1 16,0-4 4-16,0 0 1 16,0 0-2-16,0 0-3 15,0 0 1-15,17 0 23 16,7-10-16-16,7 2 2 16,5-2-7-16,6 2 4 15,3 0-7-15,-3 2 0 16,-4 2 0-16,-12 0 7 15,-13 4-7-15,-7 0 0 16,-6 0 3-16,0 0-7 16,-25 4-16-16,-20 8-46 15,16-2-37-15,9-10-262 16</inkml:trace>
  <inkml:trace contextRef="#ctx0" brushRef="#br0" timeOffset="23696.45">23171 14839 321 0,'0'0'29'15,"0"0"-24"-15,0 0 123 0,0-2-20 16,0 2-59-16,0 0-19 16,2 0 27-1,1 0 36-15,-3 0-63 16,0-3-12-16,0 3 14 15,0-1 9 1,0-2-9-16,0 2 18 0,0-8 8 16,0 0-44-16,0-4-13 15,0-10 8 1,0-4-2-16,0-3 0 0,0 2 15 16,-14 2-8-16,-1 4 1 15,-3 4 1 1,-7 8-15-16,4 6 4 15,-4 4-9-15,-4 0 1 16,2 8 6-16,-2 16-3 16,-6 12 0-1,-1 12-5-15,3 6 4 16,2 17 1-16,8 1-4 0,14 16 4 16,9-6 0-1,0-7 2-15,22-13 0 16,14-26-2-16,4-8 0 15,7-10 4 1,17-14 0-16,4-4 1 16,-2 0 6-16,-1-14-11 0,-23-2-1 15,-9-4-22 1,-6-1-43-16,-11 2-18 16,-9-3-246-16,-7-5 121 15,0 5-15-15,0-4 29 16,0 2 195-16,-7 2 51 15,2 0 140-15,5 8 2 16,0 6-68-16,0 2-17 16,0 6-4-1,0 0 58-15,0 0-121 16,0 0-9-16,0 6-32 16,0 22 0-16,-2 6 2 15,0 2 15-15,2 0-3 16,0-5-10-16,0-8 0 15,11-5-4-15,9-9 0 16,5-5 5-16,1-4-3 16,-1 0 4-16,-2-18 1 15,-6-10-6 1,-6-11 16-16,-8-5-12 16,-3-2 11-16,0 0-13 15,-12 18 4-15,-11 10 4 16,0 12 6-16,-2 2 14 15,0 4-27-15,-6 0-8 16,-2 16-18-16,-5 20-8 16,5 2-22-16,8-2-76 15,23-20-99-15,2-16-200 16</inkml:trace>
  <inkml:trace contextRef="#ctx0" brushRef="#br0" timeOffset="24193.54">23586 14979 634 0,'6'-30'61'0,"-1"18"-61"15,3 4 0 1,4 2 98-16,-3 6-40 15,3 0-24-15,-6 0 1 16,-4 0 9-16,-2 0-9 16,2 14-9-16,-2 12 9 15,5 4 19 1,1 8-30-16,4 0-24 0,-2 12 4 16,-1-1 0-1,1-8-1-15,0-2 0 16,-4-17-3-16,-2-8 0 15,3-6 9-15,-3-8-6 16,2 0 8 0,3 0-9-16,2-16 26 0,4-15 13 15,-2-2-11 1,5-3-6-16,-5 1-23 16,3-1 16-16,-1 2-10 15,-3 6 9-15,4-8-16 16,-5 6 0-16,-5 6 0 15,-1 6 0-15,-3 10-4 16,0 8-7-16,0 0-16 16,0 0-2-1,-7 6-226-15,-4 6-215 16</inkml:trace>
  <inkml:trace contextRef="#ctx0" brushRef="#br0" timeOffset="24663.02">24064 15013 587 0,'0'-34'124'16,"0"18"-124"-16,0 4 138 15,0 10-32-15,0 2-71 16,0 0 5-16,0 0-10 15,0 0 4-15,0 0-31 16,0 0 13-16,0 26 7 16,0 12-5-1,0 6 7-15,0 4-18 0,0-6 3 16,0-2-7-16,0 0-2 16,0 3 1-1,0-11-2-15,-4-6 11 16,2-6-10-16,2-16 8 15,0 0 1-15,0 0-10 16,0-4 5-16,0 0-1 16,2 0 10-16,14 0-6 15,15 0 9 1,5-4-6-16,4-6-9 0,3 2-1 16,-14 2-1-1,-6 6 0-15,-6 0-2 16,-11 0 2-16,-6 0-59 15,0 0-37-15,0 0-94 16,0 0-160-16</inkml:trace>
  <inkml:trace contextRef="#ctx0" brushRef="#br0" timeOffset="25176.15">24849 14790 441 0,'0'-24'105'16,"0"12"-69"-16,0 6 55 16,0 2 39-16,0 3-49 15,0 1-38-15,0 0 64 16,0 0-80-16,-2 0 4 15,-6 27-28 1,-6 14 17-16,1 3 15 0,-1 6-23 16,7-4 0-16,5 0 2 15,0 4-10 1,2 8 1-16,0-9-5 16,0-3 7-16,0-10-7 15,0-18 0-15,0-6-1 16,0-2 7-16,0-10-13 15,0 0-38-15,0 0-28 16,0 0-71-16,0-14-147 16,0 0-320-1</inkml:trace>
  <inkml:trace contextRef="#ctx0" brushRef="#br0" timeOffset="25492.96">24577 15067 416 0,'0'0'122'0,"0"0"-94"16,-44-16 116-16,42 16-23 15,2 0-92 1,0-2-27-16,0 2 14 0,2-2 2 16,9 2 13-16,4-4 23 15,8 4-6 1,26-6 3-16,13 0 5 15,9-4-18-15,12 0-17 16,-14 2-9-16,-5-2-4 16,-8 6-3-16,-14-4-10 15,-17 2 3 1,-11 0-14-16,-10 4-51 0,-4 2-61 16,0 0-101-1,-18 0-154-15</inkml:trace>
  <inkml:trace contextRef="#ctx0" brushRef="#br0" timeOffset="26061.39">25618 14544 148 0,'0'-14'371'15,"0"10"-292"1,0 2-30-16,0 0 230 16,0 0-220-16,0 2-10 15,0 0-23-15,0 0-11 16,0 0 15-16,0 0-15 15,0 0 27-15,0 18-37 16,0 14 18-16,0 18-12 16,0 8-9-1,0 8 12-15,0 1-12 0,0-17-1 16,-2-2-1-16,-2-12 5 16,1-6-8-1,0-10 3-15,1-6 4 16,2-6-3-16,0-8-1 15,0 0 0-15,0 0-6 16,-4 0-15-16,-3 0-125 16,1-10-146-16,-1 0-177 15</inkml:trace>
  <inkml:trace contextRef="#ctx0" brushRef="#br0" timeOffset="26774.98">25384 15025 415 0,'-18'0'285'15,"18"0"-267"1,0 0-6-16,0 0 154 16,9 0-140-16,9 0-6 15,4 0 24-15,3-4 6 16,8-6-27-16,10 2 22 15,7-6 15-15,15 0-37 16,7 2-19-16,16 0 0 16,-3 6-2-1,-11 0 0-15,-19 4-3 0,-32 2 1 16,-15 0-8-16,-6 0 5 16,-2 0-37-1,0 0-85-15,-12 4 16 16,-15 8 0-16,9-8-108 15,0 2-350-15</inkml:trace>
  <inkml:trace contextRef="#ctx0" brushRef="#br0" timeOffset="27276.48">25575 15165 462 0,'0'0'260'16,"0"0"-260"-16,-31 11 0 16,31-11 73-16,3 0-14 15,14 0-29-15,10 0 64 16,4-7-43-16,25-7-17 16,4 4 3-1,7-6-19-15,-9 6 2 16,-20 10-8-16,-11 0-7 15,-12 0 10-15,-13 0-15 16,-2 0-12-16,-4 22-6 16,-30 9 18-16,-10 5 2 15,-7 0-2 1,-7 4 12-16,-1 0-11 16,9-4 1-16,5-6 0 15,16-6 0-15,11-6 8 16,12-8-7-16,6-4 4 15,0-6-7-15,2 0 0 16,20 0 10-16,9 0 3 16,10 0 14-16,5 0-5 15,10 0-15-15,2-2 19 16,4-2-21-16,-4-2 8 16,-9 0 2-16,-8 2-14 15,-18 0-2-15,-9 4-20 16,-14-4-10-16,0 4-74 15,-8 0-90-15,-19 0-499 16</inkml:trace>
  <inkml:trace contextRef="#ctx0" brushRef="#br0" timeOffset="28591.09">26734 14801 488 0,'9'-12'62'16,"0"-1"-6"-16,-2 3 27 15,-1-8-24-15,-1 2 23 16,-5 0 8-16,0-4 3 16,0 6-18-16,0 0-10 15,-7-2-45 1,-13 6-3-16,-4 6-9 16,-3 4-12-16,-6 0 3 15,2 18-3-15,-3 16 1 16,0 6-3-16,1 14 4 15,4 9 2-15,7 1 5 16,8-4-5-16,14 4-1 16,0-4-2-1,12-10-6-15,17-9 8 0,-1-18-2 16,6-6 3-16,6-7 10 16,22-10-9-1,5 0 22-15,4-10-23 16,1-12-1-16,-28 0-9 15,-8-9-23-15,-12-1 16 16,-10 0-1-16,-7-4 14 16,-7 2 4-16,0 8 1 15,0 6 15 1,0 12 29-16,-2 8 3 0,-3 0-32 16,-2 0-11-16,0 22-4 15,1 8-1 1,-1 16 0-16,5 0 2 15,2-3 4-15,0-7-6 16,0-18 0-16,0-9 6 16,13 0-5-1,5-9-1-15,4 0 1 16,7-4 8-16,2-23-9 0,10-13 0 16,-8-4 8-1,-4-2-6-15,-9 6-2 16,-14 10 3-16,-6 12-3 15,0 8 10 1,-17 10 7-16,-25 0 2 16,-12 0-20-16,-8 12-30 0,10 4-22 15,8 0-34 1,9-2-35-16,29-8-78 16</inkml:trace>
  <inkml:trace contextRef="#ctx0" brushRef="#br0" timeOffset="28940.8">27474 14923 618 0,'6'-14'20'0,"-4"10"-3"15,1 4 125 1,-3 0-34-16,3 0-44 0,-3 0-6 16,0 0 5-16,0 0-33 15,0 4-5 1,-16 32-25-16,-11 14 21 16,-2 6-12-16,2 2-4 15,7-16-2-15,4-3 0 16,6-7-1-16,-2-10 1 15,5-4-6-15,3-10 3 16,2-2-16-16,2-6-43 16,0 0-116-16,0-13-186 15,0-6-94-15</inkml:trace>
  <inkml:trace contextRef="#ctx0" brushRef="#br0" timeOffset="29176.35">27282 14913 1083 0,'0'0'14'0,"0"0"-9"15,0-4 44 1,23 44-20-16,15 6-10 0,6 10 13 16,3-6 1-16,4-6-22 15,0 1 15 1,-4-8-19-16,-7-2 0 15,-13-13-7-15,-16-8-20 16,-11-4-47-16,0-10-149 16,-27 0-519-16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54:04.43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1932 16168 375 0,'0'0'26'0,"0"0"-1"16,0 0-22-16,0 0 67 15,0 0-33-15,0 0-27 16,0 0-1-16,0 0-2 15,0 0 3-15,0 0-10 16,0 0 0-16,0 0 0 16,0 0-1-16,0 0-7 15,0 0-4-15,0 0 12 16,0 0 1-16,0 0 16 16,0 0 20-16,0 0 4 15,0 0 2-15,0 0-2 16,0 0-4-16,0 0 20 15,0 0-10-15,0 0-9 16,0 0-12-16,0 0-6 16,0-12 8-16,0 2-9 15,0-4-17 1,-14-12 19-16,-2 0 11 16,-4-2-26-16,-5 2 10 0,4 12 7 15,-2 0-16 1,-1 10-1-16,3 0 13 0,0 4-6 15,-6 0 1-15,-7 14-14 16,-3 16 2-16,-8 12 13 16,3 10-11-16,3 6-1 15,6 10 10-15,9 7-10 16,12 1 0-16,12-4-2 16,0-6 2-16,12-8-3 15,17-12 0-15,11-7 1 16,2-7-1-16,16-10 0 15,2-8 2 1,2-10-1-16,-1-4 5 16,-17 0-6-16,-1-22 0 15,-10-1 5-15,-4 5-4 16,-12-4 1-16,-5 8 5 16,-8 2-3-16,-4 6 1 0,0 6-5 15,0 0-1 1,0 0-16-16,0 0-236 15,-4 0-195-15</inkml:trace>
  <inkml:trace contextRef="#ctx0" brushRef="#br0" timeOffset="1306.58">2204 16619 499 0,'0'-4'69'15,"0"0"-58"-15,0 4 69 16,0-6 24-16,0-2-41 16,0-4-34-16,0 2 27 15,0-4-19-15,0-4 5 16,0 4-2-16,-19-8-15 15,-5 6-16 1,-3 2 6-16,-2 4-15 16,7 10-6-16,0 0 0 15,-1 0 1-15,-2 0 1 16,2 20 3-16,0 6 2 0,0 4-4 16,8 2 3-16,4 0 0 15,6-2-1 1,5-4-1-16,0-3-6 15,0-5 0-15,0 0 6 16,14-9-3-16,-5-4 2 16,-1-5 1-16,1 0-4 15,-4 0 1-15,0 0 4 16,-1 0 2-16,-2 0-6 16,0 0-2-16,-2 0-2 15,0 0 6-15,0 0-3 0,0 0 5 16,0 0-10-16,0 0 0 15,2 0 10 1,-2 0 1-16,0 0 0 16,0 0 3-16,0 0-4 15,0 0 1 1,0 0 0-16,0 0 2 0,0 0 0 16,0 0-1-16,3 0-1 15,-1 0 5-15,2 0-7 16,1 0 2-16,0 0 0 15,1 0 4-15,1 0-4 16,-1 0 2-16,2 0-2 16,-4-5 1-16,0 5-1 15,1 0 0-15,-1 0 1 16,0-4-1-16,6 0 1 16,3-1 0-16,0-4 1 15,5 4-2-15,-3 0 0 16,-1-3 1-16,-1 0 0 15,-1 6-1-15,-4-6 0 16,1 0-1-16,-5 2 4 16,4-6 0-16,-2 2-3 15,3-2 0 1,-3 2 7-16,4 0 0 0,-4-2-5 16,1-2 2-16,-1 6-6 15,2-6 2 1,-2 0 0-16,-2-2 1 0,1 2-1 15,-3-4-3-15,0-4-4 16,-2-2-14-16,0 4-17 16,0 2-46-16,0 8-30 15,0 10-41-15,0 0-142 16</inkml:trace>
  <inkml:trace contextRef="#ctx0" brushRef="#br0" timeOffset="1784.72">2223 16343 298 0,'0'0'80'15,"0"-14"-74"-15,0 14 33 16,0-4 57-16,0 4-27 0,0 0-11 16,0 0 0-16,0 0-12 15,0 0-3 1,0 0 12-16,0 0-3 15,0 0-35-15,0 0-4 0,-2 0 3 16,2 0-9 0,-2 0-3-16,2 0 12 15,-3 0-10-15,3 0-3 16,0 13-1-16,0 5 0 0,0 13 21 16,0 1-12-1,0 0-4-15,0 4 5 0,0 4-10 16,0-2 8-16,0 2 5 15,5 0-14 1,-1-4 14-16,0-4-14 16,-1-5 5-16,0-9-4 15,-1 0 2 1,0-10 14-16,0-6-14 0,-2 2 4 16,2-4-5-16,-2 0-2 15,0 0 10-15,0 0-9 16,0 0-2-16,0 0-19 15,0 0-33-15,0 0-29 16,0 0-58-16,0-4-93 16,0-2-266-16</inkml:trace>
  <inkml:trace contextRef="#ctx0" brushRef="#br0" timeOffset="2535.09">2383 16325 374 0,'0'0'162'0,"0"0"-156"15,0-27 2-15,0 27 111 16,0 0-43-16,0 0-54 16,0 0-16-16,0 0 4 15,0 8-1-15,0 15 47 16,0 0-10-16,0 4-14 16,0 3-3-16,0 6 8 15,0 4-23-15,2 0-8 16,6 0 2-16,-4 6-7 15,3-2 2 1,-3-8 3-16,2-5-6 16,0-17 0-16,-4-5 0 15,0 0 2-15,-2-5-2 16,2-4 0-16,-2 0 1 0,0 0 2 16,2 0-2-16,-2 0 7 15,2 0 4 1,5-9-5-16,-3-13 37 15,8 4-41-15,-3 0 0 16,-3 0-3-16,12-8 0 16,4 2-1-16,7 2-2 15,2 0 2-15,-4 8-2 16,-2 6 2-16,-5 0-3 16,-5 2 4-16,-1 6-1 15,-3 0-2-15,0 0-6 0,-2 14-1 16,0 12 0-16,-7 2 2 15,2 6 8 1,-4-6 5-16,0 3 0 16,0-4-4-16,-2-4 6 15,-20 3 3 1,-4-4 10-16,-3-4 6 0,0-8 13 16,0-10-19-16,0 0-3 15,-7 0-4-15,0-14-2 16,2-8-11-16,5 4-10 15,8 5-4-15,3 4-17 16,5 4-43-16,13 5-62 16,0 0-147-16</inkml:trace>
  <inkml:trace contextRef="#ctx0" brushRef="#br0" timeOffset="3205.92">3181 16623 507 0,'2'0'47'0,"-2"0"-43"16,0 0 86-1,0 0-7-15,0 0-49 0,0 0-24 16,0 0-3-1,0 0-5-15,0 0-2 16,0 0-34-16,0 0-16 16,0 0 9-16,0 0-9 0,0 0-38 31,-6 0-6-31,-3 0 0 0,2 2 27 16,2-2-101-16</inkml:trace>
  <inkml:trace contextRef="#ctx0" brushRef="#br0" timeOffset="5264.3">3145 16637 298 0,'0'-8'113'0,"0"6"-113"16,0 2 105-16,0-2-50 15,0 0-29 1,0 2 4-16,0 0 1 0,0 0 2 15,0 0 10-15,0 0-4 16,0 0-1-16,0 0-11 16,0 0-3-16,0 0 0 15,0 0-14-15,0 0-9 16,0 0 7-16,0 0 2 16,3 0 10-16,8 2-10 15,2 10 12-15,0 2-15 16,1 8-2-16,-3 18-2 15,-7 9 0 1,-4 1 11-16,0 4-4 16,-8-10 10-16,-15-8 4 15,-1-2-6-15,0-14 5 16,8-4 32-16,5-10-40 0,9-6-3 16,2 0-9-16,0 0-3 15,0 0-4 1,0-6-35-16,0-10-137 15,0 10-18-15,0 2-114 16</inkml:trace>
  <inkml:trace contextRef="#ctx0" brushRef="#br0" timeOffset="6283.69">3910 16240 161 0,'8'-6'188'15,"-5"2"-165"-15,-1 0 19 0,0 0 87 16,3-4-45-16,-3 2-33 16,1 2-11-16,-1-4 13 15,-2-2-7 1,0 2 10-16,0-6 55 0,0 0-51 15,0 2-16 1,-7 2-15-16,-7 6-8 16,1-4-21-16,-5 8-2 15,-1 0-13-15,-2 0 3 16,-6 18 12-16,-2 12 0 0,-2 14 2 16,4 6-2-1,5 12 2-15,5 5-4 0,6 5 2 16,3-4 0-16,8-10-2 15,0-6 2 1,2-16-2-16,23-5 3 16,4-12-1-16,5-6 0 15,17-13 1 1,5 0 1-16,-1-5 5 0,-1-8 0 16,-21-1 5-16,-10 5-10 15,-11 1 1-15,-6 7-3 16,-4-4 2-16,-2 5-6 15,0-4 4-15,0 0-34 16,0 0-50-16,0 4-133 16,-4 0-219-16</inkml:trace>
  <inkml:trace contextRef="#ctx0" brushRef="#br0" timeOffset="6919.59">4211 16491 214 0,'0'0'293'15,"0"0"-270"-15,0 0-8 16,11-32 111-16,-11 18-16 16,0 0-44-16,0-2-20 15,0 2 1-15,0 0 1 16,0 6-13-16,0-1-1 16,-15 4 16-16,-6 5-24 15,-1 0-20-15,-5 0-5 16,0 4-1-16,-4 24 5 15,5-6-2 1,5 0 3-16,7 4-6 16,14-8 5-16,0-4-9 15,0 4 4-15,6-6 0 16,13 2-1-16,4-4 0 0,1-2 0 16,-1-2 1-16,-1 6 0 15,0-2 3 1,-4 2-3-16,0-2-3 15,-4 2-5-15,-2 2 3 16,-3 0-8-16,-7 4-7 16,-2-4 8-16,0 2-1 15,-13-2 4-15,-14-1 7 16,-6-3 2-16,-5-6 10 16,-2-4 14-16,2 0 1 15,2 0 4-15,12 0-10 0,9-9-2 16,3-4-8-1,8 4-9-15,-1-1-5 16,5-2-53-16,0 6-19 16,0 2-87-16,7 0-180 15</inkml:trace>
  <inkml:trace contextRef="#ctx0" brushRef="#br0" timeOffset="8082.01">4446 16290 522 0,'-13'-20'68'0,"9"16"-9"16,4 0 68-16,0 4-42 15,0 0-70-15,0 0-3 16,0 0 21-16,0 0 5 16,0 0 1-16,0 0 14 15,0 0-41-15,0 0-12 0,0 18-9 16,0 8 9-16,0 11 6 15,0 8 4 1,0 4-2-16,7-1-5 16,1-4-3-16,2-2 0 15,-4-2 1 1,-1-6 1-16,-1-14-2 0,-4-4 0 16,0-10 3-16,4-6-3 15,-4 0 0-15,0 0 3 16,5 0 1-16,-5 0 11 15,0-6-6-15,2-10 0 16,-2-4 22-16,5-2-28 16,1 4 0-16,3-4-2 15,2 0-3-15,3 4 2 16,1 0-1-16,5-4-3 16,3 8 3-1,-4 2 0-15,2 8 1 16,-5 4-5-16,-1 0 1 15,5 0-5-15,5 4 9 16,-8 18-9-16,4 6 5 16,-11 2 4-16,-1 0-3 15,-2 2 3 1,-4 0 0-16,-3-6 0 0,0-4 0 16,0 1 0-16,0-9 2 15,-21-1 8 1,-10 1 16-16,-11-5-6 15,-16-9 7-15,0 0 55 16,-4-4-51-16,-1-19-3 16,14 1-15-16,15 4-12 15,15 8-1-15,14 6-36 16,5-1-19-16,0 5-53 16,9 0-116-16</inkml:trace>
  <inkml:trace contextRef="#ctx0" brushRef="#br0" timeOffset="10397.03">7194 16325 86 0,'5'0'198'16,"-5"0"-155"-16,0 0 2 15,2 0 57-15,0-9-44 16,0-1 9-16,0-3-10 16,-2-4 5-16,0-1 27 15,0 0-24-15,0-4-14 16,0-2-11-16,-6-2-5 15,-10 4-19-15,-2 0-4 16,0 8 20-16,1 6-20 16,-1 2 10-16,-1 6-17 15,-6 0 4 1,-7 6-15-16,-6 24 7 0,-6 10-1 16,6 10 4-16,-1 8-2 15,8 9 2-15,7 1 2 16,8-2-5-16,12-4-1 15,4-16 0-15,0-2 2 16,17-12-1-16,16 2 0 16,4-6-1-16,1-6 4 15,-1 1-4-15,-1-11 0 16,-3-2 3-16,15-10 5 16,3 0-2-16,4-4 25 15,1-18-6-15,-13 3-17 16,-12-3-2-16,-7 8-6 15,-8 0-46-15,-14 6-54 16,-2 8-75-16,0 0-199 16</inkml:trace>
  <inkml:trace contextRef="#ctx0" brushRef="#br0" timeOffset="10944.7">7494 16637 647 0,'0'0'0'16,"0"0"-45"-16,0 0 45 16,25-62 67-16,-25 52-52 15,0 2-9-15,0 0 26 16,0 6 13-16,0-2-5 16,0 4 23-1,0 0 45-15,0 0-78 0,0 0 5 16,0 0 0-16,0 0-3 15,0 0-19 1,0 0-2-16,0 0-7 16,0 6-4-16,0 12 0 15,0 8-1-15,0 0 2 16,0 6 5-16,0 8-6 0,0 5 0 16,0 3 1-16,-2 2-1 15,2 0-1 1,-2-2-4-16,0-8-10 15,-5-4 10-15,-2-6 5 16,-2-6-1-16,-10-7-5 16,4-3 6-16,-5-9-1 15,-5-1 2-15,2-4 22 16,-3 0-17-16,-1 0 2 16,2-18 24-16,7-4-12 15,7-2 6-15,5 2-25 16,8-4 8-16,0 4-11 15,10 0 2-15,21 0-2 16,7-2-6-16,6 2 2 16,1 4-19-16,-1 0-39 15,-1 2-49 1,-32 12-138-16,-7-2-266 0</inkml:trace>
  <inkml:trace contextRef="#ctx0" brushRef="#br0" timeOffset="11296.02">7452 16222 465 0,'0'0'303'0,"0"0"-303"16,-6-8 95-16,6 8-10 15,0 0-39 1,0 0-22-16,0 0-1 15,-2 0 3-15,2 0-22 0,0 0-4 16,0 0-3-16,-5 0-16 16,0 0-112-16,-1 0-260 15</inkml:trace>
  <inkml:trace contextRef="#ctx0" brushRef="#br0" timeOffset="13008.24">12183 16222 359 0,'4'0'47'16,"-2"0"-28"-16,-2-8 76 0,0 2-45 16,0-6 14-16,0-2-15 15,0-4-10 1,0-4 9-16,0-6-9 15,-13 2 13-15,-5 4-22 0,0 4-16 16,-1 4 17-16,-2 2 11 16,-1 6-6-16,-5 3-6 15,-2 3-15-15,-5 0 0 16,-1 13-15-16,-5 13 0 16,3 2 8-1,-2 8 18-15,3 8-15 0,5 10-8 16,4 12 8-16,10 23-10 15,11 5-1 1,6-10 4-16,0-6-3 16,17-34 1-16,16-8-2 15,12-10 0-15,6-13 5 16,11-12-3-16,10-1-2 16,4 0 12-16,2-19-12 0,-9-3 11 15,-15-5-11 1,-17 5-11-16,-12-6-226 15,-25 20-26-15,0 0-334 16</inkml:trace>
  <inkml:trace contextRef="#ctx0" brushRef="#br0" timeOffset="13457.22">12430 16437 712 0,'0'0'166'0,"0"0"-166"16,0 0 0-16,15-22 77 15,-15 22-9 1,0 0-18-16,0 0-21 16,0 0-6-16,0 0-12 0,0 0-11 15,0 8-8 1,0 16 8-16,5 10 0 16,-1 2 7-16,3 4-7 15,-2 4 0-15,1 6 3 16,1-2-3-16,-1 7 0 15,-1 3 0-15,0-4-4 16,-5 0 0-16,0-6-17 16,0-8-2-16,-12-4 17 15,-10-14 1-15,-7-4 5 16,0-5 5-16,-11-13 16 16,2 0 5-16,2-4-7 15,7-27 12-15,14-5-10 16,6-8-2-16,9 2 0 15,0-2-9-15,9 4-9 16,25 4-1-16,5 6 0 16,6 2-7-16,2 2 6 15,-1 3-1 1,-5 9-14-16,-35 14-227 0,-6 0-121 16</inkml:trace>
  <inkml:trace contextRef="#ctx0" brushRef="#br0" timeOffset="13782.33">12450 16178 214 0,'0'0'301'16,"0"0"-229"-16,0 0 24 0,-11-6 102 16,11 6-58-16,0 0-75 15,0 0-31 1,0 0-11-16,0 0-21 15,0 0-2-15,0-4-5 16,0 4 1-16,0 0-86 16,-2 0-261-16</inkml:trace>
  <inkml:trace contextRef="#ctx0" brushRef="#br0" timeOffset="15941.4">17361 16244 127 0,'0'-22'531'15,"0"4"-519"-15,0 4-1 16,-2-2 46-16,-6 2 42 15,2 4-52-15,1-4-24 16,1 6 22-16,0 4 11 16,0-4-11-16,-4 4-11 15,2 2-9 1,-5-2-16-16,-5 4 7 16,-4 0-27-16,-4 0 9 15,-5 0 1-15,-7 18 1 16,-2 4 2-16,-2 4 0 0,-2 10 11 15,2 10-12-15,-3 12-1 16,3 13 9-16,5 5-9 16,6-4 2-16,13-2-3 15,13-12 3-15,3-4-4 16,0-13-8-16,25-1 6 16,6-8 2-16,9-6 2 15,7-4-2-15,9-8 4 16,9-2-2-16,30-12 0 15,10 0 0-15,2-22 9 16,-7-8-7 0,-35 4-1-16,-18-2-1 0,-21-4-50 15,-14-3-56-15,-12 21-87 16,-12 5-178-16</inkml:trace>
  <inkml:trace contextRef="#ctx0" brushRef="#br0" timeOffset="16371.22">17633 16509 576 0,'0'0'56'0,"0"0"-54"15,0 0 70-15,17-18 50 16,-17 18-69-16,0 0-4 16,0 0-25-16,0 0-4 15,0 4-4-15,0 10 8 0,0 4 3 16,0 8-18-16,0-4-6 15,0 4 10 1,0 2-2-16,0 2-9 16,0 6 0-16,7 0 0 15,7 17-2-15,-4 1 0 16,1 0 1-16,-3-4-1 16,-8-12 0-16,0-10-1 15,0-6 4-15,-27 0-3 16,-4-8 3-16,-5-1 19 15,-7-12 18-15,-1-1-7 16,1 0-1-16,1 0 0 16,9-22-5-16,8-6 8 15,12-4-31-15,11-8-4 16,2 2-9-16,15-8-6 16,30 6-5-16,8 4-37 15,5 6-43-15,-42 30-74 16,-3-5-181-16</inkml:trace>
  <inkml:trace contextRef="#ctx0" brushRef="#br0" timeOffset="16790.4">17688 16218 757 0,'0'0'5'0,"0"0"-4"16,0 0 83-16,0 0-2 15,-27-6-68-15,25 6-14 16,0 18-2 0,-1 2 2-16,3 0 1 0,0-2 11 15,0-4-10-15,0-5 0 16,0-9 6-16,0 0-6 16,0 0 8-16,0 0 1 15,0-5 21 1,0-21 47-16,0 4-28 15,0 0-51-15,0 12-8 0,-4 6-38 16,-9 4-62 0,9 0-119-16,-1 8-284 15</inkml:trace>
  <inkml:trace contextRef="#ctx0" brushRef="#br0" timeOffset="19035.86">23397 16194 364 0,'0'-12'84'16,"0"4"-66"-16,0 2-18 15,0-2 103-15,0 4-72 16,0 0-22-16,0 2 17 16,0-2 22-16,0 4-5 15,0-4 25 1,0 4-2-16,0-6 9 0,-5 4-35 16,-4 0-12-16,0 2-14 15,-4 0-9 1,1 0 3-16,-3 0-7 0,-3 0 2 15,1 0-1-15,-1 0 2 16,-3 0 14-16,2 10-11 16,-4 8 2-16,1-4 5 15,-3 12-8-15,1 8 1 16,-3 8-3-16,3 12-1 16,1 9-4-16,6 3-1 15,5-4-3-15,12-8-16 16,0-10 5-16,16 2 16 15,24-7-6 1,14-7 4-16,2-10-3 16,-6-18 5-16,4-4-3 0,4 0 7 15,7 0-4 1,1-18 6-16,3-8-6 0,-9-1 9 16,-8 1 3-16,-17 2-3 15,-14 10 14 1,-10 6-19-16,-11 0 7 15,0 2-11-15,0 6-40 0,-16-4-62 16,-2 4-208 0,1 0-139-16</inkml:trace>
  <inkml:trace contextRef="#ctx0" brushRef="#br0" timeOffset="19485.87">23717 16463 436 0,'0'0'205'0,"0"0"-22"16,7-8-45-16,-7 8-75 0,0 0-49 15,0 4-14 1,0 18 0-16,0 4 1 16,0 6 3-16,0 0 6 15,2 8-10-15,0 0 2 16,3 4 0-16,0 5-1 15,-5-3-1-15,2 2 0 16,-2-4 0-16,0-2 6 16,0-6-6-16,-12-6 6 15,-12-4 11-15,-3-8 29 16,1 0-15-16,-4-8-9 16,4-2 22-1,8-4-17-15,7 1-9 16,11-5 6-16,0 0-10 0,-3-5-7 15,-1-21 0 1,0-10 1-16,4-8-6 16,0 8-2-16,0-4 0 15,6 10-1 1,19-2-2-16,4 4-25 16,2 6 3-16,-2 4-35 0,-4 10-61 15,-23 8-81 1,-2 0-221-16</inkml:trace>
  <inkml:trace contextRef="#ctx0" brushRef="#br0" timeOffset="20159.68">23764 16252 410 0,'0'0'231'16,"0"-16"-221"0,0 14 39-16,0 0 162 15,0 0-104-15,0 2-49 16,0 0-20-16,0 0-29 0,0 0-7 16,0 0-2-1,0 0-1-15,0 0-1 0,0 0 0 16,0 0-3-16,0 0 2 15,0 0 3 1,0 0-9-16,0 0-4 16,0 0-12-16,-5 0-11 15,5 0-5-15,-2 2 11 16,0-2-3-16,2 0 32 16,0 0 1-16,0 0 0 15,0 0 3-15,0 0-3 16,0 2 0-16,0 0 2 15,0 2-2-15,-2 0-7 16,0 2-1-16,2 2 0 16,0 0 6-16,0-4 2 15,0-4 6-15,4 0-4 16,8 0 6-16,1 0 11 16,0-4-6-16,-4-12 14 15,0 2-8-15,-7 4 1 16,-2 2 9-16,0 4-9 15,0 4-11-15,-2 0-9 16,-21 0-41-16,12 4-128 16,1 0-205-16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8:56:06.93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2971 17513 299 0,'3'0'75'0,"-3"0"-30"16,3 0 69-16,-3 0 11 15,0 0-55-15,0 0-22 16,0 0 18-16,0 0 3 16,0-9-11-16,0 0-32 15,-6-5 18-15,-5 5-5 16,-1-4-32-16,-2-1 6 16,1 2 4-16,-3 2-8 15,0 0 8-15,-2 2-1 16,-1 0 5-16,-2 4-21 15,1 2-4-15,-5 2 4 16,-12 0-3 0,-3 10 1-16,-7 16-4 0,-4 10 6 15,10 0-2-15,-1 5 4 16,9 3-2-16,8 0 0 16,12 6-3-16,9-2 1 15,4-2-2-15,0 2 0 16,24-2-2-16,21 3-1 15,3-5 0-15,6-12-1 16,0 0 7-16,-10-16-2 16,3-6 1-16,18-10 0 15,1-14 4 1,3-18-3-16,-3-8 2 16,-27 10 4-16,-12 8-2 0,-12 8-3 15,-8 5-9-15,-7 4 8 16,0 5-53-16,0 0-70 15,0 0-170-15</inkml:trace>
  <inkml:trace contextRef="#ctx0" brushRef="#br0" timeOffset="834.82">3430 17847 182 0,'0'0'400'16,"0"0"-377"-16,6-39 33 15,-6 25 110-15,0 4-68 0,-4-2-46 16,-4-2 14 0,-5 6-27-16,-3 2 29 15,1-2-57-15,-4 8 2 16,-3-4-13-16,-9 4-2 15,-5 0 1-15,-4 18-7 16,1 8 8-16,12 0 3 16,9-1-3-16,7-5 0 15,11-2-2-15,0 0-10 16,0-4-1-16,0-5-2 16,15 0 3-16,5-9 11 15,5 0-14 1,0 0 8-16,6 0-27 0,4-18 34 15,1-5-12-15,-3 5-25 16,3 0 10 0,-9 9-1-16,-11 4 14 0,-3 5 13 15,-7 0-10-15,3 14 0 16,5 18-15-16,-1 9 26 16,0 11-5-16,3 6 10 15,-3 0-10-15,-2-4-90 16,-2 0 94-16,-7-14-11 15,-2 0-37-15,0-7 49 16,-2-11 12-16,-18 0 14 16,-2-4 41-16,-14-4-23 15,-7-10 2 1,-1-4-21-16,0 0 26 0,6-20 2 16,6-10-14-16,9-2 0 15,7-6-9 1,11 1-26-16,5-3-3 0,0 0-1 15,13 8 0-15,18 0 22 16,12-2-22 0,4 6 0-16,4 2 5 0,-5 4-10 15,-3 4 3-15,-5 8-70 16,-2-4-88 0,-32 12-64-16,0-4-186 15</inkml:trace>
  <inkml:trace contextRef="#ctx0" brushRef="#br0" timeOffset="1454.01">3816 17548 524 0,'0'0'20'15,"-14"-22"-12"-15,14 22 97 16,0 0 8-16,-2 0-67 16,2 0-43-16,-2 0 2 15,2 14 13-15,0 12-15 0,0 2 45 16,0 6-28 0,0 8-11-16,0-2 10 15,10 0-10-15,-2 0-6 16,1-6 0-16,-3 3 8 15,2-10-9-15,-4-9 2 16,0-1 7-16,1-15-1 16,-5-2 14-16,2 0-17 15,0 0-1-15,-2 0 21 16,0-6 6-16,0-8 37 16,2-8-26-16,-2 5-43 15,8 3 8-15,-4 4-9 16,5-2-6-16,-1 2 6 15,4 2-2-15,3 8 1 16,10 0-11 0,2 0 11-16,2 0-5 0,-2 18 0 15,-8 0 2-15,-1 4 1 16,-1 5 2-16,0-5-1 16,-11 6-11-16,-6-6 7 15,0-4-11-15,-11 4 8 16,-18-4 9-16,-12 0 4 15,-3-10 14-15,-5-8 42 16,3 0-27-16,6 0-20 16,9-10-11-16,10-8-2 15,10 2-3 1,9-2-43-16,2 8-55 0,0 10-193 16,0 0-378-1</inkml:trace>
  <inkml:trace contextRef="#ctx0" brushRef="#br0" timeOffset="18512.62">7156 17634 45 0,'0'0'84'16,"0"0"-81"-16,0 0 2 16,0 0 16-16,0 0-6 15,0 0-10 1,0 0-5-16,0 0 6 0,0 0-13 15,0 0-11-15,0 0-51 16</inkml:trace>
  <inkml:trace contextRef="#ctx0" brushRef="#br0" timeOffset="20317.55">7359 17616 401 0,'0'0'53'15,"0"0"71"-15,0 0-14 16,0 0-58 0,0 0-16-16,0 0 25 15,0 0-14-15,0 0-16 16,0 0 2-16,0 0-6 0,0-4 1 15,0-2-4 1,0-2-10-16,0-2-3 0,0-2-11 16,0-6 0-16,0 0 1 15,-7 0 1 1,-4 0-1-16,0 4-1 16,-4-3 12-16,-1-1-9 15,-9 4-1-15,2 6 10 16,4 6-5-16,-6 2 12 15,5 0-16-15,-4 0 6 16,-3 18-11-16,0 6 2 16,-2 11 0-16,0 5-3 15,2 6 5-15,5-2-2 0,9 4 0 0,4-2 1 32,9 20-5-32,0 2 1 0,13 3 3 15,16 5-2 1,5-26 0-16,-1-6-3 15,3-8-3-15,2-10 5 16,-2-12 3-16,-5-10 3 16,2-4 2-16,-4 0-4 15,2-4 8-15,-2-20 1 16,-2-12-5-16,-3-12 6 16,-4-4-6-16,-7-4 3 15,-1 0-1 1,-5 15-4-16,-5 5-2 0,0 10 1 15,-2 12 9-15,0 10-8 16,0 2 4 0,0 2 9-16,0 0-16 0,0 0-4 15,0 24-4-15,0 12 5 16,-2 8 2-16,0 9 2 16,-3-3 0-16,5 4 2 15,0-10-2-15,0-8-2 16,0-6 0-16,11-12-6 15,3-8 6-15,3-10-8 16,1 0 9-16,5 0 1 16,3-18 0-16,8-22 9 15,-6-14-9-15,-3 2 9 16,-9-2-6 0,-14 14 7-16,-2 8 12 0,0 5-14 15,0 9 13-15,-16 8 9 16,-5 6-6-16,-2 0 1 15,-4 4-7-15,-6 0-14 16,-5 0-5 0,-5 22-16-16,6-4-51 15,12 0-3-15,16-4-17 16,9-14-141-16,2 0-232 16</inkml:trace>
  <inkml:trace contextRef="#ctx0" brushRef="#br0" timeOffset="20761.5">7927 17866 340 0,'0'-5'232'15,"0"5"-132"-15,0 0 16 16,0-5-35-16,0 5-39 16,0 0-14-16,0 0 35 15,0 0-40-15,0 0 12 16,0 0-6-16,-11 0-5 15,-2 0 3-15,-5 10-21 16,-7 16-2-16,0 9-4 16,4 5 1-16,-4 2 2 15,7 6-3-15,0-2 0 16,2-8-1-16,8-10 3 16,1-6-2-16,3-8 0 15,4-6-2 1,0-8-2-16,0 0-22 0,0 0-108 15,0-4-93-15,0-6 37 16</inkml:trace>
  <inkml:trace contextRef="#ctx0" brushRef="#br0" timeOffset="21041.85">7695 17852 730 0,'0'0'129'15,"0"0"-61"1,0 0 166-16,0 0-212 16,-4-18-22-16,4 26-9 15,9 16-6-15,15 7 15 0,5 5 6 16,5 0 2 0,3 4-4-16,1 0-3 0,1-4 8 15,-8 1-7-15,-5-8-2 16,-6-7 3-16,-7-8-3 15,-3 1 0-15,-6-12-2 16,-2 1-5 0,0-4-5-16,-2 0-376 0,0 0-30 15</inkml:trace>
  <inkml:trace contextRef="#ctx0" brushRef="#br0" timeOffset="29161.67">12258 17606 187 0,'2'-4'96'16,"1"0"-89"0,-3 4 28-16,0 0 63 0,0 0-58 15,0 0-34-15,0-4 9 16,0 4 22-16,2 0-11 16,-2 0-12-16,0 0-7 15,0 0 10-15,0 0-4 16,0 0-7-16,0 0 13 15,0 0-10-15,0 0 29 16,0 0-16-16,0 0 4 16,0 0 6-16,0-2 5 15,0 2 17-15,0-4-15 16,0 4 2-16,0-4 1 16,0-4-9-16,0 2-7 15,0-6-14-15,0-2-6 16,-9-4 8-16,-4-4-12 15,-3 4 6-15,-2-1 2 16,-4 1-9 0,-7 0 5-16,-2 10 3 15,2 0 5-15,2 6-9 16,7 2-2-16,0 0-2 16,-2 0 1-16,1 2-4 15,2 14-2-15,-1 8 4 0,4 2-2 16,-2 6 1-1,2 3 1-15,5 1 0 0,1 8 0 16,8-4-1-16,2 2-1 16,0-2 0-16,0-2-2 15,6 1 3 1,9-10-2-16,5 3-3 16,5-1 5-16,2-5-2 0,4 2 0 15,-2-6 2 1,-5-8 1-16,-1 0 0 15,-10-12 0-15,0-2 3 16,0 0-1-16,8-8-2 16,1-22 6-16,3-6 13 0,-3-4-17 15,0-5 6 1,-4 3-2-16,-5 2-6 16,-2 6 4-16,-3 10-4 15,-4 8 4-15,-2 10-2 16,-2 2 3-16,0 4 15 15,0 0-19-15,0 0-1 16,0 0-5-16,0 22-2 16,0 10 7-16,-9 4 0 15,4 8 2-15,3-8-1 16,2 0 1-16,0-5-2 16,0-3 0-16,0-12-2 15,12-2 0-15,3 0-5 16,1-10-1-16,1-4 8 15,6 0 4-15,1 0 0 16,8-32-3 0,-3-8 10-16,-8 0-8 0,-3 4 3 15,-13 1 2-15,-5 7-4 16,0 2 12-16,-5 4 4 16,-17 8-13-16,-2 0 10 15,-3 10-15-15,-2 4 0 16,-6 0-1-16,-2 0-1 15,0 10-7-15,1 6-80 16,9 4-6-16,23-16-154 16,4 0-237-16</inkml:trace>
  <inkml:trace contextRef="#ctx0" brushRef="#br0" timeOffset="29528.37">12684 17772 98 0,'0'-4'433'15,"0"-2"-427"-15,0 6-5 0,0 0 67 16,0 0-29-16,0 0-31 15,0 0 16-15,0 0 66 16,0 0 5-16,0 0-22 16,-4 0-34-16,-10 6-25 15,-6 20-7 1,-4 0-5-16,3 15 1 16,-1 3-3-16,7-4 0 15,2-4 2-15,1 0-2 16,3-14 0-16,5-4-1 15,2-4 1-15,2-10-3 16,0-4-23-16,0 0-131 16,0 0-130-16</inkml:trace>
  <inkml:trace contextRef="#ctx0" brushRef="#br0" timeOffset="29777.48">12481 17790 181 0,'0'0'509'16,"0"0"-480"-16,0 0-19 16,0 0 68-16,22-10-37 15,-1 32-29-15,-2 6 16 16,6 3 10-16,0 0-18 16,-1-4-4-16,-2-1-4 0,-2-2-12 15,3-2 1 1,-8-4 0-16,-1-4-9 15,-3-6-18-15,-9-8-71 16,-2 0-133 0,0 0-214-16</inkml:trace>
  <inkml:trace contextRef="#ctx0" brushRef="#br0" timeOffset="30391.51">13042 17459 347 0,'0'0'27'0,"0"0"41"0,0 0 81 16,0 0-82 0,-4-14-38-16,4 10-11 15,0 4-1-15,0 0 7 0,0 0 28 16,0 0 16-16,0 0-14 15,0 0-29-15,-5 0-23 16,5 0 1-16,-4 14-3 16,4 8 0-16,0 0 16 15,0 19-16 1,0 3 10-16,0 0-10 16,0 10 5-16,0-14-1 15,0 4-1-15,0-2 14 16,0 6-8-16,0-3-8 15,0 5 8-15,0-6-8 16,0 0 1-16,0 0-2 16,2-12 2-16,-2-4 1 0,2-2-1 15,1-12 0-15,-1-6 1 16,-2-8-2 0,0 0 0-16,2 0 2 15,-2 0 4-15,0 0-7 16,0-14-7-16,0-20-35 15,0 10-175-15,0 2-152 16</inkml:trace>
  <inkml:trace contextRef="#ctx0" brushRef="#br0" timeOffset="31044.32">13129 17454 92 0,'0'0'31'16,"0"0"-31"-16,0 0 46 15,18-35 6-15,-18 31-4 16,0 4 25-16,0 0 49 15,0 0-15 1,0-2-7-16,0-2-75 16,0 4-19-16,3 0 1 15,-3 0 13-15,0 0 0 16,0 0 13-16,0 0 19 16,0 0 39-16,0 0-71 15,0 0-5-15,0 0 4 16,0 0-15-16,0 0 1 15,0 0 1-15,0 0 2 16,0 0 15 0,0 0-16-16,0 0-6 15,0 0-7-15,0 0 6 0,0 18 2 16,0 14 4 0,0 13 7-16,2 5-10 15,2 6-1-15,5-6 6 0,-4 0-6 16,1 2 5-1,1 2-5-15,-1 0-1 0,1 1 10 16,-2-3-6-16,-1 2-4 16,-1 4 5-16,-3-10-4 15,2-2 4 1,0-9-6-16,-2-16 12 16,0-2-7-16,0-12 2 15,0-2 14-15,0-5-15 16,4 0 0-16,-2 0-6 15,-2 0 3-15,0-12 9 16,0-13-12-16,0-5-15 16,0 6-81-16,0 12-146 0,-2 8-252 15</inkml:trace>
  <inkml:trace contextRef="#ctx0" brushRef="#br0" timeOffset="31791.12">13727 17634 284 0,'6'-10'90'0,"-3"2"-61"16,-3 2 117-16,2-2-32 15,-2 0-59-15,0-2 30 16,0-2-3 0,0-6-13-16,-2 4 31 15,-11 4-58-15,-3-3-23 16,3 9-7-16,-1 4-2 16,-4 0-9-16,-4 0 1 15,-1 4 2-15,-4 19-6 16,1 3 4-16,-6 20-2 15,3 10 0-15,8 2-1 16,5 4 1-16,14-12-2 16,2-5-3-16,0-1 2 15,13-8-2 1,11-4-5-16,3-6 3 16,-2-8 7-16,2-4-3 15,2-10 6-15,0-4 2 16,2 0-3-16,0-8-1 15,-6-10 1-15,-2-8-2 16,0 8-29-16,-7 0-46 16,-5 4-97-16,-11 14-80 0,0 0-170 15</inkml:trace>
  <inkml:trace contextRef="#ctx0" brushRef="#br0" timeOffset="32441.9">13941 17969 391 0,'0'0'51'0,"0"0"-44"16,13 0 110-16,-5 0-55 16,0 0-38-16,1-2 35 0,-3-10 15 15,-2-2-20 1,-4-4 33-16,0 0-41 15,0-4-18-15,0 5-3 16,-19-1-15 0,-4 8 6-16,1 6-15 15,-5 4 30-15,2 0-25 0,1 4-6 16,-7 28 0 0,4 4-1-16,9 5-1 15,7 3-1-15,11-12-3 16,0-6 4-16,0-4-3 15,0-8-2-15,15-6-10 16,2-4 15-16,0-4 2 16,1 0 0-16,11-8 5 15,2-20-5-15,-2-8 0 16,0-2-2-16,-14 2-7 16,2-4 5-16,-9-1-2 15,-1 1 5-15,-2-2-5 16,-3 4 2-16,-2 10 2 15,0 6-14-15,0 12 16 16,0 6 11 0,0 0 2-16,0 4 23 15,0 0-35-15,0 0-2 16,0 22-3-16,0 6 3 16,0 12 1-16,0 0 0 15,0 0 1-15,0 5 0 0,0-5-1 16,0-8 0-16,0 2-1 15,9-6 0-15,-1-6 0 16,4-4-1-16,-1-4-13 16,2-6-49-16,-1 0-62 15,-8-8-27 1,-2 0-423-16</inkml:trace>
  <inkml:trace contextRef="#ctx0" brushRef="#br0" timeOffset="32991.55">14201 18061 231 0,'0'0'103'16,"0"0"-10"-16,36-70 48 16,-32 48-5-16,-2-2-60 0,-2-2 3 15,0 4-32-15,0 4-10 16,0 0-6 0,-9 9-5-16,-4 4 2 15,2 0-27-15,-4 5 10 16,-4 0-8-16,-4 6-3 15,0 20 0-15,3 11-4 16,5-1 4-16,12-6 0 16,3 2 0-16,0-2-2 15,0-2-2-15,11-2 1 16,4-8 1-16,4-7-5 16,1-4 7-16,2-7 2 0,2 0-2 15,3 0-1 1,0-6-41-16,0-16-13 15,-2-8-46-15,-8-6-30 16,-1-12 42 0,-7-2 28-16,-5 10 50 0,-2 4 11 15,-2 13 20-15,0 14 37 16,0 4 3-16,0 5 31 16,0 0 15-16,0 0-53 15,0 0-36-15,0 10-5 16,0 21-2-16,0 1 19 15,0 16-17-15,0 2 2 16,0 8-10-16,0 0-2 16,0 0 0-16,0 0 0 15,0-9-4-15,0-13 1 16,2-8 1 0,5-16-5-16,0-6 5 0,0-6-15 15,-3 0-45-15,0-6-30 16,-4-8-49-16,0-8-145 15</inkml:trace>
  <inkml:trace contextRef="#ctx0" brushRef="#br0" timeOffset="33232.8">14363 17852 506 0,'0'0'239'0,"0"0"-204"15,-6-58 26-15,6 58 43 0,14 0-96 16,12 0-8-1,3 18 0-15,2 4-1 0,-2 5 3 16,-9 0-2-16,-11-4 0 16,-9 3 3-16,0-8 1 15,-15 4 35 1,-23 0 50-16,-3-4-78 0,2 0-11 16,3-14-7-16,1-4-64 15,23 0-188 1,8-4-332-16</inkml:trace>
  <inkml:trace contextRef="#ctx0" brushRef="#br0" timeOffset="35568.86">18111 17526 131 0,'-13'-9'524'0,"0"5"-514"15,8 4-4-15,1 0 114 16,2 0-24 0,-3 0-80-16,-4 0 4 0,-2 0-3 15,-4 17 5-15,-3 11 8 16,-9 16 7 0,0 6 0-16,0 8-17 15,6 4-10-15,9-5 11 0,5-7-14 16,7-2-5-1,0-2-1-15,2-6 6 0,21-8-14 16,4-6 5-16,6-12 2 16,7-14 1-16,9 0 11 15,7-24-9 1,1-20 10-16,-1-6-3 0,-11-6-10 16,-9-3 9-1,-17-17 21-15,-11-4-6 16,-8 12 4-16,-2 6-11 15,-30 26-9-15,-13 18 8 16,-8 10-1-16,-12 8-10 16,-10 0-5-16,6 27-33 15,1 8-52-15,51-17-137 0,11-4-507 16</inkml:trace>
  <inkml:trace contextRef="#ctx0" brushRef="#br0" timeOffset="37333.46">23561 17526 216 0,'5'-9'319'0,"-3"5"-279"0,2 4-19 16,-4-1 87 0,2 1-29-16,-2 0-45 15,0 0-13-15,0 0 62 16,0 0-52-16,0-4 3 15,0 4-22-15,0 0-7 16,0 0-5-16,0 0 1 16,0 0 7-16,0 0-8 15,0 0 0 1,0 0 6-16,0 0-6 16,0 0 4-16,0 0 2 15,-2 0 17-15,-7 0-16 16,-1 0-6-16,-4 0-1 15,-1 0 1-15,-1 0-1 16,-4 5 0-16,-2 8 2 16,-1 1 6-16,-4 4-7 15,0 0-1-15,4 8 3 16,0 0-2-16,5 2-1 16,7 2 0-16,0 2-3 15,9 0 3-15,0-2 0 16,2 2-1-16,0 4-2 15,17-1 3-15,14-7 2 16,9-10-2-16,5-14 13 16,4-4-11-16,9 0 4 15,2-8 11-15,-2-12-9 16,-2-2 9-16,-16-5-1 16,-5-5 7-16,-14-8 8 0,-9-8-14 15,-8-6 8 1,-4-8 38-16,-8 0-38 15,-25 3-16-15,-9 9 4 16,-31 6 26 0,-8 14-16-16,3 16-21 15,0 10-2-15,27 4-86 16,11 22 1-16,36 0-87 16,4 4-403-16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9:00:31.42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16237 9970 20 0,'0'8'519'0,"0"-8"-519"16,0 0-22-1,0 0 22-15,0 0 61 0,0 0-29 16,0 0-29-16,0 0-3 16,0 0 27-16,0 0 17 15,0 0-6-15,0 0-16 16,0 0 2-16,0 0 20 15,0 0 0-15,0 0-3 16,0 0-18-16,0 0 28 16,0 0-36-1,0-4 3-15,0 0 5 0,0-6-9 16,-4-4 16 0,0 0-14-16,-5-4 4 15,5-2 21-15,-1 2-28 16,2-7 6-16,3-2-1 15,0-5-18-15,0-7 9 16,0-1-9-16,0-6 0 0,16-6 7 16,9-4-4-1,4-4-2-15,11-4 9 16,2-4-9-16,5-3-1 16,4-1 2-16,19-16 10 15,3 3-12-15,2 3 3 16,6 4 0-16,-12 18 2 15,-5 2-1-15,4-4-4 16,-4-4 0-16,3-5-2 16,6 1 2-16,10 4 0 15,2 2-2-15,8 5 5 0,5 9-9 16,0 2 6 0,2 0-1-16,-1 2 1 15,-1-2 0-15,0 2-1 16,18-11 8-16,-3 6-11 15,1 2 4-15,-3 4 0 16,-19 8 1-16,1 5 1 16,3 0-2-16,0 2 0 15,6 0-1-15,3-3-2 16,4 2 3-16,3 1 0 16,-4 0-4-16,2 1 5 15,-6 1-1-15,1 0 5 16,-7 4-8-16,-2 2 3 15,-5 2 0-15,9 0 1 16,-4 6-1-16,0 0 0 16,-3 2 0-16,-19 4 7 15,-3 0-10-15,-4 2 3 16,-2 0 0-16,-3 0-4 16,3-2 4-16,0 0 0 15,-3 0 0-15,-1 0 3 16,-11 1-8-1,-14 4 5-15,-10 1-1 0,-12 0 1 16,-7 0 0-16,-5 0-1 16,-2-2 8-1,0 1-10-15,0 2 3 0,0-1 0 16,0 2-8-16,0 0 6 16,-11 0-44-16,-18 0-16 15,-14 0-46-15,22-2-50 16,-2-2-165-16</inkml:trace>
  <inkml:trace contextRef="#ctx0" brushRef="#br0" timeOffset="470.33">20584 7060 548 0,'-17'-16'296'0,"15"12"-234"16,2 4-57-16,0-2 86 15,0 2 20-15,0 0-58 16,0 0-34-16,0 0-16 0,0 0 2 16,0 0-10-1,8 0 3-15,17 6 9 16,9 2-6-16,3 4 3 16,3 1 3-16,18 0-2 15,0 1-3-15,-2 0-2 16,0-1 0-16,-23-5 3 15,-10-1-3-15,-8 0 0 16,-3-1-1-16,-8-2 6 16,-2 1-10-16,-2-1 5 15,0 5 0-15,0-1-1 16,0 6 2-16,0 4-1 16,0 6 13-16,0 4 1 15,-16 6-9-15,-7-2-1 16,-10 8 17-16,-5 0-18 15,1-4 3-15,1 1 2 16,9-12-4-16,5-4-1 16,2-2-3-16,2-1-1 15,5-3-6-15,2-3-22 16,4-2-66-16,5-7-77 16,2-3-101-16,0 0-40 15</inkml:trace>
  <inkml:trace contextRef="#ctx0" brushRef="#br0" timeOffset="12470.25">23089 7229 85 0,'-14'0'56'0,"6"0"-22"16,-1 0 64-16,2 0-5 15,2-2-20-15,-1 0-21 16,4-1 3-16,2 3-16 15,0 0 7-15,0 0-17 16,-2 0 1-16,2 0 45 16,0 0-42-16,0 0 6 15,0 0-21-15,0 0 15 16,0 0-12 0,0 0-6-16,0 0 15 15,0 0-18-15,0-1 3 0,0 1 17 16,2-3-20-16,6 3 10 15,8 0-16-15,9 0 0 16,13 0 25-16,13-1-8 16,12-1-15-1,10-2 0-15,10 2-1 16,3 0-7-16,7 2 0 0,4 0 5 16,34 0-4-1,5 0-1-15,4 0 0 16,2 0 5-16,-28 0-10 15,2 0 4-15,5 0-13 16,4 0 12-16,-1 0-2 0,-1 0 0 16,-5-3 0-1,-11 2-3-15,-7 1 4 0,-11 0 2 16,-6 0 1 0,-5 0-1-16,-1 0 1 15,6 0 0-15,4 0 5 16,26 0-9-1,1 0 4-15,-4-6 0 0,-2-2-1 16,-25 1 1-16,-3 2 0 16,0-1-3-16,-6-1 10 15,-5 2-12-15,-4-1 5 16,-1-1 0-16,-1 3 2 16,1 2-2-16,-4 1 0 15,1 1-1-15,-3-3 4 16,-2 2-3-16,-6 1 0 15,0-4 4-15,2 1 2 16,2-3-2-16,0 2 13 16,6-1-15-16,-8 1 15 15,5-3-11-15,1 0-1 16,-5 0 20-16,6-1-17 16,-10-2-1-16,-3 4-2 15,-4-2 5-15,-1 0-16 16,1 4 6-1,-2-2 0-15,-2 4 2 0,2-2-2 16,-2 2 0-16,-1 0 5 16,13 2-9-1,-6 0 4-15,3 0 0 0,-3 0 0 16,-7 0 0-16,1-2 0 16,-1 2-1-16,5-4 8 15,1 4-12-15,1-2 5 16,4-2 0-16,-4 4 9 15,-5-6-6-15,-2 4-2 16,-8 0 4-16,-12 0 7 16,-3 2-11-16,-7 0-1 15,-5 0 25-15,-2 0-19 16,0 0 0 0,2 0 1-16,0 0-2 15,0 0-2-15,-2 0-3 0,0-2 0 16,0 2 3-1,0 0-3-15,0 0 0 0,0 0 2 16,0 0 4-16,0 0-12 16,-2 0 4-1,-4 0-33-15,-6 0-70 16,-10 0-16-16,8 4-142 16,-7-2-279-16</inkml:trace>
  <inkml:trace contextRef="#ctx0" brushRef="#br0" timeOffset="14378.61">23083 7295 42 0,'0'-6'279'16,"2"2"-259"-16,-2 4-13 15,0 0 52-15,0 0 21 16,0 0-34 0,0 0 5-16,0 0-34 0,0-2-13 15,0 2 10-15,0 0-9 16,0-2 14 0,0 2 13-16,0 0-10 15,0 0-4-15,0 0-18 0,0 0 0 16,0 0-1-1,0 0 1-15,0 0-3 0,0 0-3 16,0 0 1-16,0 0 0 16,0 0 5-1,0 0-14-15,0 0 10 16,0 0 4-16,0 0 0 16,0 0 4-16,0 0-1 15,0 0-3-15,0 0 0 16,0 0 20-16,0 0 0 15,0 0 8-15,0 0 13 16,0 0-12-16,0 0 8 16,0 0-10-16,0 0-7 15,0 0 11-15,0 0-24 0,0 0 0 16,0 0 9 0,0 0 3-16,0 0-19 15,0 0-13-15,0 4 12 16,0 26 1-1,0 10 4-15,0 10 14 0,0 8-18 16,0-1 6-16,0 2-6 16,0 8 0-16,0-1 7 15,0 0-5-15,0 1-2 16,0-2 3-16,-2 4 2 16,-1-1-7-16,-2-2 2 15,5-2 0-15,0-3 2 16,0-6-2-16,0-2-2 15,0-11 9-15,0-4-3 16,0-10 0-16,0-8 2 16,0-10 10-16,0-6-15 15,0-4-1-15,0 0 2 16,0 0 5-16,0 0-3 16,0 0-2-16,0 0-2 15,0-2 0-15,2-18-12 16,-2 10-52-1,3-4-158-15</inkml:trace>
  <inkml:trace contextRef="#ctx0" brushRef="#br0" timeOffset="17118.43">23129 8454 142 0,'0'0'-11'0,"0"0"11"16,0 0 20-16,0 0-6 15,0 0-14-15,0 0 1 0,0 0 7 16,0 0-3-16,0 0 0 16,-2 0 30-16,0 0-7 15,-3 0-15-15,3 0-12 16,2 0 1-16,0 0-4 15,0 0 3-15,0 0-1 16,0 0 15 0,0 0 67-16,0 0-32 0,0 0-7 15,0 0 6-15,0 0-22 16,0 0-12 0,0 0 4-16,0 0 6 15,0 0 13-15,0 0-4 0,0 0-13 16,0 0 14-16,0 0-22 15,0 0-3-15,0 6-10 16,0 2-6-16,0 8 4 16,-4 2 4-1,-1 2 9-15,0 4 33 16,1 0-23-16,2 1-4 16,0-2-14-16,2 4 2 15,-2-4-1-15,2-2-1 16,0-3 5-16,0-12 0 15,0-2 1-15,0-3 4 16,0-1-12-16,0 0-1 0,0 0 4 16,0 0-4-16,0 0 19 15,0 0-12-15,0 0-4 16,0 0-3 0,0 0-37-16,0-1-45 15,0-8-114-15,0 5-59 16</inkml:trace>
  <inkml:trace contextRef="#ctx0" brushRef="#br0" timeOffset="18986.24">28743 7080 170 0,'-10'-3'22'16,"3"-2"-20"-16,3 3 18 16,-1 0 25-16,5 0 1 15,0 0 22-15,0 2-1 16,0-2-46-16,0 0 1 15,0 2-14-15,0-1 7 16,0 1 7-16,0 0 7 16,0 0-20-16,0 0-4 15,0 0 22-15,0 0-11 16,0 0-6 0,0 0-4-16,0 0-5 15,0 0-1-15,0 0 0 16,0 0 1-16,0 0 12 0,0 0 5 15,0 0 22-15,0 0 10 16,0 0-7-16,0-3 10 16,0 3-15-1,0 0-18-15,0 0 36 16,0 0-36-16,0 0 1 16,0 0-15-16,0 0 11 15,0 0-1-15,3 0-10 16,-3 0 11-16,0 0-17 15,0 0 0-15,0 0 5 16,2 14 1-16,4 2 0 0,1 8 5 16,-1 2-8-16,-1 5 7 15,0 5-10-15,-3 4 0 16,0 6 9 0,0 2-2-16,-2 2-7 15,0 0 1-15,3-2 8 16,-3 10-8-16,0-1 0 15,0-5 9-15,0 0-9 16,0-16 10-16,0 2-11 16,0 2 7-16,-5-2 5 15,1 2-10-15,-1-1-1 16,2-3 8-16,1-2-7 16,2-2 4-16,0 2-2 15,0-2 3-15,0-2 9 16,0-2-7-16,0 2-6 15,0-1 1-15,0 7-4 16,0 0 0-16,0 1 0 16,2-1 6-16,3-7-6 15,-2-7 0-15,-1-2 8 16,0-8-7-16,-2-2 3 16,2-2-4-16,-2-4 2 15,0 0 6-15,3 0-8 16,-3-4 0-16,0 2 2 15,0-2 0-15,0 0-2 16,0 0 3-16,0 0-2 16,0 0-1-1,0 0-3-15,0 0 0 16,0 0-39-16,0 0-11 0,0 0-35 16,0 0-37-16,0 0-78 15,0-2-47-15,-7 2-31 16</inkml:trace>
  <inkml:trace contextRef="#ctx0" brushRef="#br0" timeOffset="21427.6">23204 8801 122 0,'0'-4'239'15,"0"4"-203"-15,0-2-30 16,0 2 30-16,0 0 22 0,-2 0-39 16,0 0-16-16,0 0 28 15,0 0 9-15,2 0-3 16,0 0 2 0,0 0 24-16,0 0-39 15,0 0 0-15,0 0 13 16,0 0-14-1,0 0-5-15,0 0 13 0,0 0-22 16,0 0 5-16,0-2 3 16,0 2-10-16,2-2 21 15,14 0-21-15,3 2 12 16,8-4 27-16,0 4-27 16,4-2 4-16,5 0-20 15,2 0 3-15,4 2 2 16,3 0-6-16,2 0 9 15,4-3-9-15,23 0 1 16,10 3 2-16,10 0-5 16,8 0 21-16,-10 0-17 15,1 0 0-15,-2-2 9 16,5 0-9-16,4-4-2 16,-1 0 10-16,-1 2-12 15,-5-2 10-15,-6 4-10 16,-3-3 0-16,-1 4 1 15,-4-2 2-15,-8 0-3 16,-7 3 3-16,-6-2-1 16,0 2-2-1,-7 0 0-15,-4 0 0 16,-5 0 4-16,-13 0-5 0,4 0 1 16,-6 0 0-16,7 0 1 15,-1 0-1-15,3-2 0 16,9-2 0-16,-1 0 2 15,5 4-2-15,5-4 0 16,-6 0 1 0,4 4-1-16,-5-5 0 0,-5 4-4 15,2-3 4-15,8-4 0 16,4 3 0 0,-6 0 2-16,2 2-3 15,-9-1 1-15,1-2 0 0,7-2-1 16,2 2 2-16,3 2-1 15,-2 0 0-15,-3 3 1 16,-7-2 0-16,-2 2-1 16,-5 1 0-1,-4 0 0-15,-6-3 1 0,-3 3-1 16,1 0 1 0,-3 0 1-16,7 0-2 15,2-2 0-15,1 2-1 16,1 0 3-16,-2 0-2 15,0 0 0-15,5 0 0 16,1 0 0-16,2 0 0 16,-4 0 0-16,-1 0 3 0,-3 0-3 15,0 0 0-15,3 0-1 16,-5 0 4 0,0 0 0-16,0 0-3 15,-3 0 0-15,2 0 2 16,11 0-2-1,-1 0 0-15,6 0 2 0,-1 0 0 16,-8 0-2-16,-1 0 0 16,-5 0 5-16,-2 0-4 15,2 0-1-15,-3 0 0 16,3 0 0-16,-3 0-2 16,3 0 2-16,-2 0 0 15,0 0 0-15,-2 0 1 16,0-2-1-16,-1 2 3 15,2 0-2-15,5-3-1 16,4 3 0-16,-4-3 3 16,0-1 1-16,-7 4-4 15,0 0 0-15,3 0 0 16,0 0 2-16,-2 0-2 16,4-2 0-16,-5 2 8 15,0 0-6-15,3-2-2 16,-2 2 0-16,0-2 3 15,-2 0 0-15,0 2-3 16,-1-2 2-16,1 2-1 16,-4 0-1-1,4-1 0-15,-8 1 2 0,1 0-2 16,-7-3 0-16,-3 3 0 16,2 0 1-16,-2 0 0 15,1 0-1-15,1 0 0 16,2 0 5-16,1-1-7 15,-1 1 2-15,4-3 0 16,1 1-1 0,-1 0 2-16,-5-2-1 0,-5 2 3 15,-2 2 8-15,-2 0 9 16,0 0 1 0,0 0 9-16,0 0-29 15,0 0 6-15,0 0-7 0,0 0-4 16,0 0 0-16,0 0-19 15,-19 0-23-15,-14-2-5 16,12-4-131-16,-3 2-260 16</inkml:trace>
  <inkml:trace contextRef="#ctx0" brushRef="#br0" timeOffset="24907.1">24896 5763 267 0,'11'-8'48'0,"-6"2"-47"16,1 2 77-16,3 0 12 15,-2 0-47-15,0 2-27 16,-5 0 5-16,0 0 20 15,-2 2-20-15,0 0-1 16,0 0 25-16,0 0 16 16,0 0-32-16,0 0-19 15,0 0 4-15,0 0-14 16,0 0 0 0,0 0-5-16,0 2 4 0,-4 10 1 15,-8 6 12-15,-5 0-4 16,-4 2 5-16,0 2-2 15,-6 0-8-15,-7 4 19 16,-4 4-17-16,-6 4 1 16,-4 2 0-1,-2 0-4-15,-2 0-5 0,3 3 2 16,-4-1 1-16,4 0 3 16,-20 8 6-1,7-4-9-15,-1-2 7 16,3 2-13-16,13-7 6 15,-4-3 0-15,0-2 0 16,-3-1 0-16,5 2 0 0,4-1 3 16,3-2 1-16,5 2-5 15,-2 0 3-15,6 2-1 16,-3 0 12 0,3 3-2-16,4-3-4 15,-5 1-2-15,-1 2-3 16,-12 9 0-1,-2-4-1-15,2-2 20 0,5-4-14 16,13-12-6-16,4 0 14 16,6-6-11-16,5 0 4 15,-1-4-8-15,1 1 0 16,1 0 2-16,-3 1 0 0,1 0-2 16,-3 0 2-1,0 0 5-15,2-2 1 16,3 1-7-16,4-3 4 15,0-1-5-15,-2 4 0 16,2-1 0-16,-2 0 6 16,0 0-5-16,1 0-1 15,0-2 0-15,1 2-2 16,-3-2 3-16,2 0-1 16,-3 0 2-16,-1-4 4 15,5-2-5-15,5-2-1 16,4-2 0-1,0 0 1-15,0 0-61 0,0 0-62 16,6-6-143-16</inkml:trace>
  <inkml:trace contextRef="#ctx0" brushRef="#br0" timeOffset="26790.75">30085 5581 183 0,'0'-7'32'0,"0"1"0"16,0 4 53-16,2-2-55 16,1 4-4-16,-3-2 29 15,2 2 11-15,-2 0-9 16,0 0-10-16,0 0-17 0,2-1 1 16,-2 1-1-1,0 0-18-15,2-3 55 16,-2 3-47-16,2-2 4 15,-2 0-13-15,0 2 0 16,0 0 12-16,2 0-14 16,-2 0 14-16,2 0-17 15,-2 0-2-15,0 0 5 16,0 0-7-16,0 0 0 16,0 0 17-16,0 0-11 15,0-2 19-15,0 2-21 16,0 0-5-1,0 0 18-15,0 0-11 0,0 0 2 16,0 0-3-16,0 0-13 16,0 0 6-1,0 2-12-15,-12 14 7 0,-11 7 10 16,-6 4-4-16,-2 5 10 16,-9 7-6-16,-9 7-2 15,-4 6-3-15,-5 4 0 16,-5 2 6-16,3-2-5 15,-2-2-1-15,-1-1 0 16,1-3 4 0,-5-4-4-16,5-4 1 0,4-2 3 15,4 0-4-15,-4 5 0 16,2-2 0 0,0 0 6-16,6-6-12 0,7-6 5 15,1-3 1-15,2 0 4 16,-3 2-3-16,1 0 1 15,7 2 7-15,-1-2-1 16,5 0-7-16,4-2-1 16,5-3 0-1,3-6 3-15,4-2-2 0,5-3-1 16,0-3 8-16,3 0-7 16,-3-3-1-1,-2-1 0-15,-1 0 4 16,-3-3-4-16,1 2 0 15,2-5-8-15,-3-1-41 16,1 0-34-16,3 0-62 0,10 0-66 16,2 0-57-1</inkml:trace>
  <inkml:trace contextRef="#ctx0" brushRef="#br0" timeOffset="27388.67">28895 6757 69 0,'-9'14'33'0,"3"-6"-25"16,2 2 5-16,-2 1 47 15,2-4-21-15,-2 0-8 16,-1 1 37 0,-5-1 132-16,-3 6-106 0,-3 1-25 15,1 2-16-15,-4 2-22 16,4 0-20 0,1-4 4-16,5-4-15 0,7-4 0 15,-1-2-1-15,0-4-13 16,-1 0-65-1,4 0-103-15,0 0-127 0</inkml:trace>
  <inkml:trace contextRef="#ctx0" brushRef="#br0" timeOffset="29220.16">24896 5815 499 0,'0'2'163'16,"0"-2"-158"-16,0 0-5 0,0 0 34 15,0 0-28 1,2 0 0-16,-2 0 0 16,0 0 23-16,0 0 34 15,0 0-22-15,0 0-13 0,0 0-2 16,3 0-22 0,3 0 17-16,9 0-17 15,8 0 27-15,6 0 1 16,13-4 0-16,5-2-1 15,9 4-20-15,4-2 3 16,-5 2-9-16,8 0-1 16,2-2 10-16,8-2-12 15,3 2-1-15,8-2 2 16,10 2 2-16,2-2-6 0,-3-2 1 16,-1 0 0-1,-7-2-1-15,2 2 1 16,0 0 0-16,2 1 2 15,1 2-3-15,24 1 1 16,0 4 0-16,0-2-2 16,-1 2 3-16,-26-3-1 15,-4 2 1-15,-6 1 2 16,-10-3-3-16,-5 3 0 16,-6-1 0-16,-6-1-2 15,-6-2 3-15,-6 2-1 16,2 0 1-16,4-2 3 15,8-4-5-15,2-1 1 16,8 1-1-16,-2-2 1 16,16 5 0-1,4-1-4-15,-2-1 7 16,0 3-4-16,-11 3 1 0,-5-2 0 16,0 2-1-16,-1-2 1 15,-3 1 0-15,0-2 0 16,0-1 2-16,-3-2-2 15,1 1 0-15,-5 2 3 16,7 0-3 0,-7 2 0-16,0 0 3 15,-1 0 4-15,-10-2-5 16,-3 3-2-16,1-2 2 16,-2 3-1-16,4-1-1 0,-2 1 0 15,2-3 3-15,-4 1 1 16,-5 0-4-1,1 0 0-15,-9 2 0 0,0 0 0 16,-3-2 0-16,5 0 0 16,-1 2 3-1,16-4-1-15,5 2-2 16,2-2 1-16,1 2-3 16,-7 0 2-16,-5 0 0 15,-5 2-1-15,0 0 4 16,-2 0-3-16,0 0 0 15,2 0 1-15,0 0-2 16,3 0 1-16,1 0 0 0,-4 0-1 16,0 0 4-16,-8 0-3 15,-4 0 0-15,-5 0 1 16,-3 0-1 0,-4 0 0-16,-3 0 4 15,-1 0 2-15,1 0-6 16,1 0 0-16,-3 0 3 15,0 0 0-15,0 0-3 16,-2 0 0-16,0 0-3 16,0 0 3-16,0 0 0 15,0 0-11-15,0 0-43 16,2 0-41-16,-2 2-57 0,0 0-52 16,0 2-66-1</inkml:trace>
  <inkml:trace contextRef="#ctx0" brushRef="#br0" timeOffset="30780.65">29980 5667 96 0,'3'-13'73'16,"-1"9"-55"-16,3-1-4 16,1-1 23-1,0-1-35-15,1 2-2 0,-2 1 0 16,-5-1 4-16,2 1 31 16,1 0 9-1,-1 0-24-15,0 0 0 16,2-2-17-16,0 2 5 15,3-2-3-15,-3 1-3 16,2 1 13-16,-2 0 26 0,0-1-6 16,1-1 16-1,-1 0-23-15,2 0-24 0,0 2-2 16,2 0 2 0,3 0-3-16,-5 2 3 15,4-2 25-15,-6 2-11 16,1 0 4-16,-3 0 9 15,0 2-10-15,0 0 5 16,-2 0-3-16,0 0-2 16,2 0 15-16,-2-2-25 15,0 0-10-15,0 2 22 16,0 0-7-16,0 0 12 0,0 0 5 16,0 0-7-1,3 0 14-15,-3 0-30 16,0 0-7-16,2 0 1 15,-2 0-4-15,0 0 3 16,0 0-2-16,0 0 22 16,0 0-17-16,0 0-5 15,3 0-1-15,1 0-2 16,0 8 2-16,3 6-2 16,2 2 6-16,-2 5 9 15,2 2-7-15,-3 5 1 16,3 0 6-16,0 3-12 15,-4 3 2-15,-1-2-2 16,-4 2 9-16,2 4-9 16,-2 10-1-1,2 0 9-15,-2 1-7 0,2-2-2 16,1-8 0-16,-1-6 0 16,-2 2 7-16,0-5-1 15,0-2 0-15,0 0 21 16,0 0-26-16,0 0 6 15,0 0-7-15,0-2 8 16,0 0 1-16,0 2-7 16,0-2 10-16,0 5-8 15,0-7 0-15,0 4-4 16,0 0 4 0,0-2-1-16,0 2-3 0,0-10 0 15,0 2 2-15,-2 2-1 16,2 0-1-16,-3 0 0 15,3 2 2-15,0 0 1 16,0 4-3-16,0 2 0 16,0 1 1-1,0-3 0-15,0-4-1 0,0-2 3 16,0-2-2 0,0 4-1-16,0 4 0 15,0 2 6-15,0 0-2 16,0-2-4-16,0 0 0 15,0 0 1-15,0-1 8 16,0 0-9-16,0-4 3 0,0-3 2 16,0-4-1-16,0 2-4 15,0-6 0-15,0 0 2 16,0 0 1 0,0-2-3-16,0 0 3 15,0-4-2-15,0 0-1 16,0-2 0-1,0-2 2-15,0 0 0 0,0 0-2 16,0 0 0-16,0 4-1 16,0 0 4-16,0 2-4 15,0 0 1-15,0 2 0 16,0-2 1-16,0 2-1 16,0-2 0-16,0 0-2 15,0 0 5-15,0-4-5 16,0 0-17-16,3-2 5 15,-3-2-49-15,0 0-26 16,0 0-49-16,0 0-138 16</inkml:trace>
  <inkml:trace contextRef="#ctx0" brushRef="#br0" timeOffset="32019.67">30312 7114 50 0,'4'-14'191'0,"-4"10"-182"15,0 3 3 1,0-2 112-16,0 3-49 0,0 0-25 15,0 0 1-15,0 0-12 16,0 0-11-16,0 0-14 16,0 0-1-1,0 0 6-15,0 0-16 0,0 0 10 16,0 0-11-16,0 0 15 16,0 0 15-1,3 0-1-15,-3 0 19 16,0 0-5-16,0 0-11 15,0 0 14-15,0 0-25 16,0 0-4-16,0 0-10 0,0 0-8 16,0 0 1-16,0 0-2 15,0 0-2-15,0 0-4 16,0 0 0 0,-9 8 30-16,-14 9-16 15,0 1 7-15,-6 6-11 16,-14 12-2-16,1 8 20 15,-2 6-15-15,1 0-1 16,7-4-6-16,1 0 3 16,-5 2-6-16,-5 2 3 15,-1-1 0-15,-6-1 5 16,0-2-1-16,4-2-4 0,1-6 0 16,5-4 0-1,-1-6 0-15,5-4 2 16,0-1 0-16,1 0-1 15,1-1-2-15,-11 5 0 16,3-5 1-16,3 0 0 16,-1-2 0-16,11-4 0 15,2 2 2-15,-2 0 0 16,0 2-2-16,6 0 10 16,2 0-6-16,4 0 12 15,5-2-16-15,-1 0 3 16,-1 0 5-16,3 2-8 15,-5 0 1-15,-2 0 0 16,0 0 7-16,-1-2-8 16,0 0 0-1,3-4 4-15,-1 0-2 0,4-3-2 16,7-4 5-16,-4 0-4 16,3-1 4-16,1 2-5 15,-2-2 0-15,4-4 9 16,-1 2-7-16,1-2 0 15,1-1 5-15,-2 2-6 16,3 1 8-16,-5 2-8 16,2-1 15-16,1 2-13 15,-4-3 0-15,2 0-3 16,-3 2 3 0,-1-2 0-16,4 2-3 0,3-2 0 15,1-2 2-15,4-2 0 16,0 0-2-1,0 0 0-15,0 0 1 0,0 0 3 16,0 0-4-16,0 0 0 16,0 0 0-1,0 0 0-15,0 0 0 0,0 0-12 16,0 0-3 0,0 0-21-16,0 0-14 15,-8 0-1-15,-2 0-82 16,-5 0-34-16,7 0-34 15,-1 0-52-15</inkml:trace>
  <inkml:trace contextRef="#ctx0" brushRef="#br1" timeOffset="47455.36">22209 7239 173 0,'-9'0'35'0,"5"0"-18"15,2 0 79-15,2 0-3 16,0 0-42-16,-2 0-2 16,2 0-22-16,0 0 8 15,0 0 10-15,0 0 9 16,0 0-3-16,0 0-19 16,0 0-11-16,0 0 23 15,0 0-18-15,0 0 25 16,0 0-24-16,-4 0 10 15,4 0-4-15,0 0-10 16,0 0 8-16,0 0-24 16,0 0 5-16,0 0-2 15,0 0-3-15,0 0 1 16,0 0-8-16,14 0-1 16,13 0-2-16,11 0 6 15,11 0 1-15,8 0 6 16,7 0-6-1,-2 0 8-15,-5 0-10 0,-5 0 0 16,-13 0-2-16,-7 0-3 16,-8 0-13-1,-10 0-31-15,-1 0 0 0,-4 1-50 16,0-1-64-16,-9 0-58 16</inkml:trace>
  <inkml:trace contextRef="#ctx0" brushRef="#br1" timeOffset="48750.78">24230 5697 65 0,'-4'0'126'0,"-2"0"-104"0,0 0-12 16,2-4 65-1,1 0-66-15,-3 0 6 16,2 0-13-16,-1 0 1 16,2 2-1-16,-1 0 1 15,4 0 4-15,-4 2-3 16,-1 0 5-16,-1 0-9 15,1 0 4-15,1 0 17 16,-1 0-1-16,5 0 16 0,0 0 23 16,0 0-16-16,0 0-6 15,0-3-4-15,0 3-6 16,0 0 9 0,0 0-8-16,0 0 10 15,0 0-10-15,0 0 7 16,0 0-7-16,20-1-21 15,11-2 18-15,14-1 0 16,4-2-8-16,5 1 16 16,8 1-29-16,7-2 4 15,-7 3 5-15,-6 2-9 16,-18 1 7-16,-18 0-11 16,-11 0-3-16,-9 0 0 15,0 0-36-15,-13 0-265 16,-8 0-29-16</inkml:trace>
  <inkml:trace contextRef="#ctx0" brushRef="#br1" timeOffset="54648.95">23058 6342 161 0,'9'-4'113'0,"-3"2"-101"15,-2 0-9-15,-1 2 17 16,-3 0 13-16,0 0 5 16,0 0 27-16,0 0 0 15,0-2 22-15,0 2 6 16,0 0-34-16,0 0-20 0,0-2-4 16,0 2-13-1,0 0 9-15,0 0-24 16,0 0 9-16,0 0-13 15,0 0 8-15,0 0-11 16,0 0-4-16,3 2 1 16,-1 15-1-16,-2 1 4 15,2 7 7-15,-2 1-4 16,0 5 0-16,4-1 1 16,1-2-4-16,1-6 17 15,1-2-17-15,0-6 1 16,2-6 5-16,-5-4-1 15,3-4 0-15,-5 0-4 16,0 0 21-16,0 0 9 16,5-2 18-1,2-22 4-15,2-4-52 16,3-8 7-16,-3 1-8 0,-1 2 3 16,0-2 5-16,-1 5-8 15,-5 6 0-15,2 8 4 16,2 4-2-16,-6 8-2 15,2 2 1-15,-4 2 1 16,0 0 11 0,0 0-13-16,0 0-3 0,0 0-4 15,0 0 1-15,2 0-2 16,5 0-2 0,2 16 6-16,5 8 5 0,-2 2-1 15,2 5 6-15,-3-1-3 16,3-2-3-16,-3 0 0 15,0-4 2-15,-2-2 2 16,-2-2-4-16,-1 0 0 16,-1-8 2-1,-1-2 3-15,-2-4-6 0,0-6 1 16,0 0 7 0,1 0-7-16,4 0 12 15,2-16 30-15,1-14-8 16,6-6-21-16,-7-5-4 15,3 0-7-15,-1-1 19 16,-3-1-15-16,2 7-6 16,-2 6 7-16,-1 4-2 15,-3 8 1-15,1 6 1 0,-3 6-5 16,-2 2 21 0,0 4-23-16,0 0 0 15,0 0-8-15,0 0-28 16,0 0-33-16,0 0-73 15,2 6-69-15,-2 0-126 16</inkml:trace>
  <inkml:trace contextRef="#ctx0" brushRef="#br1" timeOffset="56447.53">23771 5663 197 0,'-4'4'121'0,"4"-4"-94"15,0 0-5-15,0 0 55 16,0 0-41-16,0 0-22 16,0 0 11-16,0 0 1 15,0 0-5-15,0 0 13 16,0 0-21-16,0 0 4 16,0 0 10-16,0 0-16 15,2 0-6-15,15 0-2 16,6 0 12-16,10 0 27 15,7 0-7-15,7 0-16 16,9 0-17-16,4 1 2 16,13 6-4-1,-8 0-3-15,-9 0-27 16,-40-5-153-16,-16-2-132 0</inkml:trace>
  <inkml:trace contextRef="#ctx0" brushRef="#br1" timeOffset="57243.34">24127 5729 52 0,'0'0'42'0,"0"0"31"16,5-4 31-16,-3 4-33 15,-2 0-7-15,0 0 40 16,0 0-54-16,0 0-31 15,0 0 1-15,0 0-2 16,0 0 9-16,0 0 12 16,0 0-29-16,0 0 2 15,-16 4-12-15,-9 12 5 16,-8 4 3-16,-11 10-2 16,-10 4-4-16,-8 2 6 15,-3 4 0-15,3-2-6 16,2 0 7-16,4-2-2 15,10 1 27-15,5-7-16 16,5-4-8-16,10-4-6 16,-1-4 3-1,7-6-4-15,8-6-3 0,10-2-5 16,2-4-17-16,0 0-39 16,0 0-6-16,21-6-9 15,-10-4-21-15,0-4-97 16</inkml:trace>
  <inkml:trace contextRef="#ctx0" brushRef="#br1" timeOffset="57932.18">23896 5787 33 0,'0'0'119'16,"0"0"-55"-16,-11-2 3 0,11 0 28 16,0 2-19-1,0 0-11-15,0 0-13 0,0 0 1 16,0 0-5 0,0 0 7-16,0 0-15 15,0 0-4-15,0 0 36 16,6 0-21-16,5 0-11 15,7 0 29-15,4 0-29 16,3 0-8-16,10 0-6 16,2-4-26-1,9-6 7-15,1 2-7 16,-5-2 3-16,-2 0-3 0,-20 2 0 16,-7 4-1-1,-5 0 1-15,-8 4-4 16,0 0 4-16,0 0 3 15,0 0-3-15,0 0-8 16,0 0 3-16,0 0-7 16,0 0 8-16,0 0 2 15,0 0 2-15,0 0 0 16,0 0 0-16,0 0 0 16,-6 2-4-16,-7 10 8 15,-5 8-12-15,-5 8 6 16,-7 2 2-1,-1 2 2-15,4 0 0 0,5-4-1 16,4-3-1-16,7-6-17 16,4-2-44-1,7-17-96-15,0 0-124 0</inkml:trace>
  <inkml:trace contextRef="#ctx0" brushRef="#br1" timeOffset="58843.82">22951 6655 325 0,'4'-12'81'15,"-4"10"-61"-15,0 2 74 16,0 0 6-16,0 0-63 15,0 0 15-15,0 0-34 16,0 0 10-16,-7 0-12 16,-19 8 8-1,-12 16-2-15,-4 6-10 0,-10 9 16 16,3 1 1-16,-4 2-12 16,-3 2 19-16,-4 4-30 15,-2 2-5-15,-5 0 4 16,3-2 0-16,1-6-8 15,12-8 3-15,11-10 0 16,17-7 6 0,13-9-10-16,10-7-3 0,0-1-47 15,10 0-40-15,37-18-4 16,-18-1-30 0,-3-3-207-16</inkml:trace>
  <inkml:trace contextRef="#ctx0" brushRef="#br1" timeOffset="59228.75">22503 6828 382 0,'0'0'122'15,"0"0"-109"-15,0 0 13 16,0 0-6-16,-9 4-6 0,-6 10 12 16,-8 5-13-16,0 6 16 15,-2 3 11-15,0-2-8 16,7-2 17 0,0 0 24-16,2-4-54 15,3-2-10-15,6-2 6 16,3-3-14-16,4-8 2 15,0-1 5-15,0-4-6 16,22 0 1-16,18 0 13 16,14-6-11-16,4-10 23 15,4-2-28-15,-4 4 5 16,-9 4-3-16,-13 2-2 0,-10 4-1 16,-26 4-47-1,0 0-129-15</inkml:trace>
  <inkml:trace contextRef="#ctx0" brushRef="#br1" timeOffset="66372.47">25482 9114 45 0,'0'-10'17'0,"0"-2"71"16,0 3-75-16,0 0-10 15,0-1 35-15,0 2 15 16,0-1-35-16,0 4 4 16,0-2-14-16,0 5 15 15,0-2-13-15,0 4-7 16,0 0 9-16,0 0-3 16,0 0 2-16,0 0-5 15,0 0-5-15,0 0 3 16,0 0-4-16,0 0-3 15,0 0-9-15,0 0-8 16,0 0-1-16,0 0-14 16,0 0 17-1,0 0 17-15,0 0 1 0,0 0-1 16,0 0 1-16,0 0-2 16,0 0 0-16,0 0 0 15,0 0 2-15,0 0 0 16,0 0 2-16,0 0 0 15,0 0-2-15,0 0 0 16,0 0 2-16,0 0-4 16,0 0-4-16,0 0 4 15,0 0 2-15,0 0 0 16,0 0-5 0,0 0-5-16,0 0-23 0,0 0-20 15,0 0-9 1,0 0 34-16,0 0-44 15</inkml:trace>
  <inkml:trace contextRef="#ctx0" brushRef="#br1" timeOffset="67534.85">25462 9086 144 0,'0'-7'145'15,"0"6"-87"1,0 1-11-16,0 0 56 0,0 0-10 15,0 0-23-15,0-3-26 16,0 3 5-16,0 0-3 16,0 0 2-1,0 0 11-15,0 0 32 0,0 0-66 16,0-1-9 0,0 1 14-16,0-3-18 15,0 3-1-15,0 0 10 16,0 0-19-16,0 0 7 15,0 0 3-15,0 0-11 16,2 0 11-16,3 3-11 0,3 11 0 16,4 4 13-1,-1 0-11-15,5 4-1 0,-1 0-2 16,3 2 3 0,-1 0 1-16,0 0-4 15,-2-2-1-15,-4-4 4 0,0-6-3 16,-9 0 0-1,5-10 0-15,-5 0 1 16,-2-2-1-16,4 0 0 16,-4 0 6-16,0 0-2 15,0 0-4-15,0 0 0 16,0 0 3-16,0 0 1 0,0 0-4 16,0 0-5-1,0 0-7-15,0 0-92 16,6 0 27-16,7-8-45 15,5-4-49-15,8-8 2 16,-17 12-54-16,0-2 12 16</inkml:trace>
  <inkml:trace contextRef="#ctx0" brushRef="#br1" timeOffset="67884.05">25814 9114 94 0,'0'0'133'15,"0"0"-100"-15,0 0-6 16,31-54 97-16,-31 50-10 15,0 1 102-15,0 3-140 16,0 0 5-16,0 0-27 16,0 0-9-1,0 0-12-15,0 0-14 0,0 0 16 16,0 0-28-16,0 0-5 16,0 3-4-16,-2 15-12 15,-16 14 11-15,-8 12 2 16,-3 4 2-16,-3 8 15 15,-1 0-15-15,4-2-1 16,2-4 7-16,5-6-1 16,4-8-6-16,4-9 0 15,8-5 3-15,0-14-3 16,3-4 0 0,1-4-5-16,2 0-1 0,0 0-29 15,0 0-27-15,0 0-41 16,17-11-8-16,-6 2-69 15,1 3-194-15</inkml:trace>
  <inkml:trace contextRef="#ctx0" brushRef="#br1" timeOffset="68652.39">26073 9314 588 0,'0'0'47'15,"0"0"-38"-15,0 0 112 0,2-4-48 16,0 4-47-1,0 0-6-15,0 0-18 16,5-4 0-16,7 0 2 16,7-2 0-16,17-2 15 15,14-4-15-15,12 2-2 16,15 0 4-16,5 0-1 0,7 2-5 16,8 0 0-1,1 4 1-15,2 2 4 16,1 2-5-16,-5 0 1 15,-9 0 1-15,11 0-2 16,-8 0 0-16,-3 0 0 16,2 0 1-16,-18 0-1 15,-2 0 0-15,-1 0-1 16,-1 0 1-16,0-4-3 16,-5-2-4-16,1 2-7 15,-3 2 11-15,-4 0-7 16,0 2 10-16,-2-2-2 15,0 2 3-15,-2-2-1 16,1 0 1-16,-6 2-2 16,7-2 1-1,-10 0 0-15,-5 0 1 0,-10 2 1 16,-14-4-2-16,-3 4 0 16,-5-2 5-16,-3 2-2 15,3 0-3-15,3 0 0 16,5-2 1-16,6 0 1 15,4 0-2-15,4 0 0 16,-7 2 0-16,-4 0 7 16,-4 0-2-16,-7 0-5 15,-7 0 3-15,-2 0-3 16,0 0 3 0,0 0 2-16,0 0 24 0,0 0-14 15,0 0-7-15,0 0-8 16,-11 0-42-1,-5 0-70-15,-4 0-51 0,9-4-107 16,2 2-90-16</inkml:trace>
  <inkml:trace contextRef="#ctx0" brushRef="#br1" timeOffset="69085.78">28575 9069 186 0,'0'0'421'0,"0"0"-374"0,-23-5-42 15,23 5 137-15,0 0-44 16,0 0-59-16,0 0 8 16,0 0-36-1,0 0 11-15,0 0-13 0,0 0 13 16,11 0-8-1,5 0 0-15,9 0 25 16,-4 4-21-16,2 3-10 16,-1 0-1-16,-3 1-3 15,-2-1-4-15,-3 4 0 16,-3-4 0-16,-3 2-1 16,-4-3 1-16,1 0 0 15,-2 0-1-15,-1 2-1 16,-2 0-2-16,0 2-1 15,0 0-1-15,0 8 5 16,-14 2-1-16,-15 4 0 16,-11 0-17-16,-9-6 7 15,-9-4-49-15,-1-8-76 16,36-6-98-16,7 0-215 16</inkml:trace>
  <inkml:trace contextRef="#ctx0" brushRef="#br1" timeOffset="70403.78">23276 9378 27 0,'-2'-2'21'0,"2"2"-19"15,-2 0 47-15,0 0 33 16,0 0-3-16,2 0 52 16,0 0-83-16,0 0 9 15,0 0-11-15,0 0 0 16,0 0-16 0,0 0 0-16,0 0 13 0,0 0-16 15,0 0-14-15,0 0 2 16,0 0-9-16,0 0 8 15,11 0-7-15,9 0-1 16,8 0 20-16,13 0-8 16,9 0-7-1,16-2 4-15,16-5 4 16,13 0-12-16,19-1-4 16,13 0 13-16,41 4-14 15,1 2-2-15,3 0 0 16,-8 0 2-16,-35 0-7 15,-15 2 3-15,-16 0-7 0,-17 0 8 16,-19 0-12 0,-11 0 9-16,-16 0 3 0,-8 0 0 15,-9 0-3-15,-7 0 3 16,-4 0 1 0,0 0-3-16,-1 0 0 15,1 0 1-15,1 0 2 0,2 0-4 16,-6 0-13-1,-4-2-59-15,0 0-9 16,0 2-18-16,-8 0-158 16</inkml:trace>
  <inkml:trace contextRef="#ctx0" brushRef="#br1" timeOffset="71199.48">23366 9292 6 0,'0'0'436'16,"8"0"-395"-1,-6 0-37-15,1 0 127 0,-3 0-96 16,0 0-8-16,0 0-19 16,0 0 3-1,0 0-5-15,0 0 11 16,0 0 13-16,0 8-14 15,0 4 7-15,-9 2 18 16,-7 4-5-16,-6 2-17 0,-5 2 8 16,-2-2-25-16,-4 2 6 15,0-1 3-15,-1-3 8 16,5-2 2 0,7-5-2-16,11-2-13 15,6-5-6-15,5 0-1 16,0 0-20-16,18-2 21 15,20 0 0-15,11-2 6 16,-3 0 17-16,-1 0-23 16,-9 0 1-16,-9 0-3 15,-12 0-21-15,-9 0-112 16,-6 2-50-16,0-2-67 0</inkml:trace>
  <inkml:trace contextRef="#ctx0" brushRef="#br1" timeOffset="73421.28">21656 8053 295 0,'0'0'19'0,"0"0"-7"16,0 0-12-16,0 0 12 15,0 0-11-15,0 0-2 16,0 0-26-16,-2 0-13 16,-2 0-35-16,2 0-37 15</inkml:trace>
  <inkml:trace contextRef="#ctx0" brushRef="#br1" timeOffset="75384.98">23194 8061 209 0,'-7'0'0'0,"7"0"0"15,0 0-3-15,0 0-29 16,0 0-61 0,0 0 28-16,0 0 65 0,0 0 48 15,0 0-11-15,0 0-37 16,0 0-2-16,0 0-26 15,0 0-5-15</inkml:trace>
  <inkml:trace contextRef="#ctx0" brushRef="#br1" timeOffset="76159.07">23194 8061 157 0,'-7'0'177'0,"7"0"-138"16,0 0-20-1,0 0 76-15,0 0-35 0,0 0-17 16,0 0-15-1,0 0-2-15,0 0 18 0,0 0 4 16,0 0 27-16,0 0-25 16,0-2-8-16,0 0 6 15,0-2-18-15,0-2-1 16,7-2-8 0,1 0-7-16,4-2-14 15,1 0 0-15,1 0 6 0,3 2-3 16,4 0-3-1,-1 4 0-15,-3 0 4 16,-1 4-1-16,-5 0-3 16,0 0 0-16,-2 0-4 15,0 0 4-15,-5 0-2 16,1 6-1-16,-3 12-10 16,-2 4 8-16,0 4-6 15,-4 4 11-15,-19-2-2 16,1 0 2-16,0-6 0 15,4-2 3-15,-4-4-15 16,6-6 8-16,5-4 4 16,5-4 11-16,6-2-6 15,0 0 0-15,0 0-5 16,0 0 3-16,0 0 0 16,13-16-3-16,3-4 2 15,3-4 0-15,8-4 0 16,0 0-3-16,2-2 1 15,0 2 0-15,0-1 0 16,0 7 0-16,-5 3-4 16,-2 5 5-1,-6 6-1-15,-7-1 0 0,-5 8 1 16,-4 1 0-16,0 0-1 16,0 0 0-16,0 0 10 15,0 0-8-15,0 0-2 16,0 0-8-16,-11 15-6 15,-5 7 12-15,-1 5 2 16,1 0 0-16,5 0 1 16,5-3-1-16,6-6 0 15,0-2 2-15,0-2-8 16,0-4 6 0,4-2 0-16,11 0 5 0,-1-6-5 15,-3 0-2-15,0 0-42 16,-2-2-63-16,2 0-18 15,-2 0-74-15,-9 0-1 16,2 0 39-16</inkml:trace>
  <inkml:trace contextRef="#ctx0" brushRef="#br1" timeOffset="76444.28">23603 8135 4 0,'0'0'142'16,"0"0"-60"0,41-24 0-16,-34 20 11 15,-3 2 10-15,0 2-5 16,-4 0-33-16,0 0 4 15,0 0-15-15,0 0-2 0,0 4-30 16,0 20-19-16,2 10-3 16,3 6 5-16,-2 4-1 15,-1 2 5-15,-2-3-9 16,0-5 1 0,0-6-13-16,0-6 8 15,-12-6 0-15,-7-4 4 16,-16-4 8-16,4-6 1 15,3-4 12-15,1-2 0 16,16 0-19-16,2 0 9 16,5-12-11-16,4-14-13 15,0-8-32-15,0-8-100 16,0 22-81-16</inkml:trace>
  <inkml:trace contextRef="#ctx0" brushRef="#br1" timeOffset="76627.95">23726 7910 873 0,'0'0'27'0,"0"0"-27"15,0 0-23-15,0 0 4 16,2-10-233-16,-2 10-170 15</inkml:trace>
  <inkml:trace contextRef="#ctx0" brushRef="#br1" timeOffset="81163.92">24965 5927 170 0,'0'2'107'0,"0"-2"-81"0,0 0-12 16,3 0 40-16,-3 0-48 16,0 2-1-16,0-2-2 15,0 0-2-15,0 0 3 16,0 0 3 0,0 3-4-16,0-3-3 0,0 1-26 15,0-1-21-15,0 0 15 16,0 2 30-1,4-2-2-15,2 0-8 16,-1 0-7-16,-1 0-15 16,-4 0-43-16</inkml:trace>
  <inkml:trace contextRef="#ctx0" brushRef="#br1" timeOffset="81467.2">24980 5979 269 0,'0'0'15'16,"0"0"-14"-1,0 0 46-15,0 0 6 16,-24 46-38-16,24-36 2 16,0 2-8-1,0 1 1-15,0 1-10 0,0-2-6 16,0-2-42-16,0-2-38 16,0-8-9-16,0 0-65 15</inkml:trace>
  <inkml:trace contextRef="#ctx0" brushRef="#br1" timeOffset="81668.89">24963 6188 292 0,'0'0'93'16,"0"0"-80"-16,0 0-13 15,0 0 14-15,0 38-2 16,0-30-10-16,0 0-4 15,0 2 2-15,0-2-27 16,0 2-38-16,0-8-44 16,0-2-114-1</inkml:trace>
  <inkml:trace contextRef="#ctx0" brushRef="#br1" timeOffset="81787.33">24963 6378 56 0,'0'0'35'0,"0"0"-35"15,0 0 1-15,0 0-2 16,0 0 1-16,0 0-17 16</inkml:trace>
  <inkml:trace contextRef="#ctx0" brushRef="#br1" timeOffset="81918.86">24989 6583 81 0,'0'0'0'0,"0"0"-32"15</inkml:trace>
  <inkml:trace contextRef="#ctx0" brushRef="#br1" timeOffset="82123.39">25041 6847 150 0,'0'0'78'15,"0"0"-56"-15,0 0-12 0,0 0-10 16,0 0-54-1</inkml:trace>
  <inkml:trace contextRef="#ctx0" brushRef="#br1" timeOffset="82317.81">25051 6994 196 0,'0'2'0'0,"0"-2"0"15,0 0-4-15,0 0-10 16</inkml:trace>
  <inkml:trace contextRef="#ctx0" brushRef="#br1" timeOffset="82789.66">25022 6601 225 0,'0'0'79'15,"0"0"-78"-15,0 0-1 0,0 0 34 16,0 12 3-16,0 4 7 16,0 2-5-1,0 6 3-15,0 2 9 16,4 2-37-16,0 0-14 15,-4-2 0-15,2 1-2 16,-2-5-60-16,0-21-65 16,0-1-85-16</inkml:trace>
  <inkml:trace contextRef="#ctx0" brushRef="#br1" timeOffset="82923.5">25051 6966 176 0,'0'0'0'0</inkml:trace>
  <inkml:trace contextRef="#ctx0" brushRef="#br1" timeOffset="83367.53">25065 7171 398 0,'0'0'73'0,"0"0"-73"15,0 0 0-15,0 0 10 16,0 0-10-16,3-3-4 16,-8 13 4-16,-11 7 43 15,-5 5 6-15,-6 1-33 16,-7 4-10 0,1 3-48-16,-6 2 20 0,4 0-106 15,24-22-38-15,-1-2 27 16</inkml:trace>
  <inkml:trace contextRef="#ctx0" brushRef="#br1" timeOffset="83575.82">24675 7528 339 0,'0'0'67'15,"0"0"-67"-15,0 0 3 16,0 0 12-16,0 0-15 16,-85 90 2-16,81-80-5 15,0 0-38-15,-1 0-23 16,3-10-7-16,0 2-16 16</inkml:trace>
  <inkml:trace contextRef="#ctx0" brushRef="#br1" timeOffset="83741.97">24408 7788 121 0,'0'0'27'15,"0"0"-27"-15,0 0-23 0,-127 75 18 16,109-61-3-16,2-3 5 16,5 1-8-16,1 2 11 15,0-3 29-15,6-4-29 16,4-7-5-16</inkml:trace>
  <inkml:trace contextRef="#ctx0" brushRef="#br1" timeOffset="83974.58">23827 8203 316 0,'0'0'4'16,"0"0"-4"-16,0 0-2 16,0 0 2-1,0 0-101-15</inkml:trace>
  <inkml:trace contextRef="#ctx0" brushRef="#br1" timeOffset="84099.36">23517 8448 178 0,'0'0'82'16,"0"0"-82"0,0 0-79-16,0 0 63 0,0 0-58 15</inkml:trace>
  <inkml:trace contextRef="#ctx0" brushRef="#br1" timeOffset="84187.01">23449 8617 0 0,'0'0'85'0,"0"0"-73"0,0 0-6 16,0 0-6-1,0 0-5-15,-39 43-93 16</inkml:trace>
  <inkml:trace contextRef="#ctx0" brushRef="#br1" timeOffset="85175.43">25255 7082 412 0,'0'0'255'0,"16"0"-208"15,-8 0-44-15,5-2 11 16,6-1 22-16,-2 0-30 16,7-1-2-16,1 4-4 15,-2 0 0-15,4 0-5 0,-4 0-2 16,6-2-57-1,3 0-127-15,1 2 90 16,1-2-25-16,0 2 6 16,5 0 45-1,-1 0-13-15</inkml:trace>
  <inkml:trace contextRef="#ctx0" brushRef="#br1" timeOffset="85317.9">25912 7044 120 0,'0'0'84'15,"0"0"-47"-15,0 0-7 16,132-12-13-16,-101 4 9 16,4 2-26-16,3-2-5 15,-25 6-56-15,5 0-65 16</inkml:trace>
  <inkml:trace contextRef="#ctx0" brushRef="#br1" timeOffset="85499.93">26587 6960 430 0,'0'0'0'16,"0"0"-23"-16,0 0 23 16,0 0 0-1,0 0-48-15,147-22-8 16,-109 20 18-16,-29 0-62 0</inkml:trace>
  <inkml:trace contextRef="#ctx0" brushRef="#br1" timeOffset="85670.59">27139 6894 125 0,'0'0'49'0,"0"0"-39"15,0 0-3-15,0 0 79 16,135-20-27-1,-112 16-26-15,4 2-25 16,-4-2-8-16,2 2-17 16,-21 2-97-16,0 0-121 15</inkml:trace>
  <inkml:trace contextRef="#ctx0" brushRef="#br1" timeOffset="86076.39">28443 6843 97 0,'0'0'85'15,"0"0"33"-15,0 0-72 16,116 7-45-16,-96-7 0 15,-2 0 4-15,-5 0-2 16,-2 2-1-16,-4-2-8 16,0 2-1-16,4-2-29 15,-3 0-9-15,-2 0-8 16,2 0-61-16</inkml:trace>
  <inkml:trace contextRef="#ctx0" brushRef="#br1" timeOffset="86232.59">28964 6868 185 0,'0'0'57'16,"0"0"-13"-1,0 0 68-15,0 0 7 0,0 0-117 16,68 4-4-16,-58-4-3 16,6 0-104-1,-13 0-19-15,1 0-38 16</inkml:trace>
  <inkml:trace contextRef="#ctx0" brushRef="#br1" timeOffset="86440.72">29522 6920 90 0,'0'0'108'0,"0"0"-108"16,0 0-7-16,113 18 0 15,-99-10 6-15,-1-4-65 0,-13-4-51 16</inkml:trace>
  <inkml:trace contextRef="#ctx0" brushRef="#br1" timeOffset="86648.89">30071 6992 354 0,'0'0'39'0,"0"0"-34"15,0 0 72-15,116 0-25 16,-91 0-50-16,-2 0-1 15,-4 0-128-15,-17 0 8 16,-2 0 31-16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11T09:03:10.69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22028 10397 142 0,'-4'-4'163'15,"4"2"-139"-15,0 2 14 16,-2 0 58-16,2 0-42 16,-2 0-30-16,2 0-15 15,0 0-2-15,0 0-3 16,0 0-4-16,0 0 0 16,0 0-1-16,0 0-5 15,0 0 4-15,0 0-2 16,0 0 4-1,0 0-13-15,0 0-4 16,0 0 6-16,0 0-19 16,0 0 28-16,0 0 2 15,0 0 4-15,0 0 14 16,0 0 26-16,0 0-23 16,0 0-12-1,0 0-5-15,0 0 7 0,0 0-9 16,0 0 11-16,0 0 10 15,0 0-7 1,0 0 6-16,0 0 14 16,0 0-4-16,0 0-4 15,0 0-2-15,0 0-5 16,0 0-5-16,0 0 7 16,0 0 5-16,0 0-6 15,0 0-15-15,0-2 9 16,0-2 3-1,0 2 5-15,0-6 22 16,0-2 1-16,0-6-5 16,0-4-18-1,0-15-21-15,0-2-3 16,-13-8 2-16,-12-3 5 0,0 12-7 16,-4 6 9-1,2 6 6-15,0 8-15 16,3 8 0-16,0 4-1 15,-3 4-4-15,-8 0-2 16,-6 28 7-16,1 10-5 16,2 10 5-16,11 4-1 15,7 7 1-15,5 7-5 16,-1 36 2 0,7 10 2-16,3 3 5 0,6-3-4 15,0-34 0 1,0-12 0-16,4-9 2 0,11-15-1 15,8-8-1-15,-1-10 0 16,5-10-3-16,4-8 8 16,5-6-5-16,4 0 23 15,5-18-3-15,-3-14 0 16,-2-2-10-16,-7-1-5 16,-4 1 5-1,-9 6-10-15,-1 6-43 0,-9 4-21 16,-5 6-53-16,-5 12-118 15,0 0-220 1</inkml:trace>
  <inkml:trace contextRef="#ctx0" brushRef="#br0" timeOffset="780.18">22285 10828 558 0,'0'-8'113'15,"0"8"-102"-15,0 0 108 16,0 0-62-16,0 0-22 16,0 0-7-16,0 0-6 15,0 0 17 1,0 0 0-16,-5 0-26 15,-2 16 1-15,1 18-14 16,-1 10 4-16,5 9 1 16,2 5 3-16,0-8-8 15,0 4 0-15,0 0 2 16,0 14 3 0,0-4-13-16,0-1 8 0,0-7 2 15,-18-18-2-15,-7-6 0 16,-4-4-2-1,-6-4 3-15,-5-8-1 16,0-4 16-16,-1-6 34 16,1-6-27-16,9-2 21 15,4-24 1-15,8-8-31 16,16-2 5-16,3-2 13 16,0-2-31-1,43-9 8-15,21 2-9 16,17 0-3-16,9 7 4 15,-16 14-1-15,-5 4 0 16,-11 2-14-16,-10 0-24 16,-17 0-84-16,-31 16-105 0,0-2-227 15</inkml:trace>
  <inkml:trace contextRef="#ctx0" brushRef="#br0" timeOffset="1313.81">22256 10537 646 0,'-10'-6'31'0,"10"4"-31"16,0 2 0 0,0 0 3-16,12 10-3 15,13 16-2-15,-4 1 0 16,-2 0-2-16,-15-9 3 16,-4-5 1-1,0-5-4-15,0-4 8 16,-6-2 25-16,-6-2 176 15,-1 0-146-15,-3 0-20 16,7-6-9-16,0-10-10 16,7 3-14-16,2 10-6 15,0 1 0-15,0 2-32 16,0 0-35 0,-2 0-731-16</inkml:trace>
  <inkml:trace contextRef="#ctx0" brushRef="#br0" timeOffset="1807.16">22278 10564 210 0,'-7'0'78'0,"5"0"-78"15,2 0-51-15,0 0 42 16,0 0-86-16</inkml:trace>
  <inkml:trace contextRef="#ctx0" brushRef="#br0" timeOffset="2213.46">22278 10564 56 0,'-9'0'158'0,"9"0"-114"0,0 0 13 16,0 0 55-1,0 0-25-15,0-3-30 16,0 3 72-16,0 0-53 15,0 0-18-15,0 0-7 16,0 0 0-16,-2 0-31 16,-5 13-20-16,3 9-15 15,2 6 15-15,2-1 1 16,0 2 2 0,2-7-9-16,13-6 3 0,3-8-4 15,-3-8 9-15,2 0-2 16,2 0 14-1,1-6 2-15,-4-18 45 16,-5-6-46-16,-6 0 18 16,-5-6-8-16,0 5 6 15,-9 12-5-15,-12 2-22 16,-1 17-4-16,-7 0-27 16,-4 0-62-1,15 14-88-15,2 0-592 16</inkml:trace>
  <inkml:trace contextRef="#ctx0" brushRef="#br0" timeOffset="2911.89">23094 10714 568 0,'-19'0'241'16,"15"0"-223"-16,4 0 99 15,0 0-43-15,0 0-74 16,0 0-14-16,0 0 14 16,12 0 0-16,5 0 0 15,14 0 10-15,14-4 11 16,31-6 16 0,6 2-11-16,-2 4-19 0,-4 2 1 15,-36 2-8 1,-11 0 0-16,-18 0-1 15,-11 0-6-15,0 0-76 16,-13 10 5-16,-27 4 9 16,7-8-137-16,-6-2-252 15</inkml:trace>
  <inkml:trace contextRef="#ctx0" brushRef="#br0" timeOffset="3139.89">23181 10906 857 0,'0'0'128'0,"0"0"-123"0,0 0 15 16,39 4 61-16,6-8-46 16,10-3-22-16,14-2 8 15,1 1-21-15,-5 4 4 16,-3 2 3-1,-16 2-27-15,-12 0-58 16,-34 0-86-16,0 0-225 16</inkml:trace>
  <inkml:trace contextRef="#ctx0" brushRef="#br0" timeOffset="56510.89">30279 10421 632 0,'0'0'139'15,"-2"-14"-139"1,2 14-39-16,-3 0-52 16</inkml:trace>
  <inkml:trace contextRef="#ctx0" brushRef="#br0" timeOffset="66236.32">24192 10267 156 0,'0'4'70'15,"0"-4"-64"-15,0 2-5 16,0-2 25-16,0 0-9 16,0 0-16-16,0 0 12 15,0 0-7-15,0 2 10 16,0-1-10-16,0 2 6 15,0-3-1-15,0 2-11 16,0-2 4-16,0 2-4 16,0-2 4-1,0 0 8-15,0 0 13 16,0 0 18-16,0 0-16 16,0 0 4-16,0 0-9 15,0 0-8-15,0 0 33 16,0 0-22-16,0 0 20 15,0 0-2 1,0 0 9-16,0-4-30 0,0-6-19 16,0-2 9-16,3-1-11 15,-1 2 3 1,-2-10 11-16,0 3 27 16,0-1-26-16,0-3-3 15,0 4 7-15,-8 1-11 16,0 7 0-16,-1 2 9 15,2 6 1 1,0 0 42-16,-2 2-50 0,-1 0-3 16,-2 0-1-1,-3 6 0-15,1 12-6 16,1 0 3-16,0 4-4 16,3 3 0-16,2 2 0 15,1 5 8-15,3 7-8 16,0 3 0-16,-2 4 6 15,0 16-8 1,-3 0 2-16,3 4 0 16,-4 1 1-16,4-11 0 15,3-4-2-15,1 4 6 16,2-4-9-16,0-8 4 16,0-4 0-16,19-15 3 15,-2-6 2-15,3-2-5 16,3-5 7-16,-6-6 12 15,3-5-15-15,0-1-2 16,-4 0 12-16,2 0-13 16,-1 0 2-16,2-4 5 15,-2-14-5 1,-1-4 10-16,-1-3-13 0,1-4-10 16,-3 4 7-16,-4 4-38 15,-2 3-16-15,-2 6-50 16,-1 2-59-16,-4 8-120 15</inkml:trace>
  <inkml:trace contextRef="#ctx0" brushRef="#br0" timeOffset="66740.57">24424 10736 453 0,'12'-10'265'15,"-6"8"-187"-15,-4 0 24 16,2 2-57-16,-4 0-33 15,0 0 12-15,0 0 38 16,0 0-21-16,0 0-8 16,0 0-7-1,2 0-26-15,3 12-4 16,3 6 4-16,0-2 21 16,0 6-16-16,-1 0 3 15,-1 4-3-15,-1 4 2 16,0 2 3-16,-3 3-9 15,0-3-1-15,0 2 12 16,-2 2-12-16,5 0 0 0,1 0 0 16,-4-2 8-16,1-2-13 15,-3-6 5 1,0 6 0-16,-3-5 5 16,-14-8-4-16,-5-2 3 15,1-12 1-15,2-3 8 16,1 0-4-1,2-2-4-15,5 0 18 16,2 0-3-16,0-13-5 0,0-24-10 16,4-7 15-1,5-2-11-15,0 0-7 16,0 12 8-16,25 4-10 16,2 4 0-16,0 0-1 15,-2 3-5-15,-8 1-50 16,-6-1-50-16,-11 16-94 15,0-3-350 1</inkml:trace>
  <inkml:trace contextRef="#ctx0" brushRef="#br0" timeOffset="67020.27">24453 10419 300 0,'0'-4'417'16,"0"0"-347"-16,0 2-10 15,0 0 66-15,0 0-90 16,0 0-26-16,0 2-6 15,0 0-8 1,0 0-2-16,0 0-266 16,-3 0-66-16</inkml:trace>
  <inkml:trace contextRef="#ctx0" brushRef="#br0" timeOffset="67701.37">24733 10660 290 0,'0'0'51'16,"0"0"10"-16,0 0 59 15,0 0-24-15,0 0-8 16,0 0 0-16,0 0-13 16,0 0-12-16,0 0-14 15,0 0 36 1,0 0-68-16,0 4-15 0,-11 8 3 15,-3 8 12 1,2 6-16-16,-5 6 1 0,9 4 4 16,4 2-3-16,4-2-6 15,0-4 3-15,0-6 0 16,15-8-6-16,3-5 6 16,2-8 0-16,0-5-5 15,-2 0 11-15,4 0-6 16,-2-26 8-16,-2-3 43 15,-7-10-37-15,-9-1 0 16,-2-2 14-16,0 0-13 16,-25 10-6-1,-1 10-5-15,-3 10-4 16,7 12-28-16,4 0-81 16,11 8-144-16,5 6-173 15</inkml:trace>
  <inkml:trace contextRef="#ctx0" brushRef="#br0" timeOffset="69463.81">24457 10437 435 0,'0'-8'40'0,"0"8"-40"15,0 0 54 1,0 0 45-16,0 0-83 16,-7 0 5-16,-3 0-14 15,-2 14 33-15,3 2 4 16,1 0-27-16,5 0-10 16,3-6-3-16,0 0-4 15,0-2-6-15,13-6 6 16,12-2 13-1,0 0-3-15,-1-4 10 0,-8-14 8 16,-6-2-10-16,-7 0 5 16,-3 2-14-1,0 4 9-15,-20 2-18 16,-7 10-16-16,3 2 0 16,1 0-79-16,14 0-54 15,3 0-155-15</inkml:trace>
  <inkml:trace contextRef="#ctx0" brushRef="#br0" timeOffset="72567.89">25161 10323 148 0,'0'-2'12'15,"0"2"1"-15,0 0 18 16,0-4 37-16,0 2-31 16,0 2 99-16,0-2-65 15,0 2-15-15,0-2-5 16,0 0 8-16,0 2 9 15,0-2-15-15,0 2 4 16,0-2-5-16,0 2-24 16,0 0 0-1,0 0 17-15,0 0-10 16,0 0-25-16,0 0 2 16,0 0-8-16,0 0-2 15,0 10 7-15,0 8-4 16,4 6 24-16,1 8-26 15,6 10 5 1,-2 4-8-16,2 5 6 16,1 0-1-16,-6-6-5 0,1-3 1 15,-1-4 0 1,4 0 2 0,-2-4-3-16,1-8 3 0,0-2 3 15,-4-12-6-15,-3-4 0 16,2-4 4-1,-4-2 1-15,0-2-9 16,2 0 10-16,-2 0 7 0,3 0-9 16,-1 0 7-1,0 0 15-15,4-6-16 16,2-10 18-16,-2-8-6 16,1-6-20-16,4-20 14 15,-2-10-16-15,0-2 5 16,-1 1-4-16,-3 15-1 15,0 8 0 1,-1 6 0-16,-1 2 1 0,-1 8-1 16,2 2 0-16,-2 6-2 15,0 4 5-15,-2 2-3 16,3 6 0-16,-3 0 1 16,0 2-3-16,0 0 2 15,0 0 0-15,0 0-4 16,0 0-6-16,0 0 0 15,2 0-7-15,4 18 16 16,2 6-6-16,5 16 7 16,3 2 8-1,-1 2-6-15,1 0-4 16,-3-10 4-16,-5 1 2 16,6 5-4-16,-3-4 0 15,-2-2-1-15,0-6 3 16,-2-12-2-16,-1-4 0 15,-1-2 1 1,-1-6-1-16,-1-2 0 16,-1-2 2-16,0 0 1 15,-2 0-3-15,0 0 0 16,2 0 4-16,1 0 6 16,-1 0-10-16,4-14 3 15,3-12 20-15,1-6-21 0,0-12 6 16,-5-7-8-16,-1 0 4 15,-4-3 3-15,0 5-6 16,0 5-1-16,0 8 4 16,0-2 2-1,0 6 23-15,0 8-29 16,0 4 17-16,0 10-17 16,0 4 0-16,0 2-1 15,0 0-2-15,0 4 3 16,0 0-10-16,0 0 8 15,0 0-17 1,0 0 2-16,0 0 6 16,0 0-19-16,0 0 11 0,0 0-18 15,0 0-21 1,-7 6-2-16,-3 10-342 16,3-6 125-16</inkml:trace>
  <inkml:trace contextRef="#ctx0" brushRef="#br0" timeOffset="73362.14">25836 10343 110 0,'0'-26'287'15,"0"16"-238"-15,0 2 27 16,0 3 101-16,0 2-44 15,0 3-59-15,0-2 1 16,0 2-10-16,2 0-17 16,1 0 7-1,-3 0-7-15,0 0-37 16,2 0-6-16,6 12-10 16,6 10 1-16,1 4 4 15,6 6 16-15,-1 0-13 16,0 4 1-16,2-4 2 15,1 8-10 1,-2-4 4-16,-2-1 0 0,-7-5-3 16,-2-15 3-16,-3-2 0 15,-3-8-5 1,-4 2-6-16,0-5-19 16,0 0 1-16,0 1 13 15,0-3-52-15,-7 0-52 16,1 0-66-1,4 0-47-15</inkml:trace>
  <inkml:trace contextRef="#ctx0" brushRef="#br0" timeOffset="73760.64">26113 10283 45 0,'0'0'648'0,"13"-44"-606"16,-13 41 134-16,2 3-58 15,-2 0-68 1,0 0-22-16,0 0 15 16,0 0-41-16,0 7-2 0,0 11-10 15,0 18 10 1,0 6 3-16,0 6 0 16,0 8 12-16,0-4-12 15,0 8 0-15,-9 3 0 16,-11 19 1-1,0-2-1-15,-2-6-3 0,1-3 0 16,8-28 4 0,3-3-4-16,2-7 10 0,4-7-3 15,4-8 13-15,-2-8-20 16,2-4 2-16,0-6 9 16,0 0-10-16,0 0 2 15,0 0 1-15,0 0 0 16,0-2-4-16,0-20-3 15,0-8-44 1,0 12-66-16</inkml:trace>
  <inkml:trace contextRef="#ctx0" brushRef="#br0" timeOffset="74803.85">26591 10453 463 0,'0'-6'112'16,"0"6"-103"-16,0 0 78 15,0 0 13-15,0 0-77 16,0 16-21-16,0 6 34 16,0 18 19-1,0 4 35-15,-2 5-62 16,2-1-10-16,0-12 17 16,0-4-33-16,0-2 9 15,0-4 0-15,0-6-3 16,0-2-8-16,0-8 0 15,0-4 3 1,0-4-3-16,0-2 0 0,0 0 0 16,0 0-53-16,0 0-26 15,0 0-40 1,0-2-92-16</inkml:trace>
  <inkml:trace contextRef="#ctx0" brushRef="#br0" timeOffset="75088.14">26398 10708 351 0,'0'0'454'16,"0"0"-364"-16,-9-12-53 16,9 10 84-16,22-4-57 15,16 0-44-15,11 0 10 16,4-2-6-16,-5 2 1 15,-4 4-9 1,-7 0-7-16,-8 2 2 16,-6 0-11-16,-10 0-3 15,-4 0-8-15,-9 0 1 16,0 0-34-16,0 0-24 16,-14 0-52-16,2 0-171 15,0 0-137-15</inkml:trace>
  <inkml:trace contextRef="#ctx0" brushRef="#br0" timeOffset="91646.2">27372 10417 213 0,'0'10'61'16,"0"-8"-60"-16,0-2 29 16,0 0 82-16,0 0-59 0,0 0-16 15,0 0 11 1,0 0-13-16,0 0-5 16,0 0 9-16,0 0-25 15,0 0-5-15,0 0-8 16,0 0-1-1,0 0-84-15,0 0 10 16,-7 0-18-16,4 0-32 0,-1 0-37 16</inkml:trace>
  <inkml:trace contextRef="#ctx0" brushRef="#br0" timeOffset="93011.26">27414 10411 320 0,'0'0'40'15,"0"0"-21"1,0 0 84-16,0 0 4 16,0 0-53-16,0 0 48 15,0 0-14-15,0-6-21 16,0-6-42-16,0-2-18 16,0-2 42-16,0-2 14 15,0 0-34-15,-9-12-13 16,-7-2 7-16,1-2-23 15,-4-1 6-15,9 11-3 16,-1 8-1-16,3 2-2 16,4 8 10-1,-4 6-3-15,-1 0-7 16,-1 0-4-16,-5 0 3 16,-3 13-10-16,-5 9 11 15,0 3 3-15,-2 1-1 16,2 3 3-16,4 1-5 15,-1 4 0-15,4 4 11 16,3 8-9-16,2 0-2 16,3 8 2-16,6 0 6 0,2 4-7 15,0-3-1 1,0 5 0-16,8-4 7 16,11-4-7-16,1-6 1 15,3-12 6-15,-1-5-5 16,2-8-2-16,1-5 0 15,0-3 27-15,-4-7-10 16,2-6 9-16,6 0-17 16,4-6 17-1,0-19-14-15,3 0-9 16,-11-1 16-16,-7 3-18 16,-7 5 2-16,-5 2-1 15,-6 4 0-15,0 6-2 16,0 0-31-16,-19 6-25 15,-6 0-70 1,9 0-168-16,5 0-199 0</inkml:trace>
  <inkml:trace contextRef="#ctx0" brushRef="#br0" timeOffset="93757.39">27654 10734 260 0,'5'-8'117'16,"-5"4"-112"-16,2 0 108 15,0 0-64-15,-2 0-17 16,0 0 48-16,0 4 10 16,0 0 88-16,0 0-105 15,0 0-8-15,0 0 1 16,0 0-33-16,0 0-12 15,0 0-4-15,0 0-17 16,0 0 10-16,0 0-10 16,0 10-14-1,-2 6 16-15,-3 4 1 16,1 6-3-16,0 0 4 16,4 4-4-16,-4 4 0 15,1 1 0-15,0-3 3 16,3 1 0-16,0 0-3 15,0 7 2 1,0-2-7-16,0-2 0 16,0-2-4-16,0-16 4 0,0 0-2 15,0-4 4 1,0 0 2-16,-11-2 0 16,-7 0-6-16,-8 0 7 15,-5-4 1-15,-5 2 0 16,0-4 4-16,5-4 11 15,4-2-3-15,8 0-8 16,5 0-1-16,5-8 22 16,7-18-20-1,2-8 18-15,0-8-21 16,0-2-1-16,15 0 5 16,12 2-7-16,8-3 0 15,2 9-4-15,-6 7 4 16,-2 3 0-16,-12 7-21 15,-3-1-63 1,-14 18-114-16,0-2-243 0</inkml:trace>
  <inkml:trace contextRef="#ctx0" brushRef="#br0" timeOffset="93987.93">27612 10503 863 0,'5'-8'0'0,"-3"8"2"16,-2 0 12-16,0 0-14 15,0 0-43-15,0 0-88 16,0 0-104-16,0 0-83 15</inkml:trace>
  <inkml:trace contextRef="#ctx0" brushRef="#br0" timeOffset="94804.68">27939 10619 265 0,'0'0'262'15,"0"-1"-243"-15,0 1 10 16,0 0 48-16,0 0-60 15,0-3-6-15,0 3 101 16,0 0-45-16,0 0-6 16,0 0 8-1,0 0-38-15,-4-4 10 16,-7 4-6-16,-3 0-30 16,-1 0 10-16,-10 0-11 15,-4 11 9-15,-2 4-12 16,0 3 4-16,6-1-1 15,3-1 0 1,7-2-4-16,4-2 0 16,6 2-1-16,5-2-6 15,0 2 6-15,0 0-3 16,24-4-3-16,8-2 3 16,3-2-2-16,-6-2 6 15,2 0-4-15,-6 2 5 16,0 2-1-16,-10 2-1 15,-4 2-3 1,-6 0 0-16,-5-2 0 0,0 2-4 16,0-2 11-1,0 0-3-15,-9-1 4 16,-9 0 16-16,-5 0-4 16,-12 0-7-16,-7 1 16 15,4-3-13-15,2-4 11 16,16-3 3-16,6 0-14 15,4 0 3 1,5-2-15-16,5-14-46 16,0-4-42-16,3 2-56 15,9 13-144-15,5 0-240 16</inkml:trace>
  <inkml:trace contextRef="#ctx0" brushRef="#br0" timeOffset="95485.73">28049 10655 194 0,'15'-18'267'16,"-9"14"-251"-16,0 3 9 15,-4 1 121-15,-2 0 34 16,0 0-84-16,0 0-10 15,0 0-24 1,0 0-9-16,0 0-26 0,0 5-16 16,0 9-11-16,0 9 3 15,2 3 2 1,2 10-5-16,3 4 6 16,-5-2-4-16,2-2-2 15,2-10 2-15,-2-6 2 16,0-2-3-16,-4-7-1 15,2-4 0-15,1-7 10 16,-1 0-6-16,2 0 6 16,3 0-8-1,2-6 27-15,6-17 5 16,1-8-26-16,-1-5 3 16,-3-2-9-16,-1 0-2 15,-5 6 9-15,-1 10-11 16,-3 10 2-16,-2 12 0 15,0 0 0 1,0 0 0-16,0 0 0 16,0 12-36-16,0 10 34 15,7 6-1-15,6 6 3 16,2 0 1-16,6-6-1 16,-1-4 0-16,-7-12-1 15,-1-8 4-15,-1-2-11 16,-1-2 7-16,4-2 2 15,-3-22 1 1,-2-8 6-16,-4-2 0 0,-5-6-4 16,0-4 15-1,-3 4-11-15,-12 4 22 16,-3 12-29-16,3 7 15 16,-6 9-16-16,-4 7-31 15,2 1-6-15,-4 0-96 16,17 1-261-16,4 6-220 15</inkml:trace>
  <inkml:trace contextRef="#ctx0" brushRef="#br0" timeOffset="96455.38">28833 9910 102 0,'2'-4'82'0,"-2"4"-16"16,0-2 0-16,0 2 22 15,0 0 20-15,0 0-20 16,0 0-16-1,0 0 61-15,0 0-92 16,0 0-22-16,0 0 1 0,0 0 16 16,0 4-14-1,-9 14 7-15,-9 8-2 16,-6 10 34-16,-3 16-40 16,-10 40 6-16,-2 12-9 15,4 17-13-15,3 9 2 16,15-25 0-16,5-3-3 15,12-10 12 1,0 7 0-16,23-12 37 16,15-8-35-16,7-11-4 15,-3-22-4-15,2-8-6 16,-1-6 17-16,-3-6-18 16,-7-9 10-16,-8-3-8 15,-7-9-1-15,-7-1-4 16,-7-2 3-16,-2-2 7 15,-2 0-5-15,0 0 14 16,2 0 6-16,0 0-22 16,3-6 7-1,0-8-35-15,-5-2 7 16,0 0-25-16,0-2-27 16,0 10-94-16,-14 2-349 15</inkml:trace>
  <inkml:trace contextRef="#ctx0" brushRef="#br0" timeOffset="99601.33">28882 10329 424 0,'-12'-6'352'0,"12"2"-324"15,0 2 128-15,0 0-119 16,0-2-21-16,0 0 12 16,6 0 10-16,0-2 14 15,5 2-17-15,3-2-11 16,10-5 5-1,0 4-24-15,3 0-5 16,-2 3 6-16,-8 4-10 0,-3 0 4 16,-1 0 0-1,-3 0-8-15,-4 4 8 16,5 5 0-16,-3 5-5 16,4 4-1-16,-7 0 5 15,-3 4-8-15,-2 2 9 16,0 2-9-16,0 6 9 15,-5 4-3 1,-26 10 6-16,-11 2 3 16,-3 1-4-16,-1-5 5 15,9-12-6-15,12-4-1 16,4-4 0-16,7-6 3 16,6-2 2-16,1-6-2 15,5 0 4-15,2-8-5 16,0-2 0-16,0 0 3 15,0 0-4-15,2 0 6 16,13 0-6-16,8 0 9 16,17 0 34-1,5 0 3-15,3 0-30 16,10 0-10-16,-11 0 6 16,3 0-13-16,-6 0 0 15,-6 0 12-15,-12 0-11 16,-9 0 3-16,-11 0 0 15,-4 0-3-15,-2 0 11 16,0 0-5-16,0 0-5 0,0 0 12 16,0 0-11-16,0 0-6 15,0 0 0 1,-2 0-35-16,-10 0-73 16,-1 0 14-16,-3-4-75 15,10 0-264-15,1 0-135 16</inkml:trace>
  <inkml:trace contextRef="#ctx0" brushRef="#br0" timeOffset="101850.24">29385 10221 573 0,'7'-4'82'0,"-5"4"87"0,-2 0-34 15,3 0-77 1,-1 0-9-16,-2 0 0 16,0 0 42-16,0 0-68 15,0 0-12-15,9 0 9 16,0 9-18-16,7 9 12 15,-1 5 7-15,7 1-13 16,1 4 9-16,-2 4-17 16,11 6 3-1,-1 2 6-15,-2-10-9 16,-7-2 0-16,-6-10 1 16,-5-4 1-16,-2-4-2 15,-3-2 0-15,0-3 3 16,-6-4-1-16,0-1-4 15,0 0 4 1,0 0 7-16,0 0-9 0,0 0-18 16,0 0 11-16,0 0-32 15,0-10 2 1,-4-12-42-16,0-4-269 16,4-2 118-16,0 14-22 15,0 4 45-15</inkml:trace>
  <inkml:trace contextRef="#ctx0" brushRef="#br0" timeOffset="102215.71">29767 10204 258 0,'0'0'104'0,"13"-19"-25"16,-13 19 81 0,0 0-15-16,0 0-43 15,0 0 48-15,0 0-99 16,0 0-19-16,0 0-30 15,0 0 13 1,0 19-4-16,0 8 24 16,-4 4 30-16,-8 6-45 0,-1 3-9 15,-10 20-8 1,2 4 10-16,-2 1-11 16,1-3-1-16,4-12 3 15,2-6 0-15,3-4-4 16,2-6 0-1,8-8 6-15,3-10-5 16,0-6 0-16,0-8 1 0,0-2 1 16,-2 0-3-1,2 0 2-15,0 0-2 16,0 0-6-16,0 0-26 16,0 0-26-16,0-12-68 15,0 2-154-15,2-4-215 16</inkml:trace>
  <inkml:trace contextRef="#ctx0" brushRef="#br0" timeOffset="102964.83">30096 10236 397 0,'0'-14'301'15,"0"10"-253"-15,2 1 74 0,0 3 27 16,-2-3-88-16,0 3-5 16,0 0-16-1,0 0 39-15,0 0-59 16,0 0-6-16,0 0 1 15,0 17-15 1,0 7-3-16,0 8 3 16,0 6 1-16,0 2 24 0,0 4-21 15,0 8 3 1,0-1-1-16,0-4-4 16,2-4-2-16,4-14 0 15,-4-7 4-15,0-4-3 16,2-1-1-1,-4-7 7-15,0-2-10 16,0-6 3-16,0-2 0 0,0 0 1 16,0 0-1-1,0 0-1-15,0 0-37 16,0 0 6-16,0 0-17 16,0-16-47-16,0 4-205 15,0-2-175-15</inkml:trace>
  <inkml:trace contextRef="#ctx0" brushRef="#br0" timeOffset="103274.43">29867 10535 603 0,'0'0'51'15,"-23"-6"51"-15,23 5 26 16,0-2-89-16,0 2-10 15,3-2 5-15,7-1 18 16,9 0 13-16,7 1-3 16,26-6-21-1,10 3-9-15,1 0-12 16,3 0-18-16,-19 6 0 16,-11 0 2-16,-12 0-3 15,-12-2-1-15,-8 2 5 16,-4 0-5-16,0 0-10 15,0 0-19 1,0 0-10-16,0 0-63 0,0 0-53 16,0-2-198-16</inkml:trace>
  <inkml:trace contextRef="#ctx0" brushRef="#br0" timeOffset="104946.27">30569 10185 381 0,'0'-13'108'0,"0"12"-63"16,0 1 111-16,0-3-22 15,0 3-61-15,2-1-12 16,-2-2-15-16,0 3-4 16,0 0-3-1,0 0 55-15,0 0-88 16,0 0 4-16,0 0-3 16,0 0-4-16,0 12-6 15,4 5 2-15,3 2 1 16,2 5 12-16,0 5-8 15,-2 0-3-15,1 4-1 16,1-1 3-16,-2-2 0 16,2-2-3-16,-3 2 0 0,3-2 3 15,-1-2-1 1,0 6-2-16,-1-4 1 16,-1-2-1-16,2-3 0 15,-4-9 0-15,-2-5 0 16,0-2 1-16,-2-3-1 15,2-2 0-15,-2 0 2 16,0-2-1-16,0 0-1 16,0 0 0-16,3 0 6 15,-3 0-3-15,0 0 0 0,2 0 6 16,0 0-9 0,-2 0 27-16,2 0-8 15,-2-11 39-15,4-4-56 16,-2-6 1-16,4 2-3 15,-2 1 2 1,0-7-2-16,5 1 0 0,-3-4 0 16,0-4 0-16,0 2 5 15,-1 0-6-15,-3 8 1 16,0 2 0-16,2 6 2 16,-4 4 1-16,2 0-3 15,1 4 10-15,-3 0-7 16,2 0-3-1,0 4 0-15,-2 0 0 16,3-4 0-16,-3 4 0 0,0 2-4 16,2 0 4-1,-2 0 0-15,2 0-1 16,-2 0-6-16,0 0 7 16,0 0 0-16,0 0-1 15,0 0-1-15,0 0 1 16,0 0-2-16,0 0-8 15,0 16 9 1,9 10-13-16,0 2 18 16,2 2 1-16,0 0-4 15,-2-10 0-15,-3 0 2 16,2-2-6-16,-2-2 4 16,-2 1-2-16,3-3-3 15,-1-3 2-15,2 5 3 16,-4-2 0-16,3-4-4 15,-3 1 4-15,0-5 0 16,-2-2 0-16,4-3 5 16,-4-1-8-1,0 0 3-15,0 0 1 16,-2 0 0-16,0 0-1 16,0 0 7-16,2 0-3 15,5 0 4-15,1-14-1 16,4-8 8-16,1-8-14 15,5-16 1 1,0-6 2-16,0-2 1 16,-5 0-4-16,-1 16-1 0,-6 8 0 15,-4 6 18 1,3 6-2-16,-5 10 20 16,0 4-34-16,0 1 6 15,0 3-8-15,0 0 0 16,0 0-7-16,0 0 7 15,0 0-22-15,0 0-6 16,0 0 7-16,0 0-20 16,0 3-22-1,0 6 14-15,0 5-29 0,0-1-11 16,0-12-105-16,-3-1-199 16</inkml:trace>
  <inkml:trace contextRef="#ctx0" brushRef="#br0" timeOffset="105611.4">31085 9904 317 0,'-6'-8'63'16,"6"8"-45"-16,-2 0 99 15,2 0-6-15,0 0-70 16,0 0 28-16,0 0 37 15,0 0-34 1,0 0-21-16,0 0 49 16,0-2-40-16,0 2-28 0,4 0-8 15,2 0-1 1,8 0-22-16,1 10 7 16,4 2 2-16,1 6 9 15,2 2-12-15,11 16 3 16,3 10 0-16,0 8-6 15,2 6 0-15,-9-2-4 16,0 1 0-16,0-3 1 16,0 20-1-1,-3 2 0-15,-6 5 6 16,-11 1-11-16,-9-14 5 16,0-4 0-16,-24-4-1 15,-10-10 4-15,1-7-3 16,-3-9 25-16,0-8-5 15,7-8-3 1,2-6-5-16,16-7 8 0,5-4-17 16,6-1 1-16,0-2 1 15,0 0-3-15,0 0 8 16,0 0-10-16,0-19-15 16,0-3-1-16,6-7-42 15,8-4 4-15,-3 1-40 16,-9 21-158-16,0 4-395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531E4-A405-42B3-89EC-55A34600D5C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2EEAD-A110-4E15-945E-17FE6F90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65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64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Band diagram is a representation of the allowable energy states for electrons.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an intrinsic semi, electrons bound to the atom have no more energy than </a:t>
            </a:r>
            <a:r>
              <a:rPr lang="en-US" dirty="0" err="1"/>
              <a:t>Ev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Due to thermal agitation, electron acquire energy &gt; </a:t>
            </a:r>
            <a:r>
              <a:rPr lang="en-US" dirty="0" err="1"/>
              <a:t>Ec</a:t>
            </a:r>
            <a:r>
              <a:rPr lang="en-US" dirty="0"/>
              <a:t> and jump to the conduction band.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extra energy E-</a:t>
            </a:r>
            <a:r>
              <a:rPr lang="en-US" dirty="0" err="1"/>
              <a:t>Ec</a:t>
            </a:r>
            <a:r>
              <a:rPr lang="en-US" dirty="0"/>
              <a:t> is converted to kinetic energy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Energy level </a:t>
            </a:r>
            <a:r>
              <a:rPr lang="en-US" dirty="0" err="1"/>
              <a:t>Ec</a:t>
            </a:r>
            <a:r>
              <a:rPr lang="en-US" dirty="0"/>
              <a:t> is simply the potential energy of the electron in conduction band.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Eg</a:t>
            </a:r>
            <a:r>
              <a:rPr lang="en-US" dirty="0"/>
              <a:t> is the forbidden states known as the “band gap”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intrinsic carrier </a:t>
            </a:r>
            <a:r>
              <a:rPr lang="en-US" dirty="0" err="1"/>
              <a:t>ni</a:t>
            </a:r>
            <a:r>
              <a:rPr lang="en-US" dirty="0"/>
              <a:t> = pi = about 10</a:t>
            </a:r>
            <a:r>
              <a:rPr lang="en-US" baseline="30000" dirty="0"/>
              <a:t>10</a:t>
            </a:r>
            <a:r>
              <a:rPr lang="en-US" dirty="0"/>
              <a:t> /cm^3 at room temp which is about 2 out of 10</a:t>
            </a:r>
            <a:r>
              <a:rPr lang="en-US" baseline="30000" dirty="0"/>
              <a:t>13</a:t>
            </a:r>
            <a:r>
              <a:rPr lang="en-US" dirty="0"/>
              <a:t> atoms. Every electron that leaves the atom leaves behind a hole that is why they are equal.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Mass action law : np = ni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Dopants area added to increase the number of free electrons or holes such that more(or less) electrons area available than needed for the perfect bonding of the silicon atoms.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extra electron from the dopant has energy level E</a:t>
            </a:r>
            <a:r>
              <a:rPr lang="en-US" baseline="-25000" dirty="0"/>
              <a:t>d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Room temp is enough for it to jump so the electron concentration is same the dopant concentration </a:t>
            </a:r>
            <a:r>
              <a:rPr lang="en-US" dirty="0" err="1"/>
              <a:t>ie</a:t>
            </a:r>
            <a:r>
              <a:rPr lang="en-US" dirty="0"/>
              <a:t>. n = N</a:t>
            </a:r>
            <a:r>
              <a:rPr lang="en-US" baseline="-25000" dirty="0"/>
              <a:t>D  </a:t>
            </a:r>
            <a:r>
              <a:rPr lang="en-US" baseline="0" dirty="0"/>
              <a:t>and p = ni</a:t>
            </a:r>
            <a:r>
              <a:rPr lang="en-US" baseline="30000" dirty="0"/>
              <a:t>2</a:t>
            </a:r>
            <a:r>
              <a:rPr lang="en-US" baseline="0" dirty="0"/>
              <a:t>/N</a:t>
            </a:r>
            <a:r>
              <a:rPr lang="en-US" baseline="-25000" dirty="0"/>
              <a:t>D</a:t>
            </a:r>
            <a:r>
              <a:rPr lang="en-US" baseline="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Unlike </a:t>
            </a:r>
            <a:r>
              <a:rPr lang="en-US" baseline="0" dirty="0" err="1"/>
              <a:t>initrinsic</a:t>
            </a:r>
            <a:r>
              <a:rPr lang="en-US" baseline="0" dirty="0"/>
              <a:t>, when an electron leaves, it leaves behind an unbound positive charge and NOT A hole.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Same explanation for p-type except all polarities reversed.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P+/n+ means much heavily doped and almost acts conductors.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4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Dopants area added to increase the number of free electrons or holes such that more(or less) electrons area available than needed for the perfect bonding of the silicon atoms.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extra electron from the dopant has energy level E</a:t>
            </a:r>
            <a:r>
              <a:rPr lang="en-US" baseline="-25000" dirty="0"/>
              <a:t>d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Room temp is enough for it to jump so the electron concentration is same the dopant concentration </a:t>
            </a:r>
            <a:r>
              <a:rPr lang="en-US" dirty="0" err="1"/>
              <a:t>ie</a:t>
            </a:r>
            <a:r>
              <a:rPr lang="en-US" dirty="0"/>
              <a:t>. n = N</a:t>
            </a:r>
            <a:r>
              <a:rPr lang="en-US" baseline="-25000" dirty="0"/>
              <a:t>D  </a:t>
            </a:r>
            <a:r>
              <a:rPr lang="en-US" baseline="0" dirty="0"/>
              <a:t>and p = ni</a:t>
            </a:r>
            <a:r>
              <a:rPr lang="en-US" baseline="30000" dirty="0"/>
              <a:t>2</a:t>
            </a:r>
            <a:r>
              <a:rPr lang="en-US" baseline="0" dirty="0"/>
              <a:t>/N</a:t>
            </a:r>
            <a:r>
              <a:rPr lang="en-US" baseline="-25000" dirty="0"/>
              <a:t>D</a:t>
            </a:r>
            <a:r>
              <a:rPr lang="en-US" baseline="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Unlike </a:t>
            </a:r>
            <a:r>
              <a:rPr lang="en-US" baseline="0" dirty="0" err="1"/>
              <a:t>initrinsic</a:t>
            </a:r>
            <a:r>
              <a:rPr lang="en-US" baseline="0" dirty="0"/>
              <a:t>, when an electron leaves, it leaves behind an unbound positive charge and NOT A hole.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Same explanation for p-type except all polarities reversed.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P+/n+ means much heavily doped and almost acts conductors.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32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5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98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56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21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31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82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If we increase the positive gate bias, mid-gap energy level </a:t>
            </a:r>
            <a:r>
              <a:rPr lang="en-US" altLang="ko-KR" dirty="0" err="1"/>
              <a:t>E</a:t>
            </a:r>
            <a:r>
              <a:rPr lang="en-US" altLang="ko-KR" baseline="-25000" dirty="0" err="1"/>
              <a:t>i</a:t>
            </a:r>
            <a:r>
              <a:rPr lang="en-US" altLang="ko-KR" dirty="0"/>
              <a:t> becomes smaller than the Fermi level </a:t>
            </a:r>
            <a:r>
              <a:rPr lang="en-US" altLang="ko-KR" dirty="0" err="1"/>
              <a:t>E</a:t>
            </a:r>
            <a:r>
              <a:rPr lang="en-US" altLang="ko-KR" baseline="-25000" dirty="0" err="1"/>
              <a:t>Fp</a:t>
            </a:r>
            <a:r>
              <a:rPr lang="en-US" altLang="ko-KR" dirty="0"/>
              <a:t>. Then semiconductor in this region becomes n-type </a:t>
            </a:r>
            <a:r>
              <a:rPr lang="en-US" altLang="ko-KR" sz="2000" dirty="0"/>
              <a:t>: </a:t>
            </a:r>
            <a:r>
              <a:rPr lang="en-US" altLang="ko-KR" dirty="0"/>
              <a:t>Surface inversion: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The n-type layer near the surface is called inversion layer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Inversion layer will be used for channel of MOSFET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5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17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Three separate components of MOSFET system have different energy band diagram.</a:t>
            </a:r>
            <a:endParaRPr lang="ko-KR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37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8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85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62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83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Gradual Channel </a:t>
            </a:r>
            <a:r>
              <a:rPr lang="en-US" dirty="0" err="1"/>
              <a:t>Approx</a:t>
            </a:r>
            <a:r>
              <a:rPr lang="en-US" dirty="0"/>
              <a:t>: Vertical field is dominant and lateral field is non-dominant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779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Assume that all the mobile electron in the inversion layer have a constant surface mobility </a:t>
            </a:r>
            <a:r>
              <a:rPr lang="el-GR" altLang="ko-KR" dirty="0"/>
              <a:t>μ</a:t>
            </a:r>
            <a:r>
              <a:rPr lang="en-US" altLang="ko-KR" baseline="-25000" dirty="0"/>
              <a:t>n</a:t>
            </a:r>
            <a:r>
              <a:rPr lang="en-US" altLang="ko-KR" dirty="0"/>
              <a:t>. Then we can express the incremental resistance as follows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Remember, this is a pictorial representation of  SHEET-CHARGE DENSITY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24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6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952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33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467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Oxide Capacitances:</a:t>
                </a:r>
                <a:r>
                  <a:rPr lang="en-US" b="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𝑂𝑋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Depletion Capacitance : </a:t>
                </a:r>
                <a:r>
                  <a:rPr lang="en-US" b="0" dirty="0" err="1"/>
                  <a:t>Csb</a:t>
                </a:r>
                <a:r>
                  <a:rPr lang="en-US" b="0" dirty="0"/>
                  <a:t>, </a:t>
                </a:r>
                <a:r>
                  <a:rPr lang="en-US" b="0" dirty="0" err="1"/>
                  <a:t>Cdb</a:t>
                </a:r>
                <a:r>
                  <a:rPr lang="en-US" b="0" dirty="0"/>
                  <a:t>, </a:t>
                </a:r>
                <a:r>
                  <a:rPr lang="en-US" b="0" dirty="0" err="1"/>
                  <a:t>Cjc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Oxide Capacitances:</a:t>
                </a:r>
                <a:r>
                  <a:rPr lang="en-US" b="0" baseline="0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𝐶_𝐺=𝑊𝐿 𝐶_𝑂𝑋,   𝐶_𝑂𝐿=𝑊𝐿_𝐷 𝐶_𝑂𝑋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Depletion Capacitance : </a:t>
                </a:r>
                <a:r>
                  <a:rPr lang="en-US" b="0" dirty="0" err="1"/>
                  <a:t>Csb</a:t>
                </a:r>
                <a:r>
                  <a:rPr lang="en-US" b="0" dirty="0"/>
                  <a:t>, </a:t>
                </a:r>
                <a:r>
                  <a:rPr lang="en-US" b="0" dirty="0" err="1"/>
                  <a:t>Cdb</a:t>
                </a:r>
                <a:r>
                  <a:rPr lang="en-US" b="0" dirty="0"/>
                  <a:t>, </a:t>
                </a:r>
                <a:r>
                  <a:rPr lang="en-US" b="0" dirty="0" err="1"/>
                  <a:t>Cjc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96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38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Oxide Capacitances:</a:t>
                </a:r>
                <a:r>
                  <a:rPr lang="en-US" b="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𝑂𝑋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Depletion Capacitance : </a:t>
                </a:r>
                <a:r>
                  <a:rPr lang="en-US" b="0" dirty="0" err="1"/>
                  <a:t>Csb</a:t>
                </a:r>
                <a:r>
                  <a:rPr lang="en-US" b="0" dirty="0"/>
                  <a:t>, </a:t>
                </a:r>
                <a:r>
                  <a:rPr lang="en-US" b="0" dirty="0" err="1"/>
                  <a:t>Cdb</a:t>
                </a:r>
                <a:r>
                  <a:rPr lang="en-US" b="0" dirty="0"/>
                  <a:t>, </a:t>
                </a:r>
                <a:r>
                  <a:rPr lang="en-US" b="0" dirty="0" err="1"/>
                  <a:t>Cjc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Oxide Capacitances:</a:t>
                </a:r>
                <a:r>
                  <a:rPr lang="en-US" b="0" baseline="0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𝐶_𝐺=𝑊𝐿 𝐶_𝑂𝑋,   𝐶_𝑂𝐿=𝑊𝐿_𝐷 𝐶_𝑂𝑋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Depletion Capacitance : </a:t>
                </a:r>
                <a:r>
                  <a:rPr lang="en-US" b="0" dirty="0" err="1"/>
                  <a:t>Csb</a:t>
                </a:r>
                <a:r>
                  <a:rPr lang="en-US" b="0" dirty="0"/>
                  <a:t>, </a:t>
                </a:r>
                <a:r>
                  <a:rPr lang="en-US" b="0" dirty="0" err="1"/>
                  <a:t>Cdb</a:t>
                </a:r>
                <a:r>
                  <a:rPr lang="en-US" b="0" dirty="0"/>
                  <a:t>, </a:t>
                </a:r>
                <a:r>
                  <a:rPr lang="en-US" b="0" dirty="0" err="1"/>
                  <a:t>Cjc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22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Oxide Capacitances:</a:t>
                </a:r>
                <a:r>
                  <a:rPr lang="en-US" b="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𝑂𝑋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Depletion Capacitance : </a:t>
                </a:r>
                <a:r>
                  <a:rPr lang="en-US" b="0" dirty="0" err="1"/>
                  <a:t>Csb</a:t>
                </a:r>
                <a:r>
                  <a:rPr lang="en-US" b="0" dirty="0"/>
                  <a:t>, </a:t>
                </a:r>
                <a:r>
                  <a:rPr lang="en-US" b="0" dirty="0" err="1"/>
                  <a:t>Cdb</a:t>
                </a:r>
                <a:r>
                  <a:rPr lang="en-US" b="0" dirty="0"/>
                  <a:t>, </a:t>
                </a:r>
                <a:r>
                  <a:rPr lang="en-US" b="0" dirty="0" err="1"/>
                  <a:t>Cjc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Oxide Capacitances:</a:t>
                </a:r>
                <a:r>
                  <a:rPr lang="en-US" b="0" baseline="0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𝐶_𝐺=𝑊𝐿 𝐶_𝑂𝑋,   𝐶_𝑂𝐿=𝑊𝐿_𝐷 𝐶_𝑂𝑋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dirty="0"/>
                  <a:t>Depletion Capacitance : </a:t>
                </a:r>
                <a:r>
                  <a:rPr lang="en-US" b="0" dirty="0" err="1"/>
                  <a:t>Csb</a:t>
                </a:r>
                <a:r>
                  <a:rPr lang="en-US" b="0" dirty="0"/>
                  <a:t>, </a:t>
                </a:r>
                <a:r>
                  <a:rPr lang="en-US" b="0" dirty="0" err="1"/>
                  <a:t>Cdb</a:t>
                </a:r>
                <a:r>
                  <a:rPr lang="en-US" b="0" dirty="0"/>
                  <a:t>, </a:t>
                </a:r>
                <a:r>
                  <a:rPr lang="en-US" b="0" dirty="0" err="1"/>
                  <a:t>Cjc</a:t>
                </a: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2EEAD-A110-4E15-945E-17FE6F90A97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6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44D15B-C279-4AB7-9F68-F091999B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68319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F690C09-59E1-459E-AF26-29DB7758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52472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2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78D898-08A5-43E7-8CF4-7DCE44A7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83604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0" y="0"/>
            <a:ext cx="12192000" cy="606829"/>
          </a:xfrm>
          <a:prstGeom prst="rect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</a:schemeClr>
              </a:gs>
              <a:gs pos="72000">
                <a:schemeClr val="accent1">
                  <a:lumMod val="20000"/>
                  <a:lumOff val="80000"/>
                </a:schemeClr>
              </a:gs>
              <a:gs pos="87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1A55BE1-FF07-423F-BDB5-41C71D4E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43177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34000">
                <a:schemeClr val="accent1">
                  <a:lumMod val="5000"/>
                  <a:lumOff val="95000"/>
                </a:schemeClr>
              </a:gs>
              <a:gs pos="68000">
                <a:schemeClr val="accent1">
                  <a:lumMod val="20000"/>
                  <a:lumOff val="80000"/>
                </a:schemeClr>
              </a:gs>
              <a:gs pos="83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1A59D8D-F60A-4889-91DC-2051CD4C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63861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0E3AA4D-7C57-413D-9381-22359113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7128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62BB95-6352-4E66-984E-7B00E25F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43343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64FA6C-FE3B-4470-9E6E-D2E59E5C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52071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67F25F-CE23-4108-98D2-DB0C4C97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© Silicon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6358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81900"/>
            <a:ext cx="4648200" cy="276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Silicon Institute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9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6829"/>
          </a:xfrm>
          <a:prstGeom prst="rect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</a:schemeClr>
              </a:gs>
              <a:gs pos="72000">
                <a:schemeClr val="accent1">
                  <a:lumMod val="20000"/>
                  <a:lumOff val="80000"/>
                </a:schemeClr>
              </a:gs>
              <a:gs pos="87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6147" y="6581900"/>
            <a:ext cx="597568" cy="276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C864B691-33EC-4159-AC63-9E04917829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4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75000"/>
            </a:schemeClr>
          </a:solidFill>
          <a:latin typeface="Arial Rounded MT Bold" panose="020F070403050403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Rounded MT Bold" panose="020F070403050403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Rounded MT Bold" panose="020F07040305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Rounded MT Bold" panose="020F07040305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Rounded MT Bold" panose="020F07040305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Rounded MT Bold" panose="020F07040305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3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6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130.png"/><Relationship Id="rId26" Type="http://schemas.openxmlformats.org/officeDocument/2006/relationships/customXml" Target="../ink/ink18.xml"/><Relationship Id="rId39" Type="http://schemas.openxmlformats.org/officeDocument/2006/relationships/customXml" Target="../ink/ink25.xml"/><Relationship Id="rId21" Type="http://schemas.openxmlformats.org/officeDocument/2006/relationships/image" Target="../media/image140.png"/><Relationship Id="rId34" Type="http://schemas.openxmlformats.org/officeDocument/2006/relationships/image" Target="../media/image190.png"/><Relationship Id="rId42" Type="http://schemas.openxmlformats.org/officeDocument/2006/relationships/image" Target="../media/image230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1.png"/><Relationship Id="rId20" Type="http://schemas.openxmlformats.org/officeDocument/2006/relationships/customXml" Target="../ink/ink14.xml"/><Relationship Id="rId29" Type="http://schemas.openxmlformats.org/officeDocument/2006/relationships/image" Target="../media/image170.png"/><Relationship Id="rId41" Type="http://schemas.openxmlformats.org/officeDocument/2006/relationships/customXml" Target="../ink/ink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customXml" Target="../ink/ink9.xml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37" Type="http://schemas.openxmlformats.org/officeDocument/2006/relationships/customXml" Target="../ink/ink24.xml"/><Relationship Id="rId40" Type="http://schemas.openxmlformats.org/officeDocument/2006/relationships/image" Target="../media/image220.png"/><Relationship Id="rId15" Type="http://schemas.openxmlformats.org/officeDocument/2006/relationships/customXml" Target="../ink/ink11.xml"/><Relationship Id="rId23" Type="http://schemas.openxmlformats.org/officeDocument/2006/relationships/customXml" Target="../ink/ink16.xml"/><Relationship Id="rId28" Type="http://schemas.openxmlformats.org/officeDocument/2006/relationships/customXml" Target="../ink/ink19.xml"/><Relationship Id="rId36" Type="http://schemas.openxmlformats.org/officeDocument/2006/relationships/image" Target="../media/image200.png"/><Relationship Id="rId10" Type="http://schemas.openxmlformats.org/officeDocument/2006/relationships/image" Target="../media/image91.png"/><Relationship Id="rId19" Type="http://schemas.openxmlformats.org/officeDocument/2006/relationships/customXml" Target="../ink/ink13.xml"/><Relationship Id="rId31" Type="http://schemas.openxmlformats.org/officeDocument/2006/relationships/image" Target="../media/image180.png"/><Relationship Id="rId44" Type="http://schemas.openxmlformats.org/officeDocument/2006/relationships/image" Target="../media/image240.png"/><Relationship Id="rId4" Type="http://schemas.openxmlformats.org/officeDocument/2006/relationships/customXml" Target="../ink/ink6.xml"/><Relationship Id="rId9" Type="http://schemas.openxmlformats.org/officeDocument/2006/relationships/customXml" Target="../ink/ink8.xml"/><Relationship Id="rId14" Type="http://schemas.openxmlformats.org/officeDocument/2006/relationships/image" Target="../media/image110.png"/><Relationship Id="rId22" Type="http://schemas.openxmlformats.org/officeDocument/2006/relationships/customXml" Target="../ink/ink15.xml"/><Relationship Id="rId27" Type="http://schemas.openxmlformats.org/officeDocument/2006/relationships/image" Target="../media/image160.png"/><Relationship Id="rId30" Type="http://schemas.openxmlformats.org/officeDocument/2006/relationships/customXml" Target="../ink/ink20.xml"/><Relationship Id="rId35" Type="http://schemas.openxmlformats.org/officeDocument/2006/relationships/customXml" Target="../ink/ink23.xml"/><Relationship Id="rId43" Type="http://schemas.openxmlformats.org/officeDocument/2006/relationships/customXml" Target="../ink/ink27.xml"/><Relationship Id="rId8" Type="http://schemas.openxmlformats.org/officeDocument/2006/relationships/image" Target="../media/image80.png"/><Relationship Id="rId3" Type="http://schemas.openxmlformats.org/officeDocument/2006/relationships/image" Target="../media/image3.svg"/><Relationship Id="rId12" Type="http://schemas.openxmlformats.org/officeDocument/2006/relationships/image" Target="../media/image100.png"/><Relationship Id="rId17" Type="http://schemas.openxmlformats.org/officeDocument/2006/relationships/customXml" Target="../ink/ink12.xml"/><Relationship Id="rId25" Type="http://schemas.openxmlformats.org/officeDocument/2006/relationships/image" Target="../media/image150.png"/><Relationship Id="rId33" Type="http://schemas.openxmlformats.org/officeDocument/2006/relationships/customXml" Target="../ink/ink22.xml"/><Relationship Id="rId38" Type="http://schemas.openxmlformats.org/officeDocument/2006/relationships/image" Target="../media/image2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customXml" Target="../ink/ink32.xml"/><Relationship Id="rId18" Type="http://schemas.openxmlformats.org/officeDocument/2006/relationships/image" Target="../media/image300.png"/><Relationship Id="rId3" Type="http://schemas.openxmlformats.org/officeDocument/2006/relationships/image" Target="../media/image3.svg"/><Relationship Id="rId7" Type="http://schemas.openxmlformats.org/officeDocument/2006/relationships/customXml" Target="../ink/ink29.xml"/><Relationship Id="rId12" Type="http://schemas.openxmlformats.org/officeDocument/2006/relationships/image" Target="../media/image270.png"/><Relationship Id="rId17" Type="http://schemas.openxmlformats.org/officeDocument/2006/relationships/customXml" Target="../ink/ink34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11" Type="http://schemas.openxmlformats.org/officeDocument/2006/relationships/customXml" Target="../ink/ink31.xml"/><Relationship Id="rId15" Type="http://schemas.openxmlformats.org/officeDocument/2006/relationships/customXml" Target="../ink/ink33.xml"/><Relationship Id="rId10" Type="http://schemas.openxmlformats.org/officeDocument/2006/relationships/image" Target="../media/image260.png"/><Relationship Id="rId4" Type="http://schemas.openxmlformats.org/officeDocument/2006/relationships/customXml" Target="../ink/ink28.xml"/><Relationship Id="rId9" Type="http://schemas.openxmlformats.org/officeDocument/2006/relationships/customXml" Target="../ink/ink30.xml"/><Relationship Id="rId14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3.svg"/><Relationship Id="rId7" Type="http://schemas.openxmlformats.org/officeDocument/2006/relationships/customXml" Target="../ink/ink3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4" Type="http://schemas.openxmlformats.org/officeDocument/2006/relationships/customXml" Target="../ink/ink35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1.xml"/><Relationship Id="rId18" Type="http://schemas.openxmlformats.org/officeDocument/2006/relationships/image" Target="../media/image360.png"/><Relationship Id="rId26" Type="http://schemas.openxmlformats.org/officeDocument/2006/relationships/image" Target="../media/image400.png"/><Relationship Id="rId39" Type="http://schemas.openxmlformats.org/officeDocument/2006/relationships/customXml" Target="../ink/ink54.xml"/><Relationship Id="rId21" Type="http://schemas.openxmlformats.org/officeDocument/2006/relationships/customXml" Target="../ink/ink45.xml"/><Relationship Id="rId34" Type="http://schemas.openxmlformats.org/officeDocument/2006/relationships/image" Target="../media/image440.png"/><Relationship Id="rId42" Type="http://schemas.openxmlformats.org/officeDocument/2006/relationships/image" Target="../media/image48.png"/><Relationship Id="rId7" Type="http://schemas.openxmlformats.org/officeDocument/2006/relationships/customXml" Target="../ink/ink38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50.png"/><Relationship Id="rId20" Type="http://schemas.openxmlformats.org/officeDocument/2006/relationships/image" Target="../media/image370.png"/><Relationship Id="rId29" Type="http://schemas.openxmlformats.org/officeDocument/2006/relationships/customXml" Target="../ink/ink49.xml"/><Relationship Id="rId41" Type="http://schemas.openxmlformats.org/officeDocument/2006/relationships/customXml" Target="../ink/ink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customXml" Target="../ink/ink40.xml"/><Relationship Id="rId24" Type="http://schemas.openxmlformats.org/officeDocument/2006/relationships/image" Target="../media/image390.png"/><Relationship Id="rId32" Type="http://schemas.openxmlformats.org/officeDocument/2006/relationships/image" Target="../media/image430.png"/><Relationship Id="rId37" Type="http://schemas.openxmlformats.org/officeDocument/2006/relationships/customXml" Target="../ink/ink53.xml"/><Relationship Id="rId40" Type="http://schemas.openxmlformats.org/officeDocument/2006/relationships/image" Target="../media/image47.png"/><Relationship Id="rId15" Type="http://schemas.openxmlformats.org/officeDocument/2006/relationships/customXml" Target="../ink/ink42.xml"/><Relationship Id="rId23" Type="http://schemas.openxmlformats.org/officeDocument/2006/relationships/customXml" Target="../ink/ink46.xml"/><Relationship Id="rId28" Type="http://schemas.openxmlformats.org/officeDocument/2006/relationships/image" Target="../media/image410.png"/><Relationship Id="rId36" Type="http://schemas.openxmlformats.org/officeDocument/2006/relationships/image" Target="../media/image450.png"/><Relationship Id="rId10" Type="http://schemas.openxmlformats.org/officeDocument/2006/relationships/image" Target="../media/image330.png"/><Relationship Id="rId19" Type="http://schemas.openxmlformats.org/officeDocument/2006/relationships/customXml" Target="../ink/ink44.xml"/><Relationship Id="rId31" Type="http://schemas.openxmlformats.org/officeDocument/2006/relationships/customXml" Target="../ink/ink50.xml"/><Relationship Id="rId4" Type="http://schemas.openxmlformats.org/officeDocument/2006/relationships/customXml" Target="../ink/ink37.xml"/><Relationship Id="rId9" Type="http://schemas.openxmlformats.org/officeDocument/2006/relationships/customXml" Target="../ink/ink39.xml"/><Relationship Id="rId14" Type="http://schemas.openxmlformats.org/officeDocument/2006/relationships/image" Target="../media/image340.png"/><Relationship Id="rId22" Type="http://schemas.openxmlformats.org/officeDocument/2006/relationships/image" Target="../media/image380.png"/><Relationship Id="rId27" Type="http://schemas.openxmlformats.org/officeDocument/2006/relationships/customXml" Target="../ink/ink48.xml"/><Relationship Id="rId30" Type="http://schemas.openxmlformats.org/officeDocument/2006/relationships/image" Target="../media/image420.png"/><Relationship Id="rId35" Type="http://schemas.openxmlformats.org/officeDocument/2006/relationships/customXml" Target="../ink/ink52.xml"/><Relationship Id="rId43" Type="http://schemas.openxmlformats.org/officeDocument/2006/relationships/customXml" Target="../ink/ink56.xml"/><Relationship Id="rId48" Type="http://schemas.openxmlformats.org/officeDocument/2006/relationships/image" Target="../media/image27.png"/><Relationship Id="rId8" Type="http://schemas.openxmlformats.org/officeDocument/2006/relationships/image" Target="../media/image320.png"/><Relationship Id="rId3" Type="http://schemas.openxmlformats.org/officeDocument/2006/relationships/image" Target="../media/image3.svg"/><Relationship Id="rId12" Type="http://schemas.openxmlformats.org/officeDocument/2006/relationships/image" Target="../media/image90.png"/><Relationship Id="rId17" Type="http://schemas.openxmlformats.org/officeDocument/2006/relationships/customXml" Target="../ink/ink43.xml"/><Relationship Id="rId25" Type="http://schemas.openxmlformats.org/officeDocument/2006/relationships/customXml" Target="../ink/ink47.xml"/><Relationship Id="rId33" Type="http://schemas.openxmlformats.org/officeDocument/2006/relationships/customXml" Target="../ink/ink51.xml"/><Relationship Id="rId38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3" Type="http://schemas.openxmlformats.org/officeDocument/2006/relationships/customXml" Target="../ink/ink57.xml"/><Relationship Id="rId7" Type="http://schemas.openxmlformats.org/officeDocument/2006/relationships/image" Target="../media/image90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.xml"/><Relationship Id="rId5" Type="http://schemas.openxmlformats.org/officeDocument/2006/relationships/image" Target="../media/image49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13" Type="http://schemas.openxmlformats.org/officeDocument/2006/relationships/image" Target="../media/image55.png"/><Relationship Id="rId3" Type="http://schemas.openxmlformats.org/officeDocument/2006/relationships/customXml" Target="../ink/ink60.xml"/><Relationship Id="rId7" Type="http://schemas.openxmlformats.org/officeDocument/2006/relationships/image" Target="../media/image52.png"/><Relationship Id="rId12" Type="http://schemas.openxmlformats.org/officeDocument/2006/relationships/customXml" Target="../ink/ink64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.xml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5" Type="http://schemas.openxmlformats.org/officeDocument/2006/relationships/image" Target="../media/image56.png"/><Relationship Id="rId10" Type="http://schemas.openxmlformats.org/officeDocument/2006/relationships/customXml" Target="../ink/ink63.xml"/><Relationship Id="rId9" Type="http://schemas.openxmlformats.org/officeDocument/2006/relationships/image" Target="../media/image53.png"/><Relationship Id="rId14" Type="http://schemas.openxmlformats.org/officeDocument/2006/relationships/customXml" Target="../ink/ink6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13" Type="http://schemas.openxmlformats.org/officeDocument/2006/relationships/image" Target="NULL"/><Relationship Id="rId18" Type="http://schemas.openxmlformats.org/officeDocument/2006/relationships/customXml" Target="../ink/ink73.xml"/><Relationship Id="rId26" Type="http://schemas.openxmlformats.org/officeDocument/2006/relationships/customXml" Target="../ink/ink77.xml"/><Relationship Id="rId3" Type="http://schemas.openxmlformats.org/officeDocument/2006/relationships/customXml" Target="../ink/ink66.xm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customXml" Target="../ink/ink70.xm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../media/image3.svg"/><Relationship Id="rId16" Type="http://schemas.openxmlformats.org/officeDocument/2006/relationships/customXml" Target="../ink/ink72.xml"/><Relationship Id="rId20" Type="http://schemas.openxmlformats.org/officeDocument/2006/relationships/customXml" Target="../ink/ink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.xml"/><Relationship Id="rId11" Type="http://schemas.openxmlformats.org/officeDocument/2006/relationships/image" Target="NULL"/><Relationship Id="rId24" Type="http://schemas.openxmlformats.org/officeDocument/2006/relationships/customXml" Target="../ink/ink76.xm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customXml" Target="../ink/ink69.xml"/><Relationship Id="rId19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customXml" Target="../ink/ink71.xml"/><Relationship Id="rId22" Type="http://schemas.openxmlformats.org/officeDocument/2006/relationships/customXml" Target="../ink/ink75.xml"/><Relationship Id="rId27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.svg"/><Relationship Id="rId7" Type="http://schemas.openxmlformats.org/officeDocument/2006/relationships/customXml" Target="../ink/ink7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customXml" Target="../ink/ink78.xml"/><Relationship Id="rId9" Type="http://schemas.openxmlformats.org/officeDocument/2006/relationships/customXml" Target="../ink/ink8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3.xml"/><Relationship Id="rId13" Type="http://schemas.openxmlformats.org/officeDocument/2006/relationships/image" Target="NULL"/><Relationship Id="rId18" Type="http://schemas.openxmlformats.org/officeDocument/2006/relationships/customXml" Target="../ink/ink88.xml"/><Relationship Id="rId3" Type="http://schemas.openxmlformats.org/officeDocument/2006/relationships/customXml" Target="../ink/ink81.xml"/><Relationship Id="rId7" Type="http://schemas.openxmlformats.org/officeDocument/2006/relationships/image" Target="NULL"/><Relationship Id="rId12" Type="http://schemas.openxmlformats.org/officeDocument/2006/relationships/customXml" Target="../ink/ink85.xml"/><Relationship Id="rId17" Type="http://schemas.openxmlformats.org/officeDocument/2006/relationships/image" Target="NULL"/><Relationship Id="rId2" Type="http://schemas.openxmlformats.org/officeDocument/2006/relationships/image" Target="../media/image3.svg"/><Relationship Id="rId16" Type="http://schemas.openxmlformats.org/officeDocument/2006/relationships/customXml" Target="../ink/ink8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.xm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customXml" Target="../ink/ink84.xml"/><Relationship Id="rId19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customXml" Target="../ink/ink8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2.xm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customXml" Target="../ink/ink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1.xml"/><Relationship Id="rId5" Type="http://schemas.openxmlformats.org/officeDocument/2006/relationships/image" Target="NULL"/><Relationship Id="rId4" Type="http://schemas.openxmlformats.org/officeDocument/2006/relationships/customXml" Target="../ink/ink90.xm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94.xml"/><Relationship Id="rId13" Type="http://schemas.openxmlformats.org/officeDocument/2006/relationships/image" Target="NULL"/><Relationship Id="rId3" Type="http://schemas.openxmlformats.org/officeDocument/2006/relationships/image" Target="../media/image3.svg"/><Relationship Id="rId7" Type="http://schemas.openxmlformats.org/officeDocument/2006/relationships/image" Target="NULL"/><Relationship Id="rId12" Type="http://schemas.openxmlformats.org/officeDocument/2006/relationships/customXml" Target="../ink/ink9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11" Type="http://schemas.openxmlformats.org/officeDocument/2006/relationships/image" Target="NULL"/><Relationship Id="rId5" Type="http://schemas.openxmlformats.org/officeDocument/2006/relationships/customXml" Target="../ink/ink93.xml"/><Relationship Id="rId15" Type="http://schemas.openxmlformats.org/officeDocument/2006/relationships/image" Target="NULL"/><Relationship Id="rId10" Type="http://schemas.openxmlformats.org/officeDocument/2006/relationships/customXml" Target="../ink/ink95.xml"/><Relationship Id="rId4" Type="http://schemas.openxmlformats.org/officeDocument/2006/relationships/image" Target="../media/image21.jpeg"/><Relationship Id="rId9" Type="http://schemas.openxmlformats.org/officeDocument/2006/relationships/image" Target="NULL"/><Relationship Id="rId14" Type="http://schemas.openxmlformats.org/officeDocument/2006/relationships/customXml" Target="../ink/ink9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103.xml"/><Relationship Id="rId3" Type="http://schemas.openxmlformats.org/officeDocument/2006/relationships/customXml" Target="../ink/ink98.xml"/><Relationship Id="rId7" Type="http://schemas.openxmlformats.org/officeDocument/2006/relationships/customXml" Target="../ink/ink100.xml"/><Relationship Id="rId12" Type="http://schemas.openxmlformats.org/officeDocument/2006/relationships/image" Target="NULL"/><Relationship Id="rId2" Type="http://schemas.openxmlformats.org/officeDocument/2006/relationships/notesSlide" Target="../notesSlides/notesSlide12.xml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102.xml"/><Relationship Id="rId5" Type="http://schemas.openxmlformats.org/officeDocument/2006/relationships/customXml" Target="../ink/ink99.xml"/><Relationship Id="rId15" Type="http://schemas.openxmlformats.org/officeDocument/2006/relationships/customXml" Target="../ink/ink104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101.xml"/><Relationship Id="rId1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6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8.xml"/><Relationship Id="rId13" Type="http://schemas.openxmlformats.org/officeDocument/2006/relationships/image" Target="NULL"/><Relationship Id="rId3" Type="http://schemas.openxmlformats.org/officeDocument/2006/relationships/image" Target="../media/image26.jpeg"/><Relationship Id="rId7" Type="http://schemas.openxmlformats.org/officeDocument/2006/relationships/image" Target="NULL"/><Relationship Id="rId12" Type="http://schemas.openxmlformats.org/officeDocument/2006/relationships/customXml" Target="../ink/ink1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11" Type="http://schemas.openxmlformats.org/officeDocument/2006/relationships/image" Target="NULL"/><Relationship Id="rId5" Type="http://schemas.openxmlformats.org/officeDocument/2006/relationships/customXml" Target="../ink/ink107.xml"/><Relationship Id="rId15" Type="http://schemas.openxmlformats.org/officeDocument/2006/relationships/image" Target="NULL"/><Relationship Id="rId10" Type="http://schemas.openxmlformats.org/officeDocument/2006/relationships/customXml" Target="../ink/ink109.xml"/><Relationship Id="rId4" Type="http://schemas.openxmlformats.org/officeDocument/2006/relationships/image" Target="../media/image3.svg"/><Relationship Id="rId9" Type="http://schemas.openxmlformats.org/officeDocument/2006/relationships/image" Target="NULL"/><Relationship Id="rId14" Type="http://schemas.openxmlformats.org/officeDocument/2006/relationships/customXml" Target="../ink/ink1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customXml" Target="../ink/ink116.xml"/><Relationship Id="rId18" Type="http://schemas.openxmlformats.org/officeDocument/2006/relationships/image" Target="../media/image68.png"/><Relationship Id="rId3" Type="http://schemas.openxmlformats.org/officeDocument/2006/relationships/image" Target="../media/image3.svg"/><Relationship Id="rId21" Type="http://schemas.openxmlformats.org/officeDocument/2006/relationships/customXml" Target="../ink/ink120.xml"/><Relationship Id="rId7" Type="http://schemas.openxmlformats.org/officeDocument/2006/relationships/customXml" Target="../ink/ink113.xml"/><Relationship Id="rId12" Type="http://schemas.openxmlformats.org/officeDocument/2006/relationships/image" Target="../media/image66.png"/><Relationship Id="rId17" Type="http://schemas.openxmlformats.org/officeDocument/2006/relationships/customXml" Target="../ink/ink118.xml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67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0.png"/><Relationship Id="rId11" Type="http://schemas.openxmlformats.org/officeDocument/2006/relationships/customXml" Target="../ink/ink115.xml"/><Relationship Id="rId24" Type="http://schemas.openxmlformats.org/officeDocument/2006/relationships/image" Target="../media/image71.png"/><Relationship Id="rId15" Type="http://schemas.openxmlformats.org/officeDocument/2006/relationships/customXml" Target="../ink/ink117.xml"/><Relationship Id="rId23" Type="http://schemas.openxmlformats.org/officeDocument/2006/relationships/customXml" Target="../ink/ink121.xml"/><Relationship Id="rId10" Type="http://schemas.openxmlformats.org/officeDocument/2006/relationships/image" Target="../media/image65.png"/><Relationship Id="rId19" Type="http://schemas.openxmlformats.org/officeDocument/2006/relationships/customXml" Target="../ink/ink119.xml"/><Relationship Id="rId4" Type="http://schemas.openxmlformats.org/officeDocument/2006/relationships/customXml" Target="../ink/ink112.xml"/><Relationship Id="rId9" Type="http://schemas.openxmlformats.org/officeDocument/2006/relationships/customXml" Target="../ink/ink114.xml"/><Relationship Id="rId14" Type="http://schemas.openxmlformats.org/officeDocument/2006/relationships/image" Target="../media/image900.png"/><Relationship Id="rId22" Type="http://schemas.openxmlformats.org/officeDocument/2006/relationships/image" Target="../media/image70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customXml" Target="../ink/ink126.xml"/><Relationship Id="rId3" Type="http://schemas.openxmlformats.org/officeDocument/2006/relationships/image" Target="../media/image27.jpeg"/><Relationship Id="rId7" Type="http://schemas.openxmlformats.org/officeDocument/2006/relationships/customXml" Target="../ink/ink123.xml"/><Relationship Id="rId12" Type="http://schemas.openxmlformats.org/officeDocument/2006/relationships/image" Target="../media/image45.emf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11" Type="http://schemas.openxmlformats.org/officeDocument/2006/relationships/customXml" Target="../ink/ink125.xml"/><Relationship Id="rId10" Type="http://schemas.openxmlformats.org/officeDocument/2006/relationships/image" Target="../media/image44.emf"/><Relationship Id="rId4" Type="http://schemas.openxmlformats.org/officeDocument/2006/relationships/customXml" Target="../ink/ink122.xml"/><Relationship Id="rId9" Type="http://schemas.openxmlformats.org/officeDocument/2006/relationships/customXml" Target="../ink/ink124.xml"/><Relationship Id="rId14" Type="http://schemas.openxmlformats.org/officeDocument/2006/relationships/image" Target="../media/image4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48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127.xml"/><Relationship Id="rId4" Type="http://schemas.openxmlformats.org/officeDocument/2006/relationships/image" Target="../media/image28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9.xml"/><Relationship Id="rId13" Type="http://schemas.openxmlformats.org/officeDocument/2006/relationships/image" Target="../media/image53.emf"/><Relationship Id="rId18" Type="http://schemas.openxmlformats.org/officeDocument/2006/relationships/customXml" Target="../ink/ink134.xml"/><Relationship Id="rId3" Type="http://schemas.openxmlformats.org/officeDocument/2006/relationships/image" Target="../media/image3.svg"/><Relationship Id="rId21" Type="http://schemas.openxmlformats.org/officeDocument/2006/relationships/image" Target="../media/image13.emf"/><Relationship Id="rId7" Type="http://schemas.openxmlformats.org/officeDocument/2006/relationships/image" Target="../media/image50.emf"/><Relationship Id="rId12" Type="http://schemas.openxmlformats.org/officeDocument/2006/relationships/customXml" Target="../ink/ink131.xml"/><Relationship Id="rId17" Type="http://schemas.openxmlformats.org/officeDocument/2006/relationships/image" Target="../media/image55.emf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133.xml"/><Relationship Id="rId20" Type="http://schemas.openxmlformats.org/officeDocument/2006/relationships/customXml" Target="../ink/ink135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52.emf"/><Relationship Id="rId5" Type="http://schemas.openxmlformats.org/officeDocument/2006/relationships/customXml" Target="../ink/ink128.xml"/><Relationship Id="rId15" Type="http://schemas.openxmlformats.org/officeDocument/2006/relationships/image" Target="../media/image54.emf"/><Relationship Id="rId10" Type="http://schemas.openxmlformats.org/officeDocument/2006/relationships/customXml" Target="../ink/ink130.xml"/><Relationship Id="rId19" Type="http://schemas.openxmlformats.org/officeDocument/2006/relationships/image" Target="../media/image610.png"/><Relationship Id="rId4" Type="http://schemas.openxmlformats.org/officeDocument/2006/relationships/image" Target="../media/image29.jpeg"/><Relationship Id="rId9" Type="http://schemas.openxmlformats.org/officeDocument/2006/relationships/image" Target="../media/image51.emf"/><Relationship Id="rId14" Type="http://schemas.openxmlformats.org/officeDocument/2006/relationships/customXml" Target="../ink/ink13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7.xml"/><Relationship Id="rId13" Type="http://schemas.openxmlformats.org/officeDocument/2006/relationships/image" Target="../media/image101.png"/><Relationship Id="rId3" Type="http://schemas.openxmlformats.org/officeDocument/2006/relationships/image" Target="../media/image3.svg"/><Relationship Id="rId7" Type="http://schemas.openxmlformats.org/officeDocument/2006/relationships/image" Target="../media/image79.png"/><Relationship Id="rId12" Type="http://schemas.openxmlformats.org/officeDocument/2006/relationships/customXml" Target="../ink/ink13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2.png"/><Relationship Id="rId5" Type="http://schemas.openxmlformats.org/officeDocument/2006/relationships/customXml" Target="../ink/ink136.xml"/><Relationship Id="rId15" Type="http://schemas.openxmlformats.org/officeDocument/2006/relationships/image" Target="../media/image31.png"/><Relationship Id="rId10" Type="http://schemas.openxmlformats.org/officeDocument/2006/relationships/customXml" Target="../ink/ink138.xml"/><Relationship Id="rId4" Type="http://schemas.openxmlformats.org/officeDocument/2006/relationships/image" Target="../media/image30.jpeg"/><Relationship Id="rId9" Type="http://schemas.openxmlformats.org/officeDocument/2006/relationships/image" Target="../media/image82.png"/><Relationship Id="rId14" Type="http://schemas.openxmlformats.org/officeDocument/2006/relationships/customXml" Target="../ink/ink140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61.png"/><Relationship Id="rId3" Type="http://schemas.openxmlformats.org/officeDocument/2006/relationships/customXml" Target="../ink/ink141.xml"/><Relationship Id="rId7" Type="http://schemas.openxmlformats.org/officeDocument/2006/relationships/customXml" Target="../ink/ink143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3.svg"/><Relationship Id="rId5" Type="http://schemas.openxmlformats.org/officeDocument/2006/relationships/customXml" Target="../ink/ink142.xml"/><Relationship Id="rId15" Type="http://schemas.openxmlformats.org/officeDocument/2006/relationships/image" Target="../media/image111.png"/><Relationship Id="rId10" Type="http://schemas.openxmlformats.org/officeDocument/2006/relationships/image" Target="../media/image151.png"/><Relationship Id="rId4" Type="http://schemas.openxmlformats.org/officeDocument/2006/relationships/image" Target="../media/image122.png"/><Relationship Id="rId9" Type="http://schemas.openxmlformats.org/officeDocument/2006/relationships/customXml" Target="../ink/ink144.xml"/><Relationship Id="rId14" Type="http://schemas.openxmlformats.org/officeDocument/2006/relationships/customXml" Target="../ink/ink14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customXml" Target="../ink/ink150.xml"/><Relationship Id="rId18" Type="http://schemas.openxmlformats.org/officeDocument/2006/relationships/image" Target="../media/image241.png"/><Relationship Id="rId3" Type="http://schemas.openxmlformats.org/officeDocument/2006/relationships/image" Target="../media/image32.jpeg"/><Relationship Id="rId21" Type="http://schemas.openxmlformats.org/officeDocument/2006/relationships/customXml" Target="../ink/ink154.xml"/><Relationship Id="rId7" Type="http://schemas.openxmlformats.org/officeDocument/2006/relationships/customXml" Target="../ink/ink147.xml"/><Relationship Id="rId12" Type="http://schemas.openxmlformats.org/officeDocument/2006/relationships/image" Target="../media/image211.png"/><Relationship Id="rId17" Type="http://schemas.openxmlformats.org/officeDocument/2006/relationships/customXml" Target="../ink/ink152.xml"/><Relationship Id="rId2" Type="http://schemas.openxmlformats.org/officeDocument/2006/relationships/image" Target="../media/image3.svg"/><Relationship Id="rId16" Type="http://schemas.openxmlformats.org/officeDocument/2006/relationships/image" Target="../media/image23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11" Type="http://schemas.openxmlformats.org/officeDocument/2006/relationships/customXml" Target="../ink/ink149.xml"/><Relationship Id="rId24" Type="http://schemas.openxmlformats.org/officeDocument/2006/relationships/image" Target="../media/image271.png"/><Relationship Id="rId15" Type="http://schemas.openxmlformats.org/officeDocument/2006/relationships/customXml" Target="../ink/ink151.xml"/><Relationship Id="rId23" Type="http://schemas.openxmlformats.org/officeDocument/2006/relationships/customXml" Target="../ink/ink155.xml"/><Relationship Id="rId10" Type="http://schemas.openxmlformats.org/officeDocument/2006/relationships/image" Target="../media/image201.png"/><Relationship Id="rId19" Type="http://schemas.openxmlformats.org/officeDocument/2006/relationships/customXml" Target="../ink/ink153.xml"/><Relationship Id="rId4" Type="http://schemas.openxmlformats.org/officeDocument/2006/relationships/customXml" Target="../ink/ink146.xml"/><Relationship Id="rId9" Type="http://schemas.openxmlformats.org/officeDocument/2006/relationships/customXml" Target="../ink/ink148.xml"/><Relationship Id="rId14" Type="http://schemas.openxmlformats.org/officeDocument/2006/relationships/image" Target="../media/image221.png"/><Relationship Id="rId22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3.svg"/><Relationship Id="rId3" Type="http://schemas.openxmlformats.org/officeDocument/2006/relationships/customXml" Target="../ink/ink156.xml"/><Relationship Id="rId7" Type="http://schemas.openxmlformats.org/officeDocument/2006/relationships/customXml" Target="../ink/ink158.xml"/><Relationship Id="rId12" Type="http://schemas.openxmlformats.org/officeDocument/2006/relationships/image" Target="../media/image28.png"/><Relationship Id="rId17" Type="http://schemas.openxmlformats.org/officeDocument/2006/relationships/image" Target="../media/image34.png"/><Relationship Id="rId2" Type="http://schemas.openxmlformats.org/officeDocument/2006/relationships/image" Target="../media/image31.jpeg"/><Relationship Id="rId16" Type="http://schemas.openxmlformats.org/officeDocument/2006/relationships/customXml" Target="../ink/ink16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customXml" Target="../ink/ink160.xml"/><Relationship Id="rId5" Type="http://schemas.openxmlformats.org/officeDocument/2006/relationships/customXml" Target="../ink/ink157.xml"/><Relationship Id="rId15" Type="http://schemas.openxmlformats.org/officeDocument/2006/relationships/image" Target="../media/image161.png"/><Relationship Id="rId10" Type="http://schemas.openxmlformats.org/officeDocument/2006/relationships/image" Target="../media/image151.png"/><Relationship Id="rId4" Type="http://schemas.openxmlformats.org/officeDocument/2006/relationships/image" Target="../media/image122.png"/><Relationship Id="rId9" Type="http://schemas.openxmlformats.org/officeDocument/2006/relationships/customXml" Target="../ink/ink15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3.xml"/><Relationship Id="rId13" Type="http://schemas.openxmlformats.org/officeDocument/2006/relationships/image" Target="../media/image36.png"/><Relationship Id="rId7" Type="http://schemas.openxmlformats.org/officeDocument/2006/relationships/image" Target="../media/image311.png"/><Relationship Id="rId12" Type="http://schemas.openxmlformats.org/officeDocument/2006/relationships/customXml" Target="../ink/ink165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2.xml"/><Relationship Id="rId11" Type="http://schemas.openxmlformats.org/officeDocument/2006/relationships/image" Target="../media/image21.emf"/><Relationship Id="rId5" Type="http://schemas.openxmlformats.org/officeDocument/2006/relationships/image" Target="../media/image33.jpeg"/><Relationship Id="rId10" Type="http://schemas.openxmlformats.org/officeDocument/2006/relationships/customXml" Target="../ink/ink164.xml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3" Type="http://schemas.openxmlformats.org/officeDocument/2006/relationships/image" Target="../media/image39.png"/><Relationship Id="rId7" Type="http://schemas.openxmlformats.org/officeDocument/2006/relationships/customXml" Target="../ink/ink16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0.emf"/><Relationship Id="rId5" Type="http://schemas.openxmlformats.org/officeDocument/2006/relationships/customXml" Target="../ink/ink166.xml"/><Relationship Id="rId10" Type="http://schemas.openxmlformats.org/officeDocument/2006/relationships/image" Target="../media/image41.emf"/><Relationship Id="rId4" Type="http://schemas.openxmlformats.org/officeDocument/2006/relationships/image" Target="../media/image40.png"/><Relationship Id="rId9" Type="http://schemas.openxmlformats.org/officeDocument/2006/relationships/customXml" Target="../ink/ink16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0.xml"/><Relationship Id="rId5" Type="http://schemas.openxmlformats.org/officeDocument/2006/relationships/image" Target="../media/image75.emf"/><Relationship Id="rId4" Type="http://schemas.openxmlformats.org/officeDocument/2006/relationships/customXml" Target="../ink/ink16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3.xml"/><Relationship Id="rId13" Type="http://schemas.openxmlformats.org/officeDocument/2006/relationships/image" Target="../media/image460.png"/><Relationship Id="rId18" Type="http://schemas.openxmlformats.org/officeDocument/2006/relationships/customXml" Target="../ink/ink178.xml"/><Relationship Id="rId26" Type="http://schemas.openxmlformats.org/officeDocument/2006/relationships/image" Target="../media/image3.svg"/><Relationship Id="rId3" Type="http://schemas.openxmlformats.org/officeDocument/2006/relationships/image" Target="../media/image42.jpeg"/><Relationship Id="rId21" Type="http://schemas.openxmlformats.org/officeDocument/2006/relationships/image" Target="../media/image500.png"/><Relationship Id="rId7" Type="http://schemas.openxmlformats.org/officeDocument/2006/relationships/image" Target="../media/image43.png"/><Relationship Id="rId12" Type="http://schemas.openxmlformats.org/officeDocument/2006/relationships/customXml" Target="../ink/ink175.xml"/><Relationship Id="rId17" Type="http://schemas.openxmlformats.org/officeDocument/2006/relationships/image" Target="../media/image480.png"/><Relationship Id="rId25" Type="http://schemas.openxmlformats.org/officeDocument/2006/relationships/image" Target="../media/image520.png"/><Relationship Id="rId2" Type="http://schemas.openxmlformats.org/officeDocument/2006/relationships/notesSlide" Target="../notesSlides/notesSlide24.xml"/><Relationship Id="rId16" Type="http://schemas.openxmlformats.org/officeDocument/2006/relationships/customXml" Target="../ink/ink177.xml"/><Relationship Id="rId20" Type="http://schemas.openxmlformats.org/officeDocument/2006/relationships/customXml" Target="../ink/ink1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2.xml"/><Relationship Id="rId11" Type="http://schemas.openxmlformats.org/officeDocument/2006/relationships/image" Target="../media/image45.png"/><Relationship Id="rId24" Type="http://schemas.openxmlformats.org/officeDocument/2006/relationships/customXml" Target="../ink/ink181.xml"/><Relationship Id="rId5" Type="http://schemas.openxmlformats.org/officeDocument/2006/relationships/image" Target="../media/image421.png"/><Relationship Id="rId15" Type="http://schemas.openxmlformats.org/officeDocument/2006/relationships/image" Target="../media/image470.png"/><Relationship Id="rId23" Type="http://schemas.openxmlformats.org/officeDocument/2006/relationships/image" Target="../media/image510.png"/><Relationship Id="rId10" Type="http://schemas.openxmlformats.org/officeDocument/2006/relationships/customXml" Target="../ink/ink174.xml"/><Relationship Id="rId19" Type="http://schemas.openxmlformats.org/officeDocument/2006/relationships/image" Target="../media/image490.png"/><Relationship Id="rId4" Type="http://schemas.openxmlformats.org/officeDocument/2006/relationships/customXml" Target="../ink/ink171.xml"/><Relationship Id="rId9" Type="http://schemas.openxmlformats.org/officeDocument/2006/relationships/image" Target="../media/image441.png"/><Relationship Id="rId14" Type="http://schemas.openxmlformats.org/officeDocument/2006/relationships/customXml" Target="../ink/ink176.xml"/><Relationship Id="rId22" Type="http://schemas.openxmlformats.org/officeDocument/2006/relationships/customXml" Target="../ink/ink180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4.xml"/><Relationship Id="rId13" Type="http://schemas.openxmlformats.org/officeDocument/2006/relationships/image" Target="../media/image44.jpeg"/><Relationship Id="rId18" Type="http://schemas.openxmlformats.org/officeDocument/2006/relationships/image" Target="../media/image60.png"/><Relationship Id="rId3" Type="http://schemas.openxmlformats.org/officeDocument/2006/relationships/image" Target="../media/image43.jpeg"/><Relationship Id="rId7" Type="http://schemas.openxmlformats.org/officeDocument/2006/relationships/image" Target="../media/image550.png"/><Relationship Id="rId12" Type="http://schemas.openxmlformats.org/officeDocument/2006/relationships/image" Target="../media/image3.svg"/><Relationship Id="rId17" Type="http://schemas.openxmlformats.org/officeDocument/2006/relationships/customXml" Target="../ink/ink187.xml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3.xml"/><Relationship Id="rId11" Type="http://schemas.openxmlformats.org/officeDocument/2006/relationships/image" Target="../media/image57.png"/><Relationship Id="rId5" Type="http://schemas.openxmlformats.org/officeDocument/2006/relationships/image" Target="../media/image540.png"/><Relationship Id="rId10" Type="http://schemas.openxmlformats.org/officeDocument/2006/relationships/customXml" Target="../ink/ink185.xml"/><Relationship Id="rId4" Type="http://schemas.openxmlformats.org/officeDocument/2006/relationships/customXml" Target="../ink/ink182.xml"/><Relationship Id="rId9" Type="http://schemas.openxmlformats.org/officeDocument/2006/relationships/image" Target="../media/image560.png"/><Relationship Id="rId14" Type="http://schemas.openxmlformats.org/officeDocument/2006/relationships/customXml" Target="../ink/ink18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61.png"/><Relationship Id="rId18" Type="http://schemas.openxmlformats.org/officeDocument/2006/relationships/customXml" Target="../ink/ink194.xml"/><Relationship Id="rId3" Type="http://schemas.openxmlformats.org/officeDocument/2006/relationships/image" Target="../media/image540.png"/><Relationship Id="rId7" Type="http://schemas.openxmlformats.org/officeDocument/2006/relationships/image" Target="../media/image560.png"/><Relationship Id="rId17" Type="http://schemas.openxmlformats.org/officeDocument/2006/relationships/image" Target="../media/image58.png"/><Relationship Id="rId2" Type="http://schemas.openxmlformats.org/officeDocument/2006/relationships/customXml" Target="../ink/ink188.xml"/><Relationship Id="rId16" Type="http://schemas.openxmlformats.org/officeDocument/2006/relationships/customXml" Target="../ink/ink19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0.xml"/><Relationship Id="rId11" Type="http://schemas.openxmlformats.org/officeDocument/2006/relationships/customXml" Target="../ink/ink191.xml"/><Relationship Id="rId5" Type="http://schemas.openxmlformats.org/officeDocument/2006/relationships/image" Target="../media/image550.png"/><Relationship Id="rId15" Type="http://schemas.openxmlformats.org/officeDocument/2006/relationships/image" Target="../media/image62.png"/><Relationship Id="rId10" Type="http://schemas.openxmlformats.org/officeDocument/2006/relationships/image" Target="../media/image43.jpeg"/><Relationship Id="rId19" Type="http://schemas.openxmlformats.org/officeDocument/2006/relationships/image" Target="../media/image57.emf"/><Relationship Id="rId4" Type="http://schemas.openxmlformats.org/officeDocument/2006/relationships/customXml" Target="../ink/ink189.xml"/><Relationship Id="rId9" Type="http://schemas.openxmlformats.org/officeDocument/2006/relationships/image" Target="../media/image44.jpeg"/><Relationship Id="rId14" Type="http://schemas.openxmlformats.org/officeDocument/2006/relationships/customXml" Target="../ink/ink19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63.png"/><Relationship Id="rId18" Type="http://schemas.openxmlformats.org/officeDocument/2006/relationships/customXml" Target="../ink/ink201.xml"/><Relationship Id="rId3" Type="http://schemas.openxmlformats.org/officeDocument/2006/relationships/image" Target="../media/image540.png"/><Relationship Id="rId7" Type="http://schemas.openxmlformats.org/officeDocument/2006/relationships/image" Target="../media/image560.png"/><Relationship Id="rId17" Type="http://schemas.openxmlformats.org/officeDocument/2006/relationships/image" Target="../media/image73.png"/><Relationship Id="rId2" Type="http://schemas.openxmlformats.org/officeDocument/2006/relationships/customXml" Target="../ink/ink195.xml"/><Relationship Id="rId16" Type="http://schemas.openxmlformats.org/officeDocument/2006/relationships/customXml" Target="../ink/ink2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7.xml"/><Relationship Id="rId11" Type="http://schemas.openxmlformats.org/officeDocument/2006/relationships/customXml" Target="../ink/ink198.xml"/><Relationship Id="rId5" Type="http://schemas.openxmlformats.org/officeDocument/2006/relationships/image" Target="../media/image550.png"/><Relationship Id="rId15" Type="http://schemas.openxmlformats.org/officeDocument/2006/relationships/image" Target="../media/image72.png"/><Relationship Id="rId10" Type="http://schemas.openxmlformats.org/officeDocument/2006/relationships/image" Target="../media/image43.jpeg"/><Relationship Id="rId19" Type="http://schemas.openxmlformats.org/officeDocument/2006/relationships/image" Target="../media/image74.png"/><Relationship Id="rId4" Type="http://schemas.openxmlformats.org/officeDocument/2006/relationships/customXml" Target="../ink/ink196.xml"/><Relationship Id="rId9" Type="http://schemas.openxmlformats.org/officeDocument/2006/relationships/image" Target="../media/image44.jpeg"/><Relationship Id="rId14" Type="http://schemas.openxmlformats.org/officeDocument/2006/relationships/customXml" Target="../ink/ink19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4.xml"/><Relationship Id="rId3" Type="http://schemas.openxmlformats.org/officeDocument/2006/relationships/image" Target="../media/image44.jpe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3.xml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0" Type="http://schemas.openxmlformats.org/officeDocument/2006/relationships/customXml" Target="../ink/ink205.xml"/><Relationship Id="rId4" Type="http://schemas.openxmlformats.org/officeDocument/2006/relationships/customXml" Target="../ink/ink202.xml"/><Relationship Id="rId9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7.xml"/><Relationship Id="rId5" Type="http://schemas.openxmlformats.org/officeDocument/2006/relationships/image" Target="../media/image800.png"/><Relationship Id="rId4" Type="http://schemas.openxmlformats.org/officeDocument/2006/relationships/customXml" Target="../ink/ink2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0A4B931-B7F0-403E-9F40-8A4054A04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12192000" cy="68584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3">
            <a:extLst>
              <a:ext uri="{FF2B5EF4-FFF2-40B4-BE49-F238E27FC236}">
                <a16:creationId xmlns:a16="http://schemas.microsoft.com/office/drawing/2014/main" id="{4CEAF602-346E-4A18-BDCE-F489E035C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id="{F74A1337-596D-453E-B873-BCF1760E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8"/>
            <a:ext cx="8078052" cy="6858478"/>
          </a:xfrm>
          <a:custGeom>
            <a:avLst/>
            <a:gdLst>
              <a:gd name="connsiteX0" fmla="*/ 0 w 8078052"/>
              <a:gd name="connsiteY0" fmla="*/ 0 h 6858478"/>
              <a:gd name="connsiteX1" fmla="*/ 3829872 w 8078052"/>
              <a:gd name="connsiteY1" fmla="*/ 0 h 6858478"/>
              <a:gd name="connsiteX2" fmla="*/ 4896100 w 8078052"/>
              <a:gd name="connsiteY2" fmla="*/ 0 h 6858478"/>
              <a:gd name="connsiteX3" fmla="*/ 4901677 w 8078052"/>
              <a:gd name="connsiteY3" fmla="*/ 0 h 6858478"/>
              <a:gd name="connsiteX4" fmla="*/ 8078052 w 8078052"/>
              <a:gd name="connsiteY4" fmla="*/ 6858478 h 6858478"/>
              <a:gd name="connsiteX5" fmla="*/ 653497 w 8078052"/>
              <a:gd name="connsiteY5" fmla="*/ 6858478 h 6858478"/>
              <a:gd name="connsiteX6" fmla="*/ 653757 w 8078052"/>
              <a:gd name="connsiteY6" fmla="*/ 6857916 h 6858478"/>
              <a:gd name="connsiteX7" fmla="*/ 0 w 8078052"/>
              <a:gd name="connsiteY7" fmla="*/ 6857916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2" h="6858478">
                <a:moveTo>
                  <a:pt x="0" y="0"/>
                </a:moveTo>
                <a:lnTo>
                  <a:pt x="3829872" y="0"/>
                </a:lnTo>
                <a:lnTo>
                  <a:pt x="4896100" y="0"/>
                </a:lnTo>
                <a:lnTo>
                  <a:pt x="4901677" y="0"/>
                </a:lnTo>
                <a:lnTo>
                  <a:pt x="8078052" y="6858478"/>
                </a:lnTo>
                <a:lnTo>
                  <a:pt x="653497" y="6858478"/>
                </a:lnTo>
                <a:lnTo>
                  <a:pt x="653757" y="6857916"/>
                </a:lnTo>
                <a:lnTo>
                  <a:pt x="0" y="685791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 descr="A house with trees in the background&#10;&#10;Description automatically generated">
            <a:extLst>
              <a:ext uri="{FF2B5EF4-FFF2-40B4-BE49-F238E27FC236}">
                <a16:creationId xmlns:a16="http://schemas.microsoft.com/office/drawing/2014/main" id="{451AD152-7863-4C13-8695-0EDE722BC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086" y="311038"/>
            <a:ext cx="3787195" cy="814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41C9DC-81B4-4635-B43C-C67360ACB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834" y="3354181"/>
            <a:ext cx="3179300" cy="13880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36AD09-B3C0-4828-88D8-EF1C8ED8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174" y="6356350"/>
            <a:ext cx="4286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864B691-33EC-4159-AC63-9E0491782999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9981FE-BD1E-4097-AD47-D6FFB161CB86}"/>
              </a:ext>
            </a:extLst>
          </p:cNvPr>
          <p:cNvSpPr txBox="1"/>
          <p:nvPr/>
        </p:nvSpPr>
        <p:spPr>
          <a:xfrm>
            <a:off x="164848" y="173917"/>
            <a:ext cx="5516658" cy="9513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B0F0"/>
                </a:solidFill>
                <a:latin typeface="Abadi" panose="020B0604020104020204" pitchFamily="34" charset="0"/>
                <a:ea typeface="+mj-ea"/>
                <a:cs typeface="Calibri" panose="020F0502020204030204" pitchFamily="34" charset="0"/>
              </a:rPr>
              <a:t>SI 2026 Analog IC 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2BE0A9-B12C-43D2-9720-3CD0B6D1E225}"/>
              </a:ext>
            </a:extLst>
          </p:cNvPr>
          <p:cNvSpPr txBox="1"/>
          <p:nvPr/>
        </p:nvSpPr>
        <p:spPr>
          <a:xfrm>
            <a:off x="251771" y="2549971"/>
            <a:ext cx="6312665" cy="1608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C000"/>
                </a:solidFill>
                <a:latin typeface="Palatino Linotype" panose="02040502050505030304" pitchFamily="18" charset="0"/>
                <a:ea typeface="+mj-ea"/>
                <a:cs typeface="+mj-cs"/>
              </a:rPr>
              <a:t>Semiconductor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C000"/>
                </a:solidFill>
                <a:latin typeface="Palatino Linotype" panose="02040502050505030304" pitchFamily="18" charset="0"/>
                <a:ea typeface="+mj-ea"/>
                <a:cs typeface="+mj-cs"/>
              </a:rPr>
              <a:t>IC Devices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21ACF2-0ACE-42D4-A9AD-2568572ACA36}"/>
              </a:ext>
            </a:extLst>
          </p:cNvPr>
          <p:cNvSpPr txBox="1"/>
          <p:nvPr/>
        </p:nvSpPr>
        <p:spPr>
          <a:xfrm>
            <a:off x="208652" y="4456388"/>
            <a:ext cx="643370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badi" panose="020B0604020104020204" pitchFamily="34" charset="0"/>
              </a:rPr>
              <a:t>Saroj Rout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badi" panose="020B0604020104020204" pitchFamily="34" charset="0"/>
              </a:rPr>
              <a:t>Prasant Swain</a:t>
            </a:r>
          </a:p>
          <a:p>
            <a:pPr>
              <a:spcAft>
                <a:spcPts val="600"/>
              </a:spcAft>
            </a:pP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badi" panose="020B0604020104020204" pitchFamily="34" charset="0"/>
              </a:rPr>
              <a:t>Santunu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badi" panose="020B0604020104020204" pitchFamily="34" charset="0"/>
              </a:rPr>
              <a:t> Sarangi</a:t>
            </a:r>
            <a:endParaRPr lang="en-US" sz="1400" dirty="0">
              <a:solidFill>
                <a:schemeClr val="tx1">
                  <a:lumMod val="5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D770C1-F1F4-4270-8CFA-08906D0D0F88}"/>
              </a:ext>
            </a:extLst>
          </p:cNvPr>
          <p:cNvSpPr txBox="1"/>
          <p:nvPr/>
        </p:nvSpPr>
        <p:spPr>
          <a:xfrm>
            <a:off x="164848" y="6252313"/>
            <a:ext cx="6433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badi" panose="020B0604020104020204" pitchFamily="34" charset="0"/>
              </a:rPr>
              <a:t>04 June 2026</a:t>
            </a:r>
            <a:endParaRPr lang="en-US" sz="1400" dirty="0">
              <a:solidFill>
                <a:schemeClr val="tx1">
                  <a:lumMod val="5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48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2E25B-3C28-F68B-5D9B-53481F24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AF8C4-9264-775D-A43A-DE58BF12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Silicon Institute of Technology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D821A-FE3B-5375-FF5F-ADF267AE0AB7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Motivation for Semiconductor Device: Power Gain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C7E464-E523-DEEB-9D07-7170C0254FF8}"/>
                  </a:ext>
                </a:extLst>
              </p14:cNvPr>
              <p14:cNvContentPartPr/>
              <p14:nvPr/>
            </p14:nvContentPartPr>
            <p14:xfrm>
              <a:off x="136080" y="329760"/>
              <a:ext cx="11721960" cy="5851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C7E464-E523-DEEB-9D07-7170C0254F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720" y="320400"/>
                <a:ext cx="11740680" cy="58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FC16D5-31FF-5F9E-4B7B-F22341876FB6}"/>
                  </a:ext>
                </a:extLst>
              </p14:cNvPr>
              <p14:cNvContentPartPr/>
              <p14:nvPr/>
            </p14:nvContentPartPr>
            <p14:xfrm>
              <a:off x="-607797" y="6097362"/>
              <a:ext cx="13680" cy="15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FC16D5-31FF-5F9E-4B7B-F22341876F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13917" y="6091242"/>
                <a:ext cx="259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88BF2D-BC2E-B363-E727-2752424A849B}"/>
                  </a:ext>
                </a:extLst>
              </p14:cNvPr>
              <p14:cNvContentPartPr/>
              <p14:nvPr/>
            </p14:nvContentPartPr>
            <p14:xfrm>
              <a:off x="90360" y="3758040"/>
              <a:ext cx="10812600" cy="2532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88BF2D-BC2E-B363-E727-2752424A84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000" y="3748680"/>
                <a:ext cx="10831320" cy="255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636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B22D8-CA37-683E-78A8-E4318BB0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1138F-2A60-21E9-0F21-270BFADF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Silicon Institute of Technology</a:t>
            </a:r>
            <a:endParaRPr lang="en-US" dirty="0"/>
          </a:p>
        </p:txBody>
      </p:sp>
      <p:pic>
        <p:nvPicPr>
          <p:cNvPr id="1026" name="Picture 2" descr="Bohr's Model of an Atom - Class 9, Structure of an atom">
            <a:extLst>
              <a:ext uri="{FF2B5EF4-FFF2-40B4-BE49-F238E27FC236}">
                <a16:creationId xmlns:a16="http://schemas.microsoft.com/office/drawing/2014/main" id="{8A37BCC1-055E-5576-C617-51CBD3AAC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220" y="1070453"/>
            <a:ext cx="4245385" cy="471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0EC489-AB78-9802-CD7B-91BA3AC7ACEC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Bohr’s Atomic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3B33B0-9633-C61A-E4F2-57AB3B3BC682}"/>
                  </a:ext>
                </a:extLst>
              </p:cNvPr>
              <p:cNvSpPr txBox="1"/>
              <p:nvPr/>
            </p:nvSpPr>
            <p:spPr>
              <a:xfrm>
                <a:off x="6422921" y="1350673"/>
                <a:ext cx="4066178" cy="611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800" dirty="0"/>
                  <a:t>Allowed States: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 = −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3B33B0-9633-C61A-E4F2-57AB3B3BC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921" y="1350673"/>
                <a:ext cx="4066178" cy="611834"/>
              </a:xfrm>
              <a:prstGeom prst="rect">
                <a:avLst/>
              </a:prstGeom>
              <a:blipFill>
                <a:blip r:embed="rId5"/>
                <a:stretch>
                  <a:fillRect l="-5397" t="-4000" b="-1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F394C-F494-D72A-2EA3-1C2BABA7D243}"/>
                  </a:ext>
                </a:extLst>
              </p:cNvPr>
              <p:cNvSpPr txBox="1"/>
              <p:nvPr/>
            </p:nvSpPr>
            <p:spPr>
              <a:xfrm>
                <a:off x="6304935" y="2359742"/>
                <a:ext cx="5361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400" dirty="0"/>
                  <a:t>For Hydrogen Atom: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= 13.6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𝑒𝑉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F394C-F494-D72A-2EA3-1C2BABA7D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935" y="2359742"/>
                <a:ext cx="5361019" cy="369332"/>
              </a:xfrm>
              <a:prstGeom prst="rect">
                <a:avLst/>
              </a:prstGeom>
              <a:blipFill>
                <a:blip r:embed="rId6"/>
                <a:stretch>
                  <a:fillRect l="-3409" t="-24590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78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50ED-2362-5B57-7F57-F4BA5BF5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E8E29E-A854-EA6F-2B1D-6B82B978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032CE-5EB4-7B53-0983-048F33BD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Silicon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198A8-D8A2-47D6-ED52-16C7F42DC75D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Energy Band Model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F5BFB1E-35B2-0631-58E7-91AC8F6FC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710" y="91870"/>
            <a:ext cx="7183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73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9F03E0-6CAF-4D69-AD43-8327D1E9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7693D-8B1E-4F83-BE56-85A9AA703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2" y="915840"/>
            <a:ext cx="6068478" cy="3701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8B6E5E-2D25-4A4F-87BC-14A65AA00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1" y="1134509"/>
            <a:ext cx="3670772" cy="3579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FD7343-7E8A-44B0-B373-F820D9494C52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Band Diagram / Intrinsic Semiconductor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62CD0-A2AB-4994-A17C-2B0767D07ED0}"/>
              </a:ext>
            </a:extLst>
          </p:cNvPr>
          <p:cNvSpPr/>
          <p:nvPr/>
        </p:nvSpPr>
        <p:spPr>
          <a:xfrm>
            <a:off x="240029" y="5654352"/>
            <a:ext cx="113949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Band diagram is a representation of the allowable energy states for electrons.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Fermi Level : P(electron occupying empty state) = 0.5 (50%)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053184-7F2F-6B30-142A-2FBB7866B589}"/>
                  </a:ext>
                </a:extLst>
              </p14:cNvPr>
              <p14:cNvContentPartPr/>
              <p14:nvPr/>
            </p14:nvContentPartPr>
            <p14:xfrm>
              <a:off x="1603440" y="3521880"/>
              <a:ext cx="4475160" cy="11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053184-7F2F-6B30-142A-2FBB7866B5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4080" y="3512520"/>
                <a:ext cx="4493880" cy="1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64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3991F3-F44E-4872-9D8C-E7458A2C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E2F5F-FCD2-4475-BE34-C704D9A0C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866" y="1095400"/>
            <a:ext cx="3507232" cy="3856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10927F-67FA-4511-848E-E7FC419A6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811" y="1426199"/>
            <a:ext cx="3507232" cy="3400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9E5C03-8D3B-4F83-804E-100CE38FF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82" y="1520710"/>
            <a:ext cx="3010806" cy="3211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8CF9FD-2DEF-4A2D-A5DD-CEB0E55526EF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Extrinsic Semiconductor n-type</a:t>
            </a:r>
          </a:p>
        </p:txBody>
      </p:sp>
    </p:spTree>
    <p:extLst>
      <p:ext uri="{BB962C8B-B14F-4D97-AF65-F5344CB8AC3E}">
        <p14:creationId xmlns:p14="http://schemas.microsoft.com/office/powerpoint/2010/main" val="407297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88263-30A2-4823-B602-1BD2B7F1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7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8EA1D0-F8E4-4E9E-8A70-82272BB2A5B5}"/>
              </a:ext>
            </a:extLst>
          </p:cNvPr>
          <p:cNvGrpSpPr/>
          <p:nvPr/>
        </p:nvGrpSpPr>
        <p:grpSpPr>
          <a:xfrm>
            <a:off x="8507730" y="1287095"/>
            <a:ext cx="3473164" cy="3917246"/>
            <a:chOff x="6435090" y="365128"/>
            <a:chExt cx="3473164" cy="39172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E7CD13-F643-4BE7-91B4-76D4EA68B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5090" y="365128"/>
              <a:ext cx="3473164" cy="145256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59D95E-8BF6-4240-BEC2-CDC22F9F0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5090" y="2575625"/>
              <a:ext cx="3405632" cy="170674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2908FFD-40B5-4F21-B12B-3B49223B3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06" y="1287095"/>
            <a:ext cx="3276049" cy="3741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F44A76-8CA0-4356-8FD2-13BE52748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899" y="1376417"/>
            <a:ext cx="3400283" cy="3546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A8BDB6-5912-4719-813B-61AD6F145238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Extrinsic Semiconductor p-type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F1D9B1-BADF-02AE-7AF1-D83F50819DC9}"/>
                  </a:ext>
                </a:extLst>
              </p14:cNvPr>
              <p14:cNvContentPartPr/>
              <p14:nvPr/>
            </p14:nvContentPartPr>
            <p14:xfrm>
              <a:off x="5651640" y="2704680"/>
              <a:ext cx="659520" cy="132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F1D9B1-BADF-02AE-7AF1-D83F50819D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42280" y="2695320"/>
                <a:ext cx="678240" cy="134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237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10E3FE-AF14-E43A-97C5-4F584516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3AAEC-D1AA-0ED5-F725-6388CFE0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Silicon Institute of Technology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6665B8-D2E5-2AC1-8F08-7CBE48CC0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928" y="0"/>
            <a:ext cx="5448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540EE7-AF6B-C983-3870-06AAEB54F489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Material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61414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34B39-008F-4A2E-B75D-FC05116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F8DB4-7D67-4407-BF7C-66D275931C6E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Semiconductor: Intrinsic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9348215-F2E4-45C0-8640-91A98E3E9F11}"/>
                  </a:ext>
                </a:extLst>
              </p14:cNvPr>
              <p14:cNvContentPartPr/>
              <p14:nvPr/>
            </p14:nvContentPartPr>
            <p14:xfrm>
              <a:off x="2474880" y="3441579"/>
              <a:ext cx="1044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9348215-F2E4-45C0-8640-91A98E3E9F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6240" y="3432579"/>
                <a:ext cx="28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07D5E7-6AE7-4559-B2FC-A54950DC2476}"/>
                  </a:ext>
                </a:extLst>
              </p14:cNvPr>
              <p14:cNvContentPartPr/>
              <p14:nvPr/>
            </p14:nvContentPartPr>
            <p14:xfrm>
              <a:off x="2226840" y="3243939"/>
              <a:ext cx="5400" cy="9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07D5E7-6AE7-4559-B2FC-A54950DC24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17840" y="3234939"/>
                <a:ext cx="230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4E82E06-0B9B-44C4-BD4D-D43CB587AE0F}"/>
                  </a:ext>
                </a:extLst>
              </p14:cNvPr>
              <p14:cNvContentPartPr/>
              <p14:nvPr/>
            </p14:nvContentPartPr>
            <p14:xfrm>
              <a:off x="1383360" y="5067339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4E82E06-0B9B-44C4-BD4D-D43CB587AE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74360" y="505869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6138E3-8F29-43A7-8C80-C2411733FB53}"/>
                  </a:ext>
                </a:extLst>
              </p14:cNvPr>
              <p14:cNvContentPartPr/>
              <p14:nvPr/>
            </p14:nvContentPartPr>
            <p14:xfrm>
              <a:off x="747360" y="3833190"/>
              <a:ext cx="2985840" cy="1235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6138E3-8F29-43A7-8C80-C2411733FB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8000" y="3823830"/>
                <a:ext cx="3004560" cy="12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C355CDD-347A-4081-8D98-F03C6B5CE925}"/>
                  </a:ext>
                </a:extLst>
              </p14:cNvPr>
              <p14:cNvContentPartPr/>
              <p14:nvPr/>
            </p14:nvContentPartPr>
            <p14:xfrm>
              <a:off x="249840" y="1624950"/>
              <a:ext cx="3375360" cy="2189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C355CDD-347A-4081-8D98-F03C6B5CE9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480" y="1615590"/>
                <a:ext cx="3394080" cy="22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6F6FFBE-82E1-4070-8E85-7E26F91BA6F1}"/>
                  </a:ext>
                </a:extLst>
              </p14:cNvPr>
              <p14:cNvContentPartPr/>
              <p14:nvPr/>
            </p14:nvContentPartPr>
            <p14:xfrm>
              <a:off x="1690920" y="2712330"/>
              <a:ext cx="2520" cy="13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6F6FFBE-82E1-4070-8E85-7E26F91BA6F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81920" y="2703690"/>
                <a:ext cx="201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75C5C80-6099-4D13-A16E-A69C6B9DDC5D}"/>
                  </a:ext>
                </a:extLst>
              </p14:cNvPr>
              <p14:cNvContentPartPr/>
              <p14:nvPr/>
            </p14:nvContentPartPr>
            <p14:xfrm>
              <a:off x="420840" y="2098890"/>
              <a:ext cx="2520" cy="8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75C5C80-6099-4D13-A16E-A69C6B9DDC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1840" y="2090250"/>
                <a:ext cx="20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C5203C-B583-4E66-86E8-4AF438744F8D}"/>
                  </a:ext>
                </a:extLst>
              </p14:cNvPr>
              <p14:cNvContentPartPr/>
              <p14:nvPr/>
            </p14:nvContentPartPr>
            <p14:xfrm>
              <a:off x="429480" y="2153970"/>
              <a:ext cx="360" cy="2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C5203C-B583-4E66-86E8-4AF438744F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0840" y="2144970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BD3409B-600B-42D0-93D2-78F1456239B2}"/>
                  </a:ext>
                </a:extLst>
              </p14:cNvPr>
              <p14:cNvContentPartPr/>
              <p14:nvPr/>
            </p14:nvContentPartPr>
            <p14:xfrm>
              <a:off x="1132200" y="2009250"/>
              <a:ext cx="684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BD3409B-600B-42D0-93D2-78F1456239B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23560" y="2000610"/>
                <a:ext cx="244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C6963A3-9C74-4C87-8848-4782ED10659F}"/>
                  </a:ext>
                </a:extLst>
              </p14:cNvPr>
              <p14:cNvContentPartPr/>
              <p14:nvPr/>
            </p14:nvContentPartPr>
            <p14:xfrm>
              <a:off x="1353960" y="1768410"/>
              <a:ext cx="360" cy="11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C6963A3-9C74-4C87-8848-4782ED10659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44960" y="1759410"/>
                <a:ext cx="180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7A9347D-639C-4CD8-97B9-2A3547C33561}"/>
                  </a:ext>
                </a:extLst>
              </p14:cNvPr>
              <p14:cNvContentPartPr/>
              <p14:nvPr/>
            </p14:nvContentPartPr>
            <p14:xfrm>
              <a:off x="2377800" y="2098890"/>
              <a:ext cx="4680" cy="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7A9347D-639C-4CD8-97B9-2A3547C335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69160" y="2090250"/>
                <a:ext cx="223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3B37955-F1E1-4650-B76E-1A0765D3A754}"/>
              </a:ext>
            </a:extLst>
          </p:cNvPr>
          <p:cNvGrpSpPr/>
          <p:nvPr/>
        </p:nvGrpSpPr>
        <p:grpSpPr>
          <a:xfrm>
            <a:off x="2584080" y="2049210"/>
            <a:ext cx="84240" cy="20160"/>
            <a:chOff x="2584080" y="849060"/>
            <a:chExt cx="84240" cy="2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5B13802-623D-4AE6-926F-EF0C4C3F663C}"/>
                    </a:ext>
                  </a:extLst>
                </p14:cNvPr>
                <p14:cNvContentPartPr/>
                <p14:nvPr/>
              </p14:nvContentPartPr>
              <p14:xfrm>
                <a:off x="2615040" y="863820"/>
                <a:ext cx="6840" cy="5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5B13802-623D-4AE6-926F-EF0C4C3F66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06400" y="855180"/>
                  <a:ext cx="24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4F1F49-A944-467D-BBA6-5CE3A0FC9C56}"/>
                    </a:ext>
                  </a:extLst>
                </p14:cNvPr>
                <p14:cNvContentPartPr/>
                <p14:nvPr/>
              </p14:nvContentPartPr>
              <p14:xfrm>
                <a:off x="2615040" y="859140"/>
                <a:ext cx="15840" cy="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F4F1F49-A944-467D-BBA6-5CE3A0FC9C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06400" y="850140"/>
                  <a:ext cx="33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A54FA28-7F83-44C0-860F-83A658F53327}"/>
                    </a:ext>
                  </a:extLst>
                </p14:cNvPr>
                <p14:cNvContentPartPr/>
                <p14:nvPr/>
              </p14:nvContentPartPr>
              <p14:xfrm>
                <a:off x="2584080" y="862380"/>
                <a:ext cx="31320" cy="2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A54FA28-7F83-44C0-860F-83A658F533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75080" y="853380"/>
                  <a:ext cx="489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1BE8A5-D93D-4EC5-9481-48FBFB5A0322}"/>
                    </a:ext>
                  </a:extLst>
                </p14:cNvPr>
                <p14:cNvContentPartPr/>
                <p14:nvPr/>
              </p14:nvContentPartPr>
              <p14:xfrm>
                <a:off x="2630520" y="852300"/>
                <a:ext cx="15840" cy="11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1BE8A5-D93D-4EC5-9481-48FBFB5A032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21880" y="843660"/>
                  <a:ext cx="33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C11BD7B-39C2-4103-B7BA-1C27512B4817}"/>
                    </a:ext>
                  </a:extLst>
                </p14:cNvPr>
                <p14:cNvContentPartPr/>
                <p14:nvPr/>
              </p14:nvContentPartPr>
              <p14:xfrm>
                <a:off x="2661480" y="849060"/>
                <a:ext cx="6840" cy="2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C11BD7B-39C2-4103-B7BA-1C27512B48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52840" y="840060"/>
                  <a:ext cx="2448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C091CF6-A6B7-4AE4-ABE2-3D7E03E5A3B2}"/>
                  </a:ext>
                </a:extLst>
              </p14:cNvPr>
              <p14:cNvContentPartPr/>
              <p14:nvPr/>
            </p14:nvContentPartPr>
            <p14:xfrm>
              <a:off x="290880" y="1915830"/>
              <a:ext cx="5330880" cy="1720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C091CF6-A6B7-4AE4-ABE2-3D7E03E5A3B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1520" y="1906470"/>
                <a:ext cx="5349600" cy="173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4B86EB6-437E-4CF0-AFC2-D08CF61C5438}"/>
                  </a:ext>
                </a:extLst>
              </p14:cNvPr>
              <p14:cNvContentPartPr/>
              <p14:nvPr/>
            </p14:nvContentPartPr>
            <p14:xfrm>
              <a:off x="7950240" y="1884690"/>
              <a:ext cx="13680" cy="3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4B86EB6-437E-4CF0-AFC2-D08CF61C543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941240" y="1875690"/>
                <a:ext cx="31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5D55C4C-D82E-4EB6-B694-8583C4E3159A}"/>
                  </a:ext>
                </a:extLst>
              </p14:cNvPr>
              <p14:cNvContentPartPr/>
              <p14:nvPr/>
            </p14:nvContentPartPr>
            <p14:xfrm>
              <a:off x="8273520" y="2006010"/>
              <a:ext cx="20160" cy="2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5D55C4C-D82E-4EB6-B694-8583C4E3159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64880" y="1997010"/>
                <a:ext cx="378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FB16864-91B2-4122-951A-57508EE7D77C}"/>
                  </a:ext>
                </a:extLst>
              </p14:cNvPr>
              <p14:cNvContentPartPr/>
              <p14:nvPr/>
            </p14:nvContentPartPr>
            <p14:xfrm>
              <a:off x="4180680" y="1636110"/>
              <a:ext cx="7345080" cy="534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FB16864-91B2-4122-951A-57508EE7D77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171320" y="1626750"/>
                <a:ext cx="736380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A71D95-A6B8-4FF5-8BB9-A0329625B6A1}"/>
                  </a:ext>
                </a:extLst>
              </p14:cNvPr>
              <p14:cNvContentPartPr/>
              <p14:nvPr/>
            </p14:nvContentPartPr>
            <p14:xfrm>
              <a:off x="6135480" y="2234430"/>
              <a:ext cx="5620680" cy="994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A71D95-A6B8-4FF5-8BB9-A0329625B6A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126120" y="2225070"/>
                <a:ext cx="5639400" cy="10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238AF96-92E4-456E-AFB7-D59CCC8B7CB9}"/>
                  </a:ext>
                </a:extLst>
              </p14:cNvPr>
              <p14:cNvContentPartPr/>
              <p14:nvPr/>
            </p14:nvContentPartPr>
            <p14:xfrm>
              <a:off x="4662360" y="3541590"/>
              <a:ext cx="7187040" cy="857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238AF96-92E4-456E-AFB7-D59CCC8B7CB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653000" y="3532230"/>
                <a:ext cx="7205760" cy="87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288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34B39-008F-4A2E-B75D-FC05116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F8DB4-7D67-4407-BF7C-66D275931C6E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Semiconductor: Extrinsic (n-type)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5D43D5-E45A-458D-806F-5D0B7CC345E9}"/>
                  </a:ext>
                </a:extLst>
              </p14:cNvPr>
              <p14:cNvContentPartPr/>
              <p14:nvPr/>
            </p14:nvContentPartPr>
            <p14:xfrm>
              <a:off x="240840" y="530280"/>
              <a:ext cx="4614120" cy="2805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5D43D5-E45A-458D-806F-5D0B7CC345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1480" y="520920"/>
                <a:ext cx="4632840" cy="28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733F4F-4A21-40D9-B0EC-B75EAF72CA8F}"/>
                  </a:ext>
                </a:extLst>
              </p14:cNvPr>
              <p14:cNvContentPartPr/>
              <p14:nvPr/>
            </p14:nvContentPartPr>
            <p14:xfrm>
              <a:off x="2043360" y="2341620"/>
              <a:ext cx="2520" cy="11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733F4F-4A21-40D9-B0EC-B75EAF72CA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34360" y="2332620"/>
                <a:ext cx="201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17D455C-98D1-45DF-9CE3-EE04D079F320}"/>
                  </a:ext>
                </a:extLst>
              </p14:cNvPr>
              <p14:cNvContentPartPr/>
              <p14:nvPr/>
            </p14:nvContentPartPr>
            <p14:xfrm>
              <a:off x="4017960" y="216360"/>
              <a:ext cx="7782480" cy="1576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17D455C-98D1-45DF-9CE3-EE04D079F32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08600" y="207000"/>
                <a:ext cx="7801200" cy="15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1E3F4D-A799-43CF-A5CD-3C230CE21D10}"/>
                  </a:ext>
                </a:extLst>
              </p14:cNvPr>
              <p14:cNvContentPartPr/>
              <p14:nvPr/>
            </p14:nvContentPartPr>
            <p14:xfrm>
              <a:off x="4678560" y="2323440"/>
              <a:ext cx="6539760" cy="1621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1E3F4D-A799-43CF-A5CD-3C230CE21D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69200" y="2314080"/>
                <a:ext cx="6558480" cy="16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2A8B702-BC36-41C8-86B0-A90606CC54E9}"/>
                  </a:ext>
                </a:extLst>
              </p14:cNvPr>
              <p14:cNvContentPartPr/>
              <p14:nvPr/>
            </p14:nvContentPartPr>
            <p14:xfrm>
              <a:off x="4987440" y="1159560"/>
              <a:ext cx="3616560" cy="1689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2A8B702-BC36-41C8-86B0-A90606CC54E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78080" y="1150200"/>
                <a:ext cx="3635280" cy="17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AA9EE1-C241-4E72-B663-516D68C5949E}"/>
                  </a:ext>
                </a:extLst>
              </p14:cNvPr>
              <p14:cNvContentPartPr/>
              <p14:nvPr/>
            </p14:nvContentPartPr>
            <p14:xfrm>
              <a:off x="4378680" y="4236840"/>
              <a:ext cx="6293160" cy="1448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AA9EE1-C241-4E72-B663-516D68C5949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69320" y="4227480"/>
                <a:ext cx="6311880" cy="14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107524C-C05B-4093-AB93-0D9C13A49105}"/>
                  </a:ext>
                </a:extLst>
              </p14:cNvPr>
              <p14:cNvContentPartPr/>
              <p14:nvPr/>
            </p14:nvContentPartPr>
            <p14:xfrm>
              <a:off x="313200" y="3328920"/>
              <a:ext cx="1888920" cy="658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107524C-C05B-4093-AB93-0D9C13A4910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3840" y="3319560"/>
                <a:ext cx="1907640" cy="6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045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34B39-008F-4A2E-B75D-FC05116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F8DB4-7D67-4407-BF7C-66D275931C6E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Semiconductor: Extrinsic (p-type)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733F4F-4A21-40D9-B0EC-B75EAF72CA8F}"/>
                  </a:ext>
                </a:extLst>
              </p14:cNvPr>
              <p14:cNvContentPartPr/>
              <p14:nvPr/>
            </p14:nvContentPartPr>
            <p14:xfrm>
              <a:off x="2043360" y="2341620"/>
              <a:ext cx="2520" cy="11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733F4F-4A21-40D9-B0EC-B75EAF72CA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4360" y="2332620"/>
                <a:ext cx="201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DCE024-5126-49EA-928D-221AEA80CF23}"/>
                  </a:ext>
                </a:extLst>
              </p14:cNvPr>
              <p14:cNvContentPartPr/>
              <p14:nvPr/>
            </p14:nvContentPartPr>
            <p14:xfrm>
              <a:off x="193320" y="371880"/>
              <a:ext cx="11183040" cy="470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DCE024-5126-49EA-928D-221AEA80CF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3960" y="362520"/>
                <a:ext cx="11201760" cy="472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0183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34B39-008F-4A2E-B75D-FC05116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F8DB4-7D67-4407-BF7C-66D275931C6E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pn</a:t>
            </a: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-junction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733F4F-4A21-40D9-B0EC-B75EAF72CA8F}"/>
                  </a:ext>
                </a:extLst>
              </p14:cNvPr>
              <p14:cNvContentPartPr/>
              <p14:nvPr/>
            </p14:nvContentPartPr>
            <p14:xfrm>
              <a:off x="2043360" y="2341620"/>
              <a:ext cx="2520" cy="11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733F4F-4A21-40D9-B0EC-B75EAF72CA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4360" y="2332620"/>
                <a:ext cx="201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AC8AE9-22B3-40FF-9A87-1D1844E48E4B}"/>
                  </a:ext>
                </a:extLst>
              </p14:cNvPr>
              <p14:cNvContentPartPr/>
              <p14:nvPr/>
            </p14:nvContentPartPr>
            <p14:xfrm>
              <a:off x="932400" y="590040"/>
              <a:ext cx="4259160" cy="1757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AC8AE9-22B3-40FF-9A87-1D1844E48E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3040" y="580680"/>
                <a:ext cx="4277880" cy="177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FD09DA-F3AD-4D23-937D-6289DD1B3C28}"/>
                  </a:ext>
                </a:extLst>
              </p14:cNvPr>
              <p14:cNvContentPartPr/>
              <p14:nvPr/>
            </p14:nvContentPartPr>
            <p14:xfrm>
              <a:off x="2101320" y="1055160"/>
              <a:ext cx="1625760" cy="1781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FD09DA-F3AD-4D23-937D-6289DD1B3C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91960" y="1045800"/>
                <a:ext cx="1644480" cy="180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B49105-06E0-4413-831B-27F429546F4C}"/>
                  </a:ext>
                </a:extLst>
              </p14:cNvPr>
              <p14:cNvContentPartPr/>
              <p14:nvPr/>
            </p14:nvContentPartPr>
            <p14:xfrm>
              <a:off x="2143080" y="190278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B49105-06E0-4413-831B-27F429546F4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34080" y="18941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8FA4781-6B1B-441F-BECF-4DAC61C182B3}"/>
                  </a:ext>
                </a:extLst>
              </p14:cNvPr>
              <p14:cNvContentPartPr/>
              <p14:nvPr/>
            </p14:nvContentPartPr>
            <p14:xfrm>
              <a:off x="446040" y="3094920"/>
              <a:ext cx="4345200" cy="25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8FA4781-6B1B-441F-BECF-4DAC61C182B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6680" y="3085560"/>
                <a:ext cx="436392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BB76B3-25AF-4A7B-B2C1-533858584843}"/>
                  </a:ext>
                </a:extLst>
              </p14:cNvPr>
              <p14:cNvContentPartPr/>
              <p14:nvPr/>
            </p14:nvContentPartPr>
            <p14:xfrm>
              <a:off x="737865" y="2628720"/>
              <a:ext cx="1420560" cy="932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BB76B3-25AF-4A7B-B2C1-53385858484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8505" y="2619360"/>
                <a:ext cx="1439280" cy="9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61F1D49-3864-42F3-B8F2-8FF383D3E7AF}"/>
                  </a:ext>
                </a:extLst>
              </p14:cNvPr>
              <p14:cNvContentPartPr/>
              <p14:nvPr/>
            </p14:nvContentPartPr>
            <p14:xfrm>
              <a:off x="3519720" y="2829600"/>
              <a:ext cx="1583280" cy="99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61F1D49-3864-42F3-B8F2-8FF383D3E7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10360" y="2820240"/>
                <a:ext cx="1602000" cy="10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217F24-EDC2-47E1-9757-537088FC8E70}"/>
                  </a:ext>
                </a:extLst>
              </p14:cNvPr>
              <p14:cNvContentPartPr/>
              <p14:nvPr/>
            </p14:nvContentPartPr>
            <p14:xfrm>
              <a:off x="1981800" y="2421360"/>
              <a:ext cx="4792680" cy="135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217F24-EDC2-47E1-9757-537088FC8E7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72440" y="2412000"/>
                <a:ext cx="4811400" cy="13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F0FBDE6-860E-4133-BEE4-B69A4CD8EF3D}"/>
                  </a:ext>
                </a:extLst>
              </p14:cNvPr>
              <p14:cNvContentPartPr/>
              <p14:nvPr/>
            </p14:nvContentPartPr>
            <p14:xfrm>
              <a:off x="289440" y="2369160"/>
              <a:ext cx="5004000" cy="4096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F0FBDE6-860E-4133-BEE4-B69A4CD8EF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0080" y="2359800"/>
                <a:ext cx="5022720" cy="41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A3440FF-A217-4273-B770-6D1D8C0F9004}"/>
                  </a:ext>
                </a:extLst>
              </p14:cNvPr>
              <p14:cNvContentPartPr/>
              <p14:nvPr/>
            </p14:nvContentPartPr>
            <p14:xfrm>
              <a:off x="357480" y="5607360"/>
              <a:ext cx="5422320" cy="809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A3440FF-A217-4273-B770-6D1D8C0F900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8120" y="5598000"/>
                <a:ext cx="5441040" cy="8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D6586AF-258C-4964-B59B-45BB4AC795FD}"/>
                  </a:ext>
                </a:extLst>
              </p14:cNvPr>
              <p14:cNvContentPartPr/>
              <p14:nvPr/>
            </p14:nvContentPartPr>
            <p14:xfrm>
              <a:off x="6889320" y="153000"/>
              <a:ext cx="4773960" cy="559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D6586AF-258C-4964-B59B-45BB4AC795F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879960" y="143640"/>
                <a:ext cx="479268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4304D7B-BF84-41FE-8809-A4DEB5923236}"/>
                  </a:ext>
                </a:extLst>
              </p14:cNvPr>
              <p14:cNvContentPartPr/>
              <p14:nvPr/>
            </p14:nvContentPartPr>
            <p14:xfrm>
              <a:off x="2484000" y="197280"/>
              <a:ext cx="8532000" cy="2307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4304D7B-BF84-41FE-8809-A4DEB592323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74640" y="187920"/>
                <a:ext cx="8550720" cy="23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E6C7F0C-DB95-4968-83C6-36359EC2DA2C}"/>
                  </a:ext>
                </a:extLst>
              </p14:cNvPr>
              <p14:cNvContentPartPr/>
              <p14:nvPr/>
            </p14:nvContentPartPr>
            <p14:xfrm>
              <a:off x="7782120" y="2421360"/>
              <a:ext cx="4149720" cy="775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E6C7F0C-DB95-4968-83C6-36359EC2DA2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72760" y="2412000"/>
                <a:ext cx="4168440" cy="79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42253B9-26B8-4A1D-8564-5BED2D947C39}"/>
                  </a:ext>
                </a:extLst>
              </p14:cNvPr>
              <p14:cNvContentPartPr/>
              <p14:nvPr/>
            </p14:nvContentPartPr>
            <p14:xfrm>
              <a:off x="9661680" y="1025280"/>
              <a:ext cx="2242440" cy="1383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42253B9-26B8-4A1D-8564-5BED2D947C3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652320" y="1015920"/>
                <a:ext cx="2261160" cy="14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E278854-DAED-4613-A3E3-2DB756C51D52}"/>
                  </a:ext>
                </a:extLst>
              </p14:cNvPr>
              <p14:cNvContentPartPr/>
              <p14:nvPr/>
            </p14:nvContentPartPr>
            <p14:xfrm>
              <a:off x="1819080" y="2765160"/>
              <a:ext cx="9600120" cy="1614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E278854-DAED-4613-A3E3-2DB756C51D5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809720" y="2755800"/>
                <a:ext cx="9618840" cy="16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17296B4-D9DA-4AF4-AECB-89CC4E7523D7}"/>
                  </a:ext>
                </a:extLst>
              </p14:cNvPr>
              <p14:cNvContentPartPr/>
              <p14:nvPr/>
            </p14:nvContentPartPr>
            <p14:xfrm>
              <a:off x="6276240" y="2300400"/>
              <a:ext cx="4850640" cy="2793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17296B4-D9DA-4AF4-AECB-89CC4E7523D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266880" y="2291040"/>
                <a:ext cx="4869360" cy="28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22E4288-5A61-499C-9AD1-2D787EF49879}"/>
                  </a:ext>
                </a:extLst>
              </p14:cNvPr>
              <p14:cNvContentPartPr/>
              <p14:nvPr/>
            </p14:nvContentPartPr>
            <p14:xfrm>
              <a:off x="5419080" y="5153400"/>
              <a:ext cx="6619320" cy="1013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22E4288-5A61-499C-9AD1-2D787EF4987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409720" y="5144040"/>
                <a:ext cx="6638040" cy="10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104657D-E43F-40A6-BA9C-F8AB7BC64B49}"/>
                  </a:ext>
                </a:extLst>
              </p14:cNvPr>
              <p14:cNvContentPartPr/>
              <p14:nvPr/>
            </p14:nvContentPartPr>
            <p14:xfrm>
              <a:off x="5344920" y="5859360"/>
              <a:ext cx="6677280" cy="936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104657D-E43F-40A6-BA9C-F8AB7BC64B4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35560" y="5850000"/>
                <a:ext cx="6696000" cy="9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8BF0A36-66C9-48D2-A419-193217819865}"/>
                  </a:ext>
                </a:extLst>
              </p14:cNvPr>
              <p14:cNvContentPartPr/>
              <p14:nvPr/>
            </p14:nvContentPartPr>
            <p14:xfrm>
              <a:off x="46034" y="959067"/>
              <a:ext cx="7646760" cy="5699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8BF0A36-66C9-48D2-A419-19321781986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674" y="949707"/>
                <a:ext cx="7665480" cy="57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15F4A33-8DDE-06B5-B732-52A0FD0D7126}"/>
                  </a:ext>
                </a:extLst>
              </p14:cNvPr>
              <p14:cNvContentPartPr/>
              <p14:nvPr/>
            </p14:nvContentPartPr>
            <p14:xfrm>
              <a:off x="2002680" y="2032200"/>
              <a:ext cx="1278000" cy="201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15F4A33-8DDE-06B5-B732-52A0FD0D712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993320" y="2022840"/>
                <a:ext cx="1296720" cy="22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53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965822-89A0-4BA6-8F54-BCF84542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44D47-1556-47F6-B8D1-58C7C920DEF2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Forward-biased </a:t>
            </a:r>
            <a:r>
              <a:rPr lang="en-US" sz="20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pn</a:t>
            </a: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-junction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8D489B-F347-4E77-B4FD-E6C35D892B4D}"/>
                  </a:ext>
                </a:extLst>
              </p14:cNvPr>
              <p14:cNvContentPartPr/>
              <p14:nvPr/>
            </p14:nvContentPartPr>
            <p14:xfrm>
              <a:off x="1128960" y="1650960"/>
              <a:ext cx="4147200" cy="2950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8D489B-F347-4E77-B4FD-E6C35D892B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600" y="1641600"/>
                <a:ext cx="4165920" cy="29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DFB570-9FBD-4A49-9622-2B1893853775}"/>
                  </a:ext>
                </a:extLst>
              </p14:cNvPr>
              <p14:cNvContentPartPr/>
              <p14:nvPr/>
            </p14:nvContentPartPr>
            <p14:xfrm>
              <a:off x="2777350" y="5742453"/>
              <a:ext cx="504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DFB570-9FBD-4A49-9622-2B18938537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68710" y="5733453"/>
                <a:ext cx="226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56AFCF-FFA5-4052-B8DF-459B4E4A5FF8}"/>
                  </a:ext>
                </a:extLst>
              </p14:cNvPr>
              <p14:cNvContentPartPr/>
              <p14:nvPr/>
            </p14:nvContentPartPr>
            <p14:xfrm>
              <a:off x="5355360" y="261720"/>
              <a:ext cx="6538320" cy="514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56AFCF-FFA5-4052-B8DF-459B4E4A5FF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46000" y="252360"/>
                <a:ext cx="6557040" cy="515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469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12540-5B55-4190-8F7E-9C99BB4D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99153-BECD-419F-83A4-ECF6F0B9700F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Reverse-biased </a:t>
            </a:r>
            <a:r>
              <a:rPr lang="en-US" sz="20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pn</a:t>
            </a: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-junction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729CE8-C848-4C1C-A7B3-AB8CF327FB73}"/>
                  </a:ext>
                </a:extLst>
              </p14:cNvPr>
              <p14:cNvContentPartPr/>
              <p14:nvPr/>
            </p14:nvContentPartPr>
            <p14:xfrm>
              <a:off x="276120" y="514800"/>
              <a:ext cx="8147880" cy="576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729CE8-C848-4C1C-A7B3-AB8CF327FB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6760" y="505440"/>
                <a:ext cx="8166600" cy="57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2FA833-0608-4F3E-9472-DF5ACA79096D}"/>
                  </a:ext>
                </a:extLst>
              </p14:cNvPr>
              <p14:cNvContentPartPr/>
              <p14:nvPr/>
            </p14:nvContentPartPr>
            <p14:xfrm>
              <a:off x="5272920" y="493560"/>
              <a:ext cx="1306440" cy="207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2FA833-0608-4F3E-9472-DF5ACA7909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63560" y="484200"/>
                <a:ext cx="1325160" cy="20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FE449C1-C5AA-4DA6-BA71-F0FF1CDE56C1}"/>
                  </a:ext>
                </a:extLst>
              </p14:cNvPr>
              <p14:cNvContentPartPr/>
              <p14:nvPr/>
            </p14:nvContentPartPr>
            <p14:xfrm>
              <a:off x="6171480" y="1265040"/>
              <a:ext cx="470160" cy="1695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FE449C1-C5AA-4DA6-BA71-F0FF1CDE56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2120" y="1255680"/>
                <a:ext cx="488880" cy="171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C36F9F-E22E-4D18-A49E-0A5C4A0C3E2C}"/>
                  </a:ext>
                </a:extLst>
              </p14:cNvPr>
              <p14:cNvContentPartPr/>
              <p14:nvPr/>
            </p14:nvContentPartPr>
            <p14:xfrm>
              <a:off x="1328400" y="3091680"/>
              <a:ext cx="8945640" cy="821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C36F9F-E22E-4D18-A49E-0A5C4A0C3E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9040" y="3082320"/>
                <a:ext cx="8964360" cy="84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56EE35-2C26-4470-892C-7855BF6696BA}"/>
                  </a:ext>
                </a:extLst>
              </p14:cNvPr>
              <p14:cNvContentPartPr/>
              <p14:nvPr/>
            </p14:nvContentPartPr>
            <p14:xfrm>
              <a:off x="800640" y="3925080"/>
              <a:ext cx="9412560" cy="1779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56EE35-2C26-4470-892C-7855BF6696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1280" y="3915720"/>
                <a:ext cx="9431280" cy="17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7E12F80-4CAE-43A8-A462-EAB661AE4806}"/>
                  </a:ext>
                </a:extLst>
              </p14:cNvPr>
              <p14:cNvContentPartPr/>
              <p14:nvPr/>
            </p14:nvContentPartPr>
            <p14:xfrm>
              <a:off x="1133280" y="4754880"/>
              <a:ext cx="9767160" cy="183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7E12F80-4CAE-43A8-A462-EAB661AE480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23920" y="4745520"/>
                <a:ext cx="9785880" cy="185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260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7881-AAF1-7C46-9948-C3CA9972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 Devices-I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F8E24-9B7B-38F0-F00B-EE4256B0F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 Voltage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79E89-E1BD-9F4A-09F9-4FBC3391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Silicon Institute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0AF28-F02B-0362-C06C-1587A14E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52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B7E6EB-53C2-4060-8023-E598991F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7DC68-31CD-439B-BEDC-8592BF718DB7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Metal-Oxide-Semiconductor (MOS): Two-Terminal Device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6C49812-C53B-4B4E-93AB-496AEEB64986}"/>
                  </a:ext>
                </a:extLst>
              </p14:cNvPr>
              <p14:cNvContentPartPr/>
              <p14:nvPr/>
            </p14:nvContentPartPr>
            <p14:xfrm>
              <a:off x="2356885" y="644821"/>
              <a:ext cx="8280" cy="43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6C49812-C53B-4B4E-93AB-496AEEB649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8245" y="636181"/>
                <a:ext cx="2592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FBFE8AB-9479-429F-85BB-A61462D7598A}"/>
              </a:ext>
            </a:extLst>
          </p:cNvPr>
          <p:cNvGrpSpPr/>
          <p:nvPr/>
        </p:nvGrpSpPr>
        <p:grpSpPr>
          <a:xfrm>
            <a:off x="1155512" y="1494503"/>
            <a:ext cx="4026088" cy="1153981"/>
            <a:chOff x="1155512" y="1219200"/>
            <a:chExt cx="4026088" cy="115398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2F2FF1-491A-42A9-8A83-FBCC0C585A7B}"/>
                    </a:ext>
                  </a:extLst>
                </p14:cNvPr>
                <p14:cNvContentPartPr/>
                <p14:nvPr/>
              </p14:nvContentPartPr>
              <p14:xfrm>
                <a:off x="2297125" y="2371021"/>
                <a:ext cx="5400" cy="2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2F2FF1-491A-42A9-8A83-FBCC0C585A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88485" y="2362021"/>
                  <a:ext cx="23040" cy="19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DFE0E4-F4CC-48E4-8323-48C3D21490B9}"/>
                </a:ext>
              </a:extLst>
            </p:cNvPr>
            <p:cNvSpPr/>
            <p:nvPr/>
          </p:nvSpPr>
          <p:spPr>
            <a:xfrm>
              <a:off x="1229032" y="1219200"/>
              <a:ext cx="226142" cy="98322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E38575-B560-439F-A9EE-A2C4502C1721}"/>
                </a:ext>
              </a:extLst>
            </p:cNvPr>
            <p:cNvSpPr/>
            <p:nvPr/>
          </p:nvSpPr>
          <p:spPr>
            <a:xfrm>
              <a:off x="1455174" y="1219200"/>
              <a:ext cx="1513088" cy="98322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AA9BC6-D632-44C8-896E-9A2DDB8D8FE0}"/>
                </a:ext>
              </a:extLst>
            </p:cNvPr>
            <p:cNvSpPr/>
            <p:nvPr/>
          </p:nvSpPr>
          <p:spPr>
            <a:xfrm>
              <a:off x="2968262" y="1219200"/>
              <a:ext cx="2213338" cy="98322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DCFFD5-8A08-40A1-99BE-0A8BA428E7CC}"/>
                </a:ext>
              </a:extLst>
            </p:cNvPr>
            <p:cNvSpPr txBox="1"/>
            <p:nvPr/>
          </p:nvSpPr>
          <p:spPr>
            <a:xfrm>
              <a:off x="1155512" y="1526147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EBA288-4672-4BC9-859F-15D1FA538A33}"/>
                </a:ext>
              </a:extLst>
            </p:cNvPr>
            <p:cNvSpPr txBox="1"/>
            <p:nvPr/>
          </p:nvSpPr>
          <p:spPr>
            <a:xfrm>
              <a:off x="1681316" y="1526147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Oxide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A4E9956-0BC4-408B-9C6B-3D1F57E57E4C}"/>
                </a:ext>
              </a:extLst>
            </p:cNvPr>
            <p:cNvSpPr txBox="1"/>
            <p:nvPr/>
          </p:nvSpPr>
          <p:spPr>
            <a:xfrm>
              <a:off x="4286865" y="1526147"/>
              <a:ext cx="849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p-type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38BBAA5-C011-4FCE-9525-1B5C063CBE65}"/>
                  </a:ext>
                </a:extLst>
              </p14:cNvPr>
              <p14:cNvContentPartPr/>
              <p14:nvPr/>
            </p14:nvContentPartPr>
            <p14:xfrm>
              <a:off x="709200" y="494640"/>
              <a:ext cx="5249520" cy="1551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38BBAA5-C011-4FCE-9525-1B5C063CBE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840" y="485280"/>
                <a:ext cx="5268240" cy="157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516DD77-04AE-4C74-99E2-1C47BB609880}"/>
                  </a:ext>
                </a:extLst>
              </p14:cNvPr>
              <p14:cNvContentPartPr/>
              <p14:nvPr/>
            </p14:nvContentPartPr>
            <p14:xfrm>
              <a:off x="1305000" y="1562400"/>
              <a:ext cx="2084040" cy="831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516DD77-04AE-4C74-99E2-1C47BB6098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5640" y="1553040"/>
                <a:ext cx="2102760" cy="85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865CCA46-877C-4D48-987C-803081952624}"/>
              </a:ext>
            </a:extLst>
          </p:cNvPr>
          <p:cNvGrpSpPr/>
          <p:nvPr/>
        </p:nvGrpSpPr>
        <p:grpSpPr>
          <a:xfrm>
            <a:off x="1342103" y="2477729"/>
            <a:ext cx="4285613" cy="3735452"/>
            <a:chOff x="1342103" y="2477729"/>
            <a:chExt cx="4285613" cy="373545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799C77E-B86E-4639-80FF-37E8B1EE1E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5174" y="2888674"/>
              <a:ext cx="0" cy="15331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CD9EDD3-BCB5-493E-8D55-EE2270A9FF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2103" y="4421836"/>
              <a:ext cx="4285613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7A191BD-4D67-455F-A09F-EB4F429FA3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5174" y="5095702"/>
              <a:ext cx="0" cy="11174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193F510-D1C2-426E-9D75-358A628276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2103" y="6213179"/>
              <a:ext cx="4285613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9C5067F-4A6D-4DAD-B654-CE3007AC0813}"/>
                </a:ext>
              </a:extLst>
            </p:cNvPr>
            <p:cNvCxnSpPr/>
            <p:nvPr/>
          </p:nvCxnSpPr>
          <p:spPr>
            <a:xfrm>
              <a:off x="2968262" y="2477729"/>
              <a:ext cx="0" cy="1944106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0CA50A-8136-4A80-889E-2ED8759616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5174" y="3972560"/>
              <a:ext cx="3772146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6F036C2-B320-4FFA-9041-777CAFEACC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5174" y="5623560"/>
              <a:ext cx="3772146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8BDA5C2-D421-49AE-8C0C-151FBC230D34}"/>
                  </a:ext>
                </a:extLst>
              </p14:cNvPr>
              <p14:cNvContentPartPr/>
              <p14:nvPr/>
            </p14:nvContentPartPr>
            <p14:xfrm>
              <a:off x="1110960" y="3583080"/>
              <a:ext cx="2810160" cy="29890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8BDA5C2-D421-49AE-8C0C-151FBC230D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1600" y="3573720"/>
                <a:ext cx="2828880" cy="30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BCC0756-E95C-41D0-9813-C4EC3ABDF501}"/>
                  </a:ext>
                </a:extLst>
              </p14:cNvPr>
              <p14:cNvContentPartPr/>
              <p14:nvPr/>
            </p14:nvContentPartPr>
            <p14:xfrm>
              <a:off x="981000" y="1581120"/>
              <a:ext cx="3328560" cy="4999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BCC0756-E95C-41D0-9813-C4EC3ABDF50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1640" y="1571760"/>
                <a:ext cx="3347280" cy="50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0AFD4F8-8C2C-4FB3-8D54-DF734E69E2A5}"/>
                  </a:ext>
                </a:extLst>
              </p14:cNvPr>
              <p14:cNvContentPartPr/>
              <p14:nvPr/>
            </p14:nvContentPartPr>
            <p14:xfrm>
              <a:off x="257040" y="1550160"/>
              <a:ext cx="4754520" cy="50295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0AFD4F8-8C2C-4FB3-8D54-DF734E69E2A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7680" y="1540800"/>
                <a:ext cx="4773240" cy="50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301476C-C651-4B9C-9EC3-9C6F6E933C7C}"/>
                  </a:ext>
                </a:extLst>
              </p14:cNvPr>
              <p14:cNvContentPartPr/>
              <p14:nvPr/>
            </p14:nvContentPartPr>
            <p14:xfrm>
              <a:off x="1374120" y="571320"/>
              <a:ext cx="8360280" cy="2237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301476C-C651-4B9C-9EC3-9C6F6E933C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64760" y="561960"/>
                <a:ext cx="8379000" cy="22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2E82F4F-5057-4475-BA8B-5813BCA11852}"/>
                  </a:ext>
                </a:extLst>
              </p14:cNvPr>
              <p14:cNvContentPartPr/>
              <p14:nvPr/>
            </p14:nvContentPartPr>
            <p14:xfrm>
              <a:off x="1279440" y="2585520"/>
              <a:ext cx="4661640" cy="38556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2E82F4F-5057-4475-BA8B-5813BCA1185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70080" y="2576160"/>
                <a:ext cx="4680360" cy="38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0C05992-9D8E-4D18-9F7B-C5F8CB7B7447}"/>
                  </a:ext>
                </a:extLst>
              </p14:cNvPr>
              <p14:cNvContentPartPr/>
              <p14:nvPr/>
            </p14:nvContentPartPr>
            <p14:xfrm>
              <a:off x="4386240" y="3715200"/>
              <a:ext cx="303120" cy="305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0C05992-9D8E-4D18-9F7B-C5F8CB7B744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6880" y="3705840"/>
                <a:ext cx="3218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F8FB962-CF63-4DD5-A404-E46333A896B4}"/>
                  </a:ext>
                </a:extLst>
              </p14:cNvPr>
              <p14:cNvContentPartPr/>
              <p14:nvPr/>
            </p14:nvContentPartPr>
            <p14:xfrm>
              <a:off x="6416640" y="1913040"/>
              <a:ext cx="4897440" cy="37954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F8FB962-CF63-4DD5-A404-E46333A896B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07280" y="1903680"/>
                <a:ext cx="4916160" cy="38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B3C3F0-BAF6-4346-A627-4CAE25163573}"/>
                  </a:ext>
                </a:extLst>
              </p14:cNvPr>
              <p14:cNvContentPartPr/>
              <p14:nvPr/>
            </p14:nvContentPartPr>
            <p14:xfrm>
              <a:off x="1616040" y="1562040"/>
              <a:ext cx="2079360" cy="958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B3C3F0-BAF6-4346-A627-4CAE251635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06680" y="1552680"/>
                <a:ext cx="2098080" cy="9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9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CE3894-0EA4-40A2-B4BE-3A9B520F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ABC9A-9512-4642-A705-82294A6AD357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Contact Potential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62CDD1-1FDA-4ADE-BD8F-F40AB235A080}"/>
                  </a:ext>
                </a:extLst>
              </p14:cNvPr>
              <p14:cNvContentPartPr/>
              <p14:nvPr/>
            </p14:nvContentPartPr>
            <p14:xfrm>
              <a:off x="827640" y="487080"/>
              <a:ext cx="5098320" cy="372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62CDD1-1FDA-4ADE-BD8F-F40AB235A0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8280" y="477720"/>
                <a:ext cx="5117040" cy="37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930943-2D6D-4B21-BB99-44C46F353854}"/>
                  </a:ext>
                </a:extLst>
              </p14:cNvPr>
              <p14:cNvContentPartPr/>
              <p14:nvPr/>
            </p14:nvContentPartPr>
            <p14:xfrm>
              <a:off x="672480" y="4607280"/>
              <a:ext cx="6016320" cy="1654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930943-2D6D-4B21-BB99-44C46F3538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120" y="4597920"/>
                <a:ext cx="6035040" cy="16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87ECE4-0A9D-4B95-84B0-889825609B9A}"/>
                  </a:ext>
                </a:extLst>
              </p14:cNvPr>
              <p14:cNvContentPartPr/>
              <p14:nvPr/>
            </p14:nvContentPartPr>
            <p14:xfrm>
              <a:off x="7872120" y="2090520"/>
              <a:ext cx="3847320" cy="327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87ECE4-0A9D-4B95-84B0-889825609B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62760" y="2081160"/>
                <a:ext cx="3866040" cy="329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374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B7E6EB-53C2-4060-8023-E598991F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7DC68-31CD-439B-BEDC-8592BF718DB7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Metal-Oxide-Semiconductor (MOS): Two-Terminal Device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6C49812-C53B-4B4E-93AB-496AEEB64986}"/>
                  </a:ext>
                </a:extLst>
              </p14:cNvPr>
              <p14:cNvContentPartPr/>
              <p14:nvPr/>
            </p14:nvContentPartPr>
            <p14:xfrm>
              <a:off x="2356885" y="644821"/>
              <a:ext cx="8280" cy="43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6C49812-C53B-4B4E-93AB-496AEEB649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8245" y="636181"/>
                <a:ext cx="2592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FBFE8AB-9479-429F-85BB-A61462D7598A}"/>
              </a:ext>
            </a:extLst>
          </p:cNvPr>
          <p:cNvGrpSpPr/>
          <p:nvPr/>
        </p:nvGrpSpPr>
        <p:grpSpPr>
          <a:xfrm>
            <a:off x="1155512" y="1494503"/>
            <a:ext cx="4026088" cy="1153981"/>
            <a:chOff x="1155512" y="1219200"/>
            <a:chExt cx="4026088" cy="115398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2F2FF1-491A-42A9-8A83-FBCC0C585A7B}"/>
                    </a:ext>
                  </a:extLst>
                </p14:cNvPr>
                <p14:cNvContentPartPr/>
                <p14:nvPr/>
              </p14:nvContentPartPr>
              <p14:xfrm>
                <a:off x="2297125" y="2371021"/>
                <a:ext cx="5400" cy="2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2F2FF1-491A-42A9-8A83-FBCC0C585A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88485" y="2362021"/>
                  <a:ext cx="23040" cy="19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DFE0E4-F4CC-48E4-8323-48C3D21490B9}"/>
                </a:ext>
              </a:extLst>
            </p:cNvPr>
            <p:cNvSpPr/>
            <p:nvPr/>
          </p:nvSpPr>
          <p:spPr>
            <a:xfrm>
              <a:off x="1229032" y="1219200"/>
              <a:ext cx="226142" cy="98322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E38575-B560-439F-A9EE-A2C4502C1721}"/>
                </a:ext>
              </a:extLst>
            </p:cNvPr>
            <p:cNvSpPr/>
            <p:nvPr/>
          </p:nvSpPr>
          <p:spPr>
            <a:xfrm>
              <a:off x="1455174" y="1219200"/>
              <a:ext cx="1513088" cy="98322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AA9BC6-D632-44C8-896E-9A2DDB8D8FE0}"/>
                </a:ext>
              </a:extLst>
            </p:cNvPr>
            <p:cNvSpPr/>
            <p:nvPr/>
          </p:nvSpPr>
          <p:spPr>
            <a:xfrm>
              <a:off x="2968262" y="1219200"/>
              <a:ext cx="2213338" cy="98322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DCFFD5-8A08-40A1-99BE-0A8BA428E7CC}"/>
                </a:ext>
              </a:extLst>
            </p:cNvPr>
            <p:cNvSpPr txBox="1"/>
            <p:nvPr/>
          </p:nvSpPr>
          <p:spPr>
            <a:xfrm>
              <a:off x="1155512" y="1526147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EBA288-4672-4BC9-859F-15D1FA538A33}"/>
                </a:ext>
              </a:extLst>
            </p:cNvPr>
            <p:cNvSpPr txBox="1"/>
            <p:nvPr/>
          </p:nvSpPr>
          <p:spPr>
            <a:xfrm>
              <a:off x="1681316" y="1526147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Oxide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A4E9956-0BC4-408B-9C6B-3D1F57E57E4C}"/>
                </a:ext>
              </a:extLst>
            </p:cNvPr>
            <p:cNvSpPr txBox="1"/>
            <p:nvPr/>
          </p:nvSpPr>
          <p:spPr>
            <a:xfrm>
              <a:off x="4286865" y="1526147"/>
              <a:ext cx="849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p-type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C33428-9E3B-4752-AB14-9867A4758E3B}"/>
                  </a:ext>
                </a:extLst>
              </p14:cNvPr>
              <p14:cNvContentPartPr/>
              <p14:nvPr/>
            </p14:nvContentPartPr>
            <p14:xfrm>
              <a:off x="837720" y="820080"/>
              <a:ext cx="4788360" cy="3377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C33428-9E3B-4752-AB14-9867A4758E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8360" y="810720"/>
                <a:ext cx="4807080" cy="339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AB623A-2DAA-4CDC-9110-727447202ADA}"/>
                  </a:ext>
                </a:extLst>
              </p14:cNvPr>
              <p14:cNvContentPartPr/>
              <p14:nvPr/>
            </p14:nvContentPartPr>
            <p14:xfrm>
              <a:off x="5599080" y="453600"/>
              <a:ext cx="5941440" cy="141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AB623A-2DAA-4CDC-9110-727447202A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89720" y="444240"/>
                <a:ext cx="5960160" cy="14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5DE044-BAB1-4924-8D1F-52422BCAEE56}"/>
                  </a:ext>
                </a:extLst>
              </p14:cNvPr>
              <p14:cNvContentPartPr/>
              <p14:nvPr/>
            </p14:nvContentPartPr>
            <p14:xfrm>
              <a:off x="313200" y="4550760"/>
              <a:ext cx="4535640" cy="925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65DE044-BAB1-4924-8D1F-52422BCAEE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840" y="4541400"/>
                <a:ext cx="4554360" cy="9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F85BD58-3FF3-4A8B-94AF-6CC98EFC359F}"/>
                  </a:ext>
                </a:extLst>
              </p14:cNvPr>
              <p14:cNvContentPartPr/>
              <p14:nvPr/>
            </p14:nvContentPartPr>
            <p14:xfrm>
              <a:off x="138960" y="5464080"/>
              <a:ext cx="5032080" cy="951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F85BD58-3FF3-4A8B-94AF-6CC98EFC359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9600" y="5454720"/>
                <a:ext cx="5050800" cy="9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2D07B4-7F99-40D7-99D7-10B33C8129D8}"/>
                  </a:ext>
                </a:extLst>
              </p14:cNvPr>
              <p14:cNvContentPartPr/>
              <p14:nvPr/>
            </p14:nvContentPartPr>
            <p14:xfrm>
              <a:off x="5747040" y="2190600"/>
              <a:ext cx="5675040" cy="1395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2D07B4-7F99-40D7-99D7-10B33C8129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37680" y="2181240"/>
                <a:ext cx="5693760" cy="14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056BCCB-B756-4A18-816E-68F111CC30B6}"/>
                  </a:ext>
                </a:extLst>
              </p14:cNvPr>
              <p14:cNvContentPartPr/>
              <p14:nvPr/>
            </p14:nvContentPartPr>
            <p14:xfrm>
              <a:off x="5780880" y="3381120"/>
              <a:ext cx="5488920" cy="3135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056BCCB-B756-4A18-816E-68F111CC30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71520" y="3371760"/>
                <a:ext cx="5507640" cy="315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241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73DBC7-E31C-4770-A188-845CDE5F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486F94-B6EA-4544-AFDA-5B5237A5A48B}"/>
                  </a:ext>
                </a:extLst>
              </p14:cNvPr>
              <p14:cNvContentPartPr/>
              <p14:nvPr/>
            </p14:nvContentPartPr>
            <p14:xfrm>
              <a:off x="248040" y="341640"/>
              <a:ext cx="7020360" cy="2221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486F94-B6EA-4544-AFDA-5B5237A5A4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680" y="332280"/>
                <a:ext cx="7039080" cy="22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B1EE04-23BC-4323-AC30-9DD2A2698B18}"/>
                  </a:ext>
                </a:extLst>
              </p14:cNvPr>
              <p14:cNvContentPartPr/>
              <p14:nvPr/>
            </p14:nvContentPartPr>
            <p14:xfrm>
              <a:off x="682560" y="3129120"/>
              <a:ext cx="6847200" cy="1524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B1EE04-23BC-4323-AC30-9DD2A2698B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200" y="3119760"/>
                <a:ext cx="6865920" cy="15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528004-D8B9-40CD-BC3A-D911240C1D5C}"/>
                  </a:ext>
                </a:extLst>
              </p14:cNvPr>
              <p14:cNvContentPartPr/>
              <p14:nvPr/>
            </p14:nvContentPartPr>
            <p14:xfrm>
              <a:off x="7774560" y="535680"/>
              <a:ext cx="3903120" cy="352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528004-D8B9-40CD-BC3A-D911240C1D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65200" y="526320"/>
                <a:ext cx="3921840" cy="353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264A0EC-9498-47E9-994D-C869B96EBD04}"/>
                  </a:ext>
                </a:extLst>
              </p14:cNvPr>
              <p14:cNvContentPartPr/>
              <p14:nvPr/>
            </p14:nvContentPartPr>
            <p14:xfrm>
              <a:off x="763920" y="5042520"/>
              <a:ext cx="10008360" cy="1456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264A0EC-9498-47E9-994D-C869B96EBD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4560" y="5033160"/>
                <a:ext cx="10027080" cy="147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110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0F8DB4-7D67-4407-BF7C-66D275931C6E}"/>
              </a:ext>
            </a:extLst>
          </p:cNvPr>
          <p:cNvSpPr txBox="1"/>
          <p:nvPr/>
        </p:nvSpPr>
        <p:spPr>
          <a:xfrm>
            <a:off x="116056" y="-34546"/>
            <a:ext cx="10727527" cy="571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 Capacitance</a:t>
            </a:r>
          </a:p>
        </p:txBody>
      </p:sp>
      <p:pic>
        <p:nvPicPr>
          <p:cNvPr id="6" name="그림 7" descr="kan60539_0307.jpg">
            <a:extLst>
              <a:ext uri="{FF2B5EF4-FFF2-40B4-BE49-F238E27FC236}">
                <a16:creationId xmlns:a16="http://schemas.microsoft.com/office/drawing/2014/main" id="{0C64BE8F-B102-4CD8-B78A-DE9DF52053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45" r="54129"/>
          <a:stretch/>
        </p:blipFill>
        <p:spPr>
          <a:xfrm>
            <a:off x="885591" y="1166615"/>
            <a:ext cx="4494441" cy="39784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A7822E2-6067-4133-B0B1-99CEB1AEC38B}"/>
                  </a:ext>
                </a:extLst>
              </p14:cNvPr>
              <p14:cNvContentPartPr/>
              <p14:nvPr/>
            </p14:nvContentPartPr>
            <p14:xfrm>
              <a:off x="6362498" y="668327"/>
              <a:ext cx="5218200" cy="441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A7822E2-6067-4133-B0B1-99CEB1AEC3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44499" y="650327"/>
                <a:ext cx="5253838" cy="445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81AAA5-BAB8-4E60-8495-BE90CC23038A}"/>
                  </a:ext>
                </a:extLst>
              </p14:cNvPr>
              <p14:cNvContentPartPr/>
              <p14:nvPr/>
            </p14:nvContentPartPr>
            <p14:xfrm>
              <a:off x="8091000" y="4928040"/>
              <a:ext cx="3130200" cy="598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C81AAA5-BAB8-4E60-8495-BE90CC2303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81640" y="4918680"/>
                <a:ext cx="314892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31B3FDE-F1FC-441C-98B2-8C0EAB8D20B6}"/>
                  </a:ext>
                </a:extLst>
              </p14:cNvPr>
              <p14:cNvContentPartPr/>
              <p14:nvPr/>
            </p14:nvContentPartPr>
            <p14:xfrm>
              <a:off x="885591" y="5845389"/>
              <a:ext cx="3904560" cy="433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31B3FDE-F1FC-441C-98B2-8C0EAB8D20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6231" y="5836029"/>
                <a:ext cx="392328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CD1F15-D88C-4B68-A4BF-BEC736DC3E4A}"/>
                  </a:ext>
                </a:extLst>
              </p14:cNvPr>
              <p14:cNvContentPartPr/>
              <p14:nvPr/>
            </p14:nvContentPartPr>
            <p14:xfrm>
              <a:off x="5666040" y="5142600"/>
              <a:ext cx="2708640" cy="1162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CD1F15-D88C-4B68-A4BF-BEC736DC3E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56680" y="5133240"/>
                <a:ext cx="2727360" cy="11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610D270-DA21-4D9B-A9EE-6C089DE684F6}"/>
                  </a:ext>
                </a:extLst>
              </p14:cNvPr>
              <p14:cNvContentPartPr/>
              <p14:nvPr/>
            </p14:nvContentPartPr>
            <p14:xfrm>
              <a:off x="6852960" y="626400"/>
              <a:ext cx="3652560" cy="3002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610D270-DA21-4D9B-A9EE-6C089DE684F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43600" y="617040"/>
                <a:ext cx="3671280" cy="30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07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E6463C-0968-4A3B-AC1F-8C242B27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21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8099B6-405C-4E10-A58D-43F732AD9697}"/>
              </a:ext>
            </a:extLst>
          </p:cNvPr>
          <p:cNvSpPr/>
          <p:nvPr/>
        </p:nvSpPr>
        <p:spPr>
          <a:xfrm>
            <a:off x="5261721" y="1349319"/>
            <a:ext cx="3843867" cy="330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643FB1-1029-454E-B7A0-EB879754A845}"/>
              </a:ext>
            </a:extLst>
          </p:cNvPr>
          <p:cNvSpPr/>
          <p:nvPr/>
        </p:nvSpPr>
        <p:spPr>
          <a:xfrm>
            <a:off x="5261721" y="1679518"/>
            <a:ext cx="3843867" cy="11514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7C8AA6-C4C6-4A2E-8621-27DE27445F93}"/>
              </a:ext>
            </a:extLst>
          </p:cNvPr>
          <p:cNvSpPr/>
          <p:nvPr/>
        </p:nvSpPr>
        <p:spPr>
          <a:xfrm>
            <a:off x="5261721" y="2830985"/>
            <a:ext cx="3843867" cy="2413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5C3E84-6F9B-4354-A633-F3D4D3979E56}"/>
              </a:ext>
            </a:extLst>
          </p:cNvPr>
          <p:cNvSpPr txBox="1"/>
          <p:nvPr/>
        </p:nvSpPr>
        <p:spPr>
          <a:xfrm>
            <a:off x="9266454" y="2070585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Oxide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513EA8-3107-4105-9CF2-162E2883D0C9}"/>
              </a:ext>
            </a:extLst>
          </p:cNvPr>
          <p:cNvSpPr txBox="1"/>
          <p:nvPr/>
        </p:nvSpPr>
        <p:spPr>
          <a:xfrm>
            <a:off x="9266454" y="1349319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Polysilicon (Metal)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B3BC81-F453-44A7-96EE-B498C69788D4}"/>
              </a:ext>
            </a:extLst>
          </p:cNvPr>
          <p:cNvSpPr txBox="1"/>
          <p:nvPr/>
        </p:nvSpPr>
        <p:spPr>
          <a:xfrm>
            <a:off x="9266454" y="3668153"/>
            <a:ext cx="254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Semiconductor (p-sub)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231AE9D-2D5B-4042-8460-3FD74E2A3AA2}"/>
                  </a:ext>
                </a:extLst>
              </p14:cNvPr>
              <p14:cNvContentPartPr/>
              <p14:nvPr/>
            </p14:nvContentPartPr>
            <p14:xfrm>
              <a:off x="5272655" y="2886972"/>
              <a:ext cx="3898080" cy="596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231AE9D-2D5B-4042-8460-3FD74E2A3A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3295" y="2877612"/>
                <a:ext cx="3916800" cy="61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FB259F7-1EE9-4E4C-83C5-D306193DCD14}"/>
                  </a:ext>
                </a:extLst>
              </p14:cNvPr>
              <p14:cNvContentPartPr/>
              <p14:nvPr/>
            </p14:nvContentPartPr>
            <p14:xfrm>
              <a:off x="2069375" y="549492"/>
              <a:ext cx="4995000" cy="5147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FB259F7-1EE9-4E4C-83C5-D306193DCD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0015" y="540132"/>
                <a:ext cx="5013720" cy="516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250403A-B06D-4A6E-A7B8-D2FF6CAF4025}"/>
                  </a:ext>
                </a:extLst>
              </p14:cNvPr>
              <p14:cNvContentPartPr/>
              <p14:nvPr/>
            </p14:nvContentPartPr>
            <p14:xfrm>
              <a:off x="3562655" y="1862772"/>
              <a:ext cx="1366200" cy="2020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250403A-B06D-4A6E-A7B8-D2FF6CAF40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53295" y="1853412"/>
                <a:ext cx="1384920" cy="20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7B0C2B5-3445-4DE5-970E-3E855CE2D132}"/>
                  </a:ext>
                </a:extLst>
              </p14:cNvPr>
              <p14:cNvContentPartPr/>
              <p14:nvPr/>
            </p14:nvContentPartPr>
            <p14:xfrm>
              <a:off x="5299295" y="2889132"/>
              <a:ext cx="3814560" cy="77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7B0C2B5-3445-4DE5-970E-3E855CE2D13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9935" y="2879772"/>
                <a:ext cx="3833280" cy="79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4F0AF56-F7E4-412F-9D3E-A41A04B6BA31}"/>
                  </a:ext>
                </a:extLst>
              </p14:cNvPr>
              <p14:cNvContentPartPr/>
              <p14:nvPr/>
            </p14:nvContentPartPr>
            <p14:xfrm>
              <a:off x="2546735" y="2199012"/>
              <a:ext cx="614520" cy="1442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4F0AF56-F7E4-412F-9D3E-A41A04B6BA3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37375" y="2189652"/>
                <a:ext cx="633240" cy="14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BBC6615-68E4-4CA6-BC28-DEBEAC933D81}"/>
                  </a:ext>
                </a:extLst>
              </p14:cNvPr>
              <p14:cNvContentPartPr/>
              <p14:nvPr/>
            </p14:nvContentPartPr>
            <p14:xfrm>
              <a:off x="1091975" y="1328532"/>
              <a:ext cx="7453080" cy="5456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BBC6615-68E4-4CA6-BC28-DEBEAC933D8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82615" y="1319172"/>
                <a:ext cx="7471800" cy="54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A9B51D9-0DD5-43F7-ABDE-C04578D96A3E}"/>
                  </a:ext>
                </a:extLst>
              </p14:cNvPr>
              <p14:cNvContentPartPr/>
              <p14:nvPr/>
            </p14:nvContentPartPr>
            <p14:xfrm>
              <a:off x="569160" y="1342800"/>
              <a:ext cx="1569600" cy="3489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A9B51D9-0DD5-43F7-ABDE-C04578D96A3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9800" y="1333440"/>
                <a:ext cx="1588320" cy="350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54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37D89C-1DD3-4066-BEDF-20F9478D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22</a:t>
            </a:fld>
            <a:endParaRPr lang="en-US"/>
          </a:p>
        </p:txBody>
      </p:sp>
      <p:pic>
        <p:nvPicPr>
          <p:cNvPr id="3" name="그림 7" descr="kan60539_0303.jpg">
            <a:extLst>
              <a:ext uri="{FF2B5EF4-FFF2-40B4-BE49-F238E27FC236}">
                <a16:creationId xmlns:a16="http://schemas.microsoft.com/office/drawing/2014/main" id="{54D63647-091E-43E2-95CF-E1D080EE02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55"/>
          <a:stretch/>
        </p:blipFill>
        <p:spPr>
          <a:xfrm>
            <a:off x="1726130" y="1085248"/>
            <a:ext cx="7591896" cy="468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87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1F9475-2DCA-4938-911B-BEA90330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22C83-DEFE-48C4-BA52-EDD12EEF2378}"/>
              </a:ext>
            </a:extLst>
          </p:cNvPr>
          <p:cNvSpPr/>
          <p:nvPr/>
        </p:nvSpPr>
        <p:spPr>
          <a:xfrm>
            <a:off x="1366787" y="2338939"/>
            <a:ext cx="2550695" cy="21175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4DE0A-5C73-473F-A319-3A0D19069E32}"/>
              </a:ext>
            </a:extLst>
          </p:cNvPr>
          <p:cNvSpPr/>
          <p:nvPr/>
        </p:nvSpPr>
        <p:spPr>
          <a:xfrm>
            <a:off x="1366787" y="2550695"/>
            <a:ext cx="2550695" cy="75799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EEE99B-1FEA-433E-B083-BDCFF38824E4}"/>
              </a:ext>
            </a:extLst>
          </p:cNvPr>
          <p:cNvSpPr/>
          <p:nvPr/>
        </p:nvSpPr>
        <p:spPr>
          <a:xfrm>
            <a:off x="1366787" y="3308685"/>
            <a:ext cx="2550695" cy="111893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그림 6" descr="kan60539_0304.jpg">
            <a:extLst>
              <a:ext uri="{FF2B5EF4-FFF2-40B4-BE49-F238E27FC236}">
                <a16:creationId xmlns:a16="http://schemas.microsoft.com/office/drawing/2014/main" id="{F9421717-B407-4E2F-81B5-F30A47B2A2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4"/>
          <a:stretch/>
        </p:blipFill>
        <p:spPr>
          <a:xfrm>
            <a:off x="5164970" y="1968366"/>
            <a:ext cx="5119064" cy="292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29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1F9475-2DCA-4938-911B-BEA90330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22C83-DEFE-48C4-BA52-EDD12EEF2378}"/>
              </a:ext>
            </a:extLst>
          </p:cNvPr>
          <p:cNvSpPr/>
          <p:nvPr/>
        </p:nvSpPr>
        <p:spPr>
          <a:xfrm>
            <a:off x="1366787" y="2338939"/>
            <a:ext cx="2550695" cy="21175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4DE0A-5C73-473F-A319-3A0D19069E32}"/>
              </a:ext>
            </a:extLst>
          </p:cNvPr>
          <p:cNvSpPr/>
          <p:nvPr/>
        </p:nvSpPr>
        <p:spPr>
          <a:xfrm>
            <a:off x="1366787" y="2550695"/>
            <a:ext cx="2550695" cy="75799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EEE99B-1FEA-433E-B083-BDCFF38824E4}"/>
              </a:ext>
            </a:extLst>
          </p:cNvPr>
          <p:cNvSpPr/>
          <p:nvPr/>
        </p:nvSpPr>
        <p:spPr>
          <a:xfrm>
            <a:off x="1366787" y="3308685"/>
            <a:ext cx="2550695" cy="111893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311EB80-5EFB-42E9-912A-986F99996747}"/>
                  </a:ext>
                </a:extLst>
              </p14:cNvPr>
              <p14:cNvContentPartPr/>
              <p14:nvPr/>
            </p14:nvContentPartPr>
            <p14:xfrm>
              <a:off x="2427840" y="1598760"/>
              <a:ext cx="8007480" cy="3672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311EB80-5EFB-42E9-912A-986F999967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8480" y="1589400"/>
                <a:ext cx="8026200" cy="369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8875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1F9475-2DCA-4938-911B-BEA90330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25</a:t>
            </a:fld>
            <a:endParaRPr lang="en-US"/>
          </a:p>
        </p:txBody>
      </p:sp>
      <p:pic>
        <p:nvPicPr>
          <p:cNvPr id="3" name="내용 개체 틀 8" descr="kan60539_0306.jpg">
            <a:extLst>
              <a:ext uri="{FF2B5EF4-FFF2-40B4-BE49-F238E27FC236}">
                <a16:creationId xmlns:a16="http://schemas.microsoft.com/office/drawing/2014/main" id="{F4DACB50-4A18-43E7-9F77-99A6040743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40"/>
          <a:stretch/>
        </p:blipFill>
        <p:spPr bwMode="auto">
          <a:xfrm>
            <a:off x="1335504" y="1580949"/>
            <a:ext cx="9025532" cy="3696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040838-4CB5-4DB7-8775-3D4C9B443F53}"/>
                  </a:ext>
                </a:extLst>
              </p14:cNvPr>
              <p14:cNvContentPartPr/>
              <p14:nvPr/>
            </p14:nvContentPartPr>
            <p14:xfrm>
              <a:off x="7914240" y="3755880"/>
              <a:ext cx="70200" cy="4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040838-4CB5-4DB7-8775-3D4C9B443F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04880" y="3746520"/>
                <a:ext cx="88920" cy="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3843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7" descr="kan60539_0307.jpg">
            <a:extLst>
              <a:ext uri="{FF2B5EF4-FFF2-40B4-BE49-F238E27FC236}">
                <a16:creationId xmlns:a16="http://schemas.microsoft.com/office/drawing/2014/main" id="{854EC470-8DB5-496D-97EE-5DDE461E1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13"/>
          <a:stretch/>
        </p:blipFill>
        <p:spPr>
          <a:xfrm>
            <a:off x="1335503" y="1491915"/>
            <a:ext cx="9031939" cy="37153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1F9475-2DCA-4938-911B-BEA90330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26</a:t>
            </a:fld>
            <a:endParaRPr lang="en-US"/>
          </a:p>
        </p:txBody>
      </p:sp>
      <p:pic>
        <p:nvPicPr>
          <p:cNvPr id="6" name="그림 7" descr="kan60539_0311.jpg">
            <a:extLst>
              <a:ext uri="{FF2B5EF4-FFF2-40B4-BE49-F238E27FC236}">
                <a16:creationId xmlns:a16="http://schemas.microsoft.com/office/drawing/2014/main" id="{C41418EF-E8A6-4673-B682-1506B68409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000"/>
          <a:stretch/>
        </p:blipFill>
        <p:spPr>
          <a:xfrm>
            <a:off x="5471964" y="1908211"/>
            <a:ext cx="5004592" cy="281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13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6809FF-41C2-4B79-97A1-52F4A738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27</a:t>
            </a:fld>
            <a:endParaRPr lang="en-US"/>
          </a:p>
        </p:txBody>
      </p:sp>
      <p:pic>
        <p:nvPicPr>
          <p:cNvPr id="3" name="그림 9" descr="kan60539_0310.jpg">
            <a:extLst>
              <a:ext uri="{FF2B5EF4-FFF2-40B4-BE49-F238E27FC236}">
                <a16:creationId xmlns:a16="http://schemas.microsoft.com/office/drawing/2014/main" id="{FA8FF8E8-F35F-42A0-A451-09B3449358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48"/>
          <a:stretch/>
        </p:blipFill>
        <p:spPr>
          <a:xfrm>
            <a:off x="2892391" y="385009"/>
            <a:ext cx="8040777" cy="3542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40F994-C633-470A-BC20-1DDFD1498142}"/>
              </a:ext>
            </a:extLst>
          </p:cNvPr>
          <p:cNvSpPr txBox="1"/>
          <p:nvPr/>
        </p:nvSpPr>
        <p:spPr>
          <a:xfrm>
            <a:off x="116056" y="-3189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Body Effect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86A323-4AF4-41AE-ABAF-DFDAFE2B78AA}"/>
                  </a:ext>
                </a:extLst>
              </p14:cNvPr>
              <p14:cNvContentPartPr/>
              <p14:nvPr/>
            </p14:nvContentPartPr>
            <p14:xfrm>
              <a:off x="1661760" y="591120"/>
              <a:ext cx="6766200" cy="5153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86A323-4AF4-41AE-ABAF-DFDAFE2B78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52400" y="581760"/>
                <a:ext cx="6784920" cy="51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80A684-B072-4013-96D9-C04A3494E714}"/>
                  </a:ext>
                </a:extLst>
              </p14:cNvPr>
              <p14:cNvContentPartPr/>
              <p14:nvPr/>
            </p14:nvContentPartPr>
            <p14:xfrm>
              <a:off x="2897640" y="577440"/>
              <a:ext cx="5522040" cy="2234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80A684-B072-4013-96D9-C04A3494E7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88280" y="568080"/>
                <a:ext cx="5540760" cy="22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498A56D-A43E-4DAC-96C8-9D527E98699D}"/>
                  </a:ext>
                </a:extLst>
              </p14:cNvPr>
              <p14:cNvContentPartPr/>
              <p14:nvPr/>
            </p14:nvContentPartPr>
            <p14:xfrm>
              <a:off x="3259440" y="2376360"/>
              <a:ext cx="482400" cy="324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498A56D-A43E-4DAC-96C8-9D527E9869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0080" y="2367000"/>
                <a:ext cx="50112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008151-22BC-4276-9FE3-4F688D6C5E53}"/>
                  </a:ext>
                </a:extLst>
              </p14:cNvPr>
              <p14:cNvContentPartPr/>
              <p14:nvPr/>
            </p14:nvContentPartPr>
            <p14:xfrm>
              <a:off x="2144520" y="3828960"/>
              <a:ext cx="9923040" cy="1029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008151-22BC-4276-9FE3-4F688D6C5E5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35160" y="3819600"/>
                <a:ext cx="9941760" cy="10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74CCAFB-3577-485A-91E2-1CC396BBDE44}"/>
                  </a:ext>
                </a:extLst>
              </p14:cNvPr>
              <p14:cNvContentPartPr/>
              <p14:nvPr/>
            </p14:nvContentPartPr>
            <p14:xfrm>
              <a:off x="5372640" y="4548600"/>
              <a:ext cx="6679080" cy="1526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74CCAFB-3577-485A-91E2-1CC396BBDE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63280" y="4539240"/>
                <a:ext cx="6697800" cy="154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895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4A7D-4CA9-4474-5C7F-C14488DD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 Device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4AEC8-3E65-3380-57F0-D15F7DC96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I-V Characteristics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F1C6E-9799-9536-A22D-2DDDAAC7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Silicon Institute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93F7D-2841-243C-7F75-4941FECF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47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34B39-008F-4A2E-B75D-FC05116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F8DB4-7D67-4407-BF7C-66D275931C6E}"/>
              </a:ext>
            </a:extLst>
          </p:cNvPr>
          <p:cNvSpPr txBox="1"/>
          <p:nvPr/>
        </p:nvSpPr>
        <p:spPr>
          <a:xfrm>
            <a:off x="116056" y="0"/>
            <a:ext cx="10727527" cy="571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Conduction in Semiconductors </a:t>
            </a:r>
            <a:r>
              <a:rPr lang="en-US" sz="2400" b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Drift</a:t>
            </a:r>
            <a:endParaRPr lang="en-US" sz="24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EEAE2-DB0E-497B-8F9D-CC0912E9EBA3}"/>
                  </a:ext>
                </a:extLst>
              </p14:cNvPr>
              <p14:cNvContentPartPr/>
              <p14:nvPr/>
            </p14:nvContentPartPr>
            <p14:xfrm>
              <a:off x="1443600" y="577080"/>
              <a:ext cx="5743080" cy="3153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EEAE2-DB0E-497B-8F9D-CC0912E9EB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4240" y="567720"/>
                <a:ext cx="5761800" cy="31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1EECAF-FD27-4FDF-B1AB-8498EA554798}"/>
                  </a:ext>
                </a:extLst>
              </p14:cNvPr>
              <p14:cNvContentPartPr/>
              <p14:nvPr/>
            </p14:nvContentPartPr>
            <p14:xfrm>
              <a:off x="1355040" y="3480669"/>
              <a:ext cx="4350960" cy="68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1EECAF-FD27-4FDF-B1AB-8498EA5547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5680" y="3471309"/>
                <a:ext cx="4369680" cy="7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9AA4453-EE3D-474C-B829-DB5C9A2BF4AD}"/>
                  </a:ext>
                </a:extLst>
              </p14:cNvPr>
              <p14:cNvContentPartPr/>
              <p14:nvPr/>
            </p14:nvContentPartPr>
            <p14:xfrm>
              <a:off x="1685880" y="4265640"/>
              <a:ext cx="4644000" cy="999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9AA4453-EE3D-474C-B829-DB5C9A2BF4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6520" y="4256280"/>
                <a:ext cx="4662720" cy="10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9F8034D-BA6C-4F66-8EA4-84706EBE674F}"/>
                  </a:ext>
                </a:extLst>
              </p14:cNvPr>
              <p14:cNvContentPartPr/>
              <p14:nvPr/>
            </p14:nvContentPartPr>
            <p14:xfrm>
              <a:off x="1654920" y="5296320"/>
              <a:ext cx="4460760" cy="1021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9F8034D-BA6C-4F66-8EA4-84706EBE67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45560" y="5286960"/>
                <a:ext cx="447948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A2EE35-7D6A-4859-9597-5182E0E88B1E}"/>
                  </a:ext>
                </a:extLst>
              </p14:cNvPr>
              <p14:cNvContentPartPr/>
              <p14:nvPr/>
            </p14:nvContentPartPr>
            <p14:xfrm>
              <a:off x="-1202880" y="85389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A2EE35-7D6A-4859-9597-5182E0E88B1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211880" y="763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AA33384-9CBB-4019-BE55-0FF3B4B3645C}"/>
                  </a:ext>
                </a:extLst>
              </p14:cNvPr>
              <p14:cNvContentPartPr/>
              <p14:nvPr/>
            </p14:nvContentPartPr>
            <p14:xfrm>
              <a:off x="7624080" y="475920"/>
              <a:ext cx="3959280" cy="1949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AA33384-9CBB-4019-BE55-0FF3B4B3645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14720" y="466560"/>
                <a:ext cx="3978000" cy="19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AA863B-6447-4A9B-ABBD-8A49E4971E0F}"/>
                  </a:ext>
                </a:extLst>
              </p14:cNvPr>
              <p14:cNvContentPartPr/>
              <p14:nvPr/>
            </p14:nvContentPartPr>
            <p14:xfrm>
              <a:off x="3261240" y="1230840"/>
              <a:ext cx="2138760" cy="1789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AA863B-6447-4A9B-ABBD-8A49E4971E0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51880" y="1221480"/>
                <a:ext cx="2157480" cy="18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EF6806-897F-448A-8305-72EB3D2E973F}"/>
                  </a:ext>
                </a:extLst>
              </p14:cNvPr>
              <p14:cNvContentPartPr/>
              <p14:nvPr/>
            </p14:nvContentPartPr>
            <p14:xfrm>
              <a:off x="7743600" y="2700000"/>
              <a:ext cx="3817800" cy="1100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EF6806-897F-448A-8305-72EB3D2E973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34240" y="2690640"/>
                <a:ext cx="383652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AFCD277-0C17-4184-B29B-F4681F22F09C}"/>
                  </a:ext>
                </a:extLst>
              </p14:cNvPr>
              <p14:cNvContentPartPr/>
              <p14:nvPr/>
            </p14:nvContentPartPr>
            <p14:xfrm>
              <a:off x="560160" y="3864960"/>
              <a:ext cx="11439720" cy="2432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AFCD277-0C17-4184-B29B-F4681F22F09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0800" y="3855600"/>
                <a:ext cx="11458440" cy="24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12E840-4485-491E-BE6E-4EE2279ECB22}"/>
                  </a:ext>
                </a:extLst>
              </p14:cNvPr>
              <p14:cNvContentPartPr/>
              <p14:nvPr/>
            </p14:nvContentPartPr>
            <p14:xfrm>
              <a:off x="6474240" y="5463000"/>
              <a:ext cx="4690800" cy="1183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12E840-4485-491E-BE6E-4EE2279ECB2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464880" y="5453640"/>
                <a:ext cx="4709520" cy="120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55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212E1-0832-457C-8540-F4BA8AF0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0CCCA-FA0D-447A-BA9C-452E73750FDC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Ids for Small </a:t>
            </a:r>
            <a:r>
              <a:rPr lang="en-US" sz="20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Vds</a:t>
            </a:r>
            <a:endParaRPr lang="en-US" sz="20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6D8A50D-196D-4E26-9ADA-0847B16B2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93725"/>
            <a:ext cx="5632383" cy="361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ube 7">
            <a:extLst>
              <a:ext uri="{FF2B5EF4-FFF2-40B4-BE49-F238E27FC236}">
                <a16:creationId xmlns:a16="http://schemas.microsoft.com/office/drawing/2014/main" id="{5CE060C5-9DEA-40A9-A7EF-7D491C27CAB0}"/>
              </a:ext>
            </a:extLst>
          </p:cNvPr>
          <p:cNvSpPr/>
          <p:nvPr/>
        </p:nvSpPr>
        <p:spPr>
          <a:xfrm>
            <a:off x="7411453" y="593725"/>
            <a:ext cx="3821230" cy="790121"/>
          </a:xfrm>
          <a:prstGeom prst="cube">
            <a:avLst>
              <a:gd name="adj" fmla="val 68063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D68C763-6EAB-4A57-A767-02B7C3F0A555}"/>
                  </a:ext>
                </a:extLst>
              </p14:cNvPr>
              <p14:cNvContentPartPr/>
              <p14:nvPr/>
            </p14:nvContentPartPr>
            <p14:xfrm>
              <a:off x="2014200" y="985320"/>
              <a:ext cx="3954960" cy="2696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D68C763-6EAB-4A57-A767-02B7C3F0A5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4840" y="975960"/>
                <a:ext cx="3973680" cy="27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A81500-AFE5-498B-967B-70D58A3B388E}"/>
                  </a:ext>
                </a:extLst>
              </p14:cNvPr>
              <p14:cNvContentPartPr/>
              <p14:nvPr/>
            </p14:nvContentPartPr>
            <p14:xfrm>
              <a:off x="3681360" y="985320"/>
              <a:ext cx="3525120" cy="1180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EA81500-AFE5-498B-967B-70D58A3B38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72000" y="975960"/>
                <a:ext cx="3543840" cy="11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F53643-E3CC-496B-80FB-BA42F54EF0B8}"/>
                  </a:ext>
                </a:extLst>
              </p14:cNvPr>
              <p14:cNvContentPartPr/>
              <p14:nvPr/>
            </p14:nvContentPartPr>
            <p14:xfrm>
              <a:off x="7361640" y="134280"/>
              <a:ext cx="3921840" cy="1572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F53643-E3CC-496B-80FB-BA42F54EF0B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52280" y="124920"/>
                <a:ext cx="3940560" cy="15912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FD2C898C-A0B9-4A7B-AD46-B8303ED25BEC}"/>
              </a:ext>
            </a:extLst>
          </p:cNvPr>
          <p:cNvSpPr/>
          <p:nvPr/>
        </p:nvSpPr>
        <p:spPr>
          <a:xfrm>
            <a:off x="2117726" y="2098306"/>
            <a:ext cx="1663700" cy="1130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6B93FE8-5E48-4300-AF89-5DAC68EDB0CA}"/>
                  </a:ext>
                </a:extLst>
              </p14:cNvPr>
              <p14:cNvContentPartPr/>
              <p14:nvPr/>
            </p14:nvContentPartPr>
            <p14:xfrm>
              <a:off x="6516360" y="2446920"/>
              <a:ext cx="3574440" cy="550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6B93FE8-5E48-4300-AF89-5DAC68EDB0C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7000" y="2437560"/>
                <a:ext cx="3593160" cy="5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999CF7C-51FC-481A-9EAC-DD633BF52C2E}"/>
                  </a:ext>
                </a:extLst>
              </p14:cNvPr>
              <p14:cNvContentPartPr/>
              <p14:nvPr/>
            </p14:nvContentPartPr>
            <p14:xfrm>
              <a:off x="6251400" y="3301920"/>
              <a:ext cx="5040720" cy="1845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999CF7C-51FC-481A-9EAC-DD633BF52C2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42040" y="3292560"/>
                <a:ext cx="5059440" cy="18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976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212E1-0832-457C-8540-F4BA8AF0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0CCCA-FA0D-447A-BA9C-452E73750FDC}"/>
              </a:ext>
            </a:extLst>
          </p:cNvPr>
          <p:cNvSpPr txBox="1"/>
          <p:nvPr/>
        </p:nvSpPr>
        <p:spPr>
          <a:xfrm>
            <a:off x="116056" y="0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Gradual Channel Approximation</a:t>
            </a:r>
          </a:p>
        </p:txBody>
      </p:sp>
      <p:pic>
        <p:nvPicPr>
          <p:cNvPr id="5" name="그림 5" descr="kan60539_0315.jpg">
            <a:extLst>
              <a:ext uri="{FF2B5EF4-FFF2-40B4-BE49-F238E27FC236}">
                <a16:creationId xmlns:a16="http://schemas.microsoft.com/office/drawing/2014/main" id="{BADE6B36-CC03-4E7C-ACB2-26B77BF2AB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73"/>
          <a:stretch/>
        </p:blipFill>
        <p:spPr>
          <a:xfrm>
            <a:off x="1753403" y="1299411"/>
            <a:ext cx="8353124" cy="37286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BA5A665-34C5-49DF-9E86-514281B3576A}"/>
                  </a:ext>
                </a:extLst>
              </p14:cNvPr>
              <p14:cNvContentPartPr/>
              <p14:nvPr/>
            </p14:nvContentPartPr>
            <p14:xfrm>
              <a:off x="921240" y="1438560"/>
              <a:ext cx="10219320" cy="3641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BA5A665-34C5-49DF-9E86-514281B357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1880" y="1429200"/>
                <a:ext cx="10238040" cy="36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7357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212E1-0832-457C-8540-F4BA8AF0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0CCCA-FA0D-447A-BA9C-452E73750FDC}"/>
              </a:ext>
            </a:extLst>
          </p:cNvPr>
          <p:cNvSpPr txBox="1"/>
          <p:nvPr/>
        </p:nvSpPr>
        <p:spPr>
          <a:xfrm>
            <a:off x="116056" y="19249"/>
            <a:ext cx="10727527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Gradual Channel Approximation</a:t>
            </a:r>
          </a:p>
        </p:txBody>
      </p:sp>
      <p:pic>
        <p:nvPicPr>
          <p:cNvPr id="7" name="그림 15" descr="kan60539_0316.jpg">
            <a:extLst>
              <a:ext uri="{FF2B5EF4-FFF2-40B4-BE49-F238E27FC236}">
                <a16:creationId xmlns:a16="http://schemas.microsoft.com/office/drawing/2014/main" id="{15F51502-471B-463A-B23D-8092F8863D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33"/>
          <a:stretch/>
        </p:blipFill>
        <p:spPr>
          <a:xfrm>
            <a:off x="2428540" y="492336"/>
            <a:ext cx="6728060" cy="29855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1799B18-2539-42E2-A449-ED2ED8A42261}"/>
                  </a:ext>
                </a:extLst>
              </p14:cNvPr>
              <p14:cNvContentPartPr/>
              <p14:nvPr/>
            </p14:nvContentPartPr>
            <p14:xfrm>
              <a:off x="3294720" y="3201480"/>
              <a:ext cx="6075000" cy="897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1799B18-2539-42E2-A449-ED2ED8A422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5360" y="3192120"/>
                <a:ext cx="6093720" cy="9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84A3B0-ECAC-41CC-BCE0-726C91F88AEA}"/>
                  </a:ext>
                </a:extLst>
              </p14:cNvPr>
              <p14:cNvContentPartPr/>
              <p14:nvPr/>
            </p14:nvContentPartPr>
            <p14:xfrm>
              <a:off x="5942520" y="4104000"/>
              <a:ext cx="3728520" cy="756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84A3B0-ECAC-41CC-BCE0-726C91F88A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3160" y="4094640"/>
                <a:ext cx="3747240" cy="77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03F5EB8-D6E3-4808-BF73-C966D6ABDAD1}"/>
                  </a:ext>
                </a:extLst>
              </p14:cNvPr>
              <p14:cNvContentPartPr/>
              <p14:nvPr/>
            </p14:nvContentPartPr>
            <p14:xfrm>
              <a:off x="9156600" y="3742200"/>
              <a:ext cx="2490120" cy="813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03F5EB8-D6E3-4808-BF73-C966D6ABDA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47240" y="3732840"/>
                <a:ext cx="2508840" cy="83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2C5236D-A729-4CD4-90D6-F46880AB2BF4}"/>
                  </a:ext>
                </a:extLst>
              </p14:cNvPr>
              <p14:cNvContentPartPr/>
              <p14:nvPr/>
            </p14:nvContentPartPr>
            <p14:xfrm>
              <a:off x="441000" y="4519800"/>
              <a:ext cx="4649400" cy="730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2C5236D-A729-4CD4-90D6-F46880AB2B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1640" y="4510440"/>
                <a:ext cx="4668120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D4CB4AE-38E1-4694-9357-FE00287AC59F}"/>
                  </a:ext>
                </a:extLst>
              </p14:cNvPr>
              <p14:cNvContentPartPr/>
              <p14:nvPr/>
            </p14:nvContentPartPr>
            <p14:xfrm>
              <a:off x="542160" y="5407560"/>
              <a:ext cx="5004360" cy="955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D4CB4AE-38E1-4694-9357-FE00287AC59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2800" y="5398200"/>
                <a:ext cx="5023080" cy="9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03CA0EE-24EA-44AE-B507-5170E1A162DF}"/>
                  </a:ext>
                </a:extLst>
              </p14:cNvPr>
              <p14:cNvContentPartPr/>
              <p14:nvPr/>
            </p14:nvContentPartPr>
            <p14:xfrm>
              <a:off x="5956200" y="5196960"/>
              <a:ext cx="5873400" cy="1441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03CA0EE-24EA-44AE-B507-5170E1A162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46840" y="5187600"/>
                <a:ext cx="5892120" cy="14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B6AC00-24EB-4A77-9811-149790E3F9B4}"/>
                  </a:ext>
                </a:extLst>
              </p14:cNvPr>
              <p14:cNvContentPartPr/>
              <p14:nvPr/>
            </p14:nvContentPartPr>
            <p14:xfrm>
              <a:off x="3439080" y="3421800"/>
              <a:ext cx="5349960" cy="1499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B6AC00-24EB-4A77-9811-149790E3F9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29720" y="3412440"/>
                <a:ext cx="5368680" cy="15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9159CA-9061-4181-BAA6-4F974B3EC5A9}"/>
                  </a:ext>
                </a:extLst>
              </p14:cNvPr>
              <p14:cNvContentPartPr/>
              <p14:nvPr/>
            </p14:nvContentPartPr>
            <p14:xfrm>
              <a:off x="4180320" y="3404520"/>
              <a:ext cx="1800" cy="12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9159CA-9061-4181-BAA6-4F974B3EC5A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70960" y="3395160"/>
                <a:ext cx="2052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542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212E1-0832-457C-8540-F4BA8AF0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0CCCA-FA0D-447A-BA9C-452E73750FDC}"/>
              </a:ext>
            </a:extLst>
          </p:cNvPr>
          <p:cNvSpPr txBox="1"/>
          <p:nvPr/>
        </p:nvSpPr>
        <p:spPr>
          <a:xfrm>
            <a:off x="116056" y="0"/>
            <a:ext cx="12075944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Saturation (Pinch-Off) Region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8F62214-2385-4752-B205-E7A3D7A272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6"/>
          <a:stretch/>
        </p:blipFill>
        <p:spPr bwMode="auto">
          <a:xfrm>
            <a:off x="194747" y="293955"/>
            <a:ext cx="7206453" cy="301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632999-5924-45D0-89E6-9249637FAF3C}"/>
                  </a:ext>
                </a:extLst>
              </p14:cNvPr>
              <p14:cNvContentPartPr/>
              <p14:nvPr/>
            </p14:nvContentPartPr>
            <p14:xfrm>
              <a:off x="327960" y="3624480"/>
              <a:ext cx="5202720" cy="473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632999-5924-45D0-89E6-9249637FAF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8600" y="3615120"/>
                <a:ext cx="522144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A2E9DD-02AD-4CD8-AE97-98F4A2992D50}"/>
                  </a:ext>
                </a:extLst>
              </p14:cNvPr>
              <p14:cNvContentPartPr/>
              <p14:nvPr/>
            </p14:nvContentPartPr>
            <p14:xfrm>
              <a:off x="497880" y="5313960"/>
              <a:ext cx="7691760" cy="1426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A2E9DD-02AD-4CD8-AE97-98F4A2992D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8520" y="5304600"/>
                <a:ext cx="7710480" cy="14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FC87C3-8A8A-4CAD-980F-A6ABE9AC688F}"/>
                  </a:ext>
                </a:extLst>
              </p14:cNvPr>
              <p14:cNvContentPartPr/>
              <p14:nvPr/>
            </p14:nvContentPartPr>
            <p14:xfrm>
              <a:off x="377640" y="4412160"/>
              <a:ext cx="3735720" cy="572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FC87C3-8A8A-4CAD-980F-A6ABE9AC688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8280" y="4402800"/>
                <a:ext cx="375444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583F46-9802-4EA0-AD05-53763C8B5DF4}"/>
                  </a:ext>
                </a:extLst>
              </p14:cNvPr>
              <p14:cNvContentPartPr/>
              <p14:nvPr/>
            </p14:nvContentPartPr>
            <p14:xfrm>
              <a:off x="4777920" y="3984840"/>
              <a:ext cx="6258960" cy="132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583F46-9802-4EA0-AD05-53763C8B5D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68560" y="3975480"/>
                <a:ext cx="6277680" cy="13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5B0035-06A5-007E-11B7-993A5B9B5C54}"/>
                  </a:ext>
                </a:extLst>
              </p14:cNvPr>
              <p14:cNvContentPartPr/>
              <p14:nvPr/>
            </p14:nvContentPartPr>
            <p14:xfrm>
              <a:off x="788400" y="1126800"/>
              <a:ext cx="7772760" cy="1719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5B0035-06A5-007E-11B7-993A5B9B5C5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9040" y="1117440"/>
                <a:ext cx="7791480" cy="173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455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7E82B0-0C53-4398-8F58-BE1319F0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34</a:t>
            </a:fld>
            <a:endParaRPr lang="en-US"/>
          </a:p>
        </p:txBody>
      </p:sp>
      <p:pic>
        <p:nvPicPr>
          <p:cNvPr id="3" name="그림 10" descr="kan60539_0317.jpg">
            <a:extLst>
              <a:ext uri="{FF2B5EF4-FFF2-40B4-BE49-F238E27FC236}">
                <a16:creationId xmlns:a16="http://schemas.microsoft.com/office/drawing/2014/main" id="{D96D6DC2-A3D4-4968-AE5D-E41FF729BA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01"/>
          <a:stretch/>
        </p:blipFill>
        <p:spPr>
          <a:xfrm>
            <a:off x="3214837" y="462012"/>
            <a:ext cx="5225628" cy="39752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0A736C-778C-4A11-81BC-1584C7E732FE}"/>
                  </a:ext>
                </a:extLst>
              </p14:cNvPr>
              <p14:cNvContentPartPr/>
              <p14:nvPr/>
            </p14:nvContentPartPr>
            <p14:xfrm>
              <a:off x="3416040" y="3451320"/>
              <a:ext cx="5358240" cy="2940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0A736C-778C-4A11-81BC-1584C7E732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6680" y="3441960"/>
                <a:ext cx="5376960" cy="29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746B9B-D7BD-445E-8F2F-4E5B34B670A3}"/>
                  </a:ext>
                </a:extLst>
              </p14:cNvPr>
              <p14:cNvContentPartPr/>
              <p14:nvPr/>
            </p14:nvContentPartPr>
            <p14:xfrm>
              <a:off x="4219920" y="713160"/>
              <a:ext cx="3214440" cy="390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746B9B-D7BD-445E-8F2F-4E5B34B670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10560" y="703800"/>
                <a:ext cx="323316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E3C073-0040-41C4-B0DC-ADBC4BE021E7}"/>
                  </a:ext>
                </a:extLst>
              </p14:cNvPr>
              <p14:cNvContentPartPr/>
              <p14:nvPr/>
            </p14:nvContentPartPr>
            <p14:xfrm>
              <a:off x="64080" y="570960"/>
              <a:ext cx="5075280" cy="1180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E3C073-0040-41C4-B0DC-ADBC4BE021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720" y="561600"/>
                <a:ext cx="5094000" cy="11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3FF141-5134-4B2B-80FC-373A2E7CC4B6}"/>
                  </a:ext>
                </a:extLst>
              </p14:cNvPr>
              <p14:cNvContentPartPr/>
              <p14:nvPr/>
            </p14:nvContentPartPr>
            <p14:xfrm>
              <a:off x="7769880" y="754200"/>
              <a:ext cx="4168080" cy="1527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3FF141-5134-4B2B-80FC-373A2E7CC4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60520" y="744840"/>
                <a:ext cx="4186800" cy="15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49CCBA-7889-4125-8598-62A45F05B5E3}"/>
                  </a:ext>
                </a:extLst>
              </p:cNvPr>
              <p:cNvSpPr txBox="1"/>
              <p:nvPr/>
            </p:nvSpPr>
            <p:spPr>
              <a:xfrm>
                <a:off x="116056" y="0"/>
                <a:ext cx="12075944" cy="491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r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𝒗𝒔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𝑮𝑺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𝒄𝒐𝒏𝒔𝒕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.)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49CCBA-7889-4125-8598-62A45F05B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56" y="0"/>
                <a:ext cx="12075944" cy="491738"/>
              </a:xfrm>
              <a:prstGeom prst="rect">
                <a:avLst/>
              </a:prstGeom>
              <a:blipFill>
                <a:blip r:embed="rId13"/>
                <a:stretch>
                  <a:fillRect r="-25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2EB918-45B4-428B-9BF5-98566A9728D6}"/>
                  </a:ext>
                </a:extLst>
              </p14:cNvPr>
              <p14:cNvContentPartPr/>
              <p14:nvPr/>
            </p14:nvContentPartPr>
            <p14:xfrm>
              <a:off x="7302240" y="1487160"/>
              <a:ext cx="420840" cy="2154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2EB918-45B4-428B-9BF5-98566A9728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92880" y="1477800"/>
                <a:ext cx="439560" cy="217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00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0E8AE-BDD5-45FE-944A-CBD3FEB9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4563-156B-486D-9711-158C3851002C}"/>
              </a:ext>
            </a:extLst>
          </p:cNvPr>
          <p:cNvSpPr txBox="1"/>
          <p:nvPr/>
        </p:nvSpPr>
        <p:spPr>
          <a:xfrm>
            <a:off x="116056" y="19249"/>
            <a:ext cx="11967659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Channel Length Modulation</a:t>
            </a:r>
          </a:p>
        </p:txBody>
      </p:sp>
      <p:pic>
        <p:nvPicPr>
          <p:cNvPr id="4" name="그림 5" descr="kan60539_0319.jpg">
            <a:extLst>
              <a:ext uri="{FF2B5EF4-FFF2-40B4-BE49-F238E27FC236}">
                <a16:creationId xmlns:a16="http://schemas.microsoft.com/office/drawing/2014/main" id="{64721054-968C-43FD-A617-7ED112F155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94"/>
          <a:stretch/>
        </p:blipFill>
        <p:spPr>
          <a:xfrm>
            <a:off x="108285" y="62562"/>
            <a:ext cx="6467133" cy="29164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A8748D-7502-463C-9631-40F3F3651B6D}"/>
                  </a:ext>
                </a:extLst>
              </p14:cNvPr>
              <p14:cNvContentPartPr/>
              <p14:nvPr/>
            </p14:nvContentPartPr>
            <p14:xfrm>
              <a:off x="6916310" y="1506353"/>
              <a:ext cx="5004360" cy="955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A8748D-7502-463C-9631-40F3F3651B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06950" y="1496993"/>
                <a:ext cx="5023080" cy="9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8E69C1-33C7-48E2-B382-37F8F9BD958F}"/>
                  </a:ext>
                </a:extLst>
              </p14:cNvPr>
              <p14:cNvContentPartPr/>
              <p14:nvPr/>
            </p14:nvContentPartPr>
            <p14:xfrm>
              <a:off x="6803280" y="652680"/>
              <a:ext cx="3955320" cy="514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8E69C1-33C7-48E2-B382-37F8F9BD95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93920" y="643320"/>
                <a:ext cx="397404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C4E889-9E1F-4E00-B24F-5E9431595FD2}"/>
                  </a:ext>
                </a:extLst>
              </p14:cNvPr>
              <p14:cNvContentPartPr/>
              <p14:nvPr/>
            </p14:nvContentPartPr>
            <p14:xfrm>
              <a:off x="7389720" y="1213560"/>
              <a:ext cx="1247400" cy="529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C4E889-9E1F-4E00-B24F-5E9431595F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80360" y="1204200"/>
                <a:ext cx="1266120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6F74FB2-47B3-43E9-8CA0-D4473948BA94}"/>
                  </a:ext>
                </a:extLst>
              </p14:cNvPr>
              <p14:cNvContentPartPr/>
              <p14:nvPr/>
            </p14:nvContentPartPr>
            <p14:xfrm>
              <a:off x="6769800" y="2260800"/>
              <a:ext cx="3877560" cy="1052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6F74FB2-47B3-43E9-8CA0-D4473948BA9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60440" y="2251440"/>
                <a:ext cx="3896280" cy="10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D3BD998-5622-4A9B-81AA-65DCB8F662E4}"/>
                  </a:ext>
                </a:extLst>
              </p14:cNvPr>
              <p14:cNvContentPartPr/>
              <p14:nvPr/>
            </p14:nvContentPartPr>
            <p14:xfrm>
              <a:off x="9002520" y="3323520"/>
              <a:ext cx="1971360" cy="339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D3BD998-5622-4A9B-81AA-65DCB8F662E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93160" y="3314160"/>
                <a:ext cx="19900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AA64DC-91DE-431C-8C54-3577EA40ECB7}"/>
                  </a:ext>
                </a:extLst>
              </p14:cNvPr>
              <p14:cNvContentPartPr/>
              <p14:nvPr/>
            </p14:nvContentPartPr>
            <p14:xfrm>
              <a:off x="9784800" y="1022040"/>
              <a:ext cx="2406600" cy="780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AA64DC-91DE-431C-8C54-3577EA40ECB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775440" y="1012680"/>
                <a:ext cx="2425320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C8A2685-1341-4447-B738-1A1419CE41E8}"/>
                  </a:ext>
                </a:extLst>
              </p14:cNvPr>
              <p14:cNvContentPartPr/>
              <p14:nvPr/>
            </p14:nvContentPartPr>
            <p14:xfrm>
              <a:off x="379080" y="3189240"/>
              <a:ext cx="5149440" cy="852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C8A2685-1341-4447-B738-1A1419CE41E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9720" y="3179880"/>
                <a:ext cx="5168160" cy="8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A45AB78-CBC5-4A23-8DDA-4AD51C2B58A1}"/>
                  </a:ext>
                </a:extLst>
              </p14:cNvPr>
              <p14:cNvContentPartPr/>
              <p14:nvPr/>
            </p14:nvContentPartPr>
            <p14:xfrm>
              <a:off x="10221840" y="3498120"/>
              <a:ext cx="1783440" cy="952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A45AB78-CBC5-4A23-8DDA-4AD51C2B58A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212480" y="3488760"/>
                <a:ext cx="1802160" cy="9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491863B-07A4-4C14-8905-3FA187207E3F}"/>
                  </a:ext>
                </a:extLst>
              </p14:cNvPr>
              <p14:cNvContentPartPr/>
              <p14:nvPr/>
            </p14:nvContentPartPr>
            <p14:xfrm>
              <a:off x="2964240" y="4053960"/>
              <a:ext cx="1567800" cy="928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491863B-07A4-4C14-8905-3FA187207E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54880" y="4044600"/>
                <a:ext cx="1586520" cy="9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9029D6-6B10-4ABD-8FD0-A8EC52BCABBE}"/>
                  </a:ext>
                </a:extLst>
              </p14:cNvPr>
              <p14:cNvContentPartPr/>
              <p14:nvPr/>
            </p14:nvContentPartPr>
            <p14:xfrm>
              <a:off x="438840" y="5027760"/>
              <a:ext cx="9925560" cy="1646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9029D6-6B10-4ABD-8FD0-A8EC52BCABB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9480" y="5018400"/>
                <a:ext cx="9944280" cy="166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224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7E82B0-0C53-4398-8F58-BE1319F0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36</a:t>
            </a:fld>
            <a:endParaRPr lang="en-US"/>
          </a:p>
        </p:txBody>
      </p:sp>
      <p:pic>
        <p:nvPicPr>
          <p:cNvPr id="3" name="그림 10" descr="kan60539_0317.jpg">
            <a:extLst>
              <a:ext uri="{FF2B5EF4-FFF2-40B4-BE49-F238E27FC236}">
                <a16:creationId xmlns:a16="http://schemas.microsoft.com/office/drawing/2014/main" id="{D96D6DC2-A3D4-4968-AE5D-E41FF729BA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01"/>
          <a:stretch/>
        </p:blipFill>
        <p:spPr>
          <a:xfrm>
            <a:off x="3214837" y="462012"/>
            <a:ext cx="5225628" cy="39752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0A736C-778C-4A11-81BC-1584C7E732FE}"/>
                  </a:ext>
                </a:extLst>
              </p14:cNvPr>
              <p14:cNvContentPartPr/>
              <p14:nvPr/>
            </p14:nvContentPartPr>
            <p14:xfrm>
              <a:off x="3416040" y="3451320"/>
              <a:ext cx="5358240" cy="2940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0A736C-778C-4A11-81BC-1584C7E732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6680" y="3441960"/>
                <a:ext cx="5376960" cy="29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746B9B-D7BD-445E-8F2F-4E5B34B670A3}"/>
                  </a:ext>
                </a:extLst>
              </p14:cNvPr>
              <p14:cNvContentPartPr/>
              <p14:nvPr/>
            </p14:nvContentPartPr>
            <p14:xfrm>
              <a:off x="3785713" y="71052"/>
              <a:ext cx="3214440" cy="390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746B9B-D7BD-445E-8F2F-4E5B34B670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6353" y="61692"/>
                <a:ext cx="323316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E3C073-0040-41C4-B0DC-ADBC4BE021E7}"/>
                  </a:ext>
                </a:extLst>
              </p14:cNvPr>
              <p14:cNvContentPartPr/>
              <p14:nvPr/>
            </p14:nvContentPartPr>
            <p14:xfrm>
              <a:off x="64080" y="570960"/>
              <a:ext cx="5075280" cy="1180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E3C073-0040-41C4-B0DC-ADBC4BE021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720" y="561600"/>
                <a:ext cx="5094000" cy="11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3FF141-5134-4B2B-80FC-373A2E7CC4B6}"/>
                  </a:ext>
                </a:extLst>
              </p14:cNvPr>
              <p14:cNvContentPartPr/>
              <p14:nvPr/>
            </p14:nvContentPartPr>
            <p14:xfrm>
              <a:off x="7769880" y="754200"/>
              <a:ext cx="4168080" cy="1527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3FF141-5134-4B2B-80FC-373A2E7CC4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60520" y="744840"/>
                <a:ext cx="4186800" cy="15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6C81883-0C43-4590-B516-20FD3FD7E6EC}"/>
                  </a:ext>
                </a:extLst>
              </p14:cNvPr>
              <p14:cNvContentPartPr/>
              <p14:nvPr/>
            </p14:nvContentPartPr>
            <p14:xfrm>
              <a:off x="3907440" y="801360"/>
              <a:ext cx="7684920" cy="3290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6C81883-0C43-4590-B516-20FD3FD7E6E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98080" y="792000"/>
                <a:ext cx="7703640" cy="33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BBA616-4EAE-49DF-B1F8-3DD72C06976B}"/>
                  </a:ext>
                </a:extLst>
              </p:cNvPr>
              <p:cNvSpPr txBox="1"/>
              <p:nvPr/>
            </p:nvSpPr>
            <p:spPr>
              <a:xfrm>
                <a:off x="116056" y="0"/>
                <a:ext cx="12075944" cy="491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r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13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𝒗𝒔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𝑮𝑺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𝒄𝒐𝒏𝒔𝒕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.)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BBA616-4EAE-49DF-B1F8-3DD72C069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56" y="0"/>
                <a:ext cx="12075944" cy="491738"/>
              </a:xfrm>
              <a:prstGeom prst="rect">
                <a:avLst/>
              </a:prstGeom>
              <a:blipFill>
                <a:blip r:embed="rId15"/>
                <a:stretch>
                  <a:fillRect r="-25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610109A-5874-C239-DCCA-BB1718DCBE54}"/>
                  </a:ext>
                </a:extLst>
              </p14:cNvPr>
              <p14:cNvContentPartPr/>
              <p14:nvPr/>
            </p14:nvContentPartPr>
            <p14:xfrm>
              <a:off x="158400" y="2640600"/>
              <a:ext cx="9291960" cy="2727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610109A-5874-C239-DCCA-BB1718DCBE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9040" y="2631240"/>
                <a:ext cx="9310680" cy="27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947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552C5-C80B-4CEE-8910-9848AFBA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9CF09E-2F82-4A49-A2BC-FF5D6AE1B1FD}"/>
                  </a:ext>
                </a:extLst>
              </p:cNvPr>
              <p:cNvSpPr txBox="1"/>
              <p:nvPr/>
            </p:nvSpPr>
            <p:spPr>
              <a:xfrm>
                <a:off x="116056" y="0"/>
                <a:ext cx="12075944" cy="494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r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𝒗𝒔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𝑮𝑺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&gt;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𝑮𝑺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𝑻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9CF09E-2F82-4A49-A2BC-FF5D6AE1B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56" y="0"/>
                <a:ext cx="12075944" cy="494879"/>
              </a:xfrm>
              <a:prstGeom prst="rect">
                <a:avLst/>
              </a:prstGeom>
              <a:blipFill>
                <a:blip r:embed="rId4"/>
                <a:stretch>
                  <a:fillRect r="-20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09DBA6F-0758-4948-A820-EC7E4AFE5436}"/>
              </a:ext>
            </a:extLst>
          </p:cNvPr>
          <p:cNvGrpSpPr/>
          <p:nvPr/>
        </p:nvGrpSpPr>
        <p:grpSpPr>
          <a:xfrm>
            <a:off x="567088" y="827773"/>
            <a:ext cx="6844364" cy="5325004"/>
            <a:chOff x="567088" y="827773"/>
            <a:chExt cx="6844364" cy="5325004"/>
          </a:xfrm>
        </p:grpSpPr>
        <p:pic>
          <p:nvPicPr>
            <p:cNvPr id="4" name="그림 11" descr="kan60539_0318.jpg">
              <a:extLst>
                <a:ext uri="{FF2B5EF4-FFF2-40B4-BE49-F238E27FC236}">
                  <a16:creationId xmlns:a16="http://schemas.microsoft.com/office/drawing/2014/main" id="{8B89190E-0DA1-4A7C-99E4-71052D8C11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250"/>
            <a:stretch/>
          </p:blipFill>
          <p:spPr>
            <a:xfrm>
              <a:off x="567088" y="827773"/>
              <a:ext cx="6844364" cy="532500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EEC3CE-37B8-4100-8C4A-C834C759579B}"/>
                </a:ext>
              </a:extLst>
            </p:cNvPr>
            <p:cNvSpPr/>
            <p:nvPr/>
          </p:nvSpPr>
          <p:spPr>
            <a:xfrm>
              <a:off x="1414914" y="1568918"/>
              <a:ext cx="3320715" cy="2040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50F771-1C0B-4C05-A041-E8EFF348932F}"/>
                  </a:ext>
                </a:extLst>
              </p14:cNvPr>
              <p14:cNvContentPartPr/>
              <p14:nvPr/>
            </p14:nvContentPartPr>
            <p14:xfrm>
              <a:off x="315720" y="2004480"/>
              <a:ext cx="5888160" cy="4144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50F771-1C0B-4C05-A041-E8EFF34893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360" y="1995120"/>
                <a:ext cx="5906880" cy="41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F7175C4-17AF-4821-AFF3-4479B1B0775E}"/>
                  </a:ext>
                </a:extLst>
              </p14:cNvPr>
              <p14:cNvContentPartPr/>
              <p14:nvPr/>
            </p14:nvContentPartPr>
            <p14:xfrm>
              <a:off x="6057360" y="2736720"/>
              <a:ext cx="5943600" cy="706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F7175C4-17AF-4821-AFF3-4479B1B077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8000" y="2727360"/>
                <a:ext cx="5962320" cy="72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1C46AA9-D527-4733-A1B8-630A5D29A21F}"/>
                  </a:ext>
                </a:extLst>
              </p14:cNvPr>
              <p14:cNvContentPartPr/>
              <p14:nvPr/>
            </p14:nvContentPartPr>
            <p14:xfrm>
              <a:off x="6116040" y="2307600"/>
              <a:ext cx="7200" cy="7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1C46AA9-D527-4733-A1B8-630A5D29A2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06680" y="2298240"/>
                <a:ext cx="259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2BA0599-69D5-9184-1C49-F2B09649086A}"/>
                  </a:ext>
                </a:extLst>
              </p14:cNvPr>
              <p14:cNvContentPartPr/>
              <p14:nvPr/>
            </p14:nvContentPartPr>
            <p14:xfrm>
              <a:off x="1627200" y="468360"/>
              <a:ext cx="10427040" cy="5216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2BA0599-69D5-9184-1C49-F2B0964908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7840" y="459000"/>
                <a:ext cx="10445760" cy="523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60805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ECD1F-5E3B-4A48-A1DD-01363431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3DC30-E201-4ACD-93A2-F2668B02FC8F}"/>
              </a:ext>
            </a:extLst>
          </p:cNvPr>
          <p:cNvSpPr txBox="1"/>
          <p:nvPr/>
        </p:nvSpPr>
        <p:spPr>
          <a:xfrm>
            <a:off x="116056" y="20938"/>
            <a:ext cx="11967659" cy="571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nMOS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Transistor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46DF9AC-F4FC-4285-8CD9-180225622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07" y="183045"/>
            <a:ext cx="6197977" cy="603269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57F424F-D6E2-4A7C-B01B-0276C67C5B6B}"/>
              </a:ext>
            </a:extLst>
          </p:cNvPr>
          <p:cNvSpPr txBox="1"/>
          <p:nvPr/>
        </p:nvSpPr>
        <p:spPr>
          <a:xfrm>
            <a:off x="3269161" y="2296884"/>
            <a:ext cx="500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26EFD6-1652-45AB-A5E4-B9913CBB3521}"/>
              </a:ext>
            </a:extLst>
          </p:cNvPr>
          <p:cNvSpPr txBox="1"/>
          <p:nvPr/>
        </p:nvSpPr>
        <p:spPr>
          <a:xfrm>
            <a:off x="1193570" y="1981982"/>
            <a:ext cx="500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35A450-206C-412C-B98F-43E298385862}"/>
              </a:ext>
            </a:extLst>
          </p:cNvPr>
          <p:cNvSpPr txBox="1"/>
          <p:nvPr/>
        </p:nvSpPr>
        <p:spPr>
          <a:xfrm>
            <a:off x="3719195" y="636113"/>
            <a:ext cx="74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AEC0C1-24AA-4396-A027-BD13BD0E3570}"/>
              </a:ext>
            </a:extLst>
          </p:cNvPr>
          <p:cNvSpPr txBox="1"/>
          <p:nvPr/>
        </p:nvSpPr>
        <p:spPr>
          <a:xfrm>
            <a:off x="4680588" y="820779"/>
            <a:ext cx="74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S/D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7A8681-520C-460D-9497-6869C5B5F096}"/>
              </a:ext>
            </a:extLst>
          </p:cNvPr>
          <p:cNvSpPr txBox="1"/>
          <p:nvPr/>
        </p:nvSpPr>
        <p:spPr>
          <a:xfrm>
            <a:off x="1694313" y="820779"/>
            <a:ext cx="74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S/D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8BD01C3-B1CF-41ED-91CF-A8A0CD13D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602" y="1841501"/>
            <a:ext cx="4903398" cy="175828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2E75B39-8ACC-4ED8-8BC8-82CDF699C975}"/>
              </a:ext>
            </a:extLst>
          </p:cNvPr>
          <p:cNvSpPr txBox="1"/>
          <p:nvPr/>
        </p:nvSpPr>
        <p:spPr>
          <a:xfrm>
            <a:off x="9063958" y="1190111"/>
            <a:ext cx="159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3-D View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74CA9D-2238-45EF-A690-BE3271EC7700}"/>
              </a:ext>
            </a:extLst>
          </p:cNvPr>
          <p:cNvSpPr txBox="1"/>
          <p:nvPr/>
        </p:nvSpPr>
        <p:spPr>
          <a:xfrm>
            <a:off x="2861219" y="5637111"/>
            <a:ext cx="3196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P-substrate</a:t>
            </a:r>
          </a:p>
        </p:txBody>
      </p:sp>
    </p:spTree>
    <p:extLst>
      <p:ext uri="{BB962C8B-B14F-4D97-AF65-F5344CB8AC3E}">
        <p14:creationId xmlns:p14="http://schemas.microsoft.com/office/powerpoint/2010/main" val="1372790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6DF9D-82AF-405F-86A0-E3EECD694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42841"/>
            <a:ext cx="6817160" cy="623178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ECD1F-5E3B-4A48-A1DD-01363431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3DC30-E201-4ACD-93A2-F2668B02FC8F}"/>
              </a:ext>
            </a:extLst>
          </p:cNvPr>
          <p:cNvSpPr txBox="1"/>
          <p:nvPr/>
        </p:nvSpPr>
        <p:spPr>
          <a:xfrm>
            <a:off x="116056" y="20938"/>
            <a:ext cx="11967659" cy="571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pMOS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Transistor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7F424F-D6E2-4A7C-B01B-0276C67C5B6B}"/>
              </a:ext>
            </a:extLst>
          </p:cNvPr>
          <p:cNvSpPr txBox="1"/>
          <p:nvPr/>
        </p:nvSpPr>
        <p:spPr>
          <a:xfrm>
            <a:off x="3269161" y="2296884"/>
            <a:ext cx="500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26EFD6-1652-45AB-A5E4-B9913CBB3521}"/>
              </a:ext>
            </a:extLst>
          </p:cNvPr>
          <p:cNvSpPr txBox="1"/>
          <p:nvPr/>
        </p:nvSpPr>
        <p:spPr>
          <a:xfrm>
            <a:off x="1193570" y="1981982"/>
            <a:ext cx="500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35A450-206C-412C-B98F-43E298385862}"/>
              </a:ext>
            </a:extLst>
          </p:cNvPr>
          <p:cNvSpPr txBox="1"/>
          <p:nvPr/>
        </p:nvSpPr>
        <p:spPr>
          <a:xfrm>
            <a:off x="3719194" y="583373"/>
            <a:ext cx="74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AEC0C1-24AA-4396-A027-BD13BD0E3570}"/>
              </a:ext>
            </a:extLst>
          </p:cNvPr>
          <p:cNvSpPr txBox="1"/>
          <p:nvPr/>
        </p:nvSpPr>
        <p:spPr>
          <a:xfrm>
            <a:off x="4652861" y="737627"/>
            <a:ext cx="74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S/D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7A8681-520C-460D-9497-6869C5B5F096}"/>
              </a:ext>
            </a:extLst>
          </p:cNvPr>
          <p:cNvSpPr txBox="1"/>
          <p:nvPr/>
        </p:nvSpPr>
        <p:spPr>
          <a:xfrm>
            <a:off x="1675440" y="687763"/>
            <a:ext cx="74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S/D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74CA9D-2238-45EF-A690-BE3271EC7700}"/>
              </a:ext>
            </a:extLst>
          </p:cNvPr>
          <p:cNvSpPr txBox="1"/>
          <p:nvPr/>
        </p:nvSpPr>
        <p:spPr>
          <a:xfrm>
            <a:off x="3054384" y="5251156"/>
            <a:ext cx="3196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N-well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EE98A8-29E4-445A-A715-877302DD6506}"/>
              </a:ext>
            </a:extLst>
          </p:cNvPr>
          <p:cNvSpPr txBox="1"/>
          <p:nvPr/>
        </p:nvSpPr>
        <p:spPr>
          <a:xfrm>
            <a:off x="2774134" y="5896420"/>
            <a:ext cx="3196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P-substrate</a:t>
            </a:r>
          </a:p>
        </p:txBody>
      </p:sp>
    </p:spTree>
    <p:extLst>
      <p:ext uri="{BB962C8B-B14F-4D97-AF65-F5344CB8AC3E}">
        <p14:creationId xmlns:p14="http://schemas.microsoft.com/office/powerpoint/2010/main" val="267812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748BC5-F345-472E-98FA-062549BB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9CF85DA-30E8-42D1-BE92-CA1923024B0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7108" y="748146"/>
              <a:ext cx="11471563" cy="55509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9164">
                      <a:extLst>
                        <a:ext uri="{9D8B030D-6E8A-4147-A177-3AD203B41FA5}">
                          <a16:colId xmlns:a16="http://schemas.microsoft.com/office/drawing/2014/main" val="3302152423"/>
                        </a:ext>
                      </a:extLst>
                    </a:gridCol>
                    <a:gridCol w="3962399">
                      <a:extLst>
                        <a:ext uri="{9D8B030D-6E8A-4147-A177-3AD203B41FA5}">
                          <a16:colId xmlns:a16="http://schemas.microsoft.com/office/drawing/2014/main" val="2477925300"/>
                        </a:ext>
                      </a:extLst>
                    </a:gridCol>
                  </a:tblGrid>
                  <a:tr h="110091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22563440"/>
                      </a:ext>
                    </a:extLst>
                  </a:tr>
                  <a:tr h="132363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𝑙𝑖𝑛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𝑂𝑋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𝐺𝑆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𝐷𝑆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𝐷𝑆</m:t>
                                      </m:r>
                                    </m:sub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  <a:p>
                          <a:pPr algn="l"/>
                          <a:endParaRPr lang="en-US" sz="2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𝑙𝑖𝑛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𝑂𝑋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𝐺𝑆</m:t>
                                            </m:r>
                                          </m:sub>
                                        </m:s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𝐷𝑆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and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and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𝑠𝑚𝑎𝑙𝑙</m:t>
                              </m:r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77132146"/>
                      </a:ext>
                    </a:extLst>
                  </a:tr>
                  <a:tr h="11009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𝑠𝑎𝑡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𝑂𝑋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𝐺𝑆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and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46542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9CF85DA-30E8-42D1-BE92-CA1923024B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8462494"/>
                  </p:ext>
                </p:extLst>
              </p:nvPr>
            </p:nvGraphicFramePr>
            <p:xfrm>
              <a:off x="307108" y="748146"/>
              <a:ext cx="11471563" cy="55509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9164">
                      <a:extLst>
                        <a:ext uri="{9D8B030D-6E8A-4147-A177-3AD203B41FA5}">
                          <a16:colId xmlns:a16="http://schemas.microsoft.com/office/drawing/2014/main" val="3302152423"/>
                        </a:ext>
                      </a:extLst>
                    </a:gridCol>
                    <a:gridCol w="3962399">
                      <a:extLst>
                        <a:ext uri="{9D8B030D-6E8A-4147-A177-3AD203B41FA5}">
                          <a16:colId xmlns:a16="http://schemas.microsoft.com/office/drawing/2014/main" val="2477925300"/>
                        </a:ext>
                      </a:extLst>
                    </a:gridCol>
                  </a:tblGrid>
                  <a:tr h="11009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525" r="-52717" b="-4038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9692" t="-5525" b="-4038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2563440"/>
                      </a:ext>
                    </a:extLst>
                  </a:tr>
                  <a:tr h="3078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7747" r="-52717" b="-444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9692" t="-37747" b="-444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132146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9778" r="-527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9692" t="-309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542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67D53E60-114D-42E0-9236-D549563B14D2}"/>
              </a:ext>
            </a:extLst>
          </p:cNvPr>
          <p:cNvSpPr txBox="1">
            <a:spLocks/>
          </p:cNvSpPr>
          <p:nvPr/>
        </p:nvSpPr>
        <p:spPr>
          <a:xfrm>
            <a:off x="0" y="3"/>
            <a:ext cx="12168908" cy="365125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I-V Equation for nMOS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58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9BA345-1F63-4569-95BD-83AFE7C4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E66A973-B37C-4BB2-8079-314CFAAAC04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0218" y="695214"/>
              <a:ext cx="11471563" cy="55509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9164">
                      <a:extLst>
                        <a:ext uri="{9D8B030D-6E8A-4147-A177-3AD203B41FA5}">
                          <a16:colId xmlns:a16="http://schemas.microsoft.com/office/drawing/2014/main" val="3302152423"/>
                        </a:ext>
                      </a:extLst>
                    </a:gridCol>
                    <a:gridCol w="3962399">
                      <a:extLst>
                        <a:ext uri="{9D8B030D-6E8A-4147-A177-3AD203B41FA5}">
                          <a16:colId xmlns:a16="http://schemas.microsoft.com/office/drawing/2014/main" val="2477925300"/>
                        </a:ext>
                      </a:extLst>
                    </a:gridCol>
                  </a:tblGrid>
                  <a:tr h="110091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22563440"/>
                      </a:ext>
                    </a:extLst>
                  </a:tr>
                  <a:tr h="132363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𝑙𝑖𝑛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𝑂𝑋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𝐺𝑆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𝐷𝑆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𝐷𝑆</m:t>
                                      </m:r>
                                    </m:sub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𝑙𝑖𝑛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𝑂𝑋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𝐺𝑆</m:t>
                                            </m:r>
                                          </m:sub>
                                        </m:s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𝐷𝑆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and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and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𝑠𝑚𝑎𝑙𝑙</m:t>
                              </m:r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77132146"/>
                      </a:ext>
                    </a:extLst>
                  </a:tr>
                  <a:tr h="11009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𝑠𝑎𝑡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𝑂𝑋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𝐺𝑆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and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46542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E66A973-B37C-4BB2-8079-314CFAAAC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1836962"/>
                  </p:ext>
                </p:extLst>
              </p:nvPr>
            </p:nvGraphicFramePr>
            <p:xfrm>
              <a:off x="360218" y="695214"/>
              <a:ext cx="11471563" cy="55509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9164">
                      <a:extLst>
                        <a:ext uri="{9D8B030D-6E8A-4147-A177-3AD203B41FA5}">
                          <a16:colId xmlns:a16="http://schemas.microsoft.com/office/drawing/2014/main" val="3302152423"/>
                        </a:ext>
                      </a:extLst>
                    </a:gridCol>
                    <a:gridCol w="3962399">
                      <a:extLst>
                        <a:ext uri="{9D8B030D-6E8A-4147-A177-3AD203B41FA5}">
                          <a16:colId xmlns:a16="http://schemas.microsoft.com/office/drawing/2014/main" val="2477925300"/>
                        </a:ext>
                      </a:extLst>
                    </a:gridCol>
                  </a:tblGrid>
                  <a:tr h="11009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525" r="-52760" b="-403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89538" t="-5525" b="-4033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2563440"/>
                      </a:ext>
                    </a:extLst>
                  </a:tr>
                  <a:tr h="3078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7822" r="-52760" b="-445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89538" t="-37822" b="-445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132146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9333" r="-527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89538" t="-3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542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2751F4D8-77A0-45B6-85B0-F767AA159F09}"/>
              </a:ext>
            </a:extLst>
          </p:cNvPr>
          <p:cNvSpPr txBox="1">
            <a:spLocks/>
          </p:cNvSpPr>
          <p:nvPr/>
        </p:nvSpPr>
        <p:spPr>
          <a:xfrm>
            <a:off x="0" y="3"/>
            <a:ext cx="12168908" cy="365125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I-V Equation for pMOS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18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EA22F-1015-4B2B-BDC1-7E112FAC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102A74-C984-4802-A349-A5E9D78240DB}"/>
              </a:ext>
            </a:extLst>
          </p:cNvPr>
          <p:cNvSpPr txBox="1">
            <a:spLocks/>
          </p:cNvSpPr>
          <p:nvPr/>
        </p:nvSpPr>
        <p:spPr>
          <a:xfrm>
            <a:off x="0" y="-20545"/>
            <a:ext cx="12168908" cy="365125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Structure and Operation of  MOSFET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FA634-C87E-4B91-8D86-A05C57073060}"/>
              </a:ext>
            </a:extLst>
          </p:cNvPr>
          <p:cNvSpPr/>
          <p:nvPr/>
        </p:nvSpPr>
        <p:spPr>
          <a:xfrm>
            <a:off x="620418" y="4757604"/>
            <a:ext cx="114487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400" dirty="0"/>
              <a:t>Circuit Symbols of MOSFETs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400" dirty="0"/>
              <a:t>The source is the n+(p+) region which has a lower (higher) potential than the other n+(p+) region in an n-channel (p-channel) MOSFET device.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400" dirty="0"/>
              <a:t>All the terminal voltage of the device are defined with respect to the source potential.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32FE6-0B15-4C0E-B84F-4CA68F32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7" y="628244"/>
            <a:ext cx="6965259" cy="1735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2F6B0-CFFA-4C8C-9658-3C62FCA0B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88" y="2770277"/>
            <a:ext cx="6965258" cy="18294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FCA3677-15F9-407B-9EF7-70EA4027EA7E}"/>
                  </a:ext>
                </a:extLst>
              </p14:cNvPr>
              <p14:cNvContentPartPr/>
              <p14:nvPr/>
            </p14:nvContentPartPr>
            <p14:xfrm>
              <a:off x="604440" y="444960"/>
              <a:ext cx="11104560" cy="3358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FCA3677-15F9-407B-9EF7-70EA4027EA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5080" y="435600"/>
                <a:ext cx="11123280" cy="33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E4646A-9E9A-4DB9-8614-30BB6CC303C2}"/>
                  </a:ext>
                </a:extLst>
              </p14:cNvPr>
              <p14:cNvContentPartPr/>
              <p14:nvPr/>
            </p14:nvContentPartPr>
            <p14:xfrm>
              <a:off x="1314720" y="1118880"/>
              <a:ext cx="3801960" cy="2232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E4646A-9E9A-4DB9-8614-30BB6CC303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5360" y="1109520"/>
                <a:ext cx="3820680" cy="22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AB0A026-2299-4125-990C-27FCEDCD7E9D}"/>
                  </a:ext>
                </a:extLst>
              </p14:cNvPr>
              <p14:cNvContentPartPr/>
              <p14:nvPr/>
            </p14:nvContentPartPr>
            <p14:xfrm>
              <a:off x="1429920" y="1011960"/>
              <a:ext cx="10310040" cy="2877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AB0A026-2299-4125-990C-27FCEDCD7E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20560" y="1002600"/>
                <a:ext cx="10328760" cy="289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88405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F62A6F-7F91-4727-B969-42F345F4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D65096-5BE3-4A83-8704-B5C59FDDDEFE}"/>
              </a:ext>
            </a:extLst>
          </p:cNvPr>
          <p:cNvSpPr txBox="1">
            <a:spLocks/>
          </p:cNvSpPr>
          <p:nvPr/>
        </p:nvSpPr>
        <p:spPr>
          <a:xfrm>
            <a:off x="0" y="3"/>
            <a:ext cx="12168908" cy="365125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MOSFET Operation : A Quick View</a:t>
            </a:r>
            <a:endParaRPr lang="en-US" dirty="0"/>
          </a:p>
        </p:txBody>
      </p:sp>
      <p:pic>
        <p:nvPicPr>
          <p:cNvPr id="5" name="내용 개체 틀 5" descr="kan60539_0314.jpg">
            <a:extLst>
              <a:ext uri="{FF2B5EF4-FFF2-40B4-BE49-F238E27FC236}">
                <a16:creationId xmlns:a16="http://schemas.microsoft.com/office/drawing/2014/main" id="{EFA59CD5-8BDF-4BF3-AEA2-EA0CB6E28B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67"/>
          <a:stretch/>
        </p:blipFill>
        <p:spPr bwMode="auto">
          <a:xfrm>
            <a:off x="126273" y="933651"/>
            <a:ext cx="3564524" cy="5388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5FFE0A6-DCAD-4ABD-AEBA-97046D268B62}"/>
              </a:ext>
            </a:extLst>
          </p:cNvPr>
          <p:cNvSpPr txBox="1">
            <a:spLocks/>
          </p:cNvSpPr>
          <p:nvPr/>
        </p:nvSpPr>
        <p:spPr>
          <a:xfrm>
            <a:off x="4259019" y="735874"/>
            <a:ext cx="7523678" cy="55865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For V</a:t>
            </a:r>
            <a:r>
              <a:rPr lang="en-US" altLang="ko-KR" baseline="-25000" dirty="0"/>
              <a:t>GS</a:t>
            </a:r>
            <a:r>
              <a:rPr lang="en-US" altLang="ko-KR" dirty="0"/>
              <a:t>&gt;V</a:t>
            </a:r>
            <a:r>
              <a:rPr lang="en-US" altLang="ko-KR" baseline="-25000" dirty="0"/>
              <a:t>T0</a:t>
            </a:r>
            <a:r>
              <a:rPr lang="en-US" altLang="ko-KR" dirty="0"/>
              <a:t> ,  V</a:t>
            </a:r>
            <a:r>
              <a:rPr lang="en-US" altLang="ko-KR" baseline="-25000" dirty="0"/>
              <a:t>DS</a:t>
            </a:r>
            <a:r>
              <a:rPr lang="en-US" altLang="ko-KR" dirty="0"/>
              <a:t>=0</a:t>
            </a:r>
          </a:p>
          <a:p>
            <a:pPr lvl="1"/>
            <a:r>
              <a:rPr lang="en-US" altLang="ko-KR" dirty="0"/>
              <a:t>Drain current I</a:t>
            </a:r>
            <a:r>
              <a:rPr lang="en-US" altLang="ko-KR" baseline="-25000" dirty="0"/>
              <a:t>D</a:t>
            </a:r>
            <a:r>
              <a:rPr lang="en-US" altLang="ko-KR" dirty="0"/>
              <a:t> equal to zero.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For V</a:t>
            </a:r>
            <a:r>
              <a:rPr lang="en-US" altLang="ko-KR" baseline="-25000" dirty="0"/>
              <a:t>GS</a:t>
            </a:r>
            <a:r>
              <a:rPr lang="en-US" altLang="ko-KR" dirty="0"/>
              <a:t>&gt;V</a:t>
            </a:r>
            <a:r>
              <a:rPr lang="en-US" altLang="ko-KR" baseline="-25000" dirty="0"/>
              <a:t>T0</a:t>
            </a:r>
            <a:r>
              <a:rPr lang="en-US" altLang="ko-KR" dirty="0"/>
              <a:t> ,  0 &lt; V</a:t>
            </a:r>
            <a:r>
              <a:rPr lang="en-US" altLang="ko-KR" baseline="-25000" dirty="0"/>
              <a:t>DS </a:t>
            </a:r>
            <a:r>
              <a:rPr lang="en-US" altLang="ko-KR" dirty="0"/>
              <a:t>&lt; V</a:t>
            </a:r>
            <a:r>
              <a:rPr lang="en-US" altLang="ko-KR" baseline="-25000" dirty="0"/>
              <a:t>DSAT</a:t>
            </a:r>
          </a:p>
          <a:p>
            <a:pPr lvl="1"/>
            <a:r>
              <a:rPr lang="en-US" altLang="ko-KR" dirty="0"/>
              <a:t>Drain current I</a:t>
            </a:r>
            <a:r>
              <a:rPr lang="en-US" altLang="ko-KR" baseline="-25000" dirty="0"/>
              <a:t>D</a:t>
            </a:r>
            <a:r>
              <a:rPr lang="en-US" altLang="ko-KR" dirty="0"/>
              <a:t> proportional to V</a:t>
            </a:r>
            <a:r>
              <a:rPr lang="en-US" altLang="ko-KR" baseline="-25000" dirty="0"/>
              <a:t>DS</a:t>
            </a:r>
          </a:p>
          <a:p>
            <a:pPr lvl="1"/>
            <a:r>
              <a:rPr lang="en-US" altLang="ko-KR" dirty="0"/>
              <a:t>Called the linear mode (or linear region).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For V</a:t>
            </a:r>
            <a:r>
              <a:rPr lang="en-US" altLang="ko-KR" baseline="-25000" dirty="0"/>
              <a:t>GS</a:t>
            </a:r>
            <a:r>
              <a:rPr lang="en-US" altLang="ko-KR" dirty="0"/>
              <a:t>&gt;V</a:t>
            </a:r>
            <a:r>
              <a:rPr lang="en-US" altLang="ko-KR" baseline="-25000" dirty="0"/>
              <a:t>T0</a:t>
            </a:r>
            <a:r>
              <a:rPr lang="en-US" altLang="ko-KR" dirty="0"/>
              <a:t> ,  V</a:t>
            </a:r>
            <a:r>
              <a:rPr lang="en-US" altLang="ko-KR" baseline="-25000" dirty="0"/>
              <a:t>DS </a:t>
            </a:r>
            <a:r>
              <a:rPr lang="en-US" altLang="ko-KR" dirty="0"/>
              <a:t>= V</a:t>
            </a:r>
            <a:r>
              <a:rPr lang="en-US" altLang="ko-KR" baseline="-25000" dirty="0"/>
              <a:t>DSAT</a:t>
            </a:r>
          </a:p>
          <a:p>
            <a:pPr lvl="1"/>
            <a:r>
              <a:rPr lang="en-US" altLang="ko-KR" dirty="0"/>
              <a:t>Inversion charge at the drain is reduced to zero : pinch-off point.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For V</a:t>
            </a:r>
            <a:r>
              <a:rPr lang="en-US" altLang="ko-KR" baseline="-25000" dirty="0"/>
              <a:t>GS</a:t>
            </a:r>
            <a:r>
              <a:rPr lang="en-US" altLang="ko-KR" dirty="0"/>
              <a:t>&gt;V</a:t>
            </a:r>
            <a:r>
              <a:rPr lang="en-US" altLang="ko-KR" baseline="-25000" dirty="0"/>
              <a:t>T0</a:t>
            </a:r>
            <a:r>
              <a:rPr lang="en-US" altLang="ko-KR" dirty="0"/>
              <a:t> ,  V</a:t>
            </a:r>
            <a:r>
              <a:rPr lang="en-US" altLang="ko-KR" baseline="-25000" dirty="0"/>
              <a:t>DS</a:t>
            </a:r>
            <a:r>
              <a:rPr lang="en-US" altLang="ko-KR" dirty="0"/>
              <a:t> &gt; V</a:t>
            </a:r>
            <a:r>
              <a:rPr lang="en-US" altLang="ko-KR" baseline="-25000" dirty="0"/>
              <a:t>DSAT 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A depleted surface region forms adjacent to the drain and grows toward source.</a:t>
            </a:r>
          </a:p>
          <a:p>
            <a:pPr lvl="1"/>
            <a:r>
              <a:rPr lang="en-US" altLang="ko-KR" dirty="0"/>
              <a:t>Called Saturation mode (or saturation region)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C8CFE74-8B62-428A-8AAC-04140F9BCEC8}"/>
                  </a:ext>
                </a:extLst>
              </p14:cNvPr>
              <p14:cNvContentPartPr/>
              <p14:nvPr/>
            </p14:nvContentPartPr>
            <p14:xfrm>
              <a:off x="2754360" y="1465920"/>
              <a:ext cx="1343880" cy="1992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C8CFE74-8B62-428A-8AAC-04140F9BCE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5000" y="1456560"/>
                <a:ext cx="1362600" cy="20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9BFF1B-245E-3B53-A8C8-966E74FFD37C}"/>
                  </a:ext>
                </a:extLst>
              </p14:cNvPr>
              <p14:cNvContentPartPr/>
              <p14:nvPr/>
            </p14:nvContentPartPr>
            <p14:xfrm>
              <a:off x="8890560" y="2880"/>
              <a:ext cx="2359440" cy="1899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9BFF1B-245E-3B53-A8C8-966E74FFD3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81200" y="-6480"/>
                <a:ext cx="2378160" cy="19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2045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0046-D056-4606-A8B8-5F2A0115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 Capacitance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263E-1CBD-40F3-99A6-3BBC13548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4898-8008-4705-AA63-AEFCE498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755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E83EDC-ED6B-406A-9C3F-ECB612E9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2CEC9-DB95-453A-A59F-8AB29449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1900"/>
            <a:ext cx="2504440" cy="2761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Silicon Institute of Technology</a:t>
            </a:r>
            <a:endParaRPr lang="en-US" dirty="0"/>
          </a:p>
        </p:txBody>
      </p:sp>
      <p:pic>
        <p:nvPicPr>
          <p:cNvPr id="7" name="내용 개체 틀 5" descr="kan60539_0329.jpg">
            <a:extLst>
              <a:ext uri="{FF2B5EF4-FFF2-40B4-BE49-F238E27FC236}">
                <a16:creationId xmlns:a16="http://schemas.microsoft.com/office/drawing/2014/main" id="{892BA93B-1903-487D-A538-E899277B13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47"/>
          <a:stretch/>
        </p:blipFill>
        <p:spPr>
          <a:xfrm>
            <a:off x="998839" y="912348"/>
            <a:ext cx="5021476" cy="51572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6F1F7F-C58B-4A74-BFCE-FC1E70CD4242}"/>
                  </a:ext>
                </a:extLst>
              </p14:cNvPr>
              <p14:cNvContentPartPr/>
              <p14:nvPr/>
            </p14:nvContentPartPr>
            <p14:xfrm>
              <a:off x="1186200" y="3729240"/>
              <a:ext cx="5027040" cy="2305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6F1F7F-C58B-4A74-BFCE-FC1E70CD42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6840" y="3719880"/>
                <a:ext cx="5045760" cy="23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2412B73-1423-4715-8316-514BC027A565}"/>
                  </a:ext>
                </a:extLst>
              </p14:cNvPr>
              <p14:cNvContentPartPr/>
              <p14:nvPr/>
            </p14:nvContentPartPr>
            <p14:xfrm>
              <a:off x="6299280" y="4469580"/>
              <a:ext cx="1837440" cy="498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2412B73-1423-4715-8316-514BC027A5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9920" y="4460220"/>
                <a:ext cx="185616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81BE242-787E-4CA0-BA4D-011B91FE6D21}"/>
                  </a:ext>
                </a:extLst>
              </p14:cNvPr>
              <p14:cNvContentPartPr/>
              <p14:nvPr/>
            </p14:nvContentPartPr>
            <p14:xfrm>
              <a:off x="2203920" y="4564440"/>
              <a:ext cx="5525280" cy="630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81BE242-787E-4CA0-BA4D-011B91FE6D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94560" y="4555080"/>
                <a:ext cx="5544000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0083CD-E459-4F30-9857-8C4047B45EE4}"/>
                  </a:ext>
                </a:extLst>
              </p14:cNvPr>
              <p14:cNvContentPartPr/>
              <p14:nvPr/>
            </p14:nvContentPartPr>
            <p14:xfrm>
              <a:off x="1625760" y="5207040"/>
              <a:ext cx="6347160" cy="562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0083CD-E459-4F30-9857-8C4047B45E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16400" y="5197680"/>
                <a:ext cx="636588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56EDCF5-D787-45CE-94AE-9BBE65828BFF}"/>
                  </a:ext>
                </a:extLst>
              </p14:cNvPr>
              <p14:cNvContentPartPr/>
              <p14:nvPr/>
            </p14:nvContentPartPr>
            <p14:xfrm>
              <a:off x="6978600" y="1349280"/>
              <a:ext cx="2714040" cy="2450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56EDCF5-D787-45CE-94AE-9BBE65828BF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69240" y="1339920"/>
                <a:ext cx="2732760" cy="24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5F769C-E15E-4C0B-8673-9969C8A5920F}"/>
                  </a:ext>
                </a:extLst>
              </p14:cNvPr>
              <p14:cNvContentPartPr/>
              <p14:nvPr/>
            </p14:nvContentPartPr>
            <p14:xfrm>
              <a:off x="3384720" y="4915440"/>
              <a:ext cx="211320" cy="623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5F769C-E15E-4C0B-8673-9969C8A5920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75360" y="4906080"/>
                <a:ext cx="230040" cy="64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EC0496-32EA-433F-8FF6-46E796AAAA42}"/>
                  </a:ext>
                </a:extLst>
              </p14:cNvPr>
              <p14:cNvContentPartPr/>
              <p14:nvPr/>
            </p14:nvContentPartPr>
            <p14:xfrm>
              <a:off x="2262600" y="2518560"/>
              <a:ext cx="6219720" cy="2158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EC0496-32EA-433F-8FF6-46E796AAAA4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3240" y="2509200"/>
                <a:ext cx="6238440" cy="21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CBD7B24-3BCA-4792-A762-12FAE96035EB}"/>
                  </a:ext>
                </a:extLst>
              </p14:cNvPr>
              <p14:cNvContentPartPr/>
              <p14:nvPr/>
            </p14:nvContentPartPr>
            <p14:xfrm>
              <a:off x="1555920" y="1547640"/>
              <a:ext cx="5535720" cy="3651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CBD7B24-3BCA-4792-A762-12FAE96035E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46560" y="1538280"/>
                <a:ext cx="5554440" cy="36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46AE636-0FBF-4B68-B8AA-F76BD4113AA1}"/>
                  </a:ext>
                </a:extLst>
              </p14:cNvPr>
              <p14:cNvContentPartPr/>
              <p14:nvPr/>
            </p14:nvContentPartPr>
            <p14:xfrm>
              <a:off x="3141360" y="1484640"/>
              <a:ext cx="5376960" cy="3038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46AE636-0FBF-4B68-B8AA-F76BD4113A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32000" y="1475280"/>
                <a:ext cx="5395680" cy="30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D89C3ED-C2EB-4316-A5F8-542D4562DAEC}"/>
                  </a:ext>
                </a:extLst>
              </p14:cNvPr>
              <p14:cNvContentPartPr/>
              <p14:nvPr/>
            </p14:nvContentPartPr>
            <p14:xfrm>
              <a:off x="1268640" y="1593000"/>
              <a:ext cx="7971480" cy="3985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D89C3ED-C2EB-4316-A5F8-542D4562DAE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59280" y="1583640"/>
                <a:ext cx="7990200" cy="40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758EEA7-4147-4B94-9E4F-64B1F47C072A}"/>
                  </a:ext>
                </a:extLst>
              </p14:cNvPr>
              <p14:cNvContentPartPr/>
              <p14:nvPr/>
            </p14:nvContentPartPr>
            <p14:xfrm>
              <a:off x="4214160" y="576720"/>
              <a:ext cx="6371640" cy="5451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758EEA7-4147-4B94-9E4F-64B1F47C072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04800" y="567360"/>
                <a:ext cx="6390360" cy="54702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6BF4BBA-7658-44FE-829C-303D68C231A1}"/>
              </a:ext>
            </a:extLst>
          </p:cNvPr>
          <p:cNvSpPr txBox="1"/>
          <p:nvPr/>
        </p:nvSpPr>
        <p:spPr>
          <a:xfrm>
            <a:off x="116056" y="19249"/>
            <a:ext cx="11967659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6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 Capacitance</a:t>
            </a:r>
          </a:p>
        </p:txBody>
      </p:sp>
    </p:spTree>
    <p:extLst>
      <p:ext uri="{BB962C8B-B14F-4D97-AF65-F5344CB8AC3E}">
        <p14:creationId xmlns:p14="http://schemas.microsoft.com/office/powerpoint/2010/main" val="25092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27F081-B937-492F-9A61-1DE6370F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46</a:t>
            </a:fld>
            <a:endParaRPr lang="en-US"/>
          </a:p>
        </p:txBody>
      </p:sp>
      <p:pic>
        <p:nvPicPr>
          <p:cNvPr id="3" name="그림 10" descr="kan60539_0331.jpg">
            <a:extLst>
              <a:ext uri="{FF2B5EF4-FFF2-40B4-BE49-F238E27FC236}">
                <a16:creationId xmlns:a16="http://schemas.microsoft.com/office/drawing/2014/main" id="{B64185A1-1BAC-4A7E-9592-FC168AE0F5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33" t="1714" b="70975"/>
          <a:stretch/>
        </p:blipFill>
        <p:spPr>
          <a:xfrm>
            <a:off x="1121837" y="1196264"/>
            <a:ext cx="4877950" cy="19154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70BB1D-C53B-4ED2-B3CD-0D0A9F517845}"/>
                  </a:ext>
                </a:extLst>
              </p14:cNvPr>
              <p14:cNvContentPartPr/>
              <p14:nvPr/>
            </p14:nvContentPartPr>
            <p14:xfrm>
              <a:off x="1264302" y="253539"/>
              <a:ext cx="9512640" cy="3598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70BB1D-C53B-4ED2-B3CD-0D0A9F5178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4942" y="244179"/>
                <a:ext cx="9531360" cy="36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B979E0-D08E-400C-B2EC-0D05DDF35F2F}"/>
                  </a:ext>
                </a:extLst>
              </p14:cNvPr>
              <p14:cNvContentPartPr/>
              <p14:nvPr/>
            </p14:nvContentPartPr>
            <p14:xfrm>
              <a:off x="8318142" y="1409499"/>
              <a:ext cx="876240" cy="140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B979E0-D08E-400C-B2EC-0D05DDF35F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08782" y="1400139"/>
                <a:ext cx="894960" cy="14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F8C38B-B066-4B25-9E05-C6D526FE05B5}"/>
                  </a:ext>
                </a:extLst>
              </p14:cNvPr>
              <p14:cNvContentPartPr/>
              <p14:nvPr/>
            </p14:nvContentPartPr>
            <p14:xfrm>
              <a:off x="221382" y="1431819"/>
              <a:ext cx="9802080" cy="3862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F8C38B-B066-4B25-9E05-C6D526FE05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022" y="1422459"/>
                <a:ext cx="9820800" cy="38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A28A41-5C95-4818-B93A-1C516625F6E2}"/>
                  </a:ext>
                </a:extLst>
              </p14:cNvPr>
              <p14:cNvContentPartPr/>
              <p14:nvPr/>
            </p14:nvContentPartPr>
            <p14:xfrm>
              <a:off x="7737462" y="2079819"/>
              <a:ext cx="2546280" cy="2193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A28A41-5C95-4818-B93A-1C516625F6E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28102" y="2070459"/>
                <a:ext cx="2565000" cy="22125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89E0DB6-B420-4986-A75F-0A9DA9F826EE}"/>
              </a:ext>
            </a:extLst>
          </p:cNvPr>
          <p:cNvSpPr txBox="1"/>
          <p:nvPr/>
        </p:nvSpPr>
        <p:spPr>
          <a:xfrm>
            <a:off x="116056" y="19249"/>
            <a:ext cx="11967659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 Dependent MOS Capacitance: Cut-Off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2208D72-C9FC-4969-AFF2-9D7DFA307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603" y="3334792"/>
            <a:ext cx="5157013" cy="314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11E136-9FB6-4D4B-9067-9CCB56DDCF82}"/>
                  </a:ext>
                </a:extLst>
              </p14:cNvPr>
              <p14:cNvContentPartPr/>
              <p14:nvPr/>
            </p14:nvContentPartPr>
            <p14:xfrm>
              <a:off x="3485520" y="3658320"/>
              <a:ext cx="1356120" cy="2482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11E136-9FB6-4D4B-9067-9CCB56DDCF8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76160" y="3648960"/>
                <a:ext cx="1374840" cy="25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59BE2CE-179B-4E50-A0D3-7508928861F6}"/>
                  </a:ext>
                </a:extLst>
              </p14:cNvPr>
              <p14:cNvContentPartPr/>
              <p14:nvPr/>
            </p14:nvContentPartPr>
            <p14:xfrm>
              <a:off x="1405080" y="1359000"/>
              <a:ext cx="5103360" cy="239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59BE2CE-179B-4E50-A0D3-7508928861F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95720" y="1349640"/>
                <a:ext cx="5122080" cy="2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772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27F081-B937-492F-9A61-1DE6370F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70BB1D-C53B-4ED2-B3CD-0D0A9F517845}"/>
                  </a:ext>
                </a:extLst>
              </p14:cNvPr>
              <p14:cNvContentPartPr/>
              <p14:nvPr/>
            </p14:nvContentPartPr>
            <p14:xfrm>
              <a:off x="1264302" y="253539"/>
              <a:ext cx="9512640" cy="3598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70BB1D-C53B-4ED2-B3CD-0D0A9F5178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4942" y="244179"/>
                <a:ext cx="9531360" cy="36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B979E0-D08E-400C-B2EC-0D05DDF35F2F}"/>
                  </a:ext>
                </a:extLst>
              </p14:cNvPr>
              <p14:cNvContentPartPr/>
              <p14:nvPr/>
            </p14:nvContentPartPr>
            <p14:xfrm>
              <a:off x="8318142" y="1409499"/>
              <a:ext cx="876240" cy="140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B979E0-D08E-400C-B2EC-0D05DDF35F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8782" y="1400139"/>
                <a:ext cx="894960" cy="14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F8C38B-B066-4B25-9E05-C6D526FE05B5}"/>
                  </a:ext>
                </a:extLst>
              </p14:cNvPr>
              <p14:cNvContentPartPr/>
              <p14:nvPr/>
            </p14:nvContentPartPr>
            <p14:xfrm>
              <a:off x="221382" y="1431819"/>
              <a:ext cx="9802080" cy="3862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F8C38B-B066-4B25-9E05-C6D526FE05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022" y="1422459"/>
                <a:ext cx="9820800" cy="38811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89E0DB6-B420-4986-A75F-0A9DA9F826EE}"/>
              </a:ext>
            </a:extLst>
          </p:cNvPr>
          <p:cNvSpPr txBox="1"/>
          <p:nvPr/>
        </p:nvSpPr>
        <p:spPr>
          <a:xfrm>
            <a:off x="116056" y="19249"/>
            <a:ext cx="11967659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 Dependent MOS Capacitance: Linear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2208D72-C9FC-4969-AFF2-9D7DFA307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603" y="3334792"/>
            <a:ext cx="5157013" cy="314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그림 10" descr="kan60539_0331.jpg">
            <a:extLst>
              <a:ext uri="{FF2B5EF4-FFF2-40B4-BE49-F238E27FC236}">
                <a16:creationId xmlns:a16="http://schemas.microsoft.com/office/drawing/2014/main" id="{B64185A1-1BAC-4A7E-9592-FC168AE0F5A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2133" t="36820" b="36702"/>
          <a:stretch/>
        </p:blipFill>
        <p:spPr>
          <a:xfrm>
            <a:off x="1121837" y="1213504"/>
            <a:ext cx="4877950" cy="18569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427C4A-756B-4A2B-81A8-B8F87DB3D62C}"/>
                  </a:ext>
                </a:extLst>
              </p14:cNvPr>
              <p14:cNvContentPartPr/>
              <p14:nvPr/>
            </p14:nvContentPartPr>
            <p14:xfrm>
              <a:off x="1936080" y="612720"/>
              <a:ext cx="7219440" cy="336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427C4A-756B-4A2B-81A8-B8F87DB3D62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26720" y="603360"/>
                <a:ext cx="7238160" cy="3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8BCE85C-7EC3-40DD-948D-15DF7AE50BF0}"/>
                  </a:ext>
                </a:extLst>
              </p14:cNvPr>
              <p14:cNvContentPartPr/>
              <p14:nvPr/>
            </p14:nvContentPartPr>
            <p14:xfrm>
              <a:off x="3800880" y="1011960"/>
              <a:ext cx="5244840" cy="1232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8BCE85C-7EC3-40DD-948D-15DF7AE50B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91520" y="1002600"/>
                <a:ext cx="5263560" cy="12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A1130E-55DF-4722-8A10-923535E8D092}"/>
                  </a:ext>
                </a:extLst>
              </p14:cNvPr>
              <p14:cNvContentPartPr/>
              <p14:nvPr/>
            </p14:nvContentPartPr>
            <p14:xfrm>
              <a:off x="1282680" y="2179440"/>
              <a:ext cx="8526600" cy="4297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A1130E-55DF-4722-8A10-923535E8D09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73320" y="2170080"/>
                <a:ext cx="8545320" cy="43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C293420-6898-4E62-9079-19A3251029C3}"/>
                  </a:ext>
                </a:extLst>
              </p14:cNvPr>
              <p14:cNvContentPartPr/>
              <p14:nvPr/>
            </p14:nvContentPartPr>
            <p14:xfrm>
              <a:off x="3456360" y="1503720"/>
              <a:ext cx="198360" cy="674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C293420-6898-4E62-9079-19A3251029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47000" y="1494360"/>
                <a:ext cx="217080" cy="69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319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27F081-B937-492F-9A61-1DE6370F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70BB1D-C53B-4ED2-B3CD-0D0A9F517845}"/>
                  </a:ext>
                </a:extLst>
              </p14:cNvPr>
              <p14:cNvContentPartPr/>
              <p14:nvPr/>
            </p14:nvContentPartPr>
            <p14:xfrm>
              <a:off x="1264302" y="253539"/>
              <a:ext cx="9512640" cy="3598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70BB1D-C53B-4ED2-B3CD-0D0A9F5178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4942" y="244179"/>
                <a:ext cx="9531360" cy="36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B979E0-D08E-400C-B2EC-0D05DDF35F2F}"/>
                  </a:ext>
                </a:extLst>
              </p14:cNvPr>
              <p14:cNvContentPartPr/>
              <p14:nvPr/>
            </p14:nvContentPartPr>
            <p14:xfrm>
              <a:off x="8318142" y="1409499"/>
              <a:ext cx="876240" cy="140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B979E0-D08E-400C-B2EC-0D05DDF35F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8782" y="1400139"/>
                <a:ext cx="894960" cy="14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F8C38B-B066-4B25-9E05-C6D526FE05B5}"/>
                  </a:ext>
                </a:extLst>
              </p14:cNvPr>
              <p14:cNvContentPartPr/>
              <p14:nvPr/>
            </p14:nvContentPartPr>
            <p14:xfrm>
              <a:off x="221382" y="1431819"/>
              <a:ext cx="9802080" cy="3862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F8C38B-B066-4B25-9E05-C6D526FE05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022" y="1422459"/>
                <a:ext cx="9820800" cy="38811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89E0DB6-B420-4986-A75F-0A9DA9F826EE}"/>
              </a:ext>
            </a:extLst>
          </p:cNvPr>
          <p:cNvSpPr txBox="1"/>
          <p:nvPr/>
        </p:nvSpPr>
        <p:spPr>
          <a:xfrm>
            <a:off x="116056" y="19249"/>
            <a:ext cx="11967659" cy="49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en-US" sz="20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 Dependent MOS Capacitance: Saturation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2208D72-C9FC-4969-AFF2-9D7DFA307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603" y="3334792"/>
            <a:ext cx="5157013" cy="314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그림 10" descr="kan60539_0331.jpg">
            <a:extLst>
              <a:ext uri="{FF2B5EF4-FFF2-40B4-BE49-F238E27FC236}">
                <a16:creationId xmlns:a16="http://schemas.microsoft.com/office/drawing/2014/main" id="{B64185A1-1BAC-4A7E-9592-FC168AE0F5A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2133" t="72906" b="743"/>
          <a:stretch/>
        </p:blipFill>
        <p:spPr>
          <a:xfrm>
            <a:off x="1121837" y="1183902"/>
            <a:ext cx="4877950" cy="18480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29B0883-E495-48DA-846C-406026ECC2AD}"/>
                  </a:ext>
                </a:extLst>
              </p14:cNvPr>
              <p14:cNvContentPartPr/>
              <p14:nvPr/>
            </p14:nvContentPartPr>
            <p14:xfrm>
              <a:off x="1521360" y="1484280"/>
              <a:ext cx="4010040" cy="646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29B0883-E495-48DA-846C-406026ECC2A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2000" y="1474920"/>
                <a:ext cx="4028760" cy="66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E582EDB-F59F-46F1-A860-955485CCF6F9}"/>
                  </a:ext>
                </a:extLst>
              </p14:cNvPr>
              <p14:cNvContentPartPr/>
              <p14:nvPr/>
            </p14:nvContentPartPr>
            <p14:xfrm>
              <a:off x="2418840" y="619200"/>
              <a:ext cx="6738120" cy="2914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E582EDB-F59F-46F1-A860-955485CCF6F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9480" y="609840"/>
                <a:ext cx="6756840" cy="29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FAF38C-95E5-474B-966B-612D45081021}"/>
                  </a:ext>
                </a:extLst>
              </p14:cNvPr>
              <p14:cNvContentPartPr/>
              <p14:nvPr/>
            </p14:nvContentPartPr>
            <p14:xfrm>
              <a:off x="1863720" y="2228400"/>
              <a:ext cx="3545280" cy="801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FAF38C-95E5-474B-966B-612D450810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54360" y="2219040"/>
                <a:ext cx="3564000" cy="8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9E90061-F6DC-4318-B63B-5AC135E7044F}"/>
                  </a:ext>
                </a:extLst>
              </p14:cNvPr>
              <p14:cNvContentPartPr/>
              <p14:nvPr/>
            </p14:nvContentPartPr>
            <p14:xfrm>
              <a:off x="4740480" y="3526560"/>
              <a:ext cx="1550520" cy="1857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9E90061-F6DC-4318-B63B-5AC135E704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31120" y="3517200"/>
                <a:ext cx="1569240" cy="187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458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E83EDC-ED6B-406A-9C3F-ECB612E9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49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E20CFD0-3E65-4C4B-9DEA-9E86BC88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66" y="77002"/>
            <a:ext cx="7565458" cy="4610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A075DB-4D89-4894-B710-6AD831A341AC}"/>
              </a:ext>
            </a:extLst>
          </p:cNvPr>
          <p:cNvCxnSpPr/>
          <p:nvPr/>
        </p:nvCxnSpPr>
        <p:spPr>
          <a:xfrm>
            <a:off x="3907856" y="4687871"/>
            <a:ext cx="0" cy="20209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F70382-2212-442F-BA20-661ADAEE538C}"/>
              </a:ext>
            </a:extLst>
          </p:cNvPr>
          <p:cNvCxnSpPr/>
          <p:nvPr/>
        </p:nvCxnSpPr>
        <p:spPr>
          <a:xfrm>
            <a:off x="5765531" y="4687871"/>
            <a:ext cx="0" cy="20209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92B06C-3AC7-4823-8E9D-6389EA94FECC}"/>
              </a:ext>
            </a:extLst>
          </p:cNvPr>
          <p:cNvCxnSpPr/>
          <p:nvPr/>
        </p:nvCxnSpPr>
        <p:spPr>
          <a:xfrm>
            <a:off x="7777211" y="4687871"/>
            <a:ext cx="0" cy="20209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5857F7-909C-4163-B560-066E6AE79B12}"/>
              </a:ext>
            </a:extLst>
          </p:cNvPr>
          <p:cNvCxnSpPr>
            <a:cxnSpLocks/>
          </p:cNvCxnSpPr>
          <p:nvPr/>
        </p:nvCxnSpPr>
        <p:spPr>
          <a:xfrm flipH="1">
            <a:off x="423510" y="4610501"/>
            <a:ext cx="98658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DC01CB-C2C7-41FE-9430-99BDD298D711}"/>
              </a:ext>
            </a:extLst>
          </p:cNvPr>
          <p:cNvCxnSpPr>
            <a:cxnSpLocks/>
          </p:cNvCxnSpPr>
          <p:nvPr/>
        </p:nvCxnSpPr>
        <p:spPr>
          <a:xfrm>
            <a:off x="2146433" y="4013735"/>
            <a:ext cx="0" cy="26950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6C59FA-B15D-4536-857F-1B7A5963F289}"/>
              </a:ext>
            </a:extLst>
          </p:cNvPr>
          <p:cNvCxnSpPr>
            <a:cxnSpLocks/>
          </p:cNvCxnSpPr>
          <p:nvPr/>
        </p:nvCxnSpPr>
        <p:spPr>
          <a:xfrm flipH="1">
            <a:off x="423510" y="5120640"/>
            <a:ext cx="98658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D98E14-8043-4A2D-9FD9-8A170304AEA5}"/>
              </a:ext>
            </a:extLst>
          </p:cNvPr>
          <p:cNvCxnSpPr>
            <a:cxnSpLocks/>
          </p:cNvCxnSpPr>
          <p:nvPr/>
        </p:nvCxnSpPr>
        <p:spPr>
          <a:xfrm flipH="1">
            <a:off x="423510" y="5621153"/>
            <a:ext cx="98658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9C2C7E-302C-46ED-B92C-F95F9CB89134}"/>
              </a:ext>
            </a:extLst>
          </p:cNvPr>
          <p:cNvCxnSpPr>
            <a:cxnSpLocks/>
          </p:cNvCxnSpPr>
          <p:nvPr/>
        </p:nvCxnSpPr>
        <p:spPr>
          <a:xfrm flipH="1">
            <a:off x="423510" y="6179418"/>
            <a:ext cx="98658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FFC15D5-AE86-4E6D-BF3E-50CE037548D5}"/>
                  </a:ext>
                </a:extLst>
              </p14:cNvPr>
              <p14:cNvContentPartPr/>
              <p14:nvPr/>
            </p14:nvContentPartPr>
            <p14:xfrm>
              <a:off x="954360" y="4682880"/>
              <a:ext cx="8916480" cy="455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FFC15D5-AE86-4E6D-BF3E-50CE037548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5000" y="4673520"/>
                <a:ext cx="893520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DD6D5C1-3581-4371-ADBC-2DFBEF6BA824}"/>
                  </a:ext>
                </a:extLst>
              </p14:cNvPr>
              <p14:cNvContentPartPr/>
              <p14:nvPr/>
            </p14:nvContentPartPr>
            <p14:xfrm>
              <a:off x="939960" y="5224320"/>
              <a:ext cx="9018360" cy="393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DD6D5C1-3581-4371-ADBC-2DFBEF6BA8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0600" y="5214960"/>
                <a:ext cx="903708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D6AFEEC-14D8-4AEF-9926-1EEFF6C80A87}"/>
                  </a:ext>
                </a:extLst>
              </p14:cNvPr>
              <p14:cNvContentPartPr/>
              <p14:nvPr/>
            </p14:nvContentPartPr>
            <p14:xfrm>
              <a:off x="523440" y="5756400"/>
              <a:ext cx="8049600" cy="40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D6AFEEC-14D8-4AEF-9926-1EEFF6C80A8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4080" y="5747040"/>
                <a:ext cx="806832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AFE031A-B931-4417-B627-23481616FF03}"/>
                  </a:ext>
                </a:extLst>
              </p14:cNvPr>
              <p14:cNvContentPartPr/>
              <p14:nvPr/>
            </p14:nvContentPartPr>
            <p14:xfrm>
              <a:off x="883080" y="6248520"/>
              <a:ext cx="7694280" cy="368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AFE031A-B931-4417-B627-23481616FF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3720" y="6239160"/>
                <a:ext cx="7713000" cy="38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136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E83EDC-ED6B-406A-9C3F-ECB612E9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691-33EC-4159-AC63-9E0491782999}" type="slidenum">
              <a:rPr lang="en-US" smtClean="0"/>
              <a:t>50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B3B45E-2CBE-4191-B078-0A0A26AD1AD0}"/>
              </a:ext>
            </a:extLst>
          </p:cNvPr>
          <p:cNvSpPr txBox="1">
            <a:spLocks/>
          </p:cNvSpPr>
          <p:nvPr/>
        </p:nvSpPr>
        <p:spPr>
          <a:xfrm>
            <a:off x="0" y="3"/>
            <a:ext cx="12168908" cy="365125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MOS Capacitance</a:t>
            </a:r>
          </a:p>
        </p:txBody>
      </p:sp>
      <p:pic>
        <p:nvPicPr>
          <p:cNvPr id="5" name="Picture 2" descr="hod83653_0217">
            <a:extLst>
              <a:ext uri="{FF2B5EF4-FFF2-40B4-BE49-F238E27FC236}">
                <a16:creationId xmlns:a16="http://schemas.microsoft.com/office/drawing/2014/main" id="{B3AAFF06-4B9C-4519-9845-F188E5F0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37" y="512617"/>
            <a:ext cx="6654853" cy="4762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8B4085-42A7-436E-BC88-78162804B13F}"/>
                  </a:ext>
                </a:extLst>
              </p14:cNvPr>
              <p14:cNvContentPartPr/>
              <p14:nvPr/>
            </p14:nvContentPartPr>
            <p14:xfrm>
              <a:off x="5834880" y="1987920"/>
              <a:ext cx="5080320" cy="1604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8B4085-42A7-436E-BC88-78162804B1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5520" y="1978560"/>
                <a:ext cx="5099040" cy="162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F8B660-E70D-4596-8B4C-08366A142602}"/>
                  </a:ext>
                </a:extLst>
              </p14:cNvPr>
              <p14:cNvContentPartPr/>
              <p14:nvPr/>
            </p14:nvContentPartPr>
            <p14:xfrm>
              <a:off x="7758720" y="3561840"/>
              <a:ext cx="3578400" cy="610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F8B660-E70D-4596-8B4C-08366A1426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360" y="3552480"/>
                <a:ext cx="3597120" cy="62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590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6434</TotalTime>
  <Words>1185</Words>
  <Application>Microsoft Office PowerPoint</Application>
  <PresentationFormat>Widescreen</PresentationFormat>
  <Paragraphs>239</Paragraphs>
  <Slides>50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Abadi</vt:lpstr>
      <vt:lpstr>Arial</vt:lpstr>
      <vt:lpstr>Arial Rounded MT Bold</vt:lpstr>
      <vt:lpstr>Calibri</vt:lpstr>
      <vt:lpstr>Cambria Math</vt:lpstr>
      <vt:lpstr>Georgia</vt:lpstr>
      <vt:lpstr>Palatino Linotype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MOS Devices-I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MOS Device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MOS Capacitance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Saroj Rout</dc:creator>
  <cp:lastModifiedBy>Saroj Rout</cp:lastModifiedBy>
  <cp:revision>98</cp:revision>
  <dcterms:created xsi:type="dcterms:W3CDTF">2020-02-25T18:16:24Z</dcterms:created>
  <dcterms:modified xsi:type="dcterms:W3CDTF">2026-06-03T15:02:43Z</dcterms:modified>
</cp:coreProperties>
</file>